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9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50.xml" ContentType="application/inkml+xml"/>
  <Override PartName="/ppt/ink/ink7.xml" ContentType="application/inkml+xml"/>
  <Override PartName="/ppt/ink/ink8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65" r:id="rId3"/>
    <p:sldId id="455" r:id="rId4"/>
    <p:sldId id="456" r:id="rId5"/>
    <p:sldId id="474" r:id="rId6"/>
    <p:sldId id="454" r:id="rId7"/>
    <p:sldId id="457" r:id="rId8"/>
    <p:sldId id="458" r:id="rId9"/>
    <p:sldId id="459" r:id="rId10"/>
    <p:sldId id="460" r:id="rId11"/>
    <p:sldId id="461" r:id="rId12"/>
    <p:sldId id="462" r:id="rId13"/>
    <p:sldId id="466" r:id="rId14"/>
    <p:sldId id="467" r:id="rId15"/>
    <p:sldId id="468" r:id="rId16"/>
    <p:sldId id="469" r:id="rId17"/>
    <p:sldId id="471" r:id="rId18"/>
    <p:sldId id="475" r:id="rId19"/>
    <p:sldId id="476" r:id="rId20"/>
    <p:sldId id="472" r:id="rId21"/>
    <p:sldId id="477" r:id="rId22"/>
    <p:sldId id="489" r:id="rId23"/>
    <p:sldId id="49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9T10:18:20.3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25585 4340 49 0,'0'0'112'0,"0"0"-1"16,0 0-6-16,0 0-1 0,0 0-11 0,0 0-6 15,0 0-5-15,0 0-1 0,0 0-7 0,0 0-4 16,0 0-8-16,-4-9 1 0,4 9-10 0,0 0 0 16,0 0-8-16,0 0 0 0,0 0-4 0,0 0-5 15,0 0-1-15,0 0-7 0,0 0 1 0,0 0-3 16,0 0-4-16,0 0 1 0,0 0-4 0,0 0-8 16,0 0 8-16,0 0-6 0,0 0 3 0,0 0-10 15,0 0-2-15,0 0-1 0,0 0 0 0,0 0 1 16,0 0-7-16,0 0 4 0,0 0 1 0,0 0-2 15,0 0 8-15,0 0 1 0,0 0-14 0,-23 11 4 16,19-7 2-16,-2 1-1 0,0 0-1 0,0-1 7 16,3 2-1-16,-3-1 0 0,2 0-6 0,-1 2 0 15,-2-1-7-15,3 3 1 0,-1-3 8 0,0 2-1 16,1-1-3-16,0-1 6 0,1 2-6 0,0-3 2 16,0 3 2-16,3-8-6 0,-5 11 9 0,5-3 4 15,-3-3-7-15,3-5-2 0,-1 13-8 0,1-13 11 16,0 12 1-16,0-12 7 0,0 11-11 0,0-11 3 15,1 11-4-15,-1-11 7 0,3 7-8 0,-3-7 1 16,0 6 6-16,0-6-3 0,6 7 7 0,-3-3-4 16,4-1 1-16,-3 2-8 0,3-1 1 0,-2-2 5 15,1 2-2-15,3 0 2 0,-2-3-2 0,-1 1 2 16,3 0 5-16,-1 0-8 0,-8-2 1 0,15 4 4 16,-9-3-8-16,2-1 9 0,0 2 0 0,2-2-6 15,1-2 1-15,-11 2 2 0,13 0 2 0,-13 0 5 16,13 0-7-16,-13 0 8 0,8-2 7 0,-8 2 3 15,7-4-6-15,-1 1 1 0,-1 0-2 0,-5 3-2 16,11-10 0-16,-5 6 1 0,-1-1-2 0,-1 0 6 16,3 2-4-16,-3-2 3 0,2-1-5 0,-2 0 1 15,0 0 2-15,-1-1-6 0,3-1 1 0,-2-1 0 16,2 5-7-16,0-4 6 0,-3-2-8 0,1 4 6 16,0 0-5-16,0-2 6 0,-2-2 0 0,0 2-1 15,1-2-4-15,0 3 0 0,-1-3 0 0,0 3 2 16,0-3 0-16,-1 2 0 0,-1 8-1 0,2-13-1 15,-2 8-2-15,0 5 1 0,0-13 4 0,0 13-8 16,-2-11 8-16,2 11-3 0,-2-11 2 0,2 11-1 16,-3-9 0-16,3 9-3 0,-2-10 0 0,2 10-2 15,-6-8 0-15,6 8 3 0,-3-5-2 0,3 5 3 16,-7-7-3-16,7 7 1 0,-7-5 1 0,3 2-2 16,4 3 1-16,-12-6-4 0,4 3 0 0,1 1 5 15,7 2-3-15,-14-3 0 0,7 1-4 0,-2 1 1 16,1 0 6-16,-4 1-6 0,12 0 3 0,-17-2-2 15,5 4-1-15,1 0 5 0,-1-2-3 0,1 2-4 16,0-2 9-16,-1 3-5 0,2-1-4 0,1-1 8 16,-3 2-4-16,3 0-2 0,3 0-4 0,-3-1 0 15,2 1 1-15,0 1-22 0,0-2-2 0,7-2-18 16,-8 8-14-16,2-6-18 0,2 1-14 0,4-3-1 16,-9 9-20-16,5-4-10 0,4-5-84 0,-4 8-230 15,4-8 102-15</inkml:trace>
  <inkml:trace contextRef="#ctx0" brushRef="#br0" timeOffset="1392.27">25565 4550 56 0,'0'0'117'0,"0"-9"0"0,0 9-5 0,0 0-2 16,-3-7-14-16,3 7-1 0,0 0-5 16,0 0-1-16,-1-7-20 0,1 7-3 0,0 0-13 15,0 0-8-15,0 0 2 0,0 0-14 0,0 0-6 16,0 0-1-16,0 0-5 0,0 0 2 0,0 0 14 0,0 0-24 15,0 0 2-15,0 0-10 0,0 32 10 16,-2-16-4-16,1 1-4 0,1 2 1 0,-2 8 1 16,0 1 4-16,-2 1-6 0,-2 0-3 0,4 2 4 15,-2 0-8-15,-3 4 6 0,5 0-2 0,0 1 0 0,-5 10 5 16,7-10-1-16,-7 13-3 0,5-15 3 16,1 12 1-16,-3 0-5 0,2 0 1 0,0-12 5 15,0 13-7-15,-4 1-1 0,3-13 0 0,-2 14 6 16,3-2-2-16,-1-13-4 0,1 0 2 0,-2 2 10 15,-3-2 0-15,3-2-13 0,0-1 7 0,1 2-3 0,-2-3 0 16,1 0 6-16,4-4-7 0,-2-5 1 0,0 2-2 16,0-4 1-16,1-3-5 0,-1 0 3 15,0 0 5-15,-1-5-8 0,2 1 6 0,-1 0-3 16,1-2 0-16,-1 1-2 0,0-2 3 0,-3 1 5 16,5-10-14-16,-5 12-9 0,5-12-12 0,-1 15-17 15,1-15-11-15,0 0-12 0,0 14-33 0,0-14-122 0,-5 9-240 16,5-9 106-16</inkml:trace>
  <inkml:trace contextRef="#ctx0" brushRef="#br0" timeOffset="2943.99">25134 5779 139 0,'-3'-9'146'0,"3"9"-1"0,-4-7-8 16,4 7-3-16,0-7-10 0,0 7-9 0,0 0-10 15,0 0-11-15,-2-9-11 0,2 9-10 0,0 0-8 16,0 0-13-16,0 0-3 0,0 0-6 0,0 0-11 15,0 0 0-15,0 0-7 0,0 0 3 0,0 0-5 16,-7 19-6-16,6-7 2 0,1-1-2 0,0 2-4 16,0 0 2-16,0-1-3 0,-1 6 2 0,1-2-4 15,0-1 3-15,-3-2-7 0,3 0 3 0,0-1 0 16,0 1-5-16,0-2 6 0,0 1-4 0,3-1-6 16,-3-2 7-16,0 2-1 0,0-3 0 0,1 2 1 15,-1-10-2-15,0 11-5 0,0-4 8 0,0-7-4 16,1 10 1-16,-1-10-4 0,0 7 1 0,0-7-2 15,0 0 4-15,2 9 1 0,-2-9-5 0,0 0-1 16,0 0 5-16,0 0 4 0,0 0 0 0,2 6 2 16,-2-6 3-16,0 0 1 0,0 0 2 0,14-2 0 15,-7 2-2-15,6-1-1 0,-1-1 1 0,6 0-3 16,3-1 0-16,7 0-3 0,-6 1 1 0,8-3 3 16,1 1-3-16,-2 3 2 0,1-4-4 0,-4 0-1 15,-3 1 3-15,-5 3 2 0,2 0-8 0,-3 1-1 16,4-2 2-16,-7 1 0 0,5-2-1 0,0 3-3 15,-2-2 1-15,-5 1 6 0,1-1-5 0,1 4 0 0,-1-2 0 16,-2 0-1-16,1 0-1 0,1 0 2 16,-1 0-4-16,-5 0 5 0,-7 0-1 0,13 0 0 15,-13 0-2-15,11 0-1 0,-11 0 0 0,9 0 2 16,-9 0-3-16,0 0 0 0,9 1 3 0,-9-1-1 16,0 0 0-16,0 0-1 0,0 0-1 0,8 1-1 15,-8-1 1-15,0 0 1 0,0 0-1 0,0 0 2 16,0 0 0-16,0 0-3 0,0 0 1 0,0 0-2 15,0 0 0-15,0 0 6 0,0 0-3 0,0 0-1 16,8 4-1-16,-8-4-3 0,0 0 1 0,0 9 0 0,0-9 0 16,2 13 10-16,-4-3-6 0,2 2 6 15,-2 3 13-15,2 4 1 0,-2 0-4 0,-2 0-2 16,2 6 2-16,0-5-3 0,0 0 4 0,2 4-3 16,-4 0 1-16,1-4-2 0,3 4 2 0,-4 1 0 15,4-6-2-15,-2 1 2 0,-1-2-2 0,2-1 1 16,0 2-2-16,-1-1 3 0,2-1-2 0,-3-1-3 15,1 1 1-15,2 0-2 0,0-2-4 0,0-2-22 16,0-1-24-16,2-1-30 0,-2 2-36 0,3-3-26 16,-3-1-33-16,2-3-143 0,-2 3-335 0,0-9 147 15</inkml:trace>
  <inkml:trace contextRef="#ctx0" brushRef="#br0" timeOffset="3410.33">25394 6073 43 0,'3'-9'171'0,"-3"9"-1"0,0 0-11 0,2-7-16 0,-2 7-16 15,0 0-14-15,0 0-12 0,0 0-16 16,0 0-9-16,0 0-14 0,0 0-7 0,0 0-12 15,0 0 3-15,-10 25-4 0,3-2 7 0,-5 0-7 0,0 3 5 16,-1 1 0-16,-3 2 8 0,-2 1 0 0,0-1-5 16,-1-2 0-16,2 1 0 0,-3-3-6 15,4-4-7-15,0 1-3 0,5-5-3 0,-2-2-5 16,2 2 3-16,2-4-4 0,-2 2-1 0,4-1-1 0,0-4-4 16,0 1-2-16,1-2-3 0,1-1-18 0,0-1-12 15,0-1-23-15,1 0-16 0,4-6-24 16,-4 8-18-16,4-8-21 0,0 5-19 0,0-5-15 15,0 0-100-15,0 0-272 0,0 0 121 0</inkml:trace>
  <inkml:trace contextRef="#ctx0" brushRef="#br0" timeOffset="3795.91">25424 6079 80 0,'2'-4'149'16,"-2"4"-13"-16,2-8 0 0,-2 8-8 0,3-4-13 16,-3 4-12-16,0 0-12 0,3-7-10 0,-3 7-9 15,0 0-15-15,0 0-6 0,0 0-7 0,0 0-1 16,0 0-6-16,9 16-1 0,-4-6-2 15,-1 3 8-15,2 2 0 0,-2 3-2 0,2 0-3 16,1 2-6-16,-2 3 0 0,4 1 4 0,-3-1 5 0,1 2 3 16,-2 0 8-16,-1-6-7 0,-2 0 0 15,3 1 0-15,-2 4-4 0,-1-5-4 0,2 0-6 16,0-1-4-16,-1-1-2 0,-1-1 1 0,2 2-3 0,0-1 8 16,-3-5-12-16,3 3 1 0,-1-2-1 0,-1 0-2 15,0-3 0-15,0 2-9 0,-2 0-13 0,1-4-13 16,-1 1-25-16,-1 0-33 0,1-9-25 0,0 12-21 15,0-12-13-15,0 8-28 0,0-8-99 0,-2 7-284 16,2-7 126-16</inkml:trace>
  <inkml:trace contextRef="#ctx0" brushRef="#br0" timeOffset="4095.88">25079 6625 24 0,'0'0'142'0,"0"0"-8"0,0 0-7 16,0 0 16-16,31 7-25 0,-10-7-9 0,10-3 0 0,6 1-2 15,0-1-3-15,15-2-6 0,5 0-4 0,-19 2-7 16,3 2-10-16,-3-1-7 0,-5 0-9 0,-1 1-3 15,-3 2-7-15,-9-1-7 0,0 0 2 0,-6 0-8 16,-1 0-4-16,-2 2-17 0,-3-2-23 0,0 0-18 16,-8 0-16-16,12 1-15 0,-6 0-23 0,-6-1-3 15,7 4-11-15,-7-4-15 0,0 0-13 0,4 6-96 16,-4-6-232-16,0 0 104 0</inkml:trace>
  <inkml:trace contextRef="#ctx0" brushRef="#br0" timeOffset="4776.25">25372 6669 107 0,'0'0'208'0,"-5"-6"-9"0,5 6-15 16,0 0-15-16,-3-7-19 0,3 7-18 0,0 0-15 16,0 0-15-16,0 0-14 0,0 0-8 0,0 0-9 15,0 0-9-15,0 0-1 0,-4 21-11 0,2-6 0 16,0 2-8-16,1 2-4 0,0 5-4 0,-1 3-4 15,1 3 1-15,-3 1 1 0,4-1 0 0,0 6-4 16,-2-1-1-16,0 12 11 0,1-11-9 0,0-3-5 16,-2 2-3-16,1 0 4 0,2 1-6 0,0 0 1 15,-2-3 0-15,0 0-1 0,-1-1 0 0,2-2-1 16,1-2-4-16,1-2 0 0,-1-1 1 0,0 1-4 16,0-8 0-16,0 2 5 0,3-1-8 0,-1-1 2 15,-4 0-2-15,2-1-1 0,-3-2 2 0,3-2-2 16,-1 4 1-16,0-5-2 0,1-2 1 0,-1-1 2 15,-1 2-1-15,2-2 1 0,0 0-3 0,-4-2 1 16,4-7-5-16,-2 11 1 0,0-6 1 0,2-5-1 16,-1 8 3-16,1-8-3 0,-1 9 0 0,1-9-1 15,0 0-1-15,-1 9 1 0,1-9-3 0,0 0-1 16,0 0 5-16,0 0 0 0,-2 7-3 0,2-7 0 16,0 0 2-16,0 0 1 0,0 0-2 0,0 0 0 15,0 0 1-15,0 0 0 0,0 0-3 0,0 0 3 16,0 0-1-16,0 0-2 0,0 0 10 0,0 0-9 15,-2 6 2-15,2-6-3 0,0 0 1 0,0 0-1 16,0 0 0-16,0 0-1 0,0 0 0 0,0 0 3 16,0 0-4-16,0 0 3 0,0 0-1 0,0 0 3 15,0 0-2-15,0 0 0 0,0 0-2 0,0 0 2 0,0 0 1 16,0 0-2-16,0 0 2 0,0 0-3 16,0 0-2-16,0 0-12 0,0 0-13 0,0 0-15 15,0 0-24-15,0 0-18 0,0 0-20 0,0 0-21 16,0 0-10-16,0 0-32 0,0 0-135 0,0 0-330 15,0 0 146-15</inkml:trace>
  <inkml:trace contextRef="#ctx0" brushRef="#br0" timeOffset="6357.95">25327 7670 31 0,'0'0'69'0,"0"0"-9"0,0 0-4 0,0 0-6 16,0 0-9-16,0 0-2 0,0 0-4 0,0 0-2 16,0 0-3-16,0 0-3 0,0 0-3 0,0 0-7 15,0 0 0-15,0 0-1 0,0 0 4 0,0 0-4 16,0 0-4-16,0 0-1 0,0 0 5 0,0 0-14 15,0 0 7-15,0 0 3 0,0 0 1 0,0 0 10 16,0 0-9-16,0 0-4 0,0 0 5 0,0 0-4 16,0 0 5-16,0 0-7 0,0 0 8 0,0 0-9 0,0 0 0 15,0 0 4-15,0 0-7 0,0 0 0 0,0 0 2 16,0 0-1-16,0 0 0 0,0 0-2 16,0 0 10-16,0 0-6 0,0 0 4 0,0 0-1 15,0 0 7-15,0 0-1 0,0 0-7 0,0 0 2 16,0 0-2-16,0 0-6 0,0 0 10 0,0 0-14 15,0 0 7-15,0 0 0 0,0 0-3 0,0 0-7 16,0 0 5-16,0 0-3 0,0 0 0 0,0 0-5 16,0 0 0-16,0 0 4 0,0 0-1 0,0 0-3 0,0 0 3 15,0 0-5-15,0 0 2 0,0 0-2 0,0 0 16 16,0 0-4-16,0 0 1 0,0 0 9 0,0 0 7 16,0 0 6-16,0 0 1 0,0 0 5 0,0 0 1 15,0 0 3-15,0 0 3 0,0 0-4 0,0 0 1 16,0 0-5-16,0 0 3 0,0 0 5 0,0 0-1 15,0 0 0-15,0 0 2 0,0 0-3 0,0 0-5 16,0 0-1-16,0 0-5 0,0 0 0 0,0 0-3 16,0 0-6-16,0 0-4 0,0 0-3 0,0 0 3 15,0 0-7-15,0 0 3 0,0 0-8 0,0 0 4 16,0 0-8-16,0 0 5 0,0 0-4 0,0 0 1 16,-3 8 0-16,3-8-1 0,-4 12 1 0,0-2 5 15,2-3-6-15,-1 5 4 0,-1-2-2 0,1 3 1 16,1-2-9-16,1-1 5 0,-3-2 0 0,4 2-1 15,0-1 11-15,0-9-3 0,5 16-9 0,-2-8 7 16,-1-1-4-16,2-3 7 0,0 3 0 0,1-3 0 16,1 1 7-16,0-3 4 0,0 1-10 0,3 1 3 15,-4-3 1-15,3 0 7 0,4-1-4 0,-12 0-1 0,15-2 7 16,-5-2 2-16,-1 0 2 0,0-3-5 16,0-3-3-16,-2 6 3 0,1-5 9 0,-1 0 4 15,-3 2 2-15,2-3 0 0,-5 1-6 0,0-1-7 16,1-1 3-16,-4 0-7 0,2 1 0 0,-2 0-2 0,1-2 4 15,-4 4-2-15,1 2-3 0,1-1-1 16,1 1-4-16,2 6-2 0,-8-12-6 0,3 8 0 16,-2 1-8-16,7 3-9 0,-11-2-15 0,11 2-13 0,-17-1-10 15,9 4-8-15,-3 3-17 0,3-1-16 0,0 1-21 16,1 2-8-16,3 3-23 0,-1-3-111 0,1 3-279 16,4-4 124-16</inkml:trace>
  <inkml:trace contextRef="#ctx0" brushRef="#br0" timeOffset="6825.71">25550 7745 66 0,'0'0'129'15,"-10"-1"-4"-15,10 1-11 0,0 0-13 0,-9-3-16 16,9 3-13-16,0 0-5 0,0 0-13 0,0 0-3 16,0 0-3-16,0 0 4 0,0 0-11 0,0 0 0 15,0 0 5-15,19 16 1 0,2-13-4 0,8 1 11 16,7-1-4-16,18-1-1 0,1-1 3 0,3 0-10 16,7-1 5-16,2 0-1 0,23 0-6 0,-27 0-2 15,29-2 0-15,-25 3 2 0,23 4-3 0,0-2-1 16,-23-1-3-16,33-2-1 0,-3 3-1 0,-1-3 0 15,-31 5 2-15,31 2-7 0,-3-3-1 0,-29 0 0 16,0-1-2-16,3-3-3 0,24 6-1 0,-32-4 2 16,6 2-10-16,-8 0 6 0,1-2-4 0,-6-2 0 15,-1 1 0-15,-16 1-1 0,4-2 7 0,-3 1-5 0,-4-1 3 16,-1-1-6-16,-10 2 4 0,-1-2 1 16,-2-1 2-16,2 2 6 0,-11 0 8 0,4 0 6 15,-3 0 10-15,-1 0 6 0,-9 0 1 0,9-1 4 16,-9 1-2-16,9 0 4 0,-9 0-4 0,0 0-5 0,8-1-9 15,-8 1-5-15,0 0-3 0,0 0-10 0,0 0-17 16,0 0-14-16,0 0-31 0,0 0-35 16,0 0-52-16,0 0-31 0,0 0-43 0,0 0-195 15,0 0-424-15,-28-5 187 0</inkml:trace>
  <inkml:trace contextRef="#ctx0" brushRef="#br0" timeOffset="10538.96">25791 4345 20 0,'0'0'59'0,"0"0"-2"0,0 0-14 0,0 0 6 0,0 0-13 16,0 0-4-16,0 0-8 0,0 0 2 0,0 0-1 16,0 0-4-16,0 0-2 0,30-4-2 0,-12 3-6 15,11 0 2-15,5-1-4 0,2 0 8 16,20 1-2-16,-2 0 0 0,7 1-5 0,1-2-5 16,2 1 1-16,28 1-6 0,-25 1 2 0,25-2-4 15,-27 2 3-15,27 0-9 0,-27 0 0 0,0 3-14 0,3-3 0 16,-3 0-6-16,25 0-6 0,-33 2 1 0,2-4-2 15,0 2-22-15,-3-1-62 0,-2-1 28 0</inkml:trace>
  <inkml:trace contextRef="#ctx0" brushRef="#br0" timeOffset="10912.22">27130 4324 36 0,'61'0'73'0,"4"-3"-10"0,2 2-10 0,26-2-7 16,-29 4-7-16,1-3-2 0,-2 0 4 0,-2 2-7 16,2-1-1-16,-4-1 1 0,-3 1-3 0,-4 0-7 15,-12-1-7-15,-4 2 2 0,-3-1-6 0,1 0-23 16,-5 1-7-16,0-1-2 0,-9 2-11 0,-3-1-14 15,-2 0-36-15,-4 0-84 0,1 1 37 0</inkml:trace>
  <inkml:trace contextRef="#ctx0" brushRef="#br0" timeOffset="11315.33">28166 4291 91 0,'0'0'95'0,"0"0"-6"0,0 0-11 16,0 0 5-16,0 0-25 0,0 0-2 0,0 0 2 16,0 0-19-16,0 0 0 0,0 0-13 0,0 0 5 15,0 0-3-15,0 0-13 0,-9 11 6 0,9-11-10 16,0 0-7-16,-1 9 5 0,1-9 1 0,0 9 2 15,0-9 0-15,0 0-6 0,3 13 11 0,-1-8-5 16,0-1-3-16,5 0 12 0,-2 1-14 0,4 1 20 16,0-4-16-16,0 0 12 0,4 3 7 15,-1-3 0-15,1 0-2 0,-2-1-7 0,1-2 6 0,1 2 4 16,0-3-2-16,-2 2 7 0,-4-1 6 0,-7 1 2 16,12-5-6-16,-5 1-3 0,-3 1 0 0,-4 3 1 15,5-10-2-15,-5 4-7 0,0 6-5 0,-7-15 3 16,1 6-10-16,-4 2-2 0,-2 0 0 0,-4-2-9 15,-1 1-11-15,-1 5-14 0,0-2-13 0,-5 2-25 16,1 2-23-16,-5 2 0 0,5 2-23 0,-5 2-100 16,2 4-220-16,5-3 98 0</inkml:trace>
  <inkml:trace contextRef="#ctx0" brushRef="#br0" timeOffset="13373.67">28323 4557 44 0,'0'0'74'0,"0"0"-8"0,0 0-7 0,0 0-7 16,0 0-2-16,-12 25-3 0,6-8-2 0,1 2-3 0,-3 9 9 15,1 1-4-15,0 3 5 0,0 14-4 0,-1-11-20 16,-2 11 2-16,5-14 0 0,0 4 2 16,0-4-2-16,2 0-4 0,-1-3 0 0,3 1-7 0,1-2 4 15,0 2-2-15,0-4-9 0,0 1 7 16,3 0-4-16,-1-1 4 0,-1-6-10 0,3 8-19 16,-2 1-12-16,-1-4-28 0,-2 3-29 0,1 1-64 0,-7 0-154 15,1-4 68-15</inkml:trace>
  <inkml:trace contextRef="#ctx0" brushRef="#br0" timeOffset="13775.3">27939 5711 119 0,'4'-6'225'0,"-4"6"-28"0,0 0-21 0,0 0-18 16,5-5-18-16,-5 5-17 0,0 0-18 16,0 0-11-16,0 0-9 0,14 8-6 0,-8 1-2 15,3-1-11-15,2 8-5 0,2-4-8 0,2 5-4 0,4 2-4 16,1 1-6-16,-6-6-4 0,4 5-4 16,-5-4-2-16,1-2-2 0,-1 0 1 0,0 1-8 15,-1-1 2-15,-3-2-2 0,2 0-4 0,-4-1-4 0,0-2 3 16,1-1 2-16,-2-1-6 0,1-2-1 0,-3-1 0 15,0 3 0-15,-4-6 5 0,6 5-1 0,-6-5 20 16,3 5 21-16,-3-5 24 0,0 0 14 0,0 0-5 16,0 0-6-16,14-9-10 0,-12 2-9 0,1-3-7 15,1-2-8-15,0-5 0 0,3-1-10 16,-2 0-1-16,2-2-7 0,-4 2-5 0,2-1-23 0,3-5-36 16,-4 6-5-16,1 5-11 0,0-2-18 0,-2 0-24 15,2 5-19-15,-2 1-39 0,0-1-17 0,2 4-23 16,-1-1-25-16,1 3-114 0,-5 4-354 0,8-5 157 15</inkml:trace>
  <inkml:trace contextRef="#ctx0" brushRef="#br0" timeOffset="14124.14">28424 5871 96 0,'0'0'165'0,"0"0"-18"0,0 0-15 16,5 5-18-16,-5-5-5 0,9 3-2 0,-2-1-18 15,4-1-11-15,1 2-7 0,0-2-10 0,3 0-3 16,0 1-4-16,3 2 2 0,-4-2-17 0,-3 3-5 16,2 0-6-16,-4 0-2 0,1-1-1 0,-2 3-12 15,-2-1 5-15,-1 1-2 0,-2 0 1 0,-2 2-2 16,-2 1-4-16,-2 2-1 0,0 0 0 0,-5 3-6 16,-2-1 4-16,-3 7 2 0,-1-5 10 0,2 1-5 15,-7 1 3-15,4-4 5 0,1 0-9 16,-2-2 1-16,3 0 4 0,-2 1 3 0,3-3-5 15,3-2-4-15,0 0 5 0,1-1-9 0,0-1 0 0,3-2-1 16,1 0 2-16,-1 1 0 0,5-5-4 0,0 0 0 16,-4 10 0-16,4-10 5 0,0 7-2 0,0-7 3 15,11 8-3-15,-2-6 1 0,9 1-3 0,1 1 4 16,1-2-15-16,12 3-16 0,1-1-21 0,-2-1-32 16,5 0-37-16,-8-1-41 0,0 6-108 15,-7-4-279-15,-3 1 124 0</inkml:trace>
  <inkml:trace contextRef="#ctx0" brushRef="#br0" timeOffset="14500.63">28106 6655 199 0,'0'0'226'16,"-6"-8"-7"-16,2 3-3 0,4 5-9 0,-4-6-13 15,4 6-14-15,0 0-19 0,-5-8-21 0,5 8-15 16,0 0-19-16,0 0-11 0,0 0-12 0,0 0-10 16,0 0-8-16,0 0-3 0,0 31-12 0,0-14-5 15,0 11-2-15,0 3-2 0,-4 16-2 16,4 3-4-16,-2 4-1 0,0-2-6 0,1 1 0 0,0 1-7 15,-5 1 3-15,2-1-4 0,-3-3 0 0,5-2-2 16,-2-3 2-16,1-10-8 0,-3-2 5 0,3-4 0 16,-2 3-6-16,1-1 0 0,-2-1-1 0,1-3 1 15,-1 1-3-15,-2-1 2 0,0-3-19 0,1-6-20 16,2 0-13-16,-1 0-29 0,0-4-25 0,1-3-30 16,-2-1-23-16,5-3-34 0,-5-2-26 0,5-2-126 15,2-4-364-15,0 0 162 0</inkml:trace>
  <inkml:trace contextRef="#ctx0" brushRef="#br0" timeOffset="14838.58">27730 7338 66 0,'0'0'176'16,"-7"-3"-18"-16,7 3-22 0,0 0-12 0,0 0-11 15,0 0 1-15,0 0-10 0,7 25-3 0,-2-15 7 16,2 5-5-16,-3 0-13 0,3 0-7 0,-1 2-12 16,2-3-4-16,0 1-3 0,3 1-8 0,-5 0-3 15,4 0 1-15,-1-3 7 0,0 1-6 0,0-5 1 16,0 0-6-16,0 0 3 0,5-2-1 0,-1-3-5 15,1 0-2-15,5-1-7 0,0-3 0 0,3-2-3 16,5-4-9-16,-1-3-17 0,4 0-25 0,-1-4-21 16,4-2-36-16,-5-2-32 0,1-2-33 0,0-2-33 15,-1 0-140-15,-4-3-338 0,-4 2 150 0</inkml:trace>
  <inkml:trace contextRef="#ctx0" brushRef="#br0" timeOffset="15526.29">28303 4706 50 0,'-8'9'73'0,"-4"3"-3"0,-4-1-7 16,2 2-15-16,1 2 11 0,0 0-17 0,-1-3-3 15,3 1-1-15,-3-2-4 0,6-3-20 0,0-1-18 16,2 2-12-16,-1-3-27 0,4 0-36 0,0 0-83 0,3-6 37 15</inkml:trace>
  <inkml:trace contextRef="#ctx0" brushRef="#br0" timeOffset="15713.95">28399 4687 12 0,'6'8'74'0,"-3"-7"-13"0,6 4-1 0,-4-2-7 16,4 3-6-16,0 1-17 0,1 1-12 0,0 0-17 15,4 0-31-15,-1 2-25 0,-3-1-59 0,0-3 27 16</inkml:trace>
  <inkml:trace contextRef="#ctx0" brushRef="#br0" timeOffset="18681.79">25688 5610 56 0,'0'0'122'0,"0"0"-2"0,0 0-5 16,-2-10 1-16,2 10-4 0,0 0 1 0,0 0-3 16,0-8-1-16,0 8-11 0,0 0 2 15,0 0-10-15,0 0-8 0,0 0-9 0,2-7-6 16,-2 7-11-16,0 0-7 0,0 0-4 0,0 0-7 15,0 0-4-15,0 0-2 0,0 0-6 0,0 0-4 0,0 0-8 16,0 0 0-16,0 0-3 0,0 0-7 0,0 0-2 16,0 0 0-16,0 0 1 0,0 0 7 15,-15 26-5-15,4-12 4 0,0 2-10 0,-4 4 1 16,2-3 0-16,-5 5 4 0,2 0-3 0,-2-2 5 0,3 1-4 16,-3-2-1-16,5-5 3 0,-1 0 2 0,5-1-5 15,-2 1-1-15,4-5 2 0,2 1-5 0,1-2 3 16,-2 1-1-16,1-1-8 0,1 2-14 0,-1-2-19 15,0-1-22-15,3-1-10 0,-4 0-31 16,3-1-18-16,3-5-17 0,-5 8-78 0,1-5-234 0,4-3 104 16</inkml:trace>
  <inkml:trace contextRef="#ctx0" brushRef="#br0" timeOffset="18955.93">25506 5667 16 0,'0'0'84'0,"0"0"-1"16,-11 17 1-16,9-12 9 0,-2 5-4 0,-2-3-11 16,2 0-3-16,2 2-11 0,-3 1-2 0,3-1 3 15,1 0 4-15,1-2-13 0,0-7 2 0,-1 15-7 16,1-8-2-16,0-7-5 0,1 10-4 15,0-3 0-15,-1-7-1 0,7 9 1 0,-4-3-5 0,1-2 3 16,6-1-8-16,-2 0-12 0,3 3-16 0,-1-4-28 16,2 1-12-16,3-2-25 0,-2 0-26 0,5-2-109 15,-3 0-214-15,-1-3 95 0</inkml:trace>
  <inkml:trace contextRef="#ctx0" brushRef="#br0" timeOffset="19634.82">25975 5434 29 0,'0'0'195'0,"4"-9"-13"0,-4 9-7 0,2-6-12 15,-2 6-15-15,0 0-14 0,0-9-17 16,0 9-17-16,0 0-12 0,0 0-10 0,0 0-11 0,0 0-6 15,0 0-8-15,0 0-8 0,0 0-3 0,0 0-4 16,-17 24-3-16,13-15-4 0,-2 3-5 0,-2-1-4 16,2 0 2-16,1 1-6 0,-3 1 0 0,1 3-1 15,2-7-2-15,1 2 3 0,1 1-2 16,-1-2-3-16,4 0-6 0,0-1-10 0,0 1-7 0,2-3-20 16,0 4-13-16,3-4-25 0,4 0-8 0,-2 0-16 15,2-3-6-15,2 0-2 0,2-2-8 0,-2 0 8 16,3-1-2-16,-1-2 12 0,1-2 3 0,-1 0 4 15,2-3 11-15,2-3 7 0,-1 1 10 0,-1-3 9 16,1-1 17-16,0-1 8 0,0 1 31 0,-3 0 2 16,1-1 9-16,-5-1 3 0,-3 5 17 0,3-1 4 15,-2 0 11-15,-2 0-1 0,1 0 16 0,-3 4 12 16,1 1 7-16,-4 5-1 0,4-9-1 0,-4 9-5 16,0-8-12-16,0 8-5 0,0 0-8 0,0 0-7 15,0 0-6-15,0 0 7 0,0 0-20 0,0 0-1 16,-19 10-5-16,11-4-1 0,-3 3-2 0,5 1-4 15,-3 0 2-15,-1 0-9 0,4 1 2 0,1-3-1 16,-1 3-1-16,2-2 1 0,0 1-4 0,0 0-2 16,2-2-16-16,2-1-4 0,0-7-8 0,2 12-6 15,0-5 1-15,3-3-3 0,0-1 5 0,1 0-2 16,-6-3 3-16,12 1 4 0,-3-1-1 0,-9 0 6 16,15-4-3-16,-6 0 25 0,-1-2-10 0,0 0-4 15,1-3 8-15,-3 0 2 0,-3 0 12 0,4 1 6 16,-3 0 13-16,1 0 8 0,-5 2 2 0,4-2 1 15,-4 8 2-15,2-10 2 0,-2 10-6 0,2-6-4 16,-2 6-8-16,1-6-3 0,-1 6-9 0,0 0-6 16,0 0 0-16,0 0-1 0,0 0 0 0,0 0-2 15,0 0-3-15,0 0 1 0,0 0-6 0,-5 28-9 16,5-21-9-16,0-7-16 0,0 13-20 0,2-7-17 16,0 0-19-16,3 2-13 0,2-4-15 0,0 0-20 15,2-2-140-15,2-1-299 0,-2-3 133 0</inkml:trace>
  <inkml:trace contextRef="#ctx0" brushRef="#br0" timeOffset="20471.43">26391 5437 47 0,'9'-8'144'16,"5"-2"-14"-16,-3 2-10 0,5 2-1 0,-1-6-2 15,-4 5-9-15,1 2 1 0,-1-3 5 0,1 1-11 16,-3 2 4-16,-1-3-6 0,1 3 6 0,-4 0-1 16,2 2 1-16,-1-1-6 0,-6 4-8 0,7-5-7 15,-7 5-10-15,4-4-3 0,-4 4-16 0,0 0-14 16,0 0-4-16,8-2-7 0,-8 2-5 0,0 0-3 15,4 11-1-15,-4-2-2 0,0 2-3 0,-2 0 2 0,0 6-4 16,2-1 0-16,-6-2-1 0,4 1 1 0,0-2-6 16,2-2 3-16,-2 2-5 0,0-2 5 15,2-1-5-15,-2 2 0 0,2-7 0 0,2 2-9 0,-2-7-7 16,0 8-1-16,0-8-2 0,0 0 1 16,0 10 1-16,0-10 3 0,0 0 2 0,0 8 2 15,0-8 0-15,0 0-4 0,0 0 3 0,0 0-2 0,0 0 0 16,20-12 0-16,-9 5 1 0,-2 0-4 15,3 0 2-15,-1 0-1 0,1 1-1 0,-4 0 2 16,1 1 1-16,-3 2 6 0,2 0-10 0,-8 3-4 0,9-4 1 16,-9 4 3-16,11 2-2 0,-11-2-1 0,11 5 3 15,-6-3 4-15,-5-2-3 0,11 6 2 0,-7-2 3 16,2 2 0-16,0-2-2 0,0-1-5 16,-1 1-3-16,-1 0 1 0,3 0 2 0,-7-4-1 15,11 4 0-15,-6-1 2 0,-5-3 3 0,8 3 3 0,-8-3 1 16,0 0 0-16,11-1 1 0,-11 1 3 15,10-4-4-15,-10 4 2 0,9-5-4 0,-5 1 2 16,-4 4 2-16,6-5 0 0,-6 5 0 0,6-3-5 16,-6 3-1-16,0 0-2 0,0 0-1 0,0 0-5 0,9 0 8 15,-9 0 1-15,0 0-3 0,10 6 3 0,-7-3-5 16,-3-3 7-16,11 8 2 0,-6-4-1 0,1 1 3 16,3-2-2-16,-1-1 2 0,2 2 0 0,1-4 2 15,-1 0-2-15,1 0 10 0,-3 0-11 0,-8 0 7 16,14-6-1-16,-9 3-4 0,1-1 2 0,-1-2 11 15,-5 6 2-15,6-12-8 0,-8 7-6 0,2 5-1 16,-6-19-1-16,3 14-9 0,-3-3-5 0,-3 2-7 16,0 2-18-16,2-2-19 0,-4 2-19 0,2 0-24 15,-2 4-29-15,2-1-21 0,9 1-115 16,-21 2-285-16,15 1 127 0</inkml:trace>
  <inkml:trace contextRef="#ctx0" brushRef="#br0" timeOffset="20991.94">27106 5441 85 0,'0'0'237'0,"0"0"-13"0,2-10-18 0,-2 10-18 15,0 0-11-15,0 0-8 0,-9-8-18 0,9 8-14 16,0 0-18-16,-9 0-13 0,9 0-12 0,0 0-7 16,-20 9-7-16,11 0-9 0,-3-1-7 0,1 2-7 15,-3 0-6-15,6 0-6 0,1-2-6 0,1 0-8 16,1-2-8-16,0 2-6 0,3-2-3 0,2-6-11 15,-2 9-1-15,2-9-3 0,4 9-2 16,-4-9 5-16,0 0 0 0,10 4 0 0,-10-4-6 0,17-8 3 16,-7 2 3-16,-2-1-3 0,-1 0 4 0,1-1 6 15,5-6-1-15,-7 4 7 0,2-7-10 0,-3 1-2 16,3-3 5-16,-2 2 2 0,-1-3-2 0,1 2 2 16,4-5 1-16,-4 5-3 0,1-6-2 0,-1 6 1 15,-1 0 1-15,0 2 0 0,-1 5 3 0,-2 2 3 16,-1 3 1-16,1 0-8 0,-2 6-2 0,0-8-7 15,0 8-3-15,0 0-1 0,0 0-1 0,0 0 5 16,0 24-3-16,-5-7 0 0,-4 8 4 0,4 0 0 16,-2-1 0-16,1-5 3 0,4-1-5 0,-2-1 1 15,0 0 3-15,4-5 1 0,3 1 0 0,-2-1 1 16,3-2 2-16,2 0 0 0,-1-2 3 0,1 1 4 16,4-4-5-16,-3-1-2 0,4-3 0 0,0 1-7 15,0-4 1-15,4 1-9 0,-3-4-3 0,1 0 2 16,-1-1-1-16,1-4 0 0,-4 1 4 0,1 1-1 15,-2-3-2-15,-1 1 5 0,1 0-2 0,0 0 3 16,-4 0 12-16,1 0 7 0,-3 4 1 0,0 0-3 16,-2 6 1-16,5-7-8 0,-5 7-5 0,0 0 2 15,0 0-6-15,0 0 5 0,0 0-3 0,-24 18-17 16,16-9-30-16,-1 5-31 0,1 1-35 0,2-3-28 16,4 3-44-16,-4 2-153 0,3-6-366 0,1 1 162 15</inkml:trace>
  <inkml:trace contextRef="#ctx0" brushRef="#br0" timeOffset="21758.17">25682 6925 150 0,'0'0'194'0,"0"0"-9"0,0 0-6 0,0 0-15 16,0 0-17-16,0 0-9 0,4-3-16 0,-4 3-15 16,0 0-14-16,0 0-10 0,0 0-9 0,0 0-4 15,0 0-8-15,0 0-3 0,0 0-8 0,0 0-5 16,0 0-9-16,2 16-2 0,-2-16-3 0,0 0-2 15,0 0-1-15,0 0 1 0,0 0-5 0,0 0 1 16,0 0 9-16,0 0 8 0,0 0 5 0,0 0 7 16,0 0 4-16,0 0 8 0,0 0 3 0,0 0 5 15,0 0-12-15,0 0-8 0,0 0-3 0,0 0-7 16,0 0-10-16,0 0-9 0,0-31-2 0,3 20-3 16,1-3-6-16,-2-1-4 0,5-2-1 0,0 2-2 15,0-1-4-15,1 1 2 0,4 0-6 0,-5 5 1 16,1 1-4-16,-1-2 4 0,-2 4-5 0,-1 3 0 15,1-2-2-15,-5 6 1 0,9-5-4 0,-3 3 2 16,-6 2-2-16,12 0 1 0,-12 0-1 0,11 7-1 16,-5-1-1-16,2 0 4 0,-2 4-1 0,-1 0 5 15,1 2-5-15,1-2 6 0,1 5 0 0,0 1 0 16,-4-5-18-16,1 1-13 0,-1 3-19 0,0-1-18 0,-1 3-25 16,0-6-29-16,-1 0-24 0,0-4-22 15,0 2-23-15,-2 0-137 0,-2-1-356 0,2-8 157 16</inkml:trace>
  <inkml:trace contextRef="#ctx0" brushRef="#br0" timeOffset="22410.02">25756 6896 149 0,'0'0'175'0,"-3"-7"-6"0,3 7-28 16,0 0-10-16,0 0-23 0,0 0-4 0,0 0-11 15,7-12-8-15,5 12-15 0,-4-3-2 0,6 1-9 0,4 0-4 16,0 2-6-16,-1-2-8 0,0 2-10 15,0-1 11-15,-3 2-11 0,-1-1-9 0,-1 2 3 16,-1 0-4-16,-2-1-4 0,0-1-1 0,-9 0-1 16,11 4-8-16,-4 1 6 0,-3-1-1 0,-4-4 6 0,8 9-9 15,-4-7 7-15,0 4-4 0,-2 1 7 16,1 1-3-16,-1-1-4 0,-2 0 1 0,2 0 1 16,-2-7-3-16,0 12 4 0,0-4-3 0,0-8-1 15,0 11 3-15,0-11-6 0,0 8 5 0,0-8 0 0,0 0-6 16,0 10 10-16,0-10 3 0,0 0 8 0,0 0-2 15,0 0-2-15,0 0-5 0,0 0 0 0,0 0-3 16,16-18-1-16,-9 11-5 0,1 0 2 0,1-3-1 16,3-1-3-16,-1-4 6 0,3 5-5 0,-1-4-7 15,-2 1 1-15,-2 7-6 0,7-4 3 0,-6 4-1 16,2 1-5-16,-3-1-1 0,-2 3 1 0,0 0-2 16,0 2-3-16,-7 1 0 0,13 0-2 0,-6 3 5 15,2-1-2-15,-2 0 1 0,-7-2 6 0,8 7-2 16,-3 0 2-16,0-4 0 0,1 2 4 0,-1 0-3 15,-1-1 0-15,0 1 2 0,1-2-4 0,-5-3 1 16,9 6 0-16,-4-4 0 0,-5-2-3 0,9 4 3 16,-9-4 3-16,6 4-8 0,-6-4-1 0,0 0 3 15,18-5 6-15,-18 5-8 0,9-3-4 0,-5 1 10 16,-4 2 2-16,10-3-1 0,-10 3-1 0,7-4-1 16,-7 4-1-16,0 0-1 0,0 0-4 0,8-3 9 15,-8 3-7-15,0 0 0 0,0 0-5 0,0 0 4 16,0 0-1-16,0 0 3 0,14 4-1 0,-11 2 6 15,-3-6 0-15,8 2 2 0,-8-2-3 0,9 2 0 16,-9-2 5-16,6 1 3 0,-6-1-3 0,12 0-3 16,-12 0 4-16,0 0 1 0,11-4 2 0,-8 0-1 15,-3 4 21-15,7-5 16 0,-7 5-6 0,6-8-2 16,-6 8-5-16,1-11-11 0,-1 11-2 0,-3-11-6 16,-1 4-12-16,4 7-6 0,-7-8-12 0,0 4-4 15,2 1-13-15,5 3-9 0,-18-4-27 0,9 2-7 16,9 2-11-16,-18 2-24 0,18-2-13 0,-15 4-33 15,8-1-83-15,7-3-262 0,-12 6 117 0</inkml:trace>
  <inkml:trace contextRef="#ctx0" brushRef="#br0" timeOffset="22970.25">26555 6857 122 0,'0'0'227'0,"0"0"-6"16,0 0-20-16,0 0-18 0,-9-12-17 0,9 12-19 15,-10-5-9-15,10 5-18 0,-14 2-10 0,7-2-15 0,7 0-12 16,-20 6-5-16,11-1-10 0,0 2-7 16,-5 5-6-16,5-2-5 0,-1 0-6 0,2-1-7 15,4 0-5-15,-1 1-5 0,1 1 2 0,4-1-12 16,-4-2-10-16,4-1-5 0,0-7-5 0,4 9 0 0,-2-4-1 16,3 2 4-16,1-5-4 0,4-2 2 0,-10 0-2 15,19 0 4-15,-9-4 0 0,1-1-1 16,-2-2 0-16,2 1 6 0,-2-4 1 0,2 0 7 15,-3-2 4-15,2-3 0 0,-3 5 5 0,1-7-2 0,-2-1-1 16,0 0-2-16,1 0 1 0,-3 0-4 0,3-6 0 16,2 0 3-16,-4 5 0 0,-1 2-2 0,0 0 3 15,-3 2 19-15,3 0 8 0,-2 5 4 0,0 3 4 16,-2 1-5-16,0 6-2 0,0-8-11 0,0 8-7 16,0 0-10-16,8-6-6 0,-8 6-2 0,0 0 0 15,0 0-3-15,0 0 6 0,-8 37-5 0,6-18-2 16,0-3 1-16,-2 2 1 0,3 6-7 0,-1-4 4 15,2-1-1-15,2-1 0 0,-2-1 3 16,5-3-1-16,-1 1 3 0,4-1-2 0,0-5 3 0,3 7-3 16,1-5 0-16,3-3-4 0,2-1-6 0,-4-1-9 15,1-5-8-15,3 2-9 0,1-3-4 0,-2-1-6 16,-4 1 1-16,-2-3 4 0,1-4 3 16,-3 1-11-16,0-2 4 0,-1-2 3 0,-1-1 0 0,-3 1 6 15,1-6 5-15,-1 3 3 0,-1 1 5 0,-2 3 9 16,-2 2 11-16,2 7 5 0,-3-13 4 0,1 6 5 15,2 7-12-15,-3-7-3 0,3 7-3 16,-10-2 2-16,10 2 0 0,-13 8-2 0,3-2 1 0,-1 9 2 16,3-8-7-16,-4 8-14 0,5-2-16 0,1-3-23 15,-1 6-33-15,7-7-50 0,0 2-41 0,0 1-171 16,0-3-380-16,0-9 168 0</inkml:trace>
  <inkml:trace contextRef="#ctx0" brushRef="#br0" timeOffset="23192.91">25576 7112 72 0,'0'0'125'0,"0"0"-16"0,0 0-9 0,0 0-12 16,34-4-12-16,-21 2-38 0,-2 2-37 0,3-1-46 16,-3-1-49-16,3 4-103 0,-1-4 46 0</inkml:trace>
  <inkml:trace contextRef="#ctx0" brushRef="#br0" timeOffset="27446.09">30759 4200 99 0,'0'0'168'0,"1"-9"-2"0,-1 9-5 16,3-6-5-16,-3 6-5 0,0 0-16 0,1-7-9 15,-1 7-17-15,0 0-9 0,0 0-13 0,0 0-12 16,0 0-6-16,3-6-10 0,-3 6-7 0,0 0-7 16,0 0-16-16,0 0 2 0,0 0-8 0,0 0 1 0,0 0-6 15,0 0 1-15,-13 20-1 0,8-10-2 0,0-1-3 16,0 3 1-16,0-3-3 0,-1 3-3 16,1-1 2-16,3 0-4 0,-2 1 3 0,3-2 0 15,0 1-1-15,2 0-1 0,0 0-7 0,0-1 6 16,4-2-4-16,-3-2 3 0,4 1-1 0,-1 0 4 15,2-2 1-15,3 0-5 0,-1-1 4 0,0-2-2 0,1-2 14 16,4 0-9-16,-1-2 2 0,5-2-2 16,-7 1 1-16,8-4 2 0,-3-2-6 0,0-1 2 15,-3 0-2-15,4-2 5 0,-6-1 2 0,3-1-1 16,-5 1-2-16,0-2 7 0,-1-1 4 0,-3 1-5 16,-3-2-2-16,1 2-5 0,-2-2 7 0,-2 5-5 15,1-2-2-15,0 5 0 0,-1-1-5 0,-1 3-3 0,0-1-1 16,2 8-1-16,-4-11-1 0,-1 8-9 15,5 3-15-15,-18-2-12 0,0 6-13 0,1-1-13 16,-9 7-17-16,0 2-17 0,2 2-18 0,0 0-19 16,2 3-14-16,5-3-128 0,2 5-297 0,0 1 132 15</inkml:trace>
  <inkml:trace contextRef="#ctx0" brushRef="#br0" timeOffset="27956.72">30792 4425 53 0,'3'-6'186'0,"-3"6"-7"0,0 0-8 0,0 0-1 16,3-9-19-16,-3 9-10 0,0 0-9 16,0 0-19-16,0 0-3 0,0 0-20 0,0 0-7 15,0 0-15-15,0 0-10 0,0 0-6 0,0 0-8 0,0 0-7 16,0 0-7-16,0 0 2 0,0 0-8 0,0 0-1 15,0 0-1-15,-7 56-3 0,5-29-3 16,-6 1 3-16,5 4-1 0,1 0 1 0,-1 3-6 16,1 0 0-16,0 11 6 0,-3-11-11 0,0 13-1 15,1-2-2-15,3-10 1 0,-4 11 3 0,4-11 1 0,0 10 2 16,-1-13-2-16,-2 0 0 0,2 4-1 16,0-4 0-16,1-1-2 0,2 4-2 0,-2-2 2 0,2 1 5 15,-1-4-2-15,-2-2-2 0,2-1 1 16,0-2-2-16,1 0 0 0,-1-9 4 0,-1 3-4 15,2-2 0-15,-1-1 0 0,-2-1-3 0,0-1 1 16,0-5-15-16,2-10-25 0,-3 24-13 0,2-15-24 16,1-9-27-16,-1 15-26 0,1-15-30 0,0 0-141 15,-2 13-318-15,2-13 140 0</inkml:trace>
  <inkml:trace contextRef="#ctx0" brushRef="#br0" timeOffset="29059.67">30332 5570 19 0,'-7'-1'82'0,"7"1"-3"0,0 0-6 0,0 0 3 16,0 0 0-16,-10-1-3 0,10 1 5 0,0 0-7 16,0 0 5-16,0 0-2 0,0 0 2 0,0 0 0 15,0 0-2-15,0 0-5 0,0 0 1 0,0 0-9 16,-8-2-3-16,8 2-10 0,0 0-10 0,0 0 0 15,0 0-9-15,0 0-1 0,0 0-1 0,41 5 1 16,-11-5-5-16,11 4 0 0,12-4 0 0,7 1 1 16,6 0-1-16,26-1-2 0,-29 0 6 0,-4 0-10 15,2 1 7-15,-3 0-4 0,-6-2 3 0,-12 1 3 16,-5 0-1-16,2 0-8 0,-2 0 11 0,-3 0-3 16,-5 0-8-16,-8 0-1 0,1 0-3 0,-2 1-6 15,-5-1 8-15,0 0-4 0,-3 0-4 0,-2 0-3 16,-8 0-6-16,10 0-8 0,-4 3-16 0,-6-3-19 15,0 0-15-15,0 0-9 0,10 3-15 0,-10-3-8 16,3 4-18-16,-3-4-11 0,0 0-103 16,-13 16-240-16,3-10 106 0</inkml:trace>
  <inkml:trace contextRef="#ctx0" brushRef="#br0" timeOffset="29564.21">30680 5906 36 0,'0'0'141'16,"0"0"6"-16,0 0-19 0,-4-6-6 0,4 6-10 15,0 0-2-15,-5-5-4 0,5 5-5 0,0 0-13 16,0 0-3-16,-3-7-14 0,3 7-7 0,0 0-10 16,-6-6 0-16,6 6-8 0,-7-5-1 0,7 5-8 15,-6-6-3-15,6 6-5 0,-9-3-1 0,9 3-3 16,-9-5-3-16,9 5 0 0,-10-3 5 0,10 3-10 16,-7-3-2-16,7 3 6 0,-10-1-3 0,10 1-2 15,0 0 1-15,-8-3-5 0,8 3 4 0,0 0-4 16,-8-1-2-16,8 1-1 0,0 0 3 0,0 0-1 15,0 0-1-15,0 0-1 0,0 0 4 0,0 0 0 16,-8-3-5-16,8 3 3 0,0 0-8 0,0 0 4 16,0 0-5-16,0 0-4 0,0 0 1 0,0 0 7 15,0 0-1-15,0 0 1 0,0 0 0 16,46 3-1-16,-24-3 2 0,10 2 5 0,3-2-3 0,3 2 3 16,-4-2-3-16,-1 1 4 0,-3-1-6 0,-3 0 0 15,-9 0-3-15,1 2 1 0,-6-2 0 0,1 1-2 16,-5-1-4-16,-2 1 1 0,1-1-5 0,-8 0-14 15,13 0-5-15,-13 0-14 0,10 2-22 0,-10-2-18 16,10 1-17-16,-10-1-30 0,6 2-19 0,-6-2-111 16,7 4-275-16,-7-4 123 0</inkml:trace>
  <inkml:trace contextRef="#ctx0" brushRef="#br0" timeOffset="30154.64">30717 5902 50 0,'0'0'200'0,"0"0"-16"0,-1-9-9 0,1 9-19 0,0 0-15 15,0 0-11-15,0 0-17 0,-3-6-11 0,3 6-17 16,0 0-9-16,0 0-16 0,0 0 1 0,0 0-14 16,0 0 0-16,0 0-4 0,2 31-8 0,-4-13-1 15,4 1 2-15,-2 5-13 0,1 3-1 0,-1 6 1 16,1-2-2-16,-1 1-2 0,1-1-2 0,2 2 3 15,-3 2 0-15,-5 0-6 0,4-1 1 0,-2-1 1 16,-1 2-3-16,3 0-2 0,0-2 0 0,-2 2 1 16,0-1 5-16,1-3-4 0,0 1 0 0,1 0 4 15,-1-2-6-15,-1 2 0 0,4-1 1 0,-4-1-1 16,1 0 2-16,2 1-7 0,0 1 11 0,-2 4-5 16,1-4-1-16,-1 1 0 0,0 0 1 0,0 2-4 15,2-1 3-15,-1 12-5 0,-1-13-1 0,-1-2 1 16,0 4 1-16,0-2-3 0,0 0 4 15,-1 1 0-15,2-3-3 0,1 0-1 0,-3-2-2 0,1 0 3 16,-1-1 3-16,-1 1 3 0,2-1-9 0,1 0 1 16,1-2-2-16,-2 1 6 0,2 2-3 0,1 0 4 15,0-1 0-15,0 1-5 0,0-1 2 0,1-5-1 16,-1-3-1-16,0-1 4 0,1 2-8 16,-2-2-8-16,1-1-8 0,0-2-3 0,-1-3-13 0,2-1-13 15,-2 0-21-15,2-2 4 0,-1 1-21 0,0-11-20 16,1 14-25-16,-1-14-12 0,2 11-136 0,-2-11-299 15,3 8 133-15</inkml:trace>
  <inkml:trace contextRef="#ctx0" brushRef="#br0" timeOffset="33686.28">30617 7840 65 0,'0'0'139'0,"-9"-9"-6"0,9 9 5 0,0 0-4 16,0 0-5-16,0 0-4 0,0 0-6 0,0 0-9 15,0 0-14-15,0 0-7 0,0 0-12 0,0 0-5 0,-5-6-8 16,5 6-10-16,0 0-7 0,0 0-6 16,0 0-4-16,0 0 0 0,-11 7-9 0,11-7 5 0,-7 6-7 15,4-1-6-15,-3-1 0 0,-1 4-2 0,2-3-9 16,0 2 4-16,2-1 0 0,3-6-5 0,-6 10 0 16,4-6-4-16,0 2 1 0,-1 0 5 15,-1 0-6-15,4-6 8 0,2 10-5 0,-2-10-3 0,0 0-3 16,2 13 3-16,1-9-1 0,-3-4 0 0,9 6-3 15,-4-3 6-15,2-1-3 0,1 1 2 0,0-2-1 16,-8-1 3-16,15-2-1 0,-5 0 3 16,1 0-1-16,-4-2-2 0,3-1 3 0,-4 0 0 0,0 0-3 15,-2 1 12-15,1-5 2 0,0 3-1 0,-2-2-5 16,-1-3-3-16,-2 1-1 0,0 1 3 0,1-2 0 16,-2-1-6-16,-1 1-2 0,-2-2-2 0,-1 1 1 15,-2 5-2-15,3-4 1 0,1 5 3 0,-3 2-12 16,1-3 9-16,-1 4-8 0,-2-2-8 0,2 2-12 15,6 3-14-15,-12-3-20 0,4 3-19 0,8 0-10 16,-13 3-22-16,6 0-31 0,-2 2-130 16,4 0-293-16,1 1 129 0</inkml:trace>
  <inkml:trace contextRef="#ctx0" brushRef="#br0" timeOffset="33969.15">30983 7879 200 0,'0'0'186'0,"0"0"-13"0,0 0-16 0,0 0-9 16,0 0-21-16,0 0-13 0,0 0-11 0,5-8-12 15,-5 8-11-15,0 0-5 0,0 0-4 0,13 3-7 16,-13-3 1-16,15 2-8 0,-5-1-3 0,3 1-5 0,-3-1-6 15,3 1-3-15,-1-1-2 0,-2 0-4 16,1 1-3-16,-4-2-2 0,0 0-7 0,-7 0-1 16,13 1-3-16,-13-1-18 0,13 3-18 0,-7-3-20 15,-6 0-37-15,13 0-26 0,-13 0-42 0,15 0-144 16,-15 0-308-16,14-4 136 0</inkml:trace>
  <inkml:trace contextRef="#ctx0" brushRef="#br0" timeOffset="34760.25">31515 4210 106 0,'0'0'153'0,"-9"-5"-18"15,9 5-4-15,0 0-12 0,0 0-10 0,0 0-9 16,0 0 1-16,0 0-10 0,0 0-18 0,0 0-9 16,0 0-5-16,-8-5-8 0,8 5 2 0,0 0-13 15,0 0-3-15,0 0 2 0,30 0-5 0,-10 1-3 16,1 0-9-16,6 2-16 0,0-2-13 0,-4 1-17 16,-2-3-22-16,7 2-32 0,-8 0-6 15,-2 0-19-15,-3 0-9 0,-4 1-72 0,-4-2-198 16,-7 0 87-16</inkml:trace>
  <inkml:trace contextRef="#ctx0" brushRef="#br0" timeOffset="34945.98">31731 4101 30 0,'0'0'162'0,"-4"-5"-15"0,4 5-19 16,0 0-10-16,-4-5-8 0,4 5-17 0,0 0-11 15,0 0-16-15,0 0-5 0,0 0-3 0,0 0-13 16,-4 15 2-16,4-4-10 0,3 5-1 0,-3 1-2 15,0 3 1-15,-2 6-7 0,5-1-2 0,-3 4 1 16,1 0-27-16,-3-3-20 0,3 4-41 0,-2-1-43 16,-3 0-94-16,0-3-214 0,-1 3 95 0</inkml:trace>
  <inkml:trace contextRef="#ctx0" brushRef="#br0" timeOffset="62012.46">31673 5651 50 0,'0'0'59'0,"0"0"0"0,0 0-3 0,0 0-1 16,0 0-11-16,0 0 5 0,0 0 4 0,0 0-5 0,0 0-9 15,0 0 0-15,0 0 1 0,0 0 1 16,0 0-6-16,0 0 14 0,0 0-8 0,0 0 4 16,0 0-3-16,0 0-11 0,6-5 3 0,-6 5-2 15,0 0-8-15,3-10-6 0,-3 10 1 0,4-7-6 16,-4 7 5-16,4-8-6 0,-4 8 0 0,3-7 19 0,-3 7-5 16,2-7 7-16,-2 7 0 0,2-8-7 15,-2 8-4-15,4-10-6 0,-4 10 8 0,4-7 0 16,-4 7 9-16,4-9-8 0,-2 4 4 0,-2 5-3 15,3-9 2-15,-3 9-5 0,2-6 1 0,-2 6 7 16,0 0 1-16,3-7-6 0,-3 7-2 0,0 0-1 0,0 0-9 16,0 0-3-16,3-6-4 0,-3 6 1 15,0 0-2-15,0 0-8 0,0 0 0 0,0 0 2 16,0 0-3-16,0 0 3 0,9 13 6 0,-7-7-6 16,3 4 5-16,1-1-6 0,0 2 0 0,-1 2 2 15,3 0 0-15,0 3-1 0,0-1 2 0,-2-1 2 0,2 0-4 16,1 0 2-16,-3 0-1 0,3-1 3 15,0 1-3-15,-1-4 6 0,-2 2-2 0,1-2-4 0,-1 2-2 16,4-3 1-16,-2 0 1 0,-3-1 1 16,2-1 0-16,-2 0-7 0,0-2 9 0,-1 0 3 15,-2 0-4-15,-2-5 1 0,7 7-4 0,-5-4-2 16,-2-3 0-16,4 7 3 0,-4-7 3 0,4 6-3 0,-4-6 1 16,0 0 4-16,6 5-7 0,-6-5 13 15,0 0-3-15,0 0 6 0,0 0-7 0,0 0 6 16,4 4 4-16,-4-4 5 0,0 0 8 0,0 0 6 15,0 0 5-15,0 0 5 0,0 0 3 0,0 0-3 16,0 0-5-16,0 0-5 0,0 0-6 0,0 0 2 0,9-13 0 16,-5 7-5-16,-2 0-10 0,2-4-1 15,1 1-3-15,3-2 0 0,-2 1-3 0,3-6-8 16,0 0 8-16,1 2-5 0,1-3 1 0,1 0-2 16,3-3 4-16,-4 3-7 0,2-1 2 0,-4 1-2 15,2 1 1-15,1-9 1 0,4 6-2 0,-4 3-1 0,-3 0 0 16,0 0 0-16,0 0 1 0,0 3-2 15,-4 2 4-15,1-1-3 0,-2 3-1 0,0 1 5 16,-2 3-6-16,1-1 2 0,-3 6-1 0,2-11 1 16,-2 11-1-16,4-5 0 0,-4 5 0 0,7-7-2 15,-7 7 1-15,1-7-1 0,-1 7 1 0,0 0-2 16,0 0-8-16,0 0-7 0,0 0-21 0,0 0-9 0,0 0-8 16,0 0-18-16,0 0-19 0,0 0-28 15,-17 19-21-15,11-10-20 0,-4 6-114 0,-1 0-298 16,-1-1 133-16</inkml:trace>
  <inkml:trace contextRef="#ctx0" brushRef="#br0" timeOffset="62720.38">32293 5787 149 0,'0'0'158'16,"2"-5"-14"-16,-2 5-20 0,4-7-12 0,-4 7-11 16,4-7-9-16,-4 7-4 0,4-5-17 0,-4 5-5 15,0 0-7-15,0 0-9 0,5-4-6 0,-5 4-4 16,0 0-4-16,0 0-4 0,0 0-10 0,5-6 7 16,-5 6-11-16,0 0 12 0,0 0-17 0,0 0 6 15,14 4-10-15,-14-4 1 0,8 4-3 0,-2 1 11 16,-6-5-5-16,13 2-2 0,-9 0-2 0,1 1-1 15,-5-3-2-15,6 4-2 0,-6-4 2 0,6 3 0 16,-6-3-2-16,3 5 3 0,-3-5-11 0,0 0 10 16,0 0 0-16,0 0-8 0,7 4-1 0,-7-4 6 15,0 0 1-15,0 0-1 0,0 0-4 0,0 0 4 16,0 0-3-16,5 3 3 0,-5-3 2 0,0 0 1 16,0 0-3-16,0 0 2 0,0 0-1 0,0 0 2 15,0 0 0-15,0 0-2 0,0 0 0 0,0 0-2 16,0 0 6-16,0 0-4 0,0 0-2 0,0 0 4 15,9 0-4-15,-9 0 4 0,0 0-2 0,0 0-1 16,9 0-5-16,-9 0 4 0,0 0-2 0,10 1 1 16,-10-1-1-16,0 0 4 0,0 0-4 0,10 0 1 15,-10 0-4-15,0 0-1 0,0 0-1 0,7 2 5 16,-7-2-2-16,0 0 3 0,0 0-1 0,0 0 1 16,0 0 8-16,0 0-7 0,0 0-5 0,0 0-3 15,0 0 4-15,0 0 3 0,0 0 0 0,0 0 1 16,0 0-4-16,0 9 1 0,0-9 1 0,0 0 2 15,-9 17 2-15,3-7 6 0,-1-3-5 0,-1 5 3 16,0-2-3-16,-2 3 7 0,0 0-1 0,-2-3 7 16,1 3-5-16,3-4-3 0,-1 1-2 0,2-1 3 15,-6 4-3-15,5-4 5 0,3-3-7 0,-1 1 1 16,-1 0-2-16,0 0 3 0,0-1-2 0,2 1 3 16,5-7-9-16,0 0 5 0,-5 10 0 0,5-10 2 15,-5 8-2-15,5-8 0 0,0 0-10 0,-9 5 0 16,9-5 4-16,0 0 3 0,0 0-4 0,0 0 8 15,0 0-4-15,0 0-2 0,0 0 0 0,0 0 7 16,11 12 0-16,1-12 0 0,10 2 1 0,6-2-6 16,5 1 3-16,3-4-12 0,1 3-36 0,1 2-24 15,16-4-21-15,-13 5-24 0,-3-3-30 0,-1 0-106 16,-37 0-269-16,67-3 118 0</inkml:trace>
  <inkml:trace contextRef="#ctx0" brushRef="#br0" timeOffset="64177.83">30617 5946 34 0,'0'0'37'15,"-13"-8"-2"-15,13 8 0 0,0 0-16 0,-11-9 10 16,11 9-3-16,-9-6-1 0,9 6 0 0,-9-6-1 16,9 6 5-16,0 0-4 0,-13-6 8 0,13 6-5 15,0 0 0-15,-7-9 2 0,7 9-3 0,0 0-2 16,-11-5-2-16,11 5-1 0,0 0 1 0,0 0 0 15,0 0 8-15,0 0-9 0,-11-5-1 0,11 5 7 16,0 0 2-16,0 0-3 0,0 0 0 0,0 0 5 16,0 0-3-16,0 0 17 0,0 0-9 0,0 0 4 15,0 0-1-15,0 0 0 0,0 0 1 0,-13-6-4 16,13 6 1-16,0 0-1 0,0 0 2 0,0 0-6 16,0 0-8-16,0 0-5 0,0 0 2 0,0 0 2 15,0 0-4-15,0 0 1 0,0 0-7 0,0 0 0 16,0 0 4-16,0 0-10 0,0 0 6 0,0 0 2 15,0 0-13-15,0 0 13 0,0 0-5 16,-4-11-15-16,4 11 12 0,0 0 3 0,0 0-1 0,0 0-5 16,0 0 3-16,0 0 8 0,0 0-9 0,0 0-5 15,0 0 8-15,0 0-5 0,0 0 4 0,0 0 0 16,0 0-4-16,0 0-6 0,0 0 7 0,0 0-4 16,0 0 2-16,0 0-2 0,0 0-2 0,0 0-3 15,0 0 0-15,0 0 5 0,0 0-4 0,36-7 1 16,-6 6-1-16,8 0-11 0,16 1-8 0,4-5-20 15,5 3-23-15,-2 2-13 0,2-2-25 0,-4 4-28 16,-4 0-68-16,-4-3-214 0,-1-2 95 0</inkml:trace>
  <inkml:trace contextRef="#ctx0" brushRef="#br0" timeOffset="66220.89">26739 9537 127 0,'0'0'129'0,"-4"-6"-3"0,4 6-13 0,0 0-14 16,-2-8-1-16,2 8-5 0,0 0-8 0,0 0-6 15,-5-4-11-15,5 4-1 0,0 0-8 0,-6-5-9 16,6 5-4-16,-8-4-2 0,8 4 2 0,-10-2-12 16,3 0 1-16,7 2-2 0,-18-3 0 0,9 1 8 15,0 0 5-15,-3 0-1 0,2-1 0 0,-1 2-6 16,-1-1-5-16,-1 1 3 0,-3 1-6 0,3-1 3 15,-2-1-5-15,2 4-1 0,0-4 0 0,-1 1-4 0,3 1-1 16,0 0 0-16,2 0-4 0,9 0-1 16,-15 0 1-16,15 0-4 0,-10 0-1 0,10 0-7 0,0 0 5 15,0 0-9-15,0 0 2 0,0 0 0 16,0 0-2-16,36 6 6 0,3-4-4 0,19-2-4 0,7 5 3 16,30-4 3-16,-1 0-6 0,-29 1 4 0,33-2-9 15,3-2 5-15,-11-2-6 0,0-1 1 0,-27 6 2 16,2-2-1-16,-2-1 0 0,-3 4 3 0,-5-1-6 15,-15-2 4-15,-3 2-1 0,-4 2-1 0,-11 0-12 16,-1-2-22-16,-5 2 15 0,-4-3-16 0,-1 1-1 16,-3 1 2-16,-1-2-23 0,-7 0-16 0,12 1-6 15,-12-1-8-15,5 1-12 0,-5-1-12 0,0 0-113 16,0 0-246-16,0 0 109 0</inkml:trace>
  <inkml:trace contextRef="#ctx0" brushRef="#br0" timeOffset="66624.05">27742 9173 40 0,'1'-15'142'0,"2"3"-5"0,-1-1 8 0,1 3 4 15,-2 1-16-15,0 1 5 0,1 1-10 0,-2 7-6 16,2-11-18-16,-2 11-8 0,2-7-14 0,-2 7-8 0,2-7-10 16,-2 7-2-16,0 0-12 0,0 0-6 15,0 0-6-15,0 0-2 0,0 0-2 0,8 22-4 16,-8-9-7-16,2 6 2 0,-2-1-4 0,2 9 2 15,0 3-6-15,2 2 1 0,-2-2-2 0,-1 4 1 0,3 2-7 16,-2 7 3-16,-2-8-2 0,3 1-1 16,-1-1 1-16,3 10-3 0,-3-13-1 0,1 1 0 15,2-1 3-15,0-3-7 0,1 0-7 0,-3-3-5 0,2 1-5 16,0 0-24-16,-3-2-13 0,0-5-28 0,0-1-17 16,-4 0-24-16,0-1-30 0,-8 8-107 0,3-8-277 15,-2-1 123-15</inkml:trace>
  <inkml:trace contextRef="#ctx0" brushRef="#br0" timeOffset="67816.81">27769 9060 8 0,'-3'-6'73'0,"3"6"8"0,0 0-8 16,0 0 3-16,0 0-7 0,0 0-2 0,0 0-1 15,0 0-2-15,0 0-2 0,-1-9 2 0,1 9-4 16,0 0-4-16,0 0-5 0,0 0 5 0,-4-7-6 15,4 7-7-15,0 0-8 0,0 0 5 0,0 0-10 16,0 0 3-16,0 0-2 0,0 0 1 0,0 0-5 16,-4-6 4-16,4 6-9 0,0 0 9 0,0 0-8 15,0 0-4-15,0 0 1 0,0 0 0 0,0 0-3 16,0 0-3-16,0 0-3 0,0 0 0 0,0 0-4 0,0 0 3 16,0 0-7-16,0 0 4 0,0 0-4 15,0 0 1-15,0 0 4 0,0 0-7 0,27 11 4 16,-15-5 2-16,3 0 0 0,5 2 2 0,-2 0-6 15,9 2 5-15,0-1-2 0,4 1 5 0,-1 0-5 0,1-1-3 16,1 1-2-16,1 0 6 0,1-2-2 0,2 3 0 16,1 2-2-16,-2-5 1 0,1 0-1 15,-3 1 4-15,-1-2 0 0,-1 1-3 0,-2 1-3 0,-10-3 2 16,2 0 0-16,-2 1 0 0,-3-4-3 0,-3 1 1 16,-1-1 2-16,-6-1-2 0,3 1-6 0,-3-2 8 15,-6-1-3-15,9 3 2 0,-9-3 2 0,7 3-3 16,-7-3 0-16,7 0 4 0,-7 0 2 0,0 0 4 15,0 0-2-15,8 2 7 0,-8-2 0 0,0 0-1 16,0 0 5-16,0 0-4 0,0 0-5 0,0 0 3 16,0 0-4-16,0 0 0 0,0 0-4 0,0 0 2 15,0 0-10-15,0 0 7 0,0 0-2 0,0 0 0 16,0 0-6-16,-10 14 7 0,0-9-3 0,-3 5 8 16,-6 1-15-16,-7 4-3 0,0 2 11 0,-3 2-5 15,-3 1 2-15,-11 9 1 0,1-1 3 0,1 1-7 16,0 2 3-16,10-11 3 0,-13 10-7 0,1 0 3 15,1-4-5-15,10-4-7 0,3 1-15 0,-3 0-12 16,5 2-21-16,0-3-18 0,4-1-21 0,2 1-28 16,4-4-96-16,0 1-244 0,5-4 108 0</inkml:trace>
  <inkml:trace contextRef="#ctx0" brushRef="#br0" timeOffset="68314.13">28523 9000 77 0,'0'0'148'0,"-3"-10"-15"0,3 10-15 0,0-7-8 16,0 7-15-16,0 0-13 0,0 0-11 0,0 0-2 15,0 0-5-15,0 0-2 0,17 21 3 0,-8-6 1 16,0 11-11-16,2-2 1 0,-2 4-8 0,-1 6 7 16,2 0-9-16,-2 1-6 0,-3 10 3 0,0-12-1 15,1 13-10-15,-4-10-1 0,0 0 2 0,-4 0-2 16,0 10-7-16,0-13-3 0,2 0-1 0,-3 1-11 15,2-2-10-15,-3-1-15 0,-1-1-26 0,4-1-7 16,-1 0-30-16,0-3-11 0,-3 0-24 0,1-7-113 16,1-2-243-16,-1-1 107 0</inkml:trace>
  <inkml:trace contextRef="#ctx0" brushRef="#br0" timeOffset="68621.87">28788 9413 92 0,'8'-3'129'0,"9"2"-6"16,10-5-17-16,10 4 4 0,16 0-20 0,14 0-7 15,30 2-8-15,0-1-17 0,5-2-1 0,-1 3-12 16,4 0-5-16,-8 0-18 0,-7 0-2 0,-25 2-24 16,0 0 17-16,0 0-9 0,-2-4-12 0,-4 1 6 15,-4 1-14-15,-17 0-5 0,-2 0 4 0,-4-1-2 16,-11 1 1-16,-2 0-1 0,-7 0-10 0,1 0-7 16,-4 0-17-16,-3-2-13 0,-6 2-61 0,0 0-137 15,0 0 61-15</inkml:trace>
  <inkml:trace contextRef="#ctx0" brushRef="#br0" timeOffset="69873.57">26674 8936 5 0,'0'0'114'0,"-4"-7"-2"0,4 7-19 16,0 0-10-16,0 0-4 0,0 0-14 0,0 0-8 15,0 0-3-15,0 0-8 0,0 0-3 0,0 0-9 16,0 0 0-16,0 0 5 0,0 0-2 0,-9 16-9 16,9-9 3-16,-4 1 11 0,-1-1-12 0,5 4-9 15,-5-2 7-15,1 1-9 0,0-1 4 0,-1 1-2 16,1 0 9-16,0-1-1 0,-2 2-4 0,-2-2-6 15,3 1 2-15,-1-1-5 0,1-1 7 0,-2 0-8 0,2 1 0 16,1-2-6-16,2-3 5 0,-2 1-3 16,4-5 4-16,-5 11-5 0,5-11-2 0,-2 6-2 15,2-6-1-15,-2 7 6 0,2-7-1 0,0 0 16 0,0 0 15 16,-5 6-4-16,5-6 1 0,0 0-2 16,0 0 3-16,0 0-9 0,0 0 0 0,0 0-9 15,7-23-1-15,-5 14-2 0,3-1 4 0,-1 2-8 16,-2-3 0-16,5-2-3 0,-3 1 2 0,3-2-1 0,-2-2-6 15,1 2 3-15,-1 2 0 0,1-3-7 0,2-2 5 16,0 4-4-16,-1-3 6 0,-1 1-10 0,2 1 0 16,-4 2 12-16,1 1-9 0,-1 2-12 0,2 0 11 15,-3 4-1-15,-1 1-1 0,-2 4-2 0,4-10 1 16,-4 10-5-16,8-4 7 0,-8 4-3 0,0 0 0 16,11 1-2-16,-11-1-1 0,10 8 1 0,-4-3 5 15,2 4 0-15,-1 2-2 0,0-1 2 0,2 3 0 16,-2 3-4-16,-1 1 10 0,-1-2-2 0,-1-1 3 15,0-1-5-15,0 0-1 0,-2-2 3 0,0 1-5 16,0 0 1-16,0 0 5 0,0 1-5 0,1-4 3 16,-1 0 4-16,-2 1-4 0,0-2 1 0,2 3-5 15,0-3-4-15,-2-8-25 0,0 11-13 0,0-11-6 16,2 9-23-16,0-3-6 0,-2-6-5 0,0 8-4 16,0-8-10-16,0 0 6 0,0 0-15 0,0 0-88 15,-8 4-210-15,8-4 93 0</inkml:trace>
  <inkml:trace contextRef="#ctx0" brushRef="#br0" timeOffset="70533.56">26650 9064 61 0,'0'0'89'0,"0"0"-19"0,0 0 0 0,0 0-4 16,0 0-6-16,29-6-7 0,-15 3-6 15,3 2-1-15,4-2-1 0,-1 1 3 0,0 0-15 16,0 0-2-16,-1 0-4 0,0 4 4 0,-2-5-6 0,-4 3-2 15,1 1-4-15,-4-2-5 0,-1 1 9 0,1 1-17 16,-2-1 3-16,-8 0 1 0,13 2 1 0,-8 0-2 16,-5-2-3-16,10 7 9 0,-8-3 9 15,2 1 2-15,-2 1 7 0,0 3 6 0,-1 0-5 0,-1-9-5 16,-1 18-1-16,-1-9-3 0,2 1 1 0,-2-1-4 16,0 1 7-16,-2-2 6 0,4 2-20 0,-3-4 2 15,3-6-1-15,-2 11 1 0,2-11-11 0,-5 8 14 16,5-8 10-16,-2 6 1 0,2-6 6 0,0 0 5 15,0 0-5-15,0 0 0 0,0 0-5 0,0 0-2 16,0 0-5-16,0 0-1 0,0 0-7 0,0 0-4 16,12-31 1-16,-10 21-10 0,2 1 0 0,3-4-6 15,-1 4-4-15,2-1 8 0,-2 0-3 0,1 0-13 16,-1 1 7-16,1 2-5 0,0 1 5 0,-2-1-1 16,-1 4 3-16,-4 3-14 0,9-4 12 0,-9 4 2 15,8-2 3-15,-8 2-2 0,0 0 2 0,14 5-2 16,-9-1 5-16,-1 2 2 0,2-2-1 0,0-1-9 15,-2 4-2-15,3 0 6 0,-5-2 4 0,7 2-4 16,-5-2 6-16,1 0-5 0,-2-1-2 0,-3-4-5 0,8 9 1 16,-4-6 6-16,-4-3-3 0,7 3 1 15,-1-1 3-15,-6-2-3 0,4 4 8 0,-4-4-11 0,0 0-7 16,11-6-4-16,-11 6 5 0,6-7 1 16,-2 2 10-16,-4 5-13 0,6-10 11 0,-4 6-8 0,-2 4 8 15,4-8 3-15,-4 8 7 0,3-5-6 16,-3 5 2-16,0 0-1 0,4-7-1 0,-4 7-10 0,0 0 4 15,0 0 7-15,2-6-8 0,-2 6-6 16,0 0 9-16,0 0 0 0,0 0 4 0,9-1-8 0,-9 1 6 16,0 0 2-16,10 0 4 0,-10 0-5 0,0 0 3 15,10 0-2-15,-10 0-2 0,0 0-9 0,11-2 14 16,-11 2 0-16,0 0 1 0,8-3-8 0,-8 3 10 16,0 0 2-16,2-7-18 0,-2 7-10 0,0 0-2 15,0-10-2-15,0 10-5 0,0 0-18 0,0 0-4 16,0 0-3-16,0 0-22 0,-6-11-11 0,6 11-91 15,0 0-191-15,0 0 85 0</inkml:trace>
  <inkml:trace contextRef="#ctx0" brushRef="#br0" timeOffset="71098.53">27365 9005 32 0,'0'0'139'0,"0"0"0"16,-10-6-12-16,10 6-7 0,-7-5-20 0,7 5-9 15,-9-4-6-15,9 4-18 0,-11 2-4 0,11-2-5 16,-11 5-6-16,4 1-6 0,-2 2-7 0,2 0-2 16,1 1-2-16,-1 1-3 0,3-1-5 0,0 1 1 15,-2 0-2-15,2 1-7 0,4-1-1 0,0 1 2 16,-2 0-5-16,4-4 3 0,-2 0-13 0,4-2 14 0,-4-5-4 16,6 10-1-16,-2-7 4 0,-4-3-8 15,11-1 5-15,-11 1-7 0,16-5-2 0,-6 0 5 16,-1-2-3-16,-2 0-1 0,2-3 2 0,0-4-2 15,0 2-2-15,0-4 4 0,-4 3 0 0,4-4-1 16,-3 0-1-16,1-1-6 0,0 0 1 0,-3 0-1 16,3-7 1-16,0 2-3 0,-3 4 3 0,3 1 1 15,-5 0-3-15,-1 0 8 0,1 3 5 0,-2 5-1 16,4-2-1-16,-4 5 7 0,0 7-12 0,2-11 3 0,-2 11-6 16,0-6-1-16,0 6 0 0,0 0-1 0,0 0 4 15,0 0-1-15,-2 37 0 0,2-19-1 0,0 3-4 16,0 4-1-16,-2-2 6 0,4-2-4 0,0-2 3 15,1 0-1-15,1-1-2 0,0-1 0 0,2 0 2 16,-2-6 0-16,5-1-8 0,-3 1 10 0,3-3 2 16,5 2 3-16,-4-5-4 0,5-1 2 0,2-2-3 15,0-3 2-15,0 1-6 0,1-3-3 0,0-2 0 16,-2 1 1-16,2-3 0 0,-7-1 4 0,0-1-11 16,0 1 2-16,-4-2 1 0,0 1-7 0,-1-2 5 15,0-2 0-15,-4 1 0 0,0 2-3 0,0 0 4 16,-2 4 8-16,0 6 2 0,-2-13-6 0,0 7-2 15,2 6-4-15,-6-5 6 0,6 5 0 0,-12 1 0 16,12-1 0-16,-14 13 1 0,5-5-3 0,0 0 2 16,1 3 2-16,0 2-12 0,4-1-19 0,-1 4-19 15,5 0-12-15,0-3-17 0,6 2-13 0,7 0-17 16,1-2-93-16,7 2-220 0,6-2 98 0</inkml:trace>
  <inkml:trace contextRef="#ctx0" brushRef="#br0" timeOffset="71995.55">29176 8745 127 0,'-7'-10'158'0,"7"10"-5"0,-6-7-19 0,6 7-13 16,-5-4-8-16,5 4-16 0,0 0-6 0,-15 2-7 15,3 5-3-15,-2 1-13 0,-1 5-2 0,-2 0-10 16,1 1-5-16,1 1-1 0,1-1-10 0,4 2-4 15,1 0-4-15,3-3 0 0,1 3-5 0,2-1 5 16,3-1-15-16,3-3-8 0,0 0-16 0,4 0-14 16,3 2-18-16,4-3-11 0,3-2-8 0,-1 1-8 15,3-4-8-15,1 2-6 0,1-2-7 0,0-3 2 16,-1 0 8-16,1-2 8 0,-2-1 5 0,0-2 0 16,-1 0 12-16,1-1 9 0,-2-1 3 0,-1-2 5 15,-2-3 15-15,-3 3-7 0,-1-2 22 0,-2 0 7 16,-2-2-3-16,-1 1 13 0,1 1 19 0,-2-1 0 15,-3 3 16-15,1-3 2 0,-2 3 3 0,0 7 5 16,-3-11 2-16,3 11 0 0,-2-7-18 0,2 7 3 16,-10-3-1-16,10 3-5 0,-15 4 1 0,4 1-3 0,1 0 0 15,-3 4 0-15,0-1 2 0,4 1-11 0,-4 3-8 16,3-4 3-16,4 3-1 0,-1-4-1 16,4 3-2-16,0-3 0 0,2-1-2 0,1-6-8 15,0 12-1-15,0-12-1 0,4 11 8 0,-1-8-3 0,1 2-3 16,-4-5 4-16,12 4-4 0,-3-3 0 15,-9-1 1-15,14 0-4 0,-14 0 2 0,15-6-11 16,-6 2 15-16,-3 1-5 0,0-1-2 0,-1-3 5 0,1 4-3 16,-1-2 9-16,-1 0-1 0,-4 5-7 0,6-9 2 15,-6 9-2-15,4-3-1 0,-4 3-1 0,0 0-5 16,7-6 0-16,-7 6-3 0,0 0-3 16,0 0 1-16,0 0 4 0,0 0-12 0,0 0 15 0,0 0-2 15,6 13 1-15,-4-7-2 0,1 0 7 0,-3-6 0 16,4 9-4-16,0-5 4 0,0 2-10 0,2-3 6 15,0 0-2-15,1 0 3 0,0-1-3 0,0 0 8 16,4-4-1-16,0 2-4 0,-11 0 3 0,14-5 1 16,-8 2-4-16,2-4-13 0,-1-1 12 0,1 1-2 15,0-5 4-15,-2 2-6 0,3-4 9 0,-1 1 0 16,-2-3 3-16,-1 0-3 0,2 0 3 0,-4 1 5 16,3-2 7-16,-3 0 4 0,4 1-4 0,-5 4-2 15,1 1 22-15,-2 1 9 0,2 1 8 0,-2 4-6 16,-1 5-9-16,3-11-3 0,-3 11-8 0,0 0-8 15,1-6-1-15,-1 6-2 0,0 0-6 0,0 0 0 16,0 0-6-16,-3 33 4 0,2-17 1 0,1-1-3 16,-3 4 1-16,3 1-1 0,-1-2-4 0,0 1 1 15,1-1 5-15,0 1-7 0,0-1-15 0,-3-3-16 16,1 4-20-16,0-2-21 0,-1-2-27 0,3-2-32 16,-3-3-22-16,1 2-26 0,-4-2-121 0,3-2-316 15,0 0 140-15</inkml:trace>
  <inkml:trace contextRef="#ctx0" brushRef="#br0" timeOffset="72706.85">29580 8886 89 0,'11'-5'127'0,"-2"-2"-17"16,-1 0-8-16,6 1-9 0,-3 0 5 0,2 1-3 0,-1 0-15 15,-2-1-6-15,0 2 1 0,2-2-8 0,-3 3 2 16,1-1-13-16,-5 0-3 0,2 1 0 15,0 1-6-15,-1-1-6 0,-6 3-3 0,10-1-9 16,-10 1-3-16,7-6-4 0,-7 6 1 0,0 0-4 0,8 0-2 16,-8 0 3-16,0 0 3 0,5 10-8 0,-5-10 0 15,3 9-1-15,0-2-1 0,-2 0 0 0,2 2 0 16,-3-3-4-16,0 6 0 0,1-3 3 16,-1 2-2-16,1-2 4 0,-1 2-16 0,0-3 13 0,0 3 2 15,2-5-8-15,-1 2 2 0,-1-8 0 0,0 10 1 16,0-10 2-16,3 9-7 0,-3-9 9 0,0 6-7 15,0-6 4-15,0 0-1 0,0 0-4 0,2 7 3 16,-2-7-5-16,0 0 2 0,0 0-4 0,0 0 8 16,0 0-8-16,0 0 3 0,18-14-5 0,-14 10 1 15,-4 4 3-15,10-5 5 0,-6 2-9 0,-4 3 2 16,10-3 4-16,-10 3-7 0,10-3-5 0,-10 3 3 16,11 0 4-16,-11 0-5 0,11 3 2 0,-6-1 3 15,-5-2-4-15,10 3 5 0,-3-1 3 0,2 2-13 16,0 0 6-16,-3-2 6 0,4 0-4 0,2 1 5 15,-1-1-1-15,1-1 4 0,-2 0-8 0,-2-1 7 16,3 0-2-16,-11 0-1 0,14-2 6 0,-7 0-4 16,-1 1 3-16,2-4-3 0,-8 5 11 0,10-6 10 15,-6 1 3-15,-4 5-1 0,4-8-2 0,-4 8-2 16,4-9-3-16,-4 9 6 0,0-7 1 0,0 7-1 16,0 0-4-16,0-9-7 0,0 9 1 0,0 0-7 15,0 0-2-15,0 0-2 0,0 0 3 0,0 0-8 16,0 0 2-16,0 0 4 0,0 0-1 0,-11 17-7 15,11-17-1-15,-1 11 3 0,1-11-2 0,1 10-4 0,-1-10 1 16,4 9-4-16,-1-6 2 0,-3-3-1 0,4 7 2 16,-4-7 2-16,6 5 3 0,-6-5-3 15,7 4 2-15,-7-4-5 0,0 0 9 0,8 1 0 16,-8-1 0-16,0 0 5 0,0 0-3 0,10-7-5 16,-10 7 5-16,7-7-1 0,-5 3 1 0,-2 4 2 15,3-9-2-15,-3 9 1 0,2-9 1 0,-2 9-3 16,0-9 1-16,0 9-4 0,2-10-8 0,-2 10 3 0,-3-9-3 15,3 9-9-15,0 0-4 0,-5-8-14 0,5 8-25 16,-4-5-3-16,4 5-12 0,0 0-14 0,-11-1-8 16,11 1-10-16,0 0-14 0,-11 6-15 0,11-6-81 15,-7 8-233-15,7-8 103 0</inkml:trace>
  <inkml:trace contextRef="#ctx0" brushRef="#br0" timeOffset="73264.17">30283 8896 149 0,'0'0'156'0,"0"0"-3"0,0 0-9 15,-6-10-24-15,6 10-14 0,0 0 0 0,-10-2-20 16,10 2-2-16,-16 3-10 0,5 1-4 0,0 2-6 16,-1 0-13-16,1 0-1 0,-1 0-13 0,3 1-1 15,2-1 0-15,0 2-4 0,1-2-5 0,1 4-2 16,2-4 4-16,2 1-11 0,1-7-1 0,1 13 3 15,-1-13-5-15,7 9-1 0,-1-6 1 0,0 0 0 16,3 1 3-16,4-2-3 0,-3-4-5 0,2 1 5 16,-1-3-5-16,1-2 3 0,-1 0 6 0,6-3-2 15,-5-4-2-15,0 2 5 0,1-1-4 0,-4-3 7 16,1-1-4-16,-2-2 4 0,-2 0 0 0,6-5-6 16,-7 3 4-16,3-4-3 0,-2-1-2 0,-2 6 4 15,3-7-3-15,-4 8-1 0,-1 0 2 0,1 1-6 16,-2 6 18-16,3 0 7 0,-4 0-2 0,2 5-3 15,-2 6-8-15,1-12-5 0,-1 12-7 0,2-4 1 0,-2 4 0 16,0 0-2-16,0 0 1 0,-7 35-2 16,4-15-2-16,0 5-1 0,0-2-1 0,0 3 0 15,-1-7 0-15,2 1-3 0,1-1 4 0,2 0 0 16,5-1-3-16,-3-2-1 0,3 0-1 0,-1-4 4 0,6 1 2 16,-3-3 2-16,6-1-1 0,4 0-6 0,0 0-2 15,8-4-2-15,-3-2-3 0,-4-1 3 16,4-4-1-16,-3 0-3 0,-2-1 3 0,2-2-6 0,-8 1 4 15,5-3 1-15,-5 1-4 0,-2-3 4 0,0 2-6 16,-2-2 3-16,-1-2-3 0,-2 0 4 0,2 1 0 16,-5 0-3-16,1 4 1 0,-2 0 2 0,2-1-1 15,-3 7-5-15,0 0 1 0,-5-12 1 0,5 12 0 16,-10 0-2-16,10 0 0 0,-19 9 2 0,10-3-17 16,-2 2-4-16,1 5-24 0,3-4-20 0,2 3-37 15,-1 3-14-15,0-3-29 0,-1 5-140 0,1-1-318 16,0-6 141-16</inkml:trace>
  <inkml:trace contextRef="#ctx0" brushRef="#br0" timeOffset="73849.8">26831 9929 47 0,'0'0'172'0,"0"0"-7"0,-6-6 0 15,6 6-5-15,0 0-10 0,-5-5-9 0,5 5-20 16,0 0-10-16,0 0-17 0,0 0-10 0,0 0-2 0,13-5-11 15,0 1-7-15,0 2-4 0,7-2-7 0,0 1-2 16,9 0-12-16,2-3 0 0,-4 3-10 16,2 0-16-16,-6 1-17 0,6 0-22 0,-3-1-21 0,-7 3-18 15,1 0-25-15,-8 0-22 0,2 0-15 0,-1-1-11 16,-7-1-79-16,-6 2-236 0,12-4 105 0</inkml:trace>
  <inkml:trace contextRef="#ctx0" brushRef="#br0" timeOffset="74045.58">27020 9746 115 0,'0'0'121'0,"-7"-3"-4"0,7 3 0 0,0 0 6 16,0 0-20-16,0 0 0 0,-2 17-14 0,2-8 20 16,0 3-12-16,0 1-5 0,0 3-9 0,0 2-8 15,0 1-7-15,0 1-6 0,4 7-5 0,-3 0-2 16,3-1-21-16,0 1-14 0,2-1-26 0,-2 0-33 15,3-1-28-15,-1 2-26 0,4-2-47 0,-6-8-77 16,2 2-233-16,-1-3 104 0</inkml:trace>
  <inkml:trace contextRef="#ctx0" brushRef="#br0" timeOffset="74530.28">29442 9811 104 0,'0'0'177'0,"-11"-4"-19"0,4 0-1 16,7 4-2-16,-12-6-5 0,6 3-10 0,-2 1-9 15,8 2-14-15,-14-2-2 0,9 1-10 0,5 1-12 16,0 0-8-16,-12-2-7 0,12 2-10 16,0 0-7-16,0 0-5 0,0 0-2 0,0 0-10 0,0 0-2 15,31 2-19-15,1-4-30 0,6 0-36 0,19 0-28 16,8 0-35-16,25-6-46 0,-29 8-137 0,-1-6-314 15,-2 0 139-15</inkml:trace>
  <inkml:trace contextRef="#ctx0" brushRef="#br0" timeOffset="75268.42">28629 9024 71 0,'0'0'122'0,"4"-9"-3"0,-4 9-9 0,0 0-14 15,0 0-5-15,0 0-5 0,0 0-17 0,0 0-6 16,1-8-9-16,-1 8-3 0,0 0-11 0,0 0-2 16,0 0-1-16,0 0 12 0,5 28-8 0,-2-13 5 15,-3 3 5-15,2 7-2 0,-4 8-9 0,2 1 5 16,-6 12-10-16,3 2 0 0,-1-14-2 0,0 14-6 16,0-1-10-16,2 1-6 0,-2-12-17 0,2 8-20 15,4-9-36-15,2 0-20 0,-2-2-41 0,2-2-82 16,-2-4-222-16,2 1 99 0</inkml:trace>
  <inkml:trace contextRef="#ctx0" brushRef="#br0" timeOffset="79251.34">28419 9269 14 0,'7'4'23'0,"-1"-2"0"0,0 1-2 16,3 2-4-16,0-3-3 0,-1 1 1 0,-1 1-2 16,1-2-6-16,0 1-7 0,-2 0-10 0,1 1-14 15,-7-4-24-15,10 3 12 0</inkml:trace>
  <inkml:trace contextRef="#ctx0" brushRef="#br0" timeOffset="95243.99">30624 7914 76 0,'0'0'102'0,"2"-8"8"16,-2 8-10-16,0 0-5 0,0 0-3 0,4-11-7 15,-4 11-4-15,0 0-5 0,0 0-4 0,0 0-7 16,0 0 1-16,0-12 0 0,0 12 4 0,0 0-7 16,0 0 1-16,0 0-4 0,0 0-4 0,0 0-5 15,0 0-3-15,0 0-8 0,0 0-1 0,0 0-1 16,0 0-7-16,0 0 0 0,0 0-5 0,0 0-6 15,0 0-1-15,0 0 3 0,0 0-4 0,0 0-7 16,0 0-4-16,0 0 0 0,0 0 1 0,0 0-2 16,0 0-1-16,0 0-1 0,0 0-1 0,0 0-1 15,0 0-2-15,0 0-5 0,0 0 2 0,0 0 2 16,0 0-1-16,0 0-2 0,0 0 0 0,0 0 2 16,0 0 3-16,0 0-2 0,0 0-4 0,0 0-2 15,0 0 2-15,0 0 0 0,0 0 1 0,0 0 6 16,0 0-5-16,-7 34 0 0,7-34-1 0,3 10-3 15,-3-10 4-15,5 9-9 0,-5-9 8 0,7 7 0 16,-7-7-4-16,9 7 4 0,-9-7 3 0,10 6-5 16,-10-6 7-16,11 4 0 0,-11-4-2 0,9 1-1 15,-9-1 4-15,0 0 1 0,14-1 3 0,-14 1 2 16,12-5 0-16,-12 5-3 0,12-6 1 0,-6 2 3 16,-6 4 8-16,13-12-6 0,-10 6 2 0,1-2-3 15,2 1-1-15,-3-2-5 0,-3 9 7 0,8-13 3 16,-6 6 6-16,-2 7 0 0,2-14 6 0,-2 14-7 15,1-12-5-15,-1 12 3 0,0-14-2 0,0 14-4 16,-3-11-6-16,3 11 5 0,-1-11 0 0,1 11 0 16,-5-9 2-16,5 9-8 0,0 0-2 0,-10-9-2 15,10 9 5-15,-7-4-9 0,7 4 2 0,0 0 0 0,-11-6-4 16,11 6 3-16,0 0-1 0,-17 4-3 16,17-4 1-16,-11 5-7 0,11-5 7 0,-15 10-3 15,8-4-1-15,1-1-9 0,-1 3 12 0,0-3-9 16,2 4 5-16,5-9 1 0,-9 11 1 0,6 0-4 15,3-11 4-15,-4 15-1 0,3-10 8 0,1-5 1 16,-1 18-7-16,1-18-4 0,0 13 4 0,0-13-4 16,2 11-2-16,-2-11 2 0,5 9-13 0,-5-9 16 15,7 9 4-15,-7-9-4 0,10 5 6 0,-10-5 5 16,11 5 2-16,-11-5-7 0,8 3 8 0,-8-3-3 16,0 0 4-16,19-5 1 0,-19 5-2 0,13-6 9 15,-4 2 3-15,-3-4 5 0,2 0-3 0,-2 0 0 16,1 0-1-16,-3 0-2 0,1-2-4 0,0 1-2 15,-1-1 0-15,-2 1 6 0,1-2-10 0,-2 1-4 16,-1 10-2-16,0-19 0 0,1 13 6 0,-1 6-5 16,0 0 3-16,0-16-4 0,0 16 2 0,-2-9-3 15,2 9 9-15,0 0-5 0,-8-9-8 0,8 9-2 16,-14-4 0-16,14 4 4 0,-14 0 0 0,14 0-5 16,-18 3 3-16,18-3-1 0,-14 6 1 0,5-1-2 15,0 1 7-15,0 1-9 0,2 1 5 0,-2-1 1 16,2 0-2-16,5 1-3 0,-3-2-6 0,5-6 1 15,-7 14 5-15,7-14-5 0,-1 14 4 0,1-14-2 16,0 10 4-16,0-10-3 0,0 0 3 0,4 13 0 16,-4-13 3-16,5 8 2 0,-5-8-1 0,8 6-2 15,-8-6 5-15,0 0-2 0,11 3 4 0,-11-3-1 16,0 0 10-16,17-2 10 0,-17 2 6 0,0 0 1 16,17-6 3-16,-11 3 0 0,-6 3-11 0,7-10-1 15,-7 10 0-15,6-13-4 0,-3 6-1 0,1-3-2 16,-4 10 1-16,3-17-7 0,-3 17 4 0,0-14-5 15,0 14 2-15,0-14-3 0,0 14-3 0,0 0 4 16,-3-15 0-16,3 15-6 0,0 0-1 0,-4-10-1 16,4 10 0-16,0 0 0 0,0 0 0 0,-9-5 4 15,9 5-4-15,0 0-3 0,0 0 2 0,0 0-4 16,-25 12-3-16,25-12-5 0,-8 8 2 0,8-8-1 16,-8 11 0-16,6-6-4 0,2-5-10 0,-4 13 0 15,4-13-1-15,-4 9-2 0,4-9 2 0,0 0 3 16,5 15 8-16,-5-15 1 0,5 8 0 0,-5-8 2 15,11 5 8-15,-11-5-1 0,11 3 3 0,-11-3-6 16,12 2 5-16,-12-2-2 0,13-1 9 0,-13 1-1 16,0 0 3-16,16-5-4 0,-16 5 1 0,9-9 9 15,-5 2-9-15,2 0-1 0,-6 7-4 0,8-17 2 16,-6 9 1-16,1 1 6 0,-3 7 9 0,1-13-1 16,-1 13 5-16,0 0-6 0,-2-15-3 0,2 15-6 15,-4-8 4-15,4 8-7 0,-9-7 3 0,9 7-4 16,-12-2 2-16,12 2 2 0,-15 1-3 0,15-1 0 15,-22 7-2-15,12-4 5 0,0 3-1 0,0 3 15 16,2-2-19-16,1 1-5 0,-1 1 4 0,3 0 1 16,-1-1-2-16,3 2-3 0,0 0-1 0,3-10-4 15,-4 16-3-15,4-16-8 0,4 14 5 0,-4-14 0 16,5 12 5-16,-1-8 5 0,1 3-3 0,-5-7 1 16,12 6 4-16,-6-3-1 0,-6-3 3 0,13 3 2 15,-13-3 3-15,11 0 3 0,-11 0-4 0,0 0 2 16,17-6 0-16,-17 6-5 0,9-7 6 0,-9 7-6 15,6-10 0-15,-6 10-1 0,5-12-2 0,-3 4-3 16,-2 8 2-16,0-13 6 0,0 13-5 0,-4-13 3 16,4 13 1-16,-5-10-1 0,5 10 2 0,0 0 0 15,-7-9-2-15,7 9-7 0,-9-4 4 0,9 4-8 16,0 0-10-16,0 0-13 0,-23 8-19 0,17-4-17 16,6-4-26-16,-14 11-83 0,14-11-200 0,-10 13 89 15</inkml:trace>
  <inkml:trace contextRef="#ctx0" brushRef="#br0" timeOffset="105701.15">25668 6669 6 0,'0'0'42'0,"0"0"-2"16,0 0 0-16,0 0-8 0,0 0-5 0,0 0-23 16,0 0-16-16,0 0-19 0,0 0-31 0,-6-6 14 15</inkml:trace>
  <inkml:trace contextRef="#ctx0" brushRef="#br0" timeOffset="108289.79">25540 5936 54 0,'0'0'69'0,"0"0"-9"15,0 0-7-15,0 0-10 0,0 0-7 0,0 0-9 16,0 0-9-16,0 0-12 0,0 0-17 0,0 0-14 0,0 0-30 15,0 0-61-15,0 0 27 0</inkml:trace>
  <inkml:trace contextRef="#ctx0" brushRef="#br0" timeOffset="126948.32">25336 5109 10 0,'-2'-7'106'0,"2"7"-9"0,0 0 12 16,0-11-2-16,0 11 1 0,0 0 1 0,0-8-3 15,0 8 4-15,0 0-5 0,0 0-11 0,2-9-7 16,-2 9-3-16,0 0-7 0,0 0-4 0,0 0-5 16,0 0-5-16,0 0-12 0,0 0-3 0,0 0-5 15,0 0-4-15,0 0-10 0,0 0-1 0,0 0-6 16,0 0-2-16,0 0-6 0,0 0 0 0,0 0-7 15,0 0-2-15,0 0-2 0,0 0-2 0,0 0 2 16,0 0 4-16,0 0-1 0,0 0-2 0,6 25-3 16,-1-17 2-16,0 3 1 0,3-1-2 0,-3 0-3 15,2 1 5-15,-1-1 1 0,-1-1 0 0,1 1-4 16,2 1 1-16,-2-1 0 0,-2-4-6 0,1 2 6 16,1 0-1-16,-4-4 12 0,2 2-13 0,0 0 1 15,-1-1-1-15,-3-5 1 0,6 10-1 0,-4-6 2 16,-2-4-1-16,4 7-1 0,-4-7 9 0,5 6-7 15,-5-6 5-15,0 0-4 0,0 6 5 0,0-6 2 16,0 0 6-16,0 0 13 0,0 0 11 0,0 0 10 16,0 0 5-16,0 0 5 0,0 0-8 0,0 0-5 15,0 0-8-15,18-14-4 0,-9 6-11 0,-4 0-4 16,6-3 0-16,-4 1 0 0,1 1-5 0,2-4-7 16,1 0-7-16,2 1 0 0,-3-2-23 0,3-2 3 15,-3 3 5-15,0-1-8 0,3 1 6 0,-6-1-11 16,3 2 9-16,-4 1-3 0,-1 1 0 0,1 0 0 15,-2 2-6-15,2 0-11 0,-4 3-11 0,2-1-20 16,-4 6-14-16,5-9-25 0,-2 6-11 0,-3 3-22 16,5-6-15-16,-5 6-91 0,0 0-269 0,0 0 119 0</inkml:trace>
  <inkml:trace contextRef="#ctx0" brushRef="#br0" timeOffset="127197.48">25821 4932 47 0,'0'0'111'15,"0"0"-5"-15,9-7-13 0,-9 7-13 16,13-4-7-16,-4 3-5 0,3-1-16 0,5-1 4 15,4 2-2-15,-1-2-18 0,0 1-5 0,0 1-33 16,-3-1-4-16,-6 2-23 0,-1 0-14 0,2 0-16 16,-12 0-5-16,11-1-37 0,-11 1-110 0,0 0 50 0</inkml:trace>
  <inkml:trace contextRef="#ctx0" brushRef="#br0" timeOffset="127549.38">25922 4892 16 0,'-9'-1'44'16,"9"1"-3"-16,0 0-1 0,0 0 2 0,0 0-18 15,0 0-3-15,0 0-1 0,-9 2-2 0,9-2 3 16,0 0 4-16,4 15 4 0,-4-15-2 0,2 16 0 16,-1-5 14-16,3 5-1 0,-1-1-1 0,2 1-6 15,-3 1 6-15,0-1-16 0,-2 0 6 0,4 0-2 16,-4-4 3-16,0 1-3 0,4 3-1 0,-3-4-2 16,1-1 1-16,0 2 2 0,-2-3-5 0,2-1 1 0,-2-2-1 15,0 0 1-15,0-7-6 0,0 12 2 16,0-12 1-16,-2 13 3 0,2-13-1 0,0 7-12 15,0-7 2-15,-2 8 0 0,2-8 5 0,0 0-9 16,-7 5 7-16,7-5-13 0,-9 0-2 0,9 0 17 16,-14 0-17-16,14 0 9 0,-13-3 7 0,7 3 0 0,-4-3-15 15,10 3 3-15,-11-1 1 0,11 1 0 0,-10-3-5 16,10 3-5-16,0 0 7 0,-10-3-9 16,10 3 10-16,0 0-4 0,0 0 2 0,0 0-10 15,0 0 3-15,0 0 1 0,0 0 1 0,0 0-1 0,0 0 4 16,0 0-1-16,0 0-7 0,22 16-3 0,-11-13-17 15,6 0-29-15,3 0-34 0,0-1-63 16,0 0-167-16,3-2 74 0</inkml:trace>
  <inkml:trace contextRef="#ctx0" brushRef="#br0" timeOffset="127869.5">26155 5098 95 0,'0'0'117'0,"0"0"-8"0,8-3-10 16,-8 3-13-16,0 0 4 0,15 1-2 0,-15-1-16 15,13 0-15-15,-5 2-3 0,-8-2-9 0,11 1-2 16,-5 1-5-16,4-1-4 0,-4 3-3 16,-1-1-5-16,1 1-5 0,-1 0 0 0,-5-4-3 15,4 8 2-15,1-2 1 0,-5-6-7 0,0 14 3 0,0-8 3 16,0-6-6-16,-7 17 3 0,4-7 6 0,-3-2-2 15,-1 1 6-15,-1-2 1 0,2 0-3 0,2-1-1 16,2 0-8-16,-2 0 5 0,1-1-6 16,3-5 1-16,-4 10 6 0,4-10-4 0,-4 8-7 15,4-8 4-15,2 10-4 0,4-6 3 0,1 3 1 0,13-2-1 16,3 1-8-16,11 0-47 0,4-6-42 0,18 1-51 16,-3-3-92-16,6-3-243 0,-3-2 108 0</inkml:trace>
  <inkml:trace contextRef="#ctx0" brushRef="#br0" timeOffset="153415.79">21658 4800 56 0,'-2'-11'120'0,"2"11"-6"0,-2-8 4 0,2 8 3 15,-3-8-5-15,3 8-5 0,0 0-8 0,-2-7-6 16,2 7-6-16,0 0-8 0,-4-7-2 0,4 7-14 16,0 0-17-16,0 0 1 0,0 0-9 0,0 0 0 15,0 0-10-15,0 0-3 0,0 0 2 0,-17 10-4 16,11-4 5-16,-1 4-8 0,0 4 5 0,-3 0-5 15,-1 3 0-15,3-1-1 0,-4 1-9 0,2 5 3 16,2-5-1-16,3-1 1 0,0 1-3 0,2 0 0 16,1 1 0-16,0-1 0 0,6 0-3 0,-1-2 3 15,2 2 1-15,2-3-2 0,1 1 6 0,4-2-19 16,2-2 7-16,0-1 2 0,4-3-3 0,-2-3 6 16,3 1-9-16,2-1-1 0,-1-4 5 0,2-1-1 15,6-3 0-15,-6 1 2 0,-2-2-2 0,1-1 0 16,0-2 1-16,-2-1-1 0,0-1 0 0,-2-2 3 15,-4-1-10-15,1-1 5 0,-1-1 5 0,-5 0-8 16,0-2 2-16,-5-1 3 0,1 0-6 0,-4-1 0 16,-4-2 3-16,-2-5-3 0,-3 4-3 0,0-3 3 15,-2 1 0-15,-1 8-4 0,-6-7 0 0,5 8 3 16,-2 5 1-16,1-3-4 0,-4 3 1 0,0 2-9 16,-1 3-8-16,0 1 1 0,-3 3 2 0,0 2-4 15,-6 4-7-15,0 3-5 0,0 2-17 0,1 4-7 16,-1 0-19-16,1 3-27 0,0 1-17 0,2 5-26 15,2 1-78-15,4 1-241 0,-1 0 106 0</inkml:trace>
  <inkml:trace contextRef="#ctx0" brushRef="#br0" timeOffset="153847.81">21761 5083 81 0,'0'0'137'16,"0"0"5"-16,-1-13-18 0,1 13-4 0,0 0-10 15,0 0-2-15,0 0-16 0,0-7-9 0,0 7-13 16,0 0-8-16,0 0-12 0,0 0-2 0,0 0-4 16,0 0-3-16,0 0-5 0,6 23-6 0,-2-9-3 15,1 4-2-15,-2 1 3 0,3 8-5 0,-2 0 10 16,3 3-11-16,-3 2 3 0,-1 1-4 0,1-2-7 15,0 2-2-15,-2-2 5 0,2 1-2 0,-1 0 0 16,0 0 0-16,1-1-3 0,-3-1 1 0,3 5 0 16,0-6-15-16,-1 1-26 0,-1 2-10 0,2-4-26 15,-2 1-23-15,0 0-12 0,-2-1-21 0,-1-2-92 16,-4 1-230-16,2-8 103 0</inkml:trace>
  <inkml:trace contextRef="#ctx0" brushRef="#br0" timeOffset="155184.21">21824 5556 104 0,'-3'-11'126'0,"3"11"-2"0,-2-11-11 15,2 11-11-15,-2-9-5 0,2 9-5 0,-2-7 1 16,2 7-7-16,-1-9 5 0,1 9-2 0,0 0-4 16,0 0-5-16,1-10-8 0,-1 10-7 0,0 0-6 15,0 0-10-15,0 0-8 0,0 0-9 0,0 0-3 16,-4-6-6-16,4 6-3 0,0 0-3 0,0 0-4 16,0 0 2-16,0 0-2 0,-1 25 0 0,1-9-2 15,1 3-2-15,2 9 1 0,-1 2-2 0,3 4 3 16,0 0-4-16,-2 12 0 0,-1-11-3 0,1 0 0 15,1 1 4-15,-3 9-4 0,0-11 1 0,3-3 2 16,-1 1-4-16,-2 1 4 0,3 0-4 0,-4-5 4 16,2 0-1-16,0-2-1 0,-1 0 0 0,3 0 1 15,-3-7-1-15,-1-1-1 0,3 1-2 0,-3-2 1 16,1-6 1-16,-1 1 1 0,0-5 0 0,1 3-4 16,-1-4 10-16,0-6 3 0,0 11-13 0,0-11 6 15,0 10-4-15,0-10 4 0,0 0 6 0,0 7 8 16,0-7 14-16,0 0 12 0,0 0 3 0,3 5 6 15,-3-5 3-15,0 0-1 0,0 0-1 0,0 0-1 16,0 0-4-16,0 0-3 0,5 4-6 0,-5-4 2 16,0 0-6-16,0 0-8 0,0 0 0 0,0 0-6 15,0 0-3-15,0 0-7 0,0 0-3 0,0 0 1 16,0 0-6-16,0 0-3 0,0 0 0 0,0 0 1 16,15-4-3-16,-15 4-2 0,9 0-2 0,-9 0 5 15,9 0-6-15,-9 0-2 0,11 2-1 0,-4 0-1 16,-7-2-3-16,9 3-3 0,-9-3-6 0,9 3-5 15,-9-3-1-15,4 3-1 0,-4-3-1 0,5 5-1 16,-5-5 3-16,2 6 2 0,-2-6 5 0,5 7-2 16,-5-7 8-16,-1 11-3 0,1-11 3 0,-4 12 3 15,0-5 1-15,1 3-2 0,-1-1 3 0,-2 0 0 16,0 1 3-16,0 1-2 0,1-2 2 0,0 1-3 16,-2 0 4-16,2 0 0 0,0-1-1 0,4 1-4 15,-3 1 6-15,3-2-3 0,1 1-1 0,0 1 2 16,0-2-8-16,1 2 4 0,0-1-4 0,4 0 4 15,1-1-1-15,-1 1 3 0,3-1-6 0,-2 0 3 16,0 0 2-16,1-1-5 0,-1 2 0 0,-1 2-1 16,-1-2 2-16,3 0 1 0,-3 0-1 0,-1-1 1 15,-4 2 4-15,-2 2 1 0,0-1-1 0,-2 4 3 16,0-5 0-16,-6 4 4 0,2-1-2 0,-3-2-2 16,1 1 0-16,1 1 1 0,2-5-5 0,-1 0 2 15,3-1 2-15,0 0 0 0,1 1-3 0,0-2 4 16,1 2-5-16,-1-1 3 0,5-8 1 0,-2 18 1 15,2-18-6-15,5 17-7 0,-1-8-3 0,1-2-4 16,0 1-2-16,3 1 2 0,-2-1 5 0,5 1-3 16,0 1 7-16,-2-2-5 0,-1 1 0 0,1-2 1 15,-1 1-4-15,1-3 4 0,-3 4-3 0,0 1 2 16,-4-3-1-16,-2-7 5 0,7 15 0 0,-6-8 2 16,-1-7 4-16,0 19-1 0,-4-12 6 0,0 6 0 15,-1-6-4-15,0 3-2 0,0-1 6 0,-1 1-1 16,-1-1 0-16,3 3 1 0,-2-2 1 0,-1-2 1 15,2 1 4-15,2 3-10 0,-1-2 9 0,2 1-3 16,0 1 2-16,1 0 0 0,1 1 2 0,0 0 2 0,1 3-6 16,1 1-2-16,2 2 5 0,1-1 1 15,-1-1-4-15,-1 1 4 0,3 1-7 0,-1 6 8 16,-1-5-4-16,4 5 5 0,-2-6-4 0,-2 0 4 16,1 5-6-16,-1 1 4 0,-2-9-2 0,0 9 3 0,-1-5 3 15,-1 0 0-15,1-2-7 0,-1-1 2 16,-5 3-11-16,3-1-11 0,-4-1-18 0,3-1-15 15,-1-1-11-15,1 2-16 0,1-1-10 0,-1 0-26 16,5 2-10-16,-4-3-75 0,1 4-216 0,2-3 97 16</inkml:trace>
  <inkml:trace contextRef="#ctx0" brushRef="#br0" timeOffset="155802.14">22031 7553 44 0,'0'0'139'0,"1"-11"0"16,-1 11 3-16,-1-7-8 0,1 7-4 0,0 0-13 0,0 0-11 16,0 0-7-16,0-8-10 0,0 8-13 15,0 0-5-15,0 0-11 0,0 0-7 0,0 0-8 16,0 0-4-16,0 0-8 0,0 0-3 0,0 0-4 15,0 0-4-15,0 0-1 0,0 0-1 0,0 30-2 0,0-17-2 16,5 7 2-16,-5 8-5 0,-3-2-2 0,6 4 1 16,-3 2-3-16,1 0 7 0,0 1-4 15,2 2-1-15,-3 1 2 0,1 0-4 0,0-2-7 16,1 1 11-16,0-2-3 0,1 0-3 0,-1-4 1 0,1-1 4 16,0-1-6-16,-1-1-1 0,-1-7 3 0,3-1-1 15,0 0-7-15,-3-3 7 0,1 2-4 0,0-5-6 16,-1-1-16-16,-2 2-13 0,-1-4-27 0,3-1-19 15,-1 0-19-15,1-2-23 0,-1-6-21 0,-2 11-82 16,-1-6-241-16,-3-1 107 0</inkml:trace>
  <inkml:trace contextRef="#ctx0" brushRef="#br0" timeOffset="156119.78">21816 8178 92 0,'-8'-1'119'0,"-2"0"-5"16,10 1-5-16,-11 0-20 0,11 0-5 0,0 0-10 15,0 0-9-15,0 0-3 0,0 0-8 0,0 0 6 16,55-2-5-16,-18 2-5 0,19-4-8 0,5-3 2 16,6 2-6-16,25-4-4 0,-31 1-17 0,4 2 11 15,0 0-6-15,-7 2 7 0,-4-2-21 0,-17 3-16 16,-2 1-20-16,-4 2-24 0,-10 1-7 0,-4-1-17 0,-4 2-30 16,-3 1-54-16,-6 0-174 0,-4-3 77 15</inkml:trace>
  <inkml:trace contextRef="#ctx0" brushRef="#br0" timeOffset="156379.57">21913 8432 45 0,'0'0'140'0,"0"0"-4"0,0 0-7 0,0 0-2 0,0 0-9 16,25-10-14-16,-13 7-3 0,6-1-6 0,3-1-12 16,0 2-7-16,9-1-3 0,-1 1-19 0,2 0 4 15,-2-1-9-15,2 3 0 0,-3-1-15 0,3-1-7 16,2 3-9-16,-1-1-23 0,1-2-18 0,0 2-21 16,0 0-17-16,-1 1-16 0,-2 0-19 0,0 0-106 15,-10 0-218-15,3 1 96 0</inkml:trace>
  <inkml:trace contextRef="#ctx0" brushRef="#br0" timeOffset="156835.79">22270 8435 76 0,'0'0'107'0,"0"0"1"16,0 0-19-16,-11 0-4 0,11 0-9 0,0 0-10 15,0 0 5-15,-10 5-18 0,10-5 1 16,-2 6-4-16,2-6-7 0,-4 11-4 0,4-11-1 15,-4 11-5-15,1-5-2 0,2 2 3 0,-1 0-9 0,-1 1 8 16,-1 2 0-16,2 0-3 0,-1 5 3 16,-2-2-1-16,4 3-4 0,-3 1-9 0,1-1 8 15,2 2-2-15,-1 4 1 0,2 3 0 0,-2 0-11 16,1 1 5-16,0-1 5 0,2-2-1 0,-1 2-8 0,3 0 3 16,-1 2-8-16,1 0 2 0,-1-1-4 0,-2 0 1 15,0 0 3-15,2 0-2 0,-1-1 3 0,1 0-5 16,-2 0-4-16,-2 1 1 0,1-2-2 0,-1-6 3 15,2 7 2-15,0-1 1 0,0-6-14 0,-1-2-8 16,-2-1-7-16,2 2 1 0,2-1-32 0,-1-4-7 16,-1 2 7-16,2-4-27 0,-1 2-21 0,0-1-24 15,0 1-68-15,0-2-204 0,2-2 91 0</inkml:trace>
  <inkml:trace contextRef="#ctx0" brushRef="#br0" timeOffset="158979.54">22173 9335 19 0,'0'0'174'0,"0"0"-10"0,0 0-19 0,0 0-8 0,0 0-24 15,0 0-1-15,0 0-25 0,0 0-2 0,0 0-14 16,0 0 2-16,0 0-16 0,0 0-5 15,0 0-10-15,0 0 3 0,0 0-19 0,-7 23 6 0,6-16 0 16,0 0-2-16,1-7-6 0,0 12 3 0,1-6-7 16,-1-6 3-16,4 11 1 0,0-5-6 0,-2-3 0 15,3 2-4-15,3-2 8 0,2-1-13 0,0 0 6 16,3-4 1-16,-1 1 3 0,2-1-1 0,4-2-4 16,-2-2 1-16,3 0-5 0,-2-2 4 0,-6 3-2 15,0-2 4-15,-1 0-4 0,-4 2-1 0,1-4 4 16,-3 1-8-16,-3-2 1 0,-1 1 4 0,-4-3-6 15,-1 1 2-15,-2 1 2 0,-3 0-12 0,1 1 5 16,-4-1-4-16,0 0 2 0,2 4-2 0,-3 1 4 16,-1-3-3-16,5 8-6 0,-6 0-4 0,3 2-14 15,0 0-16-15,0 1-24 0,0 0-24 0,0 3-28 16,2 1-29-16,-1-1-96 0,2 3-261 0,0-3 117 16</inkml:trace>
  <inkml:trace contextRef="#ctx0" brushRef="#br0" timeOffset="160027.73">22372 4866 18 0,'0'0'146'0,"0"0"-11"15,0 0-14-15,0 0-12 0,9-10-12 0,-3 7-8 16,2 0-18-16,5-1-7 0,-2 0 4 0,2-1-7 16,6 0-7-16,-1 0-11 0,0 2-7 0,0-1-22 15,-1-1-19-15,-4 1-23 0,-1 2-12 0,-2 0-30 16,0 0-18-16,-3 0-62 0,-7 2-161 0,8-2 71 15</inkml:trace>
  <inkml:trace contextRef="#ctx0" brushRef="#br0" timeOffset="160211.87">22430 4714 26 0,'-6'-5'137'15,"6"5"-16"-15,0 0-13 0,0 0-10 0,0 0-13 16,-7-4-9-16,7 4-15 0,0 0-10 0,0 0-4 15,0 0 0-15,1 26-7 0,2-15-3 0,0 6 0 16,3 2-6-16,-1 8 3 0,2 0-2 0,-2 4-8 16,6-2-24-16,-4 2-26 0,1 3-31 0,-3 0-32 15,0 2-65-15,-2-2-166 0,-3 3 74 0</inkml:trace>
  <inkml:trace contextRef="#ctx0" brushRef="#br0" timeOffset="160770.79">22803 9599 59 0,'-3'8'143'0,"3"-8"4"0,0 0-3 0,0 0 3 16,0 0 2-16,0 0-5 0,0 0-2 0,0 0-9 15,0 0-7-15,0 0-10 0,0 0-13 0,0 0-12 16,0 0-8-16,0 0-8 0,0 0-9 0,0 0-4 16,24 0-21-16,-5-4-22 0,1-2-27 0,9 1-34 15,3-2-44-15,4-1-38 0,0-1-47 16,-3-1-90-16,1-3-281 0,-3 3 126 0</inkml:trace>
  <inkml:trace contextRef="#ctx0" brushRef="#br0" timeOffset="162241.59">22449 6809 130 0,'3'-7'180'0,"1"1"2"16,-1 1-10-16,1-4-11 0,1 0-15 0,-1 0 0 16,1-1-8-16,0 0-13 0,-1-1-5 0,0 1-4 15,1 1 1-15,0-3 8 0,-2 3-7 0,1-2-16 16,0-1-11-16,0-4-7 0,1 0-7 0,-2 2-8 16,-1 0-7-16,0-1-9 0,1 0-1 0,-1-2-9 15,-2 1-4-15,0 0-5 0,0 0-2 0,0 0-3 16,-2 0-2-16,1 4-1 0,1 0-4 0,0 2-5 15,-4-1 3-15,3 4-8 0,0-1 0 0,1 8 0 16,-5-13-3-16,2 9-4 0,3 4-2 0,-5-9 1 16,5 9-3-16,-4-6-2 0,4 6 0 0,0 0-2 15,-6-5-1-15,6 5 0 0,0 0-1 0,-16 0-2 16,16 0 3-16,-10 6-2 0,4-2 0 0,0 0 0 16,-1 1 0-16,3-2-2 0,-1 1-2 0,5-4-1 15,-6 7 1-15,3-2 0 0,3-5 0 0,-4 11 1 16,4-11 3-16,2 11 1 0,3-5 0 0,-2-1-1 15,4 4 2-15,2-2-1 0,4-1 0 0,-3 1 2 0,3-3 3 16,5 2-1-16,2 0 5 0,-2-2-7 16,-2-1 2-16,2 1 0 0,-4-2 1 0,3 1-1 15,-3-2-2-15,-2 1 0 0,-1-2 3 0,-1 2-1 16,1-1-1-16,-4 0-2 0,1 1 6 0,-8-2-2 0,11 2-6 16,-4-2 1-16,-7 0-1 0,11 3-2 0,-6-1 2 15,-5-2 1-15,6 4 0 0,-6-4 1 16,3 8-2-16,3-3-1 0,-4-1-2 0,-2-4 5 15,3 12 0-15,2-5-2 0,-4 3 0 0,1 1 0 16,0-1 2-16,-2 3 0 0,1 1-2 0,-1-1 2 0,1 2 1 16,-1 1 2-16,0 0 2 0,0 0 0 15,0-4-19-15,0 5-11 0,-1-4-18 0,0 4-20 0,-1-6-35 16,2 3-33-16,0 1-25 0,0-2-22 16,-1 2-133-16,1-3-341 0,-1-2 152 0</inkml:trace>
  <inkml:trace contextRef="#ctx0" brushRef="#br0" timeOffset="162785.31">23067 6583 36 0,'0'0'208'0,"0"0"-14"0,0 0-10 15,-2-7-9-15,2 7-14 0,0 0-14 16,0 0-14-16,0 0-14 0,0 0-13 0,0 0-13 0,0 0-8 16,0 0-9-16,0 0-7 0,9-6-5 15,-9 6-5-15,11 0-6 0,-11 0-7 0,18 3-1 16,-5-6-3-16,0 3-3 0,-2-1-3 0,0 1-3 16,-3 0-5-16,0-2 0 0,-8 2-4 0,15 0-2 0,-15 0-6 15,9 0 1-15,-9 0-4 0,9 0 0 0,-9 0 1 16,9-2-6-16,-9 2-1 0,0 0 0 0,0 0-3 15,9 2 2-15,-9-2-4 0,0 0-3 0,0 0 3 16,5 3-1-16,-5-3-1 0,0 0 1 16,1 9-4-16,-1-9 1 0,3 8-1 0,-3-8 5 0,-1 13-1 15,-1-3-1-15,0 0 1 0,-2 2 0 0,0-2 0 16,-1 4 1-16,-3 4 0 0,2-3 1 0,-3 4 0 16,1 1 0-16,-2-4 1 0,1 3 1 0,0-3 2 15,-2 1 0-15,-2 4 2 0,4-3-1 0,-2-2 1 16,3 0-6-16,0 0 7 0,-2-3-4 0,4-2 0 15,2 0-3-15,-1-4 0 0,2-1-1 0,-1 0 2 16,2-1 0-16,2-5-2 0,-5 7-1 0,5-7 4 16,-3 6-2-16,3-6-1 0,0 0 5 15,0 0-1-15,5 9 3 0,-5-9-1 0,12 1 0 0,-2 1 6 16,4-4-5-16,4 1 3 0,1-2-1 0,1 2-1 16,-2-2-1-16,3 2 0 0,-2-1-4 15,1-1-2-15,-1 2-19 0,0-3-21 0,-2 3-25 16,-4-2-34-16,2 2-34 0,2-3-33 0,-3 4-32 0,-4-2-130 15,3 2-353-15,-13 0 156 0</inkml:trace>
  <inkml:trace contextRef="#ctx0" brushRef="#br0" timeOffset="164063.77">22772 8138 113 0,'-1'-13'204'0,"1"13"-12"0,1-9-11 16,-1 9-9-16,0-7-17 0,0 7-16 0,0 0-15 15,0 0-14-15,0-9-16 0,0 9-11 0,0 0-9 0,0 0-9 16,0 0-8-16,14 16-2 0,-9-6-7 16,2 6-5-16,3 1-6 0,3 5-4 0,1 0 1 15,0 0-4-15,-1 1-3 0,-2 0 1 0,-1-7-7 16,2 6 1-16,-3-6-2 0,0 1-3 0,0-3-2 0,-1 1-4 16,-1-5 3-16,0-1-2 0,-3 2-1 15,3-2-2-15,-1-2-1 0,-3 0-3 0,0-2 5 16,0-1-4-16,1 1 1 0,-4-5 0 0,4 8 1 15,-4-8 8-15,2 6 11 0,-2-6 16 0,0 0 16 0,5 3 4 16,-5-3 1-16,0 0 1 0,0 0-12 0,9-17-5 16,-7 8-2-16,3-2-7 0,-3-3-4 0,3 0-8 15,-1-7 1-15,3 3-3 0,4-6 0 16,-4 0-10-16,2-1 3 0,-4 5-5 0,5-3 1 0,-5-2-3 16,3 2-1-16,-1-3-6 0,0 8 4 0,-2 1-6 15,0 2 1-15,-1 4-11 0,0 1-14 0,-1 1-17 16,0 4-23-16,1-1-26 0,-4 6-27 15,1-7-28-15,-1 7-14 0,0 0 12 0,0 0-1 0,0 0-5 16,0 0-2-16,2 22-25 0,-3-11-99 0,2 3-298 16,-1-2 132-16</inkml:trace>
  <inkml:trace contextRef="#ctx0" brushRef="#br0" timeOffset="164393.34">23180 8327 42 0,'0'0'189'0,"0"0"-9"0,0 0-14 0,0 0-11 16,0 0-9-16,0 0-13 0,0 0-15 0,0 0-11 16,0 0-5-16,12-4-15 0,-12 4-6 0,20-1-7 15,-4-1-3-15,3-2-12 0,-1 2-2 0,0 2-10 16,0 0-4-16,-6 0-1 0,0 2-6 0,1-2-7 16,-4 1-4-16,-1 1-4 0,-8-2-1 0,12 3-15 15,-6-2 7-15,-6-1-1 0,6 6 3 0,-5 3-3 16,-1 3 0-16,-2-2 3 0,-2 7 5 0,-4-2 3 15,-3 3 2-15,1-3-4 0,-3 9 1 0,1-8 0 0,2 2 2 16,-4 3-4-16,5-7 1 0,1-1-3 16,2 3-3-16,2-7 0 0,-2 2-2 0,3-1-1 15,1-1-4-15,-1-2 5 0,3 0-3 0,0-7 3 16,4 13 2-16,2-7-2 0,6-2-1 0,-1 1-1 0,12-4 2 16,7 2-3-16,0-4-26 0,7-3-29 15,2-1-44-15,0-3-31 0,14-7-35 0,-1 0-185 16,-3-1-369-16,-2-1 164 0</inkml:trace>
  <inkml:trace contextRef="#ctx0" brushRef="#br0" timeOffset="169146.17">20043 10717 109 0,'-7'-3'161'16,"-1"2"1"-16,8 1-3 0,-9-3-5 0,9 3-13 0,0 0-14 16,-10-1-15-16,10 1-7 0,0 0-17 0,0 0-4 15,-4-5-12-15,4 5-5 0,0 0-9 0,0 0-4 16,0 0-4-16,0 0-3 0,26-8-6 0,-16 4 1 15,1-2-10-15,2 2 0 0,0 0-4 0,-3-2 1 16,0-1-6-16,-1 2 2 0,-1-1-1 0,-3 1-3 16,-1-1-6-16,1 2-1 0,-5 4-2 0,4-10-1 15,-4 10-6-15,0-9-2 0,0 9-2 0,0 0 4 16,-9-10-6-16,4 7 0 0,5 3 0 0,-16 0-3 16,6 1-1-16,-3 3-2 0,1 1 8 0,-1 1-4 15,-4 4 7-15,2 2-12 0,0-2 5 0,-1 6-1 16,3-1 2-16,0 0 7 0,1 7-8 0,2-5 3 15,2 1 2-15,3-1-9 0,4 2 7 0,1-3 5 16,4 0-8-16,-1 0-3 0,7-1-3 0,2-1-1 16,3-3-20-16,1 1-7 0,9 1-3 0,-3-7-17 0,6 1-6 15,3-4-1-15,-2 0 1 0,4-5-8 16,1 0-6-16,-1-5 15 0,0 0 6 0,0-1-4 16,-2-2 2-16,-3-3 8 0,-1 0 9 0,0-1 0 0,-5-3 7 15,1 0 4-15,-8 2 3 0,2-4 18 0,-6 6-7 16,0 0 19-16,-4 2 5 0,-3 1 14 0,-2 1 9 15,-2 0 0-15,-1 1-8 0,1 8 4 16,-9-10-6-16,1 3 20 0,-3 2-12 0,-1 3 7 0,0 1 1 16,-1 0-3-16,0 3 2 0,-5 4 1 0,0 3-4 15,2 0-5-15,-3 2 2 0,4 2-4 0,-1 0-7 16,4 0 0-16,2 3-5 0,1-3 7 0,3-2-8 16,2 0-4-16,4 1-3 0,-1-1 8 0,2-1-1 15,3 1-6-15,1-3-2 0,4 1 1 0,1-1-2 16,2-2 3-16,-1-3-1 0,2 0-3 0,-3 0-1 15,1-3-1-15,0 0 8 0,-1-3-8 16,0 2 6-16,-1-4 2 0,-4-1-2 0,2 3 1 0,-1-5-10 16,-1 0 10-16,-1 0-7 0,1-2 3 0,-2 3 8 15,-1 0-1-15,0-4-3 0,-1 5 7 0,-1 6 2 16,2-10 6-16,-2 10-13 0,0-7 1 0,0 7-4 16,0 0-1-16,0 0 2 0,0 0-7 0,0 0 5 15,0 0 1-15,3 32-1 0,-3-16-5 0,-1 2 3 16,1 1 3-16,0 1-2 0,0 4-3 0,-2-4 3 15,2 4 1-15,0 3-4 0,0-10 6 0,0 0-1 16,3-5-5-16,1 6 0 0,-3-5 0 0,1-2 0 16,0 1-6-16,2-2 1 0,-2-1 7 0,1-4 0 15,-1 3-4-15,0-4 3 0,-2-4-1 0,4 9 7 16,-4-9 1-16,3 6 4 0,-3-6 1 0,0 0 0 0,0 0 3 16,17-12-5-16,-8 2-1 0,2-4-5 0,0-3 2 15,3-7-2-15,1-1 3 0,0-1-1 16,-1-1-3-16,-1-1 0 0,1-1-1 0,-1 1 4 0,2-1-1 15,-4-1-2-15,1 1 1 0,1 6 6 0,-3-2 4 16,-1 1 3-16,-2 11 9 0,-2 1 12 0,-1 3-4 16,-2-1-3-16,1 5-1 0,-3 5-7 15,4-6-6-15,-4 6-1 0,0 0-5 0,0 0-4 0,0 0 0 16,0 0-3-16,0 0 3 0,0 0-2 0,1 30-2 16,-1-17 0-16,-1 5-1 0,1-1 1 0,0 0 0 15,0-2 0-15,1 2-3 0,0-1 3 0,2-3-2 16,-1-1-1-16,6-1-3 0,-4 1 4 0,2-3-6 15,1 1 5-15,1-2 3 0,1-1 0 0,0 0-1 16,2-3-1-16,1-1 0 0,-1-1 1 0,0-4 1 16,1 2-1-16,-1-3 0 0,0-3 2 0,1 0-3 15,-3 0 2-15,1-2 0 0,0-4-2 0,1-1-1 16,-1-2-1-16,-2 1 4 0,-2 1 0 0,0-1-5 16,-1 2 4-16,0 2-2 0,-3 1 4 0,2-1 0 15,-3 5 6-15,-1 5-11 0,3-9 6 0,-3 9-5 16,2-6-4-16,-2 6 0 0,0 0 1 0,0 0-3 15,0 0 3-15,0 0-3 0,0 0 1 0,-2 25 3 16,2-25 2-16,0 17-5 0,0-7 2 0,1-1 2 16,-1 1-1-16,4 0 0 0,-2-6-3 0,2 3 2 15,2 1 0-15,-2-2 1 0,1-3 3 0,2 1-4 16,-1-3 2-16,6-1 2 0,-3-1 0 0,1 1 0 16,3-3 2-16,-3-3-3 0,-1 2 4 0,1-1-4 0,-2-2-1 15,-1 0 0-15,0-2 1 0,-1 1 0 0,-1-1-1 16,-1-1 1-16,1-1 1 0,-2 1-2 15,-1 5 0-15,0-3-4 0,-2 8 3 0,2-11-1 16,-2 11-1-16,-1-9-5 0,1 9-2 0,2-7 4 0,-2 7-1 16,0 0-7-16,0 0 7 0,0 0 0 0,0 0 2 15,-6 27 0-15,2-16 0 0,2 0-3 0,0 1 2 16,2 1-1-16,0-1 2 0,0 3-17 0,3 2-13 16,-1-6-19-16,1 1-26 0,1 0-20 0,0 0-31 15,3-5-14-15,1 3-22 0,-3-3-14 0,2 1-130 16,-1-2-335-16,0-3 148 0</inkml:trace>
  <inkml:trace contextRef="#ctx0" brushRef="#br0" timeOffset="169304.3">21040 10565 46 0,'-2'-6'94'16,"2"6"-25"-16,-4-6-13 0,4 6-17 0,0 0-18 15,0 0-21-15,0 0-10 0,0 0-15 0,0 0-24 0,5 25-52 16,3-17 24-16</inkml:trace>
  <inkml:trace contextRef="#ctx0" brushRef="#br0" timeOffset="169563.19">21303 10721 93 0,'8'11'109'0,"-1"-3"-4"0,-1 3-1 16,3 3 7-16,-4-1-11 0,0-3-8 15,0 2-7-15,2 2 2 0,0-2-1 0,-2-2-9 0,1-3-9 16,-1 3-7-16,0-3 0 0,-1 0 2 0,2-2 8 16,-1 0-2-16,-5-5 10 0,10 5 4 15,-2-5 2-15,2 0 2 0,0-4-5 0,-1-2 2 16,7-4-5-16,-2 0-5 0,1-3-3 0,1 0-5 0,4-9-6 16,-2 0-3-16,-3 3-6 0,3 0-4 0,-8 2-4 15,1 3-4-15,-1-3-8 0,-1 0-4 0,0 0-17 16,-3 3-12-16,0-1-30 0,-2 5-25 0,0 0-17 15,-3 4-11-15,1-1-23 0,0 1-20 0,-2 6-24 16,1-8-13-16,-1 8 0 0,0 0-107 0,0 0-294 16,0 0 130-16</inkml:trace>
  <inkml:trace contextRef="#ctx0" brushRef="#br0" timeOffset="170286.12">21833 10617 95 0,'0'0'193'15,"0"0"-2"-15,-8-7-18 0,8 7-6 0,-13-3-6 16,13 3-8-16,-15 0-17 0,3 3-7 0,1 1-13 16,-6 1-12-16,2 3-10 0,1 2-7 0,0-1-4 15,1 4-14-15,-2 1-10 0,7-4-4 0,0 1-3 16,-1 3-8-16,3-2-1 0,5-3-7 0,-2 1-2 16,2 1-3-16,2-3-2 0,2-1-2 0,1 0-4 15,3-1 0-15,3-3-1 0,-1 1-3 0,3-4-1 16,1-2-4-16,0 1-4 0,-1-1 3 0,0-3-6 0,-1-1-3 15,2 0 4-15,-5-1 2 0,-1 1-3 0,1-2-1 16,-2-1 0-16,-2-2-5 0,-1 3-3 16,-1-3 4-16,0 0-1 0,-1 2 1 0,-1-1 0 15,0 10 0-15,-1-13 0 0,1 13-4 0,-2-9 4 0,2 9-6 16,0 0 3-16,-1-8-5 0,1 8 2 0,0 0 0 16,0 0-2-16,0 0 5 0,-12 28-1 0,9-16-2 15,-2 4 3-15,1-1-2 0,3 0 3 0,1-2-5 16,1 3 4-16,0-3-1 0,2-2-1 0,2-1 4 15,0-2-2-15,1 2 1 0,2-4 1 0,2 0 1 16,0-2-2-16,2 0 2 0,4-2 0 0,-3-4 0 16,1 1-1-16,-1-4-1 0,1 0 1 0,3-4 0 15,-1-4 0-15,-3 2 0 0,0-2-2 0,-2-2 7 16,0-1-3-16,-2-1 3 0,-1 0-3 0,0-7-2 16,-4 5-2-16,1-7-1 0,-2 7 4 0,-1-5 1 15,2-1 2-15,-3 6-2 0,1 0 1 0,-2 2 7 16,0 1 3-16,0 6 3 0,-2-2-1 0,1 7 6 15,1 5-4-15,0-12 0 0,0 12-11 0,1-9-1 16,-1 9-4-16,0 0 1 0,0 0 0 0,0 0-2 16,0 0 2-16,0 28-2 0,-1-11-3 0,0 3 0 15,1-2 1-15,0 9 1 0,-3-7 3 0,6 5-1 16,-2-6-4-16,0 1 5 0,3-2-3 0,1 0 0 16,0-4 4-16,2 1-1 0,-1 0 3 0,2-6-2 15,2 3-2-15,-2-3 2 0,3 0 1 0,0-2-2 16,-1-4 3-16,4 0-3 0,-3-1 0 0,3-2 2 15,-1-2-1-15,0-1 0 0,4-4 2 0,-1 0 0 0,-6 0 2 16,-1-2-5-16,3-3-2 0,-6 2 4 0,2-4-2 16,-3-1-1-16,-2 3 0 0,-1-1 4 0,1 4-2 15,-3 0 4-15,0 1-3 0,-2-2 1 16,2 10-4-16,-3-9-3 0,3 9 0 0,-7-6 4 0,7 6-5 16,-11 2-1-16,2 4-3 0,0 0 5 0,-2 3-7 15,0 4-16-15,1 2-25 0,-1 1-42 0,3 0-33 16,1 2-25-16,5-1-33 0,0 0-19 0,2-3-131 15,3 1-359-15,2-3 160 0</inkml:trace>
  <inkml:trace contextRef="#ctx0" brushRef="#br0" timeOffset="170474.95">22441 10733 87 0,'4'-16'170'0,"-2"3"11"0,2 1-3 15,0 1-14-15,0-2-7 0,1 3-4 0,0 0 0 16,0 3-17-16,-4 1-10 0,3 0-18 0,-4 6-11 15,7-7-12-15,-7 7-10 0,12 0-6 0,-12 0-4 16,15 7-11-16,-8 1-11 0,0 1 2 0,0 1-9 16,0 2-22-16,0 3-19 0,-1-1-27 0,-4 2-22 15,2-3-31-15,-2-2-29 0,0 1-27 0,-2-2-20 0,0 2-107 16,-2-3-289-16,2-2 127 0</inkml:trace>
  <inkml:trace contextRef="#ctx0" brushRef="#br0" timeOffset="170696.95">22689 10475 28 0,'1'-13'225'0,"0"3"-3"0,2 3-13 0,-3 1-21 16,0 6-20-16,3-9-23 0,-3 9-14 0,0 0-11 16,0 0-7-16,0 0 4 0,9 21-7 15,-6-5-2-15,0 2-13 0,-1 1-7 0,2 5-7 0,-1 5-8 16,-1-3-11-16,-2 1-3 0,0 0-5 0,0 1-9 15,-1-3-3-15,0 0-22 0,2-4-20 0,-1-2-30 16,-1 1-43-16,-2-3-38 0,3 1-47 0,-2-2-48 16,-3 0-116-16,0-6-347 0,2-2 154 15</inkml:trace>
  <inkml:trace contextRef="#ctx0" brushRef="#br0" timeOffset="170849.75">22634 10635 83 0,'-1'-11'173'0,"1"11"-21"16,6-7-17-16,-1 3-22 0,7 1-26 0,-1 3-38 15,6-3-31-15,3 3-34 0,2 0-27 0,0 0-83 16,7 0-135-16,2 0 60 0</inkml:trace>
  <inkml:trace contextRef="#ctx0" brushRef="#br0" timeOffset="171248.15">23200 10571 124 0,'0'0'191'0,"1"-12"5"0,-1 12-10 0,-1-9-6 16,1 9-2-16,-2-10-12 0,2 10-10 0,0 0-11 15,-4-8-16-15,4 8-7 0,-4-6-16 0,4 6-8 0,0 0-14 16,0 0-3-16,-23 15-8 0,11-3-6 16,0 2-5-16,1 0-7 0,0 1-6 0,2 2-3 15,0 1-6-15,4 0-1 0,4 1-8 0,-2-3-4 16,4 1-2-16,4 0-21 0,2-2-15 0,2-2-16 15,-2-5-11-15,4 0-26 0,5 2-12 0,-4-4-29 16,6-1-6-16,-2-3-6 0,3-2 0 0,-2-2 8 16,2-3-14-16,-1 2 11 0,-4-8 10 0,3 1 13 15,-6-2 14-15,1 2 3 0,-2-3 10 0,-1-3 1 0,-3-1 18 16,0 0 6-16,-3-1 9 0,2-7 12 0,-1 7 20 16,-1-2 11-16,-1-6 8 0,1 9-7 15,-2-2-2-15,2 2 24 0,-2 4 36 0,0 2 14 16,1 1 2-16,-1 3-7 0,0 1-5 0,-1 6-12 0,0 0-8 15,0-8-5-15,0 8 6 0,0 0 6 0,0 0 3 16,3 24-2-16,-4-8-3 0,-2 4-3 0,0 5-6 16,-2 1-2-16,1 0-7 0,0 2-2 15,1 1-8-15,0-4 3 0,-2 1-5 0,3 0-4 0,0-2-13 16,1-5-36-16,0-1-41 0,-1 0-49 0,2-3-39 16,0-2-42-16,-1-2-136 0,0-1-354 0,1-1 157 15</inkml:trace>
  <inkml:trace contextRef="#ctx0" brushRef="#br0" timeOffset="171451.77">23517 10550 49 0,'0'0'184'0,"-10"0"-7"0,10 0-7 0,-16 8-2 15,5-1-7-15,-2 3-11 0,0 2-7 0,-1 1-16 16,3 1-14-16,1 1-10 0,3-5-8 0,2 2-7 15,1 4-9-15,4-2-8 0,4 1-7 0,0-3-16 16,5 2-29-16,5-3-30 0,1-2-50 0,4-4-32 16,8 2-32-16,0-3-36 0,-6-3-99 0,0-1-282 0,7-3 126 15</inkml:trace>
  <inkml:trace contextRef="#ctx0" brushRef="#br0" timeOffset="171650.37">23854 10429 37 0,'2'-11'207'0,"1"1"-2"0,-1 3-11 16,-1 0-25-16,-1 7-16 0,3-8-15 0,-3 8-14 0,0 0 3 16,0 0 16-16,6 21 1 0,-5-5-5 0,1 3-5 15,-1 8-7-15,-2 1-9 0,1-3-8 0,-2 4-14 16,1-3-12-16,-2 4-3 0,1-2-10 0,-1-1-7 16,-3-2-9-16,3-4-27 0,2-3-31 0,-3 0-30 15,1 0-38-15,-1-2-47 0,0-3-40 0,0-3-44 16,-1 0-159-16,0-2-391 0,5-8 174 0</inkml:trace>
  <inkml:trace contextRef="#ctx0" brushRef="#br0" timeOffset="171778.75">23820 10585 90 0,'13'-4'62'0,"0"-1"-31"16,6 3-37-16,-3-1-24 0,6-3-32 0,0 5 15 15</inkml:trace>
  <inkml:trace contextRef="#ctx0" brushRef="#br0" timeOffset="172288.23">24266 10519 30 0,'0'0'192'0,"5"-2"-18"0,-5 2-18 0,0 0-3 15,0 0-3-15,0 0 0 0,0 0 2 0,4 11-8 16,-4-11-14-16,-1 11-9 0,1-11-7 0,-3 13-7 15,3-7-13-15,0-6-6 0,1 13-7 0,2-3-6 16,1-1-9-16,2-5-2 0,-2 3-5 0,5 0-5 0,-4-3-8 16,5 1 0-16,2 0-3 0,-1-3-3 15,1 0-7-15,-3-2 0 0,-9 0-5 0,17-4-7 16,-6-1-10-16,-4-2-2 0,2 0 1 0,-5-1-4 16,1-1-11-16,0-3 2 0,-5 0-1 0,2-5-2 0,-4 0 0 15,-1 0-1-15,-1 0 3 0,-2 3-3 0,2-2 1 16,-3 6 6-16,4 1 4 0,-3 1-1 0,4 0 2 15,2 8 0-15,-6-9-3 0,6 9-3 0,-3-7 1 16,3 7-4-16,0 0 4 0,0 0 2 0,0 0-1 16,0 0 3-16,11-5-3 0,-11 5 3 0,16 1-2 15,-4-1 0-15,6-1-1 0,1 0-1 0,0-3 0 16,-1 2 6-16,4-5-4 0,-3 2-1 0,-1-3-1 16,-2 0 3-16,-1-3 2 0,-3-1-3 0,-1 1 2 15,0-2-3-15,-4-3-2 0,2 2 4 0,-4-3-5 16,-1 2 4-16,1 3 6 0,-4 2 7 0,3 1 0 15,-3 2 0-15,3 2-1 0,-3-1-1 0,-1 6-4 16,0 0-3-16,3-10-4 0,-3 10 1 0,0 0-3 16,0 0 4-16,-3 37 8 0,-2-8 9 0,-1 3 1 15,-4 1 5-15,-4 12 0 0,1-1 2 0,5-11 2 16,-2 1 0-16,-6 11 2 0,5-11 0 0,0 9-6 16,3-9-3-16,3-1 2 0,-5-1-5 0,4-3-2 15,0 4-8-15,3-8-14 0,1 5-32 0,2-6-34 16,-3-6-47-16,2 0-38 0,1-4-49 0,-1-4-25 15,1 2-169-15,0-7-430 0,0-5 191 0</inkml:trace>
  <inkml:trace contextRef="#ctx0" brushRef="#br0" timeOffset="172435.17">24557 10615 148 0,'10'-5'156'0,"1"-1"-12"0,6-1-15 0,-2 0-14 15,4 2-20-15,-2 1-29 0,3 0-18 0,-1 1-51 16,-1 0-50-16,0 3-89 0,-1-2-152 0,-5 2 68 16</inkml:trace>
  <inkml:trace contextRef="#ctx0" brushRef="#br0" timeOffset="173213.75">20943 11395 120 0,'-10'-3'200'0,"-1"-1"-2"0,3 3-12 0,1-1-12 16,7 2-22-16,-10-5-12 0,10 5-14 0,-4-4-14 16,4 4-11-16,0 0-6 0,17-11-13 0,-8 5-11 15,4 2-6-15,-2-4-4 0,6 3-8 0,-6 0-6 0,1 0-4 16,-1 0-11-16,-1 0 6 0,0 2-9 0,-2-2 2 15,0 2-6-15,-3 1-5 0,-5 2-1 16,10-2-5-16,-10 2 2 0,12 0-6 0,-12 0 1 16,8 3-5-16,-5 4-3 0,3 3 5 0,-4 2-4 0,-1 7 4 15,-2 1 1-15,-5 9 2 0,-2 3 0 0,-1-2 2 16,-9 14-1-16,3-11 0 0,-2-2 0 0,1 2 2 16,-1-3-4-16,-2-3 0 0,3 0-2 0,1-3 2 15,0-1-4-15,3-6 5 0,2-3-2 0,2 1-2 16,2-6-3-16,-2-1 2 0,5-2 2 0,-1-3 0 15,0 2 1-15,4-5-1 0,0 0-2 0,0 0 3 16,0 0-7-16,0 0-3 0,0 0-5 0,20-17 2 16,-6 7-1-16,11-3 2 0,-2-1-3 0,1 2 2 15,2 3-5-15,-1-1 8 0,2 4-3 0,1 1 0 16,-10 2-2-16,2 2 6 0,1 0-6 0,-2 1 3 16,-1 0 0-16,1-1 2 0,-7 3 0 0,7-1 0 15,-3-1-1-15,2 0 2 0,0 2-1 0,-1-4 3 16,1 0-3-16,-1-1 6 0,1 0-5 0,-1-4 1 15,-3 2 0-15,1-3 3 0,1-2-2 0,-5 4 0 16,-2-4 0-16,4-1 2 0,-3-3-5 0,-1 1 5 16,-4 1-2-16,2-3 0 0,-2-1-1 0,-4 4-2 15,2-6 4-15,-2 7-2 0,-4-6-2 0,2 6 2 16,-2 3-2-16,0-2-2 0,-1 1-2 0,0 4 1 16,0 0 2-16,4 5-1 0,-13-2-2 0,13 2 4 0,-23 9 2 15,9 0 4-15,0 4-2 0,-2 6 4 0,-1 1-2 16,4 2-3-16,2-5 1 0,3 6 2 15,3-4-4-15,5 1 1 0,1-2-1 0,3 0-17 16,1-1-14-16,7 0-17 0,-2-1-18 0,4-2-28 0,3-2-12 16,3-3-23-16,3 0-19 0,-1-4-7 15,-1 1-14-15,-3-4-90 0,4-2-279 0,-3-2 124 16</inkml:trace>
  <inkml:trace contextRef="#ctx0" brushRef="#br0" timeOffset="173892.51">21645 11643 122 0,'0'0'137'15,"-3"-11"3"-15,3 11-2 0,0-10-15 0,0 10-13 16,0 0-9-16,0 0-12 0,0 0 2 0,0 0-2 16,0 0 0-16,0 0-9 0,0 0 4 0,-4 28-3 0,4-19-4 15,0 4-8-15,2-3-9 0,-1 2 5 0,0-1-14 16,-1 0-5-16,0-1-1 0,3-1-7 0,-2-3-4 16,-1-6-1-16,1 11-4 0,1-6-1 15,-2-5 0-15,1 7 1 0,-1-7 2 0,0 0 9 0,4 5-9 16,-4-5-1-16,0 0-3 0,0 0 0 0,10-16-5 15,-4 6-1-15,2 0-6 0,0 0 2 0,4-2-13 16,-1-2 1-16,2 2-5 0,-1-1-1 0,1 2 1 16,1 1 0-16,-2 2-4 0,-3 4 1 0,2-2-3 15,-1 3 3-15,2 1-3 0,-2 2 4 0,-2-1-2 16,1 4-6-16,2 2 8 0,-1 0-2 0,1 0 3 16,-1 3-1-16,0 0 2 0,0-1 3 0,0 0-3 15,-1 0 3-15,2-1 0 0,1 0 5 0,-1-3-4 16,-1 3 7-16,1-5 2 0,0-1 5 0,1-1-3 15,1-1 0-15,-4 1-1 0,4-2 3 0,-2-2 0 16,-2 1 1-16,-1-2 0 0,2 0 2 0,-6-2-5 16,2-2-1-16,0 2-1 0,-3-2-1 0,2-2-1 15,-2 2-3-15,-3-3 0 0,0-2-2 0,-3 2 0 16,1 1 0-16,-1 1 2 0,0 0 0 0,0 1-7 16,0 4 6-16,3 6-2 0,-5-10-1 0,3 6-3 0,2 4-4 15,-8-3 3-15,8 3 0 0,-14 9 0 0,5-2 0 16,-4 6-1-16,3-1 2 0,0 4-4 15,0-1 3-15,1 3-1 0,4 0 0 0,-1-1-1 16,5-1 3-16,0 0-5 0,1-5 5 0,5 5-4 0,-1-5 1 16,4 0 1-16,2-1-1 0,0-1 1 0,2-3 1 15,0-1-5-15,5-1 4 0,-3-3-2 16,-1 0 2-16,4-3-3 0,2-1 0 0,-3-4 2 16,-4 2 0-16,5-3 0 0,-2 0 0 0,0 0 1 0,-6-3 1 15,2-1-3-15,1 0 0 0,-1-1-1 0,1 0 8 16,-5-1-4-16,2 0-3 0,-1 0-6 15,4 0-1-15,-5 5 2 0,1 1-4 0,-2 2 6 16,2-1-2-16,-3 2-2 0,0 1-2 0,2 2 3 16,-7 2 0-16,14 3 0 0,-5 3 3 0,-3 0 1 0,2 4-2 15,1-1 2-15,-4 2 3 0,1 5-4 0,-1 0 7 16,2 0-1-16,-2 1-1 0,0 2-12 0,-1-4-22 16,1 1-29-16,0-1-34 0,0-3-11 0,3-2-24 15,-1 0-17-15,4-1-29 0,4-1-103 0,2-4-304 16,3 0 134-16</inkml:trace>
  <inkml:trace contextRef="#ctx0" brushRef="#br0" timeOffset="174481.65">22887 11536 112 0,'-3'-7'203'0,"3"7"-10"0,-6-11-10 15,1 6-15-15,-3 2-11 0,8 3-16 0,-15 0-8 16,3 3-7-16,-2 3-11 0,0 2-9 0,-2 4-8 15,2-2-7-15,-2 5-8 0,3 0-6 0,1 0-10 16,0 0-9-16,6 1-1 0,1-1-12 0,0 1 0 16,3-3-5-16,4-1-4 0,1 1-2 0,4-3-3 15,1-1-6-15,1-1-2 0,2-3-9 0,6 1-2 16,-1-5-2-16,3-1-3 0,1-3-1 0,-8 1 1 16,6-5-2-16,-1 0-1 0,-4-3 0 0,-1 0 1 15,0-2-2-15,-2-5 3 0,0 2-3 0,-1-9 3 16,-4 6-3-16,0-8 0 0,-2-1 0 0,-2-1 1 15,-1-1 0-15,-2 0-5 0,-1 1 8 0,2-2-2 16,0 1 3-16,-1 2-3 0,0 0 1 0,2 2 5 16,-2 6-1-16,-1 2 0 0,4 1 10 0,-4 8 4 0,3 0 3 15,-3 0-4-15,3 8-3 0,-2-9-4 0,2 9-3 16,0 0-1-16,0 0-5 0,0 0 3 16,0 0 0-16,2 41 3 0,-4-16-4 0,2 1 6 15,0 3-6-15,0 0-2 0,0-3 3 0,3-2-4 0,3 3 4 16,-1-3-1-16,2-5-5 0,-2 0 8 0,4-3-1 15,-2 2-3-15,4-4-2 0,0-1 0 16,5-2 2-16,-2-3 0 0,4 1-1 0,-2-4 3 16,2 1-2-16,0-3-1 0,-5-3-2 0,6-1 1 0,-2-1 1 15,2-2-2-15,-4-2 2 0,0-2 2 0,-4 1-8 16,1-4 0-16,0 0-5 0,-2-3-3 0,1 1-7 16,-5 3 3-16,0-3-3 0,-2 1 4 15,0 1 1-15,1 0 3 0,-1 0-2 0,-3 0 7 0,0 6 1 16,0-1 3-16,-1 6-2 0,2-10 4 0,-2 10-13 15,2-6 2-15,-2 6-1 0,0 0 2 0,0 0 0 16,0 0 3-16,-10 23 1 0,6-11 3 0,-1 3-4 16,1 2-1-16,3-4-8 0,-2 2-15 0,1 2-17 15,1-2-38-15,-1 2-33 0,4-6-31 0,-1-1-27 16,0-1-22-16,2 1-161 0,-2-2-383 0,0-2 170 16</inkml:trace>
  <inkml:trace contextRef="#ctx0" brushRef="#br0" timeOffset="174646.58">23182 11279 146 0,'-1'-6'162'0,"1"6"-21"0,-3-9-20 16,3 9-41-16,0 0-13 0,0 0-21 0,0 0-21 15,0 0-25-15,0 0-28 0,9 21-32 0,-4-9-57 16,2 2-127-16,3 2 56 0</inkml:trace>
  <inkml:trace contextRef="#ctx0" brushRef="#br0" timeOffset="174911.89">23420 11496 123 0,'5'9'169'0,"-5"-9"-11"0,0 0 0 0,-1 12-19 0,1-12 0 16,1 9-11-16,-1-9-3 0,1 9-3 15,-1-9-4-15,4 10-11 0,-1-6-3 0,-3-4-13 0,9 7-6 16,-3-3-10-16,2-2-6 0,2 1-3 15,2-3-9-15,1 0-5 0,0 0 2 0,0-3-10 0,1 1-3 16,1-7-4-16,-3 4-1 0,-2-1-6 16,0-4 2-16,1 3 0 0,-8-4-5 0,3 0-3 0,-4-1-1 15,1 0-3-15,-3 0 0 0,-2-1 0 0,-1 1-14 16,-1-2 4-16,-3 2 0 0,1 3-4 0,-2 1 0 16,-1 1-3-16,-1 0-5 0,-4 4-14 15,3-1-10-15,-2 3-21 0,-3 2-19 0,4 3-21 0,0-2-26 16,-1 4-18-16,4 0-28 0,2-1-26 0,2 3-104 15,5-1-314-15,0-7 139 0</inkml:trace>
  <inkml:trace contextRef="#ctx0" brushRef="#br0" timeOffset="175492.89">23844 11411 86 0,'-1'-10'205'0,"1"10"-1"0,-4-7-2 16,4 7-11-16,-2-8-1 0,2 8-20 0,-7-5-11 15,7 5-14-15,-13 0-15 0,13 0-10 0,-15 7-5 16,-1 0-10-16,3 3-4 0,-1 1-13 0,3-1-6 16,1 4-10-16,0-1-8 0,2 2-4 0,2-1-9 15,1-2-7-15,2 1-2 0,3-2-5 0,1 1-3 16,3-3 2-16,1 1-6 0,1-3-3 0,2-1 2 16,3 0-5-16,-1-2-4 0,1-1 1 0,2-1-4 15,-1-4 0-15,2 0 0 0,-3-2-2 0,5-3 2 16,-5 0-6-16,4-2 0 0,-3-5 1 0,1-1-1 15,-2 2-5-15,-3-4 2 0,-2-1-2 0,2-8-1 16,0 1-1-16,-5 6 2 0,4-5-6 0,-5-1 5 16,4-2-2-16,-3 1 1 0,2 0-4 0,0 0 9 15,-1-2-6-15,0 9 0 0,-1 2-3 0,-2 3 4 16,0 1 3-16,-1 5 4 0,3 1-2 0,-3 7 0 16,1-10-10-16,-1 10 4 0,0 0-6 0,0 0 8 15,0 0-9-15,0 0 6 0,-1 38-4 0,0-14 5 16,-3 4-1-16,0 1-2 0,0-2 3 0,1 1-2 15,1-3 1-15,1 0 0 0,-1 0-1 0,4-6 5 16,1-2-3-16,3 1 5 0,-1-1-5 0,4-1 2 16,1 0 2-16,0-2 3 0,3-2-4 0,1-4 2 0,-2-1 0 15,4-3 1-15,2-1-2 0,0-3 0 0,1-3 1 16,0 3-1-16,-1-5-2 0,-2-2 5 0,-1 0 0 16,-1-4-2-16,1 1-2 0,-3-1 0 15,-1-2 1-15,2 1-2 0,-5-5 2 0,-1 2-4 0,0-2 0 16,-5 2 2-16,2-2-2 0,-3 6-2 0,-1-2 0 15,2 3 8-15,-4 0-4 0,2 10-1 0,-2-14-1 16,-1 10 1-16,3 4-4 0,-9-4-2 0,9 4 3 16,0 0 2-16,-23 14-4 0,13-6 2 0,2 2-1 15,-1 1-5-15,3 1-15 0,1 1-32 0,1-2-30 16,4 1-45-16,0 3-47 0,5-5-44 0,5 1-46 16,2-1-136-16,3-1-432 0,1-1 191 0</inkml:trace>
  <inkml:trace contextRef="#ctx0" brushRef="#br0" timeOffset="175657.7">24638 11482 81 0,'0'0'296'0,"6"-4"-23"0,-6 4-6 0,4-6-2 15,-4 6 5-15,0 0-9 0,1-7-13 0,-1 7-16 16,0 0-29-16,0 0-16 0,0 0-14 0,-1-11-21 16,1 11-28-16,0 0-39 0,0 0-41 0,0 0-46 15,3-7-54-15,-3 7-64 0,0 0-65 0,0 0-39 16,0 0-205-16,0 0-465 0,0 0 205 0</inkml:trace>
  <inkml:trace contextRef="#ctx0" brushRef="#br0" timeOffset="176668.96">24450 12243 16 0,'0'0'212'0,"0"0"-38"0,-18 3-21 0,12-2-15 16,-5 3-14-16,0-2-9 0,-3 1-12 0,-2-2-8 16,-5 1-8-16,-9 0-4 0,-2 0 5 0,-3 0-6 15,-4-3-2-15,-13 3-9 0,-4 1 0 0,-2 3-8 16,-4-3-8-16,-4 0-7 0,-27-2-3 0,-4-3-1 15,5 4-5-15,-3-1-2 0,-7-1-5 0,-3-8-1 16,-3 8-7-16,-5-2-1 0,-4 2 0 0,-1-10-3 0,-2 5 4 16,-1-3 2-16,-2 1 6 0,-1 3 6 15,4-3-3-15,-3 3 0 0,1 2 0 0,0-5-2 16,-2 6-4-16,-1 1-7 0,4-7-3 0,0 5-6 0,5-2-2 16,-4 0-3-16,2-2-2 0,3-3-5 0,0 4-1 15,3-5-4-15,2-5-1 0,2 0 1 16,0-2 0-16,4-2-4 0,0-3-6 0,7 1 1 0,-6-1-2 15,6-4 6-15,1 2-1 0,5-4-3 0,1-1 1 16,-1 0 1-16,31 4 3 0,-24-11-1 0,7-6 1 16,22 10-4-16,0-1 0 0,1-3 9 15,2 0-1-15,2-3 1 0,5-4 3 0,5 4-1 0,4-6 3 16,9 0-2-16,5-1 2 0,7-2-7 0,3-4 5 16,8-1-3-16,7-3 3 0,6-2-2 0,13-24 0 15,-4 25 2-15,16-26-2 0,8-2-1 0,4 10 5 16,1 0 2-16,5 6-5 0,5 2 0 0,1-2-3 15,0 5 1-15,8 1 5 0,3-1 2 0,0 5 3 16,-18 23 1-16,27-17-4 0,2 5-1 0,1 3 0 16,0 4-2-16,1 1-2 0,1 6-1 0,3 0-4 15,0 4 2-15,3 0-7 0,-1 3-5 0,6 2 0 16,5 2 1-16,-2 6 1 0,4-2-1 0,2 2 2 16,0 1 1-16,5 1-2 0,3 2 2 0,2 1 0 15,3 2-1-15,2 6 5 0,2 0-3 0,-2-5-3 16,-4 6 5-16,1-1-9 0,-1 3-2 0,3 2 4 0,-8 1-3 15,1 3 2-15,1-3 5 0,-3 5-5 16,0-1 7-16,-1 2-2 0,4 0 1 0,3 3 0 16,-3-3-2-16,0 3-3 0,-4 1 14 0,-1 2-11 15,1-4 6-15,-5 3-1 0,7 1-1 0,-2 4 5 0,0 3-7 16,0-4 9-16,-4 5-6 0,-5 0 3 0,-6 6 1 16,0-5 4-16,-2 2-5 0,-4 2 2 0,-26-4 6 15,23 11-4-15,-22-8-4 0,-3 2-1 16,20 9 3-16,-26-7 2 0,5 3 1 0,-7 0-10 0,-1 3 7 15,-1 2-1-15,-2 0 5 0,-5-1-4 0,-3 3 1 16,-2 1 0-16,-5 3 1 0,-6-5 4 0,-5 5 2 16,-2 5-6-16,-5-1 3 0,-6 2 2 0,-6 4 4 15,-4-4-11-15,-4 5 4 0,-8 2 6 0,-2-3-3 16,-2 0 0-16,-10-4 2 0,-1 1-8 0,-3-1 5 16,-19 19-1-16,16-28-2 0,-2 3 4 0,-3-1 3 15,-3 2 0-15,-13 19 6 0,11-20 4 0,-19 12-2 16,21-16 3-16,-25 13 2 0,19-14 1 0,0-6-1 15,-25 23-12-15,23-19 14 0,-24 13-6 0,-2-7-1 16,25-13 1-16,-28 14-4 0,24-18 7 0,-28 13-8 16,3-1-5-16,22-17 4 0,-29 13-6 0,5-1 4 15,25-12-2-15,-26 7 1 0,25-10 2 0,-29 11 0 16,30-12-2-16,-4 2 1 0,-22 6-5 0,25-11 3 16,-4 0-2-16,0-1-3 0,3-1-3 0,-2-3-7 15,6-2-14-15,0-2-16 0,-1-4-4 0,0 0-18 16,7-5-15-16,11 0-24 0,1-1-13 0,0-5-10 15,5 0-14-15,0-3-116 0,3-3-274 0,2-3 122 16</inkml:trace>
  <inkml:trace contextRef="#ctx0" brushRef="#br0" timeOffset="177022.04">25583 11201 171 0,'0'0'153'16,"0"0"-18"-16,0 0-3 0,0 0-20 0,0 0-9 0,0 0-11 16,11 9-7-16,-11-9-13 0,0 0-8 15,2 7 6-15,2-4 4 0,-4-3 8 0,10 6 2 0,-5-6-1 16,3 1-10-16,5-1 0 0,4-1-11 0,5-3-4 16,9-4-7-16,1-1-12 0,4-1-24 0,16-6-34 15,-3 2-36-15,3-6-37 0,0 1-45 0,1 0-127 16,1-3-285-16,0-2 126 0</inkml:trace>
  <inkml:trace contextRef="#ctx0" brushRef="#br0" timeOffset="177165.33">26714 10726 78 0,'-6'-8'140'16,"6"8"-28"-16,0 0-50 0,0-8-25 0,0 8-37 15,0 0-72-15,0 0-77 0,0 0 34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7T06:43:34.7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2898 4753 97 0,'0'0'163'0,"-3"-3"-3"0,3 3-10 16,0 0-5-16,0 0-11 0,0 0-12 0,0 0-9 16,-2-7-9-16,2 7-11 0,0 0-11 0,0 0-4 15,0 0-7-15,0 0-8 0,0 0-1 0,-10 0-12 16,10 0-5-16,0 0-1 0,0 0-3 16,-17 8 10-16,9-3-15 0,-2 2 5 0,0-1-3 15,0 2-4-15,-4 1-1 0,-2 3-1 0,4-2-7 16,-1 2 3-16,0-1-4 0,0 1-2 0,2 2-4 0,-1-1-1 15,1 0 1-15,0 1-5 0,1 0-2 0,0 2 6 16,2-2-6-16,1 1-2 0,-1 0 8 0,0-1-8 16,6-1 1-16,-2 1-5 0,0-2 0 15,4 1 3-15,-1-2-3 0,-1 1-2 0,5 1 3 16,0-2-3-16,1 1 1 0,-1 0 2 0,3-1-3 16,0-2 2-16,1 1 2 0,2-1-2 0,-1 1-2 15,6-1 3-15,-2-1-2 0,3 0 2 0,0-3 0 0,2 1-2 16,-4-2 3-16,6-2-4 0,1-2 3 15,1 2 0-15,2-2-2 0,-4-2 2 0,1 0 0 16,2-3 2-16,-3-1-3 0,7-2-1 0,-8 0 2 16,2 2-3-16,-2-3 1 0,1 0 6 0,-3 0 3 15,0-1 9-15,-4-3-2 0,-1 2 1 0,-1-3-3 16,1-1 0-16,-5 1 4 0,-1-1 9 0,-1-2 4 16,-1 0-4-16,-3-1-3 0,-3 0-3 0,-2 0-3 15,0 1 0-15,-2-2-2 0,0 4-3 0,-1 1-2 16,-2-1-7-16,2 1 6 0,0 4-7 0,-2 1 0 15,0 1 0-15,0 0-4 0,-2 3 0 0,-3-1-2 16,-3 2 2-16,1 1-7 0,-2 3-3 0,-9 1-10 16,10 2-10-16,-3 3-23 0,-5 1-28 0,4 0-36 15,-2 2-49-15,-2 3-50 0,1-1-165 0,-2 2-408 16,8-4 180-16</inkml:trace>
  <inkml:trace contextRef="#ctx0" brushRef="#br0" timeOffset="1989.78">3298 4981 15 0,'-10'-3'111'0,"-3"2"-7"0,3 1 9 0,1-1-8 0,9 1 0 15,-17-1-5-15,17 1 1 0,-14-1 1 0,8 1-4 16,6 0 0-16,-12 0-4 0,12 0 3 0,-10 0-8 16,10 0-9-16,0 0 0 0,-11 2-4 0,11-2-5 15,0 0-9-15,0 0 2 0,-11-2-5 0,11 2-9 16,0 0 0-16,0 0 0 0,0 0 0 0,0 0-1 15,0 0-2-15,0 0-3 0,0 0-7 16,0 0-2-16,0 0-2 0,0 0-6 0,0 0-4 16,0 0 9-16,0 0-12 0,28-1 3 0,-6 1 0 15,11-4-4-15,6-1-4 0,16 1 2 0,3 0 1 0,6-3-4 16,0-1-2-16,1 2 0 0,-3 1-1 16,2-1-2-16,-4 0 0 0,-1 2-2 0,-3-1 3 15,-4 2-4-15,2 2 0 0,-4-2 3 0,2 2 0 16,-16-1-2-16,1 2 1 0,0 2 4 0,-4-2-5 15,1-2 3-15,-5 2 4 0,-6 2 8 0,-4-4 0 16,-1 0 1-16,1 2-2 0,-9-2 0 0,-2 3 2 16,1-1-1-16,-9 0 1 0,13-1 4 0,-13 1-6 15,9 1 1-15,-9-1-1 0,9 0-2 0,-9 0-1 0,0 0 0 16,0 0-3-16,0 0-1 0,10-1 1 16,-10 1 1-16,0 0 3 0,0 0-5 0,0 0 0 15,6-3 1-15,-6 3-3 0,0 0-1 0,0 0 1 16,0 0-2-16,0 0-2 0,0 0 1 0,0 0 2 15,0 0-6-15,0 0 4 0,0 0-1 0,0 0-2 16,0 0 2-16,0 0-4 0,0 0 3 0,2-7 1 16,-2 7-4-16,0 0 2 0,0 0 1 0,0 0-2 15,0 0-1-15,0 0 3 0,-4-15-2 0,4 15 6 16,0 0-1-16,0 0-1 0,-2-11 4 0,2 11-3 16,2-9 3-16,-2 9-1 0,0-8-3 0,0 8-8 15,1-10 11-15,-1 10-3 0,3-9 2 0,-3 9 1 16,2-10-9-16,-2 10 5 0,0-7-4 0,0 7 4 15,0 0-5-15,3-10 4 0,-3 10 1 0,2-5-9 16,-2 5 1-16,0 0 0 0,6-6-3 0,-6 6 0 16,0 0-1-16,13 3 1 0,-5 1 1 0,3 0-1 15,-2 1-3-15,2 2 4 0,1-1-1 0,1 3 0 16,2 2 1-16,-2-1 5 0,1 1-5 0,0 0 1 16,-2 0 6-16,1 0-5 0,-4-2 0 15,1-1-1-15,0 1 2 0,-2-2-3 0,0 2 3 16,2-2-7-16,-3-2 5 0,-2-1 3 0,-5-4-3 15,8 10 4-15,-3-7-1 0,-5-3 0 0,10 7 1 0,-10-7 0 16,8 3 2-16,-8-3 5 0,0 0-4 0,10 2 6 16,-10-2-2-16,0 0 2 0,0 0 1 0,21-10-3 15,-15 5-3-15,3-1 1 0,0-1-1 0,0-1 0 16,0-2-2-16,1 3 3 0,-1-3-4 0,3-2 1 16,-1 4-2-16,-1 0-3 0,-2 0-5 15,7-1 2-15,-7 1-1 0,1 0 0 0,1 3-1 16,-1-3 0-16,0 4-2 0,-9 4-2 0,15-7 0 0,-6 5 1 15,2 1-3-15,-11 1 3 0,18 3 2 0,-8 1 0 16,1 0 0-16,1 2 9 0,-3 0-8 0,1 0-2 16,0 2 3-16,-2-1 3 0,3 1-3 15,0 2 3-15,1-1 0 0,-2-1-1 0,1-1-5 16,-2 1 9-16,1-1 0 0,-1 0-2 0,0-3 5 16,-3 1-3-16,2-2-1 0,-8-3 2 0,9 5 3 15,-9-5-1-15,8 5 1 0,-8-5 0 0,0 0-11 0,12 1 13 16,-12-1-3-16,0 0 1 0,14-8 7 15,-14 8-2-15,12-6 5 0,-6 2-5 0,1-4 0 16,0 3-3-16,1-4-2 0,1 3-6 0,-1-2 10 16,-1 0-1-16,1 1-3 0,1-1-1 0,-1 0-8 15,-1 1 2-15,2-1-8 0,1 3 5 0,-2-3-2 16,2 4 2-16,-1 1 1 0,-9 3-6 0,14-6 1 16,-14 6 0-16,16 0 0 0,-16 0 0 0,15 6 1 15,-7-1-1-15,0 1 2 0,-1 1 0 0,1 0 2 16,-2 0 3-16,0 3-2 0,2-3-2 0,-2 0 4 15,2 2 3-15,-1-3-4 0,-1 2 3 0,-1 0 3 16,0-5 0-16,-5-3-2 0,9 10-1 0,-9-10 4 16,11 4 0-16,-11-4 1 0,10 4 1 15,-10-4-1-15,10 1-2 0,-10-1 0 0,14-6 2 0,-14 6-2 16,15-7-2-16,-8 3-1 0,1-3 0 0,-1 2 4 16,-1-1 0-16,1 0-1 0,-1-1-1 0,0 0 1 15,0 1-5-15,0 0 0 0,0-1 7 0,-6 7-6 16,13-11-2-16,-8 6-4 0,-5 5 2 0,11-7-4 15,-11 7 7-15,10-4-9 0,-10 4 3 0,0 0 2 16,11-1 0-16,-11 1-9 0,0 0 11 0,12 6 0 16,-12-6 1-16,12 6-4 0,-6-1 3 0,0 1 1 15,2 1 5-15,-2-2-3 0,-6-5-2 0,13 9 0 16,-8-4 0-16,4 3 3 0,0-2-6 16,-4-3 5-16,-5-3 5 0,10 7-6 0,-5-3 2 0,4-1 2 15,-9-3-5-15,17 6 5 0,-6-2 2 0,1-1-1 16,-1-2-3-16,5 0 1 0,2 1 0 0,-1 0 1 15,6-2 2-15,5 0 1 0,1-2-2 0,1 2-2 16,2-3-2-16,1 2 2 0,3-2 1 16,3 2 0-16,0-1-2 0,14 0-2 0,-2 0 1 15,1-1-2-15,1 1 7 0,-1 1-5 0,2-1 0 0,1 0 0 16,0 0 5-16,5-2-7 0,0 4 4 0,1-1-4 16,4-1 2-16,30 2 0 0,-29-1 5 15,31 1-2-15,-5-4-3 0,-3 6 0 0,6-2 1 16,-6-2 3-16,-22 4-1 0,28-8-1 0,-4 10-1 15,-26 0 5-15,-1-4-3 0,2 1 2 0,-2-4 0 0,0 3-2 16,-1 2 3-16,-1-2 2 0,-7 0-1 16,1 1-4-16,-4-1 7 0,-13 0-6 0,-1 0-2 15,-2 0 2-15,0 0 3 0,-4 0-5 0,0 0 1 16,-9 0-1-16,-1 0-2 0,-4 0-2 0,1 0 2 0,-6 0 1 16,2 2-3-16,-2-2 4 0,-1 1-1 0,0-1-2 15,1 1 1-15,-13-1 7 0,16-1-7 16,-16 1 3-16,16 0-5 0,-16 0 3 0,10 0 0 15,-10 0-2-15,0 0 0 0,0 0-2 0,13 0-2 16,-13 0-27-16,0 0-12 0,0 0-21 0,0 0-24 16,0 0-35-16,0 0-30 0,0 0-37 0,0 0-48 15,0 0-209-15,0 0-486 0,0 0 215 0</inkml:trace>
  <inkml:trace contextRef="#ctx0" brushRef="#br0" timeOffset="3425.64">7675 4956 36 0,'-5'-7'201'0,"5"7"-2"16,0 0-8-16,0 0-7 0,0 0-7 0,-4-7-11 15,4 7-9-15,0 0-12 0,0 0-10 0,0 0-12 16,0 0-12-16,0 0-10 0,0 0-15 0,0 0-12 15,0 0-11-15,0 0-5 0,0 0-7 0,0 0-8 16,0 0-5-16,0 0-1 0,0 0-6 0,0 29-1 16,2-12-4-16,0 1-6 0,1 7-2 0,-1 1-1 15,2 2 2-15,0 1 3 0,1 2 8 0,-3 1-1 16,1 1-2-16,1 2-2 0,-2-2 15 0,1 3-4 16,-2 0-2-16,2-3 6 0,-2 3 1 0,2-2-4 15,-1 2 4-15,0-4-1 0,0-1 3 0,-2 0-2 16,0 0-7-16,1-3 2 0,1 0 0 0,-2-9-3 15,1 1-6-15,0-4-9 0,0 2 12 0,2-4-5 16,-2 2 1-16,1-4-1 0,-1-1 0 0,0-2-5 16,0-1 0-16,1 0-5 0,-2-1 0 0,0-7 1 15,2 12-4-15,0-9-1 0,-2-3 2 0,0 9-1 16,0-9-1-16,1 7-4 0,-1-7-5 0,0 0-20 16,1 9-15-16,-1-9-17 0,0 0-21 0,0 0-34 15,0 0-46-15,-1 17-43 0,1-17-46 0,-1 10-205 16,1-10-483-16,0 0 214 0</inkml:trace>
  <inkml:trace contextRef="#ctx0" brushRef="#br0" timeOffset="4219.68">7402 5979 25 0,'0'0'127'0,"-9"-2"3"0,9 2 0 0,-8-3-2 16,8 3-11-16,0 0-4 0,-10-2-8 0,10 2-12 0,0 0-11 16,0 0-5-16,0 0-6 0,0 0-3 15,0 0-4-15,0 0-2 0,33-5-1 0,-12 5-6 16,13-2-1-16,6-2-5 0,11-2-5 0,4 2 0 15,0 0-1-15,-2-2-17 0,0 2 3 0,0 1 2 16,-2 0-4-16,-12-1-2 0,1 0-2 0,-5 0-1 16,2 4 1-16,-5-2-5 0,-1 0 1 0,-12 1 0 15,3-1-5-15,-3 2 3 0,-6-1-2 0,-2 0 1 16,2 1 0-16,-4 0-2 0,0-1-1 0,-9 1-1 16,13 0-2-16,-13 0 1 0,9-2-2 0,-9 2-3 15,0 0 2-15,9 0-6 0,-9 0-5 0,0 0-7 16,0 0-24-16,0 0-3 0,9 3-12 0,-9-3-24 15,0 0-11-15,0 0-22 0,0 0-30 0,-22 17-27 16,10-12-83-16,-4 1-266 0,-3 2 118 0</inkml:trace>
  <inkml:trace contextRef="#ctx0" brushRef="#br0" timeOffset="5122.3">7297 5857 115 0,'0'0'129'16,"-4"-5"2"-16,4 5-11 0,0 0-2 0,0 0-1 15,-5-5-10-15,5 5-1 0,0 0-7 0,0 0-1 0,0 0-7 16,0 0-2-16,0 0-1 0,0 0-12 0,0 0-5 16,0 0-10-16,0 0-2 0,0 0-10 15,0 0-5-15,0 0-8 0,0 0-3 0,0 0-4 16,0 0-8-16,0 0 3 0,0 0-2 0,0 0-4 15,0 0 2-15,0 0-6 0,18 10-3 0,-13-6 3 16,5 2-14-16,-2 0 12 0,-2-2-2 0,2 0-1 0,1 4-3 16,0-2 1-16,-1 3 0 0,3 0 3 15,-5-1-1-15,3 0 0 0,0-1 16 0,1 2-2 16,-2-3-3-16,-1 2 2 0,0-2 5 0,1-1-1 16,-3-1-4-16,0 1 2 0,3 2 0 0,-3-4 5 0,0 0-4 15,-5-3-3-15,5 8-4 0,-5-8 2 0,8 5-3 16,-8-5-4-16,4 3 1 0,-4-3-1 0,0 0-2 15,6 3 2-15,-6-3-1 0,0 0-4 16,0 0-2-16,0 0-1 0,0 0 0 0,0 0-17 16,0 0-14-16,5 4-37 0,-5-4-35 0,0 0-41 0,0 0-29 15,0 0-18-15,4 6-122 0,-4-6-331 16,0 0 146-16</inkml:trace>
  <inkml:trace contextRef="#ctx0" brushRef="#br0" timeOffset="5899.69">8204 5951 1 0,'5'-5'38'0,"-5"5"-1"15,0 0-4-15,0 0-2 0,0 0-5 0,0 0-4 0,0 0-3 16,0 0-3-16,0 0 4 0,5-6-8 16,-5 6 3-16,0 0-8 0,0 0 4 0,0 0-1 15,0 0-4-15,0 0 4 0,0 0-5 0,0 0 0 16,0 0 0-16,0 0 6 0,0 0-10 0,0 0 6 15,0 0-6-15,0 0 7 0,8-3 2 0,-8 3-2 0,0 0 7 16,0 0-3-16,7-3 8 0,-7 3 2 16,0 0 5-16,0 0-6 0,0 0 10 0,11 0 6 15,-11 0 5-15,0 0 11 0,0 0 2 0,0 0 7 16,0 0 23-16,0 0-9 0,0 0 2 0,0 0 5 16,0 0-1-16,0 0-5 0,0 0 0 0,0 0-3 0,0 0-3 15,0 0-5-15,0 0-6 0,0 0 0 16,0 0-5-16,0 0-3 0,0 0-8 0,0 0-2 15,0 0-5-15,0 0-5 0,0 0-5 0,0 0-10 16,0 0-4-16,0 0 6 0,0 0-2 0,0 0-4 16,0 0 0-16,0 0 0 0,9 7-4 0,-5-2 2 15,0-1-3-15,1 1 2 0,-1 0 1 0,3 2-1 16,-2-2-1-16,-1 1 1 0,0 0 8 0,1 2 10 16,0-4-8-16,3 2-1 0,-4-2-1 0,1 1 4 15,0 1-3-15,-1-2 2 0,1 2 0 0,1-1 5 16,-2 0-1-16,0-1-4 0,2-1 1 0,-6-3 0 15,4 6 0-15,0-2-2 0,-4-4 3 0,5 3-3 0,-5-3-4 16,5 6-1-16,-5-6-4 0,0 0 1 16,4 4-4-16,-4-4-1 0,0 0 0 0,0 0 2 15,0 0-16-15,4 6-11 0,-4-6-30 0,0 0-35 16,0 0-28-16,0 0-28 0,0 0-18 0,0 0-31 16,-14 9-121-16,2-5-335 0,2 1 148 0</inkml:trace>
  <inkml:trace contextRef="#ctx0" brushRef="#br0" timeOffset="6475.79">7706 5918 67 0,'0'0'68'16,"5"-3"-19"-16,-5 3-3 0,0 0 2 0,0 0-15 15,0 0 5-15,0 0-10 0,11 0 0 0,-11 0-8 16,0 0 2-16,0 0 2 0,0 0 0 0,0 0 4 16,0 0-4-16,0 0 12 0,8 8 10 0,-8-8 13 0,1 8 4 15,-1-8 4-15,-1 9 7 0,1-9-5 16,-2 14 17-16,-1-3-7 0,0 0-6 0,1-1-5 15,-4 5 9-15,1 3-3 0,-2 0 1 0,1-1-6 16,-2 1-2-16,0 6 4 0,-2-1-2 0,4-4-4 16,-2 7-3-16,-6-3 10 0,2 1-5 0,0-1-5 15,1 0-10-15,4-4 5 0,-3-3-3 0,2 2-3 16,0-3-3-16,0 1-6 0,1-2-2 0,-1 1 2 16,2-5-3-16,1 1 0 0,1-3-6 0,1 1-5 15,1-3 0-15,-3-2-4 0,5-4-2 0,-5 10-4 16,5-10-1-16,-3 9-2 0,3-9 0 0,-4 7-4 0,4-7-13 15,0 0-9-15,-1 8-15 0,1-8-28 16,0 0-30-16,0 0-42 0,0 0-35 0,0 0-32 16,0 0-160-16,0 0-382 0,0 0 169 0</inkml:trace>
  <inkml:trace contextRef="#ctx0" brushRef="#br0" timeOffset="6818.03">7808 6011 39 0,'1'-5'199'0,"-1"5"-4"0,4-11-4 0,-3 5-10 16,-1 6-9-16,4-8-11 0,-4 8-14 0,2-7-14 16,-2 7-14-16,0 0-14 0,0 0-16 0,2-7-11 15,-2 7-9-15,0 0-5 0,0 0-10 0,0 0-5 16,0 0-2-16,14 19-1 0,-5-6 1 0,0 1 9 15,-1 1-5-15,1 2-1 0,1 6-2 0,2 2 6 16,1-2-5-16,-2-1-4 0,-2-3-1 0,2 3-2 16,-2-4-8-16,-1-1 5 0,2 0-8 0,-2-1 0 15,-2-6-6-15,1 0-1 0,-1 5-2 0,1-5 0 16,0 1-4-16,-2-3 0 0,-1 2 3 0,1-2-6 16,1 1-1-16,-1 0-6 0,-1-2-23 15,0 0-20-15,-1-1-28 0,-1 1-36 0,0 1-51 0,0-3-51 16,-2-5-197-16,-2 18-430 0,-1-9 191 0</inkml:trace>
  <inkml:trace contextRef="#ctx0" brushRef="#br0" timeOffset="7149.26">7467 6542 53 0,'-8'-2'205'0,"8"2"-5"0,-10-4-4 0,10 4-12 0,-9-2-11 15,9 2-10-15,0 0-11 0,0 0-12 0,-9-2-12 16,9 2-12-16,0 0-5 0,0 0-12 0,32-7-5 16,-10 3-7-16,7 2-4 0,3-3-6 0,4 2-13 15,2 1-7-15,2-2-5 0,-2 1-6 0,2-2 0 16,-3 3-6-16,2 0-5 0,0-2-3 15,-3 2-1-15,2-2-3 0,-1 2-2 0,0 0-3 0,-2 2-2 16,-5-3 1-16,0 1-6 0,-2 2-3 0,-9-1 0 16,0-1-2-16,-6 2 5 0,2-2-6 0,-4 4-3 15,1-2-3-15,-2 0-1 0,2 2-21 16,-4-1-18-16,-2 1-30 0,0 1-45 0,-6-3-49 16,11 7-32-16,-9-5-191 0,-2-2-414 0,0 0 183 0</inkml:trace>
  <inkml:trace contextRef="#ctx0" brushRef="#br0" timeOffset="7749.2">7795 6557 216 0,'0'0'214'0,"2"-9"-6"0,-2 9-10 16,1-6-11-16,-1 6-24 0,0 0-12 0,0 0-19 0,0 0-8 16,0-8-22-16,0 8-12 0,0 0-14 0,0 0-10 15,0 0-3-15,0 0-2 0,0 0-6 0,5 33 4 16,-4-14-2-16,4 6-4 0,-2 6-2 0,-3 1-3 15,1 3-1-15,0 10 0 0,1 3 2 0,-4-12-1 16,5 15-3-16,-4-3-1 0,3-15-1 0,1 3-1 16,-2-2 5-16,2 1-3 0,-1 11 12 0,0-13-2 15,1 0 18-15,4 1 2 0,-5-3-6 0,1-1 0 16,-1-1 3-16,2-2 0 0,-1-4-4 16,-1 3-8-16,1-9-2 0,0-6-7 0,-2 7-5 15,0-7-4-15,0-1-4 0,1 1-2 0,-2-3-8 0,1 0 5 16,0-2-8-16,-1-6-3 0,4 10 1 0,-4-10-2 15,1 10 0-15,-1-10-5 0,3 9-11 0,-3-9-19 16,1 4-23-16,-1-4-29 0,0 0-23 0,1 8-25 16,-1-8-32-16,0 0-44 0,0 0-59 15,0 0-255-15,0 0-547 0,-17 5 243 0</inkml:trace>
  <inkml:trace contextRef="#ctx0" brushRef="#br0" timeOffset="8817.77">2893 7553 42 0,'0'0'180'0,"-7"-8"-7"0,7 8-17 16,-11-1-11-16,11 1-10 0,-13 0-12 0,4 3-8 16,-3 0-1-16,0 4-2 0,-2 1-13 0,-1 4-13 15,-2 1-3-15,-2 6-5 0,4-4-9 0,3-1-4 16,-2 12 1-16,4-3 3 0,-2 1-4 0,3 0-5 15,2 0-5-15,3 1 3 0,0-6-1 0,3-1-7 16,2-1-7-16,-1 1 1 0,4 0-8 0,2-2-2 16,1 0 0-16,3-1 0 0,0 1 2 0,7-4-1 15,-1-4-2-15,5 0 2 0,0-2 2 0,6-4 0 16,3-1-3-16,-2-2-2 0,1-2 1 0,-2-2-6 16,0-2 3-16,-6 3 7 0,3-5-9 0,-5-3-4 15,-2 3 0-15,-2-1 4 0,0-1 3 0,-2-2-3 16,-2 0 3-16,2-1-7 0,-5-3 6 0,1-1-14 15,-2-5 4-15,-2-2-3 0,-2 6-1 0,-4-4-6 16,1-2 2-16,-7 7-3 0,-2-8 3 0,-3 4-4 16,0 0-5-16,-5 3 3 0,0-2-1 0,0 9-7 15,-6-4 0-15,5 7 3 0,-1 0-2 0,0 1-2 16,-2-1 1-16,2 5-1 0,0-1-1 0,0 2-12 16,0 2-18-16,1 1-11 0,-1 1-7 0,1 5-13 15,2-2-13-15,0 3-18 0,5 1-30 0,2 1-30 16,2 1-27-16,3 0-34 0,3 3-147 0,1-2-395 15,5 0 175-15</inkml:trace>
  <inkml:trace contextRef="#ctx0" brushRef="#br0" timeOffset="9734.85">3117 7782 33 0,'0'0'147'0,"0"0"-4"15,0 0-21-15,0 0-7 0,-12-1-11 0,12 1-12 16,0 0-9-16,0 0-2 0,0 0-5 0,0 0 4 15,0 0-9-15,0 0-2 0,29 9-1 16,-16-9 5-16,8 2-5 0,8-1-4 0,-1-2-1 0,3 1-10 16,5 0-3-16,1-4 1 0,2 4-3 0,12-2-6 15,0-2 1-15,6 2 4 0,-3 0-5 0,3 2-5 16,0-4-1-16,1 4-2 0,1-3-3 0,1 1 0 16,2 0 0-16,0 2 0 0,2-3-4 0,1 4 5 15,0-1-6-15,-1-1-1 0,27 5-1 0,-31-5-3 16,1-1 2-16,2 5-4 0,-2-2-5 0,-2-1 5 15,3 2-4-15,-3 0 5 0,3-1-1 0,-4 2 4 16,4-1-2-16,-2-1-2 0,0 1 3 0,-1-2-2 16,-2 1-3-16,5-1 2 0,-1-1 4 0,-1 3 0 15,-1 2-1-15,-2-5-2 0,-2-2-1 0,0 2 0 16,0 0-1-16,1-1 1 0,-1 1-3 0,0 2-2 16,1-2 3-16,-1-1-1 0,-2 3 1 0,2-2 0 15,0-2 1-15,0 2 6 0,-4-1-6 0,5 2-4 16,-2 0 2-16,-1-2-8 0,1 1 6 0,0 1-4 15,2 1 0-15,1-3 0 0,-3-1 2 0,1 2-2 16,4-1 1-16,0 0 1 0,-1 2 0 0,4 0-1 16,-1 0 2-16,-1-2 0 0,2 2 1 0,-2-3-3 15,0 3-3-15,1 0 1 0,0-3 0 0,5-1 5 16,-5-2-8-16,3 6 5 0,1-3-1 0,-2 3-6 16,-1-3 3-16,2 5-1 0,26-6-2 15,-30 2 2-15,1-1 0 0,-2 0-2 0,-2 0 4 16,5 0-7-16,-2 2 2 0,-2 1-3 0,-1-2 4 0,-3 4-3 15,0-2 1-15,1 0 0 0,0-5 1 0,0 7-3 16,3-5 2-16,-2 3-1 0,3-2 3 0,-4-2-1 16,2 4 0-16,-2 0-6 0,4-1 3 15,-8-3 2-15,4 0 2 0,-4 3-2 0,2-2 1 16,-1 2-4-16,-1-1 7 0,-1-2-6 0,-12 1 1 0,15 3-2 16,-15 1 0-16,17-4 0 0,-17 0 1 0,15 2 2 15,-15-1-3-15,3 0 1 0,-1-2 2 16,12 3 1-16,-15-2-4 0,-1 2 8 0,1-3-5 15,-1 1-1-15,2 2-2 0,-1-2 8 0,0 0-8 0,0 0-2 16,-2 1 11-16,2-1-8 0,-3 1 1 16,1 0-2-16,1 4 1 0,-3-2-2 0,-1 0 4 0,2 2-1 15,0 0-1-15,-3-4-2 0,1 2 6 0,0-4 0 16,-2 1 4-16,0 3-3 0,0 0 1 0,-2-3 0 16,0 2-1-16,-8-1-4 0,0 1 2 0,0 1 11 15,-1-3-2-15,-6 3-10 0,0 0-3 16,-13 0 2-16,19 0 1 0,-19 0 1 0,0 0-3 0,19 3 0 15,-19-3-5-15,7 3-13 0,-7-3-12 0,0 0-13 16,0 0-24-16,0 0-30 0,0 0-23 0,0 0-52 16,0 0-40-16,0 0-220 0,-44-19-468 15,25 18 207-15</inkml:trace>
  <inkml:trace contextRef="#ctx0" brushRef="#br0" timeOffset="11249.23">8604 4842 23 0,'-12'-1'78'0,"12"1"-2"0,0 0-8 0,-10-2 2 16,10 2 1-16,0 0-10 0,0 0-4 16,-10 0-6-16,10 0-2 0,0 0-6 0,0 0-2 15,0 0-2-15,0 0-4 0,-9-1-9 0,9 1-1 16,0 0-8-16,0 0-2 0,0 0 2 0,0 0-8 15,0 0 6-15,0 0 2 0,0 0 1 0,0 0 3 16,22 18-7-16,-12-14 4 0,2-1-1 0,8 2-2 16,2 0 3-16,7 1 6 0,3-3 0 0,2 0-1 15,3 0 5-15,1-2-1 0,17-1 2 0,-3 2-5 16,2-2 9-16,0-2 1 0,-1 1-4 0,2 0 1 16,0-1-9-16,-1-1 2 0,0 0-2 0,1 1 1 15,3-2 1-15,-1 1-9 0,-2-1 5 0,1-1 2 16,-1 5-2-16,0-2-9 0,-3-2 6 0,1 2-1 15,-2 2-2-15,-12-2-1 0,12-2-1 0,-12 3 0 16,13-1 3-16,-12 1-4 0,-2-3 3 0,13 2-5 16,-12-1 7-16,1 1-6 0,-3 1 0 0,-1-2-5 15,1 2 1-15,-1-1-1 0,-4 0 4 0,-2 0 1 16,-9 2-3-16,-2-1 2 0,-1 1-1 0,0 0 6 16,-5-1 6-16,1 1-3 0,-4-1 1 0,-2 0 1 15,-8 1-5-15,14-2 5 0,-14 2-3 0,10-1 3 16,-10 1-3-16,8 0 1 0,-8 0-5 0,0 0 0 15,14-1-5-15,-14 1 3 0,8-2-4 0,-8 2 0 16,10-1 1-16,-10 1-6 0,11 0 8 0,-11 0-2 16,13-1-2-16,-13 1 3 0,12 0 4 0,-12 0-7 15,11 0 2-15,-11 0-2 0,8-2-1 0,-8 2 2 16,7 0 0-16,-7 0 5 0,0 0 3 0,11 1-1 16,-11-1 3-16,0 0 8 0,0 0 1 0,0 0 0 15,0 0 1-15,0 0 2 0,0 0-4 0,0 0 4 16,0 0-5-16,0 0 2 0,0 0-4 0,0 0 0 15,0 0-1-15,0 0-4 0,0 0-1 0,0 0 0 16,0 0-7-16,0 0-1 0,0 0 2 0,0 0-4 16,0 0-3-16,0 0 0 0,0 0-1 0,0 0 1 15,0 0 0-15,0 0-4 0,-27 6 1 16,22-3 0-16,-4 1 0 0,2 2 0 0,1-3 1 0,-3 1-2 16,0 4-1-16,4-4 3 0,0 3-3 15,1 0 5-15,-1-1-4 0,2 1 0 0,1 0 5 0,-2-2-5 16,4-5 0-16,-1 14 3 0,1-14-1 0,5 11-3 15,-3-5 5-15,3-1 5 0,2 1-1 0,-1-1-2 16,2 0 1-16,3-2 1 0,0 0-7 16,0 0 8-16,1 0-2 0,-1-2 3 0,2-1-3 0,0 0 3 15,-3 0 2-15,1-1 4 0,-2-2 3 0,-1 0 4 16,0 1-3-16,-2-1 5 0,-1-1-5 0,-5 4-1 16,8-10-4-16,-3 4-3 0,0-3 0 0,-1 1 4 15,0-2-3-15,-4 1-5 0,1-1 4 16,-2-1-6-16,-2 0 2 0,-1 2-1 0,-2-2-4 0,1 2 1 15,-2-2 1-15,0 2-6 0,-2 0-5 0,0 2-2 16,1 1-9-16,-2 1-18 0,-3 1-16 0,0 4-12 16,-4 0-16-16,-1 2-32 0,-3 5-39 15,-4 3-39-15,-1 4-152 0,3 0-373 0,0-1 165 0</inkml:trace>
  <inkml:trace contextRef="#ctx0" brushRef="#br0" timeOffset="12131.44">10941 7635 135 0,'0'0'237'0,"0"0"-12"0,0 0-14 16,0 0-17-16,0 0-17 0,0 0-16 0,0 0-15 15,0 0-14-15,0 0-13 0,0 0-16 0,-15-4-8 16,15 4-12-16,0 0-5 0,0 0-13 16,0 0-4-16,-17 9-12 0,11-5 1 0,3 3-8 15,-3-1 2-15,1 0-9 0,0 1-5 0,2 1-3 0,0 2 2 16,0-3 3-16,3 1-6 0,0-8-5 0,-2 13-2 15,3-7-2-15,-1 1 1 0,3 1 0 0,-1-1-3 16,1-1-1-16,1 0 4 0,1-2-2 16,1 0 4-16,4 2-5 0,-2-2-3 0,3 0 4 0,2-2 7 15,0 0 1-15,0-2 1 0,0-1 9 0,1-1-5 16,-2 0 1-16,1 0 6 0,-4-3-4 0,3 0-3 16,-2-2 1-16,-1-1-1 0,0-1-7 15,1-4 4-15,-6 3-6 0,2-5 3 0,-2-1 3 0,-3 1-1 16,1 0 3-16,-2 4-4 0,-3 0 2 0,0-2-6 15,1 3-1-15,-3-1-3 0,1 2-2 0,-2 0-1 16,-2 2-6-16,-1-1-3 0,-4 1-21 0,2 6-12 16,-1-2-17-16,-6 3-23 0,0 2-33 0,-1 0-54 15,0 1-67-15,1 3-41 0,0 3-159 0,-1-3-457 16,4 0 203-16</inkml:trace>
  <inkml:trace contextRef="#ctx0" brushRef="#br0" timeOffset="14432.64">4397 4350 16 0,'3'-9'237'0,"-3"9"-12"0,0 0-18 0,0 0-14 16,0 0-17-16,0 0-17 0,0 0-16 0,0 0-15 16,0 0-12-16,0 0-13 0,0 0-12 0,0 0-9 15,0 0 10-15,-22 9-8 0,22-9-9 0,-9 9-9 16,6-4-7-16,0-1-6 0,3-4-4 0,-4 10-6 16,0-5-5-16,4-5-4 0,-1 12-3 0,1-12 0 15,5 11-4-15,-1-3-3 0,2 1 1 0,2-3-3 16,2 2-2-16,1 0-3 0,4 0-2 0,1-1-4 15,-3 2 4-15,0-1-1 0,-4-2-3 0,2 0-1 16,0-2-2-16,-3 4 1 0,1-2-5 0,-4-2 1 16,3 0 0-16,-3 0-1 0,-1 1 0 0,-4-5 2 15,5 8 7-15,-5-8-1 0,1 6 0 0,-1-6-2 16,-6 9 2-16,-2-1-3 0,-2 0-1 0,-5-5 0 16,1 4-10-16,2-2-4 0,-2-1-17 0,-5-4-22 15,1 0-23-15,5 1-27 0,2-2-61 0,-3-2-46 16,2-2-177-16,-4-1-412 0,4-1 183 0</inkml:trace>
  <inkml:trace contextRef="#ctx0" brushRef="#br0" timeOffset="14581.53">4499 4302 59 0,'28'-5'95'0,"-1"1"-5"16,-6 0-15-16,1 2-28 0,-3 0-33 0,1 2-42 15,-5 0-31-15,-3 0-64 0,7-2 29 16</inkml:trace>
  <inkml:trace contextRef="#ctx0" brushRef="#br0" timeOffset="14818.8">4864 4217 208 0,'0'0'250'16,"3"-4"-9"-16,-3 4-17 0,0 0-21 0,0 0-20 15,0 0-22-15,0 0-18 0,0 0-17 0,0 0-17 16,0 0-12-16,0 0-6 0,0 0 4 0,6 17-5 16,-5-8 8-16,0 2-4 0,0-1-14 0,-1 5 0 15,2-3-4-15,0 3 2 0,2-1-9 0,-4-2-7 16,1 0-2-16,2-1-13 0,-2 1 3 0,0 0-1 16,2-2-6-16,-2 3 2 0,-1-1-12 0,3-1-22 15,-2-3-15-15,-1 3-20 0,1-4-25 0,-1-7-25 16,0 16-51-16,0-16-49 0,3 12-45 0,-3-12-203 15,1 13-456-15,-1-13 202 0</inkml:trace>
  <inkml:trace contextRef="#ctx0" brushRef="#br0" timeOffset="15048.32">5071 4285 84 0,'0'0'220'0,"0"0"-12"16,0 0-9-16,-7-7-20 0,7 7-12 0,0 0-16 15,0 0-3-15,-11 2-17 0,11-2-5 0,-13 7-2 16,4-1-3-16,1 0-14 0,1 1-9 0,1 0-9 16,0-3-7-16,1 2-9 0,1 1-7 0,2 1-6 15,-2-1-5-15,3 3-4 0,1-10-8 0,0 13-2 16,1-6-3-16,1-1 2 0,1 1-9 0,0-2-5 16,3 0-14-16,1 2-26 0,2-2-39 0,2 0-52 15,7 1-58-15,-3-2-50 0,3-1-158 0,1-3-401 16,-1 3 177-16</inkml:trace>
  <inkml:trace contextRef="#ctx0" brushRef="#br0" timeOffset="15449.4">5350 4438 160 0,'0'0'158'0,"8"3"-7"0,-8-3 2 0,0 0 4 16,0 0 5-16,10-1-3 0,-10 1-9 15,12-2-10-15,-12 2-4 0,14-1-1 0,-6 0-9 16,-1-1 1-16,0-1-6 0,-7 3 3 0,13-3-4 0,-8 0-4 16,-5 3-9-16,11-4-8 0,-6-3-10 0,-1 3-16 15,0-1 9-15,0-4-8 0,-2 0-10 0,2-1-4 16,-3 2-4-16,1-2-6 0,-2-2-3 16,0 2-3-16,0-2-8 0,0 2 0 0,1 2 5 15,0-1-2-15,-1 0-2 0,1 2-16 0,-1 7 5 16,6-13 0-16,-1 7-8 0,0 0-13 0,1 0 6 15,0 2 3-15,0 3-7 0,1-2 0 0,2 2 2 16,3 2-7-16,-2 0-1 0,-2 1 0 0,3 3-3 16,-1 1 3-16,-1 2-7 0,-1-1 3 0,0 3 0 15,-1-1 2-15,-3 2 2 0,1 0-1 0,-2-1-3 16,-2 0 0-16,5 2-2 0,-4-2 2 0,0-1-3 16,-2 2 2-16,0-1 1 0,0-2 2 0,2-1 0 15,-2-7 0-15,3 14-3 0,-1-7-17 0,2-1-25 16,0 0-17-16,-4-6-27 0,17 9-46 0,-6-3-62 15,8-4-73-15,-1 0-181 0,3-4-487 0,0 2 215 16</inkml:trace>
  <inkml:trace contextRef="#ctx0" brushRef="#br0" timeOffset="15594.72">6120 4333 56 0,'5'-6'298'0,"-5"6"-14"0,0 0-19 16,4-7-19-16,-4 7-25 0,0 0-24 0,2-6-18 15,-2 6-28-15,0 0-31 0,0 0-46 0,0 0-47 16,0 0-93-16,0 0-83 0,0 0-169 0,0 0-343 16,0 0 152-16</inkml:trace>
  <inkml:trace contextRef="#ctx0" brushRef="#br0" timeOffset="16431.4">926 4238 151 0,'-13'-1'184'0,"1"1"-16"0,12 0 4 16,0 0-9-16,-60 23-13 0,34-10-18 0,4 3-14 15,22-16-6-15,-33 26-13 0,21-11-11 16,12-15-8-16,-17 25-11 0,17-25-12 0,0 0-1 15,-8 30-4-15,8-30-3 0,0 0-4 0,0 0-4 16,23 36-2-16,-9-29 0 0,3-1-4 0,2 0-8 16,8-1 3-16,-5-2-6 0,-2-3 0 0,1 0-1 15,-4 2-4-15,-3-2 2 0,-5 0-3 0,-9 0-2 16,18 0 0-16,-18 0 3 0,9 2 1 0,-9-2-4 16,0 0-1-16,0 0-5 0,0 0 1 0,0 0-5 15,0 0 3-15,0 0-5 0,0 0 2 0,-31 7-4 16,31-7-1-16,0 0 0 0,-64 22 0 0,44-14-1 15,-11 6-2-15,2 3-2 0,1 0 10 0,3-1 0 16,1 1-2-16,2 1 4 0,22-18-3 0,-29 23-1 16,29-23 0-16,-18 24-1 0,18-24-1 0,0 0 0 15,-16 26-1-15,16-26 2 0,0 0 3 0,0 0-3 16,0 0 3-16,0 0-1 0,0 0 1 16,42 45-3-16,-42-45-17 0,46 3-26 0,-17-1-41 15,2-1-48-15,-2-1-61 0,-11-1-153 0,2-1-371 16,-7 0 164-16</inkml:trace>
  <inkml:trace contextRef="#ctx0" brushRef="#br0" timeOffset="16615.46">946 4524 84 0,'0'0'222'0,"2"-9"-19"16,-2 9-28-16,0 0-15 0,0 0-15 0,0 0-22 15,1-10-11-15,-1 10-6 0,0 0 2 0,0 0-9 16,0 0-8-16,0 0-10 0,31 14-5 0,-22-9-9 15,1 1-5-15,4 0-1 0,-1 2-9 0,4 3-4 16,-2 0-5-16,-1-3-23 0,2 0-39 0,-4-2-30 16,-2-1-34-16,3 0-53 0,1-1-41 0,-5 0-102 15,-9-4-303-15,19 4 134 0</inkml:trace>
  <inkml:trace contextRef="#ctx0" brushRef="#br0" timeOffset="16770.75">1223 4498 86 0,'0'0'202'0,"-6"-6"-13"0,6 6-20 16,0 0-16-16,-19 0-10 0,19 0-7 0,-23 11-12 16,6 0-11-16,-4 5-11 0,1 3-10 0,0 2-6 15,2-2-14-15,3 1-4 0,0-5-15 0,3 0-39 16,2-1-33-16,1-1-90 0,0 0-170 0,3-5-303 16,6-8 134-16</inkml:trace>
  <inkml:trace contextRef="#ctx0" brushRef="#br0" timeOffset="16948.18">1387 4414 56 0,'6'-5'223'0,"-6"5"-11"0,0 0-18 0,6-7-25 16,-6 7-19-16,0 0-18 0,0 0-15 0,0 0-19 15,0 0-40-15,0 0-45 0,0 0-67 0,6 26-77 16,-6-26-76-16,-7 24-223 0,2-9 100 15</inkml:trace>
  <inkml:trace contextRef="#ctx0" brushRef="#br0" timeOffset="17099">865 4932 160 0,'0'0'220'0,"0"0"-24"0,0 0-24 0,28 1-35 15,2-6-35-15,19-12-53 0,6 1-62 0,1-4-86 16,7 1-55-16,-2-1-168 0,2-1 75 0</inkml:trace>
  <inkml:trace contextRef="#ctx0" brushRef="#br0" timeOffset="17230.9">1791 4639 2720 0,'16'-8'200'0,"-7"1"-65"0,-9 7-68 0,11-6-27 15,-11 6 7-15,9-7 15 0,-9 7 6 16,9-6-8-16,-9 6 1 0,0 0-7 0,8-7-10 15,-8 7-10-15,0 0-10 0,0 0-25 0,0 0-33 16,0 0-28-16,0 0-28 0,0 0-34 0,0 0-49 16,0 0-65-16,21 8-245 0,-21-8-523 0,0 0 233 15</inkml:trace>
  <inkml:trace contextRef="#ctx0" brushRef="#br0" timeOffset="19400">1703 5425 160 0,'0'0'211'0,"-8"-4"-9"0,8 4-12 0,0 0-16 0,-10 0-14 16,10 0-16-16,0 0-4 0,0 0-23 0,0 0-13 15,-9-2-8-15,9 2-16 0,0 0-4 0,0 0-9 16,0 0-3-16,0 0-8 0,0 0-2 16,0 0-5-16,36 1-5 0,-20-1-4 0,4 1-6 0,-1-1 2 15,9-1-15-15,-1 0-30 0,-4 0-38 16,-1 0-43-16,6-2-45 0,-9 3-54 0,-5 0-120 16,-1-1-333-16,-4 1 147 0</inkml:trace>
  <inkml:trace contextRef="#ctx0" brushRef="#br0" timeOffset="19615.86">1795 5321 15 0,'0'0'226'0,"-9"-3"-12"0,9 3-22 16,-8-4-18-16,8 4-21 0,0 0-18 0,-8-3-17 15,8 3-9-15,0 0-14 0,-3 12-7 0,3-1-4 16,1 6-8-16,-1 2-4 0,2 0-13 0,1 6-2 15,1 0-4-15,-3 0-5 0,3 0-25 0,-2 1-28 16,-2 2-44-16,0 2-40 0,2-1-41 0,-4 3-38 16,-2 1-91-16,-1-2-280 0,-4-1 125 0</inkml:trace>
  <inkml:trace contextRef="#ctx0" brushRef="#br0" timeOffset="20082.47">1373 7636 135 0,'0'0'194'0,"0"0"-12"0,-5 6-6 0,5-6-8 15,0 0-13-15,0 0-5 0,-4 7-10 0,4-7-7 16,0 0-7-16,0 0-2 0,0 0-3 0,0 0 4 16,13 5-16-16,-5-4-9 0,0 1-6 0,4-2-11 15,3 0-5-15,3 0-11 0,0-1-2 0,0 2-17 16,3-1-21-16,-4-1-37 0,6-1-49 0,-4-1-52 15,2 1-71-15,0 0-191 0,-6 1-405 16,-1-3 179-16</inkml:trace>
  <inkml:trace contextRef="#ctx0" brushRef="#br0" timeOffset="20515.84">1625 6532 199 0,'-3'-11'272'0,"2"-1"-9"16,0-1-1-16,0 3 4 0,-3-1-12 15,4 3-13-15,0-2-8 0,0 10-14 0,0-11-21 16,0 11-18-16,0-9-22 0,0 9-24 0,0 0-11 16,0-9-15-16,0 9-18 0,0 0-13 0,0 0-8 15,0 0-6-15,0 0-4 0,0 0-8 0,0 0-6 16,7 29-8-16,-4-13 5 0,1 1-5 0,0 1 0 15,-2 1-6-15,1-1 2 0,1 0-5 0,-2 1-12 16,3 1 13-16,-2-3-2 0,-1 0-15 0,1-6 10 16,1 6-24-16,-3-4-10 0,2 2-7 0,1-3-17 15,-3-1-32-15,3 1-18 0,-2-1-23 0,1 2-42 16,1-3-66-16,-3 0-64 0,3 1-208 0,-4-11-530 16,1 11 234-16</inkml:trace>
  <inkml:trace contextRef="#ctx0" brushRef="#br0" timeOffset="21148.43">1906 6574 76 0,'-7'-9'238'0,"7"9"-8"0,0 0-12 16,-18 5-20-16,18-5-12 0,-14 7-11 0,4 0-12 15,0 1-14-15,3 2-11 0,-3-2-11 16,2 2-7-16,0-2-11 0,1 3-9 0,3-1-9 0,0 0-12 15,0 0-10-15,2-2-3 0,2 2-6 0,0-10-6 16,2 12-4-16,-2-7-5 0,5 1-3 0,2-1-2 16,-1-1-5-16,3-3 0 0,3 1-3 15,1-1-2-15,0-1-3 0,-1-1 1 0,1-1-2 0,3-2-2 16,1-1-1-16,-1-1 0 0,-4 0-7 16,3-2 2-16,-5 0-5 0,-1 2-8 0,2-2-1 15,-4-2-4-15,-1 0 3 0,0 0-5 0,-4-1-2 16,1 1-5-16,-3-2-2 0,5 2 3 0,-10 0 4 15,4 0-1-15,-3 1 0 0,1 1-1 0,-2 2 2 16,3 0 1-16,2 6-1 0,-6-9 1 0,6 9 0 16,-3-7 1-16,3 7-3 0,-4-4 0 0,4 4-2 15,0 0 2-15,0 0-3 0,0 0 3 0,7-12 0 16,-7 12-1-16,15-3 1 0,-4 3 2 0,-2 1-3 16,2 0 0-16,1 0-1 0,1 1 0 0,-4 0 0 0,1 3 0 15,0 0 4-15,-1 1-5 0,0 1 4 16,-2 1-1-16,0 1 0 0,-1 1 2 0,-2 0-1 15,1-2 9-15,-2 4 1 0,-1-5 1 0,1 4-4 16,1-3 0-16,-2 2 1 0,1-3-2 0,0 0 3 16,1 0 0-16,-1 0 1 0,2-1 0 0,0-1-4 15,1 0 4-15,0-3 0 0,1 0 0 0,5 1-1 16,0-3 2-16,2 0 3 0,-3-1-2 0,8-2-2 16,-7-1 1-16,6 0 1 0,-8 0 3 0,5-3 0 15,-3 1-4-15,-2 1 2 0,-1-2 4 0,1-1-4 16,-6-1 1-16,0 1-4 0,-3-2-1 0,-2 2-2 15,-4-2-3-15,1 2 1 0,-4 0 1 0,-2-1-3 16,-2-3-3-16,-4 5-3 0,2-3 2 0,-3 4-6 16,4 3 1-16,0 2-14 0,1-2-13 0,-2 3-11 15,2 3-16-15,1 0-20 0,-1-2-36 0,2 5-37 16,2-2-51-16,0 4-192 0,0-4-432 0,3 2 191 16</inkml:trace>
  <inkml:trace contextRef="#ctx0" brushRef="#br0" timeOffset="21517.01">2359 6447 50 0,'0'0'274'0,"2"-6"-20"0,-2 6-20 0,0 0-22 15,3-6-22-15,-3 6-19 0,0 0-23 0,0 0-17 16,0 0-14-16,9 0-4 0,-9 0 9 0,11 10-8 15,-2-1-12-15,-2 1-6 0,3 4-9 0,0-2 13 16,-1 4-8-16,0-1-8 0,0-2-8 0,2 0-2 16,-2 1-1-16,-5-2 0 0,3-3-1 0,0 0-3 15,0 2-4-15,-2-3-9 0,1 2 3 0,-2-5-13 16,1 2-3-16,0-3-2 0,-2 1-5 0,2 0-3 16,-5-5-3-16,5 8 1 0,-5-8 4 0,4 3 5 15,-4-3 33-15,0 0 24 0,0 0 3 0,0 0-4 16,0 0-5-16,16-8-5 0,-9 1-14 0,-1-1-8 15,2-2-8-15,2-4-2 0,0 0-15 0,2-2-6 16,-2-1-12-16,0 0-13 0,3-6-25 0,-4 8-14 16,-1-4-11-16,-1 5-23 0,1-2-33 0,-3 4-35 15,-1 0-36-15,1 1-63 0,2 1-82 0,-2 1-258 16,0-1-620-16,0-1 274 0</inkml:trace>
  <inkml:trace contextRef="#ctx0" brushRef="#br0" timeOffset="24549.99">7880 7396 14 0,'0'0'121'0,"0"0"0"0,0 0 4 16,-6-6-5-16,6 6-10 0,0 0-6 0,0 0-5 16,-3-8-1-16,3 8-3 0,0 0 1 0,-5-5-5 15,5 5-2-15,0 0 1 0,0 0-1 0,0 0-6 16,0 0-1-16,0 0-6 0,0 0-6 0,0 0-3 16,0 0-5-16,0 0-4 0,0 0-8 0,0 0-6 15,0 0-2-15,0 0-10 0,0 0-4 0,0 0-2 16,0 0-7-16,0 0 4 0,0 0-6 0,0 0 1 15,0 0 0-15,0 0-1 0,-2 23 2 0,2-23 2 16,2 17-4-16,-1-5 5 0,-1 0-1 0,1-1 2 16,4 5 2-16,-4 2 3 0,2-1 0 0,-2 0-1 15,1 1-4-15,-1-1-2 0,2 2-1 0,-1-1 1 16,1 1 1-16,-1-2-6 0,0-1-2 0,1 0-1 16,-3 2 3-16,2-6-1 0,0 1-2 0,1-3 6 15,-2 2 16-15,1 1 0 0,0-2 0 0,-1-2-2 16,2 2-1-16,-1-2-7 0,-1-3 1 0,-1-6-2 15,2 12 0-15,-1-6 1 0,-1-6 3 0,0 9 6 16,0-9 0-16,1 7-3 0,-1-7 0 0,0 0 1 16,2 6-2-16,-2-6-2 0,0 0 0 0,0 0-5 15,2 7 2-15,-2-7 1 0,0 0-6 0,0 0 1 16,0 0-4-16,0 0 3 0,0 0-7 0,0 0-9 16,0 0-20-16,0 0-11 0,0 0-24 0,0 0-30 15,0 0-45-15,0 0-44 0,0 0-60 0,0 0-233 16,0 0-501-16,0 0 221 0</inkml:trace>
  <inkml:trace contextRef="#ctx0" brushRef="#br0" timeOffset="25549">8635 6121 176 0,'0'0'255'0,"0"0"-10"0,0 0-13 16,0 0-15-16,0 0-18 0,0 0-17 0,6-5-19 0,-6 5-14 15,0 0-14-15,0 0-17 0,0 0-13 0,0 0-15 16,0 0-8-16,0 0-9 0,0 0-6 0,0 0-7 15,0 0-2-15,0 0-6 0,0 0-6 0,0 0 5 16,-8 22-3-16,5-18-2 0,0 4-6 16,3-8-4-16,-2 11-4 0,0-4-5 0,2-7 8 0,0 15-10 15,3-6-1-15,-2 1-3 0,1-2-5 0,2 1 4 16,1 0-6-16,0-1-18 0,0 2 1 0,0-2 2 16,1 1-4-16,1-2 12 0,1 4-1 15,0-3-10-15,0-1 1 0,-2 0-1 0,2 1 4 0,0-1-1 16,1-1-2-16,-3-1 2 0,0 1 0 0,-1 0-2 15,-1-2-1-15,1 1 3 0,-1-1-3 0,-4-4 1 16,5 6 1-16,-5-6 3 0,4 6-1 0,-4-6 5 16,4 4-5-16,-4-4 4 0,0 0-2 15,0 0 3-15,-13 10-2 0,8-7-5 0,-3 0-8 0,-3 0-12 16,-1-1-13-16,1-2-20 0,-4 1-21 0,2-1-17 16,-5-1-37-16,4 1-33 0,0-5-46 0,-3 3-180 15,-2-2-420-15,6-1 186 0</inkml:trace>
  <inkml:trace contextRef="#ctx0" brushRef="#br0" timeOffset="25685.45">8759 6073 33 0,'14'-5'93'0,"0"4"-24"0,0 0-35 16,-2-1-38-16,0 1-34 0,-5 2-41 15,0 1 19-15</inkml:trace>
  <inkml:trace contextRef="#ctx0" brushRef="#br0" timeOffset="26031.97">8952 6137 3 0,'0'0'180'0,"0"0"-10"0,0 0-8 0,2 8 0 15,-2-8-13-15,-2 9-7 0,2-9 2 0,-1 15-12 16,-1-8-12-16,2-7-14 0,-5 13-9 16,5-6-9-16,0-7-8 0,-1 13-5 0,0-5-8 15,1-8-9-15,1 12-3 0,0-7-7 0,4 1 1 0,-1-1-8 16,1 0 1-16,0-2-5 0,2-1-2 0,3 0 9 16,2 0 1-16,-2-4 3 0,2 2-6 15,1 0 0-15,0-4-1 0,-1 1 4 0,-1-1 3 16,2-2 1-16,-3 2-1 0,-2-1 6 0,2-1-12 15,-4-1-2-15,1 0-5 0,-5-2-5 0,4 0 5 0,-5 1-12 16,1-3-4-16,-3 1-2 0,1-2-3 0,-2 0 0 16,-2 1-8-16,-2 1-7 0,1 0-8 15,0 1-5-15,-4 1-19 0,2 2-18 0,-2 2-26 0,2 0-25 16,-2 0-33-16,0 3-32 0,9 1-36 16,-19 2-170-16,9 1-402 0,1-1 178 0</inkml:trace>
  <inkml:trace contextRef="#ctx0" brushRef="#br0" timeOffset="26427.39">9125 6070 230 0,'2'-4'225'0,"-2"4"-8"16,0 0-21-16,0 0-21 0,0 0-19 15,8-5-18-15,-8 5-18 0,0 0-10 0,0 0-15 16,0 0-10-16,0 0-5 0,11 9-4 0,-8-2-9 0,1-2-10 15,-1 2-5-15,1 1 1 0,3 1 1 16,-1 1 7-16,-1 2-3 0,3-2-3 0,1-1-5 0,-3 1-5 16,2 0-3-16,-2 0-3 0,1-1-2 0,-1-2 0 15,-1 2-6-15,0 0-4 0,2-2-2 0,-2-1-1 16,1 1-4-16,-2-2 3 0,1 0-4 16,-1 0 6-16,0-1-6 0,-4-4-4 0,5 7 0 15,-5-7-2-15,5 3 1 0,-5-3 1 0,0 0 24 0,9 4 15 16,-9-4 7-16,0 0 13 0,0 0 5 15,0 0 1-15,15-9 2 0,-7 4-8 0,-1-3-3 0,-1 0-17 16,1-2 4-16,0-1-8 0,3-3 0 16,-2 0-7-16,-1-2-10 0,2 1-5 0,0-2-3 15,-1-1-1-15,1 1-4 0,0 1-12 0,-3 2-8 0,2-1-3 16,0 2-10-16,-5 3-13 0,4 1-16 0,-5 2-8 16,1 0-19-16,1 2-18 0,-4 5-23 15,3-9-33-15,-3 9-45 0,6-8-56 0,-6 8-34 16,5 0-164-16,-5 0-479 0,0 0 213 0</inkml:trace>
  <inkml:trace contextRef="#ctx0" brushRef="#br0" timeOffset="29492.82">10763 4864 112 0,'0'0'166'0,"4"-7"-6"15,-4 7-10-15,0 0-4 0,0 0-9 0,0 0-8 0,1-7-17 16,-1 7-5-16,0 0-12 0,0 0-13 0,0 0-6 16,0 0-8-16,0 0-15 0,0 0-7 0,0 0-7 15,0 0 0-15,0 0-8 0,0 0-4 0,2 22 4 16,-2-12-1-16,2 0-7 0,-1 2-1 16,2 4-1-16,-3 1 1 0,2 0 1 0,-1 2 2 0,3 4-4 15,-4-5 1-15,3-1 4 0,-1 3-6 0,1-1 1 16,-2 2 0-16,3-2-1 0,-1 7-1 15,-1-7-2-15,3 6 3 0,-2-6 1 0,1 0 2 0,0-2-7 16,1 2 3-16,0 1 12 0,-2-1 4 16,1 0-6-16,0 0-3 0,3-2-4 0,-5 0-1 0,1 1 1 15,2-2-7-15,0-1 3 0,0-1-1 0,-2-1-2 16,-1-1-3-16,1-1-2 0,1 5 3 0,0-5 0 16,-3 0-3-16,0-3 0 0,2 1 0 0,-1 1-1 15,-2-1-4-15,0-1 3 0,1-1-3 16,-1-7-1-16,2 13 3 0,-1-8-1 0,-1-5-4 0,2 11 4 15,-2-5-2-15,0-6 5 0,2 7-6 0,-2-7 0 16,0 9 2-16,0-9 0 0,0 0-2 0,0 0 0 16,1 8 5-16,-1-8-6 0,0 0 8 15,0 0-8-15,0 0 2 0,3 6 7 0,-3-6-7 16,0 0-2-16,0 0 1 0,0 0 2 0,0 0-5 0,0 0 3 16,0 0-5-16,0 0 4 0,0 0 1 15,0 0-4-15,0 0-5 0,3 5 2 0,-3-5 6 16,0 0 1-16,7 4-2 0,-7-4-1 0,0 0 4 0,10 4-6 15,-10-4 5-15,10 3 6 0,-6 0-1 16,7 1-6-16,-3 0-2 0,2-1 1 0,0 2 2 0,-3-3 2 16,1 2-5-16,1 1-1 0,-3-2 1 0,4 0-2 15,-3 1-2-15,-1 0 4 0,1 0-1 0,-2 0-2 16,1-1 3-16,-1-1-2 0,-1 3 6 16,-4-5-1-16,5 6-6 0,-1-1-2 0,-4-5 4 0,3 11 1 15,-3-5 0-15,0-6-2 0,-3 14 0 0,-2-5 2 16,1 0 2-16,-1 1 0 0,-4 1 3 0,-3 1-1 15,1 1-3-15,-2 0 2 0,-1-1-1 0,1-1 0 16,-1 3 1-16,3-3 1 0,-1 1-2 0,1 0-3 16,-2 0 1-16,5-5-4 0,1 1 6 0,-1-1-5 15,-1 3 4-15,5-3-1 0,0 0 3 0,-2 1-5 16,-1 0 3-16,4 1-1 0,-1-2-3 0,-1-1 4 16,4 0-4-16,-1 1-1 0,2-7 1 0,-1 13 0 15,2-5 4-15,2-3-3 0,-1 5 2 16,1-4-2-16,2 2 2 0,-1-1-4 0,-2-3 4 0,3 3-5 15,-1-1 3-15,0 1 3 0,-1-2-1 0,3 0 0 16,-3 3-4-16,2-4-1 0,0-1 5 0,-1 4 1 16,-2-2-2-16,2 2-1 0,-1-3 2 0,-3-4-3 15,6 12 3-15,-6-7-1 0,0-5 0 0,-1 14 3 16,1-14-1-16,-5 13 2 0,2-5-1 0,-1 1-2 16,0-2 2-16,-3 4 1 0,0-2-3 0,0 0 0 15,4 0-1-15,-3 0-1 0,-1-1 3 0,2-1-3 16,-1 2 1-16,2-3 3 0,0 0 0 0,3 1-2 15,0-1 2-15,1-6-4 0,-2 14 2 0,1-6-1 16,1-8 1-16,5 13 0 0,-1-8-1 0,4 3 2 16,-3 0-4-16,0-2 2 0,3 2 2 15,-2-3-4-15,5 1 0 0,-4-1-7 0,1 0 2 0,-3 0 2 16,1 1 0-16,-2-2-3 0,0 0 9 0,1-1-8 16,-5-3 2-16,6 7-1 0,-2-2 4 0,-4-5-5 15,3 7 3-15,-3-7 3 0,0 11-2 0,0-11-1 16,-3 12 1-16,3-12 1 0,-2 12 1 0,2-7 0 15,-4 3 0-15,0-2 1 0,-1 1 2 0,1 1-5 16,0 2 1-16,0 0 2 0,-1-2-1 0,3 2 0 16,-2-3-4-16,2 0 5 0,1 2 1 0,1 0 1 15,1 1-1-15,1-3 1 0,3 3 1 0,-3-1-11 16,2 0-3-16,3-1-3 0,-1 1 2 0,-1-2-1 16,0 2 2-16,1 0 4 0,-2 0-6 0,0-1 4 15,0 0-4-15,-2-2 6 0,-1 2 4 0,-1-1-3 16,-1 2 1-16,1 2 4 0,-3-2 0 0,0 1-3 15,-4 0 0-15,2 0 6 0,-1 1-3 0,-1-1-1 16,2 2 0-16,-3 2 2 0,0-3-3 0,2-1 1 16,-1 5 4-16,2-4-2 0,-2 3-2 0,2-4 3 15,1 2 1-15,-1 3-2 0,2-2-3 0,0-1 3 16,0 0 0-16,-1 3 1 0,1 0 1 0,1-2-1 16,1 2 0-16,2 2 6 0,0-1 6 0,0-1-1 15,2 0-1-15,-3-2-3 0,2 3 2 16,-2-3-1-16,3 3-1 0,-3 2-1 0,2-2 1 0,-2 0-4 15,0 0 3-15,3-3-1 0,-3 3 2 0,3 1 2 16,-5 0 7-16,2-1-6 0,3 0 6 0,-2 1-2 16,-1 1 1-16,0-2-1 0,0 0-1 15,1-5 1-15,-1 4-1 0,2-5 0 0,-2 3 1 0,-2 0-4 16,1 3 2-16,2-3-4 0,-1-3 4 0,0 2-2 16,-1-1 2-16,1-2-1 0,-1 2 3 0,1-1-6 15,0-10 3-15,-1 18-1 0,1-18-4 0,0 18 2 16,-2-11 1-16,2-7-2 0,0 12-3 15,0-12 2-15,-1 11 3 0,1-11-4 0,0 0 3 16,0 15-2-16,0-15 3 0,0 0-22 0,-4 9-11 0,4-9-24 16,0 0-28-16,-2 10-34 0,2-10-41 15,0 0-31-15,0 0-199 0,0 0-412 0,0 0 182 0</inkml:trace>
  <inkml:trace contextRef="#ctx0" brushRef="#br0" timeOffset="30035.56">11399 6053 186 0,'0'-11'258'0,"0"11"-12"15,0 0-12-15,0-10-21 0,0 10-24 0,0 0-18 16,0 0-21-16,2-7-18 0,-2 7-15 0,0 0-13 0,0 0-14 16,0 0-7-16,0 0-10 0,-2 28-5 0,2-18-6 15,0 9-6-15,-2-2-7 0,-1 0-4 16,2 1-1-16,1-1 0 0,0 1-6 0,-1-1-3 15,1-1 3-15,0 0-7 0,0-3 0 0,0-3-1 16,-2 0-6-16,2 2 0 0,0-2-22 0,0-2 0 0,0 0 1 16,0 2 1-16,-1-3 2 0,1-7-1 15,-1 15 0-15,2-9-1 0,-1-6 0 0,-1 11-7 16,1-11-19-16,1 12-11 0,-1-12-18 0,-1 9-41 16,1-9-31-16,1 8-60 0,-1-8-48 0,0 0-130 15,-1 10-390-15,1-10 173 0</inkml:trace>
  <inkml:trace contextRef="#ctx0" brushRef="#br0" timeOffset="30399.1">11583 6212 117 0,'0'0'229'0,"0"0"-19"0,0 0-14 0,0 0-16 15,4-5-21-15,-4 5-18 0,0 0-16 16,0 0-12-16,0 0-11 0,0 0 2 0,0 0-9 15,-6 24-9-15,3-17-7 0,1 2-10 0,-1-2-6 16,3 3-6-16,-1-4-4 0,1-6-10 0,-2 16-2 0,2-11-2 16,0-5-4-16,3 14-3 0,-2-8-4 15,3 1 1-15,1-4 0 0,1 1-3 0,-3 2 8 16,9-2 3-16,-2-2 5 0,0 1 0 0,3-2 0 16,-2 1-5-16,2-2 5 0,0-2-4 0,-1-1 1 15,0-1 0-15,-3 1 6 0,3-3 2 0,-5 1 4 16,1-1-5-16,-4 0-7 0,2-2-5 0,2-3-1 0,-7 3-1 15,2-3-5-15,-3 2-3 0,0-2 0 0,-2 1-10 16,1-1 12-16,0 0-13 0,-4 2-4 16,1-1 0-16,0 2-2 0,3 2-3 0,-4-1-14 15,1 2-17-15,0 0-26 0,-5 1-24 0,9 4-26 16,-16-1-27-16,2 4-35 0,2 0-40 0,0 0-51 0,-4 2-133 16,3 0-420-16,1-2 186 0</inkml:trace>
  <inkml:trace contextRef="#ctx0" brushRef="#br0" timeOffset="31571.7">11947 6024 149 0,'0'0'249'0,"0"-10"-4"0,0 10-8 0,0 0-11 16,2-6-18-16,-2 6-16 0,0 0-17 0,0 0-23 16,0 0-17-16,0 0-19 0,0 0-12 0,0 0-13 15,0 0-7-15,0 0-10 0,0 0-12 0,0 0-2 16,0 0-1-16,0 0-3 0,1 21-5 0,0-9-3 15,-1 0-4-15,2 3 1 0,-2 3-3 0,0-2-1 16,0 0-2-16,0 0-2 0,0 0-3 0,1-3-1 16,-2-1-2-16,1 4 0 0,1-3 3 0,-1-2-6 15,0 1-2-15,0-1-1 0,0-2-3 0,2 1 0 16,-2-2 1-16,2-1-8 0,-2-7 2 16,0 14-4-16,0-9 1 0,0-5-25 0,0 14-15 15,0-8-17-15,0-6-15 0,-2 11-23 0,-1-6-40 0,3-5-41 16,-3 13-38-16,1-8-44 0,2-5-164 0,-8 10-441 15,4-8 196-15</inkml:trace>
  <inkml:trace contextRef="#ctx0" brushRef="#br0" timeOffset="31850.12">12111 6051 102 0,'0'-8'227'0,"0"8"-17"0,0 0-15 15,0 0-20-15,0 0-16 0,-8-6-14 0,8 6-10 16,0 0-6-16,-14 9-16 0,6-4-3 0,0 1-4 16,-1 4-7-16,0 0-7 0,0-1-4 0,0 1-6 15,1-1-8-15,0 0-3 0,2 0-7 0,-1 0-5 16,3-3-3-16,0 0-8 0,1 0-5 0,-3-2-1 16,4 2-6-16,2-6-1 0,-6 10-2 0,6-5-7 15,0-5 1-15,0 11-4 0,0-11 4 0,4 10-6 16,0-4 1-16,5-1-8 0,1 0-7 0,1 1-18 15,3-3-18-15,5 0-36 0,0 1-43 0,1-1-38 16,2-2-51-16,-1 1-194 0,-1-2-421 0,0 0 187 16</inkml:trace>
  <inkml:trace contextRef="#ctx0" brushRef="#br0" timeOffset="32304.84">12307 6277 123 0,'0'0'164'16,"6"4"-8"-16,-6-4-5 0,11 1-7 0,-11-1-7 15,13 1-8-15,-5-1-7 0,1-1-10 0,1 0-8 16,2-1-8-16,-1 1-10 0,1-1-2 0,-1 0-3 16,2 0-7-16,-3 0-7 0,0-1-1 0,1-3-6 15,-3 2 1-15,0 2 5 0,-1-2-1 0,-2 0 4 16,2 0-3-16,0-5 0 0,-3 6-2 0,-2-5-5 15,2-1 0-15,1-1-10 0,-5-1 6 0,-2 3-7 16,0-3-5-16,1-3-5 0,-1 4-1 0,2-2-3 16,-2-1-6-16,2 3 0 0,-2-1 2 0,0 0 0 15,2 0 4-15,2 3-1 0,-2 1-3 0,0 7-4 16,2-13-4-16,2 6-4 0,-1 2-1 0,-1 0-6 16,-2 5 5-16,9-9-6 0,-4 6-4 0,-5 3-5 15,9-4 1-15,-9 4-1 0,12 0 1 0,-12 0-6 16,14 4-2-16,-9-2 6 0,1 3-5 0,-1 2 4 15,-1-1-1-15,1 0-2 0,2 3 1 0,-3-1 2 16,-2 2-1-16,1-1 3 0,-1 1-1 0,-2-1 0 16,2-1 2-16,0-1-4 0,0 1 4 0,1 0 1 0,-3-8-2 15,3 13-1-15,-1-6 3 0,0 0-1 16,0-2 1-16,5 2 1 0,1-2-7 0,0 1-9 16,0-1-24-16,2-1-29 0,4 1-38 0,3-2-53 15,3-2-47-15,0 1-53 0,-2-3-134 0,5 0-422 0,-5-2 187 16</inkml:trace>
  <inkml:trace contextRef="#ctx0" brushRef="#br0" timeOffset="32438.89">12980 6138 255 0,'0'0'270'0,"0"0"-16"0,5-3-16 0,-5 3-11 0,0 0-27 16,0 0-19-16,0 0-27 0,0 0-23 0,0 0-34 15,0 0-44-15,0 0-65 0,0 0-74 16,0 0-80-16,0 0-134 0,0 0-324 0,0 0 144 15</inkml:trace>
  <inkml:trace contextRef="#ctx0" brushRef="#br0" timeOffset="49821.98">12248 4630 64 0,'0'0'104'0,"0"0"-10"0,0 0-12 0,0 0-5 15,0 0-8-15,0 0-9 0,0 0-5 0,0 0-13 16,0 0 9-16,0 0-14 0,0 0 7 0,0 0-9 16,0 0 1-16,0 0-2 0,0-15-9 0,9 14-2 15,4 0-2-15,10-1 5 0,9 0 4 0,3-2-12 16,22 0-2-16,-1-6 2 0,3 4-3 0,-3-1-10 16,0-1 0-16,-5 4 4 0,-10 1-9 0,-5-1-21 15,2 1-23-15,-5 3-6 0,-1-3-27 0,-3 3-74 16,-8-3-163-16,-4 4 72 0</inkml:trace>
  <inkml:trace contextRef="#ctx0" brushRef="#br0" timeOffset="51965.89">10769 5147 57 0,'-7'-5'80'16,"7"5"-11"-16,0 0 0 0,-7-5 1 0,7 5-7 15,0 0-5-15,0 0 0 0,-4-6 3 0,4 6 4 16,0 0-3-16,0 0-4 0,0 0-3 0,0 0 0 15,0 0-1-15,0 0-5 0,-3-6-8 0,3 6-1 16,0 0-4-16,0 0-2 0,0 0-11 0,0 0-1 16,0 0-7-16,0 0 1 0,0 0-2 0,0 0-3 15,0 0-2-15,0 0 3 0,0 0-2 0,12 17-4 16,-9-12 7-16,2 1-7 0,0 0-2 0,-1-2 1 16,4 5 0-16,-3 1-3 0,2-3 0 0,-2 3 3 15,2 0 1-15,-1-1 3 0,2 0 0 0,-1 2 1 16,1-2 5-16,1 4-10 0,-1-4-11 0,1-2 14 15,-3 2 3-15,1-3-2 0,0 1 0 0,0-3 5 16,-2 1-2-16,0-2 4 0,-1 1-1 0,-4-4 7 16,9 3 1-16,-7 1 9 0,-2-4 11 0,7 4 0 15,-7-4 9-15,0 0 6 0,0 0 5 16,5 6 5-16,-5-6-2 0,0 0-3 0,0 0-5 0,0 0-8 16,10-14-6-16,-7 8-4 0,2-3-3 0,0 0-3 15,-2 1-9-15,2-3-5 0,1 1-17 0,-1-4-9 16,-1 2-18-16,3-3-30 0,-2 0-11 0,1-1-25 15,1 1-20-15,0-2-21 0,2 1-11 0,-3 1-22 16,3 1-89-16,-2 4-273 0,1-4 121 0</inkml:trace>
  <inkml:trace contextRef="#ctx0" brushRef="#br0" timeOffset="52568.73">11192 5028 25 0,'0'0'140'0,"0"0"-11"0,0 0-11 16,9 1-12-16,-9-1-15 0,0 0-7 0,12-5-5 16,-3 2-7-16,5 0-11 0,1-1-8 0,3-1-3 15,-1 2-5-15,0-1-3 0,1 1 0 0,-5 0-12 16,0 2-12-16,1-1-15 0,-1 0-12 0,-4 0-13 15,-2 2-4-15,-7 0-7 0,13-1-5 0,-13 1-3 16,10-1-5-16,-10 1 9 0,0 0-1 0,9-2 1 16,-9 2 7-16,0 0 9 0,0 0 3 0,0 0-6 15,0 0 6-15,0 0 19 0,0 0-4 16,0 0 9-16,0 0 11 0,0 0 4 0,0 0 0 0,0 0 6 16,0 0 0-16,0 0-8 0,0 0 1 0,0 0 7 15,0 0-20-15,0 0 6 0,0 0-4 0,0 0 10 16,0 0 12-16,-7 22 8 0,5-12-1 0,0 1 6 15,-1 1 14-15,1 3-15 0,0 2-1 16,0 0 1-16,1-1 0 0,-1-4-1 0,2 5 10 0,0-1 1 16,-2-3-12-16,2-2-5 0,0 0-3 15,2-1-3-15,-2-1 0 0,0 1 3 0,0-1-10 0,2-4 0 16,-2-5-2-16,0 13-1 0,1-7-3 16,-1-6-3-16,1 10-1 0,-1-10 4 0,1 7-5 15,-1-7 2-15,2 7 0 0,-2-7 1 0,0 0-3 16,0 0 1-16,0 0-3 0,-5 6-1 0,5-6 0 0,0 0-2 15,0 0-11-15,0 0 6 0,-23-6-5 0,17 3 4 16,-1 1 7-16,0-3-4 0,7 5 2 16,-8-2-5-16,8 2-3 0,-12-2 1 0,12 2 3 15,-6-1-3-15,6 1 5 0,0 0-8 0,0 0 3 16,-8-3-6-16,8 3 7 0,0 0-7 0,0 0 4 0,0 0-1 16,0 0 0-16,0 0 0 0,0 0 3 0,0 0 0 15,0 0 0-15,30 0-9 0,-12 0-20 0,0-1-19 16,5 0-25-16,-5-1-30 0,4-1-38 15,-2-1-116-15,0 2-279 0,1-1 123 0</inkml:trace>
  <inkml:trace contextRef="#ctx0" brushRef="#br0" timeOffset="52849.36">11698 5114 124 0,'0'0'132'0,"0"0"-11"0,0 0-14 15,0 0-7-15,0 0-9 0,0 0 1 0,0 0-8 0,0 0 1 16,5 11-2-16,-5-11-6 0,2 12 1 0,-4-5 3 16,2-7 1-16,-2 19-6 0,1-9-4 0,-1 0-7 15,2 2 2-15,-2-1-1 0,0 1-13 16,0-3 2-16,1-2-5 0,-1 1-5 0,0 0-6 16,2-8-4-16,0 11 2 0,0-11 1 0,0 12-10 15,0-12 4-15,2 9-6 0,2-4 1 0,1-1-7 0,-1 0 1 16,5-1-4-16,1 1 4 0,3-4-4 15,7 0-9-15,11-2-11 0,1-2-31 0,4-1-43 16,0-3-38-16,4 0-48 0,-1 1-147 0,-6-1-337 16,4 0 149-16</inkml:trace>
  <inkml:trace contextRef="#ctx0" brushRef="#br0" timeOffset="55698.07">4488 9010 140 0,'-3'-7'175'16,"3"7"1"-16,-2-10-6 0,-2 5-3 0,4 5-4 15,-3-8-3-15,3 8 2 0,-1-9-6 0,1 9-7 16,0 0-10-16,0 0-12 0,-1-10-14 0,1 10-10 15,0 0-14-15,0 0-9 0,-3-5-11 0,3 5-9 16,0 0-7-16,0 0-7 0,0 0-5 0,0 0-6 16,0 0-5-16,0 0-3 0,0 0-3 0,13 17-4 15,-9-9 2-15,-2 4-6 0,4 4 3 0,-1 1-2 16,2-1-3-16,0 3 0 0,-2-1-3 16,-1 0-2-16,-1-2-3 0,3 2-2 0,-2-1-1 0,1 2 3 15,1-1 2-15,-1 0-2 0,0-1 1 0,-1 0 0 16,0 0-4-16,1-3 3 0,0-2-1 0,-1-2 0 15,0 0-1-15,0 0 1 0,1-1-2 0,-4-2 0 16,3 0-2-16,-2-1 3 0,0 0-1 0,-2-6 1 16,6 9 1-16,-6-9-3 0,4 7-1 0,-4-7 5 15,2 6 4-15,-2-6 8 0,0 0 16 0,4 4 11 16,-4-4 1-16,0 0-1 0,0 0-3 0,0 0-7 16,14-16-3-16,-7 6-1 0,2-2-1 0,0-5-7 15,2 0-3-15,-1 1-1 0,2-7-3 16,2 2 0-16,-1-5-3 0,-2 3 2 0,-2 5-1 0,0 0-3 15,-1 0 3-15,1-1-6 0,-3 1 0 0,-1 0-4 16,2 0 6-16,-2 0-9 0,2 2 4 0,-2 1-3 16,-1 2 1-16,-1 4 1 0,-2-1-1 0,2 3-4 15,-1 1-1-15,-2 6 2 0,3-9 2 0,-3 9-4 16,4-6-6-16,-4 6 9 0,1-7-19 0,-1 7-9 16,0 0-17-16,0 0-17 0,4-6-27 0,-4 6-32 15,0 0-26-15,0 0-25 0,0 0-22 0,0 0-19 16,0 0-23-16,-10 26-125 0,6-16-389 0,0 0 173 15</inkml:trace>
  <inkml:trace contextRef="#ctx0" brushRef="#br0" timeOffset="56081.56">4898 9222 222 0,'0'0'229'0,"8"-4"-5"16,-8 4-13-16,0 0-16 0,0 0-12 0,0 0-16 16,0 0-22-16,0 0-11 0,0 0-15 0,0 0-15 15,0 0-14-15,0 0-10 0,0 0-7 0,0 0-6 16,0 0-8-16,5 7-5 0,-5-7-3 0,2 12-1 16,0-3-4-16,-2-1-3 0,1 2-5 0,-2 1-1 15,2 1 0-15,0 1-1 0,0 3 3 0,-3 0-4 16,3-5-5-16,-1 6-1 0,3-1-4 0,-1 1 2 15,0-3-3-15,-2-3-2 0,-2 4 6 0,1-2-10 16,1-3 1-16,0 1-3 0,0-3-1 0,0 0 2 16,1-1-3-16,-1-7 0 0,2 13-3 0,-1-7 0 15,-1-6 3-15,1 10-6 0,-1-10 1 0,1 6-1 16,-1-6 4-16,2 7-4 0,-2-7-3 0,0 0 5 16,2 7-5-16,-2-7 4 0,0 0-2 0,13 0 1 15,-13 0 0-15,15 0-6 0,-2-2-11 0,5-3-17 16,0 0-30-16,1 0-44 0,2-3-58 0,-1 0-48 15,6-1-235-15,-7 1-478 0,1-2 211 0</inkml:trace>
  <inkml:trace contextRef="#ctx0" brushRef="#br0" timeOffset="56271.11">5429 9268 197 0,'0'0'236'0,"5"-5"-8"0,-5 5-11 16,0 0-21-16,0 0-13 0,0 0-21 0,6-3-9 16,-6 3-22-16,9-4-17 0,0 2-8 0,2 0-11 15,1 1-13-15,-1-1-17 0,3 0-33 0,-1 0-27 16,1 1-59-16,-1-1-50 0,1 2-39 0,-4 2-175 16,-10-2-343-16,13 2 153 0</inkml:trace>
  <inkml:trace contextRef="#ctx0" brushRef="#br0" timeOffset="56438.7">5474 9390 251 0,'-3'3'251'0,"3"-3"-10"0,0 0-14 16,0 0-18-16,-5 4-20 0,5-4-18 0,0 0-18 16,0 0-17-16,0 0-13 0,0 0-11 0,0 0-14 15,0 0-22-15,34-6-23 0,-22 3-37 0,5-1-57 16,1-1-68-16,10-3-68 0,-8 1-154 0,5-3-356 15,0-2 158-15</inkml:trace>
  <inkml:trace contextRef="#ctx0" brushRef="#br0" timeOffset="76731.9">6103 8879 55 0,'0'0'206'0,"0"0"-10"16,-1-8-9-16,1 8-9 0,0 0-13 0,-1-8-10 16,1 8-15-16,0 0-15 0,0 0-12 0,0 0-10 15,-2-9-18-15,2 9-6 0,0 0-10 16,0 0-6-16,0 0-7 0,0 0-10 0,0 0-4 0,0 0-2 15,0 0-7-15,9 18-2 0,-6-12 1 16,2 3-8-16,0 1-2 0,0 1-1 0,0 1-2 0,1 0 2 16,-1 5-3-16,5-2-5 0,-4 2 1 0,1-1-1 15,-1-2-4-15,3-1 2 0,-1 3 1 0,-1-2 2 16,2 1 17-16,0-1-14 0,-4-4-1 0,2 0 0 16,-2 0-2-16,0-3-4 0,2 2 4 0,0-1-3 15,-3 1-2-15,0-4-1 0,0-1 3 0,-4-4-5 16,5 9 5-16,-5-9 2 0,5 4 11 15,-5-4 10-15,0 0 10 0,3 6 14 0,-3-6 17 0,0 0 4 16,0 0-6-16,0 0-8 0,0 0-5 0,13-16-7 16,-9 6-3-16,1-1-5 0,4-2-5 0,-2-2-7 15,-1-4-1-15,3 1 3 0,-2-5-11 0,4 0-2 16,-5 4 0-16,4-5-6 0,-1 2-1 0,-2 3-2 16,-1 2 0-16,-1 1-1 0,2 0-5 0,-2 0 2 15,-3 4 2-15,2 1-2 0,0 0 0 0,-1 4-4 16,-2 0-2-16,-1 7-1 0,5-11-1 0,-4 6-21 15,-1 5-19-15,5-7-29 0,-5 7-31 0,0 0-38 16,0 0-27-16,0 0-20 0,0 0-21 0,0 0-22 16,0 0-182-16,-5 25-441 0,3-14 196 0</inkml:trace>
  <inkml:trace contextRef="#ctx0" brushRef="#br0" timeOffset="77101.52">6653 8975 192 0,'10'0'199'0,"-10"0"-16"0,0 0-14 15,0 0-11-15,0 0-5 0,0 0-5 0,0 0-8 16,-14 21-6-16,5-12-8 0,-1 0-11 0,1-1-15 16,0 1-9-16,-4 2-7 0,2 1-10 0,4-3-8 15,-2 0-4-15,3 0-7 0,1 0-4 0,0 0-7 16,1 1-4-16,2-2-1 0,1-1-5 0,1-7-2 15,1 15-6-15,1-7-2 0,2-1-2 0,-1-1-3 16,5 2 2-16,-3-3-2 0,5 1-1 0,-3 0-4 16,2 0-3-16,1-1 2 0,-4 0 0 0,2 0-3 15,-3-1 0-15,2 0-5 0,-2 0 0 0,-5-4 2 16,7 7-2-16,-3-4-2 0,-4-3 1 0,5 7-3 16,-2-3 4-16,-3-4 0 0,0 0 3 0,-3 13 10 15,3-13 1-15,-9 8-1 0,-1-1 1 0,0-3-2 16,-5 5-2-16,2-3-1 0,-3 0-1 0,0 1-2 15,-2-1-12-15,0 0-13 0,3-1-21 0,-3 0-29 16,6-3-42-16,0 1-48 0,4-1-45 0,-1-1-189 16,0 1-421-16,9-2 186 0</inkml:trace>
  <inkml:trace contextRef="#ctx0" brushRef="#br0" timeOffset="77381.92">6931 8936 71 0,'0'0'265'0,"6"-7"-18"0,-6 7-17 0,0 0-20 16,2-6-23-16,-2 6-18 0,0 0-20 0,0 0-12 15,0 0-14-15,0 0-6 0,18 10-4 0,-13-4-8 0,2 0-11 16,3 3-8-16,-1-2-7 0,-2 3-9 15,1-3-5-15,1 2-9 0,0 0-6 0,2-1-4 16,-2 1 0-16,0-1-8 0,0 0-3 0,1 1-2 16,-2-1-2-16,0 0-10 0,0-3-25 0,-1 3-37 15,1-1-51-15,-2-2-57 0,-1 0-56 0,0 1-192 0,-1-5-431 16,-4-1 191-16</inkml:trace>
  <inkml:trace contextRef="#ctx0" brushRef="#br0" timeOffset="77583.98">7237 8906 72 0,'-3'-9'265'0,"3"9"-8"15,0 0-15-15,-5-7-11 0,5 7-15 16,0 0-13-16,-16 4-19 0,4 5-5 0,-3 1-8 16,-7 4-12-16,-1 4-16 0,0 0-13 0,0 0-17 0,2 4-9 15,-1-2-13-15,0-1-5 0,3-1-3 0,-2 1-23 16,3-1-30-16,3 3-31 0,1-7-33 15,2 1-47-15,5 1-66 0,-1-6-68 0,2 1-209 0,2-2-459 16,3 1 203-16</inkml:trace>
  <inkml:trace contextRef="#ctx0" brushRef="#br0" timeOffset="77853.7">7453 8818 282 0,'2'-6'317'0,"2"3"-13"16,-4 3-13-16,5-6-13 0,-5 6-22 0,5-6-17 16,-5 6-35-16,0 0-24 0,0 0-21 0,0 0-17 15,0 0-14-15,0 0-12 0,7 13-10 0,-6-1-9 16,-1 5-7-16,0 2-6 0,0-3-10 0,0 2-3 16,-1 1-12-16,-1 1-3 0,2-2-10 0,-2 1 1 15,2-1-4-15,-3 2 3 0,1-3-14 16,2 2-4-16,-3-2 1 0,3 1-3 0,-1-2-4 15,1 0-16-15,-1-1-18 0,-2 0-23 0,3-1-29 0,0-3-27 16,-1 0-26-16,-2 0-27 0,0-1-62 0,-1-2-49 16,1 1-234-16,3-9-530 0,-11 7 234 15</inkml:trace>
  <inkml:trace contextRef="#ctx0" brushRef="#br0" timeOffset="78199">7454 8831 163 0,'0'-9'267'0,"1"-1"-15"0,1 3-11 0,-2 7-15 0,5-15-15 15,-1 11-14-15,1-1-26 0,0 0-15 0,-5 5-15 16,10-5-15-16,-10 5-16 0,10 0-12 0,-10 0-11 16,13 3-8-16,-8 0-11 0,-5-3-3 0,8 11-6 15,-4-4-8-15,1 3-1 0,-4 0-3 0,-1 1-4 16,-4 0-1-16,0 5-5 0,2-6-2 0,-2 2-4 15,-1 3-2-15,-2-4-7 0,4-2-2 0,0 1-3 16,-1-1-3-16,-1-2-7 0,0-1-1 0,2-1-1 16,3-5-2-16,-5 11-2 0,5-11 0 0,-2 6-1 15,2-6 1-15,0 0 1 0,4 11-2 0,-4-11 3 16,5 6 0-16,0-4-6 0,1 1 5 0,3-1-4 16,1 0 1-16,3-2-6 0,0 2-7 0,1-2-15 15,4 0-19-15,-1 0-33 0,2 0-36 0,-1 0-45 16,-2-2-46-16,2 2-212 0,-6-2-454 0,0 0 200 15</inkml:trace>
  <inkml:trace contextRef="#ctx0" brushRef="#br0" timeOffset="78483.67">7913 8848 99 0,'0'0'252'0,"0"0"-6"0,4-7-16 0,-4 7-19 16,0 0-21-16,0 0-23 0,0 0-9 0,0 0-5 15,0 0-1-15,7 17-3 0,-5-6-6 0,-2 3-5 16,0 3-12-16,0 1-6 0,-2-1-2 0,1 2-3 16,0 1-2-16,0-4 0 0,1 1-3 0,0 2-18 15,-3-2 0-15,2 0-12 0,-1 0-6 0,1-4-5 16,1-2-4-16,0-2-5 0,0 1-7 0,0-2-8 16,0-8 2-16,1 14-4 0,1-6 5 0,0 0 3 15,5-1 4-15,-1-3 12 0,4 1-9 0,3-1-4 16,8-5-1-16,8-2-8 0,2 0-9 0,1-1-28 0,2 1-11 15,-3-3-21-15,1 1-37 0,-2 2-33 16,-9 1-31-16,-3 1-40 0,-4 1-57 0,4-2-57 16,-6 2-276-16,-1 2-600 0,-11-2 266 0</inkml:trace>
  <inkml:trace contextRef="#ctx0" brushRef="#br0" timeOffset="79081.89">6257 9678 179 0,'-8'1'203'0,"8"-1"-3"15,-12 0-2-15,12 0-10 0,-11 2-8 0,11-2-9 16,-6 1-10-16,6-1-8 0,0 0-7 0,0 0-8 15,0 0-7-15,-12 0-5 0,12 0-6 0,0 0-8 0,0 0-11 16,0 0-2-16,0 0 0 0,0 0-1 0,31-3-2 16,-9 0-6-16,9 1-8 0,4-1-3 15,22-4-4-15,0 1-6 0,7 1-6 0,28-3-7 16,-27 3-1-16,32-6-9 0,-3 5-4 0,-4 1-5 16,2 1 2-16,0 0-8 0,-26 3-1 0,35-5-2 15,-6 4-6-15,-29 1 1 0,34-2-3 0,-7 2-5 16,1-1 7-16,-30 2-9 0,25-4-5 0,-29 4 4 15,2-2-5-15,-5 0 4 0,-1 2-3 0,0 0 0 16,-2-3 1-16,-17 1 2 0,1-1 1 0,2 0 7 0,-4 2-13 16,0-2-4-16,-4 1 10 0,-7 1-1 15,-4 0 4-15,-2-1 1 0,-8 1 4 0,5 1-3 0,-4-1 2 16,0-1-6-16,-1 0 6 0,0 2-7 16,-5-1 2-16,-6 1-6 0,13 0-13 0,-13 0-16 15,0 0-26-15,10-2-22 0,-10 2-26 0,0 0-28 16,0 0-33-16,0 0-58 0,0 0-43 0,-38 12-57 15,8-5-157-15,-2-1-510 0,-4 1 226 0</inkml:trace>
  <inkml:trace contextRef="#ctx0" brushRef="#br0" timeOffset="79635.5">6570 9967 29 0,'0'0'252'0,"0"-14"-4"0,1 7 1 15,-1 7 1-15,0-10-7 0,0 10-7 0,1-10-12 16,-1 10-13-16,0 0-17 0,2-8-21 0,-2 8-22 16,0 0-16-16,0 0-15 0,0 0-16 15,2-7-12-15,-2 7-11 0,0 0-8 0,0 0-7 0,4 30-4 16,-2-11-3-16,0-1-3 0,-2 1 2 0,2 6 0 16,0 1-14-16,0-1-3 0,-2-1 2 15,3 1 1-15,-3-5 12 0,1 3-17 0,0-2 4 0,1-3-7 16,-2 0 1-16,-2 0-6 0,2-1 0 15,-1 0-4-15,1-5 2 0,1 1-7 0,-1-2-4 0,0-1 3 16,0-1-4-16,-1 1-4 0,2-3-4 0,-1 2-16 16,0-2-21-16,0-7-18 0,0 11-22 0,0-11-17 15,-1 9-19-15,1-9-29 0,0 0-32 0,-3 9-35 16,3-9-42-16,0 0-250 0,-6 1-532 0,6-1 236 16</inkml:trace>
  <inkml:trace contextRef="#ctx0" brushRef="#br0" timeOffset="80052.78">6597 9942 16 0,'3'-16'219'16,"1"5"2"-16,1 1-1 0,0 1-7 0,1 0-16 15,0 2-20-15,2 0-16 0,-1 3-17 0,2-2-9 16,-1 4-17-16,5 0-10 0,-4 2-7 0,2 4-14 15,1 0-4-15,-2 2-13 0,0 1-3 0,0 0-8 16,1 2-2-16,-1 4 5 0,-5-1 3 0,1 0-4 16,-1-2 1-16,-2 2-9 0,-2 1 4 0,0 2-6 15,-3-2 2-15,-1 0-3 0,-1-2-8 0,-7 4-4 16,-2-2 3-16,-1-3-8 0,0 0 1 0,1 0-7 16,-2-1-2-16,3-2-1 0,1-1-1 0,1-3-1 15,1-2-3-15,0 3-1 0,3-3 1 0,6-1 2 16,-11 2-7-16,11-2 0 0,-9 2 0 0,9-2 0 15,0 0 1-15,-10 2 1 0,10-2-2 0,0 0-4 16,0 0-3-16,0 0-2 0,-5 4-1 0,5-4-2 16,0 0-1-16,0 0 1 0,14 13-2 0,-6-8 2 15,-2 0 1-15,3 0 1 0,1 4 1 0,4-1-2 0,2-1-10 16,-1 2-13-16,3-1-19 0,0 0-24 16,2-1-45-16,2 0-49 0,4-1-56 0,2-1-56 15,-8-2-169-15,0-1-474 0,2 1 210 0</inkml:trace>
  <inkml:trace contextRef="#ctx0" brushRef="#br0" timeOffset="80691.98">7258 10168 60 0,'0'0'257'0,"0"0"-2"0,0 0-11 16,0 0-16-16,0 0-14 0,2-7-8 0,-2 7-19 15,0 0-13-15,0 0-14 0,0 0-8 0,0 0-9 16,0 0-12-16,0 0-13 0,0 0-7 0,0 0-9 0,0 0-3 15,0 0-11-15,0 0-8 0,-10-7-11 16,10 7-2-16,0 0-3 0,0 0-6 0,-9-2 0 16,9 2-1-16,0 0 1 0,0 0-4 0,0 0-7 15,-11 0 2-15,11 0 10 0,0 0-21 0,0 0 8 16,-7-2 7-16,7 2-9 0,0 0-3 0,0 0 6 0,-12-1-1 16,12 1-5-16,0 0-6 0,-6-3 5 0,6 3-4 15,0 0 3-15,0 0-4 0,0 0-2 16,-13 0-2-16,13 0-3 0,0 0 6 0,-10-1-6 15,10 1-3-15,0 0 1 0,0 0-8 0,-8-3 0 16,8 3-3-16,0 0 4 0,0 0-1 0,0 0 17 16,0 0-14-16,0 0-4 0,-9 0 2 0,9 0-2 15,0 0-9-15,0 0-2 0,0 0 5 0,0 0 3 16,0 0 1-16,0 0-1 0,0 0 1 0,0 0-1 16,0 0 4-16,0 0-3 0,0 0-4 0,0 0-2 0,0 0 7 15,0 0 3-15,0 0-15 0,0 0-3 0,30-3 6 16,-20 3 7-16,0 0-5 0,5-2-4 15,2 2 1-15,-2 0 1 0,3-2-3 0,0-1-1 0,3 2-4 16,-3-3 5-16,-1 3-4 0,0-2 16 16,-3 2-24-16,3-1 11 0,-3 0 0 0,-1 1 3 0,-1-1-6 15,1 0-1-15,0 0 4 0,-2 0 0 16,0 2 2-16,0-2-1 0,-3 1-17 0,-1-1-5 0,-7 2-19 16,13 3-6-16,-13-3-26 0,12-3-21 0,-12 3-23 15,9-1-19-15,-9 1-16 0,7 0-26 0,-7 0-28 16,0 0-29-16,10-4-26 0,-10 4-36 15,0 0-216-15,0 0-552 0,0 0 244 0</inkml:trace>
  <inkml:trace contextRef="#ctx0" brushRef="#br0" timeOffset="80919.98">7417 9949 132 0,'0'0'239'0,"0"0"-16"0,0 0-15 0,0 0-19 15,0 0 5-15,0 0-9 0,-8 10-12 0,8-2 7 16,-1 1-15-16,2 2-12 0,-2-1-3 0,-1 3-14 16,2 3-12-16,0 0-10 0,-2-4-12 0,0 5-7 15,3-1-11-15,-2 0-5 0,-2 1-11 0,3-4-4 16,-1-1-23-16,0 4-24 0,2 1-33 16,-2-5-28-16,-2 1-44 0,4-1-62 0,-1-3-52 0,2 3-48 15,-4-1-145-15,2-4-427 0,0-7 190 0</inkml:trace>
  <inkml:trace contextRef="#ctx0" brushRef="#br0" timeOffset="82255.78">6982 10358 192 0,'0'0'238'0,"0"-12"-11"16,0 12-8-16,0 0-13 0,-3-7-12 15,3 7-8-15,0 0-12 0,-5-8-8 0,5 8-19 0,0 0-14 16,-5-4-10-16,5 4-8 0,0 0-11 0,-8-1-4 16,8 1-7-16,0 0-13 0,0 0-4 0,-14 3-6 15,14-3-6-15,-12 8-5 0,6-3-8 0,1-1-6 16,0 1-4-16,-4 2-3 0,5-3-6 0,1 2-4 15,1 1-2-15,2-7-2 0,-4 10-3 0,4-10-2 16,-1 11 1-16,1-11-5 0,0 11 1 0,0-11-4 16,3 10 2-16,0-5-1 0,2 1 1 0,-1-1-3 15,1 1 6-15,0-3-11 0,0 2 1 0,0 0 0 16,1 1 2-16,-1-2-7 0,1-1 1 0,-2 3 0 16,-4-6 0-16,6 6-2 0,-2-3 1 0,-4-3-2 15,4 6 1-15,-4-6 0 0,3 6 4 0,-3-6 2 16,0 0 4-16,-6 11-3 0,6-11 0 0,-7 10-1 15,0-7 2-15,0 0 0 0,-2 1-7 0,2-1 0 16,-2 1-8-16,-1-1-23 0,2 0-20 0,-1 0-29 16,-3-1-40-16,1 0-58 0,1-2-69 0,0 0-228 15,0-1-512-15,10 1 227 0</inkml:trace>
  <inkml:trace contextRef="#ctx0" brushRef="#br0" timeOffset="82700.72">7753 9935 12 0,'0'0'293'0,"0"0"-9"0,-1-13-2 15,1 13-5-15,0 0-3 0,-3-7-26 0,3 7-14 16,0 0-27-16,-1-8-10 0,1 8-35 0,0 0-17 15,0 0-16-15,0 0-21 0,0 0-4 0,0 0-11 16,0 0-13-16,5 25-5 0,-5-12-5 0,3 2-5 16,-1 2-14-16,-2 0-3 0,2 1-1 0,0-2-4 15,-2 2 1-15,1 0-12 0,-2-3-4 0,1-2 3 16,0 3 0-16,-2-2-4 0,2 0-4 0,0-3-3 16,-3 1 5-16,3 0-5 0,0-2-17 0,0 0-8 15,-1-4-20-15,1-6-15 0,-2 14-3 0,1-8-24 0,1-6-29 16,-3 9-28-16,1-2-39 0,2-7-40 15,-6 7-31-15,6-7-40 0,-5 3-149 0,5-3-459 16,0 0 203-16</inkml:trace>
  <inkml:trace contextRef="#ctx0" brushRef="#br0" timeOffset="83016.58">7742 9850 169 0,'2'-8'216'0,"2"1"-6"0,0 0-7 15,-2 2-10-15,4 0-13 0,-3 1-15 0,3 0-19 16,2 2-9-16,-8 2-16 0,14-2-16 16,-6 2-11-16,2 3-10 0,-3-1-6 0,0 4-7 0,1 0 1 15,-3 3 6-15,0-2-4 0,-2 0 2 0,-2 5 3 16,-1-3-4-16,-2 2-4 0,-1 2-1 0,-3-4-6 16,-1 2-2-16,1 4-3 0,-1-5-5 0,1 0 0 15,-1-1-7-15,1 1-6 0,2-1-2 0,-1-1-6 16,1-2-6-16,3 0 2 0,1-6-4 0,-7 10-1 15,5-5-2-15,2-5-2 0,0 0-1 0,7 15-1 16,-1-10-1-16,2-1-1 0,2 0-2 0,3 0-2 16,0-3-5-16,4-1-14 0,1 1-20 0,2 1-32 15,0-2-44-15,-3 0-54 0,4-3-58 0,-4 0-52 16,-4 3-173-16,-2-3-476 0,-1 0 211 0</inkml:trace>
  <inkml:trace contextRef="#ctx0" brushRef="#br0" timeOffset="83281.92">8082 9977 64 0,'0'0'223'16,"10"-1"-7"-16,-10 1 1 0,0 0-3 0,0 0-2 15,5 6-4-15,-5-6-4 0,2 11 3 0,0-5-12 16,-1 4 1-16,2-1-7 0,-3 2-10 0,2 6 9 16,1-2 0-16,-4 2-11 0,1-1-8 0,-2 0-12 15,4 0-24-15,-4-3 7 0,4 3-3 0,-2-6 4 16,1 3-10-16,-1 0-12 0,1-3-13 0,0 2-3 15,4-4-11-15,-3 2-5 0,0-2-3 0,1-2-10 16,-1 0 0-16,1 0-5 0,1-2-4 0,1 2-9 16,1-2-8-16,2-1-10 0,2-2-18 0,-1 0-25 15,9-3-42-15,1-1-50 0,-2 0-51 0,2-5-44 16,-1-1-55-16,2 0-62 0,7-2-55 0,-10-1-255 16,7-3-670-16,-6 5 296 0</inkml:trace>
  <inkml:trace contextRef="#ctx0" brushRef="#br0" timeOffset="83532.72">9176 9578 2816 0,'0'0'69'16,"-9"-4"-24"-16,9 4-23 0,-8-3-21 0,8 3 21 15,-6-2 4-15,6 2 30 0,0 0 1 0,0 0 12 16,0 0 3-16,0 0-1 0,0 0-10 0,-4-6-2 0,4 6-6 16,0 0-3-16,0 0-9 0,0 0-2 0,27-4-14 15,-17 3-3-15,1 1-12 0,0-3-25 0,-1 2-24 16,1-1-27-16,-1 0-35 0,-2 2-37 16,-8 0-49-16,15 1-32 0,-8-1-21 0,-7 0-208 0,8 5-483 15,-8-5 214-15</inkml:trace>
  <inkml:trace contextRef="#ctx0" brushRef="#br0" timeOffset="83681.53">9183 9642 180 0,'-6'5'210'0,"1"-2"-4"16,-2 0 3-16,7-3 6 0,-10 5 1 0,10-5 3 15,-6 3-14-15,6-3-5 0,-7 4-10 0,7-4-5 16,0 0-10-16,0 0-5 0,0 0-21 0,0 0-12 16,0 0-18-16,21 3-30 0,-5-6-25 15,3 0-40-15,1 0-46 0,9-2-55 0,1-2-69 0,-2-1-80 16,-8 2-223-16,9-4-486 0,0 2 215 0</inkml:trace>
  <inkml:trace contextRef="#ctx0" brushRef="#br0" timeOffset="86458.85">9909 8937 39 0,'-1'-11'214'0,"1"1"4"0,-2 2-3 16,2 8 2-16,-2-14-12 0,2 14-12 0,-1-8-18 16,1 8-16-16,0-7-21 0,0 7-12 0,0 0-17 15,-4-7-11-15,4 7-16 0,0 0-11 0,0 0-10 16,0 0-2-16,0 0-6 0,0 0-8 0,7 20-7 15,-5-9 0-15,2 1-2 0,0 4 0 0,-2-5-5 16,1 5-3-16,-1-1-1 0,3 2 10 0,0-2-12 16,-2 1 2-16,-2 1 7 0,3 0 4 0,-1 2-4 15,0-2 0-15,0 2-1 0,0-1-3 0,1-1-4 16,-2-2-6-16,-1-3 2 0,3-1-3 0,-1-1 1 16,-2 1-4-16,1 0 1 0,0-4 1 0,0 0-5 15,0 1 0-15,-1-3-1 0,-1-5-1 0,4 13-2 16,-2-7-7-16,1 1-18 0,-2-2-15 0,-1-5-24 15,3 10-29-15,-3-10-40 0,2 9-51 0,-2-9-36 16,4 7-211-16,-4-7-455 0,0 0 202 0</inkml:trace>
  <inkml:trace contextRef="#ctx0" brushRef="#br0" timeOffset="87198.2">10318 9010 16 0,'0'0'236'0,"4"-6"-18"0,-4 6-14 16,0 0-14-16,0 0-3 0,0 0-11 0,0 0-14 16,0 0-11-16,0 0-11 0,0 0-12 0,-19 13-13 15,12-6-7-15,0 2-4 0,-1-1-12 0,-1 5-8 16,2-3-5-16,1 0-9 0,1 2-8 0,1-2-5 16,2 1-5-16,0 0-4 0,0 0-2 0,1 1-9 0,2-2 2 15,1 0-5-15,0-3-2 0,2 0-5 16,-1 0 1-16,5 1-4 0,-3-4 0 0,3 1-1 15,-2-1-6-15,2-3 1 0,0 1 0 0,3-2-1 0,-1 2 0 16,2-2-2-16,1-2-2 0,-3 0-1 0,3-1 1 16,-2-2-1-16,-1-1-5 0,2-1-1 15,-2 1 0-15,-1-2-3 0,2-3-2 0,-3 0-2 16,1 1 1-16,-2 1-1 0,1-4 2 0,-4 3 4 0,1-2-4 16,-3 1-6-16,-2 0 1 0,1 0 0 0,-1 2-1 15,-3-1-2-15,0 1 3 0,-1 1 16 16,-1 2-2-16,-5-1-4 0,-1 1 2 0,0 1-4 15,-1 2 0-15,-1 0 1 0,1-1 0 0,1 2-1 16,5 0 6-16,-2 1-8 0,8 1-1 0,-12-2 0 0,12 2-1 16,-8-2 1-16,8 2-5 0,0 0 1 0,-9-3 2 15,9 3-1-15,0 0 1 0,0 0 3 0,0 0-2 16,0 0-1-16,33-3 1 0,-20 3 1 0,6-1 0 16,-2 0 1-16,1-1-4 0,-5 0 3 0,0 4-2 15,-1-2 0-15,1 0-2 0,-3 2-1 0,-4-1-1 16,2 2 1-16,0-2 0 0,-2 2-2 0,1 1 1 15,-2 1 5-15,1 2-3 0,0 3 9 0,-1 0 1 16,-2-1 4-16,1 3 0 0,-3-3 1 0,2 2 0 16,-2 2 0-16,0-3-2 0,1 2-2 0,-1 0 5 15,2 3-4-15,-1-4 0 0,1 1 0 0,0-1 2 16,1-1-1-16,0-2 4 0,2-1-7 0,1 3 1 16,-2-6-1-16,6 3 3 0,0-3-3 0,-1-2 0 15,4 2 3-15,-1-3-1 0,6-1-3 0,0 0 3 16,-7-1 10-16,-2 0 12 0,2-2-5 0,0-2 6 15,3-4-10-15,-6 2 1 0,0-1-2 0,0-2-1 16,-1 1 1-16,-2-1-4 0,1-5-3 0,-5 0 2 16,1 0-3-16,-4 3-4 0,-2-3 2 0,0 3-6 15,-2 2 0-15,-2-5 3 0,-2 0-6 0,0 6-2 16,-2-3 3-16,-1 5-2 0,-1-4-3 0,-1 1-3 16,2 6-8-16,0 0-10 0,-2 0-15 0,1 2-17 15,-1 2-22-15,1 0-20 0,-1 2-32 0,2 0-52 16,2 2-47-16,4 0-43 0,-4 1-166 0,4 0-472 0,3-1 209 15</inkml:trace>
  <inkml:trace contextRef="#ctx0" brushRef="#br0" timeOffset="87520.81">10952 8923 208 0,'0'0'280'0,"4"-5"-6"0,-4 5-9 0,3-5-9 0,-3 5-16 16,0 0-20-16,0 0-19 0,2-7-20 0,-2 7-20 15,0 0-14-15,0 0-24 0,0 0-5 0,0 0-22 16,0 0-11-16,9 0-6 0,-9 0-6 0,6 8-6 16,-1-3-8-16,0 2 2 0,1-1-8 0,0 3 8 15,2 1-5-15,1 0-2 0,-2 0 1 0,1-1-6 16,0 1-5-16,2-1 4 0,-2 2-11 0,-1-2-3 15,1 1 4-15,1 0-7 0,0-2-5 0,-2 0 1 16,2 0-2-16,-2 0-3 0,0-3-3 0,1 1-21 16,0 2-19-16,-2-3-22 0,-2-1-17 0,1 2-14 15,-1-4-27-15,1 1-25 0,-5-3-35 0,8 8-27 0,-8-8-25 16,6 2-28-16,-6-2-200 0,0 0-477 16,0 0 211-16</inkml:trace>
  <inkml:trace contextRef="#ctx0" brushRef="#br0" timeOffset="87704.88">11176 8854 2 0,'-6'-8'218'0,"6"8"-7"15,0 0-9-15,-10 0-7 0,10 0-3 0,-11 9-10 16,3 3-7-16,-5 3-12 0,2 0-17 0,-3 4-14 16,-3 4-12-16,1-1-11 0,-1 5-11 0,-2 1-9 15,0 1-7-15,-3 0-9 0,-8 9-21 0,6-11-28 16,0 1-40-16,1-3-54 0,2 0-58 0,0-1-62 15,-5-2-154-15,4-3-372 0,2 0 165 0</inkml:trace>
  <inkml:trace contextRef="#ctx0" brushRef="#br0" timeOffset="90146.78">11453 8796 35 0,'0'0'246'0,"0"-6"-10"0,0 6-10 15,0 0-18-15,0 0-13 0,1-9-22 0,-1 9-20 16,0 0-16-16,0 0-17 0,0 0-12 0,0 0-9 16,0 0-18-16,0 0-6 0,0 0-8 15,0 0-7-15,0 0-8 0,7 22-2 0,-6-13-4 0,1 1-3 16,0 7-1-16,0-1 2 0,1 0-4 0,1 0-1 16,-1 1 1-16,-1 1 3 0,-1 1-1 0,2-2 0 15,-1-1 0-15,-1 3-5 0,1-2 3 16,0-1 2-16,1 0-3 0,-2-3-2 0,-1 0-5 0,2-2 1 15,-2 1-3-15,0 0-4 0,1-1-1 0,0 1 4 16,-1-2-5-16,1 1-5 0,-1-2-1 0,2-2-1 16,-2-7-2-16,0 11 0 0,3-4 0 0,-3-7-15 15,0 8-17-15,0-8-18 0,0 0-20 0,-3 10-26 16,3-10-32-16,0 0-28 0,0 0-41 0,0 0-33 16,-2 7-192-16,2-7-440 0,0 0 195 0</inkml:trace>
  <inkml:trace contextRef="#ctx0" brushRef="#br0" timeOffset="90498.99">11707 8986 2106 0,'7'-8'88'0,"-5"1"-36"0,3 1-18 0,-1 1-11 15,-4 5-6-15,3-9 26 0,1 5 12 0,-4 4 4 16,4-5-1-16,-4 5 1 0,5-5 2 0,-5 5-14 16,0 0-7-16,0 0-5 0,0 0 6 0,0 0 2 15,0 0-4-15,0 0-3 0,0 0-2 0,-9 27-7 16,7-16 9-16,0-1-9 0,-1-1-4 0,3 2 1 15,0 0-3-15,0-1-4 0,1-1 1 0,2-2 0 16,0 2-2-16,1 0-4 0,-1-2 0 0,5-2 4 0,-1 2-1 16,0 0-2-16,-1-3 0 0,5-3 12 15,-3 1 3-15,-1-2 4 0,3 2 5 0,2-2-6 16,-1-2 1-16,2-1 4 0,-2-1-12 0,1-3-2 16,-1 2 0-16,1-1 3 0,-2-2-1 0,0 0-4 0,-5-2-4 15,3 1 2-15,-3-2-1 0,-2 0-1 0,0-1-8 16,-1-1 1-16,-4 1 4 0,0 1-7 15,0 0-6-15,-1 1 3 0,-1 3-1 0,-1-1-4 16,1 3-12-16,-5-2-15 0,2 1-20 0,-1 3-22 16,-4 3-19-16,-2 0-23 0,-1 3-37 0,-3 2-41 0,-2 1-60 15,2 2-213-15,-1 0-503 0,2-2 222 16</inkml:trace>
  <inkml:trace contextRef="#ctx0" brushRef="#br0" timeOffset="94101.8">10350 9613 47 0,'-10'-3'156'0,"0"0"-6"0,3 3-4 16,-3-3-3-16,10 3 1 0,-15-4-2 0,8 3-3 15,7 1-6-15,-16-3-10 0,8 1-6 16,2 0-3-16,6 2 1 0,-15-2-7 0,7 0-8 0,8 2-6 16,-17-2-4-16,8 2-6 0,0-1-7 0,9 1-2 15,-14-2 1-15,14 2-4 0,-13 0 0 0,13 0-7 16,-9 0-2-16,9 0-3 0,-9-1-6 0,9 1-5 15,0 0-5-15,0 0-4 0,-12-1-6 0,12 1-3 16,0 0-5-16,0 0-2 0,0 0 1 0,0 0-2 16,0 0 5-16,0 0-4 0,-8 1 2 0,8-1 4 15,0 0 0-15,0 0-4 0,0 0-5 0,0 0 3 16,0 0 0-16,0 0-2 0,0 0-2 0,0 0-1 16,0 0-1-16,0 0 3 0,0 0-2 0,0 0-5 15,0 0 4-15,0 0 2 0,0 0 0 0,-10 0-5 16,10 0-1-16,-8 3 0 0,8-3 0 0,-9 2 14 15,9-2-6-15,-10 3 1 0,2-3 2 0,8 0-2 16,-15 2 4-16,7 0-9 0,-2 0 2 0,-1-1 1 16,-1 1-7-16,-1 0 13 0,2 1-16 0,-2 0-4 15,-1 0 1-15,-3 1 0 0,1-1-3 0,-1 1 3 16,-1-1-3-16,-1 1 2 0,1 1 9 0,-1-3-11 16,3 2-1-16,3-2 5 0,1 0-5 0,3 1 0 15,-1-2-2-15,3 1 7 0,7-2-3 0,-10 2 4 16,10-2 3-16,-9 1-2 0,9-1 0 0,0 0-2 15,-9 0-3-15,9 0-1 0,0 0-3 0,0 0 6 16,0 0-7-16,0 0 2 0,0 0 5 0,0 0 6 16,0 0 3-16,47-2 4 0,-16-2-6 0,5-1-5 15,19-3 4-15,1-1 2 0,4 0 2 0,30-6-4 16,2 2-9-16,5-3 8 0,5 3-5 0,6-3 4 16,5 2 11-16,2 3-28 0,7-3 17 0,2 2-4 15,3 2 0-15,2-2-3 0,-1 6-1 0,-11-2-3 16,11 2 3-16,-7 0 2 0,-2 2-8 0,-4-6 6 15,-3 7 1-15,-6-4 1 0,-5 1-5 0,-2 2 1 16,-10-4 10-16,-24 6 0 0,0-4 1 0,1 0 24 16,-4 2-29-16,5 0 4 0,-7-1-7 0,-5 2 12 0,-3-3-23 15,-12 5 2-15,-1-3 20 0,-3 1 4 0,-4 1 5 16,-3 1-1-16,-7-1 1 0,-4 1-1 16,-4 0-2-16,-3 0 9 0,0 1-2 0,-2-2 3 15,-9 2 0-15,13-2-2 0,-13 2-3 0,11-2 0 0,-11 2 2 16,8-1 1-16,-8 1-12 0,0 0-7 0,0 0 1 15,8-1-40-15,-8 1-40 0,0 0-38 0,0 0-35 16,0 0-34-16,0 0-37 0,-37 9-47 16,16-5-62-16,-8 2-264 0,-3 1-634 0,-3-2 281 15</inkml:trace>
  <inkml:trace contextRef="#ctx0" brushRef="#br0" timeOffset="96650.09">10704 10092 130 0,'0'0'239'16,"0"0"-6"-16,0 0-8 0,0 0-16 0,0 0-12 16,0 0-16-16,-1-9-10 0,1 9-19 0,0 0-10 15,0 0-14-15,0 0-13 0,0 0-10 0,0 0-12 16,0 0-9-16,0 0-8 0,0 0-10 0,0 0-4 15,0 0-10-15,0 0 0 0,0 0-9 0,-22 6-4 16,17-1-4-16,-3-2-4 0,2 1-3 0,-1-1-5 16,4 2-6-16,-3-1 3 0,3 1-2 0,3-5-4 15,-9 9-1-15,6-3 7 0,1 0-11 0,2-6 1 16,-4 8-3-16,4-8-2 0,-1 11 3 0,1-11-4 16,2 11 3-16,-1-5 0 0,3-3 0 0,-1 5-1 0,6-3-1 15,-2 1 3-15,4 1-4 0,0-1 0 16,1-1 1-16,-1 1 3 0,2-1 0 0,-2 1-4 15,0-3-2-15,3 3-1 0,-3-1 0 0,3 1 2 16,-4-1 0-16,8-1 3 0,-10 2-7 0,-3-2-1 16,2-1 1-16,0 0 1 0,-1 1-1 0,-6-4-2 0,10 7 1 15,-7-4 7-15,-3-3-4 0,7 6 3 16,-7-6-5-16,5 8-1 0,-3-4 1 0,-2-4-1 16,4 8 3-16,-4-8 6 0,1 9 8 0,-1-9 8 15,-7 7 1-15,1-1-5 0,-1 0 5 0,-3 0-7 0,0 1 0 16,-2 0-1-16,1 0 7 0,-3-1-12 0,3-1 16 15,-1-1 4-15,0 1-5 0,2 0-1 16,-2-1 0-16,5-2-4 0,0-1-5 0,2 2-9 16,5-3-15-16,-13 1-14 0,13-1-17 0,-11-1-20 15,11 1-23-15,-10-2-32 0,3 0-35 0,7 2-34 0,-7-9-29 16,7 9-31-16,-4-10-158 0,2 3-434 0,0-3 192 16</inkml:trace>
  <inkml:trace contextRef="#ctx0" brushRef="#br0" timeOffset="97001.31">10741 10054 187 0,'0'0'195'0,"-10"0"-7"15,10 0-12-15,0 0-14 0,0 0-15 0,0 0-16 16,0 0-12-16,-9-1-9 0,9 1-7 16,0 0-1-16,0 0 0 0,0 0-7 0,35-7-5 0,-15 3-2 15,8-1-1-15,0 0-12 0,4-1 2 0,-3-2-4 16,0 0-2-16,-1 3-1 0,-1-4-1 0,-7 4-4 16,0 1-1-16,-4-2-4 0,-2 1-3 15,0 1-4-15,-5 1 0 0,1-1-4 0,-4 0 3 16,2 4-4-16,-8 0-2 0,12-1-3 0,-12 1-5 0,7-1-3 15,-7 1-3-15,0 0-7 0,8-4 3 16,-8 4-5-16,0 0-3 0,0 0-4 0,0 0-14 16,0 0-11-16,5-2-17 0,-5 2-21 0,0 0-26 15,0 0-35-15,0 0-52 0,0 0-51 0,0 0-238 0,0 0-487 16,-15 21 216-16</inkml:trace>
  <inkml:trace contextRef="#ctx0" brushRef="#br0" timeOffset="97748.21">11352 10199 193 0,'0'0'231'0,"0"0"-14"15,0 0-8-15,0 0-23 0,0 0-12 0,0 0-12 16,0 0-13-16,0 0-7 0,0 0-14 0,0 0-6 16,0 0-9-16,0 0-5 0,0 0-3 0,0 0-5 15,0 0-8-15,0 0-7 0,0 0-5 0,0 0-6 16,0 0-6-16,0 0-5 0,0 0-1 0,0 0-3 16,0 0 3-16,0 0-8 0,0 0-2 0,0 0-2 15,0 0-4-15,0 0 2 0,0 0-3 0,0 0 2 16,0 0-1-16,0 0 1 0,0 0 3 0,0 0-1 15,0 0 3-15,0 0-4 0,0 0 2 0,0 0-1 16,0 0-6-16,0 0-8 0,0 0 2 0,0 0-9 16,0 0 6-16,0 0-12 0,0 0 1 0,-11 0-6 15,11 0-3-15,0 0 7 0,0 0-5 0,0 0-3 16,0 0 1-16,0 0-2 0,0 0-1 0,-9-2 2 16,9 2-3-16,0 0 18 0,0 0-20 0,0 0 8 15,0 0-14-15,-11 0 5 0,11 0 8 0,0 0 4 16,0 0-8-16,0 0 6 0,0 0-3 0,0 0-3 15,0 0-5-15,0 0 3 0,0 0-3 0,0 0-1 16,-10-1 1-16,10 1 0 0,0 0-3 0,0 0-5 16,0 0 6-16,0 0 0 0,0 0-4 0,0 0 2 15,0 0-10-15,0 0 3 0,0 0 10 0,41-2 3 16,-29-1-2-16,-1 2-5 0,3-1-6 0,-2 0 10 16,0 2-6-16,1-1 9 0,-2-2-7 0,3 2 13 15,-4 0-11-15,0-1 12 0,3 2-15 0,-3-1-6 16,1-1 7-16,-2 2-3 0,2-4-2 0,-4 4-13 15,5 0-8-15,-2-2-1 0,1 0-18 0,0 0-16 16,-1 2-20-16,-10 0-22 0,15-2-36 0,-10 2-48 16,-5 0-46-16,13-2-43 0,-13 2-247 0,5 3-565 15,-5-3 250-15</inkml:trace>
  <inkml:trace contextRef="#ctx0" brushRef="#br0" timeOffset="97966.88">11427 10055 30 0,'0'0'267'0,"-6"-5"-14"0,6 5-21 0,0 0-23 15,0 0-15-15,0 0-13 0,0 0-8 0,0 0-1 16,-13 17-5-16,11-6-13 0,0 1-12 0,0 4-11 16,-1 1-16-16,3 2-9 0,-4-2-11 0,4 2-10 15,-1 0-6-15,0 1-6 0,1-1-10 0,0-2-10 16,0 1-26-16,1-1-23 0,2-6-24 0,-3 2-33 15,2-1-61-15,-2-1-60 0,0-3-65 0,0 0-163 16,0-8-434-16,0 13 193 0</inkml:trace>
  <inkml:trace contextRef="#ctx0" brushRef="#br0" timeOffset="103648.22">11926 9897 88 0,'0'0'250'0,"-3"-10"-11"15,2 3-5-15,1 7-13 0,-1-12-10 0,-2 5-5 16,3 7-11-16,0-9-9 0,0 9-8 0,-2-7-19 15,2 7-22-15,0 0-16 0,0 0-14 0,-2-8-11 16,2 8-14-16,0 0-10 0,0 0-9 0,0 0-5 16,0 0-11-16,0 0-4 0,0 0-2 0,4 24-4 15,-4-7-5-15,3-1-1 0,-3 3-6 0,0 4 2 16,1 2-3-16,-1 1-4 0,1 0 0 0,1 0 7 16,-1 0-6-16,-1 0 0 0,3 0 1 0,-1-8 4 15,-2 2-3-15,2 0 0 0,2-1 2 0,-4 0 2 16,3-1-4-16,-3-3 0 0,1-2 2 0,3-1 0 15,-2-1 6-15,-1-2-11 0,1 1-5 0,-1-1 6 16,2-1-8-16,-1 0 11 0,0-2-12 0,0 1-4 16,-2-7 0-16,2 9-9 0,-2-9-12 0,1 7-18 15,-1-7-18-15,5 5-19 0,-5-5-21 0,0 0-20 16,0 0-38-16,0 7-30 0,0-7-36 0,0 0-49 16,0 0-164-16,0 0-461 0,13-13 204 0</inkml:trace>
  <inkml:trace contextRef="#ctx0" brushRef="#br0" timeOffset="103987.53">12234 10082 50 0,'2'-5'197'0,"-2"5"-7"0,0 0-6 0,0 0-17 16,0 0-1-16,0 0-14 0,0 0-11 16,0 0-10-16,-12 14-5 0,7-5-14 0,-1 0-11 15,0 2-12-15,2-2 0 0,0 2-9 0,0-1-3 16,3-1-11-16,-1 0-6 0,4 0-6 0,-2-1-4 15,3 1-3-15,-1-4-5 0,2 1 14 0,1-1 3 0,6-1 10 16,-2-1 0-16,2-1 0 0,0 0-6 16,2-4 0-16,6 0-9 0,-3-2-7 0,2-2 0 15,2 0-4-15,-5-1-4 0,2-2-2 0,-2-1-5 16,-1 2-2-16,-3-3-2 0,0-1-3 0,-2 3 0 0,-2-1 0 16,-3-2-4-16,-2 2-2 0,-2-3-2 0,0 1-3 15,-2 1 0-15,-4 0 0 0,2 1 1 16,-2 0-7-16,-2 3-3 0,-2 2 0 0,-4 1-1 15,1 3-2-15,-1 2-1 0,-3 2-5 0,-3 2-18 16,4-2-19-16,-2 3-22 0,2 0-31 0,5 0-42 0,-2 1-66 16,4 1-75-16,-1-3-149 0,0 1-460 15,3-2 203-15</inkml:trace>
  <inkml:trace contextRef="#ctx0" brushRef="#br0" timeOffset="104472.82">13735 9278 27 0,'-2'-7'239'0,"2"7"-10"16,0 0-8-16,0 0-14 0,0 0-16 15,-4-7-7-15,4 7-21 0,0 0-14 0,0 0-17 16,0 0-8-16,0 0-11 0,0 0-14 0,0 0-5 16,0 0-9-16,0 0-3 0,0 0-6 0,13-6-5 15,-1 4-8-15,0-2-8 0,-1 2 3 0,6-2-15 16,3 0-6-16,0 1 2 0,0 3-17 0,-2-2-19 15,-4 1-25-15,3-4-40 0,-7 5-45 0,1-2-50 16,-3 2-32-16,0 2-190 0,-8-2-409 0,11 4 181 0</inkml:trace>
  <inkml:trace contextRef="#ctx0" brushRef="#br0" timeOffset="104634.75">13767 9407 182 0,'-5'2'220'0,"5"-2"-8"0,-9 3-7 15,9-3-17-15,-7 2-20 0,7-2-12 0,-6 3-19 16,6-3-10-16,0 0-15 0,0 0-8 0,0 0-14 16,0 0-12-16,0 0-19 0,29-3-35 0,-9-1-47 15,-2 1-51-15,9-4-58 0,2 0-174 0,0 1-331 16,-4-3 147-16</inkml:trace>
  <inkml:trace contextRef="#ctx0" brushRef="#br0" timeOffset="112968.9">14631 8893 200 0,'4'-9'214'0,"-1"0"3"0,-1 1-7 0,0 1-4 0,-2 7-17 16,3-12-12-16,-2 7-13 0,-1 5-5 0,2-7-28 15,-2 7-12-15,0 0-13 0,2-7-13 0,-2 7-14 16,0 0-9-16,0 0-11 0,0 0-6 0,0 0-5 16,0 0-3-16,-21 24-6 0,8-10-5 15,-8 9-5-15,-2 1-1 0,-1 3-1 0,7 0-1 0,-7 1-6 16,4-2-2-16,3 1 1 0,2-2-4 16,2-2 0-16,3 0 0 0,3-4-4 0,4-3 0 0,-1 2-2 15,4-2 0-15,2-2-1 0,0-4 3 0,0 0-6 16,1 0 1-16,4-2 1 0,-2-2 4 0,1 1-3 15,4-3-3-15,0 1 7 0,1-4-3 0,0 0-3 16,3-1 2-16,-1-2-1 0,-1 0 5 0,1-1-5 16,-2-3-2-16,1 1 2 0,-3 0-1 0,-1-2 0 15,0 0 2-15,-1 1-5 0,-2-3 5 0,-2 0-6 16,-1 2-1-16,0-1-1 0,-2 8-2 0,-4-14 1 16,2 7 1-16,-1 2-3 0,-3 0-4 0,-4 2-3 15,0 1-1-15,-2 2-2 0,-1 1-5 0,-3 3-7 16,-4 1-6-16,9 0-19 0,-6 1-12 0,1 4-20 15,1-2-31-15,5 0-40 0,-1 0-37 0,3 1-33 16,-1-3-117-16,3 3-368 0,3-4 163 0</inkml:trace>
  <inkml:trace contextRef="#ctx0" brushRef="#br0" timeOffset="113332.52">15006 8855 54 0,'0'-6'227'0,"0"6"-15"0,-2-10-18 0,2 10-18 16,-2-10-19-16,2 10-12 0,0 0-17 15,-12 3 0-15,12-3-2 0,-19 18-12 0,5-3-9 16,-4 6-9-16,4 3-7 0,-4 3-8 0,4-3-7 0,0 1-7 16,2 0-4-16,2-1-4 0,2 1-4 15,5-1-5-15,2-5 1 0,-1 1-3 0,4-4-8 16,0 0-1-16,2 1-2 0,0 0-6 0,2-5-2 15,0-3-1-15,1 1-3 0,2-2 0 0,0 1-2 0,0-4-1 16,2-1-3-16,1 0-1 0,-2-3-1 16,0 0-1-16,2-1 2 0,-2-3-4 0,3-1-3 15,-2 0 6-15,-2-1-7 0,-2-3 1 0,0 2-1 0,0-2-1 16,-4 0-2-16,0-2 0 0,-4 1-1 16,1 9-4-16,-4-14 1 0,-1 8-4 0,-2 2-2 0,-2-3 2 15,-3 5-3-15,-6 1-1 0,-2 2-10 0,1 3-4 16,-7-1-15-16,4 3-13 0,4 0-21 0,-1 3-30 15,3-2-36-15,0 1-31 0,6-1-38 16,-2-1-163-16,4 1-397 0,3-2 175 0</inkml:trace>
  <inkml:trace contextRef="#ctx0" brushRef="#br0" timeOffset="113512.75">15159 9115 11 0,'2'-3'237'0,"-2"3"-4"0,8-6-11 0,-8 6-17 16,4-6-23-16,-4 6-20 0,0 0-19 0,5-5-16 16,-5 5-15-16,0 0-27 0,0 0-31 0,5-4-42 15,-5 4-38-15,0 0-36 0,0 0-40 0,0 0-55 16,0 0-83-16,0 0-260 0,14 2 115 0</inkml:trace>
  <inkml:trace contextRef="#ctx0" brushRef="#br0" timeOffset="113850.84">15425 8875 58 0,'1'-6'195'0,"-1"6"-3"0,3-11-10 15,-3 11-17-15,-2-8-17 0,2 8-15 0,0 0-15 16,0 0 0-16,0 0-3 0,-23 10-5 0,10 1-1 16,-3 2 3-16,-4 6-9 0,0 0-5 0,1 1-7 15,6-4-5-15,-3 4-6 0,5-4-6 0,4 0-8 16,-1 0-3-16,-2 0-7 0,8-4-5 0,-1 5-4 15,2-2 4-15,1-4-11 0,2 5-1 0,2-3-5 16,7 0-1-16,2-2 0 0,1-3-5 0,3 1 0 16,2-3-4-16,-3-1-2 0,5 0-4 0,-2-3 1 15,0-1-5-15,-2-2 5 0,-4-1-5 0,-2 1 3 16,1-2-5-16,-3-2 2 0,-4 3-3 0,1-2 3 16,-1-1-5-16,-2-2 3 0,-2 0-6 0,-1-1-4 15,0 8 1-15,-11-18-2 0,6 9 0 0,-4 2 1 16,-4 0-5-16,4 0-4 0,-1 2-6 0,-3 1-9 15,1 1-13-15,3 1-11 0,-1 1-19 0,10 1-21 16,-15 1-24-16,7 1-32 0,8-2-29 0,-10 3-22 16,10-3-174-16,-4 4-396 0,4-4 175 0</inkml:trace>
  <inkml:trace contextRef="#ctx0" brushRef="#br0" timeOffset="114216.03">15682 8860 174 0,'0'0'194'0,"4"-9"-15"15,2 5-19-15,3-1-6 0,2 0-10 16,6 0-10-16,2 1-11 0,0-2-9 0,8 3-8 0,-5-1-9 16,-2 1-3-16,1 1-8 0,-1-1-8 0,1 1-5 15,-5 0-3-15,-4 2-9 0,-2 0-7 0,-2 0-2 16,-8 0-12-16,14 0 2 0,-14 0-5 15,9 0-7-15,-9 0-1 0,8 6-4 0,-8-6 1 16,4 8 3-16,-2 3 4 0,-1 0-5 0,-1 0 2 0,-1 7 9 16,-3 1 10-16,0 0-2 0,1 0-5 0,-3 6 2 15,0-6 4-15,2-2-6 0,0 1 0 0,-1 1-4 16,0-1 4-16,-2 0-5 0,2-1 8 0,0 0-13 16,1-1-4-16,0-3 0 0,2 2-4 0,-2-2 1 15,0 0-4-15,2-2-3 0,-1 0 4 0,2 0-7 16,0-1-19-16,-2-3-26 0,2 2-22 0,1-3-31 15,0-6-44-15,-2 13-53 0,0-9-47 0,-1 2-194 16,3-6-454-16,-9 7 201 0</inkml:trace>
  <inkml:trace contextRef="#ctx0" brushRef="#br0" timeOffset="114349.92">15759 9086 83 0,'8'-7'161'0,"1"2"-6"15,6-4-20-15,2 2-17 0,4 0-10 0,5-1-14 16,2 3-28-16,6-2-57 0,0 2-48 0,1 0-110 0,1 0-160 16,1 0 71-16</inkml:trace>
  <inkml:trace contextRef="#ctx0" brushRef="#br0" timeOffset="114498">16333 8971 58 0,'3'-7'279'0,"-3"7"0"16,0 0-9-16,4-6-5 0,-4 6-11 15,0 0-19-15,4-6-18 0,-4 6-25 0,0 0-20 16,0 0-28-16,0 0-36 0,0 0-37 0,0 0-37 16,0 0-36-16,2-7-41 0,-2 7-47 0,0 0-45 15,0 0-31-15,0 0-36 0,0 0-122 0,0 0-350 0,8 16 155 16</inkml:trace>
  <inkml:trace contextRef="#ctx0" brushRef="#br0" timeOffset="114848.9">16341 8814 195 0,'4'-5'219'0,"-3"-3"-2"0,-1 8-15 15,4-10-22-15,-4 10-22 0,3-5-15 0,-3 5-15 0,0 0-15 16,0 0 2-16,11 17-7 0,-3-7-11 0,-1 6-10 16,4 8-8-16,-4 1-2 0,5 0 4 0,-5-2-3 15,0 1-8-15,-1-6-3 0,1 0 3 16,-1 0 7-16,0-1-12 0,0-2-9 0,-1 1-4 0,1-4-7 15,-2-2-1-15,1 0 1 0,0-1 4 0,0-1 3 16,-2-2-1-16,1-3 9 0,-4-3 10 16,6 8 23-16,-4-4-6 0,-2-4 6 0,0 0-1 15,9 1-5-15,-9-1-7 0,17-9-7 0,-7 4-8 0,3-5 11 16,2 1-25-16,0-4-7 0,1 0-3 0,0 0-11 16,3-6-4-16,-3-2 6 0,2 0-10 15,1-1 2-15,-2-1-3 0,-1 0-19 0,0 0-18 16,0 1-4-16,-7-2-21 0,0 7-27 0,-1 0-17 0,-3 3-23 15,-1 2-21-15,-3 3-31 0,2 3-38 0,-3-1-42 16,0 7-44-16,0 0-190 0,-9-7-513 0,-4 7 227 16</inkml:trace>
  <inkml:trace contextRef="#ctx0" brushRef="#br0" timeOffset="116233.59">6231 11382 38 0,'-4'-7'249'16,"4"7"-10"-16,-2-7-13 0,2 7-19 0,0 0-16 16,-4-7-18-16,4 7-15 0,0 0-17 0,0 0-13 15,-3-7-16-15,3 7-15 0,0 0-10 0,0 0-10 16,0 0-10-16,0 0-6 0,0 0-8 0,0 0-2 15,0 0-7-15,0 0-3 0,16 21-6 0,-6-9-1 16,-1 2-1-16,1 2 1 0,3 0-3 16,1 5 0-16,0 3-1 0,-5-6-4 0,4 3-3 0,-1-5-2 15,1 9-2-15,-3-8 1 0,2 5 6 0,-3-5-9 16,1-1 4-16,-2 1-5 0,-1-1-1 0,1-1-2 16,2-1 0-16,-3-3 0 0,-1 0-2 0,1-2 3 15,-1 0-3-15,0-1-1 0,-1-1 0 16,-1-1 3-16,0-1 2 0,0-1 8 0,-4-4 5 0,5 9 14 15,-5-9 11-15,5 5 7 0,-5-5 13 0,4 5 18 16,-4-5 10-16,0 0 0 0,0 0-21 0,0 0-5 16,11-12-6-16,-5 3-4 0,0 0-10 0,0-3-5 15,1-4-6-15,0-2-3 0,2-7-2 0,3-1-9 16,1 2 1-16,-4-3-5 0,-1-1-3 0,3 2 2 16,-4 1-9-16,1 1 5 0,-4 5 10 0,2 0-24 15,-2 0 6-15,-1 4-8 0,2 3 12 0,-4 0-3 16,3 3-14-16,-4 9-18 0,4-12-12 0,-3 7-23 15,-1 5-24-15,2-6-15 0,-2 6-24 0,0 0-20 16,0 0-9-16,0 0-16 0,0 0-27 0,0 0-26 16,0 0-32-16,0 0-35 0,0 0-151 0,0 0-467 15,7 32 208-15</inkml:trace>
  <inkml:trace contextRef="#ctx0" brushRef="#br0" timeOffset="116666.85">6939 11642 83 0,'0'0'274'0,"0"0"-9"16,0 0-8-16,0 0-7 0,0 0-13 0,0 0-13 15,0 0-16-15,0 0-17 0,0 0-17 0,5-5-20 16,-5 5-13-16,0 0-15 0,0 0-14 0,0 0-13 15,0 0-18-15,0 0-4 0,0 0-10 0,0 0-7 16,0 0-4-16,0 18-4 0,-1-10-8 0,0 2 0 16,-1 2-5-16,1 0-4 0,-1 5 5 0,2-1 8 15,-2 1-1-15,1 0-3 0,0-2-4 0,-2 1-3 16,2 1 0-16,0-2-1 0,-1-2-4 0,2-2-1 16,0 1 5-16,-1 0 6 0,2-1-5 15,-1-1 0-15,0-1 5 0,0-1-3 0,2 0-9 0,-1-2 3 16,-1-6-10-16,1 12 5 0,-1-12 5 0,0 8-10 15,0-8-5-15,1 8 2 0,-1-8 0 0,0 0-14 16,2 7 7-16,-2-7-1 0,0 0 3 0,5 4-1 16,-5-4 0-16,9 0-3 0,-9 0-8 0,13-1-2 15,-1-2-11-15,5-3-26 0,3-1-24 0,5-3-19 16,3 1-35-16,0-2-44 0,1-1-41 0,2-1-53 16,2-2-38-16,-1 1-226 0,1 0-559 0,4 0 247 15</inkml:trace>
  <inkml:trace contextRef="#ctx0" brushRef="#br0" timeOffset="117250.32">7494 11383 199 0,'0'0'229'0,"0"0"-2"0,0 0-13 0,-7-3-11 15,7 3-17-15,0 0-15 0,0 0-18 0,0 0-13 0,-6-5-18 16,6 5-10-16,0 0-13 0,0 0-6 15,0 0-13-15,0 0-7 0,0 0-7 0,0 0-9 16,0 0-6-16,0 0-1 0,0 0-8 0,0 0-2 16,0 0-5-16,0 0 0 0,0 0-7 0,0 0 1 15,24 8-4-15,-24-8 0 0,9 3-3 0,-2-2 1 16,-7-1 0-16,11 3-1 0,-11-3-2 0,12 2-1 16,-7 0 3-16,2-1 11 0,2 1 2 0,-1-2-3 15,2 2 1-15,-3-1-1 0,4 0-7 0,-1-1 1 16,-1 2-4-16,1-1-1 0,-2-1-5 0,-8 0 3 15,14 0-3-15,-4 1-1 0,-2-1-2 0,0 2-3 16,-8-2 1-16,18 0 0 0,-11 0 0 0,0 2-2 16,3-1-2-16,-10-1 2 0,17 1-4 0,-10 1-1 0,3-1-1 15,1 1 1-15,-5-1-3 0,2 1 2 16,-8-2-2-16,11 3-1 0,-6 1 0 0,-5-4-1 0,9 4 1 16,-2-4 0-16,-4 5-5 0,-3-5 6 0,4 10 1 15,-4-3 3-15,0 3-2 0,-1 0 14 0,0 0-6 16,-4 2 12-16,-2-2-3 0,-2 4-4 0,-1 0-2 15,-3 2 7-15,2-2-10 0,-2 2 1 0,-2-3-1 16,-4 6-20-16,4-4-21 0,-1-1-31 16,2 0-29-16,-3-2-42 0,-2 5-69 0,5-4-63 0,0 1-192 15,5-5-494-15,1 1 218 0</inkml:trace>
  <inkml:trace contextRef="#ctx0" brushRef="#br0" timeOffset="117968.89">8022 11328 108 0,'0'0'263'15,"-2"-7"-12"-15,2 7-12 0,0 0-14 0,0 0-14 16,-1-11-11-16,1 11-19 0,0 0-19 0,0 0-17 16,-2-7-18-16,2 7-12 0,0 0-16 0,0 0-10 15,0 0-7-15,0 0-10 0,0 0-9 0,0 0-6 16,0 0-5-16,11 24-5 0,-6-12-5 0,1 2-3 15,2 1-5-15,-4-5-1 0,5 6-5 0,-3 3 1 16,2-2-4-16,1 0-1 0,0 0-3 16,-2 0 3-16,0-1-6 0,-1 0 1 0,2-3-4 15,-4-2 3-15,1 0-4 0,0 1-1 0,0-1-2 0,-1-1 1 16,0-2 3-16,1 0 2 0,-4-2-9 0,2-1 1 16,-1 1-5-16,-2-6 2 0,4 7-1 0,-4-7 4 15,3 6-4-15,-3-6 4 0,0 0-1 0,2 6 4 16,-2-6 15-16,0 0 17 0,0 0 17 15,0 0 4-15,0 0-4 0,0 0-1 0,0 0-1 0,15-11 2 16,-9 2-4-16,0-1-4 0,1-1-4 0,4-6-4 16,2-4-4-16,-3 6-1 0,4-7-11 0,0 0 3 15,0 0-5-15,-1 0 1 0,-2-1-10 0,-4 5-1 16,2-6-2-16,-1 7-4 0,2 1-9 0,-3 0 10 16,2 0-2-16,-4 0 4 0,-1 5-8 0,2 1-4 15,-3 1 1-15,0 3-3 0,-2-1-16 0,-1 7-10 16,4-7-21-16,-4 7-22 0,4-6-26 0,-4 6-18 15,4-4-17-15,-4 4-16 0,0 0-21 0,0 0-30 16,0 0-44-16,0 0-29 0,1 20-188 0,0-12-496 16,2 1 219-16</inkml:trace>
  <inkml:trace contextRef="#ctx0" brushRef="#br0" timeOffset="118449.23">8530 11543 139 0,'0'0'261'16,"0"0"-7"-16,0 0-10 0,0 0-16 0,0 0-20 15,-9 0-19-15,9 0-18 0,0 0-16 0,0 0-18 16,0 0-15-16,0 0-10 0,0 0-10 0,0 0-10 15,0 0-3-15,0 0-7 0,27-3-9 0,-14 0-5 16,-2 3-10-16,3-1-2 0,3 2-9 0,-3-1-6 16,-2 0-1-16,0 2-8 0,-4-4-3 0,-8 2-3 15,15 0-2-15,-6-1-3 0,-9 1-2 0,12 4-3 16,-7-3-4-16,-5-1 0 0,8 5-2 0,-8-5-1 16,6 3-3-16,-4 2 3 0,-2-5-1 0,2 15 11 15,-4-6 10-15,0 2 3 0,-3 0-4 0,0 3 2 16,-2 0 0-16,0 1 3 0,-1 0 3 0,-5 2 0 15,0-1 3-15,-3 4 0 0,-1-1 5 0,-2-2 0 16,6-2 1-16,-1-4-3 0,4 2 1 0,-5-1 7 16,4-3-2-16,4-1-5 0,-1 0-3 0,1-2-14 15,1 0 9-15,1-1-7 0,0 0-5 0,5-5-3 16,-5 6 12-16,0-3-23 0,5-3 8 0,0 0-2 16,0 9-1-16,0-9 5 0,13 5-11 0,-3-4-12 15,8-1-15-15,10-1-9 0,6-2-18 0,16-3-27 16,4-3-22-16,0 0-38 0,0 0-43 0,3-2-53 15,0 0-49-15,1-2-242 0,-2-1-562 0,-2 0 248 16</inkml:trace>
  <inkml:trace contextRef="#ctx0" brushRef="#br0" timeOffset="120682.57">9862 11287 3 0,'0'0'173'0,"-5"-3"-9"0,5 3-7 15,-9-2-2-15,9 2-5 0,-12 8-1 0,3-1-11 16,-1 3-16-16,-1 2-13 0,-2 4-8 0,-1 7-6 0,-2 5-7 15,5 3 1-15,0 1 0 0,0 2-8 16,1 10-9-16,4-11-4 0,2 1-5 0,0-3 13 16,3-1-8-16,1 0-9 0,2-1-2 0,0-3-8 15,4-1-4-15,1-1-1 0,1-6-7 0,1-2-1 16,0 0-3-16,1-2-3 0,3-2-1 0,2 1-3 0,0-1-3 16,1-5-1-16,2 0 1 0,0 0-20 0,2-1-24 15,-3-3-40-15,5-1-51 0,-3 1-50 16,0-3-47-16,0-3-152 0,0 1-389 0,3-3 172 15</inkml:trace>
  <inkml:trace contextRef="#ctx0" brushRef="#br0" timeOffset="120982.52">10337 11440 146 0,'0'0'243'15,"1"-10"-5"-15,-1 10-8 0,0 0-15 0,2-11-18 16,-2 11-15-16,0 0-19 0,-2-9-18 16,2 9-15-16,0 0-17 0,0 0-12 0,0 0-8 15,0 0-13-15,0 0-4 0,0 0-8 0,0 0-8 16,0 0-1-16,4 29-11 0,-4-18 3 0,2 6-8 0,0-1-2 16,-2-1-3-16,1 5-3 0,1-1-5 15,-1-1-3-15,0 2 0 0,-1-1-1 0,2-2-7 16,-1 2-1-16,-1-3 1 0,4 1-1 0,-3 1-2 15,0-2-2-15,-2-2-19 0,2-3-14 0,-1 0-18 16,-1 1-20-16,1 0-27 0,0-4-37 0,0-8-34 0,-1 20-37 16,1-14-29-16,-1 1-132 0,1-7-383 15,-4 12 169-15</inkml:trace>
  <inkml:trace contextRef="#ctx0" brushRef="#br0" timeOffset="121299.18">10261 11441 104 0,'0'0'159'0,"15"-8"-1"16,-4 5-4-16,11-3-5 0,5 5-5 0,4-3-10 0,1 3-6 16,-1 4-7-16,3 2-12 0,-2 2-6 0,-4 3-11 15,-1 0-8-15,-9 1-9 0,-2 1-4 16,3 5-10-16,-6-3-4 0,-4 2-6 0,-1 1-4 15,-4-2-3-15,-3 5-3 0,-1-5 11 0,-4 0-3 16,0 2 1-16,-2 0-1 0,-2-1-2 0,-2 0 2 0,0-4-4 16,-1 2 2-16,-2-2-7 0,0 0-2 15,-4-3-5-15,-1 2-5 0,0-1 0 0,2-3-5 16,-4 0-3-16,4-1-13 0,-1-1-21 0,-1 0-28 16,3-1-44-16,1-2-43 0,2-1-45 0,2-1-46 15,1 1-118-15,9-1-366 0,0 0 162 0</inkml:trace>
  <inkml:trace contextRef="#ctx0" brushRef="#br0" timeOffset="121515.97">10776 11477 73 0,'0'0'245'0,"9"-8"-11"0,-9 8-12 15,5-4-26-15,-5 4-26 0,0 0-15 16,0 0-14-16,0 0-1 0,0 0-5 0,0 0-8 15,16 17-5-15,-14-8-13 0,-1 4-10 0,0 2-9 16,0 1-11-16,-1-5-5 0,-1 7-7 0,2-1-8 0,-1-1-2 16,0 1-8-16,2 1-4 0,-2-1-9 0,-2-4-22 15,4-2-32-15,-4 2-52 0,2-13-60 0,2 21-59 16,-4-10-200-16,1 1-421 0,1-12 187 16</inkml:trace>
  <inkml:trace contextRef="#ctx0" brushRef="#br0" timeOffset="121932.58">10945 11639 29 0,'0'6'180'0,"0"-6"-7"0,0 0-1 0,1 9-6 15,-1-9-8-15,7 5 1 0,-3-2-6 0,-4-3-6 0,12 3-9 16,-5-1-4-16,2-1-8 0,3-2 0 0,-3-1-7 15,2 1-2-15,-1-1-5 0,-2-2-3 0,1 2-5 16,-3 1 3-16,0-4-4 0,0-1-7 0,-3 1-6 16,-3 5-13-16,2-14-6 0,-2 4-10 15,-1 0-2-15,-3 1-9 0,-2 0-5 0,-2-1-8 0,-1 1-5 16,-1 3-16-16,-2-2-7 0,-1 3-15 0,4 2-16 16,-1 0-19-16,-9 3-16 0,7 2-26 0,-1-1-35 15,2 4-37-15,1 2-38 0,1 0-28 16,3 0-176-16,2 2-430 0,4-9 191 0</inkml:trace>
  <inkml:trace contextRef="#ctx0" brushRef="#br0" timeOffset="122533.72">11336 11501 170 0,'-2'-8'234'15,"2"8"-1"-15,-8-7-7 0,8 7-14 0,-7-5-13 16,0 2-15-16,7 3-14 0,-14 0-8 0,14 0-15 15,-16 7-14-15,5-2-10 0,0 3-6 16,1 2-7-16,-3 3-10 0,3-2-9 0,0 3-11 0,1 0-1 16,3-2-8-16,1 0-8 0,0-2-11 0,3 3-4 15,-2-2 0-15,5-2-11 0,-1 1-1 0,3-2 1 16,-1-2-4-16,5 1-1 0,-2-2-1 0,1-3-3 16,6 1-3-16,-1-3-4 0,1 1-2 0,1-2 0 15,0-3-3-15,4-4-1 0,-3 1-2 0,0-3-1 16,0-2 0-16,0 0 0 0,-2-3 0 0,-2-1-3 15,-1-1-4-15,2-1 2 0,-4-5-1 0,-3 2-1 16,2-3 0-16,-3-3 1 0,-1-1-4 0,3-1 5 16,-5 3-5-16,0-3 2 0,0 2-2 15,-2 1-2-15,2 1 5 0,-3 6-6 0,2 6 11 0,1 1 8 16,0 2 9-16,-1 1-11 0,-1 2-1 0,2 7-3 16,0-9-3-16,0 9-1 0,0 0-3 0,0 0 1 15,0 0-4-15,-5 22-1 0,1-5 2 0,2 8-1 16,-2 5-1-16,3-2-2 0,2 2 1 0,-1 0-4 15,3-3 6-15,-2-3-1 0,3-5 3 0,3 6-1 16,2-8-2-16,-2 1 3 0,2-2 1 0,1-2 2 16,4-1 1-16,-1-3 2 0,-3-1-1 0,1-4 3 15,7-1-3-15,-2-1 2 0,2-1-4 0,-1-2-2 16,4-4 2-16,-1 0-4 0,-3-1 13 0,4-4-19 16,-7 1 4-16,5-3-2 0,-6 0-2 0,0 0 4 15,-1-3-3-15,2 1-1 0,-6-1-6 0,0 0 4 16,-3-1-4-16,-3 3 3 0,-1 1 1 0,2 1 1 15,-7 2-4-15,0 3 6 0,-1-2-1 0,-1 1-2 16,-6 5 0-16,2 1 7 0,-2 1 0 0,-7 5 0 16,2 2 2-16,-6 7 2 0,-1 1-4 0,10-3 0 15,0 1-1-15,3 2 0 0,1-2-4 0,5 3-21 16,2-4-22-16,5 1-23 0,2 4-35 0,6-3-65 16,3-4-53-16,13 2-74 0,1-3-171 0,8-3-505 15,1-3 223-15</inkml:trace>
  <inkml:trace contextRef="#ctx0" brushRef="#br0" timeOffset="123499.81">12249 11388 1905 0,'0'0'2'0,"-1"-12"68"0,1 12-23 16,-2-12-8-16,0 7-15 0,2 5-10 0,0 0 13 16,-3-9-7-16,3 9-3 0,0 0 6 0,0 0 13 15,0 0 3-15,0 0 4 0,-15 18-5 0,11-8-5 16,2 2 0-16,-1 2-2 0,1 3 0 0,2 2-7 15,0-1-3-15,2-3 0 0,3 3-3 0,3-2 0 16,-2-1-5-16,6 0 7 0,-1-2 7 0,2-1 3 16,3-2 3-16,1-3 1 0,-4-4 5 0,5 2-8 15,-5-3-3-15,0-1 2 0,1-1-3 0,0-3 0 16,-2 0-2-16,0 1 9 0,-3-1 0 0,0-3 0 16,0 2-3-16,-2-3-8 0,-3-2 2 0,0 2-1 15,2-3-4-15,-4 0-7 0,-2-4 1 0,0 2 3 16,-2 1-6-16,2 1 1 0,-2 0-2 0,-2 1-1 15,3 3-1-15,1 6-4 0,-3-9-4 0,3 9 2 16,0-9-8-16,0 9 3 0,0 0-2 0,0 0 1 16,0 0-1-16,0 0 3 0,0 0-2 0,-2 26 2 15,4-13 4-15,0-3 5 0,4-1-8 0,-4 2 4 16,2-1-3-16,3-1 0 0,3-1 0 0,0 1 3 16,-1-2 1-16,4-1 1 0,-1-2-3 0,5-3-1 0,0-1 3 15,0 1-1-15,2-2-2 0,-6 0 1 16,1-3-1-16,-2 0 1 0,0 0 1 0,-3 1-2 15,0-5 4-15,-3 2-6 0,-2-2-5 0,0-3-3 16,-2 2 2-16,-2-1 1 0,-2-2-3 0,-3 1-4 0,-2 0-4 16,-2-5-2-16,-4 2 1 0,-1 0 4 15,1 0-1-15,-1 2 4 0,1 0 12 0,1 4-14 0,3 0 4 16,3 4-1-16,-1 0-1 0,1-2 8 16,-2 4-7-16,8 2-1 0,-6-4-2 0,6 4 2 15,0 0 4-15,0 0-1 0,0 0 3 0,0 0 1 0,0 0 1 16,0 0-5-16,29 10 3 0,-10-8 4 0,2 0-2 15,0-2 4-15,10-3-5 0,-4 0 1 0,1 1 3 16,-6 0-2-16,4-2-1 0,-8 1 2 16,1-1 1-16,-6 2-2 0,0-2 5 0,-1 0 2 0,1 0 0 15,-3 0 4-15,-2-1 1 0,1 1 6 0,-2 0 12 16,0 1 1-16,-2 1 2 0,-5 2 3 0,10-4-2 16,-10 4-7-16,5-3-6 0,-5 3 0 0,0 0-6 15,9-3-1-15,-9 3-2 0,0 0-6 0,5 11 2 16,-5-5 7-16,2 2 4 0,-2 2-5 0,-2-1 2 15,2 5-1-15,0 0-1 0,-3 3 4 0,1 0-3 16,2-2-3-16,-3 1-15 0,1 1-6 0,2 2-29 16,-4-3-16-16,4-1-37 0,-1 2-67 0,1-5-65 15,0 0-247-15,-1-2-510 0,1-2 226 0</inkml:trace>
  <inkml:trace contextRef="#ctx0" brushRef="#br0" timeOffset="123664.33">12726 11159 14 0,'0'0'177'0,"0"0"-19"16,-4-7-27-16,4 7-44 0,0 0-54 0,0 0-53 15,0 0-77-15,23 2-105 0,-13-1 47 0</inkml:trace>
  <inkml:trace contextRef="#ctx0" brushRef="#br0" timeOffset="123899">13039 11113 49 0,'7'-6'268'16,"-7"6"-14"-16,4-4-22 0,-4 4-22 0,0 0-20 15,0 0-21-15,0 0-1 0,0 0-9 0,9 14-14 16,-7-5-10-16,-2 8-6 0,2 0-10 0,-2 2-9 15,0 7-9-15,0 0-8 0,0-1-12 0,-4 1-7 16,6-5-7-16,-4 3-8 0,6 0-8 0,-6-4-3 16,2-1-5-16,0-2-1 0,2 2-11 0,-2-2-15 15,2 2-16-15,1-2-19 0,-3-5-32 0,2 1-42 16,0-2-45-16,3 0-45 0,-5-2-46 0,1-1-160 16,-1-3-420-16,0-5 186 0</inkml:trace>
  <inkml:trace contextRef="#ctx0" brushRef="#br0" timeOffset="124135.2">13266 11226 206 0,'0'-6'259'16,"0"6"-15"-16,4-8-21 0,-4 8-21 0,2-5-25 16,-2 5-17-16,0 0-10 0,0 0-7 0,0 0-3 15,0 0-5-15,0 23-15 0,1-10-7 0,-1 0-10 16,2 3-15-16,-2-1-4 0,0 2-6 0,-2 1-10 15,1-3-5-15,-1 2-9 0,2-2-4 0,0-2-5 0,0 0-2 16,0-1-3-16,0 4-23 0,2-4-20 16,-2 3-29-16,0-3-46 0,3 1-49 0,-1-3-52 15,2 0-49-15,0 0-165 0,4-3-426 0,1 0 188 16</inkml:trace>
  <inkml:trace contextRef="#ctx0" brushRef="#br0" timeOffset="124765.96">13775 11063 133 0,'2'-7'282'0,"0"1"-25"15,-2 6-24-15,1-10-23 0,-1 10-28 0,0 0-16 16,0 0-19-16,0 0 8 0,0 0-14 16,5 38-12-16,-5-13-9 0,0 4-14 0,0-3-11 15,0 2-8-15,-2 0-9 0,2-2-8 0,2-1-6 0,-2-1-5 16,2-6-6-16,0-2-4 0,-2 0-5 15,2 0-2-15,-2-6-2 0,0 0-6 0,2-2 0 0,-2-1-1 16,0-7 1-16,1 10 6 0,-1-10 5 16,0 7 9-16,0-7 3 0,0 9 4 0,0-9 0 0,0 0 2 15,0 0-7-15,0 0-9 0,0 0-4 16,0 0-9-16,0 0-5 0,0 0-8 0,0 0-8 16,12-16-4-16,-4 10-5 0,1-2 1 0,0 2-6 15,-1 1-4-15,2-1 1 0,-1 2 0 0,-3 1-2 0,1 2-2 16,-7 1 3-16,14-2-1 0,-14 2 3 0,13 3-3 15,-9-1 2-15,2 3 1 0,-6-5 1 0,6 9 1 16,-4-2 3-16,-4 2-8 0,2-9 3 0,-4 13-2 16,-1-4 3-16,-4-1-5 0,2 1-11 15,-2-1 5-15,0-2-6 0,2 0 1 0,1-1 2 0,1-3 0 16,1 5 3-16,0-5 2 0,4-2 8 0,-8 7-2 16,8-7-4-16,-6 5-5 0,6-5-3 0,0 0-2 15,0 0 2-15,0 0 1 0,0 0 1 0,18-17-3 16,-9 11 7-16,1 0-2 0,4 0 4 0,2 0-1 15,2-2-2-15,0 0 6 0,0 0-4 0,7-1 4 16,-5-1 0-16,0 3 1 0,-2-3-2 0,0 2 2 16,2-1 2-16,-5 1 3 0,2-1-3 0,-4 2 5 15,1-5-4-15,-4 5 5 0,0-2-3 0,-1 1 1 16,-5-1 7-16,1 2 5 0,-3 1 0 0,2-2 4 16,-2 0 2-16,-1 3-1 0,-1 5-2 0,-1-11 3 15,1 11-6-15,-6-8 2 0,6 8-4 0,-7-5-3 16,7 5 4-16,-18 5-3 0,12-3 1 0,-5 4 0 15,-1 1 1-15,1 1 1 0,2 0-5 0,-3 1 0 16,4 1 0-16,-1-1-1 0,5 1 1 0,-1 0-3 16,0 0-8-16,3-1-14 0,2 1-15 0,2-3-24 15,3 1-37-15,0-1-64 0,7-3-70 0,-1 1-266 16,6-2-535-16,3 0 237 0</inkml:trace>
  <inkml:trace contextRef="#ctx0" brushRef="#br0" timeOffset="125117.72">14547 11126 53 0,'1'-9'289'0,"-1"9"-11"16,0-6-19-16,0 6-18 0,0 0-24 0,0 0-14 16,0 0-12-16,0 0-11 0,0 0-11 0,-17 26-14 0,10-12-8 15,-1 2-17-15,2-1-6 0,-1 0-18 16,5 1-7-16,-3 0-10 0,3-5-9 15,2 0-11-15,2 2-3 0,1-2-4 0,1-1-8 0,3-1-2 16,0 0 1-16,2 1-7 0,4-4 1 0,4 1 1 16,0-3-7-16,4-1 2 0,1-3-3 0,-2-1-5 15,2-3-6-15,-1 1-5 0,-2-1 2 0,0-2 0 16,-2-2-6-16,-1 1 3 0,-1-3-8 0,-1-2 4 16,-3 1-4-16,0-2 1 0,-5 2-4 0,0-5-2 15,-3-1-3-15,-4 1 1 0,1-1 1 0,-1-2-7 0,-6 2-3 16,1 0-2-16,-3 3-1 0,-1 1-7 0,3 3-3 15,-4 1-10-15,1 3-11 0,-2-1-11 16,-7 4-20-16,4 3-18 0,-4 0-27 0,1 5-40 16,1 0-42-16,5 1-49 0,4-1-44 0,-1 2-157 15,2-2-480-15,5 1 213 0</inkml:trace>
  <inkml:trace contextRef="#ctx0" brushRef="#br0" timeOffset="125369.07">14979 11055 199 0,'0'0'299'0,"6"-5"-6"0,-6 5-3 16,0 0-18-16,5-6-22 0,-5 6-26 0,0 0-21 15,0 0-22-15,0 0-11 0,0 0 4 0,0 0-4 16,3 20-14-16,-3-9-6 0,0 0-2 0,0 4-6 16,-2 1 11-16,1-3-32 0,0 3-2 0,1 0-3 15,-1-1-19-15,-1-3 1 0,2 2-20 0,-1-3 0 16,0 1-13-16,-2 1-6 0,1-2-3 15,2 1-11-15,-2-2-31 0,1 0-26 0,1-1-41 0,-1-3-34 16,1-6-23-16,0 12-26 0,0-12-29 0,-1 10-44 16,1-10-41-16,0 7-32 0,0-7-238 0,0 0-562 15,0 0 248-15</inkml:trace>
  <inkml:trace contextRef="#ctx0" brushRef="#br0" timeOffset="125531.97">14966 11116 169 0,'0'-12'248'0,"0"12"-9"0,0 0-9 0,0-10-18 16,0 10-18-16,0 0-19 0,0 0-18 0,0-8-14 16,0 8-14-16,0 0-13 0,15 2-10 0,-3 0-10 15,-1 0-16-15,3 0-11 0,3 1-19 0,-2 0-17 16,2 2-33-16,2-1-42 0,0-2-52 0,0 1-40 16,2-1-41-16,-8-1-159 0,1-1-362 0,-3-1 161 15</inkml:trace>
  <inkml:trace contextRef="#ctx0" brushRef="#br0" timeOffset="125731.88">15274 11058 50 0,'0'0'221'0,"-1"-11"9"0,1 11 5 0,-2-10 5 0,2 10-4 15,0-9-5-15,0 9-10 0,0 0-11 0,3-7-18 16,-3 7-23-16,0 0-20 0,0 0-15 0,0 0-12 16,0 0-4-16,0 0-4 0,0 0-6 0,0 0-8 15,-4 32-13-15,4-20-3 0,-3 1-7 0,1 3-10 16,0 0-3-16,1 0 2 0,1 3-16 0,-3-2-3 15,5-2-25-15,-4-2-23 0,4 0-28 0,-1-1-37 16,0 0-46-16,1 1-79 0,0-3-79 0,1-1-227 16,1-1-536-16,1-2 238 0</inkml:trace>
  <inkml:trace contextRef="#ctx0" brushRef="#br0" timeOffset="125932.62">15728 10826 279 0,'10'-3'267'0,"1"2"-17"0,1 2-16 0,-1 5-7 15,3 5-15-15,3 11-7 0,-3 3-21 16,-4 3-8-16,1 5-24 0,0 1-12 0,-7 2-14 16,-2-1-11-16,-2 9-9 0,-4-11-9 0,-6 2-28 15,-1-2-28-15,-7 0-38 0,-11 9-46 0,-6-2-73 16,-2-4-90-16,-13-3-214 0,-23 17-455 0,16-23 201 15</inkml:trace>
  <inkml:trace contextRef="#ctx0" brushRef="#br0" timeOffset="151668.76">7632 4938 14 0,'0'0'15'0,"0"0"2"16,10 0 1-16,-10 0 1 0,0 0-2 0,14-1 3 15,-14 1-2-15,9-4-1 0,-9 4 14 0,6-2 2 16,-6 2 7-16,7-4-13 0,-7 4 9 0,7-6-12 16,-7 6 3-16,7-5-5 0,-5 2 2 0,-2 3-2 15,0 0-2-15,4-11-5 0,-4 11 4 0,0-6-8 16,0 6 3-16,0 0 1 0,0 0-10 0,0 0 4 16,-5-11-4-16,5 11 3 0,-11 0-4 0,11 0 3 15,-13 0-6-15,13 0 2 0,-12 3 0 0,12-3-5 16,-11 3 1-16,6-1 4 0,5-2-1 0,-8 6-2 15,8-6 3-15,-6 5-9 0,6-5 7 0,-3 6-1 16,3-6 2-16,0 0-4 0,0 0 0 0,5 11 7 16,0-7 0-16,-5-4-4 0,11 5-1 0,-5-4-4 15,3 0 9-15,-9-1-4 0,13 1 1 0,-7-1-5 16,-6 0 12-16,15-1 14 0,-8-1-19 0,-1-1 2 16,-6 3-5-16,12-6-2 0,-7 3 2 0,-5 3-3 15,7-4 11-15,-7 4-5 0,6-5 2 16,-6 5 0-16,3-7-2 0,-3 7-6 0,0 0 6 0,2-7 4 15,-2 7-6-15,0 0 10 0,0 0-1 0,0 0-8 16,0 0-6-16,0 0 3 0,0 0 3 0,-11-7-5 16,11 7 2-16,0 0-3 0,-20 7 6 0,20-7-4 15,-12 4 4-15,7-4-3 0,5 0 0 0,-9 3 0 16,9-3 3-16,-7 2-5 0,7-2 0 0,0 0 0 16,0 0 2-16,-7 5 6 0,7-5 2 0,0 0-9 15,0 0-6-15,-3 5 6 0,3-5 4 0,0 0 1 16,0 0-1-16,0 0-4 0,0 0 3 0,0 0-5 15,0 0 4-15,0 0 4 0,0 0 2 0,0 0 1 16,0 0-3-16,0 0-2 0,0 0-4 0,0 0 9 16,0 0-3-16,0 0-1 0,0 0-3 0,0 0 2 15,-7-15-2-15,7 15-12 0,-4-6 11 0,4 6 6 16,0 0-7-16,0 0-4 0,-5-8 3 0,5 8-5 16,0 0 4-16,0 0 0 0,-5-3 6 0,5 3-3 15,0 0-4-15,0 0 2 0,0 0-4 0,0 0 6 16,-9 10 0-16,9-10 3 0,-4 7-6 0,4-7-6 15,-4 3 4-15,4-3 5 0,0 0 3 0,-2 9 5 16,2-9-4-16,0 0-3 0,0 9 0 0,0-9 2 16,0 0 1-16,0 0-8 0,5 8 10 0,-5-8-1 15,0 0-3-15,4 5-1 0,-4-5 2 0,0 0-3 16,0 0 2-16,5 2-1 0,-5-2 4 0,0 0-2 16,0 0-17-16,0 0 12 0,14-7 4 0,-14 7-5 15,6-4 9-15,-6 4-8 0,4-4 0 0,-4 4-2 16,0 0 12-16,0 0-13 0,0-9 13 0,0 9-9 15,0 0 1-15,0 0 2 0,0 0 0 0,0 0 2 0,0 0-6 16,0 0 1-16,0 0 3 0,0 0 0 16,0 0-12-16,0 0 9 0,0 0-5 0,0 0 6 15,0 0 5-15,-19 13-2 0,19-13 0 0,-2 7-8 16,2-7 2-16,0 0 4 0,0 0 0 0,-2 8-5 16,2-8 3-16,0 0 2 0,8 7 2 0,-8-7 1 0,10 3-4 15,-10-3 0-15,12 1 7 0,-6-1-5 16,-6 0 6-16,14-3-8 0,-6 2-5 0,-8 1 2 15,13-5 4-15,-6 3 1 0,-3-2 6 0,-4 4-5 16,8-3-3-16,-8 3 2 0,6-4 6 0,-6 4-1 16,0 0-5-16,8-7 0 0,-8 7 4 0,0 0-3 15,0-6 0-15,0 6 0 0,0 0 0 0,0 0-1 16,0 0-1-16,0 0-7 0,-16-9 4 0,16 9-5 16,-12 2 6-16,12-2-2 0,-20 6 4 0,13-2-5 15,-3-1 5-15,2 0-4 0,2 0-1 0,6-3 1 16,-10 6 0-16,7-2-2 0,3-4 3 0,-8 4 2 15,8-4-4-15,0 0 1 0,0 0 3 0,-2 8 0 0,2-8 5 16,0 0-8-16,0 0 19 0,11 5-16 16,-11-5 9-16,6 3-6 0,-6-3 2 0,0 0 0 15,0 0-2-15,11 0-1 0,-11 0 1 0,0 0 8 16,0 0-7-16,14-4-9 0,-14 4 8 0,0 0 2 0,3-4 0 16,-3 4-8-16,0 0 0 0,2-8 1 15,-2 8 10-15,0 0-3 0,1-7 3 0,-1 7-14 16,0 0 10-16,0 0 1 0,0 0-4 0,0 0-4 15,0 0-3-15,0 0 5 0,0 0 0 0,0 0-6 16,-19 0 8-16,19 0-1 0,-12 6 1 0,7-3-12 0,0 3 18 16,5-6-6-16,-6 5-3 0,3 0 1 15,3-5 0-15,-4 7-4 0,4-7-2 0,-2 5 4 0,2-5 0 16,0 0 5-16,0 0-2 0,0 0 5 16,0 0-8-16,10 6 7 0,-10-6-2 0,19-6 3 15,-7 1 2-15,-1 2 6 0,-1-3-9 0,0 1-8 0,0-2 4 16,-3 1 1-16,0 1 3 0,-3-1-1 0,1 1 2 15,0 0-5-15,-2-2 4 0,-3 7 2 0,3-10-4 16,-3 10-8-16,-1-9 8 0,1 9-5 16,0 0 7-16,-5-10-7 0,5 10 8 0,-8-5-3 15,8 5 3-15,-9 0-11 0,9 0 2 0,0 0-11 0,-14 8 15 16,9-4 4-16,1 3-8 0,2 1-1 0,-1 2-16 16,2-1-25-16,1 5-17 0,0-2-57 15,1 0-130-15,3 0 58 0</inkml:trace>
  <inkml:trace contextRef="#ctx0" brushRef="#br0" timeOffset="153481.69">7987 7833 29 0,'0'0'40'0,"-2"-9"-5"0,2 9-2 0,0 0 10 15,-4-6 14-15,4 6-2 0,0 0-5 0,-5-7-8 16,5 7 5-16,-4-6 3 0,4 6 1 16,-4-6 2-16,4 6-8 0,-4-6 4 0,4 6-12 15,-6-6-2-15,6 6 3 0,-4-7 15 0,4 7-5 0,-5-5 0 16,5 5-6-16,0 0-3 0,-4-8-3 0,4 8-5 15,-5-4-6-15,5 4-2 0,-4-6 2 0,4 6 2 16,0 0-6-16,-5-7-4 0,5 7-3 16,-7-5-1-16,7 5 0 0,0 0-8 0,-6-7 2 0,6 7 0 15,-5-5 5-15,5 5 0 0,-7-2-5 0,7 2-2 16,0 0-2-16,-8-4 6 0,8 4 0 16,-8-2-4-16,8 2 1 0,0 0-3 0,-8-3-1 15,8 3 1-15,0 0 1 0,0 0 1 0,-8-4 0 0,8 4-3 16,0 0 9-16,0 0-7 0,0 0-3 0,0 0-2 15,0 0-1-15,-10-2-1 0,10 2 6 0,0 0-3 16,0 0 3-16,0 0 2 0,0 0-9 0,0 0 9 16,0 0-7-16,0 0 4 0,0 0-8 0,0 0 6 15,0 0 5-15,0 0-10 0,0 0 2 0,0 0 0 16,0 0-2-16,0 0 2 0,0 0-2 0,-7 6 0 16,7-6 7-16,0 0-3 0,-2 7-2 0,2-7 0 15,0 0 1-15,0 0-4 0,0 0 0 0,2 11 5 16,-2-11-3-16,0 0 1 0,5 7 3 0,-5-7-1 15,5 4 1-15,-5-4-5 0,6 3 2 0,-6-3 13 16,0 0 11-16,7 3 7 0,-7-3 1 0,0 0 8 16,0 0-1-16,0 0-2 0,0 0-2 0,11-8-6 15,-11 8-3-15,3-11 2 0,-1 6-2 0,-2 5 8 16,4-11-7-16,-3 4 3 0,-1 7-7 0,-1-12 5 16,1 12 1-16,-4-13-8 0,4 13 3 0,-1-8-5 15,1 8 1-15,-4-10-1 0,4 10 1 0,-2-7-4 0,2 7 1 16,0 0-3-16,0 0-1 0,-3-8 1 15,3 8-7-15,0 0-1 0,0 0-1 0,0 0 3 16,0 0-4-16,0 0 1 0,0 0-1 0,0 0 0 16,0 0 1-16,-13 13 1 0,13-13-6 0,-5 11 1 15,5-11 3-15,3 9 9 0,-3-9-11 0,1 13-2 16,-1-13 6-16,2 9-3 0,1-5 1 0,-3-4 0 16,5 6 0-16,-5-6 0 0,5 5 8 0,-5-5-10 15,4 2 2-15,-4-2 1 0,0 0 5 0,0 0-3 0,4 6 7 16,-4-6 0-16,0 0 2 0,0 0-5 0,0 0 0 15,0 0-2-15,8-13 6 0,-8 13-11 0,0-11 2 16,0 11 2-16,1-11 1 0,-1 4 0 16,0 7-3-16,1-12-1 0,-1 12-1 0,0-8 1 0,0 8-6 15,0 0 2-15,0 0 0 0,0 0-4 16,0 0 6-16,0 0-3 0,0 0 1 0,0 0-1 16,0 0 6-16,-21 17-6 0,17-4 3 0,0-6 0 0,0 5 0 15,-1-5 0-15,4 2-3 0,-1-3 1 16,2-6 1-16,3 12 0 0,-3-12 1 0,4 9 6 0,-2-5-9 15,-2-4 4-15,7 6 0 0,-7-6-1 0,6 4 1 16,-6-4 3-16,8 1 0 0,-8-1-2 0,0 0 2 16,15-10-1-16,-10 7-5 0,-1-1 8 0,-4 4-6 15,5-13 2-15,-4 7 1 0,-1-6 0 0,0 12-1 16,-2-14 0-16,-1 6 1 0,-1 1 0 0,1-3-2 16,-4 3 1-16,2 3-6 0,5 4 4 0,-9-7-1 15,9 7-1-15,-10-2-3 0,10 2 3 0,-15 5 3 16,7 1-2-16,-2 0 1 0,-2 4 4 0,3-3-4 15,-1 5 2-15,2-2-1 0,1-1 0 0,2 0-3 16,1-3-2-16,1-1 4 0,3-5 0 0,-4 10-1 16,4-10 0-16,2 9-1 0,-2-9 4 0,5 4 1 15,-5-4-2-15,8 2 1 0,-8-2 0 0,11 0-1 16,-11 0 2-16,11-3 3 0,-5 0-1 0,0-1-2 16,-1-1-1-16,0 0 1 0,-1-1 5 0,-1 0-9 15,0 0 3-15,-3 6 1 0,3-12 3 0,-3 6 0 16,0 6-1-16,-4-11-1 0,4 11 1 0,-6-6-4 15,6 6 0-15,-9-3-9 0,9 3-26 0,0 0-26 16,-19 9-65-16,8 0-65 0,-4-2-108 0,1 6-322 16,-3-4 143-16</inkml:trace>
  <inkml:trace contextRef="#ctx0" brushRef="#br0" timeOffset="159315.91">7334 2719 121 0,'-5'-4'196'0,"5"4"-11"0,-7-4-9 16,7 4-13-16,-7-3-8 0,7 3-8 16,0 0-10-16,-16-7-10 0,16 7-3 0,-9-3-8 15,9 3-12-15,-11-2-12 0,11 2-10 0,0 0-7 0,-15 2-7 16,15-2-10-16,-17 4-2 0,7 0-8 0,0 0-6 15,-3 1 1-15,1 1 4 0,-3 3-4 16,3 0-6-16,3-2-4 0,-2-1 1 0,3 1-5 16,-1 0-1-16,2 0-6 0,-2 0-1 15,2 0 0-15,0 1-5 0,7-8 0 0,-8 12-3 0,4-4-1 16,4-8-2-16,-1 13-1 0,1-13 1 0,5 13-1 16,-1-5 1-16,1 2-3 0,3-3 0 0,1 1-2 15,3-1 3-15,0 0-3 0,6 0 1 0,-3-2-1 16,4 2-1-16,-3 0 4 0,2-2-4 0,-2 1-2 15,-2-1 9-15,-3-1-9 0,0 3-3 0,-1-3 3 16,0 0-4-16,-10-4-1 0,16 6 2 0,-16-6-2 16,9 9 3-16,-9-9-2 0,5 7 2 0,-5-7 2 15,0 0 4-15,0 0-5 0,0 0 5 0,-16 23-2 16,16-23-1-16,-19 7-1 0,8-3 0 16,-3 1 1-16,1-2-5 0,-1-1-9 0,-3 0-4 0,2 1-15 15,3 0-18-15,12-3-22 0,-22 4-28 0,10-3-36 16,12-1-37-16,-20 2-47 0,20-2-121 0,-16 2-366 15,16-2 161-15</inkml:trace>
  <inkml:trace contextRef="#ctx0" brushRef="#br0" timeOffset="159784.04">7515 2840 135 0,'0'0'254'0,"0"0"-26"0,4-7-24 16,-4 7-21-16,0 0-17 0,0 0-23 0,0 0-9 15,0 0-11-15,0 0-4 0,0 0-6 0,0 0-4 16,0 0-11-16,-2 38-11 0,2-38-9 0,-2 21-7 16,2-9-2-16,4 0-9 0,-4-12-4 0,5 18-4 15,2-7-7-15,-3-3-2 0,-4-8-6 0,12 14-2 16,-4-7-3-16,1 0-1 0,1-3 0 15,1 0-2-15,-11-4-2 0,22 3-3 0,-9-4 0 0,3 1-1 16,-4-3 0-16,1-2-8 0,-1 0 1 0,0-1-1 16,0-1 0-16,-3 1-6 0,2-1 1 0,-3-3-4 15,0 2 1-15,-1-3 5 0,0 0-8 0,-4 1 5 16,1-1-5-16,-1-1 2 0,2 3 2 0,-2-2 2 16,-3 11 8-16,1-12 1 0,-1 12 0 15,1-9-2-15,-1 9-3 0,0 0-5 0,0 0-4 16,0 0 8-16,0 0-15 0,0 0 3 0,0 0 2 15,0 0-1-15,0 0 0 0,0 0-1 0,-19 24-2 16,15-17-1-16,4-7 5 0,0 18-2 0,0-8 0 0,0-10-3 16,3 15 6-16,-3-15 1 0,3 15-3 0,0-9 5 15,-3-6-7-15,8 10 0 0,0-4-7 16,0 0-21-16,3-2-21 0,-11-4-29 0,21 7-32 16,-12-4-41-16,-9-3-42 0,22 0-48 0,-22 0-145 15,0 0-418-15,19-5 185 0</inkml:trace>
  <inkml:trace contextRef="#ctx0" brushRef="#br0" timeOffset="160033.91">8022 2724 28 0,'0'-9'259'16,"0"9"-10"-16,2-12-3 0,-2 12-6 0,0-11-16 16,0 11-15-16,0 0-23 0,0 0-16 0,1-11-22 15,-1 11-18-15,0 0-8 0,0 0-2 0,0 0 0 16,0 0-8-16,0 39-10 0,-1-21-5 0,-3-1-1 15,3 7-12-15,0-4-5 0,-2-2-9 0,3 8-6 16,-1-5-7-16,0 3-2 0,1-3-3 0,1-3-8 16,-1 0-5-16,-1-1-8 0,1-1-20 15,0 0-17-15,0-3-23 0,0 3-21 0,0-16-26 16,-2 23-20-16,2-12-29 0,0-11-32 0,0 21-48 16,0-21-35-16,2 13-170 0,-2-13-445 0,0 0 197 15</inkml:trace>
  <inkml:trace contextRef="#ctx0" brushRef="#br0" timeOffset="160254.57">8068 2834 177 0,'10'-4'168'0,"0"-1"-12"0,-10 5-15 0,17-2-9 15,-6 2-11-15,-11 0-8 0,13 4-14 0,-13-4-7 16,14 5-7-16,-9 0-8 0,-5-5-7 0,6 9 3 15,-6-9-2-15,3 13 1 0,-3-13 3 0,-10 20-15 16,0-6 2-16,-3-1-19 0,-1-2-10 16,-2 1-15-16,-1-2-27 0,0 1-34 0,-2-2-44 0,2 2-51 15,3-8-140-15,-1 1-299 0,2-2 133 0</inkml:trace>
  <inkml:trace contextRef="#ctx0" brushRef="#br0" timeOffset="160506.75">8185 2766 129 0,'4'-7'278'0,"-4"7"-4"0,0 0-10 16,1-12-24-16,-1 12-20 0,0 0-22 0,0 0-22 16,4-6-21-16,-4 6-17 0,0 0-20 0,0 0-11 15,0 0-9-15,0 0-7 0,1 28-10 0,-2-16-6 16,1 4-8-16,-1 3-3 0,-2-1-10 0,3-1-1 15,-1 1-4-15,0 0-8 0,1 1-1 0,-3-1-10 16,3-5-14-16,-3 3-20 0,1 0-16 0,1-4-28 16,-2 3-21-16,3-15-32 0,-2 21-39 0,2-21-45 15,0 13-43-15,0-13-150 0,-3 16-408 0,3-16 182 16</inkml:trace>
  <inkml:trace contextRef="#ctx0" brushRef="#br0" timeOffset="160731.9">8254 2837 50 0,'13'-9'178'15,"-13"9"-15"-15,13-5-19 0,-13 5-9 0,11-2-19 0,-11 2-5 16,0 0-8-16,0 0-5 0,23 7-7 0,-23-7 3 16,7 9-6-16,-7-9-7 0,4 10-1 0,-4-10 1 15,0 0 3-15,-7 26-7 0,1-18-4 16,-2 3-3-16,-2-3-7 0,1 1-6 0,0-1-8 0,-8-1-19 15,7 0-21-15,-3-1-29 0,2-1-44 16,11-5-46-16,-13 6-38 0,13-6-150 0,-15 5-321 16,15-5 142-16</inkml:trace>
  <inkml:trace contextRef="#ctx0" brushRef="#br0" timeOffset="160948.41">8432 2714 262 0,'0'0'248'0,"7"-7"-16"16,-7 7-23-16,0 0-22 0,0 0-16 0,0 0 1 16,0 0-7-16,0 0-15 0,8 16 5 0,-8-16-7 15,0 21-16-15,1-9-7 0,-1 1-13 0,2 2-8 16,-2 2-10-16,1-2-10 0,-1-1-10 0,4 1-2 16,-3-3-7-16,-1-12-14 0,1 24-25 0,-1-12-23 15,3-1-35-15,-3-11-32 0,4 21-38 16,-4-21-55-16,5 14-61 0,-3-7-194 0,-2-7-445 15,0 0 196-15</inkml:trace>
  <inkml:trace contextRef="#ctx0" brushRef="#br0" timeOffset="161415.81">8589 2876 194 0,'0'0'191'0,"0"0"-16"0,0 0 3 15,0 0-10-15,0 0-16 0,0 0-11 0,0 0-13 16,0 0-12-16,0 0-11 0,15 16-12 0,-15-16-6 15,8 8-5-15,-2-6-6 0,3 3 1 0,-9-5-4 16,17 5-3-16,-6-3 3 0,2-2-1 0,-13 0-4 16,21 0-3-16,-21 0 5 0,15-4 0 0,-15 4 0 15,11-5 8-15,-5 1 4 0,-6 4-1 0,9-6 5 16,-9 6 5-16,8-12 2 0,-8 12-5 16,6-10-9-16,-4 3 2 0,-2 7 8 15,3-9 11-15,-3 9-5 0,0 0-4 0,4-10-11 0,-4 10-13 0,0 0-6 16,0 0-15-16,0 0-13 0,0 0 3 0,0 0-6 15,0 0 1-15,0 0-4 0,5 38 1 16,-7-11-6-16,1 2 1 0,1 3 5 0,-2-2-6 0,2 4 1 16,1-1-2-16,-1 2 1 0,2 1-3 0,1-1 4 15,-4 1-11-15,3-2 4 0,2-2-6 16,-4 0 2-16,1-1 3 0,1-3-2 0,-2-2 4 16,0-1-5-16,-2-7-1 0,1 0-6 0,0-6 7 15,-4-1-7-15,1 2-13 0,-3-3 4 0,0-1-2 16,-5-3-9-16,-1-2-9 0,-3 0 3 0,-2-4-11 15,-1-2-6-15,0-4-15 0,-1-2 4 0,-2-4 1 16,-3-6 0-16,5-2 0 0,3-2-2 0,4-4 6 16,3-3 10-16,5-4-8 0,4 1 4 0,5 0-2 15,6-1-2-15,3 0 8 0,6 2-5 0,-1 2-9 16,12-9-15-16,-4 15-17 0,10-10-24 0,-6 10-13 16,1 2-32-16,1 1-32 0,13-6-37 0,-12 11-41 15,-2 4-164-15,-2-1-458 0,2 3 204 0</inkml:trace>
  <inkml:trace contextRef="#ctx0" brushRef="#br0" timeOffset="162134.78">9284 2778 69 0,'0'0'254'0,"-1"-9"-14"0,1 9-13 16,0 0-26-16,0 0-19 0,0 0-23 0,0 0-18 15,0 0-14-15,0 0-13 0,0 0-15 0,0 0-9 16,0 0-11-16,0 0-5 0,9 28-7 0,-7-16-5 15,1 6-8-15,2 0-4 0,2-1-5 0,-4 2-3 16,4 0-2-16,-1-2-5 0,0 0-2 0,1-2-2 16,-3-4 0-16,0 4-6 0,2 1-5 0,-2-6 1 15,0 0-4-15,-1 0-1 0,0-4 1 0,0 0-2 16,-2 0-1-16,-1-6 2 0,2 10 10 0,-2-10 22 16,3 6 27-16,-3-6 13 0,0 0-2 15,0 0-7-15,0 0-8 0,13-14-13 0,-9 3 0 16,2-4-9-16,2 0-6 0,-1-2-2 0,1-1-7 0,2-5-2 15,2-5 0-15,-1 7-6 0,1-3-3 0,-1 1-4 16,-1 0-2-16,-2 4-8 0,0 4-3 0,-3 4-9 16,-1 1-9-16,1 1-21 0,-1 1-30 0,-4 8-33 15,4-10-40-15,-4 10-54 0,0 0-41 16,2-8-28-16,-2 8-175 0,0 0-471 0,0 0 209 0</inkml:trace>
  <inkml:trace contextRef="#ctx0" brushRef="#br0" timeOffset="162453.68">9517 2919 6 0,'0'0'212'0,"8"4"-4"0,-8-4-17 0,0 0-14 15,0 0-11-15,0 0-19 0,0 0 0 0,2 10-4 16,-2-10-9-16,1 9-11 0,-1-9-12 16,2 13-9-16,-2-13-12 0,1 14-9 0,-1-14-7 15,4 13-5-15,-4-13-8 0,7 16-6 0,-7-16-2 16,9 10-2-16,0-3-3 0,0-2 3 0,0 0-1 15,-9-5 6-15,17 3 0 0,-7-1 2 0,-10-2 3 16,18-2-2-16,-18 2 4 0,20-5-4 0,-20 5 5 16,17-8-15-16,-9 1 9 0,-2 0-4 0,-1 0-9 15,-1-2 1-15,0-1 0 0,-4 10-7 0,2-19-5 16,-2 10-2-16,0 9 1 0,-6-20-5 0,2 10-7 16,-1 3-4-16,0-1-17 0,5 8-8 0,-12-11-13 15,6 8-15-15,6 3-26 0,-14-5-23 0,2 4-30 16,12 1-42-16,-24 5-51 0,13-3-55 0,-2 4-167 15,13-6-464-15,-17 7 206 0</inkml:trace>
  <inkml:trace contextRef="#ctx0" brushRef="#br0" timeOffset="162699.99">9873 2746 92 0,'0'0'282'15,"4"-10"-9"-15,-4 10-24 0,0 0-22 0,3-9-21 16,-3 9-29-16,0 0-22 0,0 0-13 0,0 0-10 16,0 0-4-16,0 0-1 0,6 28 0 0,-6-15-15 15,-1 4-8-15,2 1-11 0,-1 0-2 0,0 0-11 16,0 2-11-16,1-3-4 0,2 0-5 0,-2 1-9 16,3-2-3-16,-3 0-2 0,1-3-7 0,3 2-18 15,-3-3-28-15,-1 0-29 0,2 0-30 0,-3-12-34 16,5 20-46-16,-5-20-66 0,4 11-227 0,-4-11-474 15,0 0 210-15</inkml:trace>
  <inkml:trace contextRef="#ctx0" brushRef="#br0" timeOffset="162920.01">10137 2769 272 0,'0'0'274'0,"2"-10"-11"0,-2 10-16 16,0 0-25-16,3-13-26 0,-3 13-21 0,0 0-19 15,0 0-19-15,0 0 7 0,0 0-3 0,0 0-3 16,0 0-16-16,-1 35 1 0,1-21-23 16,-2 1-6-16,2-15-9 0,0 25-8 0,0-13-8 15,0 3-4-15,2-1-5 0,-2-14-5 0,1 24-10 16,-1-13-1-16,1 5-12 0,-1-16-24 0,1 20-33 16,-1-20-28-16,0 15-25 0,0-15-34 0,0 0-36 15,2 17-62-15,-2-17-50 0,0 0-150 0,0 0-444 16,0 0 196-16</inkml:trace>
  <inkml:trace contextRef="#ctx0" brushRef="#br0" timeOffset="164032.6">10011 2870 39 0,'0'0'167'0,"0"0"-11"0,0 0-9 15,57 0-5-15,-36-2-8 0,9-1-5 0,2 0-10 16,-2 0-10-16,1 0-10 0,-2 0-11 15,-2 1-2-15,0-2-1 0,-6 0-9 0,-4 1-7 16,0 1-6-16,-7-1 9 0,0-2 0 0,-2 5 8 16,-8 0 4-16,10-3 5 0,-10 3 5 0,0 0 5 0,14-2-4 15,-14 2-10-15,0 0-9 0,0 0-7 16,0 0-6-16,0 0 1 0,0 0-7 0,0 0 2 0,-37 13-10 16,22-5-8-16,1 3 3 0,-1 0-8 0,2-1-3 15,0 1-1-15,4-2-8 0,0 0 4 16,2 1-4-16,0 1-6 0,2-2 11 0,5-9-12 15,-8 16 3-15,8-16-7 0,-1 11-2 0,1-11 3 16,0 0 0-16,6 17 3 0,-6-17-2 0,11 8 1 16,-11-8 1-16,15 3-3 0,-15-3 1 0,18 2-2 15,-18-2 0-15,20-2-5 0,-20 2 4 0,21-5 0 16,-12 0-3-16,1 0 0 0,0-1-1 0,-3 0 0 16,-2 0 0-16,1 0-2 0,-1-2 3 0,-5 8-4 15,8-14 7-15,-6 8-12 0,-2 6 4 0,6-13-3 16,-6 13 2-16,3-10 0 0,-3 10-1 0,0 0-1 15,3-9-1-15,-3 9-4 0,0 0-3 0,3-8-1 16,-3 8 0-16,0 0 4 0,0 0-4 0,0 0 2 16,0 0 2-16,0 0 5 0,0 0-4 0,0 0-1 15,0 0 6-15,11 26-3 0,-7-23 9 0,-4-3-8 16,13 5 1-16,-4-3 1 0,2 0 1 0,2-2 3 16,5 0-5-16,-3 0-1 0,4-2 1 0,-2-2 0 15,1 4 2-15,-5-3-4 0,1 1 3 0,0 0-1 16,-2-2 1-16,1 0 2 0,0 0-4 0,-2-1 3 15,0 1 0-15,-2-2-1 0,-2 4 9 0,0-5-9 16,-7 7 3-16,9-12 0 0,-4 7 6 0,-5 5-9 16,5-12-4-16,-5 12 9 0,0-11 1 0,0 11 1 15,0 0-6-15,0 0-4 0,0 0 2 16,-12-11 1-16,12 11-4 0,0 0 1 0,-21 7 0 16,21-7-1-16,-17 9-1 0,8-3 4 0,3-2-2 15,6-4-4-15,-10 10-6 0,10-10-4 0,-7 6 2 16,7-6-8-16,-5 8 1 0,5-8 0 0,0 0-4 15,0 0 6-15,0 0-1 0,13 12 5 0,-13-12-3 0,14 0 3 16,-14 0-3-16,13 0 0 0,-13 0 1 16,12 0 2-16,-12 0-1 0,0 0 5 0,17-4-3 15,-17 4 4-15,8-3-2 0,-8 3 4 0,0 0 0 16,10-3-1-16,-10 3-4 0,0 0 5 0,0 0-3 16,0 0 0-16,0 0 0 0,0 0-3 0,9 10 2 15,-9-10 3-15,-1 17 2 0,2-5 1 0,0 8 1 16,2 3 0-16,1 7 5 0,-1-6 3 0,1 8 4 15,0-2 11-15,0 2 2 0,2-2-3 0,-2 1-1 16,0-2-1-16,-1-1-2 0,-1-1 5 0,-1-2-6 16,2 1 1-16,-3-7 0 0,0-1 0 0,2-1 1 15,-4-2-2-15,-1-3-2 0,1 0 8 0,-3-2-4 16,-3 0 0-16,-2-3 1 0,-6 4 0 0,-3-4-4 16,1-1-2-16,-2-2-1 0,1-2-7 0,-3-4-4 15,3 0 9-15,0 0-12 0,1-4 5 0,2-1-9 16,6-1-6-16,1-1 0 0,3-1-4 0,2-1-4 15,0-8-3-15,7 3-6 0,3-2-1 0,6-10 5 16,5 3-7-16,2 2 6 0,5-5 2 16,1 2-6-16,11-7 3 0,1-2-6 0,-9 11 5 15,7-10 4-15,-10 14 3 0,5-4-2 0,-6 0 6 16,4-2 0-16,-5 1 4 0,1 1-1 0,-2-1 1 0,-3 3 5 16,-6 0 1-16,2-2 2 0,-6 9 0 15,0-3 13-15,-4 4 8 0,2 4 9 0,-3 0 11 0,-2 2 1 16,-2 8-7-16,1-12 1 0,-1 12-4 15,-7-10-1-15,7 10 0 0,-14-3-8 0,14 3 3 16,-34 10 1-16,16-3 0 0,-7 6 1 0,2 2-3 16,5-3-6-16,4 1 3 0,0 1-2 0,1-1-4 15,5 3 1-15,1-2 0 0,4-2-4 0,2 4-11 16,1-16-16-16,10 23-21 0,6-11-29 0,1-2-46 16,13 3-61-16,3-5-77 0,1 0-174 0,2-5-464 15,4-2 206-15</inkml:trace>
  <inkml:trace contextRef="#ctx0" brushRef="#br0" timeOffset="164781.9">11781 2828 117 0,'0'0'250'0,"0"0"3"16,0-7-6-16,0 7-6 0,0 0-11 0,-5-6-16 15,5 6-12-15,0 0-22 0,0 0-13 0,0 0-16 16,0 0-14-16,0 0-19 0,0 0-14 0,0 0-13 16,0 0-13-16,0 0-9 0,0 0-6 0,0 0-8 15,0 0-7-15,12 30 3 0,-7-16-5 0,1 3 4 16,-2 2-8-16,6 3-3 0,-3-3-6 0,-1-2-1 15,-2 8-3-15,5 0 0 0,-3-7-3 0,4 5-2 16,-4-5 0-16,1-3-6 0,1-1 4 0,-4-3-7 16,0-2 1-16,-1 1 0 0,1-1-3 0,0-1 0 15,0-3-1-15,2 1 1 0,-4-2-6 0,0 2 11 16,-2-6-4-16,4 7 12 0,-4-7 16 0,0 0 15 16,5 3 5-16,-5-3-12 0,0 0-4 0,13-12 0 15,-5 4-3-15,-2-2-3 0,5-5-6 0,1 0-24 16,-3-7 17-16,3-2 1 0,-1 0-4 0,-1 2-4 15,-1-3-3-15,0 3-5 0,0-2 7 0,-5 6-7 16,3-1-3-16,0 2 4 0,0-1-19 0,-4 0 20 16,1 2-11-16,0 4 7 0,-4 1-1 0,4 1-40 15,-4 1-4-15,1 5-13 0,-1 4-22 0,1-9-31 16,-1 9-37-16,0 0-25 0,0 0-10 0,0 0-18 16,0 0-27-16,0 0-38 0,0 0-221 0,0 0-517 15,5 30 229-15</inkml:trace>
  <inkml:trace contextRef="#ctx0" brushRef="#br0" timeOffset="165136.84">12322 2988 225 0,'0'0'241'0,"0"0"-14"15,0 0-12-15,0 0-14 0,0 0-7 0,0 0-14 16,0 0-11-16,0 0-14 0,0 0-16 0,0 0-13 15,-46 8-11-15,36 1-10 0,1-1-10 0,-1 0-16 16,-1 1-6-16,7-1-6 0,-2 1-9 0,1 0-2 16,1 1-6-16,2 1-5 0,2-11-5 0,0 17-4 15,4-7-2-15,1-1-1 0,1-1-7 0,5 5-1 16,-2-5-5-16,0-1 1 0,2 3-1 0,1-4-4 16,-3 2-2-16,-1-2 1 0,2 0-2 0,-1 0 6 15,-1-2-13-15,-3 1 3 0,-5-5-4 0,12 6-2 16,-12-6 3-16,8 5 1 0,-8-5 0 0,0 0-1 15,0 9 4-15,0-9-1 0,0 0 0 0,-15 9-2 16,1-5-4-16,-1 0-5 0,-4 0-10 0,-1-2-13 16,0 1-17-16,2-1-19 0,-2 2-24 0,4-1-39 15,3-3-63-15,13 0-51 0,-23 1-172 0,23-1-444 16,0 0 196-16</inkml:trace>
  <inkml:trace contextRef="#ctx0" brushRef="#br0" timeOffset="165632.79">12787 2853 55 0,'0'0'247'16,"0"0"-15"-16,0 0-7 0,0 0-10 0,0 0-17 16,0 0-9-16,0 0-19 0,0 0-13 0,0 0-18 15,0 0-9-15,0 0-18 0,0 0-11 0,0 0-10 16,0 0-2-16,0 0-14 0,0 0-3 0,0 0-4 16,18 6-9-16,-11-5-2 0,0 1-5 0,5-2-3 15,0 3-4-15,-1 0-2 0,1-2-2 0,1 1-7 16,1 0-3-16,-1 0 0 0,-2 1-6 0,1 0 0 15,1-3-5-15,-3 2 2 0,3 0 0 0,-2 0 1 16,3 0-3-16,-3 0 2 0,-1-1-6 0,2 2-4 16,-5-3 1-16,1 2 0 0,-8-2-5 0,12 1 1 15,-7 1-1-15,-5-2 0 0,8 1 1 0,-8-1-2 16,7 3-4-16,-7-3-2 0,0 0 3 0,7 5-7 16,-7-5 7-16,0 0-6 0,7 5 5 0,-7-5 6 15,-2 6-1-15,2-6 7 0,-2 11 6 0,2-11 0 16,-8 15 1-16,1-5 11 0,-5 3 0 15,-2 0-4-15,0 1 0 0,-4 5-7 0,1-6 1 16,3 3-2-16,-6 2-6 0,4-5-14 0,1-1-17 0,0-1-30 16,7-3-36-16,-3 2-25 0,1-3-39 0,4 0-73 15,4-2-75-15,2-5-155 0,-9 8-486 0,9-8 215 16</inkml:trace>
  <inkml:trace contextRef="#ctx0" brushRef="#br0" timeOffset="166115.2">13225 2830 1660 0,'3'-7'18'0,"-3"0"46"0,0 7-12 0,2-10 12 15,-2 10 9-15,2-8 9 0,-2 8 6 0,2-6-2 16,-2 6-5-16,0 0 3 0,0-8-8 0,0 8-3 15,0 0-12-15,0 0-6 0,0 0-8 0,0 0-4 16,0 0-10-16,0 0 2 0,0 0-7 0,0 0-4 16,0 0-1-16,0 0-4 0,20 15 4 0,-12-5 0 15,-4-2 4-15,5 7 14 0,-3-5-4 0,4 7-2 16,-4-2 4-16,1 0-1 0,-1 0 0 0,3-2-4 16,-1 1-1-16,-2-2-4 0,3 2-4 0,-3-2 10 15,2 0-11-15,-2-2-1 0,-1 1-4 0,3 0-3 16,-3-3-2-16,2 1 7 0,-7-9-9 0,7 12 0 15,-7-12 1-15,8 10-3 0,-8-10 1 0,7 9-2 16,-7-9 1-16,0 0 3 0,7 9 1 0,-7-9 3 16,0 0 20-16,0 0 6 0,0 0-1 15,0 0-4-15,0 0-6 0,0 0 1 0,22-13 4 0,-22 13-1 16,12-19-4-16,-8 8-4 0,5-1 0 0,0-3-5 16,0-3-8-16,-2 0 5 0,4-5-8 0,-1-1 2 15,0 2-2-15,-3-3-4 0,3 7 0 0,-6 1 1 16,0 5-2-16,-1 3 4 0,1-2-5 15,-4 4 4-15,0 7-8 0,6-12-1 0,-6 12 9 0,3-11-27 16,-3 11-21-16,0 0-31 0,2-11-37 16,-2 11-42-16,0 0-55 0,0 0-49 0,0 0-40 15,0 0-208-15,0 0-539 0,0 0 238 0</inkml:trace>
  <inkml:trace contextRef="#ctx0" brushRef="#br0" timeOffset="166551.57">13639 2919 205 0,'0'0'214'15,"0"0"-9"-15,0 0-12 0,0 0-17 0,0 0-16 16,0 0-17-16,4 4-12 0,-4-4-15 0,0 0-11 16,18-2-10-16,-18 2-9 0,13 0-9 0,-13 0-7 15,16-1 0-15,-16 1-1 0,18-1 0 0,-18 1-5 16,14 0-1-16,-14 0-6 0,13-2-7 0,-13 2 3 15,13 0-10-15,-13 0-4 0,12 2-4 0,-12-2-5 16,0 0-1-16,15 1-3 0,-15-1-4 0,8 3-4 16,-8-3 0-16,0 0-1 0,10 2-3 0,-10-2-1 15,0 0-2-15,7 5-4 0,-7-5 2 16,0 0 2-16,7 7 6 0,-7-7 8 0,0 0 3 16,4 11 11-16,-4-11 9 0,0 0-2 0,0 14 3 0,0-14 6 15,0 0 10-15,-9 26 7 0,3-16 2 16,-1 0-1-16,-2 3 7 0,-2 2-2 0,0-2 5 15,-1 4 0-15,-1-3-6 0,-1 0-4 0,-1-2 2 16,2 1-8-16,1-2-4 0,-1 1-7 0,3-1-9 16,4-4-8-16,-3 1-1 0,2-1 1 15,7-7-3-15,-9 10-10 0,9-10-4 0,-7 7-8 0,7-7 9 16,0 0-2-16,0 0-1 0,0 0 1 0,0 0-11 16,36 10-9-16,-3-10-20 0,6-1-43 0,12-3-42 15,4-4-54-15,-1 2-63 0,0-3-91 0,-18 5-292 16,2-2-653-16,-5-1 288 0</inkml:trace>
  <inkml:trace contextRef="#ctx0" brushRef="#br0" timeOffset="170100.19">11931 3589 247 0,'0'0'234'0,"0"0"-16"0,0 0-14 0,0 0-1 15,-2-8-10-15,2 8-9 0,0 0-14 0,0 0-3 16,0 0-16-16,0 0-11 0,0 0-10 0,0 0-10 15,0 0-14-15,0 0-5 0,0 0-17 0,0 0-6 16,0 0-12-16,0 0-5 0,0 0-7 0,0 0-9 16,0 0-8-16,0 0-6 0,0 0-3 0,0 0-8 15,0 0 1-15,0 0-4 0,0 0-5 0,0 0-1 16,0 0-1-16,16 22 1 0,-11-12-5 0,5 4 6 16,-2-5-3-16,0 5 1 0,-1-4-1 0,1 4 1 15,1-3 0-15,1 2 2 0,-1 0-6 0,-1 1 6 16,-2-2-5-16,1-2 5 0,1 2-12 15,-2-2 11-15,2 0-1 0,-2 2 2 0,-1-3-6 0,0-3 5 16,1 2-5-16,1-1 2 0,-5 1-2 0,3-3 2 16,-1-1-5-16,-3 1 3 0,3 0 1 0,-4-5-2 15,6 8-2-15,-6-8 4 0,3 6-6 0,-3-6 6 16,0 0-3-16,5 4 3 0,-5-4-1 0,4 6 3 16,-4-6-1-16,0 0 12 0,0 0 28 0,0 0-2 15,0 0 14-15,0 0-5 0,0 0 1 16,0 0-7-16,0 0-4 0,9-15-7 0,-9 15-1 0,4-11 2 15,0 1-2-15,0-2-3 0,2 0-4 0,-1-4-4 16,1 2 1-16,-2 2-3 0,0-3-2 0,3-1-1 16,0-2-5-16,-2 1-4 0,3-2-4 15,-1 2-12-15,-2 2 11 0,2-1 5 0,-2 0 1 16,1 1-18-16,-2 5 19 0,0-1-4 0,1 1 5 16,0 4-15-16,-3 0 11 0,0-1-6 0,-2 7 0 15,5-8-4-15,-5 8-4 0,4-7-8 0,-4 7-14 0,0 0-18 16,4-7-18-16,-4 7-23 0,0 0-21 15,0 0-9-15,5-3-3 0,-5 3-15 0,0 0-26 16,0 0-46-16,7 12-44 0,-7-12-43 0,5 10-152 16,-3-4-481-16,-2-6 213 0</inkml:trace>
  <inkml:trace contextRef="#ctx0" brushRef="#br0" timeOffset="170899.91">12450 3672 54 0,'0'0'262'0,"0"0"-13"0,0 0-20 0,0 0-18 16,0 0-20-16,0-7-20 0,0 7-16 0,0 0-18 16,0 0-17-16,0 0-11 0,0 0-15 0,0 0-7 15,0 0-16-15,0 0-1 0,0 0-11 0,0 0 15 16,0 0-9-16,0 0 2 0,0 26-3 0,0-26 9 15,0 18-4-15,0-9-2 0,0 3-7 0,0-12-4 16,0 22-2-16,0-8 3 0,2 1-1 0,-2 2 6 16,-2-4-2-16,4-1-5 0,-2 3-9 15,0-3 2-15,0-2 0 0,0 1-1 0,0 0-10 16,0-1-5-16,0-10-1 0,0 18 1 0,2-9-1 16,-2-9-1-16,-2 13-2 0,2-13 0 0,0 11-8 0,0-11 4 15,0 0-1-15,0 13-6 0,0-13 0 0,0 0 2 16,2 10-4-16,-2-10-1 0,0 0-1 0,0 0-1 15,0 0-2-15,0 0 3 0,2 8-2 16,-2-8 4-16,0 0 1 0,0 0-1 0,0 0-2 16,0 0-1-16,0 0-7 0,0 0 0 0,17 0-19 15,-17 0-11-15,16-5-29 0,-3 1-27 0,6-2-39 16,-2 0-46-16,3 2-52 0,6-3-57 0,-7 2-222 0,1 0-539 16,-2 0 238-16</inkml:trace>
  <inkml:trace contextRef="#ctx0" brushRef="#br0" timeOffset="171415.89">12935 3574 221 0,'0'0'257'0,"0"0"-15"16,0 0-16-16,-8-2-15 0,8 2-23 0,0 0-16 16,0 0-18-16,0 0-16 0,0 0-18 0,0 0-11 15,0 0-13-15,0 0-12 0,0 0-5 16,0 0-6-16,0 0-8 0,0 0 0 0,0 0-1 15,0 0-9-15,33 6-1 0,-22-2-4 0,3-2-4 0,2 2-5 16,2-5-1-16,1 3-6 0,0 0-2 0,-1-1 2 16,0 0-1-16,0 2-5 0,1-3 0 0,-7 0-2 15,1 2 0-15,1-2-6 0,-3 0 1 16,0 0-4-16,1 2 2 0,-5-2-3 0,-7 0-5 16,10 0 2-16,-10 0-2 0,10 1-4 0,-10-1 2 15,9 0-5-15,-9 0 0 0,0 0-4 0,8 0 1 16,-8 0-4-16,0 0 1 0,0 0 9 0,3 6 8 0,-3-6 4 15,0 10 3-15,0-10 6 0,-5 16 1 0,1-6 2 16,0 0 7-16,-3 6 1 0,0-5 5 16,-2-2-11-16,0 7-4 0,0-3-16 0,-2 2 16 15,4 1-2-15,-2-2-1 0,0 1-36 0,0-2-11 16,5 1-26-16,-1-4-31 0,1 3-22 0,-1-5-42 16,2 1-57-16,3-9-63 0,0 12-207 0,0-12-506 15,6 13 224-15</inkml:trace>
  <inkml:trace contextRef="#ctx0" brushRef="#br0" timeOffset="171907.48">13371 3585 263 0,'4'-7'265'0,"-4"7"1"0,0-7-10 0,0 7-11 0,0 0-19 16,0 0-19-16,0 0-19 0,2-9-17 0,-2 9-19 15,0 0-20-15,0 0-14 0,0 0-12 0,0 0-21 16,0 0-5-16,0 0-11 0,0 0-7 0,0 0-6 16,0 0 1-16,0 0-2 0,13 13 3 0,-5-5-7 15,-3 2 0-15,3 0-2 0,4 2-4 16,-8 0-5-16,7 2-2 0,-3-5 1 0,0 4 2 15,-3-2-4-15,3-1-6 0,2-1-3 0,-5 0-3 0,3 2 0 16,-3-3-2-16,3 3-3 0,0-4 1 0,-2 1-1 16,-1-3-5-16,-1 2-2 0,-4-7 2 0,7 11 1 15,-7-11-3-15,5 8-4 0,-5-8 3 0,8 7 1 16,-8-7 6-16,3 7-3 0,-3-7 16 16,0 0 30-16,0 0 20 0,0 0 10 0,0 0 15 15,0 0-8-15,0 0-5 0,0 0-10 0,0 0-13 16,18-22-10-16,-16 12-5 0,1 2 2 0,1-3-13 15,-2 0-4-15,4-5-3 0,-1-1-9 0,1 0-1 16,0 0-2-16,-2 0-4 0,0-1-5 0,3 0-12 16,-3 3-4-16,0-1 2 0,-1 7-12 0,0-4-2 15,1 4-13-15,-4 0-13 0,3 4-28 0,1-1-21 16,-4 6-27-16,2-11-29 0,-2 11-30 0,4-5-31 16,-4 5-41-16,3-5-38 0,-3 5-34 0,11-1-233 0,-11 1-594 15,0 0 262-15</inkml:trace>
  <inkml:trace contextRef="#ctx0" brushRef="#br0" timeOffset="172316.01">13825 3630 244 0,'0'0'259'15,"0"0"-16"-15,0 0-15 0,0 0-17 0,0 0-14 16,0 0-17-16,0 0-11 0,0 0-18 0,0 0-16 15,0 0-11-15,0 0-14 0,0 0-8 0,15 2-13 16,-3-4-7-16,-1 2-15 0,1 0 2 0,1-2-12 16,-2 4-7-16,1-2-5 0,-4-2-2 0,3 2-9 15,-3 2-3-15,-8-2-3 0,13 0 1 0,-7 0-8 16,-6 0 0-16,7 4-5 0,-7-4 6 0,9 5 3 16,-9-5 6-16,5 7 6 0,-3-2 3 0,-2-5 0 15,0 12 5-15,0-2 5 0,-4-1 3 0,1 1 3 16,-6 0 4-16,4 2-9 0,-1-2 6 0,-3 4-5 15,2-3-1-15,-6 2 2 0,6-2-2 0,1-1-7 16,-2-1-6-16,2-1-1 0,3-1-1 0,3-7 1 16,-8 13-12-16,8-13-6 0,-5 8 4 0,5-8-4 15,-2 6-1-15,2-6-5 0,0 0-8 0,0 0 3 16,0 0-1-16,7 14-4 0,-7-14 0 0,17 2-14 16,-1-2-15-16,7 0-27 0,4-3-32 0,5-4-38 15,-1 1-35-15,1-3-56 0,-3-2-64 16,0-1-255-16,-5 1-578 0,5-2 257 0</inkml:trace>
  <inkml:trace contextRef="#ctx0" brushRef="#br0" timeOffset="172950.02">14401 2779 71 0,'0'0'236'0,"0"0"-8"0,0 0-15 0,-4-8-14 15,4 8-21-15,0 0-15 0,0 0-19 0,0 0-14 16,0 0-19-16,0 0-11 0,0 0-9 0,0 0-10 16,0 0-12-16,0 0-3 0,23 14-7 0,-15-5-8 15,0-1-7-15,-1 1-3 0,5 3-6 16,-4 3 0-16,1 2-4 0,2-1-4 0,-2 2-6 15,0 7 3-15,2-2-4 0,-1 0 1 0,-2 2-2 16,-3 0 0-16,-1-7-4 0,-1 10 3 0,-1-4-2 16,-2 2 1-16,0 2-1 0,0-3-2 0,-1 1-1 15,-3-1 3-15,2 2-2 0,-2-2 0 0,-3 0 3 0,5-6-4 16,-2 5-1-16,1-3-3 0,0-3 2 16,3 1-1-16,-4 2-3 0,2 4 7 0,1-6-6 15,2-1-2-15,-1 2-2 0,-1-2 3 0,2 1-1 16,1-1 2-16,-2 1 3 0,2 0-8 0,0 2 3 15,1-2 0-15,0-1-5 0,1 0 8 0,-2-1-7 16,2 1 1-16,0-2 1 0,-3 3-4 0,1 2 0 16,0-2 7-16,-2-2-4 0,0 2 4 0,0-1-4 15,0-1 0-15,-2 1 1 0,2-2 5 0,-2 1 2 16,0 0 7-16,-2-1 5 0,-3 1 0 0,-1-2 1 16,1 1-4-16,-3-4 2 0,0 2-3 0,-1-2-2 15,0 0-2-15,0-3-14 0,0-2-7 0,-4 3-22 16,5-3-31-16,-1 0-37 0,-1-4-46 0,1 1-68 15,11-4-215-15,-22 4-459 0,22-4 204 0</inkml:trace>
  <inkml:trace contextRef="#ctx0" brushRef="#br0" timeOffset="173650.06">15092 3030 261 0,'-3'-3'267'0,"3"3"-14"0,0 0-11 15,0 0-12-15,0 0-18 0,0 0-22 0,-3-10-22 16,3 10-17-16,0 0-19 0,12-7-8 0,-2 3-19 15,1 0-8-15,4-2-12 0,5 1-6 0,-1 1-11 16,-2 1-11-16,-2 0-22 0,0 0-16 0,-2-1-28 16,-3 3-18-16,-2 0-44 0,-2 0-47 0,-6 1-48 15,13 1-36-15,-13-1-162 0,6 2-394 0,-6-2 175 16</inkml:trace>
  <inkml:trace contextRef="#ctx0" brushRef="#br0" timeOffset="173850.43">15131 2988 18 0,'0'0'218'0,"0"0"-10"16,0 0-10-16,0 0-16 0,0 0-16 0,-10 3-17 16,10-3-16-16,0 0-13 0,0 0-21 0,-3 7-8 15,2 2 5-15,-2 8 12 0,3 6 3 0,-1 3-9 16,0-1-12-16,1 0 8 0,0-1-2 16,2 2-7-16,-2-1 5 0,0 0-3 0,0-6-7 15,1 1-6-15,-1-3-5 0,2 2-10 0,-2 0-4 16,1-3-6-16,0 0-6 0,1 0 2 0,0-4-7 15,-1-2-22-15,3 1-19 0,-2 0-25 0,0-3-25 16,-2-1-23-16,0 1-49 0,6-3-57 0,-3 0-55 16,-3-5-176-16,0 0-441 0,0 0 195 0</inkml:trace>
  <inkml:trace contextRef="#ctx0" brushRef="#br0" timeOffset="174432.64">15071 3271 160 0,'0'0'188'0,"2"-6"-18"16,-2 6-18-16,10-3-14 0,-3 1-10 0,4-1-9 16,2 1-11-16,5 0 1 0,3-1-16 0,-1 1-11 15,-2 0-4-15,2-1-7 0,-1 1-6 0,-1 0-7 16,-1 2 0-16,-4-1 4 0,1 0-1 0,-5 0 4 16,1 1 2-16,-5-2 2 0,-5 2-2 0,12 0 9 15,-12 0 2-15,0 0 7 0,9-4-4 16,-9 4-2-16,0 0-5 0,6-2-4 0,-6 2-8 0,0 0-6 15,0 0-11-15,0 0-2 0,0 0 0 0,1 13-10 16,-1-13 0-16,-4 12-4 0,4-12-5 0,-3 12 2 16,3-6-1-16,-2 4-7 0,2-10-2 0,0 17 1 15,2-10 0-15,-1-1-5 0,1 0-6 0,2 1 7 16,1-1-4-16,3 2-5 0,-3-4-3 0,4 0-4 16,-1-1 6-16,3 0-1 0,-1 0-2 0,-1-2 1 15,2 0-7-15,0-2 1 0,-11 1-2 0,18-4 4 16,-12 1 4-16,1 1-1 0,-2-1-1 0,-1 0 1 15,2-4-1-15,-6 7 2 0,5-10-4 0,-5 3 2 16,0 7 3-16,0-16-1 0,-1 6 0 0,-2 1 2 16,0-1-5-16,-1 2 1 0,1-1 0 15,-1 1 3-15,3 0-5 0,1 8 3 0,-5-10-2 0,5 10-3 16,-3-8 1-16,3 8-3 0,-2-6-5 16,2 6-5-16,0 0 3 0,0 0 0 0,0 0-4 0,0 0 7 15,0 0-1-15,0 0 2 0,18 19-1 0,-11-11 0 16,0 0 4-16,-1 2 0 0,1-1 1 0,-2 0 0 15,4 0-27-15,-4-1 4 0,0-1 4 16,0 1 3-16,-1-1 0 0,0-4 4 0,-4-3 4 16,6 8 3-16,-2-4 13 0,-4-4 12 0,5 6 10 15,-5-6 20-15,5 3-5 0,-5-3 4 0,10-2-4 16,-10 2-1-16,17-5-7 0,-8-1-4 0,2 1-5 16,0-1-11-16,2-3-23 0,4 1-26 0,-1-1-38 15,-1 1-33-15,0-1-48 0,3-1-67 0,0 1-209 16,-1 0-467-16,0-1 207 0</inkml:trace>
  <inkml:trace contextRef="#ctx0" brushRef="#br0" timeOffset="174716.9">16171 2975 3 0,'0'0'295'0,"-1"-11"-5"0,-3 4-3 0,4 7-14 16,-3-8-20-16,3 8-20 0,0 0-33 0,-2-8-23 16,2 8-23-16,0 0-21 0,0 0-13 0,0 0-13 15,0 0-11-15,4 24-8 0,-3-7-12 0,2 1-4 16,3 7-7-16,-5-1 4 0,2-4-14 0,1 6-2 16,-1-7-2-16,-1 0-9 0,-4-1-3 0,5 0-7 15,-1 0 4-15,0-1-2 0,0-2-4 16,0-3-3-16,-2 0-2 0,1-2-27 0,-1 1-30 0,0-1-35 15,0-1-26-15,0-1-28 0,0-8-40 0,0 10-36 16,0-10-37-16,0 6-184 0,0-6-454 0,0 0 201 16</inkml:trace>
  <inkml:trace contextRef="#ctx0" brushRef="#br0" timeOffset="175265.63">16236 3092 45 0,'5'-5'123'0,"3"-2"14"15,0 1-8-15,-1-2 3 0,1 2-6 0,0-3 4 16,-1 2-6-16,0 1-1 0,-2-2 5 0,1 1-2 16,-1 3 1-16,-1-2-3 0,0 0-7 0,-1 0-11 15,-3 6 1-15,5-10-1 0,-3 4-2 0,1 0 1 16,-3 6-4-16,4-7-8 0,-4 7-10 0,0 0-7 16,2-8-10-16,-2 8-8 0,0 0-11 0,0 0-6 15,4-5-4-15,-4 5-11 0,0 0-2 0,0 0-4 16,0 0-3-16,1 19 2 0,-1-9-2 0,0 2-3 15,-1 3 0-15,1 0-3 0,0 1 1 0,-1 0-3 16,-3 1 0-16,3-5 1 0,1 0 0 0,-2 4-2 16,2-5-3-16,-1-4 1 0,1 2 5 0,0-9-9 15,0 11-1-15,0-11-7 0,0 8-8 0,0-8-5 16,0 0-1-16,0 0 1 0,0 9-2 0,0-9 4 16,0 0-4-16,0 0 6 0,0 0 1 0,8 5 5 15,-8-5 5-15,10-1-8 0,-2 2 3 0,-8-1-4 16,16 2 1-16,-8-2 4 0,2 4 1 0,0-4-1 15,1 3-2-15,0 0 3 0,1-1 2 0,-1 2 2 16,2-1 1-16,1-2 0 0,5 0 0 16,-1 1 2-16,4-2 0 0,-3 0 0 0,1-3 2 0,2 0 2 15,-4 2-1-15,1-3 5 0,-1-1 7 0,-5 2 2 16,-2-4 7-16,2 3 8 0,-3-4 0 0,-2 1 5 16,1-3-3-16,-1 2 3 0,-3 0-2 15,-1-2 6-15,-1 1 1 0,0-2 10 0,-2-3-12 16,-1 4 4-16,0-1-2 0,-1 3-1 0,-2-3-5 15,2 6 0-15,-1-2-6 0,2 7-5 0,-8-10-5 16,3 10 0-16,5 0-3 0,-15 0-5 0,6 3 0 0,-3 4-2 16,-1 0-5-16,3 1-14 0,1-1-18 15,-1 3-26-15,2 0-25 0,2 6-19 0,2-7-41 0,1 2-40 16,7-2-49-16,0 2-238 0,4-4-502 16,8 2 222-16</inkml:trace>
  <inkml:trace contextRef="#ctx0" brushRef="#br0" timeOffset="175898.87">17132 2991 244 0,'-4'-6'276'0,"4"6"-18"0,-7-7-17 16,0 6-20-16,7 1-27 0,-16 0-13 0,4 2-20 15,2 1-12-15,0 4-15 0,1 0-14 0,-7 4-13 16,6 2-13-16,1-3-9 0,3 6-6 0,-3-1-8 15,4 1-6-15,1-5-10 0,3 2 2 16,-2-1-9-16,4-4-2 0,3 3-5 0,-1-2-4 0,-1-1-3 16,5-1-4-16,-1-1-3 0,3-2-2 0,-3-1 4 15,5-1-5-15,0 0-4 0,-3-4 0 0,-8 2 0 16,19-3-1-16,-10-1-2 0,0-1 1 0,2-3-2 16,-3-1-5-16,0 0 5 0,-3-3-1 0,0 1-4 15,3-8 1-15,1-4 2 0,-4-1 0 16,0 5 8-16,-1 1 2 0,1-7-5 0,-3 5 6 0,2-6 1 15,-3 6 3-15,1-4 3 0,-1 5 16 16,-1 1-1-16,1 2 3 0,-2 2 11 0,1 5 12 16,0-2-3-16,0 4-6 0,0 7 0 0,0-13-13 0,0 13-6 15,0-7-12-15,0 7 9 0,0 0-25 0,0 0 1 16,0 0-10-16,0 0 1 0,0 0-5 0,0 0 7 16,-3 33-2-16,3-14-1 0,-1-2-5 0,2 2 5 15,-1 0-2-15,0 1 0 0,3-2-4 16,0 0 5-16,-1 1-1 0,5-2 4 0,-2 1-3 15,5-2 0-15,-3 0 2 0,3-1 1 0,0-6-6 16,1 2 1-16,-2-1 5 0,4-4-5 0,-2-2 2 0,1-1-6 16,2 1 6-16,-1-2-4 0,2-2-2 0,-3 0 1 15,2 0 4-15,-3-4-5 0,1 2-3 16,-1-4 7-16,1 0-11 0,0-6 5 0,-4 2-1 16,1 2 5-16,-1-2 1 0,-2 1-7 0,-1-2 0 15,0 1-1-15,-1 2-4 0,-3 2 9 0,2 1 1 16,-3 5 0-16,3-7-8 0,-3 7 5 0,1-7-3 15,-1 7-10-15,0 0 2 0,0 0 2 0,0 0 9 16,0 0-4-16,0 0 2 0,0 0-5 0,0 0-6 16,-1 22-20-16,1-22-23 0,1 15-31 0,0-5-21 15,2 0-25-15,0-1-20 0,1 1-20 0,3-3-44 16,-3 0-47-16,2-1-248 0,-6-6-555 0,8 9 245 16</inkml:trace>
  <inkml:trace contextRef="#ctx0" brushRef="#br0" timeOffset="176044.93">17425 2835 5 0,'0'0'192'0,"-4"-7"-27"0,4 7-40 16,0 0-45-16,0 0-22 0,0 0-26 0,0 0-37 15,0 0-36-15,0 0-62 0,0 0-109 0,14 21 49 16</inkml:trace>
  <inkml:trace contextRef="#ctx0" brushRef="#br0" timeOffset="176315.96">17645 2982 23 0,'0'0'196'0,"0"0"0"16,1 10-18-16,-1-10-14 0,0 0-17 0,0 11-14 0,0-11-14 15,0 0-14-15,2 10-8 0,-2-10-6 16,0 0-11-16,6 12-5 0,-6-12-5 0,6 5 3 15,-6-5 7-15,13 7-7 0,-13-7-1 0,10 2 0 16,-10-2-2-16,11 0-6 0,-11 0-1 0,17-2-5 16,-17 2 4-16,17-7 3 0,-11 4-2 0,2-5-7 15,-8 8-2-15,8-12-8 0,-5 3-2 0,-3 9-8 16,7-15 3-16,-7 5-2 0,0 10-3 0,-3-17-3 16,2 7-3-16,1 10-7 0,-12-13-8 0,7 8-10 15,-1-2-20-15,-2 3-20 0,8 4-25 0,-20 2-19 16,20-2-43-16,-25 4-37 0,15 0-44 0,0 0-169 15,10-4-406-15,-15 7 180 0</inkml:trace>
  <inkml:trace contextRef="#ctx0" brushRef="#br0" timeOffset="176916.96">17992 2947 83 0,'0'0'251'0,"0"0"-9"0,0 0-14 15,0 0-19-15,0 0-14 0,0 0-15 0,-23-8-17 0,23 8-12 16,-13 8-14-16,6-2-3 0,-1 0-21 0,-2 1-9 16,2 1-14-16,0 1-6 0,1 2-8 0,2-2-13 15,0 1 1-15,1-2-10 0,1 3-5 16,3-11 0-16,2 17-5 0,0-9-5 0,-2-8-3 16,8 12-2-16,-4-7-1 0,2-1-5 0,0 0 1 15,1-2-4-15,-7-2-2 0,19 3 1 0,-10-3-2 16,-9 0 1-16,22-7-3 0,-13 4-3 0,-3-1 1 15,2-3-2-15,-1-2-1 0,1 1-1 0,-3-3 1 16,2 0-5-16,-2-3-3 0,1-3 0 0,-4 0 3 16,4 0-1-16,-3-2 0 0,-1-5-3 0,-1 6 6 15,0-1 4-15,-1 2 4 0,-1-1 3 0,1-1 7 16,-3 5 4-16,3 2 14 0,0 1 7 0,-1 4 15 16,1-2-17-16,0 9 2 0,0-9-10 0,0 9-11 15,0 0-6-15,0-11-8 0,0 11-5 0,0 0 1 16,0 0-1-16,0 0-4 0,-10 30 5 0,7-12-4 15,-3-1 1-15,4 1-3 0,2 3-5 0,-2-4 3 16,4 2 4-16,0-3-10 0,3 1 7 0,3-2 2 16,-2 2 0-16,5-4-5 0,4-1 4 0,-1-2 1 15,4 0 0-15,2-4-3 0,7 2-4 0,-5-4 0 16,-1-3 1-16,7-1-3 0,-7 0-1 0,2 1-4 16,-3-3 6-16,-2-4 2 0,0 2 0 0,-2-2-2 15,-5 0 4-15,-1-1-6 0,2-2-2 0,-3 1-14 16,-2-3 3-16,-3 1 4 0,0-1-3 15,-3 0 0-15,-1 1 1 0,0 0 1 0,0 10 0 16,-6-14-2-16,1 9-2 0,-2 1 4 0,-5 0-5 16,-5 5 8-16,-2 2-1 0,1 1 5 0,-1 1-6 0,1 2-3 15,4 2 2-15,0-1 1 0,4 2-3 0,2-1-15 16,3 1-27-16,3 1-18 0,4 0-12 0,4-1-32 16,7 3-33-16,4-4-67 0,8 1-71 15,1 3-190-15,4-7-514 0,2 0 227 0</inkml:trace>
  <inkml:trace contextRef="#ctx0" brushRef="#br0" timeOffset="177183.77">18845 2769 110 0,'0'-9'348'0,"0"9"-1"0,0-16-14 0,0 16-8 16,0-10-31-16,0 10-38 0,0 0-26 0,0 0-27 15,0-11-27-15,0 11-22 0,0 0-14 0,0 0-8 16,0 0-12-16,0 0-8 0,1 45-11 0,-2-28-7 16,2 1-4-16,-2 0-2 0,-1 1-13 0,1 0 1 15,0-2-16-15,1 2 4 0,-2 0-8 0,2 0 3 16,-2-2-17-16,2-3-12 0,-1 1-29 0,1-15-31 16,-2 31-33-16,0-20-38 0,-1 0-24 0,3-11-34 15,-1 17-45-15,1-17-46 0,-2 13-48 0,2-13-183 16,-9 12-522-16,9-12 231 0</inkml:trace>
  <inkml:trace contextRef="#ctx0" brushRef="#br0" timeOffset="177532.04">18721 2919 190 0,'7'-13'194'15,"-7"13"-13"-15,11-4-16 0,0 0-11 0,-1 3-14 16,6-1-13-16,3 2-9 0,0 0-13 0,3 0-8 15,-2 0-7-15,2 3-8 0,-2-3-11 0,-3 0-3 16,1 4-12-16,-5-1-2 0,-1 1-10 0,-1-1-1 16,0 2 5-16,-1 2 3 0,-1-1-2 0,0 1 1 15,-1-1 0-15,1 1 3 0,-1 0-5 0,-1 0 0 16,0 0-6-16,4 0 2 0,-2-1-1 0,1 1-7 16,3-3 0-16,1 3 8 0,0-4 0 0,-1-1 3 15,5 1-4-15,-18-3-1 0,27 0-1 0,-16-2 6 16,-11 2 9-16,24-2 8 0,-13-2 7 0,-11 4 4 15,19-7-6-15,-11 1-4 0,-2-1 2 0,-6 7-2 16,8-13-10-16,-5 3 0 0,-4 0-9 0,1 10-2 16,-6-21-12-16,2 10-4 0,-4 3-14 15,-3-4-9-15,-5 0-13 0,1 3-21 0,-4 1-32 16,-1-1-34-16,-7 3-39 0,0 2-34 0,-3 4-53 0,2 0-56 16,-8 3-174-16,1 1-488 0,0 0 216 0</inkml:trace>
  <inkml:trace contextRef="#ctx0" brushRef="#br0" timeOffset="178581.65">16013 3680 28 0,'-12'-1'262'0,"-2"2"-13"0,1 1-16 16,-1 1-10-16,-1 1-21 0,2 3-20 0,-1 1-19 0,0 3-14 15,1-1-13-15,4 3-12 0,-1 0-17 16,1 2-5-16,0-2-13 0,5 0-6 0,0 1-2 15,1-3-13-15,3 1-7 0,0 0 0 0,1 0-2 16,3-2 1-16,1 0 4 0,2 1-9 0,1-2-8 16,1 0-4-16,1-1-2 0,7-1-3 0,0-1-11 0,-1-4-9 15,3 1-13-15,0-1-13 0,2-2-8 16,1-2-7-16,-2 2-1 0,-3-1-4 0,2-5-5 16,-2 0 3-16,0 1 2 0,0-2 1 0,-3-1 5 15,-1-3-1-15,-2 4 0 0,0-3 7 0,1-1 2 16,0 0 3-16,-6 0 5 0,1 5 9 0,-2-5 2 15,-1 6 12-15,-1-1 6 0,1 1 9 0,-4 5 3 0,4-6-4 16,-4 6 0-16,0 0-4 0,3-8-6 16,-3 8-3-16,0 0-6 0,0 0 4 0,0 0 3 15,0 0-3-15,0 0-2 0,-8 28 1 0,7-19-1 16,-1 1-3-16,2 1-1 0,-2-3 3 0,1 2-3 16,2-1 1-16,0-2-3 0,3 3 2 0,-1-1 1 15,-2-2-2-15,3-2-1 0,1 2 2 0,1 0 0 16,2-4 2-16,-3 0-2 0,3 0-3 0,-8-3 3 15,12 4-1-15,-5-3-5 0,-7-1 3 0,10 0 3 16,-10 0-10-16,13-4-10 0,-7 2-4 0,-2-3 0 16,-4 5-1-16,8-10-3 0,-6 4-2 0,2-2 11 15,-1-2-10-15,2 1-5 0,-4-3 11 0,3 2-10 16,-2-2 1-16,2 0 2 0,0 2 3 0,1-6 0 16,0 5 3-16,0 1 0 0,3 0-2 0,0 0 29 15,0 2 1-15,0 1-2 0,1 2 2 0,-1 1-3 16,0 3 0-16,3-2 0 0,-2 3-7 0,-9 0 0 15,19 6-2-15,-10 0 0 0,-1 2 0 0,0-1 4 16,-1 1-3-16,1-1 1 0,-2 3 3 0,1-1 4 16,0-2 3-16,-2-1-2 0,-2 1 0 0,2-2-3 15,-5-5 4-15,4 8 12 0,-1-3 11 0,-3-5 7 16,5 8-1-16,-5-8 20 0,0 0 10 0,3 5 13 16,-3-5 3-16,0 0 5 0,0 0-13 0,0 0-8 15,0 0-4-15,0 0-9 0,0 0-11 0,0 0 1 16,0-22 4-16,2 12-16 0,1 1-6 0,3-3-7 15,1-1-7-15,2-3-3 0,3 0 0 0,-2 2-2 16,3 1-1-16,-2 3-9 0,-3 1-3 0,1 0 2 16,1 3 2-16,-2 1-11 0,0 1 8 0,-2 1-6 15,1 1-2-15,-7 2 5 0,16 0-3 0,-7 2-2 16,-3-1 2-16,1 3-2 0,0 4-12 0,0-3 23 16,0 4-4-16,-2 1 1 0,1 1-14 0,-3 0-13 15,0 2-31-15,1-1-20 0,-2 2-20 0,0-3-16 16,-2 2-26-16,1-4-45 0,1 4-55 0,1-4-53 15,-1 2-205-15,-2-11-538 0,6 11 239 0</inkml:trace>
  <inkml:trace contextRef="#ctx0" brushRef="#br0" timeOffset="179366.73">17081 3710 301 0,'0'-8'313'0,"0"8"-9"0,-5-13-3 16,2 8-13-16,3 5-18 0,-7-10-15 0,2 6-21 15,5 4-17-15,-12-2-14 0,12 2-21 0,-18 4-7 16,8 1-24-16,-1 0-14 0,-1 2-13 16,3 3 1-16,-4 1-24 0,6 0-9 0,-5 1-10 15,7 0-8-15,-3 2-1 0,2 0-15 0,2-4 1 0,3 2-2 16,-1-2-5-16,2-10-4 0,3 12-15 0,2-2 2 16,2-3-5-16,0-1-3 0,3-1-4 0,1-2 2 15,3-1-1-15,0 1-4 0,4-3-5 0,-6 0-2 16,6-3 2-16,-5-1 2 0,-3-1-10 15,3 0 14-15,1-4-7 0,-4 1-4 0,1-4 2 16,-2 3 0-16,-2-4-9 0,2-2 10 0,-2 0-4 0,-2 0-15 16,-1-4 13-16,-2 3 3 0,-1-2 5 0,-2-1-2 15,1 0 11-15,0 0 4 0,0-1 5 16,0 2 4-16,-2 1 3 0,0 2 9 0,2 4 7 0,0 1 5 16,-2 2-1-16,0 1 0 0,2 7-13 15,-1-10-3-15,1 10-8 0,0 0-5 0,-1-8-9 16,1 8-6-16,0 0-4 0,0 0 0 0,0 0 3 0,0 0-2 15,0 0 0-15,4 42-2 0,-4-26-7 0,1 1 4 16,0 2-2-16,1-2 0 0,1 3 2 0,-1-2-3 16,3 1 0-16,-2 0 4 0,0-2-3 15,0-3-3-15,1 4 3 0,1-3 0 0,0-3 1 16,1-2-3-16,0 0 5 0,1-3-1 0,-1 1-11 16,2-3 8-16,2 0 2 0,0-2 0 0,1-3-2 15,-11 0-6-15,21 0 5 0,-10-2 0 0,0-1 3 0,-3-2-2 16,1-1 0-16,0-2-2 0,-3 0-1 0,2-1 1 15,-2 1-1-15,-1-3-5 0,2 0 4 16,-4 2 1-16,1-1-4 0,0 1 2 0,-1 4 0 16,-2-3 0-16,-1 8-1 0,5-10-1 0,-2 6 3 15,-3 4-12-15,0 0-2 0,5-7-9 0,-5 7 6 16,0 0 5-16,0 0-1 0,0 0 1 0,0 0-1 0,0 0 4 16,0 0 2-16,0 0 2 0,1 27-7 15,-1-27 9-15,0 0-6 0,-3 19-3 0,3-19 4 16,3 9 5-16,-3-9 0 0,2 10-5 0,-2-10-1 15,6 6-4-15,-6-6-1 0,0 0-2 0,15 1 2 16,-15-1 4-16,17-3 2 0,-17 3-1 0,14-4 2 16,-4 0 4-16,-10 4 4 0,14-10-9 0,-6 5 3 15,0-4-3-15,-1 3 1 0,-1-3 4 0,1 2 1 16,-3 0-4-16,3-1-1 0,-7 8 6 0,9-11-5 16,-9 11-1-16,5-8-4 0,-5 8 12 0,0 0-6 15,6-9-1-15,-6 9-9 0,0 0 3 0,0 0 0 16,0 0 1-16,0 0 5 0,0 0 3 0,0 0-9 15,2 24 8-15,-2-24-4 0,-2 17-9 0,2-8-28 16,0-9-34-16,0 18-42 0,1-8-47 0,1-3-27 16,-2-7-20-16,9 16-33 0,-1-9-54 0,0-2-60 15,-8-5-209-15,20 9-616 0,-7-8 272 0</inkml:trace>
  <inkml:trace contextRef="#ctx0" brushRef="#br0" timeOffset="179608.72">17891 3623 212 0,'-6'-12'312'0,"1"9"-2"16,-2-2-14-16,0 3-13 0,7 2-20 0,-22-3-15 15,22 3-16-15,-19 3-12 0,6 2-14 0,2 0-17 16,-6 3-14-16,3 0-13 0,0 2-10 0,1 0-11 16,1 3-31-16,4-4-5 0,1 2-10 15,1 4-10-15,2-4-4 0,1 0-6 0,3-11-4 0,3 23-15 16,3-13 4-16,5 4-11 0,1 0-8 15,3-4-12-15,10 2-32 0,2-3-23 0,2-3-39 16,1-4-38-16,-1-2-39 0,-6 0-38 0,-2 2-48 16,0-6-56-16,0 0-255 0,-6-2-581 0,4-1 257 15</inkml:trace>
  <inkml:trace contextRef="#ctx0" brushRef="#br0" timeOffset="179899.31">18167 3493 287 0,'0'0'324'0,"-2"-14"5"16,0 10 0-16,2 4-3 0,-1-9-12 0,1 9-20 16,0 0-28-16,0 0-23 0,-1-7-27 0,1 7-22 15,0 0-28-15,0 0-15 0,0 0-20 0,0 0-11 16,0 0-19-16,0 0-1 0,0 0-7 0,2 26 1 16,0-13-7-16,-2 3 7 0,1 1-5 0,-2 0-7 15,-1 1-10-15,1 1 5 0,0 1 1 16,1-4-2-16,0 0-11 0,-1 3-5 0,1-3-4 0,-2 0-6 15,2-3-6-15,0 2-3 0,0-4-2 0,2 1-5 16,-2 0-5-16,2-1 3 0,1 0-9 0,-1-1-3 16,3 0-30-16,1-5-31 0,1 2-41 0,2-2-47 15,-1-1-37-15,5-4-42 0,1 1-40 0,2-2-49 16,0-2-53-16,-5-1-267 0,2-1-666 0,-4-1 295 16</inkml:trace>
  <inkml:trace contextRef="#ctx0" brushRef="#br0" timeOffset="180065.55">18142 3611 2655 0,'-17'-4'135'16,"-1"-1"-48"-16,5 3-42 0,2 0 7 0,1-3 32 15,3 4 12-15,7 1-6 0,-14-1 0 16,14 1-20-16,-6-3-8 0,6 3-12 0,0 0-5 0,0 0-5 16,23-10-7-16,4 3-23 0,7 2-36 0,3-2-41 15,16-2-46-15,-3 2-48 0,-12 0-61 0,0 2-71 16,-3-2-168-16,-2 0-498 0,-1 2 220 0</inkml:trace>
  <inkml:trace contextRef="#ctx0" brushRef="#br0" timeOffset="212201.56">4393 13613 64 0,'0'0'150'0,"0"0"-2"0,0 0-9 16,0-8-1-16,0 8-6 0,0 0-5 0,0 0-5 15,0 0 0-15,0 0-6 0,0 0-7 0,0 0-1 16,0 0-13-16,0 0-7 0,0-10-6 15,0 10-7-15,0 0-4 0,0 0-3 0,0 0-9 0,0 0-6 16,0 0-5-16,0 0-4 0,0 0-6 0,0 0-4 16,0 0-1-16,0 0-3 0,0 0-6 0,0 0-1 15,0 0-1-15,0 0-7 0,0 0 1 16,0 0-5-16,0 0 3 0,0 0-1 0,0 0-3 16,0 0 0-16,0 0-5 0,0 0-1 0,0 0 1 0,0 0-3 15,0 0 0-15,0 0-9 0,0 0-13 0,0 0-19 16,0 0-25-16,0 0-21 0,0 0-46 0,0 0-13 15,0 0-27-15,0 0-131 0,0 0-326 0,0 0 144 16</inkml:trace>
  <inkml:trace contextRef="#ctx0" brushRef="#br0" timeOffset="212966.01">1393 13015 98 0,'0'-10'241'0,"0"10"-6"16,-3-9-13-16,3 9 5 0,-4-9-20 0,-2 1-15 16,1 0-12-16,-4 3-20 0,4-1-13 0,-4 0-13 15,-1 2-9-15,-2 0-10 0,-1 1-12 0,-3 0-11 16,-6 2-11-16,4 1-8 0,-5 2-3 0,-4 7-13 15,9-2-3-15,-2-1-8 0,-7 6-5 0,4 3-7 16,8 0-2-16,2-2-1 0,-4 9-4 16,7-7-8-16,4-1-7 0,0 3 6 0,4-5-31 15,2 1 10-15,0-2-7 0,6 4 2 0,0-5 5 16,0 2-5-16,5 1 1 0,3-3 7 0,-1 0-3 0,4-3 5 16,-7-1-10-16,7 0 0 0,-3-3 3 0,-3 0-1 15,2-2 1-15,-3 0 1 0,1 1 1 0,-3-1 2 16,-8-1 5-16,12 0 5 0,-12 0-5 0,10 0 2 15,-10 0 11-15,0 0-5 0,0 0-3 0,0 0-4 16,0 0-1-16,0 0 0 0,0 0-3 16,0 0-4-16,0 0-1 0,0 0 2 0,0 0-5 15,-30 11 3-15,26-5-4 0,-5 4 5 0,3-1-4 16,-1 2-1-16,2-1 0 0,0 0 5 0,-1 4-4 16,4-3 1-16,1 0 0 0,-1 0 0 0,4 1 6 15,-1 0-3-15,3 0 3 0,1-2-4 0,-1 2-14 16,6-2-4-16,-2-1-13 0,5 1-17 0,-1-3-18 15,3 0-23-15,-1-4-38 0,3 0-26 0,4-2-21 16,-2-2-19-16,0-2-139 0,-1-3-363 0,0-1 160 16</inkml:trace>
  <inkml:trace contextRef="#ctx0" brushRef="#br0" timeOffset="213165.87">1458 13187 1 0,'-2'-11'183'15,"0"3"-1"-15,2 8-6 0,-3-12-13 0,3 12-19 16,0 0-18-16,-2-15-15 0,2 15-9 15,0 0-17-15,0 0-5 0,0 0-8 0,0 0-3 0,0 0-7 16,0 0-3-16,19 23-5 0,-13-12-2 0,1 0-7 16,2 3 3-16,2 0-9 0,2 2-5 0,-4-3-1 15,3 2-2-15,-1-4-1 0,2 3-4 0,-2-1-13 16,-2 0-26-16,-1-4-31 0,2 0-41 0,-2 0-25 16,-2-4-25-16,3 1-11 0,-4-2-103 0,-5-4-268 15,13 6 120-15</inkml:trace>
  <inkml:trace contextRef="#ctx0" brushRef="#br0" timeOffset="213332.84">1634 13149 211 0,'0'0'202'0,"-5"-9"-19"0,5 9-14 16,0 0-17-16,-16 0-12 0,16 0-5 0,-17 14-4 16,4-2-9-16,-1 3-12 0,-5 4-12 0,4 4-11 15,-1-1-7-15,1 1-9 0,2-2-8 0,7-2-4 16,-1-2-31-16,1 1-23 0,3-3-43 0,2 0-49 15,2-4-55-15,2 1-155 0,-3-12-321 0,13 15 142 16</inkml:trace>
  <inkml:trace contextRef="#ctx0" brushRef="#br0" timeOffset="213475.1">1899 13164 22 0,'3'-6'287'0,"-3"6"-5"0,6-9-7 0,-6 9-14 0,2-10-17 16,-2 10-30-16,0 0-23 0,0 0-22 0,4-11-21 15,-4 11-27-15,0 0-32 0,0 0-25 0,0 0-33 16,0 0-42-16,0 0-63 0,0 0-79 0,0 0-207 16,-8 45-390-16,1-32 172 0</inkml:trace>
  <inkml:trace contextRef="#ctx0" brushRef="#br0" timeOffset="213666.11">1515 13601 2472 0,'-20'8'163'0,"3"1"-99"15,6-3-36-15,-1-1 10 0,2 0 18 0,2-3 19 16,8-2 9-16,-12 5-7 0,12-5-15 0,-9 2-6 16,9-2-4-16,0 0-6 0,0 0-5 0,0 0-5 15,46-6-11-15,-11-2-12 0,14-2-31 0,5 0-31 16,-2-1-34-16,-1-1-38 0,0 1-56 0,2-1-43 16,-2-1-35-16,-12 7-157 0,0-5-444 0,9-1 197 15</inkml:trace>
  <inkml:trace contextRef="#ctx0" brushRef="#br0" timeOffset="214515.77">4466 13066 215 0,'-6'-8'248'0,"6"8"-17"15,-7-3-16-15,7 3-25 0,-11-2-17 0,11 2-18 16,-14 1-14-16,4 2-17 0,-1 0-12 0,-2 6-10 16,-2 1-13-16,2 0-9 0,-2 2-21 0,-2 9-11 15,4-6 0-15,-2 9-4 0,1-2-3 0,2 3-5 16,1-3-2-16,1 1-6 0,2 1 0 0,5-5-3 16,-1 8 1-16,1-7-2 0,2-1 2 0,1 0-2 15,0-2 3-15,2 2-6 0,0-3 0 0,2-2-7 16,1 3 3-16,2-2-2 0,2-4 2 0,0-2 0 15,3 3 1-15,3-2 8 0,2-1 8 0,-1-3 7 16,5 1 3-16,-2-3-12 0,1-1 8 0,0-3-8 16,-1 0 4-16,2-1 0 0,-3-4-2 0,4 0-1 15,-3-3-4-15,1-1-1 0,2-5-5 0,-5 1 2 16,2-3-3-16,-4 0 0 0,-2 0-5 0,1-6-1 16,-6 4 4-16,0-7-2 0,-2 1 2 0,-3-1-5 15,-3-1-4-15,0-2-3 0,-2 8 5 0,-3-4-4 16,0 5 2-16,-1-3 1 0,-6-3-6 0,2 10 3 15,0-2 1-15,-4 2 2 0,0 1-6 0,-3 4-1 16,2-1-4-16,-3 3-5 0,1 0 5 0,-1 4 1 16,-1 2-8-16,1 2-10 0,-1 2-17 0,4 3-21 15,-3 0-23-15,1 3-25 0,1 2-40 0,4 0-52 16,-1 3-42-16,4 1-202 0,2 0-475 0,7-2 210 16</inkml:trace>
  <inkml:trace contextRef="#ctx0" brushRef="#br0" timeOffset="-214240.51">4705 13329 71 0,'0'0'157'0,"0"0"-8"0,0 0-11 15,-6-4-6-15,6 4-8 0,0 0-15 0,0 0-1 0,0 0-7 16,0 0-2-16,0 0-6 0,0 0 0 0,0 0-12 15,0 0 1-15,0 0-1 0,0 0-4 0,0 0-1 16,0 0 2-16,0 0 0 0,0 0-1 16,0 0-3-16,0 0 1 0,0 0-3 0,0 0-4 15,0 0-5-15,-9-2 1 0,9 2-4 0,0 0-4 16,0 0-8-16,0 0-1 0,0 0-6 0,0 0-1 0,0 0-6 16,0 0-3-16,0 0-4 0,0 0-5 0,0 0-2 15,0 0 6-15,0 0-11 0,0 0-2 16,0 0-2-16,0 0-4 0,0 0 9 0,24 7 3 15,-14-6 0-15,4 1 2 0,3 1 0 0,2 0 3 16,9-3-2-16,3 1-3 0,-2-1 0 0,6 1 2 0,1-1-4 16,2-1-2-16,0 0 1 0,16-2-3 15,-3 1 2-15,1 1 0 0,-12 0-3 0,12 1 0 16,-2-1 0-16,1 0 5 0,-11 0-9 0,0 1 4 16,11-3-5-16,-17 4 3 0,5-2-2 0,-5 1 2 15,1 0-3-15,-3-1 0 0,2 1 0 0,-1 0 0 0,-1 0 1 16,3 1-1-16,-3 0 1 0,1-2 1 15,-2 1-3-15,1-2-2 0,0 1 0 0,-2 1 5 16,0 0-4-16,0-1 2 0,2 1 5 0,0-1-5 16,1-2-3-16,-4 2 1 0,1-4-1 0,-3 4 3 15,-4-1 3-15,-1 4-5 0,-2-6 0 0,1 2 0 16,-2 2-1-16,-6 0 5 0,6-2-1 0,-6 2 0 0,-2 0 3 16,-1-3 5-16,-1 3-2 0,-9 0 0 0,13-2 0 15,-13 2 20-15,10 0 4 0,-10 0 6 16,0 0-2-16,11 0 12 0,-11 0 0 0,0 0 6 15,6-2 6-15,-6 2 4 0,0 0-5 0,0 0-9 16,0 0 5-16,0 0-15 0,9-2-6 0,-9 2 2 0,0 0-25 16,0 0-25-16,0 0-35 0,0 0-40 15,0 0-48-15,0 0-52 0,0 0-62 0,0 0-70 0,-21-7-245 16,21 7-605-16,-13-2 267 0</inkml:trace>
  <inkml:trace contextRef="#ctx0" brushRef="#br0" timeOffset="-212146.02">6498 13290 39 0,'0'0'149'0,"0"0"-5"0,0 0-9 0,0 0-9 16,0 0-4-16,0 0-12 0,0 0-8 0,0 0-5 15,0 0-17-15,0 0 6 0,-23 6-12 0,23-6-2 16,0 0-5-16,-5 4-8 0,5-4 1 0,0 0-5 16,0 0-1-16,0 0 4 0,0 0-10 0,0 0 2 15,0 0-4-15,-6 4-4 0,6-4 1 0,0 0 1 16,0 0-2-16,0 0 1 0,0 0 0 0,0 0 1 16,0 0 6-16,0 0 0 0,0 0 0 0,0 0 3 15,0 0 3-15,0 0-2 0,0 0-1 0,0 0-2 16,0 0-6-16,0 0 0 0,0 0 0 0,0 0-8 15,15-19 2-15,-9 13-4 0,-1-4-4 0,2 4-1 16,-1-2-2-16,1 0-5 0,2-3 1 0,-2 2-4 16,1-1-3-16,3-2 0 0,2-1 0 0,-6 2 3 15,-1 1 3-15,2-2-3 0,-3 4 2 0,1 1-1 16,-2 0-4-16,2 3 1 0,-3-1-5 0,2 0-3 16,-5 5-2-16,4-5-1 0,-4 5-7 0,6-4 1 15,-6 4-2-15,8-1 2 0,-8 1-1 0,14 8 0 16,-6-2-1-16,2 1 2 0,-2 3-3 0,2 1 10 15,0 2-11-15,-2 1 1 0,6 2 2 0,-4-2 1 16,-1 1-3-16,4-2 5 0,-2 0-3 0,2 0 0 16,-4-4 3-16,0-1-3 0,-1 0 2 0,3-1 0 15,-2-1-3-15,-3-2 5 0,1 1 0 0,2-1 7 16,-3-2 1-16,2 1 4 0,-1-2 4 0,2-1 4 16,-9 0-3-16,13-2 1 0,-4-1-7 0,0-1 1 15,0-2 0-15,-1 1-2 0,3-2-2 0,-1-1-3 16,1-1-1-16,1-1 7 0,-3 1-7 0,3-4-3 15,1 2-1-15,-2-1 1 0,-2 5-3 0,-3-1 1 16,2 2 1-16,-3 1-2 0,0 1-1 0,2 1 1 16,-7 3-5-16,7-5-5 0,0 2 5 0,-7 3-1 15,0 0 0-15,13 6-2 0,-7-3 4 0,0 2-5 16,1-2 1-16,-2 4 3 0,3-2 10 0,-1 4-7 16,0-2-1-16,-1 1 2 0,2-1-4 0,-1 0 4 15,1 1 0-15,-3-3 2 0,4 1-2 0,0-2 2 16,-4 0-5-16,1-2 6 0,1 2 2 0,-1-1-3 15,-6-3 5-15,17 3 4 0,-9-4-3 0,-8 1 4 16,17-1-8-16,-9 0 5 0,0-2 1 0,-2 1-1 16,3-2 2-16,-4 0 1 0,2 0-3 0,-1 1 1 15,2-3 1-15,-1-2 2 0,0 1-1 0,0-2-3 16,1 0-4-16,0-1 9 0,-1 0-7 0,1-2 0 16,6 2-5-16,-6 0 1 0,0 1 1 0,-2 0-2 15,0 5 2-15,1-3-7 0,-2 4 0 0,-1-1 1 16,-4 4-5-16,9-3-2 0,-9 3 1 0,11-2 2 15,-11 2-5-15,9 6 4 0,-5-1 0 0,1 1 6 16,2 1-2-16,-3 1-3 0,0 4 2 0,0-1-3 16,1-2 3-16,-1 2 0 0,2-2-2 0,1 3 4 15,-2-5 1-15,1 3 0 0,0-4 3 0,-1 3 1 16,1-5 0-16,-2 1-1 0,1-1 2 0,-5-4 1 16,10 4-4-16,-2-2 4 0,-8-2-1 0,13-2-1 15,-3-1-4-15,-4-1 7 0,3 0-5 0,-1-4 4 16,0 1-1-16,0 1 0 0,-1-4-4 0,0 3 2 15,1-2-3-15,1-1 0 0,-1 0 2 0,-1 1 0 16,0-2-1-16,2 2-4 0,-3 1 1 0,2 1-1 16,-2 0 3-16,-2 2-6 0,0 1 2 0,1 0 0 15,-5 4-2-15,6-4-5 0,-6 4 5 0,0 0 0 16,0 0 0-16,16 8 0 0,-12-3-1 0,-1 2 5 16,1 1-4-16,-3-1 0 0,5 3 3 0,-4-2-2 15,1 3 1-15,1 0 4 0,1-2-4 0,0 2 2 16,0-2 3-16,0 1 2 0,1-5-9 0,1 5 3 15,0-3 3-15,1-1 3 0,0 0 0 0,1-1 0 16,3-1-1-16,0 1 3 0,6-2 1 0,0-1 0 16,2 1 0-16,1-2-3 0,-1-1 2 0,10 0-2 15,-1 0 1-15,-1-1-2 0,3 1 1 0,1-2-1 16,2 1 1-16,1-1-1 0,2-1-1 0,13-2 2 16,-12 3-1-16,16-3 1 0,2 1-1 0,0 2 1 15,4-2-2-15,4 0 0 0,27-1 1 0,-29 3-2 16,29-3 2-16,-26 2-1 0,27-4 0 0,2 1-4 15,-4 2 8-15,-24 2-4 0,33 0-1 0,1-1-1 16,2 0-3-16,-7-1 8 0,4 3-7 0,-35-2 4 16,36 1 1-16,-5-1 0 0,-28 3 8 0,24-2-10 15,2-1 1-15,-26 1 2 0,23 2-6 0,-28 0 1 16,0-3 3-16,-3-1-2 0,-4 4-2 0,-2-1-1 16,-18 1 5-16,1 0-1 0,-5 1 1 0,-2-3-1 15,-11 1 2-15,-5 1 1 0,1-3 2 0,-4 3 3 16,-2 0-2-16,-1 0-9 0,-7 0-13 0,0 0-23 15,11-4-42-15,-11 4-33 0,0 0-38 0,0 0-48 16,-18-11-33-16,5 8-45 0,-15 2-150 0,-3-2-463 16,-3-1 206-16</inkml:trace>
  <inkml:trace contextRef="#ctx0" brushRef="#br0" timeOffset="-211114.68">6533 12668 137 0,'-8'-6'190'0,"8"6"-2"16,0 0-8-16,0 0 0 0,-5-3-14 0,5 3-5 15,0 0-5-15,0 0-7 0,-3-7-9 0,3 7-11 16,0 0-5-16,-5-6-15 0,5 6-4 0,0 0-9 16,0 0-12-16,0 0-8 0,0-13-9 0,0 13-5 15,7-5-8-15,-7 5-5 0,9-5-5 0,-3 3-4 16,-6 2-7-16,15-2-2 0,-5 4-7 0,1-1-2 16,0 1-1-16,-3 4-6 0,1-1-1 0,0 3-2 15,-2-1 1-15,0 3-4 0,-2 2-1 0,-4-1 4 16,1 2-3-16,0 3-1 0,-4 1 0 0,-2-5-1 15,-1 3 2-15,-3 1-5 0,-2-3 1 0,2 0 1 16,0-2-1-16,-4 2 2 0,3-3-1 0,1-2 1 16,-4 1 0-16,4-2 6 0,-3-1 10 0,-3 0-1 15,3-2 4-15,2 0 9 0,-3-1 0 0,6-1 6 16,6-2 3-16,-12 1 3 0,12-1 1 0,-11 1 0 16,11-1-3-16,-8 0 0 0,8 0-2 0,0 0-1 15,0 0-3-15,0 0 1 0,-11-2-15 0,11 2-6 16,0 0-1-16,0 0-6 0,0 0-3 0,0 0 11 15,0 0-9-15,0 0-4 0,23 8 0 0,-16-6 1 16,2 1-1-16,4-2-3 0,0 3-1 0,-2-3-8 16,10 3-14-16,0-3-19 0,-1 1-29 0,3-1-33 15,5 0-52-15,0-1-88 0,0 2-286 0,-6-2-570 16,-3-3 253-16</inkml:trace>
  <inkml:trace contextRef="#ctx0" brushRef="#br0" timeOffset="-210731.09">6885 12631 198 0,'5'-4'224'0,"4"-1"-18"0,-3 2-19 15,1 2-22-15,-7 1-11 0,13 3-18 0,-5-2-5 16,-8-1-9-16,9 9-10 0,-4-3-24 0,-2 4-1 15,1 1 9-15,-4 0-8 0,2 6-3 0,-5-2-4 16,-1-1-8-16,-3 1-9 0,-2-1 2 0,-2 1-3 16,-1-1 0-16,-2 2-7 0,0-4-5 0,-2 1-4 15,0-2-6-15,0-2-4 0,1 0 0 0,-3-2-7 16,2-1 0-16,3-1-2 0,0 0-2 0,4-2 0 16,1 0 6-16,2 0 8 0,6-3-1 0,-13 3 7 15,9-1 4-15,4-2 0 0,0 0 2 0,-10 2-6 16,10-2 0-16,0 0-8 0,0 0-4 0,0 0-4 15,0 0-5-15,0 0-5 0,0 0-1 0,0 0-3 16,0 0-4-16,23 1 2 0,-14-1-3 0,1 2 2 16,3-1 7-16,1 0-21 0,4 1-10 0,0-1-22 15,2-1-22-15,2 1-28 0,-1 0-26 0,7-2-44 16,2 1-48-16,-2-1-53 0,-6 0-189 0,-3-1-477 16,3 0 211-16</inkml:trace>
  <inkml:trace contextRef="#ctx0" brushRef="#br0" timeOffset="-210380.91">7146 12781 202 0,'0'0'231'0,"0"0"-17"0,0 0-23 16,0 0-21-16,0 0-18 0,0 0-7 0,0 0-9 16,0 0 0-16,-15 11-11 0,8-5-15 0,4 3-6 15,-1-2-12-15,0 0-10 0,3 0 1 0,-1 1-18 16,2-8-4-16,-2 14-1 0,0-8-9 0,2-6-3 15,4 12-6-15,-1-7 0 0,1 0 2 0,2-1 5 16,2 0 7-16,-1-1-2 0,2-2-1 0,3 0-7 16,1-1-4-16,-2 0-3 0,1-2 6 0,-2 0 7 15,-1-2 4-15,-3 1 1 0,3-1-5 0,-1 0 0 16,-2-2 3-16,-2 2-9 0,0-2 3 0,-4 6-5 16,0-11-3-16,0 11-2 0,-4-15-1 0,0 7-7 15,-1 0-4-15,-3 1-6 0,-2 0-2 0,3 1-4 16,-2 1 1-16,0 0-16 0,1 3-6 0,0-1-11 15,8 3-17-15,-15-2-22 0,15 2-26 0,-14 2-16 16,8 1-15-16,-1-1-32 0,1 3-48 0,1 0-35 16,1 1-38-16,1-1-141 0,3-5-442 0,4 13 196 15</inkml:trace>
  <inkml:trace contextRef="#ctx0" brushRef="#br0" timeOffset="-209913.95">7331 12891 87 0,'0'0'177'16,"0"0"-10"-16,0 0-16 0,0 0-9 0,0 0-2 16,8 1 1-16,-8-1-4 0,0 0-2 0,0 0-4 15,8 5-4-15,-8-5 1 0,7 2 0 0,-7-2-5 16,8 1-6-16,-8-1-9 0,13 0-3 0,-13 0-10 16,13-1-3-16,-6 0-7 0,-7 1-5 0,14-4-7 15,-9 1 0-15,2 1-3 0,-1-1-2 0,-6 3-8 16,8-7-7-16,-3 1-4 0,-3-1-6 0,1 2-4 15,-3 5-5-15,7-16-3 0,-6 8-3 0,0-2-5 16,-1 0 2-16,-1 0-5 0,1 1 0 0,1-5-2 16,-1 3-1-16,0 0-3 0,1-5-1 0,1 2 1 15,-2 4-3-15,1 1 4 0,0 3-3 0,3-3 0 16,-3 1-3-16,4 3-3 0,-1-1 0 0,3 2-4 16,2-2 1-16,0 5 0 0,2-2-1 0,1 3-5 15,-1 0 4-15,1 1-4 0,-1 2 3 0,3 0-5 16,-4 1-1-16,2 1 3 0,-1 2 0 0,-3-1-1 15,1 1 0-15,0 0-1 0,-1 3 6 0,-3-2-3 16,-1 2 6-16,-2 0 0 0,-2 2 1 0,0-3 11 16,0 3 0-16,-1-4-7 0,-2 0 6 0,1 0 3 15,-1 0 8-15,2-1-6 0,-2 1-1 0,3-8 4 16,-4 11-10-16,2-5-6 0,2-6 3 0,-1 11 2 16,1-11-6-16,0 8 6 0,2-2-5 0,-2-6 2 15,8 8-1-15,-2-5-8 0,6-1-5 0,2 0-24 16,5 0-27-16,2-4-32 0,0 1-43 0,1 1-55 15,7-4-65-15,-7 1-240 0,-2-1-529 0,0-1 234 16</inkml:trace>
  <inkml:trace contextRef="#ctx0" brushRef="#br0" timeOffset="-205565.92">9673 13228 9 0,'0'0'189'0,"0"0"-12"0,0 0-8 15,0-9-10-15,0 9-9 0,0 0-7 0,0 0-8 16,0 0-3-16,0 0-7 0,0 0 0 0,0 0-5 16,0 0-4-16,0 0-4 0,0 0-8 0,0 0-3 15,0 0-4-15,0 0-5 0,0 0-5 0,0 0-1 16,0 0-9-16,0 0-10 0,1-7-4 0,-1 7-7 16,0 0-8-16,0 0-5 0,0 0-4 0,0 0-5 15,0 0-5-15,0 0-5 0,0 0-5 0,0 0-2 16,0 0-2-16,0 0 1 0,0 0-15 0,0 0-7 15,-1 35 1-15,-1-22 4 0,0 4 1 0,-1 9 3 16,-1-7 2-16,2 7 3 0,-1 2 1 0,0 1 14 16,0 0-3-16,1 1-3 0,-2 3 14 0,2 0 4 15,-2 1-2-15,1 0-3 0,-1-1 1 0,0 15 7 16,1-14 2-16,1 0 1 0,1-1-5 0,-1 1-5 16,1-3 0-16,2 0-3 0,-1 1-4 0,2-3 2 15,-1 2 3-15,1-1 2 0,-2-6-3 0,3 3-3 16,-2-3-2-16,0 1 1 0,2-6-5 0,0-1 9 15,-2 0-16-15,3-1 2 0,-2-4-2 0,0-1 0 16,0 0 2-16,0-2 0 0,0 0-2 0,-1 0-6 16,1 0 5-16,0-4-4 0,-1 0-2 0,-1-6 1 15,2 10 5-15,-1-4-1 0,-1-6-4 0,0 9-2 16,0-9 4-16,0 0-3 0,0 8 0 0,0-8-16 16,0 0-12-16,0 0-21 0,2 6-22 0,-2-6-24 15,0 0-39-15,0 0-36 0,0 0-58 0,0 0-48 16,0 0-207-16,0 0-516 0,0 0 228 0</inkml:trace>
  <inkml:trace contextRef="#ctx0" brushRef="#br0" timeOffset="-203914.83">9261 14095 95 0,'0'0'178'0,"-1"-3"-7"0,1 3-12 16,0 0-2-16,-4-6-16 0,4 6-12 0,0 0-10 15,0 0-5-15,0 0-22 0,0 0-6 0,0 0-8 16,0 0-9-16,0 0-5 0,0 0-8 0,0 0-2 15,0 0-6-15,0 0-3 0,0 0 4 0,0 0 1 16,9 25-3-16,-5-18-1 0,0 3-8 0,2 1 3 16,-2 0 6-16,1 5 10 0,-3-3-1 0,2-2-8 15,2 4 2-15,-4-2-10 0,2 0-4 0,-1 0-2 16,0-2-5-16,0 0-2 0,1 0-4 0,-1 1-1 16,1-2-1-16,0 0-2 0,-1-2-2 0,-2-3 0 15,3 1-2-15,-1 0-2 0,-3-6-1 0,1 10-1 16,-1-10-2-16,4 7-1 0,-4-7 4 0,2 5-2 15,-2-5-2-15,0 0 1 0,0 0 5 0,3 7 20 16,-3-7-6-16,0 0 5 0,0 0-1 0,0 0-1 16,0 0-1-16,0 0-2 0,11-1-6 0,-11 1 2 15,14-8-7-15,-4 5 3 0,2-1-4 16,2 0 0-16,3 0-4 0,-1-3 0 0,5 2 5 0,4-1-10 16,5-2 2-16,-1 3-1 0,0-1-2 0,2 0 6 15,-2 0-8-15,2 0 1 0,-4 1-1 0,1 1 0 16,-1-2-4-16,-7 3 2 0,3-1-1 0,-2 2 0 15,-3 0-4-15,2 1 5 0,-2-2 0 0,-5 2-1 16,5 1-1-16,-4 0 1 0,-1 0 1 0,-1 0 0 16,1-2-2-16,0 4-2 0,-2-2 4 0,1-2 1 15,-1 4-4-15,1-2 3 0,-2 0-3 0,0 1 2 16,1-1-1-16,0-1 3 0,-1 1-4 16,-10 0-2-16,13 1 5 0,-13-1-1 0,12-1 1 0,-6 2 1 15,-6-1-1-15,9 0 6 0,-9 0-7 0,0 0 0 16,10 0-2-16,-10 0 4 0,0 0-1 0,0 0-1 15,9 1 0-15,-9-1-4 0,0 0 4 0,0 0 3 16,0 0-1-16,0 0-4 0,9 0 0 0,-9 0-1 16,0 0 1-16,0 0 1 0,0 0-1 0,0 0 1 15,0 0-1-15,0 0-1 0,0 0-2 0,0 0 3 16,0 0 2-16,0 0-2 0,0 0-3 16,0 0 0-16,4 5 1 0,-4-5 1 0,0 0 1 0,0 8 3 15,0-8 4-15,3 16 16 0,-2-8-1 0,0 3 0 16,2 2 0-16,0-2 6 0,-1 5 2 0,1 1 3 15,-1-1-6-15,0 1 3 0,0 2 2 0,1-4-7 16,0 2 6-16,0-3-2 0,-2 3 5 0,3-1-5 16,-2-5 2-16,3 2-3 0,-1 0-4 15,0-4 2-15,0 2 0 0,0-1 5 0,0-1-9 0,-2 1-6 16,2-2 6-16,-4-8-7 0,6 11 3 0,-6-11 0 16,4 8 9-16,-4-8-26 0,4 8 0 0,-1-5-12 15,-3-3-18-15,0 0-24 0,2 7-21 0,-2-7-27 16,0 0-36-16,0 0-46 0,0 0-55 15,-22 8-45-15,11-4-187 0,11-4-509 0,-32 3 226 16</inkml:trace>
  <inkml:trace contextRef="#ctx0" brushRef="#br0" timeOffset="-203364.33">9680 14408 9 0,'0'0'143'0,"3"-6"-11"16,-3 6 6-16,4-7 2 0,-4 7 3 0,0 0-1 15,1-7-12-15,-1 7 6 0,0 0-1 0,0 0-2 16,4-6-5-16,-4 6-7 0,0 0-14 0,0 0-14 15,0 0-5-15,0 0-14 0,0 0-11 0,0 0-5 16,0 0-2-16,0 0-7 0,0 0-1 0,0 0 8 16,-15 18 1-16,9-6-4 0,-3 3-4 0,1-1-2 15,-1 2-3-15,-4 6-2 0,1-6 10 0,0 8 1 16,-1 0-4-16,0-1 1 0,3-7 1 0,-2 4-3 16,3-4-6-16,-2 0 6 0,-1 0-2 0,3 0 1 15,0-3-7-15,2-3 1 0,-1-1-8 0,3 0-3 16,0-4-3-16,2 1-2 0,-1-1-2 0,4-5-3 15,-3 10-3-15,3-10 0 0,-3 6-9 0,3-6 1 16,-5 6-26-16,5-6-9 0,0 0-11 0,0 0-11 16,0 0-18-16,0 0-12 0,-4 5-26 0,4-5-30 15,0 0-47-15,0 0-36 0,0 0-30 0,17-13-126 16,-17 13-404-16,11-11 180 0</inkml:trace>
  <inkml:trace contextRef="#ctx0" brushRef="#br0" timeOffset="-203019.08">9739 14369 188 0,'0'0'236'0,"2"-7"-16"0,-2 7-17 0,0 0-20 15,2-6-22-15,-2 6-15 0,0 0-16 0,0 0-18 16,0 0-10-16,0 0-10 0,0 0 3 0,0 0 0 15,14 17 8-15,-8-8-2 0,2 1-6 16,1 1-5-16,0 2-1 0,1 1-8 0,2 0-7 16,-3 4 7-16,1-1 6 0,1 4 3 0,-2-4-2 0,2 6 0 15,-5-6-2-15,3 2-7 0,-4-1-1 0,1-1-4 16,0-2-4-16,-3 0 0 0,1 1-12 0,1-5 1 16,-1 0-2-16,-1-1-7 0,1-1-12 0,-2 1 7 15,1 0-13-15,1-5 17 0,-3 2-22 16,3 0 1-16,-4-7-8 0,6 8-17 0,-5-3-11 15,-1-5-16-15,1 5-18 0,-1-5-20 0,3 7-23 0,-3-7-19 16,0 0-17-16,0 0-30 0,0 0-46 0,0 0-57 16,0 0-231-16,0 0-524 0,0 0 232 15</inkml:trace>
  <inkml:trace contextRef="#ctx0" brushRef="#br0" timeOffset="-202664.2">9473 14766 115 0,'-7'1'211'0,"7"-1"-8"15,-12 0-16-15,12 0-15 0,0 0-12 0,0 0-6 16,0 0-12-16,0 0-15 0,0 0 4 0,31-4-7 15,-10 0-9-15,10-1-9 0,1 1-4 0,1-1-6 16,-1 0-3-16,0 0-9 0,-1 0-6 0,-2 1-5 16,1 0-2-16,-3 0-13 0,-8 3-1 0,3-2-2 15,-3 3-6-15,-7-3-5 0,6 3-4 0,-6 0-1 16,-2-3-3-16,3 3-5 0,-7 0-5 0,-6 0 2 16,14-1-6-16,-6 1 5 0,-8 0-9 0,11 0-2 15,-11 0-4-15,8 1-17 0,-8-1-16 0,9 1-20 16,-9-1-13-16,5 3-20 0,-5-3-38 0,0 0-57 15,7 10-49-15,-7-4-184 0,0-6-435 0,0 0 193 16</inkml:trace>
  <inkml:trace contextRef="#ctx0" brushRef="#br0" timeOffset="-201747.32">9793 14790 30 0,'0'0'213'0,"-5"-11"-17"0,5 11-8 16,-4-4-6-16,4 4-7 0,-3-6-11 15,3 6-13-15,0 0-12 0,0 0-8 0,0 0-8 0,0 0-15 16,-5-6-8-16,5 6-10 0,0 0-8 0,0 0-9 16,0 0-8-16,0 0-4 0,0 0 10 0,0 0 2 15,-4 22-5-15,2-11 5 0,-1 5-2 0,1 2 0 16,-1 6 4-16,-2 4-6 0,4 2 40 0,-3 1-2 15,3 3 9-15,-1-2-10 0,2 2 4 16,-1 0-15-16,1 2-2 0,-2-2-3 0,5 10-2 16,-1-11-20-16,-1 0 16 0,0 3-10 0,0-5-2 0,-2 2-1 15,5-3-4-15,-4 1-10 0,3-5 2 0,-1 0-3 16,-1 2-6-16,2-5-7 0,0 4-6 0,0-3-1 16,1-5 4-16,0-1-6 0,-1 0 3 15,-1-1-4-15,2 1-4 0,1-3 1 0,-2-1 0 16,-1-2-9-16,2-2 8 0,-3 2-8 0,2-3-7 15,-2-2 13-15,2-1-3 0,-2 0-2 0,-1-6-5 0,0 13 3 16,0-13 3-16,1 10-7 0,0-5 7 0,-1-5 0 16,0 0 1-16,2 13 5 0,-2-13-12 0,0 8 5 15,0-8-1-15,0 0-5 0,-2 10-5 16,2-10 4-16,0 0-2 0,2 9-4 0,-2-9-1 16,0 0 1-16,0 0-1 0,-2 8-3 0,2-8 1 15,0 0-3-15,0 0 6 0,0 0-7 0,0 0 6 0,-1 11-4 16,1-11-2-16,0 0 1 0,1 7-5 15,-1-7 3-15,0 0 4 0,2 6-4 0,-2-6-5 16,0 0 7-16,0 0-2 0,2 9 2 0,-2-9-5 16,2 7 5-16,-2-7-3 0,1 7 0 0,-1-7 3 15,4 7-3-15,-4-7 3 0,1 6-2 0,-1-6 0 16,0 0 1-16,1 8-4 0,-1-8 2 0,2 6 6 0,-2-6-2 16,0 0 0-16,2 9-1 0,-2-9 0 0,2 6 3 15,-2-6-5-15,2 7-7 0,-2-7 11 16,0 0-2-16,1 9-1 0,-1-9 0 0,0 0 5 15,0 7-7-15,0-7 6 0,0 0 1 0,0 0-2 16,0 0-5-16,0 0-14 0,0 0-13 0,3 7-17 16,-3-7-35-16,0 0-46 0,0 0-65 0,0 0-46 15,0 0-55-15,0 0-86 0,-25-7-287 0,13 3-718 16,0-1 318-16</inkml:trace>
  <inkml:trace contextRef="#ctx0" brushRef="#br0" timeOffset="-200857.96">4761 15956 177 0,'0'0'198'0,"0"0"-18"0,0 0-7 16,0 0-13-16,0 0-4 0,0 0-12 0,0 0-11 15,-27 12-3-15,21-8-11 0,-1 4-9 0,0-1 0 16,1 4-10-16,-2 0-8 0,-1 4 1 0,3 4-3 16,-1-1-6-16,2 1-5 0,-1-1-6 15,1 0-5-15,1-3 1 0,1 2-12 0,3-3-6 16,0 0-3-16,0-2-8 0,3-2-3 0,-1 3 0 0,1-4-5 15,2 3-3-15,-1-4 3 0,1 3-5 0,0-8-6 16,3 5-2-16,1-4 1 0,1 0-3 0,0-1 3 16,2-3 10-16,-2 0-5 0,1-2 4 0,2-2-2 15,-1-1 1-15,3-3-2 0,-3 3 2 0,0-7-3 16,2 2-2-16,1-2 13 0,-4-4-16 16,0 3-4-16,-2-4-1 0,1 1 3 0,-6-3-3 15,3 1 0-15,-3 1-2 0,-2-2-4 0,0 1 3 16,-2 0-3-16,-2 2 7 0,-3 1-8 0,1 4 7 15,0-2-5-15,-3 3-2 0,-2 1-1 0,0 0-1 16,0 2-4-16,-2 1-3 0,-1 1-2 0,-2 2-4 16,1 2-10-16,-5 0-16 0,4 2-15 0,-4 4-17 15,2 1-20-15,-1 1-22 0,3 1-32 0,1-2-50 16,3 3-48-16,2-2-195 0,-1 1-466 0,2 1 207 16</inkml:trace>
  <inkml:trace contextRef="#ctx0" brushRef="#br0" timeOffset="-199896.75">4950 16102 34 0,'0'0'163'15,"-6"3"-16"-15,6-3-8 0,0 0-9 0,0 0-18 16,0 0-7-16,0 0-2 0,0 0-10 0,0 0-4 16,0 0-8-16,0 0 2 0,0 0-13 0,0 0-3 15,17 12-4-15,-17-12 2 0,16 1 2 0,-5 2 0 16,-11-3 0-16,21 1-8 0,-5-1-6 0,5 0-1 15,-4-1-4-15,3-1-5 0,1 5 0 0,6-3-8 16,0 0 7-16,3 0 0 0,6 0 1 0,0-1 1 16,2-3-2-16,16 3-2 0,-4-4-5 0,3 2-4 15,0-2 4-15,4 1-9 0,-3-1 0 0,5-3-7 16,2 1 5-16,3 1-1 0,1 3-2 0,25-1-2 16,-25 2-2-16,24-6-6 0,-27 4 5 0,1 0 1 15,3 0-3-15,23-6 3 0,-28 6 4 0,3 3 7 16,1-2 8-16,29-2-5 0,-32 2-5 15,30 0 2-15,-30 0-1 0,28-4-4 0,-24 4 0 16,24-2-3-16,-30 3 2 0,6-3-2 0,28 2-3 0,-29-1-2 16,29 0 5-16,-30 0-5 0,26-1 0 0,-26 2-4 15,28-2 2-15,-28 4 0 0,1-3-1 0,1 1-2 16,28-6 2-16,-30 7 6 0,2 0-7 0,1 0 1 16,27-2 2-16,-30 1 0 0,28-3-2 0,-26 4-2 15,24-4 3-15,-26 3-3 0,27-4-1 16,-30 4-1-16,5-4 1 0,28 2-3 0,-30 1 2 15,28-6-2-15,-24 6-1 0,24-6 1 0,-4 3 0 16,-25 0-5-16,4 0 2 0,28-3 1 0,-36 6 0 0,6-1-2 16,0-2-2-16,1 1 5 0,-2 1 0 0,3 0-1 15,24-2-1-15,-31 4-4 0,1-1 3 0,3 2 0 16,-3-3-2-16,2 0-1 0,-3 2 4 16,-1 0-2-16,2-1 1 0,0-1 0 0,-3 1 7 15,1 1-3-15,-3 0-3 0,0 0-4 0,-1 2 1 16,1-1 1-16,2-2 0 0,-1 1-2 0,-2 2 0 15,-1-2 4-15,-2 0 5 0,2 2-10 0,0 0 0 16,-4-2 6-16,1-1 0 0,0 2-1 0,-12-1 5 16,14 1 1-16,-14-1 4 0,18 0 1 0,-4 2-2 15,-12-4 2-15,14 1-2 0,-4 0 1 0,0 0 1 16,-2-2 4-16,3 2 1 0,-12 0-2 0,15 0 2 16,-4-3-8-16,-2 3 4 0,3 0 0 0,-14 0 0 15,16 1 6-15,0-4-9 0,-1-1 4 0,-3 6 1 16,-11-2 6-16,12-4-15 0,1 4 3 0,-14-1 9 15,14 1-2-15,-14 0 11 0,0 1-6 0,0 0 1 16,1-2 0-16,-1 2 2 0,-2 0-2 0,-3-2-4 16,1-1 1-16,0 5 6 0,-1-2-7 0,-1 0 2 15,2 0-5-15,0-2 2 0,-5 4-1 0,-7 0-4 16,7-2 1-16,-8 0-3 0,8 0-3 0,-12 0 0 16,4 2 13-16,-3-1-16 0,-5 1 4 15,1-2-4-15,-14 3-3 0,18-1 1 0,-18 1 2 0,12-3-1 16,-12 3 3-16,0 0-13 0,15-3-6 15,-15 3-24-15,4-4-26 0,-4 4-32 0,0 0-25 16,0 0-32-16,0 0-37 0,0 0-52 0,0 0-55 16,-27-12-211-16,27 12-547 0,-22-7 243 0</inkml:trace>
  <inkml:trace contextRef="#ctx0" brushRef="#br0" timeOffset="-198229.88">10737 13185 54 0,'-9'-2'109'0,"9"2"-11"0,0 0-12 16,0 0 1-16,-12 2-5 0,12-2-3 0,-12 1-2 16,12-1-4-16,-13 3 5 0,8-2-6 0,5-1 12 15,-10 1-8-15,10-1-5 0,-10 1 3 0,10-1 4 16,-7 2-2-16,7-2 5 0,0 0-2 0,0 0 0 16,-10 0-4-16,10 0-3 0,0 0-5 0,0 0-9 15,0 0-5-15,0 0-5 0,0 0-2 0,31-12-7 16,-13 8-4-16,2 1-2 0,10-1-2 0,0-5-5 15,5 4 2-15,3-1-5 0,12-2 2 0,3-1-2 16,-4 1-4-16,7 2-2 0,2-3-6 0,1 1 4 16,-2-1-4-16,3 2 2 0,1-1-2 0,0 2-3 15,-1-2 1-15,2 3-2 0,1 2 1 0,2-4-2 0,0 3 2 16,26-3-4-16,-30 1 3 0,2 0 7 16,-2 1-8-16,2 1-2 0,-2-1-3 0,-1 0 0 15,-2 1 0-15,-1-2 2 0,-6 1-1 0,-13 2 3 16,14-1-2-16,-15 1-2 0,0-3 1 0,-1 0 1 15,0 3-1-15,0 1 4 0,-5-2-3 0,5-1-1 16,-2 2 0-16,-1 1-2 0,-1 0 1 0,2-1 2 16,-3-1 0-16,-2 1-1 0,0 0 1 0,-6 2-1 15,4-2 2-15,0 3 2 0,-4-2-1 0,-2 1 1 16,7-1 1-16,-1 0 3 0,-3 0-1 0,4 0 2 16,-1-1-3-16,-6 2 2 0,0-1 3 0,2 0-6 15,-4 2 0-15,4-2 3 0,4-1-1 0,-4 1 0 16,0-1-1-16,-4-1-2 0,4 1 5 0,0 0 2 15,-6 1 3-15,1-1 8 0,2-1-2 0,-2 1-2 16,0 0 4-16,-4 2-2 0,-3-2-2 0,0 0 0 16,0 0 2-16,3 0 1 0,-5 3 2 0,0-3 3 15,-1 2-4-15,-2-2 0 0,-6 3-2 0,17-3 1 16,-11 2-6-16,-6 1 1 0,13-4-2 0,-7 3-2 16,-6 1 1-16,11 0 0 0,-11 0-3 0,12-3-2 15,-12 3 2-15,10 0-3 0,-10 0 0 0,7-1-1 16,-7 1-1-16,0 0 3 0,0 0-1 0,0 0 7 15,10-1 1-15,-10 1 2 0,0 0-4 0,0 0-1 16,0 0 3-16,0 0-2 0,0 0-1 0,0 0-3 16,0 0-1-16,0 0-1 0,0 0-2 0,0 0 0 15,0 0-1-15,0 0 2 0,0 0-3 0,0 0 0 0,0 0-3 16,0 0 0-16,0 0 1 0,0 0 0 0,0 0-2 16,9-2 0-16,-9 2 0 0,0 0-1 0,0 0 1 15,0 0 3-15,0 0-1 0,0 0 0 16,0 0 0-16,0 0 0 0,0 0-3 0,0 0 1 15,0 0-2-15,0 0 1 0,0 0-3 0,0 0 1 0,0 0 0 16,0 0 0-16,0 0-3 0,0 0 4 0,-23-6-1 16,23 6-3-16,0 0 4 0,-11-1-4 0,11 1 1 15,0 0 1-15,-16 1 1 0,9 1-2 0,1 0 1 16,-1 1-1-16,7-3 0 0,-12 7-1 16,3-2 0-16,1 1 1 0,-2-2 2 0,2 5 2 0,1-4-1 15,-2 5 0-15,4-2-2 0,0-1 5 16,-1 2-3-16,2-5-2 0,1 5 8 0,-1-3-6 0,4-6 4 15,-2 10-3-15,2-4 0 0,0-6 2 0,0 10-1 16,0-10-1-16,2 10 5 0,3-8 2 16,-1 4 8-16,2-1 1 0,-1-2-2 0,5-1-1 0,-2 0 2 15,3-1 4-15,1 0-6 0,-1-1-2 0,0-1 2 16,1 0 0-16,-4 0 5 0,1-1 1 0,1-2 4 16,-2 1 5-16,-1-1 0 0,1 0-6 0,-2 1 0 15,0-5 2-15,-3 1-2 0,1 1-2 16,0 0 1-16,0-2-1 0,-3-2 1 0,-1 1 8 0,0 9-13 15,-3-17-4-15,-3 9-1 0,6 0 3 0,-4 2-4 16,1-1-4-16,-1 1-1 0,-4 0-1 0,0 1-9 16,1-1-16-16,-4 1-30 0,0 2-29 15,-2 2-22-15,-6-1-35 0,2 4-52 0,0-1-67 0,-3 5-258 16,-4 2-557-16,-3 0 248 0</inkml:trace>
  <inkml:trace contextRef="#ctx0" brushRef="#br0" timeOffset="-197047.35">13670 15503 166 0,'0'0'229'0,"-9"-4"-11"0,9 4-19 16,0 0-15-16,0 0-20 0,0 0-15 0,-18 8-7 16,18-8-4-16,-9 6-7 0,2-2-10 0,4 0-9 15,-1 1-7-15,-2 2 2 0,1-3-3 16,5-4-10-16,-4 12-10 0,-2-3-10 0,2-4-4 15,0 4-3-15,0 1 0 0,-1-2 1 0,5 1-4 16,-4 1 24-16,4-1-6 0,-4 0-7 0,4 0-7 0,0 2-3 16,0-4-9-16,2 1-2 0,-2-8-4 0,6 15-1 15,-3-9 5-15,1-1 0 0,2 1-5 0,0 1-1 16,2-3-1-16,1-1 0 0,5 0-3 16,-3-1-6-16,2 0 1 0,1-2 5 0,4 0 3 15,0 0-7-15,0-3-7 0,-7 2-1 0,4-2 10 16,2-3-16-16,-5 1 20 0,3-4-3 0,0 0-9 0,-3 2-3 15,-2-2-3-15,4-1 1 0,-5 1 4 0,0-5-7 16,-1 4-9-16,-4-1 4 0,2-2 0 16,-3 0-15-16,-1 0 10 0,0 1-4 0,-4-1 2 15,2 3-3-15,-3-3 6 0,-1 4-3 0,-3-1-5 16,-2 1 2-16,0 1-11 0,-1-1-3 0,-2 2 10 16,-2 1-11-16,-4 0-21 0,-2 2-13 0,4 3-19 0,-2 0-23 15,1 2-23-15,-2 0-32 0,6 2-22 16,-1-1-42-16,1 1-58 0,1-1-61 0,1 1-215 15,1 0-578-15,10-3 255 0</inkml:trace>
  <inkml:trace contextRef="#ctx0" brushRef="#br0" timeOffset="-193756.28">12466 12955 56 0,'0'0'174'15,"-2"-10"-14"-15,2 10 5 0,-2-12 5 0,2 7-6 16,0 5-10-16,-2-10-13 0,2 10-4 0,-5-9-3 15,5 9-1-15,-3-6 5 0,3 6-10 0,0 0-16 16,0-9-11-16,0 9-13 0,0 0-11 0,0 0-8 16,0 0-8-16,0 0-8 0,0 0-3 0,0 0-6 15,0 0-1-15,-6 20-7 0,6-11 0 0,0 1-5 16,0 0-2-16,2 6 1 0,-2 1 2 0,0 8 8 16,0-4 1-16,-2 3 2 0,2-1 0 0,0 3-5 15,0 0-1-15,-3 0-2 0,6 2-1 0,-3-2 3 16,-3 3-5-16,6-1 12 0,-6 1-16 0,6-3-5 15,-3 0-1-15,2-2-1 0,0-5 2 0,0-2-5 16,-2 2 0-16,4 0-2 0,2-2-1 0,-2 0-2 16,-2-5 1-16,0 0 0 0,1 0-5 0,-1-1 0 15,0 1 0-15,0-2 1 0,-2-1-5 0,3-3 1 16,-2 2 0-16,2-2 2 0,0 1-4 0,-3-7 4 16,0 10-4-16,0-3 3 0,0-7-3 0,0 9 0 15,0-2-1-15,0-7 0 0,0 9 3 0,0-9-2 16,0 0-3-16,0 9 8 0,0-9-5 0,0 0-2 15,-3 9 1-15,3-9-3 0,0 0 4 0,0 0-3 0,-2 7 3 16,2-7-3-16,0 0 3 0,0 0-2 16,0 0-2-16,0 0 0 0,0 0 2 0,0 0-2 15,0 0 3-15,0 0-3 0,0 0-2 0,0 0 3 16,-1 8-2-16,1-8-3 0,0 0 6 0,0 0-3 16,0 0 4-16,0 0-3 0,0 0 1 0,0 0-1 15,3 8 5-15,-3-8-6 0,0 0 1 0,0 0 9 16,7 4 3-16,-7-4-3 0,5 3 1 0,-5-3 1 15,0 0 4-15,11 2-2 0,-5-1 0 0,8 1-2 16,-8-1-1-16,5-1 2 0,1-1-1 0,-3 3-3 16,2 0-1-16,1 0 4 0,1-2-4 0,-1 2 2 15,-1 1 10-15,-1-1-6 0,-2-1-9 0,3 0-1 16,0 2 0-16,-5-2-3 0,2 3 3 0,-2-1-3 16,-6-3-3-16,9 2 3 0,-5 2-2 0,-4-4 4 15,8 6-5-15,-8-6 2 0,2 8 2 0,-2-8 0 16,-2 11 4-16,2-11-1 0,-8 15 0 0,0-7 2 15,1 3-3-15,-5 0-4 0,-1 2 2 0,0-1 1 16,-1-1 1-16,1 2-1 0,-3 1-1 0,3-3 0 16,1 0-2-16,-1 0 1 0,0 2-1 0,5-2 2 15,-1-2-2-15,3 0-4 0,0 2 8 0,3-1-5 0,-4 1-1 16,5-2-19-16,0 1-1 0,-1-1 4 0,3 1 5 16,0-1-3-16,0 0 2 0,1-1 4 0,3 0-1 15,-2 1-1-15,0-2 4 0,6 1-1 16,-2 0-5-16,-2 0 3 0,1-2 4 0,-1 1 4 15,3 1-4-15,-4-4-1 0,1 1 6 0,1 1-4 16,-1-2 5-16,-2 2 5 0,-2-6-10 0,4 11 5 0,-2-6-3 16,-2-5 5-16,3 13-6 0,-5-7 5 15,2-6 1-15,-5 17-1 0,3-6 2 0,-5 0-3 16,3 0 4-16,-5 1-5 0,0-1 7 0,0 4-5 16,0-2-3-16,-2 0 4 0,2 1 0 0,2-3-2 15,-2 0 2-15,2 1 0 0,3-2-5 0,0 0 4 0,1 4-3 16,-1-5-9-16,4 3-11 0,0-1-2 0,2-2-2 15,0 3-6-15,0-4 5 0,3 2-4 16,1 0 5-16,-1-1 1 0,5-1 6 0,-4 1 0 16,0-1 2-16,3-1-3 0,-1-1 1 0,-2 0-2 15,-2-1 6-15,1 1 8 0,-1-1-9 0,1-1 2 0,-3 3 2 16,-2-7-1-16,7 7 5 0,-5 0-4 0,-2-7 3 16,-2 8 4-16,2-8-1 0,0 12 3 0,0-5 1 15,-2 0-1-15,-5 4-2 0,4-3 7 16,-3 0-3-16,1 4-2 0,-1-5 3 0,0 4-2 15,-2-4 6-15,1 3-3 0,3 2-2 0,-4 0 6 16,3 3-8-16,-1-4-1 0,2 1 7 0,0 1-5 0,4-3 0 16,0 2 0-16,0 1 3 0,4 3-2 15,0-5-9-15,2 3-3 0,-2-4-2 0,1 5 3 0,4-2 2 16,-1 1-1-16,4-2 1 0,-4-2 1 16,1-1 3-16,1 1-3 0,-4-1 4 0,3 0-1 15,-4 0 0-15,1-1 2 0,0 1-2 0,0 1 0 16,-2-1 3-16,1 0-2 0,-3 1 2 0,-2 2 2 15,0-1 8-15,0 2 6 0,-2-1 2 0,-1 1 1 16,-1 2 3-16,0 2 2 0,-1-3 2 0,0 1-3 16,-1 2 2-16,3-4-4 0,-1 2 1 0,0 4 8 15,-1-3 4-15,3 2-4 0,-2 0-2 0,-1-2-3 16,2-2-2-16,3 4 2 0,-2-1 6 0,-2 2 0 0,4-1-5 16,0 1 3-16,2-1-3 0,0 1-6 0,0-2 3 15,1 1-3-15,-1-1-4 0,3 2 2 16,-3-2-4-16,0 2 4 0,5 5-1 0,-5-6-7 15,-2 1 5-15,4 0-6 0,-4 0-15 0,-2-1-23 16,-2 0-24-16,-3 0-35 0,1 0-48 0,-4-3-41 16,6-5-69-16,-5 4-177 0,0-6-464 0,2 0 206 15</inkml:trace>
  <inkml:trace contextRef="#ctx0" brushRef="#br0" timeOffset="-192982.98">12789 14133 109 0,'0'0'220'0,"-6"-11"-8"0,6 11-8 0,-5-7-2 15,5 7-5-15,-4-8-7 0,4 8-10 0,-4-8-14 16,4 8-16-16,0 0-10 0,0-6-23 0,0 6-14 16,0 0-9-16,0 0-15 0,0 0-7 0,0 0-6 15,0 0-5-15,0 0-9 0,0 0-6 0,-8 21-5 16,6-13 0-16,2 5-9 0,0 2 1 0,-2-1 1 16,2 4-3-16,0-2-5 0,0 3 1 0,-3-1-4 15,2 0-1-15,1-2-5 0,0 1 1 0,-1-2-2 16,1-3-2-16,1 0-3 0,0 0 0 0,-2 0 1 15,2-1-2-15,-1-1-3 0,0 2 4 0,3-3-4 16,-3 0 0-16,0-1-1 0,0 0 2 0,0-8-11 16,-3 14-8-16,6-10-17 0,-3-4-6 0,-3 10-22 15,3-10-13-15,-1 10-29 0,1-10-31 0,1 6-34 0,-1-6-23 16,0 0-18-16,3 7-154 0,-3-7-387 16,0 0 172-16</inkml:trace>
  <inkml:trace contextRef="#ctx0" brushRef="#br0" timeOffset="-192597.65">12768 14125 61 0,'6'-7'168'15,"3"1"-9"-15,-1 1-13 0,4 0-5 0,-1 2-14 16,3-1-3-16,-3 3-14 0,0 0-13 0,1 2-11 15,-1 3-15-15,-1-3-3 0,-5 2-10 0,7 3 7 16,-6-2 3-16,-2 1-10 0,3 4-4 0,-2-1 8 16,-2 1 2-16,-3 0 0 0,2-1-1 0,-4-1-7 15,2 3 0-15,-5-1-1 0,0-1-2 0,1 0-5 16,-1 1-3-16,-3-1-6 0,3-1-2 0,-5-1-3 16,2 2-2-16,3-4-2 0,1 0-5 0,4-4-6 15,-7 7 4-15,7-7-3 0,-7 5-2 0,7-5-2 16,-4 4-5-16,4-4 0 0,0 0-4 0,0 0 0 15,-5 6 1-15,5-6-2 0,0 0-1 0,0 0-2 16,0 0 2-16,7 14 0 0,-5-9-1 0,-2-5 2 16,8 9-1-16,-2-6-1 0,1 1 2 0,1 0-4 15,2 2-7-15,1-3-18 0,-2 1-27 0,3 1-35 16,-2-1-48-16,-1-1-27 0,5-1-26 0,-3 1-144 16,-2-1-356-16,5 0 159 0</inkml:trace>
  <inkml:trace contextRef="#ctx0" brushRef="#br0" timeOffset="-192296.87">13109 14253 58 0,'2'-6'224'0,"-2"6"-12"0,0 0-16 0,0 0-18 0,0 0-19 16,0 0-1-16,0 0 0 0,0 0-8 0,0 0-5 15,0 0-2-15,2 23-3 0,-4-11-3 0,0-3-13 16,2 3-6-16,-2 1-2 0,0 2-10 0,0-2-2 15,0-1-15-15,0 1-8 0,0 2-11 0,0-4-1 16,0 1-6-16,2-1-1 0,0-2-4 0,2-2 1 16,-2 2-4-16,2-2-7 0,-2-7 2 0,2 12 9 15,2-8 5-15,0 1-6 0,0 3-3 16,2-5 8-16,-1-1 3 0,-5-2-2 0,16 2-5 0,-5-2-8 16,-2-1-4-16,5 0-1 0,1-2-4 0,-1 1-23 15,3-4-10-15,-1 4-20 0,-3-2-21 0,4-3-38 16,0 4-31-16,-5-2-39 0,1 1-41 0,-2 1-60 15,3-2-62-15,-5 2-190 0,3 0-532 0,-4-1 235 16</inkml:trace>
  <inkml:trace contextRef="#ctx0" brushRef="#br0" timeOffset="-190195.92">13857 13768 187 0,'0'0'243'16,"-3"-7"-8"-16,3 7-15 0,0 0-23 0,0 0-19 16,0 0-18-16,0 0-16 0,0 0-17 0,0 0-15 15,0 0-13-15,0 0-6 0,0 0-7 0,0 0-4 16,9 18-6-16,-1-6-4 0,-4-2-10 0,4 6-3 15,-1 0-2-15,2 1-22 0,2 2 0 0,-2-3 1 16,0 1-6-16,1 0 0 0,1-2-3 0,-1 3-1 16,-3-3 5-16,5 0-10 0,-2-2 0 0,-3-1 0 15,0-2-2-15,0-1-2 0,2-1-3 0,-3-2 4 16,0 1-2-16,-2-3 9 0,1 1 0 0,-1 0 21 16,-4-5 13-16,7 5 19 0,-7-5 5 0,6 0-8 15,-6 0 1-15,10-7-14 0,-2 2-6 0,-3-3-3 16,3-2-11-16,2-1-7 0,-1-5 1 0,0 2-1 15,0-2-2-15,4-5-3 0,-4 3-5 0,3-5-2 16,1 1 0-16,1-1-9 0,-5 0 5 0,1 0-5 16,-3 4-3-16,0 3-1 0,0 1 4 0,-5 5-5 15,2 1 4-15,-1-1-6 0,-2 6-5 0,-1 4-17 16,3-11-18-16,-1 6-23 0,-2 5-25 0,0 0-16 16,0 0-10-16,0 0-19 0,0 0-39 0,-19 17-42 15,12-6-34-15,-3 2-36 0,2 3-142 0,1 0-455 16,2 0 202-16</inkml:trace>
  <inkml:trace contextRef="#ctx0" brushRef="#br0" timeOffset="-189931.36">14340 13926 9 0,'0'0'199'16,"10"0"-11"-16,-10 0-1 0,0 0 4 0,5 8-3 15,-3-2 0-15,0 2-9 0,-2 3-8 0,0-1-11 16,0 3-5-16,0 3-9 0,-4 1-5 0,2-2-5 15,-1 2-14-15,2-6 1 0,-4 6-16 0,3-3-6 16,0 1-9-16,-1-4-5 0,-2 0-10 0,3-3-7 16,2 2-9-16,0-10-6 0,2 11-4 0,1-3 1 15,-3-8 9-15,5 9 12 0,1-5-10 0,3-1 3 16,5-1-4-16,3-2-4 0,6-4-4 0,2 0-16 16,4-3-10-16,1-2-12 0,-1 2-27 0,-1 0-25 15,-1-3-28-15,-7 4-28 0,-5 1-31 0,-2 0-39 16,-3 2-62-16,1-2-66 0,-6 1-170 0,0-1-496 15,-1 3 220-15</inkml:trace>
  <inkml:trace contextRef="#ctx0" brushRef="#br0" timeOffset="-189430.83">14355 12916 83 0,'0'0'283'16,"-3"-4"-15"-16,3 4-9 0,0 0-21 0,0 0-18 15,0 0-23-15,-1-9-12 0,1 9-26 0,0 0-16 16,8-8-14-16,-1 7-16 0,5-4-4 0,3-2-15 16,3 1-9-16,3 2-10 0,5-5-7 0,-4 4-3 15,5 1-8-15,-5 0-10 0,-3 0-5 0,1 1-10 16,-1 0-17-16,-6 0-17 0,-1 2-26 0,-2-1-29 16,-3 2-32-16,-7 0-51 0,13-1-19 0,-13 1-21 15,10 3-6-15,-10-3 0 0,0 0-6 0,0 0-100 16,0 0-315-16,0 0 140 0</inkml:trace>
  <inkml:trace contextRef="#ctx0" brushRef="#br0" timeOffset="-189246.22">14512 12796 25 0,'-9'-7'170'0,"2"0"16"0,-4 0 1 16,6 0 4-16,-1 1-1 0,-2 2-10 0,3 0-10 16,0-1-17-16,5 5-15 0,0 0-16 0,-11-3-10 15,11 3-2-15,-9 5-3 0,5 2-10 0,-1 3-8 16,0 4-4-16,1 0-3 0,2 3-8 0,1 2-6 15,1 6-11-15,1 1-2 0,3 2-5 0,-2 1-6 16,1-1-5-16,4 2-14 0,-5 2-23 0,3 0-22 16,1 0-37-16,-2 2-42 0,1-1-47 0,-3 0-44 15,3 3-193-15,-5 0-415 0,0-2 184 0</inkml:trace>
  <inkml:trace contextRef="#ctx0" brushRef="#br0" timeOffset="-188713.97">14520 15475 251 0,'0'0'241'0,"-6"-5"-13"0,6 5-14 0,0 0-15 16,0 0-10-16,0 0-15 0,0 0-9 0,0 0-16 16,0 0-14-16,16-4-10 0,-4 1-12 0,4 1-9 15,5 2-12-15,7-3 26 0,3 0-23 16,-4 1-28-16,2 0-29 0,-6-1-34 0,-2 2-41 16,0-2-51-16,-1-4-74 0,1 4-66 0,-10 3-137 0,2-3-394 15,-3 2 174-15</inkml:trace>
  <inkml:trace contextRef="#ctx0" brushRef="#br0" timeOffset="-186962.97">12146 13247 157 0,'8'-14'178'0,"-4"11"-12"0,3-4-3 15,2 1-8-15,1 1-9 0,0 2-14 0,-1-2-11 16,1 4-14-16,1-2-10 0,-3 2-5 0,4 1-8 15,-3 1 2-15,0 0 1 0,4 3-8 0,-3 0-6 16,0 1-4-16,0 2-7 0,1 0-8 0,-1 0 1 16,0 3-5-16,-1-2 3 0,2 5-2 0,-4-4-6 15,4 1-3-15,-2 3-4 0,-1-4 1 0,6 3-6 16,-5-2-4-16,2 4-1 0,-3-4-5 0,0-1 0 16,1-2-3-16,1 3-2 0,-2-4 7 0,1 3-8 0,-2-4 3 15,2-1 5-15,-2 1 3 0,2 0 6 16,-5-3 8-16,3 1 11 0,-7-3 3 0,9 2 6 15,-9-2 1-15,9-2-2 0,-9 2-7 0,8-5-3 16,2-1-8-16,-8 0-3 0,3 0-5 0,-1-4-4 16,2 1-5-16,-1-2 1 0,1 0-7 0,0-7 0 15,0 4-14-15,-1-3-12 0,1 3-11 0,4-1-19 16,-4-2-19-16,-3 1-23 0,1 4-25 0,0 0-26 16,-2 4-27-16,1-4-42 0,2 7-37 0,-5-3-179 15,0 8-448-15,4-10 199 0</inkml:trace>
  <inkml:trace contextRef="#ctx0" brushRef="#br0" timeOffset="-186396.53">12864 13113 95 0,'0'0'242'15,"0"0"-22"-15,-5-4-14 0,5 4-24 0,0 0-19 16,0 0-16-16,0 0-16 0,14-8-8 0,-4 3-18 16,3 1-13-16,-1 1-2 0,2-1-14 0,4 1-9 15,0 0-10-15,-5 0-20 0,-1 2-23 0,-1-1-26 16,-4 0-27-16,1 2-25 0,-8 0-27 0,0 0-10 16,17-4 5-16,-17 4-6 0,4-1 9 0,-4 1 1 15,0 0 6-15,0 0 11 0,0 0 8 0,0 0 7 16,0 0 7-16,0 0 4 0,-21 11 9 0,21-11 15 15,-8 2 11-15,8-2 17 0,0 0 12 0,-9 3 21 16,9-3 3-16,0 0 7 0,-7 2 2 0,7-2-5 16,0 0 3-16,-5 3 17 0,5-3 12 0,-4 9-6 15,4-9 0-15,-3 15 5 0,1-8 3 0,2 5 0 16,-2 1-2-16,0 2 0 0,2 2 1 0,-2-3-5 16,-2 2-9-16,1 1-6 0,3-2-3 0,-2-2-5 0,0 3-2 15,0-1-1-15,-2-3-9 0,2 4-4 16,0-3-4-16,0-2-23 0,0 0 5 0,0 0-1 15,-1-1-1-15,3-3-1 0,-4 0 2 0,2-2 0 16,-2 0-1-16,4-5-1 0,-8 9 0 0,4-6 1 16,-1 1-3-16,5-4 2 0,-8 6-4 0,8-6 4 15,-12 0-3-15,5 2-1 0,7-2-1 0,0 0 3 16,-15-5-2-16,15 5 3 0,-10-5-3 0,10 5-1 16,-6-5-1-16,6 5 6 0,0-6-4 0,0 6 0 15,0 0-2-15,0 0 3 0,16-10-3 0,-7 7 2 16,4 0-6-16,5 0 4 0,3 1-2 0,-2-1-1 15,9 0-5-15,-6 0-14 0,5 0-17 0,-6 3-20 16,-2-1-47-16,0 1-14 0,0-4-41 0,-2 4-20 16,-4-1-127-16,-2-1-332 0,0 1 148 0</inkml:trace>
  <inkml:trace contextRef="#ctx0" brushRef="#br0" timeOffset="-186112.99">13218 13250 118 0,'0'-7'201'0,"0"7"-8"0,0 0-21 0,0 0-14 16,3-8-15-16,-3 8-17 0,0 0-4 0,0 0-1 16,0 0 15-16,0 0-8 0,-1 31-9 0,-1-20-4 0,2 5-11 15,-4-1-6-15,4 2-10 0,0-3 2 16,-4 1-8-16,4-3-6 0,-3 1-6 0,4-3-4 16,-1 0-8-16,0 0-1 0,2-1-2 0,-2 0-1 15,4-2 2-15,0-1 12 0,1-1 2 0,0-1 0 16,1 0 4-16,5-2-5 0,0-1-7 0,3-1-7 0,-1-1-6 15,6-1-3-15,-2-2-7 0,4 0-12 16,-1 0-8-16,-3-1-10 0,2-1-12 0,1-1-25 16,-9 2-21-16,6 0-22 0,-4 1-28 0,-2 0-43 15,0 0-52-15,0 1-40 0,-6 1-207 0,-5 2-477 16,13-4 211-16</inkml:trace>
  <inkml:trace contextRef="#ctx0" brushRef="#br0" timeOffset="-185262.96">9472 13545 16 0,'0'0'186'0,"0"0"-3"0,0 0-6 0,0 0-4 0,0 0 4 16,-4-12-7-16,4 12-9 0,0 0-8 0,0 0-9 15,0 0-12-15,0 0-14 0,0 0-17 0,0 0-7 16,0 0-16-16,0 0-13 0,0 0 0 0,0 0-5 15,0 0-3-15,0 0-5 0,0 0-3 16,14 22-6-16,-10-14-3 0,0 1-3 0,2 1-1 0,2-1-2 16,-2 0-5-16,2-1 4 0,0 1 0 15,1-2 6-15,1 1 1 0,-1-1 1 0,2-2-3 16,-2 1-1-16,0-1 0 0,0-1 2 0,0 0 1 16,-1-1 1-16,-2-1 2 0,2-1 8 0,-8-1-7 0,14 2-4 15,-8-2 0-15,-6 0-7 0,14-3 4 0,-6 1-9 16,0-2-1-16,-1 0-6 0,4-1-1 15,-2-1-12-15,1 0-10 0,0-4-12 0,3 1-17 0,0-2-15 16,2 0-24-16,-2 0-26 0,1-1-32 0,-3 1-40 16,3-1-40-16,0 1-38 0,-5 3-160 15,3 0-438-15,-3 0 194 0</inkml:trace>
  <inkml:trace contextRef="#ctx0" brushRef="#br0" timeOffset="-184664.9">10110 13432 11 0,'0'0'248'0,"0"0"-8"0,0 0-13 16,0 0-22-16,-1-9-21 0,1 9-17 0,0 0-19 16,11-6-10-16,-5 2-18 0,5-1-14 0,5-2-11 15,1 4-8-15,1-3-8 0,0 0-9 16,1 2-13-16,-1-1-18 0,-3 0-16 0,-3 2-26 0,-1 2-28 15,-5 0-36-15,2 0-32 0,-8 1-21 0,13-3-3 16,-13 3-8-16,9 0 8 0,-9 0 14 0,0 0-1 16,0 0 11-16,2 6 10 0,-2-6 10 15,0 0 9-15,0 0 11 0,0 0 19 0,-16 10 16 16,16-10 10-16,-10 2 9 0,10-2 11 0,-8 4 15 0,8-4 7 16,-5 2 14-16,5-2 11 0,0 0-2 0,-10 5 7 15,10-5-1-15,-4 6 18 0,4-6-8 0,-3 10 7 16,1-1 6-16,0 0 13 0,1 2-2 15,-2 1-10-15,2 1 6 0,1 2-5 0,-1 1-3 16,0 2 1-16,-1-2-6 0,2 0-8 0,-1-1-4 0,0-2-6 16,1-1-2-16,1 3-7 0,-1-2-6 0,0-2-2 15,0-1-3-15,3 1-4 0,-2-3-4 0,-1 3-2 16,0-5-5-16,1 1-6 0,-1-7 6 0,1 9-4 16,-1-9-1-16,0 7 1 0,0-7 0 15,0 0-2-15,2 7 0 0,-2-7 0 0,0 0-5 0,0 0 3 16,-8 5-4-16,8-5 0 0,-10 0-2 0,10 0-1 15,0 0 2-15,-21-6-3 0,11 1-4 0,3 3 5 16,0-1-4-16,7 3 0 0,-11-2 1 16,11 2 1-16,-9-5-3 0,9 5 0 0,-8-1 1 15,8 1-4-15,0 0-2 0,-9 0 2 0,9 0 1 0,0 0 1 16,0 0 0-16,0 0 5 0,0 0 4 0,0 0 1 16,0 0-1-16,36 1-4 0,-23-1 6 15,6-1-4-15,0-2-13 0,2 0 0 0,0 1-11 0,1 0-24 16,0 1-24-16,-1-1-34 0,1-1-48 0,-3 0-43 15,0 1-202-15,-6 1-424 0,3-2 188 0</inkml:trace>
  <inkml:trace contextRef="#ctx0" brushRef="#br0" timeOffset="-184363.89">10542 13612 143 0,'0'0'180'16,"9"-4"-4"-16,-9 4-17 0,9-3-4 0,-3 3-12 15,-6 0-1-15,14 3-4 0,-8 0-12 0,1-1-6 16,1 0-3-16,-3 4-7 0,1-3-8 0,-6-3 1 16,9 10-4-16,-6-4 6 0,-2 3 4 15,-1-1 7-15,-1 1-8 0,-3 2-4 0,0 1 0 0,-5 0-11 16,3 1-3-16,-2 0 2 0,0-1-5 0,-3 0-2 16,0 0-3-16,1 2-4 0,3-5-7 0,-1-1-12 15,2-1-1-15,2 1-12 0,0-3 1 16,0 0-7-16,0 2-5 0,4-7 1 0,-2 10-3 15,2-10-5-15,5 8 13 0,0-3 2 0,3-4-5 0,3-1-5 16,9 0 7-16,9-3-15 0,1-3-24 0,2 1-18 16,3-3-35-16,-1-4-37 0,3 3-39 0,2-3-47 15,9-8-72-15,2 6-65 0,-17 0-175 0,3 1-527 16,0-3 232-16</inkml:trace>
  <inkml:trace contextRef="#ctx0" brushRef="#br0" timeOffset="-182497.73">5737 13182 34 0,'0'0'165'16,"0"0"-15"-16,0 0-10 0,0 0-14 0,0 0-17 15,0 0-1-15,0 0-11 0,0 0-5 0,0 0-3 16,15 15-8-16,-9-13-2 0,3 3-6 0,1 0-2 15,2 0-9-15,1 0 2 0,3 2 3 0,1 0-5 16,-3-3-4-16,-2 2-3 0,5 1-10 0,-3-2 5 16,0 0-10-16,-2 1-1 0,1-1-3 0,-2-1-4 15,2 2-2-15,-2 0-1 0,0 0-20 0,-2-1-5 16,1 1 4-16,-5-1-2 0,3 0-2 0,-3 2-1 16,1-1 2-16,-2 0 1 0,-2 4 0 0,0-2-6 15,-2 3 14-15,-2 0 2 0,-1 1 2 0,-4 4-1 16,-2 0 2-16,-1 0 0 0,-5 5-7 0,-3 0 5 15,0-2-5-15,-2 1 1 0,2 0-2 0,-1 0-10 16,2 1-11-16,-1-2-31 0,3 0-21 0,2-7-25 16,4 4-29-16,2 0-24 0,1-1-24 0,1-1-117 15,-1 1-304-15,3-1 135 0</inkml:trace>
  <inkml:trace contextRef="#ctx0" brushRef="#br0" timeOffset="-182230.97">5756 13895 137 0,'-11'-13'225'15,"11"13"-22"-15,0 0-23 0,0 0-13 0,16-10-19 16,-7 6-12-16,9-2-17 0,3 2-10 0,7-4-12 16,-1 3-14-16,4-3-4 0,-2 4-5 15,0-1-13-15,-8 3-21 0,1-1-34 0,-4-1-35 0,1 6-40 16,-2-5-33-16,-3 2-40 0,-3 0-112 0,1 3-275 16,-5-1 121-16</inkml:trace>
  <inkml:trace contextRef="#ctx0" brushRef="#br0" timeOffset="-181830.85">5995 13839 13 0,'-7'5'172'16,"3"0"17"-16,4-5-20 0,-3 10-10 0,-1 0 2 16,1 2-9-16,-1 7-16 0,4-4-9 0,-1 0-16 15,-2 1-7-15,2 0-7 0,1 1-9 16,-1-1-9-16,1 0-11 0,-1-2-5 0,2-2-8 0,0 4-2 15,0-5-8-15,1 2-3 0,-2-4-4 16,0 0-5-16,0 1 0 0,1-4-8 0,0 1 4 16,-1-7-7-16,2 12-1 0,-2-12 1 0,1 9-4 15,-1-9-9-15,0 0 9 0,0 8-4 0,0-8 1 0,0 0-5 16,0 0-2-16,0 0-8 0,-5 6-5 0,5-6 1 16,0 0 2-16,0 0-1 0,-18-5 2 0,18 5 0 15,-12-7 1-15,6 3-3 0,-3 1 5 0,1-1-7 16,1 1 4-16,7 3 1 0,-12-4 4 15,7 2-3-15,5 2 4 0,-9-4 4 0,9 4-3 16,-6-3-1-16,6 3-5 0,0 0 0 0,0 0 0 0,0 0-1 16,0 0 3-16,0 0 0 0,0 0 3 0,0 0 2 15,0 0 2-15,24-2 0 0,-12 2 3 0,7-1-8 16,-1 1 1-16,5 0-12 0,6-2-16 0,0-2-25 16,1 0-36-16,0 1-34 0,1-3-45 0,-2 0-173 15,0 2-364-15,-9 1 161 0</inkml:trace>
  <inkml:trace contextRef="#ctx0" brushRef="#br0" timeOffset="-181530.82">6425 13976 7 0,'0'0'229'16,"0"0"-12"-16,0 0-15 0,0 0-14 0,0 0-12 0,-19 1-14 15,10 4-7-15,-2 3-7 0,2 0-10 0,-2-1-9 16,-4 3-17-16,6-1-11 0,-2 3-10 0,1-2-11 15,3-1-7-15,2 0-7 0,4-1-6 16,-1 1-6-16,5 1-6 0,0-2-6 0,3 2-6 16,3-2-1-16,1 0-5 0,4 0-3 0,-1-2-4 15,2 3 0-15,2-3-5 0,-6 0-2 0,1 0-1 0,-1-2-2 16,0 1 3-16,-4-1-8 0,1-1 2 0,-2 1-1 16,-2-1-2-16,0 1-1 0,-4-4 6 0,3 5 4 15,-3-5 4-15,0 0-5 0,-12 16-2 16,1-11-4-16,-5 2 2 0,-3 1-11 0,0-2-12 15,-2 1-23-15,-5 3-27 0,-4-3-46 0,10-3-59 16,-10 3-59-16,0-2-150 0,2 3-408 0,-1-2 181 0</inkml:trace>
  <inkml:trace contextRef="#ctx0" brushRef="#br0" timeOffset="-180422.38">3586 13639 47 0,'0'0'198'0,"0"0"-14"0,0 0-17 0,-4-5-14 16,4 5-16-16,0 0-11 0,0 0-20 0,0 0-7 16,0 0-10-16,0 0-5 0,0 0-6 0,0 0-9 15,0 0-5-15,23 0 1 0,-23 0-5 0,19 0-9 16,-9 0-7-16,3 0-4 0,2 0-6 0,-2 2-12 16,5-1-16-16,-5 1-23 0,1-1-28 0,-3 2-33 15,3-3-30-15,-2 1-30 0,-1 1-119 16,-2-1-277-16,-2-1 123 0</inkml:trace>
  <inkml:trace contextRef="#ctx0" brushRef="#br0" timeOffset="-180225.29">3669 13552 45 0,'0'0'185'0,"0"0"-17"16,0 0-5-16,0 0-10 0,0 0-18 0,-9 8-8 15,6-2-14-15,0 1-4 0,0 5-12 0,-1-1-6 16,1 1-11-16,1 5-8 0,1 2-8 0,-3 0-4 16,0 7-11-16,1 0-5 0,-1 0-20 15,2 5-27-15,-1-3-33 0,2 2-30 0,1 0-32 0,1 1-29 16,1 4-115-16,-4 1-262 0,5-2 116 0</inkml:trace>
  <inkml:trace contextRef="#ctx0" brushRef="#br0" timeOffset="-179714.8">3745 16359 107 0,'0'0'202'0,"-7"3"-13"0,7-3-15 0,0 0-12 16,0 0 5-16,0 0-8 0,0 0-8 0,0 0-12 16,29-3-7-16,-15 1-19 0,3 1-9 0,4-2-7 15,6-3-12-15,1 3-17 0,0-2-21 0,-8 3-26 16,1 0-21-16,0 0-51 0,-2 0-42 0,1 0-45 16,-2 0-169-16,-5 0-330 0,-1-1 146 0</inkml:trace>
  <inkml:trace contextRef="#ctx0" brushRef="#br0" timeOffset="-178330.49">3425 14731 196 0,'-6'-3'220'0,"1"0"-5"0,5 3-11 0,-6-7-6 15,6 7-12-15,-8-7-10 0,8 7-6 0,-3-3-9 16,3 3-6-16,0 0-6 0,-4-8-9 0,4 8-10 16,0 0-13-16,0 0-9 0,0 0-8 0,-3-5-14 15,3 5-8-15,0 0-9 0,0 0-8 0,0 0-2 16,0 0-7-16,0 0-3 0,0 0-10 0,0 0-2 16,0 0-5-16,0 0-4 0,0 0-5 0,0 0-1 15,-5-5-2-15,5 5-4 0,0 0-1 0,0 0 1 16,0 0-1-16,0 0-1 0,0 0-4 0,0 0 0 15,0 0-2-15,0 0 1 0,0 0-10 0,0 0 10 16,0 0-3-16,0 0 5 0,0 0-3 0,0 0-4 16,0 0 1-16,0 0-1 0,0 0 5 0,0 0-5 15,0 0 0-15,0 0-1 0,0 0-1 0,0 0 4 16,0 0-2-16,0 0-3 0,0 0 4 0,0 0-2 16,0 0 0-16,0 0 2 0,0 0-4 0,0 0 4 15,0 0-2-15,0 0-2 0,0 0-2 0,0 0 3 16,0 0-10-16,0 0 9 0,0 0-2 0,0 0 4 15,0 0-6-15,0 0 8 0,0 0-3 0,0 0 3 16,0 0-2-16,0 0 1 0,0 0 0 0,0 0-8 16,0 0 22-16,0 0 4 0,0 0 1 0,0 0 2 15,0 0 1-15,0 0-1 0,0 0 3 16,0 0-6-16,0 0 1 0,0 0-4 0,0 0-1 0,0 0-1 16,0 0 2-16,0 0-5 0,0 0 2 0,0 0-1 15,0 0-4-15,0 0 1 0,0 0-1 0,0 0 3 16,0 0 2-16,0 0-6 0,0 0 11 0,0 0-3 15,0 0 2-15,0 0 2 0,0 0-9 0,0 0 7 16,0 0-14-16,0 0 20 0,0 0-2 16,0 0-1-16,0 0-1 0,0 0 0 0,0 0-3 0,0 0 0 15,0 0 2-15,0 0-1 0,0 0-2 0,0 0-9 16,0 0 2-16,0 0 3 0,0 0 3 0,0 0-3 16,0 0-7-16,0 0-1 0,0 0-1 0,0 0 1 15,0 0 1-15,0 0-6 0,0 0 5 16,0 0-7-16,0 0 12 0,0 0-11 0,0 0 4 15,0 0-13-15,0 0 12 0,0 0-9 0,0 0 6 0,0 0 0 16,0 0-6-16,0 0 2 0,0 0-3 0,0 0 7 16,0 0 13-16,0 0-14 0,0 0-8 15,0 0 9-15,0 0-1 0,0 0 2 0,0 0-4 0,0 0 0 16,0 0 3-16,0 0-7 0,0 0 8 16,0 0-4-16,0 0 0 0,0 0-3 0,0 0 1 15,0 0-2-15,0 0-15 0,0 0 21 0,0 0-5 0,0 0 0 16,0 0-2-16,0 0-2 0,0 0 9 0,0 0 0 15,0 0 1-15,0 0-3 0,0 0 5 16,0 0-7-16,12 19 1 0,-10-14 5 0,-2-5-5 16,5 7 2-16,-5-7-1 0,5 10 0 0,-2-4 2 15,-1 0 0-15,2 0 0 0,0 2-3 0,1 1 4 16,0-3 0-16,0 5 6 0,0-1-6 0,1 1-3 16,-1 0-2-16,0-2-12 0,-1 1 25 0,2 0-5 0,-1-1-8 15,-1-3 6-15,1 3 4 0,-1 0-3 16,1-1-2-16,0-3-3 0,-1 0 0 0,1-1-1 15,-1 2 9-15,-2 0 0 0,-2-6-2 0,7 7-1 16,-5-2-2-16,-2-5 1 0,7 7 2 0,-7-7-2 16,5 5-2-16,-5-5 3 0,4 3-5 0,-4-3 2 15,0 0 3-15,5 3 4 0,-5-3 1 0,0 0 4 16,0 0-6-16,0 0 7 0,0 0-5 0,0 0 0 16,0 0-4-16,0 0 2 0,9-16-14 0,-8 7 20 15,0-2-4-15,2 1-7 0,1-2 4 0,-1 1-1 16,1-4 2-16,0-1 0 0,0 0-1 0,0-1-4 15,1 1-1-15,-1-1 15 0,1 0-14 0,0 2 3 16,-2 0-6-16,0-1 3 0,0 6 3 0,-2-1-17 16,3 1 4-16,-4 1-12 0,3-4 12 0,-2 7-19 15,-1-2-11-15,1-1-5 0,1 0-13 0,-2 9-12 16,3-9-18-16,-3 9-21 0,0-10-29 0,0 10-36 16,0 0-23-16,0 0-13 0,4-4-21 0,-4 4-20 15,0 0-189-15,0 0-476 0,1 23 211 0</inkml:trace>
  <inkml:trace contextRef="#ctx0" brushRef="#br0" timeOffset="-177946.96">3864 14812 116 0,'0'0'252'0,"0"0"-18"0,0 0-14 0,0 0-21 0,-16-4-19 15,16 4-10-15,-13 6-15 0,4-2-11 0,-1 2-13 16,-1 0-12-16,0 0-9 0,2 3-11 16,-1 0-4-16,-2 3-15 0,5-3-3 0,0 1-11 15,1-1-10-15,-1-1-3 0,2 1-3 0,1 1-11 0,3 0-1 16,2-1-3-16,-1-9-5 0,0 14-2 0,6-6-3 16,-3-1-1-16,5 3-6 0,-4-5 2 0,2 2 1 15,2 0-6-15,0-1 2 0,-1 1-5 16,0-5-1-16,-2 3 0 0,0-1-1 0,0 0-2 15,-5-4 0-15,6 5-2 0,-6-5 1 0,5 4-1 16,-5-4 0-16,4 6 0 0,-4-6 7 0,0 0 11 16,0 0 3-16,-6 13-5 0,0-10 2 0,-2 2-3 0,2-1 0 15,-4 0-7-15,-1 2-3 0,1 1 1 0,-2-4-1 16,1 1-3-16,-1 1-11 0,0-1-22 16,0 0-18-16,2 1-25 0,-2-4-36 0,2 3-49 15,4-1-52-15,0-1-49 0,-2-1-140 0,8-1-426 16,0 0 189-16</inkml:trace>
  <inkml:trace contextRef="#ctx0" brushRef="#br0" timeOffset="-177693.45">4024 14817 167 0,'0'0'270'0,"0"0"-9"0,0 0-16 0,0 0-22 0,0 0-21 16,0 0-22-16,0 0-22 0,5-6-9 15,-5 6-8-15,8-4-13 0,-3 2-12 0,-5 2-13 16,16-7-9-16,-5 3-10 0,3 2-7 0,-3-1-17 16,1-1-15-16,0 0-23 0,-1 2-22 0,-2-1-32 0,-9 3-38 15,15-4-43-15,-15 4-47 0,13 0-28 0,-13 0-173 16,10 3-390-16,-10-3 173 0</inkml:trace>
  <inkml:trace contextRef="#ctx0" brushRef="#br0" timeOffset="-177510.13">4099 14905 152 0,'-5'4'246'0,"5"-4"-9"0,-4 4-19 15,4-4-20-15,0 0-16 0,0 0-20 0,0 0-12 16,0 0-15-16,-5 5-5 0,5-5-10 0,0 0-12 15,0 0-6-15,0 0-18 0,21 0-15 0,-10-1-19 16,-3-1-25-16,3-2-40 0,3 1-42 0,3-3-65 16,1 0-70-16,-6 3-139 0,7-4-358 0,-4 1 159 15</inkml:trace>
  <inkml:trace contextRef="#ctx0" brushRef="#br0" timeOffset="-176314.99">4565 14540 115 0,'0'0'115'0,"0"0"-10"0,0 0-3 15,0 0-5-15,0 0-11 0,0 0-3 16,0 0-8-16,0 0-6 0,0 0 2 0,0 0-2 0,0 0 1 15,0 0-3-15,0 0-2 0,0 0-4 0,0 0-6 16,0 0-1-16,0 0-14 0,0 0 5 0,0 0-3 16,0 0 2-16,0 0-2 0,0 0-4 15,0 0 7-15,0 0 1 0,0 0 1 0,0 0-3 0,0 0-1 16,0 0 0-16,0 0 4 0,0 0-4 16,0 0 5-16,0 0-6 0,0 0 3 0,-9-6-3 0,9 6 0 15,0 0 3-15,0 0-4 0,-8-2-7 0,8 2 0 16,0 0 3-16,0 0 2 0,0 0-1 0,0 0-2 15,-11-1-5-15,11 1 3 0,0 0 0 16,0 0-3-16,0 0-2 0,0 0 10 0,0 0-10 16,-7-1 1-16,7 1-5 0,0 0 4 0,0 0-2 15,0 0 1-15,0 0-1 0,0 0 0 0,0 0 0 0,0 0-2 16,0 0 2-16,0 0-4 0,0 0-5 0,0 0-3 16,0 0 0-16,0 0-2 0,0 0-3 0,15-13 1 15,-10 11 0-15,2-1 0 0,-7 3-5 16,11-3 0-16,-2 2 4 0,-9 1-4 0,13-1-6 15,-5-1-3-15,-8 2 2 0,15 3 2 0,-9-2-3 0,4 5-2 16,-3 0 2-16,-1 0 0 0,0 4 1 0,-1 0 3 16,-3 2-3-16,0 0 0 0,-4 3 9 15,1 3-9-15,-4-1 1 0,0-2 1 0,0 3 30 0,-5-2-5 16,0-1-3-16,1 0 1 0,-1 0-2 16,0-3-4-16,0 1 0 0,1-3-3 0,0-1-2 15,0 1 1-15,1-3-1 0,-2 0 0 0,4-4 2 16,1 3-4-16,-1-3-4 0,1 1 5 0,5-4-3 0,-7 5 0 15,7-5-3-15,-7 7 3 0,7-7-6 16,-6 3 6-16,6-3-7 0,0 0 6 0,0 0 2 16,0 0-7-16,-7 3 5 0,7-3-1 0,0 0-5 15,0 0 4-15,0 0 0 0,0 0-4 0,0 0 1 16,20 1-12-16,-20-1-9 0,15 0-16 0,-7-1-14 16,0 1-20-16,3-1-21 0,2 1-29 0,-3-1-35 15,4 1-43-15,-1-1-35 0,2-1-195 0,-2 1-461 16,0 1 204-16</inkml:trace>
  <inkml:trace contextRef="#ctx0" brushRef="#br0" timeOffset="-175980.79">4786 14686 172 0,'0'0'221'0,"0"0"-16"15,0 0-15-15,0 0-14 0,0 0-11 0,0 0-8 16,-17 13-9-16,12-7-9 0,1 3-6 0,-1-1-16 15,1 0-9-15,0 1-10 0,3-1-10 0,0-2-10 16,1-6-7-16,1 15-9 0,-1-8-3 0,3 1-7 16,0-2-5-16,-3-6-2 0,9 10-4 0,-2-7-3 15,2 0 6-15,1 3 7 0,1-5-8 0,1-2 2 16,6 1-6-16,-5-4 1 0,-1 1-1 0,1-2-3 16,-3-1 3-16,3-1 4 0,-3 0-1 0,-2 1-7 15,1 0 20-15,-3-2-1 0,-2 1-8 0,0-1 0 16,-4 8-7-16,1-17-1 0,1 10-3 0,-2 7-9 15,-7-20-13-15,1 11 12 0,-3-1-11 0,-1-2-3 16,1 5-3-16,-3-1-6 0,2 4-7 0,-2-2-17 16,2 2-15-16,-1 3-17 0,-1 1-21 15,1 0-24-15,11 0-41 0,-23 2-57 0,13 4-45 16,1 0-200-16,0-2-477 0,9-4 211 0</inkml:trace>
  <inkml:trace contextRef="#ctx0" brushRef="#br0" timeOffset="-175563.98">4944 14547 217 0,'0'0'246'16,"4"-7"-21"-16,-4 7-24 0,0 0-20 0,0 0-24 15,0 0-12-15,0 0-17 0,10-1-12 0,-10 1-12 0,0 0-8 16,12 14-5-16,-5-5 0 0,0 0-1 15,-1 0-10-15,1 0 5 0,0 4-5 0,1-2-2 16,-1 0-10-16,0-1-6 0,3 3 1 0,-4-3 2 16,5 3-1-16,-4-3-4 0,2 1-5 0,-1-2-6 15,0 2-4-15,-2-2-6 0,2-1 1 0,-1 1-6 16,0-2-3-16,-1 1-3 0,-2-2 2 0,2-1-2 16,-2 0-3-16,1-1-1 0,-1 0-2 0,1-1-6 15,-5-3 1-15,7 6 4 0,-7-6 1 0,4 4-3 16,-4-4 21-16,0 0 15 0,7 2 9 0,-7-2 19 15,0 0 12-15,0 0-11 0,10-10 0 0,-10 10-3 16,8-12-19-16,-4 6 9 0,1-5-9 0,0 2-1 16,-1-4-12-16,0-3-3 0,1 1 1 0,3-2-12 15,-3 2-2-15,0-2-14 0,0-3-12 0,0 1-14 16,2-7-27-16,-4 7-24 0,4 3-17 0,-2-3-21 16,-1 9-24-16,-3-3-28 0,1 4-39 0,0 0-45 15,0 3-54-15,-2 6-244 0,0 0-572 0,3-13 254 16</inkml:trace>
  <inkml:trace contextRef="#ctx0" brushRef="#br0" timeOffset="-175428.22">5421 14490 218 0,'0'0'246'0,"0"0"-18"0,0 0-25 15,0 0-20-15,0 0-22 0,0 0-28 0,0 0-41 16,0 0-47-16,0 0-62 0,0 0-63 0,4 7-156 15,-4-7-254-15,0 0 112 0</inkml:trace>
  <inkml:trace contextRef="#ctx0" brushRef="#br0" timeOffset="-172331.02">10475 14511 194 0,'0'0'194'0,"0"0"-17"0,0 0-18 16,0 0-21-16,0 0-14 0,0 0-14 0,0 0-10 15,0 0-10-15,0 0-3 0,0 0-5 0,0 0-9 16,0 0 2-16,9 19-2 0,-9-19-5 0,7 11-5 16,-4-2-6-16,3 2 1 0,-3 0-4 0,3-1 0 0,-1 2-6 15,0-1-1-15,0 6-6 0,-1-5 3 16,1 1-2-16,0-1-2 0,-1 5 0 0,0-6-3 15,1 0-5-15,-2 2 0 0,1-3-5 0,-1-1-2 16,1 0 3-16,-2-1-6 0,2-3-2 0,-1 1-1 16,-3-6-3-16,2 9-2 0,0-4-2 0,-2-5 0 15,6 4 7-15,-6-4-3 0,0 0 12 0,2 7 15 16,-2-7 13-16,0 0 14 0,0 0 5 0,0 0-2 16,0 0-8-16,0 0 3 0,0 0-5 0,15-17-17 15,-12 6-4-15,4-1-3 0,3-3-1 0,-1-1-7 16,0 0-10-16,1-1 4 0,2-8 0 0,0 2-5 15,1-1-3-15,-4 6-2 0,-1 0-4 0,1 0 0 16,-3 1 0-16,-1 3 0 0,4 0-3 0,-4 5 2 16,-2-1-4-16,-1 5 1 0,1-2-4 0,0 2-11 15,-3 5-18-15,3-7-12 0,-3 7-14 0,4-8-25 16,-4 8-8-16,0 0-4 0,0 0-16 0,0 0-27 16,0 0-26-16,0 0-36 0,0 0-13 0,0 0-25 15,0 0-135-15,0 33-397 0,0-23 176 0</inkml:trace>
  <inkml:trace contextRef="#ctx0" brushRef="#br0" timeOffset="-171930.9">10777 14659 179 0,'-5'6'181'0,"5"-6"-14"0,0 0-16 15,0 0-18-15,0 0-11 0,0 0-10 0,0 0-12 16,0 0-10-16,0 0 2 0,0 0-11 0,0 0-1 15,0 0-3-15,0 0-7 0,0 0-5 0,10 3-10 16,-10-3-4-16,8 1-5 0,-8-1-4 0,0 0-2 16,11 3-9-16,-11-3 0 0,5 4-5 0,-5-4-1 15,7 1-7-15,-7-1 0 0,4 8 1 0,-4-8 13 16,2 9 1-16,-2-4-1 0,0-5 1 0,-2 13 1 16,0-4 5-16,-2 1 0 0,1 2 1 0,-1-1-3 15,-3 4-4-15,-2-1-4 0,3-2 8 0,-4 1 1 16,3-1-3-16,-4 1 3 0,3-3-3 0,0 0 3 15,-2 1-3-15,4-3-3 0,0 2-3 0,0-3-4 16,1 2 3-16,0-5-2 0,3 2-9 0,-2-1 1 16,4-5-4-16,0 0 3 0,-4 9-2 0,4-9 1 15,0 0-5-15,5 10 2 0,-1-6 2 0,-4-4 5 16,14 2 2-16,-6-2-6 0,1 2 0 0,3-4-2 16,1 1 0-16,0-1-9 0,5-2-10 0,-2 0-13 15,4 0-19-15,-2 1-27 0,-3-2-31 16,3-1-42-16,1 2-39 0,-2-3-40 0,-1-1-180 15,-7 3-429-15,3-1 190 0</inkml:trace>
  <inkml:trace contextRef="#ctx0" brushRef="#br0" timeOffset="-171743.75">11033 14658 119 0,'0'0'214'0,"0"0"-18"15,0 0-13-15,1-6-23 0,-1 6-15 0,5-5-13 0,-5 5-11 16,10-2-15-16,-10 2-15 0,13-4-26 0,-13 4-26 16,0 0-32-16,18 0-34 0,-18 0-32 0,14-2-27 15,-14 2-21-15,13 5-20 0,-8-4-69 0,-1 4-211 16,-4-5 93-16</inkml:trace>
  <inkml:trace contextRef="#ctx0" brushRef="#br0" timeOffset="-171583.59">11065 14730 137 0,'-3'0'157'0,"3"0"4"0,-5 4 0 0,5-4-8 16,0 0-6-16,-5 3-5 0,5-3-7 16,0 0-7-16,0 0-9 0,0 0-14 0,0 0-5 15,0 0-11-15,0 0-10 0,0 0 3 0,0 0-10 16,0 0-17-16,0 0-17 0,19 2-24 0,-19-2-26 16,0 0-43-16,22-2-18 0,-15 0-53 0,5 1-41 0,-6 0-107 15,-6 1-297-15,0 0 133 0</inkml:trace>
  <inkml:trace contextRef="#ctx0" brushRef="#br0" timeOffset="-170948.25">11209 14531 44 0,'6'-4'187'15,"-6"4"-7"-15,12-1-3 0,-12 1-11 0,10 2-15 16,-10-2-15-16,9 4-8 0,-4 0 0 0,-1 1-5 15,1 2-8-15,-1-2-4 0,-3 2-3 0,3 1-9 16,-4 1-7-16,0 0-5 0,-4 3-8 0,1-3-3 16,1 1-6-16,-4 0-2 0,2-3-10 0,-1 4-2 15,-2-2-3-15,2-2 0 0,-4 1-5 0,4-2-1 16,0-1 0-16,0 0-3 0,-3 0-5 0,3-1-6 16,5-4-1-16,-9 6-5 0,5-4-1 0,4-2 0 15,-4 5-4-15,4-5-1 0,0 0-2 0,-5 5-1 16,5-5-5-16,0 0 6 0,-5 5 1 0,5-5-2 15,0 0 4-15,0 0-3 0,0 0 4 0,0 0-3 16,0 0 0-16,23 0-4 0,-23 0-4 0,18-3-7 16,-6 0-12-16,0-1-14 0,3 1-19 0,-2 1-10 15,-1-1-19-15,5-1-14 0,-6 3-24 0,1-3-12 16,0 1-11-16,-1 1-10 0,2-3-12 0,-2 2 8 16,-5-2-2-16,-6 5 4 0,12-7 13 0,-5 3 14 15,-7 4-6-15,6-11 14 0,-6 11 15 0,3-13 9 16,-3 13 20-16,4-9 23 0,-4 9 21 0,0 0 20 15,0-10 22-15,0 10 19 0,0 0-2 0,0 0 5 16,0 0 0-16,0 0 11 0,0-7 11 0,0 7 7 16,0 0-1-16,0 0 0 0,0 0-5 0,0 0-7 15,0 0-3-15,-5 23-5 0,5-23-2 0,3 11-6 16,-3-11 3-16,4 9 1 0,-2-5-5 0,-2-4 8 16,8 8 5-16,-2-6 6 0,-1 0 0 0,3 1 0 15,-1-1-1-15,-7-2 2 0,19-3 4 0,-8-1-15 16,0-1 3-16,-2 0-5 0,1 1 2 0,-5 2 6 15,2-3-7-15,-2 1-4 0,0-2 5 0,-1 2-3 16,-4 4-4-16,4-11-5 0,-4 11-3 0,0-14-7 16,-1 8-3-16,-2-3-6 0,-1 0-8 0,-2 2-2 15,1 1-9-15,-3 1-9 0,2 1-13 0,-1 1-16 16,7 3-10-16,-17-5-18 0,6 5-14 0,11 0-30 16,-20 5-36-16,12-3-37 0,8-2-35 0,-16 6-187 15,7-1-435-15,9-5 192 0</inkml:trace>
  <inkml:trace contextRef="#ctx0" brushRef="#br0" timeOffset="-170596.29">11587 14491 153 0,'0'0'249'0,"3"-5"-15"0,-3 5-21 16,0 0-26-16,0 0-21 0,0 0-15 0,9-2-15 15,-9 2-4-15,0 0-4 0,0 0-4 0,9 13-12 16,-9-13-2-16,6 15 0 0,-1-6-3 0,-2 0-9 0,3 2-8 16,-1 1-8-16,0-3-6 0,-1 1-6 15,2 0-6-15,-2 1-2 0,4-2 7 0,-6 0-12 0,7-2-6 16,-7 0-4-16,-2-7-1 0,6 12-8 16,-1-8-3-16,-3 2-3 0,-2-6-4 0,1 6-2 15,-1-6 0-15,0 0 12 0,0 0 11 0,0 0 17 16,11 6 16-16,-11-6 9 0,0 0 8 0,0 0-11 0,0 0-9 15,0 0-5-15,0 0-8 0,15-22-16 16,-9 12-2-16,0-4 2 0,2 0-9 0,0-1 3 16,1 0-14-16,-1 0-11 0,1-2-17 0,3-5-22 15,-3 4-17-15,2 0-28 0,-3 1-16 0,6 2-22 16,-9 4-35-16,-1 2-55 0,0 0-86 0,-4 9-290 16,0-13-615-16,0 13 273 0</inkml:trace>
  <inkml:trace contextRef="#ctx0" brushRef="#br0" timeOffset="-155796.91">8130 16694 103 0,'0'0'140'0,"0"-17"-3"15,0 11-3-15,-1-4-9 0,1 10-11 0,-1-14 8 16,1 7 19-16,0 7-6 0,-2-11-4 16,2 11-1-16,-1-8-11 0,1 8 0 0,0 0-9 0,-1-9-6 15,1 9-9-15,0 0-8 0,0 0-10 0,0 0-10 16,0 0-4-16,1-9-11 0,-1 9-9 0,0 0 2 16,0 0-12-16,0 0 1 0,0 0-10 15,0 0 6-15,0 0-4 0,0 0 5 0,1 26-1 16,2-15 3-16,-3 1-4 0,1 0 2 0,3 7-7 15,-1 0 3-15,0 0-6 0,1 0 1 0,3-1 1 16,2 10-2-16,-4-5 0 0,1-3 2 0,2-1-7 16,-2-2 3-16,-1-1 0 0,2 1-1 0,-2 1-7 15,-1-7 1-15,2 0-3 0,0 0 1 0,-1-1 1 0,-1-2 0 16,0-2-2-16,-1 1 2 0,-1-3-4 16,-2-4 2-16,5 9-2 0,-5-9 5 0,3 7-5 15,-3-7 10-15,2 6 9 0,-2-6 14 0,0 0 10 16,0 0-2-16,0 0-3 0,0 0-6 0,0 0 0 15,15-16-1-15,-13 7-3 0,2-5-14 0,2 4 6 16,-1-4-6-16,2-3 1 0,-2 0-3 0,1-2-2 16,1-6-2-16,-1 7 1 0,4-8 1 0,-1 2-6 15,-4 4 1-15,2 3-5 0,-1 0 5 0,-1 0-13 16,0 7-6-16,2-1-1 0,-5 1-6 0,2 4-15 16,-4 6-17-16,8-9-14 0,-8 9-3 0,9-7-9 15,-9 7-20-15,11 0-16 0,-11 0-44 0,0 0-32 16,16 8-41-16,-7-3-33 0,-2 2-134 0,0 2-424 15,-7-9 188-15</inkml:trace>
  <inkml:trace contextRef="#ctx0" brushRef="#br0" timeOffset="-155480.78">8635 16803 3 0,'0'0'187'0,"0"0"-14"0,0 0-2 0,-9 21-16 0,9-21-3 16,0 0 7-16,-5 19-5 0,4-11-7 16,-1 4-5-16,0 5-2 0,-3-2-14 0,-2 1-5 15,5 0-11-15,-2 2 0 0,3 0-4 0,-2 2-7 16,3-3 23-16,-1 0-12 0,1 1-7 0,0-1-13 16,0-2-6-16,1-5-11 0,0 2-2 0,2-2-10 15,-3 0-4-15,0-4-6 0,3 0 0 0,-3-6 13 16,5 11-3-16,-2-5 3 0,0-3-4 0,2 1 0 15,-5-4-14-15,9 6 3 0,-4-6-10 0,-5 0-1 16,14 0-4-16,-4-2-3 0,1 1-7 0,1-2-20 16,0 1-17-16,2-3-29 0,3 0-13 0,-2-2-29 15,3 1-40-15,0-3-44 0,1 1-38 0,0 0-58 16,0-1-194-16,-2-1-496 0,6-5 219 0</inkml:trace>
  <inkml:trace contextRef="#ctx0" brushRef="#br0" timeOffset="-155247.29">9262 16802 67 0,'0'0'256'0,"0"0"-16"15,0 0-14-15,0 0-11 0,0 0-18 16,0 0-7-16,0 0-5 0,0 0-13 0,2-14-12 15,5 12-11-15,-7 2-19 0,18-2-14 0,-4 1-7 16,4-5-14-16,-4 6-19 0,4-1-22 0,-1-3-41 16,2 1-22-16,-2 0-52 0,-3 0-57 0,-4 1-62 15,3 1-201-15,-13 1-412 0,14-3 183 16</inkml:trace>
  <inkml:trace contextRef="#ctx0" brushRef="#br0" timeOffset="-155060.12">9277 16857 144 0,'-11'5'251'0,"11"-5"-7"0,0 0-3 15,-2 9-4-15,2-9-9 0,0 0-6 0,0 0-10 0,24 6-17 16,-7-7-18-16,3 1-20 0,1-3-10 0,7 0-23 16,1-1-26-16,2-2-36 0,-2-2-21 15,3 3-37-15,-1-4-37 0,-2 3-44 0,1-2-85 16,-2-1-33-16,-7 3-192 0,-4-2-418 0,2 1 186 15</inkml:trace>
  <inkml:trace contextRef="#ctx0" brushRef="#br0" timeOffset="-151093.87">11199 14550 15 0,'0'0'15'0,"0"0"-3"0,0 0-1 0,0 0-4 16,0 0-3-16,0 0 7 0,5-5-7 0,-5 5 1 15,0 0-3-15,0 0 4 0,0 0-6 0,0 0 3 16,0 0-4-16,0 0-3 0,0 0 1 0,0 0-2 16,0 0-1-16,0 0-7 0,0 0-14 0,0 0 7 15</inkml:trace>
  <inkml:trace contextRef="#ctx0" brushRef="#br0" timeOffset="-150493.06">11250 14550 19 0,'0'0'44'0,"0"0"-4"0,0 0-1 0,0 0 0 0,0 0-1 15,0 0-5-15,0 0 10 0,0 0 7 0,2-7-20 16,-2 7 8-16,0 0-5 0,0 0 1 0,0 0 2 16,0 0 11-16,0 0-12 0,0 0-5 0,0 0 0 15,0 0-5-15,0 0 12 0,0 0-14 0,0 0 1 16,0 0-5-16,0 0-6 0,0 0 4 0,0 0 4 16,0 0 3-16,0 0-7 0,0 0 3 0,-5-13-1 15,5 13 1-15,0 0-4 0,0 0 0 0,0 0 5 16,0 0-7-16,-6-4 3 0,6 4-2 0,0 0-3 15,0 0 11-15,0 0-4 0,0 0 3 0,0 0-10 16,-7-5-2-16,7 5 7 0,0 0-2 0,0 0-2 16,0 0 7-16,0 0 3 0,-6-4 3 0,6 4-10 15,0 0-3-15,0 0 6 0,-5-6-6 0,5 6 6 16,0 0 1-16,0 0 1 0,-6-3-1 0,6 3-2 16,0 0 5-16,0 0-9 0,-6-6-1 0,6 6-3 15,0 0 4-15,-7-2-2 0,7 2 0 0,0 0-2 16,0 0 0-16,-10-3-6 0,10 3-4 0,0 0 2 15,0 0 4-15,-8-3-1 0,8 3-1 0,0 0-4 16,0 0 2-16,-12 1-4 0,12-1 10 0,0 0 2 16,-7-2-3-16,7 2-7 0,0 0 1 0,0 0 0 15,-13-2 0-15,13 2 1 0,0 0 2 0,-9 0-3 16,9 0 0-16,0 0-1 0,-10 0 2 0,10 0 0 16,0 0 2-16,-10 2 8 0,10-2-7 0,0 0-5 15,-7 4 7-15,7-4 1 0,0 0-2 0,0 0 8 16,0 0-12-16,0 0 3 0,-10-2 0 15,10 2-2-15,0 0-1 0,0 0-2 0,0 0 5 0,0 0-4 16,0 0 1-16,0 0 0 0,0 0 0 0,0 0-7 16,0 0-1-16,-9 2-12 0,9-2-14 0,0 0-20 15,0 0-20-15,0 0-20 0,0 0-21 0,0 0-101 16,0 0-232-16,0 0 104 0</inkml:trace>
  <inkml:trace contextRef="#ctx0" brushRef="#br0" timeOffset="-146713.83">10284 16664 129 0,'0'0'158'0,"0"0"-3"0,0 0-9 16,0 0-6-16,0 0-9 0,0 0-2 0,0 0-8 16,-7-7-11-16,7 7-15 0,0 0-5 0,0 0-6 15,0 0-7-15,0 0-1 0,1-10-13 0,-1 10-2 16,0 0-8-16,8-10-2 0,-4 6-9 0,2 0-4 16,5 1 0-16,-5 0-7 0,4 0-5 0,2 2 3 15,-1 0-6-15,1-1-2 0,0 2-1 0,0 0-6 16,1 3-3-16,-3-1 0 0,-1 0 0 0,1 3 0 15,-1 1-1-15,-1 0-4 0,-2 2 4 0,-3-2-1 16,-2 4 1-16,0 1-4 0,-2-2 0 0,-1 4 3 16,-2-2-1-16,-1 0 7 0,-3 4 1 0,-1-5 1 15,0-2 6-15,0 1-2 0,0-1-2 16,-2 0 0-16,-1 3 3 0,-1-4-3 0,0-4 1 0,3 4 2 16,-1-3 7-16,-1 2-4 0,3-2 6 0,9-4 1 15,-14 6-1-15,14-6-4 0,-10 4 1 16,10-4-2-16,-9 2-8 0,9-2-3 0,0 0 0 15,-10 3-4-15,10-3 0 0,0 0-4 0,0 0 2 0,0 0 1 16,0 0-4-16,0 0 5 0,0 0 1 0,29 7-2 16,-16-7 2-16,0 0-3 0,5 0-7 15,-2 0-5-15,2-1-14 0,-1 1-14 0,2 0-28 16,-1-2-28-16,2 2-46 0,1-1-49 0,-1-2-38 16,-1 1-137-16,0-1-385 0,-3-1 170 0</inkml:trace>
  <inkml:trace contextRef="#ctx0" brushRef="#br0" timeOffset="-146379.72">10746 16683 79 0,'0'0'177'16,"0"0"-9"-16,0 0-6 0,0 0-8 0,0 0-8 16,0 0-8-16,0 0-5 0,0 0-4 0,-25 15-10 15,21-10-6-15,1 1-10 0,1 2-10 0,-2 0-5 16,3-2-15-16,1-6 2 0,1 17-4 0,-1-17-2 15,5 15-13-15,-1-9-5 0,2 2-7 0,1-5 1 16,3 3-4-16,-1-2 7 0,1-3 6 0,3-1-1 16,1 2-1-16,0-2 1 0,5-3-7 15,0-1 1-15,-2-1-5 0,-1 0 1 0,4-1-3 16,-4-3 1-16,-2 1-4 0,-2 0-1 0,-2 1-4 16,-1-1 0-16,-1-1-5 0,-3 1-3 0,-1-2-1 15,-4 1-5-15,0 9 0 0,-2-18-2 0,0 8-6 16,-2 1-1-16,-3 1-9 0,-1 2-6 0,-5-6-13 15,1 8-10-15,-4-2-23 0,3 3-12 0,-6 0-13 16,6 3-20-16,-7 3-25 0,2-1-43 0,2 3-35 16,2-2-28-16,-2 3-118 0,-1 0-373 0,8-2 166 15</inkml:trace>
  <inkml:trace contextRef="#ctx0" brushRef="#br0" timeOffset="-146097.79">11065 16570 149 0,'0'0'201'0,"5"-5"-8"16,-5 5-22-16,0 0-13 0,0 0 5 0,8 1-7 16,-8-1 5-16,9 4-11 0,-3-1-10 0,0 0-6 0,3 4-7 15,-1-1-3-15,-1 0 3 0,2 3-7 0,3-1-10 16,-2 0 0-16,2 1-6 0,-1-1-8 0,2 2-9 15,3-1-9-15,-5 0-11 0,-1 1-3 0,1-4-5 16,1 1-8-16,3 2-4 0,-3-4 2 16,0-1-11-16,-1-1-17 0,-1 3-21 0,1-2-30 15,-3-1-36-15,-8-3-35 0,12 7-51 0,-6-3-52 16,-6-4-52-16,0 0-152 0,6 5-442 0,-6-5 196 16</inkml:trace>
  <inkml:trace contextRef="#ctx0" brushRef="#br0" timeOffset="-145896.8">11339 16556 128 0,'0'0'240'0,"0"0"-9"0,-16 10-14 0,7-3 3 16,1 1-12-16,-2 5-11 0,-2 1-15 0,-1-1-12 15,2 1-13-15,-7 7-14 0,4-6-11 16,-3 6-18-16,5-6-6 0,-2 0-14 0,3 1-15 15,0-1-28-15,2-1-36 0,0 0-38 0,1 1-40 16,1-4-58-16,4 0-72 0,-2 0-188 0,0-1-413 16,5-10 182-16</inkml:trace>
  <inkml:trace contextRef="#ctx0" brushRef="#br0" timeOffset="-142392.86">12762 14715 22 0,'0'0'129'16,"0"0"-9"-16,0 0-3 0,0 0-11 0,0 0-9 0,0 0-7 16,0 0-8-16,0 0-16 0,0 0 0 0,0 0-8 15,0 0-9-15,0 0 1 0,0 0-4 0,0 0 1 16,0 0 2-16,0 0-1 0,0 0 2 16,0 0-3-16,0 0-1 0,0 0 2 0,0 0 4 15,0 0-2-15,0 0 8 0,0 0-3 0,0 0 8 0,0 0-4 16,-2-10 13-16,2 10 6 0,0 0-1 15,0 0-3-15,0 0 0 0,0 0-1 0,0 0-11 16,0 0-3-16,0 0-5 0,4-10-4 0,-4 10-2 16,3-8 1-16,-3 8-6 0,-3-8-6 0,3 8-3 15,3-10 1-15,-3 10-2 0,1-10 6 0,-1 10 7 0,-1-9 1 16,1 9-5-16,0 0-2 0,0-11-2 0,0 11 3 16,0 0-15-16,0 0-4 0,0-8-4 15,0 8-2-15,0 0-3 0,0 0-4 0,0 0 3 16,0 0-1-16,0 0-6 0,0 0 1 0,3 34-3 15,-3-22 2-15,2 6 2 0,-2 1 0 0,2-2 3 0,2 2 0 16,-4 1 2-16,2 0 3 0,-2-3 1 0,1 2 2 16,-1 0 11-16,2-1 3 0,2-2-4 15,-4-1-3-15,0-4-2 0,2 2 0 0,0-4-1 16,-2 1-6-16,0 0 4 0,1-3-8 0,-1-7 2 16,2 12 7-16,1-6-8 0,-3-6-1 0,0 10-3 15,0-10 1-15,0 7-6 0,0-7 3 0,0 0 3 16,2 8-6-16,-2-8-4 0,0 0-6 0,0 0-8 0,0 0-11 15,0 0-21-15,0 0-10 0,0 10-34 0,0-10-30 16,0 0-42-16,0 0-61 0,0 0-49 16,0 0-158-16,0 0-465 0,0 0 206 0</inkml:trace>
  <inkml:trace contextRef="#ctx0" brushRef="#br0" timeOffset="-141612.93">13072 14718 203 0,'0'0'208'0,"0"0"-13"16,5-7-10-16,-5 7-14 0,0 0-14 0,0 0-14 15,0 0-12-15,0 0-16 0,0 0-10 0,0 0-10 16,0 0-9-16,0 0-10 0,0 0-3 0,0 0-14 15,0 0-3-15,0 0-3 0,0 0-5 0,0 0-4 16,0 0-1-16,0 0-9 0,0 0 0 0,-18 14-5 16,18-14 1-16,0 0-6 0,-2 6 1 0,2-6-1 15,-4 6-4-15,4-6-3 0,-3 8 1 0,3-8-4 16,0 9 2-16,0-9-2 0,3 10 0 0,-3-10 0 16,6 9-2-16,-4-3 2 0,2 0 2 0,1 0 4 15,0-2-6-15,2 3 0 0,1 2 3 0,1-3-3 16,-1 1-3-16,2 0 2 0,-1 2-2 0,-2-2-3 15,2 0 0-15,-2 1-3 0,-1-2 0 0,-1 2 2 16,2-1-4-16,-2-1-2 0,-3 3 3 0,2-4-1 16,-2 3 3-16,0-2-4 0,1-2 2 0,-3-4 3 15,-2 13-1-15,2-13 12 0,-3 11 3 0,-1-6-3 16,-3 0-2-16,-2 1-1 0,0-1-1 0,0-1 1 16,-3-1-4-16,2 3 0 0,-1-6 0 0,1 4 0 15,1-4-1-15,1 0 0 0,8 0-1 0,-12 0-2 16,12 0 3-16,-11-1-9 0,11 1-6 0,-7-7-2 15,7 7 0-15,-8-6-4 0,8 6-1 16,-5-8-4-16,5 1-6 0,0 7 0 0,0 0 4 0,0-14 0 16,5 6-1-16,-5 8 4 0,4-14 0 0,-2 9 0 15,5-5 2-15,-1 3 1 0,1-1 0 0,0-1 1 16,0 2 4-16,-1 1-3 0,1-3 3 0,1 0-3 16,0 1-1-16,3-1 0 0,-2 0 4 0,0-1-3 15,7 0 1-15,-2 1 3 0,-3-1-3 0,-1 2 2 16,2 1 4-16,-3-3-3 0,-2 2 4 0,4 2-2 15,-4-1 2-15,-1-2 0 0,-1 4 1 0,-1-3 2 16,-4 8-1-16,10-11 0 0,-10 11-4 0,2-12 2 16,-2 12 4-16,4-12-2 0,-4 12 3 0,0-10-3 15,0 10 0-15,0 0 6 0,-6-16-10 0,6 16 1 16,-5-9 2-16,5 9 3 0,-9-8-3 0,2 4 1 16,7 4-1-16,-11-7-1 0,11 7 0 0,-14-2 1 15,14 2 1-15,-15 0-1 0,15 0-2 0,-18 1 1 16,9 1 1-16,0 1-1 0,9-3-2 0,-18 4 5 15,9-1-6-15,0 3 1 0,4-4 1 0,1 3 1 16,4-5-2-16,-9 8 5 0,5-3-1 0,0 0-4 16,4-5-10-16,-6 8-11 0,4-4-16 0,2-4-26 15,0 0-40-15,-4 15-33 0,4-15-28 0,-3 10-171 16,3-4-367-16,0-6 164 0</inkml:trace>
  <inkml:trace contextRef="#ctx0" brushRef="#br0" timeOffset="-141146.28">13423 14750 126 0,'0'0'220'0,"0"0"-16"0,11 2-11 0,-11-2-19 16,0 0-8-16,0 0-14 0,0 0-10 0,0 0-12 16,-20 12-8-16,13-7-6 0,2 1-10 0,1 2-1 15,-2 1-9-15,-1 0-11 0,2 1-2 0,0-1-8 16,1-2-7-16,0 1-9 0,2 0 3 0,2-2-12 16,-3 4-5-16,3-10-6 0,0 13-2 0,0-6-6 0,0-7 2 15,3 12-5-15,-1-5 1 0,4-3-4 16,-1-1-5-16,2 1 5 0,2-1-5 0,-1-2 1 15,-8-1 5-15,19 2-13 0,-8-4 2 0,-3-2 3 16,6 0-5-16,-5 1 0 0,-4-1 0 0,8-1-2 16,-6-2 9-16,0 0-8 0,-1-2 2 0,1 2 0 15,-6-3-5-15,3 1 4 0,0-2-5 0,-2 1 10 16,-2-1-13-16,0 11 2 0,-2-21-1 0,-2 11-1 16,2 1-2-16,-3-1-1 0,-2 1 0 0,0 3 0 15,1-4-5-15,-3 4 5 0,-5 1-4 0,5 0 1 16,-1 2-11-16,-2 0-3 0,1 0-15 0,11 3-12 15,-19 0-17-15,19 0-14 0,-17 5-20 0,7-4-34 16,2 4-44-16,8-5-34 0,-11 11-182 0,7-5-419 16,4-6 187-16</inkml:trace>
  <inkml:trace contextRef="#ctx0" brushRef="#br0" timeOffset="-140647.15">13603 14945 60 0,'0'0'162'0,"2"6"-4"0,-2-6-6 16,0 0-2-16,4 7-3 0,-4-7-11 0,5 3 1 16,-5-3-2-16,4 2-1 0,-4-2-5 0,0 0 0 15,9 3-2-15,-9-3-5 0,0 0-9 16,0 0-7-16,14-4-8 0,-14 4-1 0,6-8-13 15,-1 3 3-15,-5 5-1 0,4-11-9 0,-2 5-8 0,1-1 3 16,-3 7-16-16,3-17-9 0,-3 8-1 0,-3-1-4 16,3 10 3-16,0-17-10 0,0 8-5 0,0-3-4 15,0 2-4-15,0 10-2 0,0-21 2 0,3 8-7 16,-3 4-4-16,2 2 0 0,-2 7-4 0,4-18-2 16,1 13 7-16,-1-1-13 0,2 1 4 0,2-2 0 15,1 2-3-15,1 0 8 0,0 0-11 16,-1 1 1-16,0 1 1 0,1 1-1 0,0 1 3 15,-3-1-4-15,-7 2 1 0,18 0-2 0,-10 3-1 0,-3-1 1 16,1 1-1-16,1 3 0 0,-2-2 3 0,-2 3 0 16,-1 0 4-16,0 1 7 0,0 1 8 15,-2 2-2-15,-4-1 4 0,1 1-1 0,1-1-3 16,-3-1 4-16,3 1-6 0,0-2-2 0,1-1 0 16,-3-1 3-16,4-6-6 0,0 12 8 0,-2-5-9 15,2-7 6-15,0 0-4 0,2 13 0 0,3-10-1 0,-5-3-6 16,9 7 5-16,0-4-4 0,2-1-5 0,1-1-8 15,-2-1-14-15,1 1-22 0,1-2-27 0,-1-2-37 16,-11 3-59-16,19-5-56 0,-11 2-46 16,-8 3-147-16,11-9-454 0,-6 6 201 0</inkml:trace>
  <inkml:trace contextRef="#ctx0" brushRef="#br0" timeOffset="-139506.91">11609 16544 41 0,'4'-5'177'15,"-4"5"-4"-15,0 0-3 0,0 0-5 0,0 0-2 16,4-5-3-16,-4 5-11 0,0 0-7 0,0 0-7 16,0 0-6-16,0 0 1 0,0 0 3 0,0 0-10 15,0 0 2-15,0 0-7 0,0 0-2 0,0 0-17 16,4-10 0-16,-4 10 1 0,0 0-7 0,0 0 1 16,0 0-6-16,0 0-5 0,0 0 3 0,0-15-1 15,0 15-1-15,0 0 4 0,0 0 3 0,0 0-5 16,0 0-5-16,0 0 2 0,0 0-11 0,-2-12-4 15,2 12-10-15,0 0-12 0,0 0-4 16,0 0-11-16,0 0-7 0,0 0 1 0,0 0-3 16,0 0 0-16,0 0-6 0,4 33 0 0,-4-23 7 0,0-10 1 15,0 30-4-15,0-15-3 0,0 1 5 0,0-4-4 16,1 4 6-16,-1 0 7 0,3 0-8 0,-6 0 10 16,6-3-8-16,-3-1 4 0,1 2-12 0,0-5 3 15,1 2 2-15,-2 0 1 0,2 0-7 16,-2 0 0-16,0-11 7 0,2 17-13 0,-1-9-2 15,-1-8 3-15,1 13-8 0,-1-13-14 0,0 13-28 16,0-13-21-16,1 11-23 0,-1-11-19 0,0 0-40 16,-1 14-31-16,1-14-24 0,0 0-46 0,-1 12-55 15,1-12-243-15,0 0-584 0,0 0 258 0</inkml:trace>
  <inkml:trace contextRef="#ctx0" brushRef="#br0" timeOffset="-139012.93">11875 16586 171 0,'3'-9'223'0,"-3"9"-20"0,0 0-15 15,0 0-18-15,0 0-13 0,0 0-11 0,8-4 0 16,-8 4-1-16,0 0-5 0,13 11 4 0,-7-8-16 16,2 4-12-16,0 2-8 0,2-3-6 0,0 4-2 15,0-2-10-15,7 3 3 0,-8-2-14 16,4 2-6-16,-1-2-10 0,-1 0-7 0,-1-1-1 0,0 3-9 15,-2-1-2-15,1-2-8 0,-3 1-3 0,3 0 1 16,-3 1-6-16,-4-2 3 0,0 1-5 16,-2-9 1-16,-2 16-4 0,-3-6 0 0,-1-4-1 0,-2 2-8 15,0 0-3-15,-3-5 6 0,-1 3-14 0,-1 1-4 16,-5 0 1-16,7-6 2 0,-2 0-1 16,-2-1-3-16,2-2-4 0,13 2 0 0,-22-5-3 15,16 1-5-15,1-1-5 0,-2-4 5 0,7 9 0 16,-1-17 0-16,1 17 5 0,8-22-2 0,1 9-1 15,1-3 7-15,4 0-6 0,4-3 3 0,-3 5 0 0,2 1 3 16,3-5-4-16,-1 0 8 0,-6 4-7 16,0 1 3-16,-3 6 1 0,2-7 1 0,-5 6 2 15,0-3-2-15,-2 1 0 0,-1 4 5 0,-2-3-3 16,-2 2-4-16,0 7 14 0,0-15-2 0,-2 8 0 16,2 7 3-16,-8-14-3 0,5 8 2 0,-2 3 0 15,-1-2-3-15,6 5 0 0,-12-7 0 0,6 4 0 16,-3 2 0-16,9 1-5 0,-14 3 0 0,5 0 2 15,0 4-3-15,2-2 1 0,-1 2-1 0,1 1-18 16,0 0-24-16,2 2-25 0,1-3-31 0,-3 3-45 16,6-2-36-16,1-8-58 0,-3 14-166 0,3-14-438 15,-2 13 194-15</inkml:trace>
  <inkml:trace contextRef="#ctx0" brushRef="#br0" timeOffset="-138680.72">12244 16551 51 0,'0'0'219'0,"3"10"-7"0,-3-10-7 0,-1 10-3 15,1-10-10-15,-7 18-9 0,4-8-11 0,1-1-12 16,0 2-16-16,-2-2-11 0,2 3-14 0,1-3-9 16,1 1-15-16,1 0-6 0,1-3-7 0,0 0-9 15,1 0-6-15,0 0-2 0,7-2 8 0,1 0 7 16,0 0-4-16,1-1-8 0,6-4 5 0,0-1-2 15,-1-1-5-15,1 0 2 0,3-2-2 0,-8-1 5 16,3 0-1-16,-5 0 0 0,0-4-5 0,-1 3-6 16,-1-1-4-16,-3-2-7 0,0 0-5 0,-4 1-5 15,-2 8 10-15,4-21-19 0,-4 21 4 0,-10-20-19 16,3 9-3-16,1 2-8 0,-3-1-8 0,-2 3-18 16,-5-2-20-16,4 5-21 0,0-1-18 0,-2 1-35 15,-2 1-26-15,2 3-32 0,14 0-37 0,-21 2-44 16,11 0-203-16,-1 4-496 0,11-6 219 0</inkml:trace>
  <inkml:trace contextRef="#ctx0" brushRef="#br0" timeOffset="-138296.15">12502 16743 123 0,'5'2'206'0,"-5"-2"-5"16,18 0-3-16,-18 0-13 0,21-2-6 15,-7 0-3-15,4-1-11 0,0-1-5 0,3-1-7 16,-4-2-3-16,-5 2-4 0,3 0 2 0,-1 0-1 16,-7 0 5-16,0 1-6 0,-7 4-8 0,12-14-12 15,-6 6-13-15,-2-1-8 0,-2 0-7 0,-2-2-6 16,5 1-15-16,-5-1-12 0,0-2-1 0,2-3-12 16,0 4 1-16,-2-5 6 0,2 6-17 0,0-2 9 15,1 3-7-15,1-3-1 0,5 0-6 0,0 2-6 16,2 0-3-16,1 2 1 0,-3 3-6 0,5 0-2 15,-5 2-4-15,3 2-3 0,0 3-4 0,-12-1-1 16,20 2-5-16,-10 5 4 0,-2-2-2 0,-1 4-1 16,1 1 8-16,-5 0 8 0,2 0-5 0,-3 3 7 15,1-1-5-15,-2 1 1 0,0-2-2 0,-2 2-5 16,0-2 2-16,1 1-10 0,0-12-14 0,1 21-5 16,-1-12-12-16,3 0-24 0,1 1-20 0,0-5-29 15,3 2-19-15,-7-7-29 0,14 11-18 16,-3-8-24-16,5-1-52 0,-5-1-40 0,7-2-191 15,-5 1-512-15,6-4 227 0</inkml:trace>
  <inkml:trace contextRef="#ctx0" brushRef="#br0" timeOffset="-137648.28">10586 17252 103 0,'-12'-1'236'0,"1"-2"-7"0,1 2-17 0,1-1-10 16,0 2-10-16,9 0-13 0,0 0-11 16,-16-1-16-16,16 1-12 0,0 0-15 0,0 0-16 15,-14 0-8-15,14 0-13 0,0 0-7 0,0 0-11 16,0 0-5-16,0 0-2 0,0 0 9 0,0 0-1 16,41 5 2-16,-6-6-5 0,2 1-1 0,20-4-5 0,0-1-3 15,11-3 3-15,32-4-3 0,6-4 2 16,7 5-3-16,6-5-4 0,4 1 0 0,0 5 0 15,1-4-7-15,6-1 2 0,5 8 2 0,2-7 1 16,-1 4-2-16,0 3 10 0,-4-3-6 0,3 5 6 16,-2-1-1-16,-5 1 3 0,0 1-8 0,-5-2-13 15,-12 6 17-15,-4-7 2 0,-15 2 6 0,-27 5 1 16,-2-1-10-16,-7 2-1 0,-4-2-8 0,-16 2 3 16,-4 1-9-16,-5-2-3 0,-5 0-5 0,-11 0-6 15,2 0 6-15,-13 0-14 0,18 0-6 0,-18 0-7 16,0 0-22-16,0 0-32 0,0 0-47 0,0 0-49 15,0 0-52-15,-76 6-45 0,42-5-64 16,-15 1-63-16,-7 3-184 0,-1-4-597 0,1 0 265 16</inkml:trace>
  <inkml:trace contextRef="#ctx0" brushRef="#br0" timeOffset="-136030.03">11141 17451 16 0,'0'0'161'0,"0"0"-9"0,0 0-8 16,-14-3-3-16,14 3 2 0,0 0-6 0,-13-3-7 16,13 3-8-16,0 0-4 0,-10-4-6 0,10 4 0 15,0 0 4-15,-10-3 3 0,10 3 0 0,0 0 7 16,0 0-10-16,-8-7-5 0,8 7-4 0,0 0-8 15,0 0-9-15,0 0-4 0,4-16-10 0,-4 16-1 16,10-10-7-16,-1 3-4 0,0 3-8 0,9-3-2 16,-5 3-10-16,6 0 0 0,-2 2-6 15,-2 2-9-15,-2 2 0 0,1 0-2 0,-3 5-1 0,1 0 0 16,0 4 1-16,0 0 1 0,-4 4 4 16,-2 2-2-16,-3-1 6 0,-2 3-10 0,-2-1 1 15,-6 0-2-15,2 0-6 0,-5 5 0 0,1-7 0 0,0 2-4 16,-2-2 2-16,0-1-6 0,-1 2 3 15,-3-6-2-15,0 0-3 0,4 0 3 0,1-3 0 16,-5-2-6-16,6 0 7 0,3-3-3 0,6-3 1 16,-14 7 3-16,14-7-4 0,-10 1-3 0,10-1 4 15,0 0 9-15,0 0-3 0,0 0-3 0,0 0 4 16,-5-13-14-16,5 13 6 0,0 0-3 0,0 0 0 16,24-15-3-16,-14 10 11 0,3 2-7 0,-1-1-10 15,1-1 4-15,4 1 3 0,0 3-10 0,2-1-18 16,-1 1-22-16,3 0-17 0,0-1-28 0,-2-1-28 15,2 3-28-15,-1-1-31 0,2-3-37 0,-2-1-42 16,1 1-194-16,-5-1-487 0,2-2 215 0</inkml:trace>
  <inkml:trace contextRef="#ctx0" brushRef="#br0" timeOffset="-135443.83">11635 17413 6 0,'0'0'226'0,"14"2"-8"0,-14-2-12 16,0 0-23-16,15 7-12 0,-15-7-14 0,9 10-4 15,-4-5-9-15,-1 3-5 0,-4-8-21 0,4 17-6 16,-1-5-11-16,-6-1-11 0,1 1 0 0,2-1-9 16,-3 1-14-16,-3-1-2 0,2 3-8 0,-5-2-5 15,1-2-2-15,2 0 0 0,-1-1-4 0,-1 0-2 16,-1-2-2-16,9-7-3 0,-7 10-1 0,7-10 7 15,-8 7-6-15,8-7-2 0,-8 6 0 0,8-6-2 16,0 0 5-16,-9 4-6 0,9-4 2 0,0 0-5 16,0 0-8-16,0 0-1 0,0 0-1 15,0 0-4-15,0 0-6 0,29 0-6 0,-29 0-4 16,16 0-7-16,-4 0 0 0,-12 0-5 0,22-4-12 16,-6 3 1-16,-3-1-1 0,0 2-2 0,4-3 6 15,0-1 0-15,1-2 0 0,-7 3 3 0,3-1 1 16,1-3 4-16,-3 2-2 0,1 1 6 0,-2-1-1 15,-2-1-2-15,2 1 8 0,-4-1-1 0,3 1 5 16,-10 5 1-16,9-8 5 0,-9 8 6 0,10-6 2 16,-10 6 4-16,8-4 1 0,-8 4-1 0,0 0 4 15,0 0-2-15,0 0-4 0,0 0 1 0,0 0-6 16,0 0-3-16,0 0 4 0,0 0-4 0,0 0-3 16,0 0 3-16,0 21-2 0,0-21 3 0,0 11-1 15,0-11-2-15,4 8-2 0,-4-8 0 0,7 6-1 16,-7-6 9-16,10 3-5 0,-10-3-3 0,14-1 12 15,-14 1-10-15,20-6-2 0,-10 2 4 0,-2 0 0 16,3-1 4-16,-11 5-2 0,12-8 5 0,-7 0-7 16,-1 2 0-16,-4 6-4 0,2-11 1 0,-2 11 0 15,0 0-1-15,-11-20-8 0,7 15-1 16,-6-3-3-16,4 2-3 0,-5 1-10 0,11 5-8 16,-17-8-13-16,7 7-17 0,0-2-20 0,10 3-16 15,-15 0-26-15,15 0-21 0,-13 4-50 0,13-4-44 16,0 0-163-16,-14 10-430 0,14-10 191 0</inkml:trace>
  <inkml:trace contextRef="#ctx0" brushRef="#br0" timeOffset="-135212.78">12127 17470 124 0,'2'-4'240'15,"-2"4"-9"-15,7-3-7 0,-7 3-15 0,10-3-13 16,-2 0-15-16,3 0-10 0,0 0-19 0,7 0-13 16,-2-1-13-16,2 1-11 0,0-1-13 0,-2 0-9 15,0 1-14-15,3-1-22 0,-5 3-19 16,-3-2-26-16,0 1-33 0,-11 2-26 0,21-3-40 16,-21 3-26-16,16-2-35 0,-12-1-28 0,-4 3-141 15,11-4-342-15,-11 4 152 0</inkml:trace>
  <inkml:trace contextRef="#ctx0" brushRef="#br0" timeOffset="-134997.52">12370 17358 79 0,'0'0'155'0,"-10"-6"13"0,10 6 17 15,-9-5-5-15,7 1 1 0,2 4 0 0,0 0-16 16,-10-4-9-16,10 4-19 0,0 0-4 0,0 0 13 16,0 0 2-16,-17 14-1 0,9-6-6 0,5 2 1 15,1 0-2-15,-2 3-10 0,-2 1-9 16,4 2-11-16,0 1-10 0,0-2-10 0,0 0-7 0,2 4-9 15,0-3-7-15,0 0-1 0,0 1-9 0,0-4-23 16,2 2-19-16,0 2-41 0,-2-4-35 0,4 1-40 16,-4-3-48-16,1 0-64 0,4-3-285 0,-5-8-538 15,0 0 239-15</inkml:trace>
  <inkml:trace contextRef="#ctx0" brushRef="#br0" timeOffset="-134730.72">12596 17338 96 0,'2'-10'289'0,"-2"10"-5"0,1-9-8 0,-1 9-20 16,0 0-25-16,0 0-19 0,0 0-23 0,2-12-22 16,-2 12 0-16,0 0 3 0,0 0-7 0,0 0-3 15,0 0 1-15,11 34-19 0,-10-22-8 16,3 0-10-16,0-1-3 0,-1 6-6 0,-1-7-2 15,6 6-14-15,-6-1-7 0,0-4-14 0,4 0-3 16,-6-11-2-16,5 23-14 0,-2-12 1 0,0-2-13 16,-3-9-23-16,2 20-43 0,0-13-34 0,-2-7-29 15,0 14-40-15,0-14-28 0,0 0-40 0,-2 17-46 16,2-17-50-16,0 0-221 0,0 0-548 0,-5 13 242 16</inkml:trace>
  <inkml:trace contextRef="#ctx0" brushRef="#br0" timeOffset="-134247.21">12909 17355 154 0,'0'0'210'0,"6"-7"-10"0,-6 7-1 0,0 0-5 16,0 0-5-16,0 0-1 0,0 0-10 0,12 18-20 16,-8-10-1-16,3-1 1 0,-1 5-4 0,2-4-2 15,0 2-10-15,3 1-14 0,3 2-7 16,-1-3-9-16,0 1-8 0,1 1-9 0,-5-4-8 15,1 0-11-15,1 0-6 0,-3-1-7 0,1-2-6 16,-4 0-4-16,-5-5-9 0,9 8 4 0,-9-8-6 16,4 8-4-16,-4-8-8 0,0 0-10 0,0 0-4 15,-18 12-2-15,9-10-10 0,-1 0-4 0,1 1-2 16,-5-2-13-16,14-1 6 0,-21 2-5 0,21-2 3 16,-15-3-2-16,15 3-8 0,-11-5-4 0,11 5-4 15,-7-6-2-15,7 6-1 0,-2-10 5 0,2 10 3 16,6-17 6-16,2 8-1 0,0-1 0 0,3-4 9 15,-1 2-3-15,5-1-5 0,1-2 7 0,-3 2 0 16,3-1 0-16,-3-1 2 0,2 1 1 0,0 2 1 16,1-2 1-16,-3 1 6 0,-4 1-1 0,2-2 4 15,-2 2 4-15,-4 2 2 0,-1-1-1 0,0-1 6 16,-4 3 4-16,0 9 7 0,0-20-5 0,0 20 6 16,-4-12-1-16,0 5-3 0,4 7-1 0,-11-10-1 15,1 9-1-15,10 1-3 0,-20 1 2 16,8 2 3-16,-1 5-7 0,-3-1-4 0,1 4 0 15,1-1-4-15,5 0 1 0,-1 2 0 0,3-2-15 16,-3 4-15-16,4-5-34 0,2 3-28 0,1-2-24 16,-3-1-43-16,6-9-49 0,-3 19-58 0,3-14-191 15,0-5-486-15,0 0 216 0</inkml:trace>
  <inkml:trace contextRef="#ctx0" brushRef="#br0" timeOffset="-133927.24">13302 17305 136 0,'0'0'258'0,"8"10"-11"15,-8-10-7-15,0 0-15 0,-4 18-8 0,4-18-11 16,-2 20-15-16,0-12-15 0,0 5-15 0,2-13-16 16,-1 17-11-16,1-7-12 0,1 0-15 0,3-2-12 15,-4-8-3-15,6 12-8 0,1-5 6 16,0-2-1-16,-7-5 0 0,18 8 0 0,-6-8-4 15,-12 0 1-15,31 0-3 0,-18-2-5 0,6-3-11 16,-6 2-4-16,3-4 7 0,-3 3 3 0,-2-2-3 16,3-3-8-16,-1 0-1 0,-2 0-2 0,-8 1-9 15,-3 8-6-15,6-19 1 0,-6 7-4 0,0 12-4 16,-11-23-5-16,0 9-1 0,4 4-4 0,-4-3-23 16,-5 2 7-16,-1 0-8 0,0 1-8 0,-1 2-7 15,1 2-18-15,0-1-21 0,0 3-21 16,5 1-31-16,-1 0-33 0,2 1-39 0,11 2-43 0,-16-2-67 15,16 2-263-15,0 0-594 0,0 0 262 0</inkml:trace>
  <inkml:trace contextRef="#ctx0" brushRef="#br0" timeOffset="-133511.65">14366 16843 56 0,'0'0'312'16,"-7"-8"-11"-16,7 8-4 0,0 0-25 0,0 0-21 16,0 0-16-16,0 0-22 0,0 0-8 0,0 0-13 15,0 0-18-15,0 0-14 0,0 0-12 0,16-11-20 16,-16 11-5-16,25-3-17 0,-14 2-17 0,6-4-17 15,-4 5-20-15,0-3-23 0,0 0-29 16,-2 1-40-16,-2 1-36 0,-9 1-35 0,0 0-37 0,21-3-41 16,-21 3-31-16,9 0-29 0,-9 0-148 0,0 0-431 15,0 0 191-15</inkml:trace>
  <inkml:trace contextRef="#ctx0" brushRef="#br0" timeOffset="-133364.71">14393 16911 14 0,'0'0'166'0,"0"0"-4"15,-7 7 5-15,7-7 5 0,0 0 0 16,0 0-3-16,0 0-17 0,0 0-10 0,30 7-16 16,-12-9-14-16,2-2-16 0,0 1-20 0,2-1-21 15,6 1-42-15,-4-2-47 0,3-2-57 0,-5 5-64 16,-5 1-98-16,-4-1-273 0,-2 0 121 0</inkml:trace>
  <inkml:trace contextRef="#ctx0" brushRef="#br0" timeOffset="-128794.65">15124 16416 228 0,'-1'-11'215'16,"1"11"-11"-16,-5-7-6 0,5 7-14 0,-6-8-18 15,2 4-9-15,4 4-1 0,-10-7-13 0,1 1-7 16,1 3-6-16,-1 0-9 0,0 0-6 0,-1 1-4 15,-2 1 3-15,2 1-17 0,-1 0-1 0,-3 0-11 16,3 0-3-16,-3 2-8 0,3 0-10 0,-1 3-1 16,1 0-7-16,-1 0-5 0,2 1 1 0,-1 2-7 15,2 0-3-15,0 2 0 0,0 0-4 16,4 1-4-16,-1-3-5 0,2 4 1 0,2-2-7 16,-1 1-1-16,1-1-2 0,3 1-2 0,0-1 2 15,3 0-4-15,-1-1-1 0,5-1 1 0,-3 1-5 16,5-1 0-16,-2-3 1 0,1 2-2 0,1-1-1 0,-1-3-2 15,1 0 4-15,0 0-1 0,3 0-3 0,-3-3-6 16,-10 0 0-16,23-3 1 0,-14 0-4 16,3 1 7-16,-3-2-3 0,2 2 5 0,-1-3-4 15,-10 5-1-15,12-9 2 0,-7 1-3 0,1 3 1 16,-6 5-1-16,8-12-2 0,-3 5 4 0,-1-3-1 16,0 0-2-16,-2 1 6 0,1-1-8 0,1 1 1 15,-2-2 2-15,1 0 1 0,-3 11-2 0,4-19-3 16,-3 13 3-16,-1 6-3 0,0-13 16 0,0 13-12 15,4-12 2-15,-4 12 5 0,0 0 5 0,1-13 2 16,-1 13 2-16,0 0-3 0,0 0-4 0,0 0-1 16,-1-11 1-16,1 11-5 0,0 0-2 0,0 0-3 15,0 0 0-15,0 0-1 0,0 0 3 0,0 0 0 16,0 0 5-16,0 0-8 0,0 0 2 0,-5 38 14 16,3-26-5-16,5 4 4 0,-4-4-4 0,1 2 5 15,-4 3 4-15,4-2-1 0,0 1 1 16,-4 0 0-16,4 1-2 0,-1 0 1 0,1-2 5 15,-2 0 15-15,2 1-4 0,-1 0-1 0,1-5-1 16,0 0-5-16,0 2 2 0,0-2-1 0,0 0 8 16,1 0-7-16,-1-11 4 0,2 17-6 0,-2-17-8 15,-2 14 1-15,2-14-2 0,2 12-1 0,-2-12 12 0,1 11-15 16,-1-11-3-16,0 0-5 0,0 13 5 0,0-13-2 16,0 0-1-16,0 0-5 0,0 0 0 15,0 10-26-15,0-10-13 0,0 0-21 0,0 0-22 16,0 0-25-16,0 0-27 0,0 0-22 0,0 0-32 15,4 8-40-15,-4-8-46 0,0 0-264 0,0 0-579 16,0 0 256-16</inkml:trace>
  <inkml:trace contextRef="#ctx0" brushRef="#br0" timeOffset="-128275.89">15294 16373 219 0,'0'0'268'0,"0"0"-21"15,0-12-20-15,0 12-24 0,0 0-17 0,0 0-20 16,0 0-17-16,-5-10-17 0,5 10-14 0,0 0-16 16,0 0-1-16,0 0-8 0,0 0-1 0,0 0 9 15,0 0-5-15,14 37-5 0,-9-26-8 16,-2 2-7-16,0-1-2 0,2 2 7 0,0 0-8 15,-1 0-3-15,1-3-5 0,0 6-9 0,-3-6-1 16,2 2 3-16,0-2-9 0,1-1-3 0,-1 2-10 16,0-3 1-16,1 1-6 0,-3 0-1 0,2-1-2 0,0-1-3 15,-1-2-2-15,3 0 1 0,-3 1-5 16,2-2 1-16,-3 0-2 0,-2-5-1 0,7 7-5 16,-7-7 3-16,4 6-7 0,-4-6 5 0,5 4-2 15,-5-4 4-15,6 4 2 0,-6-4-4 0,0 0 3 16,14-4-1-16,-7-1 10 0,-7 5-4 0,17-12 5 15,-6 4-5-15,0-6 1 0,2 3-3 0,0-3-2 16,-1-2-1-16,5-3-3 0,-2-3-3 0,2 1 4 16,-2 0-6-16,0 0-4 0,-4 3 5 0,0 2-9 15,-1-1 6-15,1 2 2 0,-2 2-1 0,-3 2 3 16,1 1-1-16,-1 1-5 0,-6 9 4 0,5-11 1 16,-1 5 0-16,-4 6-2 0,0 0 1 0,8-10-8 15,-8 10 1-15,0 0-2 0,4-8-7 0,-4 8-17 16,0 0-26-16,0 0-20 0,0 0-29 0,0 0-10 15,0 0-11-15,0 0-7 0,0 0-24 0,0 0-31 16,0 0-43-16,0 0-30 0,-15 32-195 0,8-23-486 16,-2 2 215-16</inkml:trace>
  <inkml:trace contextRef="#ctx0" brushRef="#br0" timeOffset="-127580.73">15103 16902 144 0,'0'0'258'0,"0"0"-10"15,-16 0-12-15,12 1-18 0,4-1-4 0,0 0-14 16,0 0-7-16,-16 3-12 0,16-3-12 0,0 0-9 16,0 0-12-16,0 0-6 0,0 0-4 0,-11 0-11 15,11 0-9-15,0 0-3 0,0 0-1 16,0 0-8-16,0 0-11 0,0 0 7 0,0 0-14 16,0 0-3-16,0 0-8 0,0 0 6 0,0 0-13 15,0 0 7-15,0 0-4 0,0 0 2 0,-11 3-1 0,11-3-9 16,0 0 3-16,0 0 6 0,0 0-19 0,-10 3 1 15,10-3-4-15,0 0 11 0,-13 1-11 16,13-1-1-16,-11 2-7 0,11-2 3 0,-13 3-7 16,8-3-3-16,5 0 7 0,-12 0 2 0,12 0 8 15,-13 1 1-15,6-1-1 0,-4 0-6 0,2 0-5 16,-1-3 4-16,-1 2-7 0,1 1 4 0,-2 0-4 16,1 0 5-16,0-2 5 0,1 4 3 0,1-2-3 15,9 0 2-15,-12 0-6 0,12 0-2 0,-9 0-3 16,9 0-9-16,0 0-5 0,-12 0-2 0,12 0-1 15,0 0-7-15,0 0 3 0,0 0-1 0,0 0-5 16,35-2 4-16,-7 1-4 0,5-2-3 0,3-2 0 16,3 3-1-16,14-3-2 0,-2-2 3 0,0 1-3 15,4-2 6-15,-1 2-2 0,1-1-2 0,-3-2-1 16,2 3 0-16,-3 1-1 0,1 0 0 0,0-3-2 16,-14 2 0-16,-1 0 2 0,0 1-4 0,-7 3 1 15,2-3 1-15,-10 2 0 0,0-1-2 0,-3 3-1 16,-5-1 0-16,-2 0-3 0,-2-1 0 0,-3 2 9 15,0 0-7-15,-7 1-2 0,0 0-1 0,16-3 3 16,-16 3-3-16,8-3 0 0,-8 3 3 0,5-2-1 16,-5 2 0-16,0 0-1 0,0 0-2 0,0 0 2 15,0 0-6-15,0 0-13 0,0 0-24 0,0 0-23 16,0 0-29-16,0 0-56 0,0 0-52 0,0 0-48 16,0 0-42-16,0 0-26 0,0 0-45 0,0 0-48 15,0 0-240-15,-29-4-705 0,29 4 311 0</inkml:trace>
  <inkml:trace contextRef="#ctx0" brushRef="#br0" timeOffset="-126412.77">16313 14955 80 0,'-4'-15'244'0,"-1"4"-4"0,3 0-11 15,-1-2-21-15,-1 4-10 0,1 1-3 0,2 2-7 16,1 6-16-16,-1-10-19 0,1 10-13 0,-3-8-22 16,3 8-11-16,0 0-15 0,0 0-9 0,0 0-2 15,0 0-12-15,0 0-5 0,0 0-3 0,26 18-5 16,-15-4-3-16,1 1-9 0,2 1-2 0,-1-2-1 15,3 9-6-15,1-1-3 0,0 0 1 0,-1-1 0 16,2 1 1-16,-3 0-4 0,1-2-4 0,-6-4-1 16,3 2-2-16,-2-4 1 0,-2 2-6 0,0-1 7 15,-1-4-13-15,-2 3-1 0,-2-6 1 0,2 2 2 16,-1 0 0-16,-1-4-7 0,-1 0 3 0,0 0-4 16,-1-2 5-16,-2-4 0 0,5 7-1 0,-5-7 11 15,2 8 30-15,-2-8 18 0,0 0 33 0,3 5-2 16,-3-5-11-16,0 0-17 0,9-15 2 0,-6 4-13 15,3-3-7-15,-2-1-3 0,3-4 3 0,-4 1-14 16,6-7 0-16,-2 1-5 0,0-3-2 0,1-2-7 16,1 2-6-16,-1-3 7 0,1 2-13 15,-1 1 2-15,0 0-3 0,0 1-1 0,-3 9-1 16,0-1 3-16,-1 7-11 0,-2 0-1 0,1 3 4 0,-2 1-13 16,0-1-11-16,-1 8-16 0,3-10-19 0,-3 10-15 15,3-7-28-15,-3 7-20 0,0 0-29 0,0 0 0 16,0 0 2-16,0 0-9 0,0 0-37 15,0 0-41-15,-12 37-50 0,6-20-195 0,1 0-514 16,1 0 227-16</inkml:trace>
  <inkml:trace contextRef="#ctx0" brushRef="#br0" timeOffset="-126096.63">16852 15099 56 0,'0'-10'224'16,"0"10"-21"-16,0 0-21 0,0 0-2 0,0 0-2 0,0 0-11 16,0 0-9-16,-6 32-3 0,3-16-7 0,-1-5-17 15,2 7-8-15,-2 1-1 0,-1-2-9 16,3 2-7-16,-4-5-10 0,1 10-5 0,4-7-7 16,-2-4-5-16,2 0-5 0,-2-2-7 0,2 1-3 15,1-2 9-15,0-1 0 0,0-3-2 0,0-6-3 16,0 13 8-16,1-6 4 0,-1-7 5 0,3 7 3 0,-3-7 8 15,4 6 4-15,-4-6-18 0,8 2 6 16,-8-2-11-16,0 0-11 0,24-5-6 0,-11 2-1 16,1-2-14-16,0 3-13 0,0 0-21 0,1-4-18 15,-1 2-23-15,-2-2-27 0,-2 2-24 0,3-1-30 16,-3-1-26-16,1 3-31 0,-3 0-48 0,2 0-48 16,2 0-40-16,-5 2-156 0,5-2-497 0,-2 0 219 0</inkml:trace>
  <inkml:trace contextRef="#ctx0" brushRef="#br0" timeOffset="-125630.58">17475 14954 89 0,'-2'-9'265'16,"2"9"-11"-16,0 0-18 0,-1-7-21 0,1 7-23 16,0 0-21-16,0 0-15 0,0 0-15 0,0 0-10 15,0 0-9-15,-20 15-11 0,11-9-7 0,-2 4-11 16,2-2-8-16,-4 4-7 0,0-2 1 0,0 3-5 16,0-2-9-16,0 2-5 0,-1-1-4 0,0-1-9 15,-1 0 2-15,2-1-8 0,-2-1 1 0,1 3-8 16,1-5 2-16,3-2-10 0,-1 3-1 0,-2-4-1 15,5 1-2-15,1-1 0 0,2-1-2 0,5-3-1 16,-10 3 6-16,10-3 5 0,-6 3 6 0,6-3 11 16,-7 4-8-16,7-4 0 0,0 0-2 0,-6 1-6 15,6-1-4-15,0 0 1 0,0 0-7 0,0 0-2 16,-5 4-6-16,5-4-2 0,0 0 0 0,0 0-1 16,0 0 1-16,0 0-5 0,13 8 1 0,-7-6-1 15,2-1 1-15,3 3 5 0,1-1-6 0,2-1-1 16,0 1 1-16,5-1-2 0,-1 2 1 0,1-2 0 15,1 1-2-15,-2 1-12 0,0 0-7 0,0-3-15 16,0 3-25-16,-1-1-21 0,-3-2-19 0,-1 1-28 16,0 1-44-16,0 0-54 0,1-1-52 0,-3 0-163 15,-1 0-472-15,-10-2 209 0</inkml:trace>
  <inkml:trace contextRef="#ctx0" brushRef="#br0" timeOffset="-125164.15">17696 14835 8 0,'0'0'275'0,"0"0"-6"16,-2-15-15-16,2 15-20 0,0 0-26 0,2-13-19 15,-2 13-26-15,0 0-20 0,0 0-10 0,0 0-5 16,0 0-19-16,0 0-9 0,11 26 3 0,-7-10 0 0,-1 1-5 15,3 2-5-15,2-2-7 0,-6 1-5 16,6 0-6-16,-3 1-4 0,0-3-1 0,0 3-5 16,2 0-1-16,-2-1-2 0,0-2-3 0,-1-4-11 15,0 0 1-15,6 2-9 0,-7-4-2 0,1 1-10 16,0-3 3-16,0 1 0 0,-4-9-6 0,5 11-2 16,-5-11-6-16,4 9 5 0,-4-9-5 0,1 9 1 15,-1-9 1-15,0 0 19 0,5 7 32 0,-5-7 3 16,0 0 25-16,0 0-11 0,0 0-4 0,0 0-14 15,20-16-2-15,-15 9-2 0,2 0 0 0,-2-3-11 16,3-4-5-16,-1-1-2 0,-2-1-3 0,4-2-10 16,-3-1 1-16,2 1-9 0,2-8-2 0,-1 4 1 15,1-3-3-15,-5 7-1 0,4-1-2 0,-4 2 0 0,2 2-5 16,-4 4 8-16,0 0-9 0,0 3-8 16,-1 0 1-16,-2 8 8 0,4-10-7 0,-4 10-23 15,0 0-43-15,5-10-33 0,-5 10-35 0,1-5-28 16,-1 5-21-16,0 0-11 0,0 0-23 0,0 0-47 15,0 0-36-15,-5 29-35 0,1-19-166 0,3 3-536 16,0-1 238-16</inkml:trace>
  <inkml:trace contextRef="#ctx0" brushRef="#br0" timeOffset="-124797.15">18015 15050 181 0,'0'0'239'0,"0"0"-9"0,7 1-17 15,-7-1-22-15,0 0-18 0,0 0-20 0,12 2-11 16,-12-2-11-16,17 0-7 0,-8 1-8 0,2-1-10 16,1 0-6-16,-1 3-6 0,1-1-2 0,0-1-14 15,-1 3-1-15,-2-1-6 0,1 2-6 0,-2-1 2 16,-2 0-2-16,-1 2 11 0,-2-2 7 0,1 3 13 16,-3 1-5-16,-1-1 4 0,0-7 6 0,-8 20 9 15,1-5-10-15,-6 0-4 0,1-1 0 16,-3-1-5-16,1 0-6 0,0 0-7 0,1-3 6 0,2 2-21 15,1-5-8-15,0 1-10 0,3-2 1 0,0 1-3 16,7-7 8-16,-10 8-10 0,10-8-10 0,-6 7-8 16,6-7-1-16,-5 5-4 0,5-5-6 0,0 0 9 15,0 0-2-15,0 0 6 0,11 13-5 0,3-13 4 16,3 0-2-16,6-2-7 0,5-3 6 0,5 0-11 16,-2 0 4-16,0 3-25 0,-1-1-28 0,-2 2-22 15,-6-4-33-15,0 2-36 0,-4 1-34 0,-2 0-47 16,-3 2-53-16,0-1-56 0,-13 1-237 0,19-1-602 15,-19 1 267-15</inkml:trace>
  <inkml:trace contextRef="#ctx0" brushRef="#br0" timeOffset="-124247.66">16580 15825 150 0,'-6'-3'284'0,"-1"0"2"0,7 3-10 0,-10-4-19 16,2 2-19-16,8 2-24 0,0 0-21 0,-7-5-20 15,7 5-17-15,0 0-9 0,0 0-10 0,21-3 4 16,7 2-7-16,11 0-14 0,20 0-10 16,33-6-12-16,1 2-3 0,5-5-7 0,5 0-12 15,4-1-6-15,2 0-9 0,-2 0-3 0,-6 2-8 0,-4-2-4 16,-4 2 0-16,-26 4-7 0,-1-1-7 0,-2-2-1 16,-4 2 4-16,-2-2 0 0,-20 3-9 15,0 1 8-15,-6-1-3 0,-2 2 3 0,-10 1 8 16,-3 0-11-16,-6 2-3 0,0-3-3 0,-4 3 1 15,0 0-4-15,-7 0-2 0,11 0-3 0,-11 0-17 16,0 0-15-16,10 0-5 0,-10 0-18 0,0 0-27 0,0 0-45 16,0 0-32-16,-18 17-50 0,8-12-71 15,-5 3-72-15,-6-1-171 0,-4 4-547 0,-3-2 242 16</inkml:trace>
  <inkml:trace contextRef="#ctx0" brushRef="#br0" timeOffset="-123713.83">16882 16245 219 0,'-4'-13'273'0,"4"13"0"15,-1-12-3-15,-1 7-24 0,-2-1-4 0,4 6-8 0,-4-10-3 16,4 10-20-16,-5-6-11 0,5 6-20 0,0 0-25 16,-2-10-18-16,2 10-14 0,0 0-12 0,0 0-16 15,0 0-7-15,0 0-4 0,0 0-6 16,0 36-8-16,-1-21 5 0,2 2-11 0,4 0 3 15,-6 1-29-15,1-1 27 0,0 0-18 0,-2 0-3 16,4 0-5-16,-2-1-2 0,0-3 4 0,0 3-7 16,-2-4-7-16,4-1-17 0,-1 2 10 0,-2-3 5 15,2 0-22-15,0 1-1 0,0-1-12 0,-2-3-31 16,2 0-29-16,-1-7-59 0,-1 15-19 0,1-15-31 16,-2 11-42-16,2-6-52 0,0-5-242 0,0 0-557 15,-9 9 247-15</inkml:trace>
  <inkml:trace contextRef="#ctx0" brushRef="#br0" timeOffset="-123447.84">16851 16241 155 0,'19'-1'203'0,"-1"0"-12"0,2 2-6 15,1 2-10-15,-2 1-5 0,2 2-15 0,-1 0-12 16,-2 5-11-16,0-1-15 0,-5 0-11 0,1 2-4 15,-8-3-8-15,-1 3-2 0,0 4-9 0,-2-4-7 16,-2 1-2-16,-3 3 4 0,-1-4-3 16,-5 3-6-16,1 0-4 0,-5-2-4 0,1 0-4 15,0-1-3-15,1-2-9 0,-4-1 1 0,3-2-9 16,-6 3 1-16,-2-1-5 0,3-2-10 0,3-3-14 16,0 0-14-16,-5 2-24 0,6-2-29 0,1-3-31 15,-1 2-46-15,12-3-52 0,-14-3-54 0,14 3-126 16,0 0-397-16,0 0 176 0</inkml:trace>
  <inkml:trace contextRef="#ctx0" brushRef="#br0" timeOffset="-123230.72">17224 16298 5 0,'9'-5'259'15,"-9"5"-17"-15,0 0-14 0,8-6-26 0,-8 6-23 16,0 0-19-16,0 0-13 0,0 0 3 0,0 0-11 15,0 0-6-15,11 16-9 0,-8-10-9 0,-2 4-12 16,2-3-8-16,-2 1-11 0,0 3-9 0,3-3-5 16,-1 2-7-16,-2 0-2 0,1 0-12 0,-2 0-24 15,2-1-22-15,-2-2-35 0,0-7-31 0,1 17-59 16,2-9-61-16,-3-8-203 0,-2 11-417 16,2-11 185-16</inkml:trace>
  <inkml:trace contextRef="#ctx0" brushRef="#br0" timeOffset="-122813.83">17442 16383 5 0,'0'0'205'0,"0"10"-13"0,0-10-12 0,1 5-8 0,-1-5 5 15,2 5-2-15,-2-5-3 0,0 0-4 0,7 6-1 16,-7-6 1-16,0 0-4 0,12 6-7 0,-12-6-7 15,14 1-3-15,-14-1-11 0,15-4-6 16,-15 4-6-16,12-4-19 0,-12 4 0 0,13-6-13 16,-8 3 0-16,-5 3-9 0,9-11-6 0,-9 11-1 15,3-11-20-15,-3 11-6 0,0-14-3 0,0 14-12 16,-7-13-5-16,7 13-15 0,-7-11-13 0,7 11-19 16,-12-8-21-16,5 5-25 0,7 3-21 0,-16-2-26 15,16 2-14-15,-15 2-32 0,15-2-28 0,-12 6-39 0,12-6-32 16,-7 10-145-16,7-10-434 0,-3 7 192 15</inkml:trace>
  <inkml:trace contextRef="#ctx0" brushRef="#br0" timeOffset="-122193.74">17752 16331 61 0,'5'-4'239'0,"-5"4"-14"15,0 0-5-15,0 0-15 0,0 0-10 0,0 0-12 16,0 0-11-16,0 0-3 0,-23-8-14 0,23 8-12 15,0 0-10-15,-24 10-9 0,15-2-6 16,-1-1-9-16,1 0-4 0,1 1-9 0,2 2-11 0,-3-2-10 16,2 3-7-16,2-1-4 0,1-1-10 0,2 3-3 15,2-12-5-15,1 15-4 0,-1-15-3 0,3 15-3 16,0-6-4-16,-3-9-2 0,11 9-6 0,-1-5 7 16,0 1-4-16,2-4-5 0,0-1 1 15,-12 0-3-15,25 0-1 0,-13-3-2 0,0 0 8 16,-1-2-11-16,-2 1-1 0,0-3 2 0,3 0-3 15,-3-1 0-15,2-5 1 0,-1 1-1 0,-3 0 0 16,1-5 1-16,-3 4-9 0,2-3 3 0,-4-1-1 16,-1 0 1-16,0 0 2 0,0 0 7 0,0-2 3 15,-4 3 3-15,1-3-4 0,0 6 15 0,1 13 3 16,-3-28 2-16,2 17 7 0,1 11 2 0,-1-17-1 16,1 17 9-16,-3-13-22 0,3 13-7 0,0 0-9 15,0 0-3-15,0 0-4 0,0 0 3 0,0 0-5 16,0 0-2-16,0 0 5 0,-1 40 1 0,-3-24-10 15,2 5 4-15,0-3-5 0,0 0 5 0,-2 0-7 16,4 0 6-16,1-1-4 0,-1 1 1 0,0-7 2 16,3 3 3-16,-1-3-1 0,6 4-3 0,-4-5 0 15,3-1 3-15,2 0-4 0,3-3 15 0,2 2-8 16,-3-4-3-16,10 0-1 0,-3-4 1 0,2 2-1 16,3-4-4-16,-1 2 1 0,6-4 1 0,-1-3-2 15,-8 2-3-15,1-2 14 0,-3-3-8 0,0 4 2 16,-3-4-8-16,0 0 14 0,-7 0-10 0,0 0-8 15,-1 1 10-15,-1-3 8 0,-1 3-12 0,-1 1 6 16,-3 8-13-16,-2-13 10 0,2 13-5 0,-10-7-1 16,10 7-1-16,-18 0 8 0,4 1-3 0,-2 3-3 15,-3 2 5-15,0 3-6 0,-5 3 3 0,8-1-3 16,3 1 1-16,0-3-30 0,3 6-14 16,4-5-26-16,2 2-29 0,1-2-31 0,3 2-26 15,0-12-36-15,9 19-44 0,3-11-57 0,4 0-211 0,3-2-546 16,7 1 242-16</inkml:trace>
  <inkml:trace contextRef="#ctx0" brushRef="#br0" timeOffset="-121330.72">18558 16176 90 0,'0'0'253'0,"0"0"-8"0,0 0 1 0,0 0-14 0,0 0-19 16,-27 19-19-16,22-9-15 0,0 0-9 16,0 2-10-16,3-1-13 0,-1 5-8 0,1 0-8 15,2-6-10-15,0 2-5 0,1-1-4 0,1-2-3 16,4 2-7-16,-3-1 3 0,2-2-7 0,3-1 0 16,-3-1-8-16,-5-6-2 0,12 9-9 0,-2-5 3 15,-2-1-6-15,2 0-10 0,-10-3-6 0,15 2-8 16,-15-2 4-16,14 1-6 0,-14-1-6 0,14-6-7 15,-14 6 3-15,11-7-9 0,-11 7-1 0,9-12-1 16,-9 12-7-16,10-13-1 0,-8 3-2 0,-2 10 0 16,4-15-7-16,-4 15-5 0,4-14 2 0,-4 14-6 15,1-10 5-15,-1 10-13 0,0 0 5 16,0 0-6-16,3-13 1 0,-3 13-3 0,0 0 3 0,0 0 8 16,0 0-5-16,0 0-7 0,0 0 0 0,0 0 8 15,11 23-6-15,-11-23 8 0,8 10-7 16,-3-3 9-16,-5-7 0 0,10 10-6 0,0-5 6 15,-1-1-2-15,2-1 3 0,3-1 0 0,-3-1-2 16,2-2 15-16,1-1-13 0,-1-1 1 0,1 1-3 0,-4-2 4 16,0 1-6-16,2-2-3 0,-5 0-4 0,3-2-3 15,-3 1-1-15,-1 0 0 0,0-2 2 16,-4-2-6-16,-2 10-3 0,1-20-14 0,-1 12-1 16,0 8 6-16,-6-21-4 0,2 11 10 0,0-2-10 0,4 12 6 15,-8-18 1-15,8 18 2 0,-6-10 1 16,6 10 3-16,-4-9 3 0,4 9-3 0,0 0-1 15,0 0 0-15,0 0 0 0,0 0 1 0,-2-10 4 16,2 10-5-16,0 0-8 0,0 0 3 0,0 0-6 16,0 0 4-16,0 0 6 0,0 0-6 0,32 10 5 15,-21-10 1-15,3-2 3 0,4 0 1 0,-4 1 4 0,-2-4-1 16,1 3 4-16,-3-2-3 0,-1 1 4 16,-9 3 10-16,15-5 1 0,-15 5 5 0,12-9 0 15,-12 9-1-15,9-5 10 0,-9 5 0 0,0 0 5 16,10-9 7-16,-10 9-2 0,0 0 0 0,0 0 0 15,6-8-7-15,-6 8-9 0,0 0-1 0,0 0-3 16,0 0 0-16,0 0 1 0,0 0 3 0,0 0 7 16,4 22-7-16,-4-22 1 0,-2 19-1 0,2-19-2 15,-2 16-7-15,0-6 1 0,2-10-13 16,0 19-10-16,0-9-25 0,0-10-27 0,0 17-25 0,0-17-21 16,0 11-40-16,0-11-40 0,-2 11-46 0,2-11-234 15,0 0-516-15,-6 15 228 0</inkml:trace>
  <inkml:trace contextRef="#ctx0" brushRef="#br0" timeOffset="-121146.05">18975 15948 157 0,'0'0'149'15,"0"0"-13"-15,0 0-10 0,0 0-16 0,0 0-21 16,0 0-49-16,0 0-31 0,0 0-37 0,0 0-36 16,18 33-57-16,-12-24-131 0,2-4 58 0</inkml:trace>
  <inkml:trace contextRef="#ctx0" brushRef="#br0" timeOffset="-120913.02">19186 15965 137 0,'0'0'189'0,"4"-9"0"0,-4 9-8 0,0 0-4 16,4-8-10-16,-4 8-17 0,0 0-16 0,0 0-17 16,0 0-11-16,0 0 11 0,0 0 2 0,0 0 1 15,10 25 6-15,-9-9-1 0,0-1-11 16,-2 3-10-16,0 1 4 0,-2 1-17 0,3-1-5 16,-2 0-12-16,0 0-5 0,1-7-11 0,1 6-3 15,0-3-6-15,1 2-10 0,1 0-16 0,-1-6-32 16,-1 0-27-16,5 0-25 0,-4-3-22 0,3 2-32 15,-4-10-40-15,9 14-47 0,-4-6-193 0,-5-8-425 16,5 7 188-16</inkml:trace>
  <inkml:trace contextRef="#ctx0" brushRef="#br0" timeOffset="-120697.48">19367 16050 256 0,'2'-15'264'0,"-2"15"-13"0,0 0-24 0,5-14-20 0,-5 14-27 16,0 0-24-16,0 0-10 0,0 0-6 0,0 0-5 16,0 0 0-16,0 0-11 0,0 0-10 15,0 0-12-15,0 50-8 0,-2-38-10 0,1 4 2 16,0-3-17-16,2 2-6 0,-1-3-10 0,-1 1-29 0,1-2-22 16,1 2-29-16,-1-1-26 0,0-12-40 0,3 21-59 15,-3-21-62-15,4 17-182 0,-4-17-428 0,-2 15 189 16</inkml:trace>
  <inkml:trace contextRef="#ctx0" brushRef="#br0" timeOffset="-120346.11">19600 16225 109 0,'0'0'220'0,"4"9"-12"0,-4-9-2 0,2 11-19 16,-2-11-12-16,0 13-15 0,0-13-14 0,-1 12-3 15,1-12-5-15,0 0-1 0,0 0 2 0,-1 14 8 16,1-14 7-16,0 0 12 0,0 0 7 0,0 0 6 16,0 0-15-16,0 0-13 0,0 0-19 0,0 0-7 15,0 0-10-15,0 0-8 0,0 0-10 0,0 0-6 16,0 0-15-16,9-36-8 0,-9 36 4 0,7-21-19 16,-1 9-6-16,4-2-10 0,-1-1 4 0,0 2-18 15,3-1 0-15,0 2-8 0,0 1 5 16,0 0-2-16,-4 4-6 0,0 1-8 0,-8 6 4 0,15-9-8 15,-15 9 5-15,11-1 9 0,-11 1-15 0,0 0 5 16,0 0-1-16,23 10-1 0,-18-1 1 16,-5-9 3-16,10 15-2 0,-7-6-5 0,2 0 3 15,-2 0-24-15,-1 1-26 0,0 0-36 0,2 0-29 16,-2-1-26-16,-2-9-18 0,3 16-29 0,-3-16-52 16,5 12-55-16,-3-5-216 0,-2-7-549 0,0 0 244 15</inkml:trace>
  <inkml:trace contextRef="#ctx0" brushRef="#br0" timeOffset="-120071.29">19966 16190 230 0,'0'0'228'0,"0"0"-11"0,0 0-20 0,0 0-17 16,0 0-13-16,0 0-15 0,0 0-6 0,0 0 1 15,0 0 3-15,0 26-1 0,0-26-4 0,15 6-7 16,-4-4-10-16,2-1-13 0,-1-2-2 0,-12 1-11 15,26-3-7-15,-14 2-3 0,-12 1 4 0,22-8 5 16,-13 1-5-16,-9 7 6 0,15-10-13 0,-9 3-12 16,1-2-4-16,-7 9-3 0,5-18-8 0,-5 18-9 15,-3-20-5-15,3 20-19 0,-7-17-12 0,3 8-16 16,4 9-14-16,-12-13-29 0,6 5-32 0,6 8-25 16,-14-11-21-16,6 7-32 0,8 4-45 0,-11-6-45 15,11 6-236-15,0 0-517 0,-16-4 228 16</inkml:trace>
  <inkml:trace contextRef="#ctx0" brushRef="#br0" timeOffset="-119842.84">20253 15924 83 0,'0'0'260'16,"8"-11"2"-16,-8 11-3 0,4-10-21 0,-4 10-26 15,0 0-23-15,0 0-3 0,0 0 3 0,0 0-1 16,0 0 15-16,0 0-3 0,19 24 8 0,-17-11 4 15,-3 4-18-15,1 1-11 0,0 0-13 0,-1 1-20 16,-1 0-14-16,1 1-11 0,-3-2-11 0,1-1-15 16,1 0-6-16,0 1-23 0,2-3-5 0,1-3-33 15,-1-12-40-15,-1 23-32 0,-1-14-45 0,2 1-36 16,0-10-30-16,0 0-24 0,0 21-39 0,0-21-46 16,-3 9-64-16,3-9-167 0,-11 6-531 0,11-6 235 15</inkml:trace>
  <inkml:trace contextRef="#ctx0" brushRef="#br0" timeOffset="-119691.78">20138 16077 135 0,'0'0'176'16,"0"0"-19"-16,0 0-18 0,0 0-10 0,22-6-21 15,-22 6-5-15,22 0-27 0,-22 0-56 0,28-2-72 16,-9 0-114-16,-1 1-178 0,0-2 79 0</inkml:trace>
  <inkml:trace contextRef="#ctx0" brushRef="#br0" timeOffset="-119196.95">20811 15921 38 0,'4'-8'288'0,"-4"8"-15"0,2-5-8 16,-2 5-30-16,0 0-20 0,0 0-23 0,0 0-12 15,0 0-3-15,-23 3-15 0,12 4-9 16,0 0-8-16,-4 2-10 0,3 4 2 0,-2 1-7 15,0 0 2-15,3 1-1 0,0 0-8 0,1 1-10 16,1-2-13-16,3 4-16 0,2-2-5 0,0-1-11 16,4-3 3-16,0 1-7 0,3 0-14 0,0-1-1 15,6 1-11-15,4-2-11 0,-1 1-9 0,2-5-12 16,1 2-27-16,3-5-27 0,0 1-29 0,0-2-30 16,-5 0-33-16,4-3-35 0,-5 1-27 0,2-1-38 15,-3-1-32-15,1-2-161 0,-2 0-469 0,-10 3 208 16</inkml:trace>
  <inkml:trace contextRef="#ctx0" brushRef="#br0" timeOffset="-118647.25">20953 16021 135 0,'0'0'167'16,"0"0"15"-16,0 0-10 0,0 0-11 0,-2 33-12 15,1-23-17-15,-1 3-9 0,2 0-10 0,-1-1-9 16,1 4-5-16,0-5-14 0,1 0-7 0,1 1-7 15,-1 1-7-15,1-5-3 0,1 2-8 0,1-3-3 16,-2 0-5-16,2-1 2 0,1-1-4 0,-2-1 9 16,-3-4-4-16,6 8 0 0,-6-8-2 15,7 1-5-15,-7-1-3 0,0 0-1 0,0 0-4 0,15-6-4 16,-15 6-1-16,4-10-2 0,-3 6 4 0,-1 4-1 16,3-12-5-16,-2 2-1 0,-1-2-3 0,1 5-2 15,-1-3-1-15,2-2 4 0,0 3 4 0,-1-4-2 16,2 2 5-16,1 2-3 0,-1-1-3 15,1 1-1-15,1-1-2 0,1 5-1 0,-3-1-5 16,4 1 3-16,-7 5-6 0,13-3 0 0,-13 3 0 16,10 2-2-16,-3 1-5 0,-2 3 4 0,1 1-3 0,0 4 3 15,-1 1-3-15,-1-1 2 0,1 0 0 0,-1-1 2 16,-2-1-2-16,1 0 3 0,0 2-5 0,-2-2 3 16,1-3 0-16,0 0-1 0,-2-6 11 15,4 9-11-15,-4-9 8 0,1 8 14 0,-1-8 0 16,2 5 7-16,-2-5-2 0,0 0-1 0,0 0-2 15,0 0-4-15,0 0-6 0,0 0-4 0,0 0-4 16,0 0-2-16,11-23-3 0,-6 16-4 0,2 1-11 16,-1-3-1-16,2-5 3 0,1 5-7 0,2-4-3 15,-2 3 2-15,1 1 0 0,0 2 3 0,-2 1-1 16,1-1 1-16,-4 3-2 0,0 1 0 0,-5 3 4 16,10-2 0-16,-10 2 2 0,0 0 1 0,13 3 1 15,-13-3 2-15,5 9-2 0,-2 1 2 0,-1-1-2 16,-1 1 4-16,1-2 1 0,-1 3 0 0,-1 0 1 15,0 1 1-15,-1-1-28 0,-1-2-29 0,0 1-33 16,2-1-54-16,0-1-67 0,0-8-239 0,0 0-483 16,1 18 214-16</inkml:trace>
  <inkml:trace contextRef="#ctx0" brushRef="#br0" timeOffset="-117830.95">21554 16026 144 0,'0'0'296'0,"-4"-11"-8"0,2 7-15 16,2 4-16-16,-8-5-17 0,8 5-13 0,-12 2-14 15,3 2-1-15,-2 2-14 0,0 4-9 16,-1 1-8-16,-3 2-6 0,4 1-13 0,-1 0-16 0,3 1-9 16,2-1-15-16,0-1-14 0,0-4-8 0,2 1-9 15,3 2-14-15,-1-3-11 0,2 1-4 16,2-3 1-16,2 0-6 0,-3-7-2 0,10 9-9 15,0-6-4-15,2 1-8 0,7-1-7 0,-1-3 3 16,1 0-4-16,-1-3 0 0,0-1-2 0,-4 1 0 16,2-2 0-16,-3-2-7 0,-1 1 2 0,-2-1-4 15,0-3 2-15,-1-5-6 0,-3 0-1 0,0 0-14 0,1-4 7 16,-3 3-3-16,0-2 3 0,-2 0-1 0,1 0-3 16,-3-2 3-16,0 0-8 0,0-5 5 0,-1 5 0 15,1 1-5-15,1-6 6 0,-1 5 5 16,2 1 1-16,-2 2-1 0,3 1-5 0,-2 6 7 15,-1-1 6-15,2 5-4 0,-2 6 2 0,0-12-7 16,0 12 0-16,1-9 0 0,-1 9-5 0,0 0-8 16,0 0 1-16,0 0 8 0,0 0-1 0,11 25 13 15,-9-9-1-15,1 2 1 0,0 0 10 0,-2 3-11 0,2-2 6 16,-2 2 3-16,-1 3-13 0,3-5 5 16,-3-2 0-16,2 1 9 0,2 1-8 0,-1-1-2 15,0-1 9-15,1 2-10 0,0-5-2 0,1-4 1 16,3 0-4-16,-2-1-3 0,3 0-1 0,1-5 11 15,1 3-14-15,1-3-5 0,4 1-1 0,-2-3-3 16,-3-1 1-16,2-3-4 0,-1 1 8 0,-1-6 8 16,1 2-8-16,-1 0-4 0,-2-4-1 0,0 0-6 15,0 2 6-15,-1-3-1 0,-1 0-6 0,1 0-6 16,0-4-2-16,-2 5 3 0,1-4 3 0,-1 5-1 16,-2 1 2-16,-4 7 7 0,6-11-5 0,-6 11 0 15,4-9-3-15,-4 9 1 0,0 0 1 0,5-5 4 16,-5 5 9-16,0 0 1 0,0 0 0 0,0 0 1 15,0 0-2-15,0 0 6 0,-5 37 0 0,2-29-6 16,3-8 4-16,0 13-2 0,0-13 4 0,0 18-1 16,0-18 2-16,2 14 1 0,-2-14-4 0,5 10 14 15,-3-5-11-15,-2-5 4 0,12 8-9 0,-2-6 1 16,-1-2 2-16,-9 0-6 0,26-2-3 0,-26 2 6 16,12-3 0-16,-3-2 0 0,-1-1-2 15,1 1 6-15,0-2-5 0,-9 7 4 0,10-13 0 0,-4 6-8 16,1-2 2-16,-2 1 1 0,-5 8 3 0,7-11-6 15,-3 4 1-15,-4 7 1 0,7-4 9 16,-7 4-13-16,0 0-3 0,5-9 2 0,-5 9-3 16,0 0 9-16,0 0 5 0,0 0 1 0,0 0 2 0,0 0-5 15,0 0-13-15,0 0-26 0,-6 29-32 0,6-29-32 16,0 13-30-16,0-3-8 0,1-4-29 0,-1-6-25 16,8 12-48-16,0-5-45 0,1-3-191 0,-2 0-521 15,7-2 232-15</inkml:trace>
  <inkml:trace contextRef="#ctx0" brushRef="#br0" timeOffset="-117614.8">22328 15993 211 0,'0'0'236'16,"-3"-12"1"-16,0 6 4 0,3 6-18 0,-5-7-14 16,5 7-18-16,-8-2-4 0,8 2-7 0,-12 2-3 15,1 3-5-15,0 1-9 0,2 1-12 0,1 1-9 16,-2 1-13-16,4-1-8 0,-2 2-12 0,3-1-15 15,1 0-10-15,0 3-2 0,2 0-8 0,4 1-7 16,1-3-14-16,-1 2-18 0,5-3-25 0,-1 0-25 16,4-1-31-16,3-3-41 0,4 0-46 0,2-1-59 15,0-3-73-15,-1 0-209 0,1-2-513 0,-2 0 227 16</inkml:trace>
  <inkml:trace contextRef="#ctx0" brushRef="#br0" timeOffset="-117396.02">22535 15829 132 0,'0'0'283'0,"0"0"-27"15,0-11-24-15,0 11-1 0,0 0 1 0,0 0 7 16,0 0-9-16,-2 27-10 0,-1-11 0 0,0 0-12 16,1 2-10-16,-1-1-12 0,0 0-12 15,0 3-17-15,1-1-13 0,-1-1-22 0,2 0-8 0,0 0-4 16,-1 1-19-16,1-2-33 0,0 0-39 0,1-6-32 15,0 1-43-15,-2-3-38 0,2-1-32 16,-1 1-40-16,1-9-37 0,-6 10-79 0,1-5-204 16,1-3-527-16,4-2 233 0</inkml:trace>
  <inkml:trace contextRef="#ctx0" brushRef="#br0" timeOffset="-117264.31">22372 16018 138 0,'5'-10'189'0,"-1"6"-24"0,1 0-14 15,1-1-20-15,5 3-4 0,3-1-20 16,2-2-11-16,3 1-31 0,2-1-59 0,-1 1-72 16,1 2-120-16,-1-3-200 0,0-2 90 0</inkml:trace>
  <inkml:trace contextRef="#ctx0" brushRef="#br0" timeOffset="-117063.73">22837 15653 126 0,'9'-5'228'16,"0"1"-19"-16,1 4 3 0,2 4-7 0,-5 4 3 16,2 6-13-16,-1 5-18 0,-3 8-11 0,2 2-19 15,-6 1-14-15,-1-1-12 0,-3 3-16 0,1 2-5 16,-2-6-11-16,-5 5-21 0,1-5-21 0,1 2-14 16,-5-4-20-16,-3 4-22 0,-2-2-22 0,-5-1-25 15,-3-2-40-15,-3-3-45 0,-3-2-39 0,-11 6-166 16,-8-4-373-16,-1-3 166 0</inkml:trace>
  <inkml:trace contextRef="#ctx0" brushRef="#br0" timeOffset="-116379.71">16758 16056 157 0,'-27'13'222'0,"-1"4"-15"0,-9 16-11 16,2 1-16-16,1 3-13 0,-1 3-44 0,6-2-11 16,1 3-13-16,6 1 0 0,9-9-21 0,3 2-6 15,6-1-5-15,7-1-6 0,7-3-7 0,4-1-6 16,8-1-7-16,6-3-11 0,17 4-12 0,2-5-14 15,1-5-12-15,10 0-7 0,1-6-6 0,1 0-17 16,5-4-24-16,0 0-28 0,0-4-35 0,0 4-36 16,-7 1-92-16,-4-2-274 0,-16-1 122 0</inkml:trace>
  <inkml:trace contextRef="#ctx0" brushRef="#br0" timeOffset="-97130.73">2906 2827 35 0,'-14'-2'160'0,"0"0"-8"0,0 0-10 15,1 1-4-15,-1 0 1 0,1-2-1 0,-1 2-18 16,2 0-11-16,0 0-6 0,1-2-8 0,2 2-7 16,2-1-1-16,7 2-14 0,-16-1 1 15,16 1-5-15,-10-2-4 0,10 2-2 0,0 0-4 16,-11 0-6-16,11 0-7 0,0 0-5 0,0 0-6 16,0 0-3-16,0 0-3 0,0 0 2 0,0 0 0 15,0 0-5-15,40-2 2 0,-9-2-6 0,2 1 3 16,3 0-5-16,1-2-4 0,2 3-2 0,1-1-22 15,-4 1-18-15,-1 2-6 0,-5 0-43 0,0 2-19 16,-8 0-26-16,-4 1-23 0,-1-1-17 0,-5 1-124 16,-1 2-306-16,-2-1 135 0</inkml:trace>
  <inkml:trace contextRef="#ctx0" brushRef="#br0" timeOffset="-96729.77">2922 2816 110 0,'0'0'103'0,"-9"7"4"0,7-3 21 15,-2 2-13-15,0 2 0 0,0 4-9 0,0 4 10 0,2 0-10 16,1 4-9-16,-1-1-14 0,1 2 0 0,1 5-5 16,-3 3 1-16,3-1-12 0,-1 0-7 0,1 0 0 15,0-2-7-15,-1-2-6 0,1-5-2 0,1-1-5 16,-1-1-3-16,-1 0-8 0,0-5-1 0,1 1-2 15,0-1-5-15,1-1 0 0,-2-2 1 0,-1 1-5 16,0-1 2-16,2-9-4 0,-1 14-1 16,-2-8 1-16,1 0-8 0,-2 1-7 0,-1 0-3 15,-3-1-3-15,-1 0-3 0,-3 0-15 0,2 1 4 16,-4-4 6-16,-3 1 8 0,1 0-8 0,-2-2-3 16,0 0 8-16,3 0-2 0,-1-2 4 0,4 2-2 15,-1-1-2-15,5-1 2 0,0 2 6 0,8-2 1 16,-12 2-1-16,12-2 0 0,-10 2 3 0,10-2-2 15,-8 1-2-15,8-1 4 0,0 0 3 0,0 0-1 16,0 0 12-16,0 0-7 0,37-3-2 0,-15-1 0 16,10-1-9-16,-1 0 11 0,3 1-5 0,-1-1-14 15,-1 1-31-15,-1 0-31 0,2 1-24 0,-5 0-22 16,-6 0-15-16,-2 1-106 0,-2 1-260 0,-1-1 116 16</inkml:trace>
  <inkml:trace contextRef="#ctx0" brushRef="#br0" timeOffset="-96162.02">3109 3265 19 0,'0'0'99'0,"-5"-15"13"0,5 15 5 0,0 0 7 16,-4-12-11-16,4 12-9 0,0 0-13 0,0 0-17 16,-4-7-6-16,4 7-4 0,0 0-2 0,0 0 5 15,0 0 4-15,0 0-8 0,0 0-4 0,-5 24-7 16,5-24 2-16,-1 12 8 0,1-12-8 0,-1 14 0 16,1-8-2-16,0-6-8 0,0 13-1 0,0-13-4 15,0 10-6-15,0-10 8 0,0 7 16 16,0-7 9-16,0 0 10 0,-2 7 15 0,2-7 6 15,0 0 9-15,0 0-5 0,0 0-10 0,0 0-13 16,0 0-3-16,-14-4-12 0,14 4-3 0,-8-9-7 16,8 9-3-16,-6-10-10 0,5 3-1 0,1 7-8 15,-1-21-2-15,1 10-3 0,3-8-4 0,4 3 2 16,0-2-12-16,6-6-4 0,2 4-6 0,-4 7 4 16,0 1-4-16,3-1-2 0,0 5 0 0,0 4-1 15,3-1-1-15,2 4-2 0,2 3 1 0,-2 3 2 16,0 3 0-16,-4 3-3 0,4 0 3 0,2 5-2 15,-3 3 1-15,-4-5 3 0,-6 2 0 0,3-2-4 16,-1 2 5-16,-1-2-5 0,-4-4 3 0,-1 2-1 16,-2-5-1-16,0 1 2 0,1 2 6 0,-5-2-8 15,2-8 6-15,-7 14-4 0,0-8 6 0,-1 0-5 16,0-1 4-16,8-5-2 0,-17 5 3 0,3-5-2 16,2 0 2-16,12 0 8 0,-17-2-6 15,17 2-4-15,-13-6 2 0,8 1-5 0,5 5 1 0,-7-14-2 16,6 5 2-16,1 9-4 0,6-27 1 0,1 10-4 15,3-1 0-15,5-2 2 0,-2 6 0 0,2 0-2 16,1 3 0-16,-1 3-2 0,-3 1 4 0,0 2-3 16,0 0-2-16,1 3-1 0,1 2 2 0,-1 2-3 15,0 0 6-15,-1 3-5 0,5 0 6 0,-3 4-5 16,-5-1 4-16,3 3-1 0,0 0 4 16,-6 1-4-16,3-2 5 0,-2 0-13 0,0 5-12 15,-1-5-18-15,-3 2-7 0,2-1-13 0,-1 1-20 16,-3 0-13-16,1-1-35 0,0 1-26 0,0-3-60 15,0 0-149-15,-2-9-396 0,3 15 176 0</inkml:trace>
  <inkml:trace contextRef="#ctx0" brushRef="#br0" timeOffset="-95913.03">3765 2984 131 0,'1'-25'223'0,"-1"8"-7"0,0 2 10 0,0 4-5 0,0 1-2 15,0 4-23-15,1-1-24 0,-1 7-21 0,0 0-19 16,-1-12-20-16,1 12-14 0,0 0-9 0,0 0 3 16,0 0-11-16,5 36 4 0,0-7 5 15,-3 0-4-15,1 6-9 0,0-4-5 0,-3 2-1 16,0-2-6-16,-2-1-10 0,2-1 3 0,-1 0-7 16,1-1-6-16,-1-2-5 0,-2 1-2 0,3-3-4 0,0 1-17 15,0-5-18-15,-2 3-12 0,-1 3-24 16,2-8-23-16,-2 7-17 0,-2-7-28 0,3 2-31 15,-3-2-50-15,1-2-44 0,-1 2-170 0,-2 2-433 0,3-3 192 16</inkml:trace>
  <inkml:trace contextRef="#ctx0" brushRef="#br0" timeOffset="-95680.79">3776 3155 143 0,'6'-18'205'0,"0"2"-19"0,0 4-11 0,0 2-15 16,4 0-22-16,-2 3-5 0,1 3-26 0,3 0-11 16,-2 3-5-16,-10 1-13 0,23 4-6 0,-13 1-7 15,-1 1-8-15,2 7-6 0,-3 0-4 0,-3-2 0 16,-2 5-4-16,-2 2-8 0,-3-1 1 0,-4 0-5 16,0 1-4-16,-10 4-9 0,0-2-10 0,0-1-12 15,-1-6-25-15,-4 4-24 0,6-5-33 16,-1-1-44-16,0-2-30 0,2 0-105 0,3-3-287 15,0-3 128-15</inkml:trace>
  <inkml:trace contextRef="#ctx0" brushRef="#br0" timeOffset="-95379.74">3932 3272 66 0,'0'0'153'0,"0"0"4"0,5 13-10 0,-5-13-9 15,0 13-13-15,0-13-17 0,1 12 0 0,-1-12-7 16,4 11 1-16,-4-11-8 0,7 11-10 0,-2-5-9 16,3 0 3-16,3-1-3 0,-1-1-6 0,3 0-2 15,5-4-15-15,3-1 5 0,0-2-2 0,-1 1-5 16,1-2 1-16,-1 0-2 0,-3-2 2 0,-2-1 7 16,-2 2 2-16,-3-1-5 0,-1-2-8 0,-4 2-2 15,-1-4-7-15,0 0-1 0,-4-1-6 0,0 11-6 16,-5-25-8-16,-4 12-7 0,-3-2-9 15,0 5-3-15,-6-3-12 0,4 2-13 0,-4 3-11 0,2 3-13 16,2 1-25-16,3 4-31 0,11 0-34 0,-30 8-39 16,15-1-137-16,-2 3-344 0,5 0 153 0</inkml:trace>
  <inkml:trace contextRef="#ctx0" brushRef="#br0" timeOffset="-94959.89">4078 3464 39 0,'0'0'229'0,"19"-5"-11"0,-14 1-7 16,-5 4-16-16,13-8-14 0,-6 0-16 0,2 1-13 15,3-5-16-15,-1-1-14 0,1 3-7 0,2-2-14 16,-1-1-11-16,2-2-12 0,-2 0 0 0,-2 0-11 16,6-5-6-16,-7 4-7 0,0-2-5 0,-1 2 0 15,-2-2-12-15,-2 0 3 0,-3-1-6 0,0 2-4 16,-2 1 1-16,0-2-6 0,-4 2-1 0,0 5-6 15,-2-3 0-15,-1 2-3 0,-2 2-4 0,4 2-1 16,-1 1 0-16,-2 2-3 0,8 5-5 0,-13-7 1 16,13 7-4-16,-13-1-2 0,13 1 4 0,0 0-4 15,-12-1-4-15,12 1 0 0,0 0 1 0,0 0 3 16,0 0-1-16,0 0 1 0,0 0 2 0,0 0-4 16,27 20 5-16,-11-17 0 0,4-1 1 15,-3-1-1-15,5 1-1 0,-3-1-2 0,-5-1 2 0,4 0-3 16,-5 1 1-16,-2 4-4 0,1-4 7 0,-2 3-7 15,-1 0 4-15,2-1 0 0,-3 5 0 0,-1-1 3 16,-2 4-5-16,1-1 2 0,-2 5 2 16,-4-2-1-16,1 2 5 0,-2-2-3 0,-2 3-1 15,1 4 2-15,-1-2 1 0,-2-1-2 0,3 1 1 16,-1-2-29-16,-1 2-23 0,3 0-21 0,-2-2-32 16,3-3-25-16,0 1-51 0,2-1-164 0,-1-2-371 15,3-2 164-15</inkml:trace>
  <inkml:trace contextRef="#ctx0" brushRef="#br0" timeOffset="-94697.7">4667 3165 1420 0,'-3'-35'26'0,"-1"3"-12"0,1 0 32 16,-1 4-1-16,-3-2 20 0,1 4-6 0,0 0 13 16,3 9 23-16,-1 7-3 0,2-2 7 0,-1 2 8 15,0 1-9-15,2 3-11 0,1 6-11 0,-2-11-17 16,2 11-8-16,0 0-9 0,0 0-5 0,0 0-3 15,0 0-6-15,7 29-3 0,-3-5 2 0,1 2-1 16,0 5 1-16,0 3 0 0,-3 1 3 0,-1-3-3 16,-4 0 2-16,1 0-1 0,-2-3-6 0,0 1 2 15,-1-3-1-15,0 0-5 0,1-8-13 16,-1 0-15-16,0-1-12 0,0-2-24 0,4-5-15 0,-2 0-30 16,-1 1-30-16,3-2-38 0,-2-1-48 0,1-2-173 15,2-7-409-15,-9 10 181 0</inkml:trace>
  <inkml:trace contextRef="#ctx0" brushRef="#br0" timeOffset="-94225.75">4411 3162 68 0,'13'-3'160'0,"6"-3"-14"0,9 2-1 0,3-2-17 16,1 2-8-16,-1-1-16 0,-1 1-7 0,0 1-6 15,-1-3-18-15,-1 1 0 0,-1 3-13 0,-7 1 1 16,-2-1-10-16,0 1 2 0,-6 0-12 0,-3-1 1 16,-9 2-3-16,15 0-3 0,-15 0 7 0,12-2 3 15,-12 2 0-15,0 0 0 0,0 0-2 0,13 0-5 16,-13 0-4-16,0 0-6 0,0 0-4 0,0 0 4 16,0 0-2-16,0 0 0 0,-29 30 12 0,14-16-5 15,1 2 2-15,0 0-7 0,1 0-1 0,3-1-4 16,-3 0-6-16,5-1 0 0,3-2-4 15,0 0 3-15,1 0 4 0,2-2-9 0,2 1 8 16,0-11-3-16,5 15-2 0,0-8-1 0,2 0-5 16,4-4 4-16,0-3-2 0,6 3-2 0,1-3 1 15,-5-1 1-15,0-1-2 0,-1 0-1 0,1-1 1 0,0-2 0 16,-3 2-1-16,1-4 0 0,-3 3-2 0,1-4 0 16,-4 1 1-16,3-3 0 0,-3 1-2 0,0-1 1 15,-1 0-3-15,-2 1 2 0,0-1 2 16,-2 10-3-16,2-18-3 0,-2 18-2 0,2-11 0 15,-2 11 0-15,1-9-2 0,-1 9-7 0,0 0 1 16,0 0 1-16,0 0 4 0,0 0-3 0,0 0 0 16,0 0 4-16,0 0 0 0,0 0-1 0,-8 29-1 15,8-29-15-15,-1 21-12 0,2-11-31 0,-1-10-40 16,0 24-47-16,4-12-42 0,-3-2-130 0,-1-10-347 16,3 20 154-16</inkml:trace>
  <inkml:trace contextRef="#ctx0" brushRef="#br0" timeOffset="-93846.94">4957 3242 84 0,'0'0'189'0,"2"-9"-15"0,-2 9-20 0,0 0-19 0,0 0-13 16,0 0-15-16,0 0-5 0,0 0-5 0,0 0-8 16,17 17-10-16,-14-7-6 0,0 1-8 15,0 1-5-15,1 3-5 0,-3-3 0 0,2-1-4 0,-3 0-7 16,2-1-2-16,-2-10-6 0,-1 13-1 15,1-13 2-15,0 0-2 0,1 11 18 0,-1-11 15 16,0 0 16-16,0 0-8 0,0 0-10 0,0 0-2 0,0 0-8 16,0 0-8-16,0 0-5 0,0 0-6 0,0 0-3 15,-2-39-7-15,7 26 2 0,1-3-4 16,3-1-3-16,5-8-3 0,1 3-2 0,1-3 0 16,3 1-6-16,0 1 3 0,2 3-5 0,0-1 1 15,-4 10-1-15,-2-2-1 0,-3 1-3 0,2 1-3 16,-5 7 0-16,0 2-3 0,-9 2 0 0,19 1-2 15,-10 3-1-15,1 1-3 0,-2 2 6 0,-1 4 0 16,0-2 0-16,2 5-4 0,-5-3 3 0,2 4 4 16,-2 2 2-16,0-1-6 0,-2 1 2 15,0-1 3-15,1 0-1 0,0 0 2 0,2-2-23 0,-3 3-19 16,2 0-22-16,-1-2-38 0,-1-4-73 0,1-1-52 16,-3 2-137-16,1-4-388 0,-1-8 173 0</inkml:trace>
  <inkml:trace contextRef="#ctx0" brushRef="#br0" timeOffset="-93543.93">5468 2868 108 0,'1'-16'263'0,"1"3"-2"16,-2 1-4-16,0 2-10 0,0 10-7 0,1-13-21 15,0 7-20-15,-1 6-27 0,0-9-23 0,0 9-22 16,0 0-16-16,0 0-6 0,0 0-4 0,0 0 5 15,7 34 6-15,-6-15-8 0,0 7 0 0,2 1 5 16,-1 3-4-16,0 0-11 0,0 2-6 0,-2-2-3 16,1-4 13-16,1-1-17 0,-2-6-8 0,1 1-5 15,-2 0-7-15,2-2-6 0,3-1-1 0,-4-1-7 16,1-1-7-16,0-3 5 0,-1-12-12 0,7 23-1 16,-3-13-2-16,3 0-7 0,1-1-34 0,2 0-28 15,3 0-26-15,3 1-28 0,0-3-20 0,2 1-36 16,-5-3-38-16,-1 0-38 0,0-1-41 0,-2-1-32 15,-1 0-162-15,-9-3-499 0,0 0 221 0</inkml:trace>
  <inkml:trace contextRef="#ctx0" brushRef="#br0" timeOffset="-93379.27">5354 3055 180 0,'-12'-6'188'0,"1"1"6"0,4 0-17 16,7 5-12-16,-13-2-18 0,13 2-16 0,-6-5-14 15,6 5-7-15,0 0-13 0,0 0-8 16,33-5-14-16,-3 1-8 0,6 0-23 0,4-2-45 16,12 0-42-16,3 0-48 0,-14 5-61 0,-4 1-97 15,1-2-270-15,0-2 119 0</inkml:trace>
  <inkml:trace contextRef="#ctx0" brushRef="#br0" timeOffset="-93064.61">6073 3062 251 0,'0'0'306'15,"0"0"6"-15,0 0-13 0,0 0 2 16,0 0-16-16,0 0-17 0,-22-2-13 0,22 2-6 0,0 0-17 15,0 0-9-15,0 0-23 0,0 0-17 0,0 0-21 16,0 0-14-16,0 0-14 0,0 0-15 16,0 0-5-16,0 0-24 0,0 0-9 0,0 0-16 15,0 0-27-15,0 0-20 0,0 0-33 0,0 0-40 16,0 0-41-16,0 0-44 0,0 0-30 0,-9 0-11 0,9 0 11 16,-4 9-5-16,4-9-23 0,-10 25-21 15,1-13-9-15,0 3-8 0,0 2-6 0,1-2-126 16,-1 3-399-16,2-1 176 0</inkml:trace>
  <inkml:trace contextRef="#ctx0" brushRef="#br0" timeOffset="-92897.13">5958 3253 486 0,'0'0'-11'16,"0"14"20"-16,0-14 18 0,0 0 16 0,0 20 19 16,0-20 12-16,2 8 16 0,-2-8 12 0,0 0 6 15,0 11 7-15,0-11 8 0,0 0 3 0,0 0 1 16,1 9-2-16,-1-9 0 0,0 0-3 0,0 0-7 16,0 0-7-16,0 0-11 0,0 0-14 0,0 0-5 15,0 0-6-15,0 13-9 0,0-13-6 16,0 0-4-16,5 13-3 0,-2-8-6 0,-3-5-18 0,5 11-16 15,-5-11-36-15,7 13-32 0,-4-8-49 0,-3-5-65 16,12 10-59-16,-10-3-122 0,5-2-382 0,-7-5 169 16</inkml:trace>
  <inkml:trace contextRef="#ctx0" brushRef="#br0" timeOffset="-92739.82">6222 3295 187 0,'0'0'274'15,"0"0"6"-15,0 0-3 0,0 0-13 0,8-4-21 16,-8 4-18-16,0 0-23 0,0 0-22 0,0 0-11 16,0 0-39-16,0 0-35 0,0 0-37 0,0 0-38 15,0 0-44-15,0 0-54 0,0 0-67 0,7-7-56 16,-7 7-159-16,0 0-389 0,0 0 172 0</inkml:trace>
  <inkml:trace contextRef="#ctx0" brushRef="#br0" timeOffset="-92014.98">2920 3613 36 0,'-13'-5'175'0,"1"2"-5"0,2-1-1 16,-1 1 1-16,1 0-10 0,3 0-2 0,7 3-11 15,-11-3-9-15,6 1-6 0,5 2-13 0,0 0-10 16,-11-2-8-16,11 2-12 0,0 0-8 0,-7-2-11 15,7 2-8-15,0 0-8 0,0 0-9 0,0 0-6 16,0 0-4-16,0 0-4 0,0 0 1 0,0 0-5 16,0 0-3-16,0 0-3 0,0 0-1 0,28 13 0 15,-17-11 5-15,3 2 2 0,8-1 15 0,6-2 0 16,8 0 2-16,19 1 1 0,1-3 1 0,7 0-2 16,35-1-2-16,-5 2 1 0,6-4-9 0,2 1-4 15,4-3-2-15,-1 5-3 0,4-2 3 16,4-1-1-16,11 2-7 0,3-2-1 0,3 1-1 15,4 1-4-15,-1 2 9 0,2-1-9 0,0 2 2 0,1-4 1 16,0 3-2-16,-5 0 5 0,-6-3 6 16,-11 5 6-16,-6-2 9 0,-7-2 1 0,-9 0 4 0,-31 2 8 15,-3-1-2-15,-4 1 3 0,-19-1-1 0,-1 0 10 16,-3 1-11-16,-11 0 8 0,-2 0 0 0,-7 0 12 16,0 0 12-16,-10 0 5 0,13-2 8 0,-13 2-5 15,0 0 3-15,14-1-5 0,-14 1-13 16,0 0 3-16,0 0-12 0,0 0-6 0,13 1-7 15,-13-1-15-15,0 0-26 0,0 0-32 0,0 0-38 16,0 0-57-16,0 0-56 0,0 0-48 0,0 0-42 16,0 0-63-16,0 0-297 0,0 0-669 0,-40 0 297 0</inkml:trace>
  <inkml:trace contextRef="#ctx0" brushRef="#br0" timeOffset="-91063.68">6558 2578 166 0,'0'0'177'0,"0"-8"-5"0,0 8-6 16,0 0-11-16,0 0-12 0,1-10-15 0,-1 10-19 16,0 0-6-16,0 0-12 0,0 0-11 0,0 0-9 15,0 0-12-15,0 0-6 0,0 0-6 16,0 0-8-16,0 0 4 0,0 0-12 0,-12 23-3 0,7-8 0 15,0 4-6-15,2 7-1 0,-2 2 2 0,1-1-5 16,1 2-1-16,3 0-7 0,2 3 6 0,-1 0 1 16,-1 1-3-16,5 2 0 0,-1-2-1 0,0 3-2 15,1 1 0-15,1-4 0 0,-3 3 3 16,2 0-7-16,-1-1 2 0,-3 1-6 0,2 0 7 16,1-1-5-16,-3-1 5 0,1 1-1 0,-3-3 3 15,0 1 1-15,-2-3 0 0,1 0-5 0,-2 1 6 16,0-4-2-16,0-1 0 0,-2 0 5 0,1-7 2 0,2-1 0 15,1-2 0-15,-1 0 3 0,2-3 3 16,-2 2 14-16,2-4-2 0,1 1-3 0,1-2-1 16,-1-10-4-16,0 20-2 0,0-11-5 0,3 1-1 15,1-1-3-15,-1 0 2 0,2-1-2 0,3 1 1 16,0-1-4-16,1 1 2 0,6 3-3 0,-2-5 2 16,7 3 0-16,-4-1-5 0,4-2-23 0,6 1-30 15,-6-3-40-15,-1 0-67 0,0 0-74 0,-6 1-157 16,1-3-411-16,-2 1 182 0</inkml:trace>
  <inkml:trace contextRef="#ctx0" brushRef="#br0" timeOffset="-89913.88">19639 2597 108 0,'-10'-6'111'0,"1"-2"-7"0,-1 3 0 16,-1-3-2-16,0 2 5 0,2 1-2 0,3 2 7 15,-1-1 0-15,0 1-2 0,7 3-8 0,-8-7-9 16,8 7-6-16,-6-2-12 0,6 2-7 0,0 0-9 16,-8-3-5-16,8 3-12 0,0 0 0 0,0 0-5 15,34 3 2-15,-13-1-8 0,7 2 0 0,4 1-4 16,-1 0 7-16,-2 1-14 0,0 1-3 0,-1-2-1 16,-9-1 0-16,-1 1 0 0,-4-3-7 0,-1 5 0 15,-2-4-3-15,0 0-1 0,-3 3 1 0,0-4-3 16,-2 3 7-16,2 0-13 0,-3-1 4 15,0 3 0-15,-1-3-3 0,0 3 3 0,-3 2 4 16,3 1-2-16,-4 2 1 0,1 0 1 0,-2-1-5 16,0 7 3-16,-2 2 9 0,-2-1 0 0,-1 7 3 15,-1 1 3-15,-3 1 9 0,1 1-1 0,0 4-5 16,-1-2 2-16,-2 15-3 0,5-13-1 0,-6 11 3 16,4-8-8-16,4-1 2 0,-2 0-2 0,1 11 0 15,1-1 3-15,3-9-3 0,2 0 0 0,-3 12 2 16,3-14 2-16,1 2 15 0,2 9-1 0,-1-11 4 15,5 1 4-15,0 0 0 0,1 0-1 0,-2-2 1 16,5-1-3-16,-2 0-3 0,-2 1-1 0,0 1 0 16,0-3-6-16,-4 0-1 0,2-2-4 15,-1-3 3-15,-2 1-7 0,0-8 2 0,-2 0-4 0,-2-4-1 16,0-2 1-16,-1-2-1 0,-3 4 5 0,-1-4-6 16,-4-1-3-16,-2-1 2 0,-3 3-2 0,-9-1 2 15,0-3-4-15,-5-1 6 0,-2 0-7 16,-3-3-1-16,1 1-12 0,-1-1-16 0,-2-2-34 0,-15 0-46 15,2-1-63-15,11 0-79 0,-15-1-179 0,13 3-456 16,3-5 202-16</inkml:trace>
  <inkml:trace contextRef="#ctx0" brushRef="#br0" timeOffset="-89766.18">19660 4134 4332 0,'0'0'-170'0,"10"-14"118"15,-7 8 7-15,-1 1-42 0,-2 5 17 0,7-9-39 16,-7 9-12-16,2-5-12 0,-2 5-28 0,0 0-61 16,0 0-73-16,0 0-184 0,-11-13-516 0,11 13 228 15</inkml:trace>
  <inkml:trace contextRef="#ctx0" brushRef="#br0" timeOffset="-158640.86">22948 11637 43 0,'6'2'84'0,"0"2"-9"0,-1-1 0 15,-1 1-7-15,-4-4-14 0,10 6 3 0,-6-3-8 16,0 1-21-16,-4-4-22 0,10 6-25 0,-8-3-33 16,-2-3-26-16,0 0-85 0,0 0 37 0</inkml:trace>
  <inkml:trace contextRef="#ctx0" brushRef="#br0" timeOffset="-156516.62">21919 8504 40 0,'12'-1'72'0,"2"-1"-7"0,5-2-6 0,2 3-8 16,-2-2-6-16,3 3-14 0,-3-1-31 0,-3-1-61 16,0 5-66-16,-5-3 30 0</inkml:trace>
  <inkml:trace contextRef="#ctx0" brushRef="#br0" timeOffset="-143543.01">29826 9090 31 0,'0'0'80'0,"0"0"-6"0,0 0-6 15,0 0-3-15,0 0-15 0,0 0-7 0,0 0-19 16,0 0-1-16,0 0-11 0,0 0-20 0,0 0-7 15,0 0-60-15,0 0-80 0,0 0 35 0</inkml:trace>
  <inkml:trace contextRef="#ctx0" brushRef="#br0" timeOffset="-142122.68">26863 9261 51 0,'0'0'53'0,"0"0"-12"0,10-3-1 0,-10 3-6 0,0 0-7 16,0 0-9-16,0 0-7 0,0 0-13 0,0 0-12 15,0 0-30-15,0 0-47 0,0 0 22 0</inkml:trace>
  <inkml:trace contextRef="#ctx0" brushRef="#br0" timeOffset="-140523.65">28520 8945 56 0,'0'0'79'0,"0"0"-3"15,0 0-7-15,0 0 5 0,0 0-8 16,0 0-7-16,0 0-6 0,0 0 6 0,0 0 3 0,0 0 0 15,0 0-4-15,-6 2 2 0,6-2-8 0,0 0 9 16,0 0-5-16,0 0 2 0,0 0-3 0,0 0 6 16,0 0 1-16,0 0-5 0,0 0 3 0,0 0-5 15,0 0-3-15,0 0-13 0,0 0 8 0,0 0-7 16,0 0 0-16,0 0-5 0,0 0-3 0,0 0-4 16,0 0 0-16,0 0-4 0,0 0 6 0,0 0-2 15,0 0 0-15,0 0 4 0,0 0 0 0,0 0 4 16,0 0 2-16,0 0-1 0,0 0 4 0,0 0-1 15,0 0 4-15,0 0-6 0,0 0-5 0,0 0-2 16,0 0 1-16,0 0-5 0,0 0-4 0,16-12 2 16,-16 12-8-16,7-8 3 0,-1 4-6 0,1 0-3 15,-2-1 1-15,3-1 1 0,3-1 0 0,-4-1-5 16,4 1-3-16,-1 0 5 0,7-3-6 0,-1-1-1 16,0 2 1-16,9-3 0 0,-7 3 0 0,0-1-1 15,-2 2 0-15,1 1 1 0,2 1-2 0,-7 0 3 16,-1 2-1-16,1-1 0 0,-3 1 4 0,-2 0 1 15,0 1 11-15,-2 0 4 0,-5 3 1 0,10-4 9 16,-6 0 0-16,-4 4 6 0,8-3-2 0,-8 3 3 16,6-3-8-16,-6 3 1 0,0 0-1 0,5-4-1 15,-5 4-4-15,0 0 0 0,0 0-3 0,5-5 1 16,-5 5-1-16,0 0-7 0,0 0-2 0,0 0-1 16,0 0-3-16,5-4 2 0,-5 4-6 0,0 0-2 15,0 0 2-15,0 0-3 0,0 0 0 0,0 0-2 16,0 0-12-16,0 0-14 0,0 0-19 0,0 0-23 15,0 0-38-15,0 0-35 0,0 0-21 0,0 0-23 0,0 0-5 16,0 0-11-16,0 0-149 0,0 0-375 0,-14 32 166 16</inkml:trace>
  <inkml:trace contextRef="#ctx0" brushRef="#br0" timeOffset="-140179.33">28588 9746 25 0,'0'0'45'0,"0"0"-9"15,0 0 0-15,0 0-16 0,0 0-5 16,0 0-15-16,6-11-8 0,-6 11-21 0,0 0-30 0,0 0 14 15</inkml:trace>
  <inkml:trace contextRef="#ctx0" brushRef="#br0" timeOffset="-139393.63">28617 9717 16 0,'0'0'48'0,"0"0"-6"15,0 0-8-15,0 0 6 0,0 0 2 0,4-7 3 16,-4 7-1-16,0 0-1 0,0 0 8 0,0 0 0 15,0 0 2-15,4-3-4 0,-4 3 4 16,0 0 5-16,0 0 5 0,0 0-4 0,0 0 3 16,0 0 6-16,0 0 0 0,0 0-3 0,4-6 4 0,-4 6-6 15,0 0-8-15,0 0 0 0,0 0-10 16,0 0 1-16,0 0-7 0,0 0 2 0,0 0-5 16,0 0-11-16,0 0 4 0,0 0-6 0,0 0-4 15,0 0 1-15,0 0-3 0,0 0-1 0,0 0-2 0,0 0-2 16,0 0 2-16,0 0-3 0,0 0-4 0,0 0 0 15,0 0-1-15,0 0 2 0,0 0-2 0,0 0 5 16,0 0-2-16,0 0-1 0,0 0-2 16,0 0-6-16,0 0 3 0,0 0 3 0,0 0-1 15,0 0 0-15,0 0-1 0,0 0 4 0,0 0-4 0,0 0 9 16,0 0-7-16,0 0 8 0,0 0-4 0,0 0-2 16,0 0-1-16,0 0 4 0,0 0-6 0,0 0 1 15,0 0 1-15,0 0 0 0,0 0-1 0,0 0 2 16,0 0-4-16,0-10 3 0,0 10 2 0,0 0 2 15,0 0 2-15,0 0 3 0,0 0 0 0,0 0 5 16,0 0-7-16,0 0 1 0,0 0 0 0,0 0-4 16,0 0-5-16,0 0 9 0,0 0-2 0,0 0-3 15,0 0 2-15,0 0-3 0,0 0 0 0,0 0 1 16,0 0-2-16,0 0 3 0,0 0 2 0,0 0-8 16,0 0 6-16,0 0-4 0,0 0-2 0,0 0 2 15,0 0 0-15,0 0 0 0,0 0 0 0,0 0-1 16,0 0-4-16,0 0-1 0,0 0 2 0,0 0-5 15,0 0 3-15,0 0-2 0,0 0 2 0,0 0-1 16,0 0 3-16,0 0-1 0,9 18-4 0,-9-18 5 16,6 5-4-16,-2 0 12 0,0 2 4 0,2-4 3 15,-2 3-8-15,1-2 4 0,2 3 0 0,-2-2-2 16,1 4 3-16,1-2-5 0,0 0 4 0,-1 1 3 16,0-4-6-16,-3 2 1 0,5-1 5 0,-4 1-6 15,1 0 0-15,0-1 0 0,0 0 6 0,-1-1-8 16,2 1 9-16,-1 0 0 0,1-1 3 0,-4 1 0 15,2 0 2-15,1-1-6 0,-5-4 2 0,8 8-1 0,-5-4 3 16,1 0-9-16,-4-4 0 0,7 4-1 16,-7-4 2-16,6 4-4 0,-6-4 0 0,3 5 0 15,-3-5 0-15,0 0-3 0,0 0 3 0,0 0-3 16,4 5 5-16,-4-5-2 0,0 0 1 0,6 3-1 16,-6-3 2-16,0 0 1 0,0 0 1 0,0 0-1 15,0 0 2-15,0 0-3 0,0 0 1 0,0 0-4 16,0 0 4-16,0 0-7 0,0 0 1 0,0 0 0 15,0 0-6-15,0 0-17 0,0 0-22 0,0 0-31 0,0 0-41 16,0 0-46-16,0 0-57 0,0 0-176 0,0 0-422 16,0 0 187-16</inkml:trace>
  <inkml:trace contextRef="#ctx0" brushRef="#br0" timeOffset="-137783.72">28645 9796 45 0,'0'0'94'15,"0"0"-2"-15,0 0-2 0,3-6-6 0,-3 6-2 16,0 0-24-16,0 0 13 0,0 0 2 0,0 0 3 0,1-7-5 16,-1 7-12-16,0 0 1 0,0 0 1 0,2-8 4 15,-2 8 7-15,0 0-5 0,0 0-11 16,0 0 11-16,0 0-10 0,0 0-4 0,0 0-3 16,0 0 4-16,0 0-11 0,0 0-5 0,1-7 2 0,-1 7 0 15,0 0-8-15,0 0 10 0,0 0-5 0,0 0-1 16,0 0-4-16,0 0-1 0,0 0 2 15,0 0-4-15,0 0 0 0,0 0 1 0,0 0-10 16,0 0 3-16,0 0 1 0,0 0-1 0,0 0 0 0,0 0-3 16,0 0-3-16,0 0-2 0,0 0-2 0,0 0 0 15,0 0 0-15,0 0-2 0,-17 1-3 0,17-1 2 16,-13 4 4-16,6 1 10 0,-1-1-4 0,-6 1 3 16,2 2-4-16,1-2-3 0,-6 4-1 0,1 1 5 15,-2-2 7-15,1-1-6 0,2 2-2 0,-2 0 2 16,5-1-5-16,-3 1-1 0,3-2 1 0,1-2 0 15,-1 2 1-15,4-2 1 0,0 0-2 0,-2 1-2 16,3-2-1-16,0-1-1 0,7-3 0 0,-8 5 2 16,8-5 0-16,-7 6 2 0,7-6 1 0,-5 2 6 15,5-2-2-15,0 0 0 0,-7 3 7 0,7-3-2 16,0 0 0-16,0 0-1 0,0 0 3 0,0 0-4 16,0 0-3-16,0 0-6 0,0 0 9 0,0 0-10 15,0 0 0-15,-11-9-5 0,11 9-9 0,0-7-2 16,0 7-13-16,0 0-13 0,-2-11-30 0,2 11-25 15,0 0-44-15,-2-11-33 0,2 11-39 0,0 0-200 16,-3-10-433-16,3 10 191 0</inkml:trace>
  <inkml:trace contextRef="#ctx0" brushRef="#br0" timeOffset="-137411.72">28653 9818 17 0,'0'0'146'0,"0"0"-11"0,0 0-8 0,0 0-6 0,0 0-14 16,0 0-4-16,0 0-14 0,0 0-2 0,0 0-14 15,0 0-14-15,0 0-6 0,0 0-10 0,0 0-22 16,0 0-25-16,0 0-22 0,0 0-20 0,0 0-17 15,0 0-6-15,0 0-11 0,0 0-70 0,0 0-161 16,0 0 73-16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4T05:02:32.6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17012 5688 36 0,'0'0'118'0,"-8"-2"-6"16,8 2-10-16,0 0-5 0,-6-7 9 0,6 7-8 16,0 0 5-16,-8-5-3 0,8 5 4 0,-7-2-7 15,7 2-2-15,0 0-10 0,-8-3-2 0,8 3-9 16,0 0-2-16,-8-5 1 0,8 5-4 0,0 0-6 16,0 0 1-16,-5-4-9 0,5 4 2 0,0 0-9 15,0 0 0-15,0 0-8 0,0 0-5 0,0 0-2 16,0 0-4-16,0 0-8 0,0 0-4 0,0 0-2 15,-9-3-4-15,9 3-5 0,0 0 0 0,0 0-1 16,-1 15-3-16,0-5 4 0,2 0-1 0,-1 6-3 16,1 3-1-16,-1 7 4 0,3 3-5 0,-3-2 2 15,1-1-3-15,0 3 3 0,1-1-1 0,-1-3 1 16,0 0-2-16,-1 0 9 0,1 0-4 0,1 0-6 16,-2 0-8-16,1-8-7 0,0 2 0 0,1-1-14 15,0 2-10-15,1-4-18 0,-5-1-14 0,4 1-15 16,-2-5-20-16,0 1-23 0,0-3-13 0,0 1-109 15,-3-1-272-15,1-2 120 0</inkml:trace>
  <inkml:trace contextRef="#ctx0" brushRef="#br0" timeOffset="269.06">16963 5885 64 0,'16'-8'84'0,"2"2"1"0,-3 2-26 0,0 1 6 15,-2 2-16-15,0 2 1 0,-3 1 0 0,0 1-12 16,0 2 3-16,0-1-10 0,-5 3 1 0,1 0-8 16,0 3 0-16,-2-1-3 0,-3 1-4 0,1 1 3 15,-4-1-3-15,0 1-4 0,-2-1 5 0,-2 0-3 16,-2 1 1-16,0-2-4 0,1 0 4 0,-5-1-12 15,3 1-3-15,-1-3-18 0,-1 0-21 0,0-1-20 16,0 0-68-16,-2-2-136 0,1 0 61 0</inkml:trace>
  <inkml:trace contextRef="#ctx0" brushRef="#br0" timeOffset="1179.54">17179 5932 19 0,'0'0'93'15,"0"0"-14"-15,0 0-11 0,3 14-6 0,-2-9-3 16,-1-5 1-16,3 18-12 0,-2-11 3 0,0 3-14 16,1-1-2-16,0 2-2 0,0-2 0 0,1 0-11 15,1-1 2-15,1 1-4 0,-1-5 5 0,0 1-4 16,1-1 3-16,0-1-4 0,0 1 0 0,-5-4 2 15,12 2-7-15,-12-2-2 0,11 1 1 0,-11-1 3 16,13-3 1-16,-7-1-3 0,1-4-4 0,1 1 3 16,-2-1-2-16,3-2 6 0,-3-1 0 0,1 0 19 15,-3 0-3-15,2 1-3 0,-2-2 3 0,1 0 5 16,-3 2 9-16,2 1 8 0,-3 3 1 0,-1 6 1 16,4-11-3-16,-4 5-2 0,0 6-13 15,0 0-3-15,4-9-9 0,-4 9 0 0,0 0-8 0,0 0 0 16,0 0-3-16,0 0-4 0,0 0 2 0,0 0-5 15,0 0 2-15,0 25-2 0,0-15-4 16,1 2-2-16,-1-1 2 0,3-2-3 0,1 0 4 0,-2 2-3 16,2-1-4-16,0-2 1 0,1 0 6 0,0 0-7 15,3-1-1-15,-2-4-4 0,1 2-4 0,-1-4 1 16,4 1 4-16,0-3-8 0,1 0 5 0,-1-4 1 16,1-1-1-16,4-4-6 0,-3-1-1 0,-3 3-2 15,2-6 8-15,-1-1-1 0,-1 1 0 0,-3-3 2 16,1-7-2-16,-1 0 3 0,-4 4-4 0,2-5 7 15,-3-2-3-15,-1 1 3 0,0-1 1 0,-1-1 2 16,0 1 7-16,-2 10 2 0,1-2 6 0,-1 5 12 16,2 2 7-16,0 4 6 0,1-1-2 0,0 9-6 15,-1-12-4-15,1 12-8 0,-2-7 0 0,2 7-18 16,0 0 3-16,0 0 2 0,0 0-5 0,0 0 3 16,0 0 4-16,0 0-5 0,5 33-2 0,-2-14 4 15,1 4-3-15,-2 4 0 0,1-1 3 0,-2-1-7 16,3 2 11-16,-3-6-9 0,0 3 3 0,-1-5 1 15,4-2-3-15,-2 0-1 0,-1-1-2 0,1 0 1 16,1-6 0-16,1 1-2 0,-2 0 4 0,1-1 6 16,-1-3-4-16,1-1-10 0,1 1 0 0,-2-3 5 15,1 2 3-15,2-2-1 0,-5-4 1 0,10 3 0 16,-2-3 3-16,-8 0-1 0,13-3 1 0,-3-1-2 16,-1-2 2-16,4-3-4 0,2-3 4 0,-3 0 1 15,1-1-6-15,0 0 3 0,-4-3 1 0,0 0-4 16,-4-1 5-16,2 0 1 0,-3 1-10 0,-2-1 4 15,0 6 4-15,-2 1-4 0,0-2-1 0,0 7-5 16,0 5 7-16,-3-12-7 0,-2 9 9 0,5 3-6 16,-8-5-3-16,8 5-4 0,0 0 3 0,-16 3-1 15,10 2-3-15,1-1-9 0,-1 4 0 0,2 0-11 16,1 2 4-16,0-1-11 0,3 2 6 0,1 1 5 16,3-2-5-16,-1 2-1 0,3 0-9 0,1 2 7 15,2 1 2-15,-1-4-10 0,1 2-4 0,-3-2 10 16,1-1 12-16,-1 0-4 0,-1 1-6 0,2-1 14 15,-4-3-12-15,0 1 21 0,1 0-2 0,-3-2 4 16,2 0-5-16,-3-6-16 0,0 0 13 0,-2 18-9 16,2-18 0-16,-3 11-15 0,3-11-1 0,-7 9-14 15,3-8-21-15,-2 2-88 0,6-3-178 0,0 0 79 16</inkml:trace>
  <inkml:trace contextRef="#ctx0" brushRef="#br0" timeOffset="1564.58">18028 5841 177 0,'0'0'164'0,"0"0"-10"16,-11-7-23-16,4 7-18 0,-6 1-3 0,3 2-11 16,0 0-11-16,-3 3-21 0,0 4 6 0,-3 1-23 15,2-2 0-15,-2 3 3 0,6 3-3 0,0-2-10 16,0-3-3-16,3-1-3 0,3 3-9 0,1-1-6 15,0-3-9-15,2 2-9 0,1-1-5 0,1-3-9 16,2 1-6-16,-3-7 2 0,6 9-2 0,-2-6 4 16,-4-3 0-16,11 4 3 0,-11-4 1 0,12-1 6 15,-12 1 2-15,11-6-1 0,-3 3 2 0,-2-5 10 16,-1 3 7-16,2-3-4 0,-2-2 5 0,-1 3 4 16,0-3-3-16,-3 0 6 0,1 0 9 0,1 0 5 15,-2 1-2-15,-1 2-6 0,0 7 4 0,0-12 4 16,0 12-5-16,2-8-7 0,-2 8-2 0,0 0-7 15,0 0-4-15,1-9-1 0,-1 9-4 0,0 0 0 16,0 0-3-16,0 0 2 0,0 0 1 16,6 27-1-16,-3-18 4 0,1 2-9 0,-2 0-21 0,3 0-17 15,0 2-28-15,1-3-17 0,0 2-27 0,2 1-31 16,-1-3-100-16,-2 0-258 0,3-4 115 0</inkml:trace>
  <inkml:trace contextRef="#ctx0" brushRef="#br0" timeOffset="1799.8">18118 5653 193 0,'-3'-8'215'0,"2"1"-21"0,1 7-19 0,-3-7-18 16,3 7-25-16,0 0-11 0,0 0-14 0,0 0-16 15,0 0-6-15,0 0-14 0,5 34 1 0,-3-10-13 16,1 4 0-16,1-2-9 0,1 1-3 0,-2 0-5 15,-2-1-1-15,-1 2-4 0,1-1-6 0,-1 0-1 16,0-1-4-16,0-7-6 0,0 1-17 16,0-4-17-16,0 3-28 0,0-3-36 0,0-3-35 0,0-2-27 15,0 0-139-15,0-11-301 0,-2 16 133 0</inkml:trace>
  <inkml:trace contextRef="#ctx0" brushRef="#br0" timeOffset="2055.14">18042 5923 78 0,'0'0'93'15,"19"-4"-20"-15,-10 3-2 0,4-2-7 0,0 2-10 16,3-1 2-16,3 0-6 0,1 1-4 0,-2 1-2 16,-4-2 0-16,0 2-6 0,-3 0-4 0,1 0 2 15,-5 0-10-15,1 2 3 0,-8-2-11 0,10 3 3 16,-2 0 7-16,-4 1 2 0,0 1-6 0,-2 2 17 15,3 2-1-15,-3-1-3 0,-1-1 4 0,1 5-20 16,-3-2 4-16,2 1 4 0,-2 2-4 0,0-3-5 16,0 6-2-16,-2-2-21 0,3-2-32 0,-1-2-35 15,1 1-29-15,-2 1-76 0,2-12-189 16,2 16 84-16</inkml:trace>
  <inkml:trace contextRef="#ctx0" brushRef="#br0" timeOffset="2429.13">18402 5945 19 0,'4'-13'159'0,"1"2"6"16,2-4-10-16,-2 5-2 0,1 0-12 15,1 1-21-15,-2 2-12 0,-3 1-9 0,3 2-12 16,1 1-3-16,-6 3-15 0,15-1-11 0,-9 1-6 15,-6 0-2-15,13 5-7 0,-4 2-3 0,-1-1-4 16,-2 2-3-16,-2 1-7 0,1 2-24 0,1-1-21 0,-1-1-30 16,-1 1-33-16,0 1-22 0,1-2-26 0,-2 1-90 15,0-2-237-15,-3-8 105 0</inkml:trace>
  <inkml:trace contextRef="#ctx0" brushRef="#br0" timeOffset="2847.63">18723 5827 43 0,'0'0'199'0,"-2"-9"-16"0,2 9-19 16,-7-8-17-16,7 8-17 0,-9-4-18 15,9 4-16-15,-12 7-4 0,6-2-12 0,0 1-9 16,-1 4-5-16,-3-1-8 0,5 4-2 0,-1-2-9 16,-2-2-3-16,5 2-4 0,0-2-10 0,-1 1-8 15,4-10-14-15,-2 15-9 0,2-15-5 0,1 10 0 16,-1-10-9-16,0 0 10 0,0 0-4 0,2 9 1 15,-2-9 3-15,0 0 6 0,0 0 0 0,0 0 3 16,16-15-1-16,-16 15 18 0,6-11-2 0,-3 6-5 16,-2-2 4-16,3 0-3 0,-2 1 2 0,-2 6 8 15,6-10 3-15,-6 10-4 0,2-5-1 0,-2 5-11 16,0 0-4-16,0 0 2 0,0 0-2 0,0 0-2 16,17 15-2-16,-14 1 2 0,0 3 3 0,1 7-1 15,-4 2-2-15,-1 3 5 0,-1-1-4 0,2 6-2 16,0-2-2-16,-4-2 2 0,1-1-1 0,0-2-3 15,-2-1 5-15,2-4 0 0,-2-7-1 0,2 1 2 16,-1-5 1-16,-2-3-1 0,1-2-2 0,-1 0 6 16,-3 0-3-16,1-3 0 0,-2-2 3 0,10-3-3 15,-23-2-8-15,10-3 3 0,-2-6-2 0,0 0-18 16,-5-7-14-16,3-1-6 0,1-4-5 0,2 0-21 16,3-3-26-16,2-2-19 0,4 3-22 0,3 1-126 15,0 4-278-15,8-5 123 0</inkml:trace>
  <inkml:trace contextRef="#ctx0" brushRef="#br0" timeOffset="3281.91">19004 5813 215 0,'-9'-4'212'0,"-2"-1"-17"15,1 0-18-15,-1 1-14 0,1 2-21 0,10 2-14 16,-16 2-20-16,9 2-8 0,-3-1-9 0,1 6-11 16,1 1-5-16,-2 4-11 0,3 2-3 0,0 0-10 15,-1 0-1-15,5 1-12 0,-4 0-10 0,5-6-7 16,1 2-14-16,1-1-6 0,2-1-1 0,-1-2-9 16,4 1-4-16,0-4-1 0,-1-2-7 0,1 0 5 15,1-1 4-15,-6-3 8 0,14 1-7 16,-14-1 4-16,11-4-4 0,-4 0 2 0,-1-3 1 0,0-1 2 15,-1-3-1-15,1-5 3 0,-3-1 0 0,-1 0-2 16,-1-7 8-16,-1-3-7 0,0-1 9 0,-1-1 3 16,-2-1 6-16,-1 0 10 0,0-1 2 0,0 1 7 15,-1 1-4-15,0 2 6 0,3 9 21 0,-1 6 6 16,2 1 3-16,-2 1-3 0,3 3-8 0,0 7-9 16,-2-11-12-16,2 11-2 0,0 0-8 0,0 0 0 15,0 0-2-15,2 26-3 0,4-1-2 0,-4 4-1 16,4 2 2-16,-3 3-5 0,1-1 0 0,1-1 0 15,-2-3-11-15,0 2-24 0,1-4-13 0,1 1-42 16,0-4-25-16,2-8-61 0,0-1-48 0,-3-3-112 16,3-2-350-16,2-2 155 0</inkml:trace>
  <inkml:trace contextRef="#ctx0" brushRef="#br0" timeOffset="3491.75">19260 5673 230 0,'-2'-6'216'16,"-4"0"-18"-16,1 1-17 0,5 5-15 16,-11-1-20-16,-1 5-12 0,1 4-7 0,-3 6-10 0,-3 7-9 15,-1 2-12-15,3 2-7 0,1-2-7 0,2 3-8 16,5-4-3-16,0-3-11 0,5-2-7 0,3 2-6 16,5-2-1-16,2-1-7 0,4-2-2 0,3-3-15 15,3 0-19-15,10-1-26 0,4-5-44 0,2-2-51 16,5-5-51-16,-1 1-159 0,0-4-355 0,-4-2 157 15</inkml:trace>
  <inkml:trace contextRef="#ctx0" brushRef="#br0" timeOffset="85895.22">25967 7264 19 0,'0'0'14'0,"0"0"-11"0,0 0-9 16,0 0-7-16,0 0 3 0</inkml:trace>
  <inkml:trace contextRef="#ctx0" brushRef="#br0" timeOffset="123377.98">17027 10968 4 0,'0'0'26'0,"0"0"2"0,0 0-6 0,0 0-4 16,0 0 4-16,0 0-5 0,0 0 1 0,0 0 1 15,0 0-7-15,0 0 1 0,0 0-2 0,0 0-1 16,0 0 0-16,0 0 3 0,0 0-8 0,0 0 0 16,0 0-4-16,0 0-1 0,0 0 10 0,0 0-1 15,0 0 1-15,0 0-2 0,0 0 1 0,0 0 3 16,0 0 0-16,0 0 2 0,0 0-3 0,0 0 3 15,0 0 0-15,0 0 1 0,0 0 0 0,0 0 0 16,0 0-14-16,0 0 6 0,0 0-1 0,0 0 5 16,0 0-1-16,0 0-3 0,0 0 1 0,0 0-6 15,0 0-1-15,0 0 6 0,0 0-5 0,0 0-9 16,0 0 6-16,0 0 3 0,0 0 1 0,0 0-5 16,0 0 3-16,0 0 0 0,0 0 2 0,0 0-3 15,25 7 3-15,-15-7-3 0,1 2-4 0,3-2 4 16,1 1 7-16,4-1-4 0,2 0 0 0,7-3 0 15,-6 3-1-15,0 0 1 0,0 0-1 0,-1 0 4 16,1 0 0-16,5-2-2 0,-5 2-10 0,6 0 6 16,-3 0-1-16,4-1 8 0,-8 1 0 0,1 0 3 15,0 0-6-15,6-1 2 0,-7 1 5 0,1 1-7 16,-1 0 2-16,8 1-5 0,-7-2 2 0,-1 2 6 0,10-1-6 16,-2 0 3-16,0 2-2 0,0-1-3 15,-2-1-1-15,1-1 5 0,2 2-1 0,-1 0 1 0,0 0-8 16,-1-1 3-16,0 1 6 0,2 0-4 0,-1 1 1 15,1-2 1-15,0 0-2 0,1-1-2 16,0 2 5-16,-1 0 2 0,1-2-3 0,1 2-6 0,-1-2 7 16,-1 2-10-16,0-1 9 0,-1 0 0 0,0 1-5 15,1 0-1-15,3 0 4 0,-1-1 2 0,1 0-5 16,-1 0 4-16,0 1-2 0,3 1 2 16,-3 0-4-16,-2 1-1 0,4-1 6 0,-2 1-2 0,1-1 1 15,0-1 2-15,6 0 6 0,-1-1-11 0,-1 1 3 16,0-1 0-16,2-1-4 0,-2 1 2 0,0 2 0 15,-1-2-3-15,0-1 6 0,4 0 1 0,-5 0-8 16,1 0 3-16,-1 1 6 0,-1-1 0 0,3 0-1 16,2 0 1-16,-4 0-8 0,1-1-2 0,1 0 5 15,0-2 7-15,0 3-12 0,-1-1 0 0,0 0 6 16,1-2-3-16,-1 2 4 0,0-1-4 16,2 2 0-16,-2-3 0 0,-2 2 12 0,1-1-15 0,-1 0 1 15,0 0 8-15,-2 1-4 0,1 1-1 0,1-3 3 16,-2 2-1-16,0 0-2 0,0 0 7 0,2-2-6 15,-2 1 5-15,3 0-4 0,-1 0-5 0,0-2 5 16,0 1 2-16,2 0-3 0,0-3-1 0,-2 4 0 16,3-3-4-16,-3 1 5 0,-1 0 5 0,1 0-4 15,0 0 4-15,-1 1-6 0,-1-1-1 0,-2 0 10 16,1 2-6-16,-1-1 6 0,-2 1-4 0,-2 0 7 16,4-1-7-16,-10 2 14 0,2-2-9 0,5 1 4 15,-5 1-12-15,-1-1 3 0,1 2 4 16,0-3 1-16,-2 3-7 0,1-2 4 0,0 0-8 0,1 0 5 15,6 1-1-15,-9 0 1 0,2-1 0 0,-3 1 8 16,1 0-10-16,-1-1 2 0,-2 2-2 0,2-2 4 16,-5 1-2-16,5 1 9 0,-4 0-6 0,-1 0 6 15,-3 0 1-15,0 0-10 0,-1 0 2 0,-9 0 3 16,14 0-5-16,-7 1 1 0,-7-1-11 0,11-1 12 16,-11 1 1-16,0 0 2 0,12 1-4 0,-12-1 2 15,0 0-5-15,7-1 13 0,-7 1-6 0,0 0 3 0,0 0-1 16,0 0 11-16,0 0-12 0,0 0 10 0,0 0 3 15,0 0-1-15,0 0 1 0,9 3 1 16,-9-3-1-16,0 0 14 0,0 0-12 0,0 0 17 16,0 0-8-16,0 0 3 0,0 0 2 0,0 0-3 15,0 0-2-15,0 0-5 0,0 0-1 0,0 0 0 16,0 0-8-16,0 0 4 0,0 0-9 0,0 0 5 16,0 0-3-16,0 0-10 0,0 0 3 0,0 0-2 15,0 0-2-15,0 0-21 0,0 0-15 0,0 0-12 0,0 0-22 16,0 0-23-16,0 0-6 0,0 0-24 0,0 0-98 15,-20 17-232-15,2-8 103 0</inkml:trace>
  <inkml:trace contextRef="#ctx0" brushRef="#br0" timeOffset="-55758.77">7228 11443 64 0,'0'0'124'0,"0"0"-8"15,0 0 2-15,0 0-11 0,0 0-2 0,0 0 4 0,0 0-8 16,0 0-4-16,0 0-6 0,0 0-11 16,0 0-2-16,0 0-8 0,0 0-8 0,0 0 2 0,0 0-14 15,0 0-5-15,0 0-7 0,0 0-3 0,0 0-8 16,0 0-4-16,0 0-2 0,0 0-2 16,0 0 3-16,5 12-5 0,-5-12-3 0,-1 13-2 15,1-13-1-15,-2 18 3 0,1-6 3 0,-1 4-9 16,2 0 4-16,-2 0 0 0,1 2-2 0,1-1 5 0,0 0-6 15,-1 2 3-15,-3-3 0 0,4 4-6 16,-1-2 3-16,-1 1 4 0,2 0-3 0,0 0 2 16,0-2-3-16,-2 2-1 0,2-2 5 0,0-1 3 0,0 1-6 15,0 0 4-15,1-5 15 0,-2-2-7 0,2-1-7 16,-1-2 2-16,0 1-5 0,0-8-1 16,1 12 0-16,-1-5-2 0,0-7-3 0,0 11-8 0,0-5-26 15,0-6-26-15,0 9-36 0,0-9-29 0,0 0-38 16,-1 10-118-16,1-10-295 0,0 0 130 0</inkml:trace>
  <inkml:trace contextRef="#ctx0" brushRef="#br0" timeOffset="-55146.37">6953 11399 67 0,'-13'8'106'0,"-1"3"-9"0,0 3-2 15,0 0-4-15,-5 5-8 0,4 1 0 0,1-4-7 16,0 7-4-16,1-1-4 0,0 1-3 0,3 0-3 15,0 3-7-15,1-1 3 0,3 1-2 0,-1 2-3 16,2-2-2-16,1 3-3 0,1 2-5 0,1-2 2 16,3 2-6-16,2-2-2 0,0 0 2 0,1 0-5 15,1-3-3-15,2 0-2 0,-1-3-3 0,4-4 3 16,3 4-3-16,-1-1-3 0,0-6-7 16,-1 0 4-16,3 0-1 0,1-2-1 0,2-1-3 0,3 2-2 15,-1-5 2-15,-2 0-3 0,3-2 0 0,1 0 0 16,-2-2 2-16,3 0 1 0,1-4 1 0,5 0 4 15,-1-2 0-15,-7 0 0 0,7-7-4 0,0 3 3 16,2-4-1-16,-2 0 1 0,2-3 6 0,1 3 1 16,0-7 1-16,-3 2 2 0,1-2 4 0,1 0-2 15,-1-3 2-15,1-2 0 0,-3 1 0 0,2-1-6 16,-4-2 1-16,-2-1 4 0,1 0-9 0,-2-3 0 16,1-3-2-16,-4 0-3 0,0 0-2 0,-3-2 2 15,-3 1-1-15,-3-1 0 0,-1 0 2 0,-6 0-2 16,1-2-4-16,-3 1 0 0,-4 2 6 0,-3 1-4 15,-2 1-2-15,-3-1-3 0,-1 3 0 0,-4 0 4 16,-2 3-6-16,-4 1 1 0,-4 2-1 0,-1 4-2 16,-3 0 1-16,0 4-1 0,-3 1 0 0,0 4-4 15,-3 0-1-15,-2 6 2 0,-12 2-6 0,-2 6-6 0,1 3-4 16,-1 4-15-16,0 2-12 0,2 4-15 16,3 2-18-16,-1 7-20 0,2 3-32 0,2 2-34 15,5 0-43-15,-8 1-120 0,3 1-347 0,4-2 154 16</inkml:trace>
  <inkml:trace contextRef="#ctx0" brushRef="#br0" timeOffset="-53838.51">1166 10730 41 0,'0'0'193'0,"-4"-12"-11"15,2 5-13-15,2 7-8 0,0-11-3 0,-2 5-5 16,2 6-9-16,-1-9-5 0,1 9-10 15,0 0-17-15,-1-10-10 0,1 10-15 0,0 0-7 16,0 0-13-16,-2-7-9 0,2 7-9 0,0 0-8 0,0 0-6 16,0 0 4-16,0 0-5 0,0 0-7 0,3 39-4 15,-3-21 0-15,3-1-1 0,-3 9-6 16,0 0-2-16,2 2 28 0,0 1 0 16,-1-1-3-16,-2 3-4 0,1-2 4 0,-2 1-8 0,0-2-4 15,6 1-5-15,-4-5-1 0,0-3-2 0,1-4 1 16,-1 2-6-16,1-2 0 0,1 2 1 0,0-2-4 15,-1 0-2-15,1-1-14 0,-2-5-21 0,5 0-23 16,-5 1-30-16,-1 0-31 0,-1-2-52 0,0 1-41 16,0-2-141-16,-3 0-373 0,5-9 164 0</inkml:trace>
  <inkml:trace contextRef="#ctx0" brushRef="#br0" timeOffset="-53557.96">1219 10579 132 0,'12'-15'168'0,"5"-4"-12"0,0 6-8 16,-1 0-12-16,0 4-14 0,0 2-13 0,-3 3-14 16,0 2-4-16,1 2-15 0,-1 3-4 0,1 1-11 15,1 6-2-15,-1 2-6 0,-1 4-7 0,-1 6-4 16,-4-4-4-16,-3 8 0 0,-1 1-2 0,-4 5-3 15,-6 0-4-15,-2-3 0 0,-3 1-5 0,-2-2 0 16,-5-1-5-16,0-3 0 0,-2-1-5 0,1 0 5 16,-2-3-13-16,3-4-14 0,3-3-24 0,0 0-34 15,2-2-30-15,3-3-38 0,0-1-126 0,-1-3-282 16,1 0 126-16</inkml:trace>
  <inkml:trace contextRef="#ctx0" brushRef="#br0" timeOffset="-53248.82">1479 11071 132 0,'0'0'138'0,"2"15"-9"0,-2-15-8 15,0 14-9-15,0-7-4 0,0-7-13 0,6 11-4 16,-2-5-12-16,-4-6 6 0,13 6 3 0,-7-4 6 15,-6-2-4-15,19 1 2 0,-9-4-3 0,1 1-7 0,3-2 0 16,2-3-2-16,1-1-3 0,-3-1 0 16,0-3 3-16,-4 2-5 0,1-5-1 0,-3 2-2 15,-1-1-2-15,-3-2-5 0,-4-1-10 0,0 1-1 16,-2 4-6-16,-3-3-6 0,-1 1-3 0,-6-1-5 16,1 2-8-16,1 2-7 0,-4 0-14 0,1 2-13 15,-4 0-20-15,6 6-15 0,-1 0-26 0,1 5-25 0,-1 1-22 16,0 3-42-16,-1 5-40 0,-1 5-134 15,3-3-357-15,0 0 158 0</inkml:trace>
  <inkml:trace contextRef="#ctx0" brushRef="#br0" timeOffset="-52772.15">1867 10893 186 0,'5'-3'203'0,"-5"3"-15"15,0 0-17-15,0 0-23 0,7-2-12 0,-7 2-12 16,0 0-8-16,4 17 0 0,-4-7-8 0,0 2-12 16,0 6-10-16,2-7-2 0,-2 0-14 0,2 1-8 15,1-1-7-15,2 0-5 0,-1-2-2 0,1 0-6 16,0-2-3-16,0-1 7 0,3 1-10 0,-1-4-5 16,1 0 3-16,4-2 2 0,-1-1-1 15,-1-1-2-15,8-4-1 0,-4 0-3 0,-2-2-2 0,0 1-4 16,2-3 1-16,0-1-4 0,-2-2 3 0,-4 3-5 15,2-1-2-15,-2-4 3 0,-2 2-4 0,-1 1-2 16,-1-1 1-16,1-4-4 0,-2 4-1 0,-2 3-3 16,1 0 3-16,-2 9-4 0,3-12-2 0,-3 12-2 15,3-8-2-15,-3 8-4 0,0 0-1 16,0 0 0-16,0 0 9 0,0 0-6 0,0 0-1 16,0 0-3-16,5 37 4 0,-4-24 0 0,1 2-2 0,1 2 1 15,0-2-4-15,4-1-2 0,-3-1 2 0,2-3 2 16,1-1 2-16,1-2-2 0,2 0 3 0,-1-4 0 15,1-3 1-15,4-2 4 0,-14 2 2 0,28-7 1 16,-11 0 0-16,-2 0 7 0,-5-1 8 16,4-3 8-16,-1-2-2 0,-3-1 0 0,2-2-2 15,-3 2 2-15,-5 0 0 0,3 0 1 0,-4-2-6 16,1-1-3-16,-3-3-9 0,-1 2-23 0,-3 3-9 16,3 15-13-16,-6-23-24 0,5 13-44 0,1 10-72 0,-7-15-65 15,7 15-130-15,-13-3-403 0,13 3 179 16</inkml:trace>
  <inkml:trace contextRef="#ctx0" brushRef="#br0" timeOffset="-52142.64">2637 10975 146 0,'8'-8'257'0,"-2"0"-3"0,1 0-12 16,0 0-12-16,0-2-16 0,-1 1-21 0,-2-1-15 15,0 1-7-15,0-1-8 0,-2 1-20 0,2-2-17 0,-3 1-14 16,1 0-2-16,-5 2-16 0,-1-3-5 16,3 1-14-16,-1 2-6 0,-2 3-11 0,-2 1-2 15,1-1-12-15,-1 1-4 0,-3 1-7 0,1 2-3 16,-2-1-5-16,-1 5 2 0,0 0-9 0,0 0-3 16,-2 3-4-16,2 1 3 0,-3 3-8 0,5-1 2 15,0 3-4-15,0 3 2 0,0-1-2 0,4-2-4 16,2 3 1-16,1 1-4 0,2 0 3 0,0-1 0 15,1-1-3-15,3-3 1 0,1 1-1 0,4 2 4 16,-3-5-1-16,3 1 1 0,6 0 0 0,-2 0 1 16,4-3 0-16,-1 1 3 0,2-5-1 0,0 1 2 15,1-2-4-15,-1-1 4 0,3-2-4 0,-2 0 7 16,0 0-3-16,0-3 2 0,2-1-1 0,-3-1-3 16,1-1 3-16,-3 0 1 0,0-1 2 0,-1-3-4 15,-1-2-1-15,0 2 2 0,-1-2-2 0,-3-2-3 16,-1 1 0-16,0-2-8 0,-3-1-14 0,-3 1 1 15,-3-2-5-15,0 6 3 0,-3-5 1 0,-1 5 3 16,-2 0 1-16,-3-2 1 0,0 1 1 0,-2 3 0 16,-1 1 4-16,3 4 1 0,-2-1 4 0,1 0 2 15,-1 4-3-15,1-2 0 0,4 3-3 0,6 1 1 16,-12 0-2-16,12 0 0 0,0 0-3 0,-10 1 3 16,10-1 4-16,0 0 0 0,0 0-1 0,0 0 2 15,0 0-1-15,15 12 5 0,-4-11 2 0,3-2 0 16,2-1 0-16,3 1 0 0,-1 0 0 0,-4-1 0 15,4 2 0-15,-5-1-2 0,0 1-2 0,0 1 3 16,-2 2-1-16,2 0 0 0,-4-1 3 0,-1 0-1 16,-2 1 4-16,5 4 9 0,-5 2-3 0,0-2 9 15,-1 5 1-15,1-3 5 0,-2 2-4 0,3 5 2 16,-4-1-5-16,1-2 1 0,0 4-1 0,-2-1-1 16,1 0-6-16,-3 3-35 0,4-5-43 0,-1 2-40 15,2 3-63-15,1-4-54 0,1 2-229 0,0-1-487 16,5 0 215-16</inkml:trace>
  <inkml:trace contextRef="#ctx0" brushRef="#br0" timeOffset="-51666.66">3549 11332 225 0,'15'-31'246'0,"8"-10"-14"0,-1-2-13 0,3-2-12 0,-2 1-13 15,-1-3-16-15,2 2-18 0,-3-5-17 0,0 0-10 16,1 1-15-16,-1-1-13 0,-2 3-10 0,0-1-10 16,-1 0-7-16,-7 16-7 0,-2-3-7 15,-1 5-4-15,-2 0-4 0,-3 4 6 0,-2 9 3 16,-1 6 2-16,1-1-12 0,-2 3 0 0,1 3-8 0,0 6-7 15,-6-11-7-15,0 8-4 0,6 3-2 16,-17 3-2-16,3 5-8 0,-2 6-1 0,-5 5-5 16,1 4 3-16,0 2-6 0,5 1 1 0,2 2-11 0,4 0 1 15,2-2-10-15,5-2 4 0,4-3-10 0,4 2 1 16,1-5 0-16,10 2 4 0,2-1-3 0,0-2 5 16,5 2 1-16,2-5 0 0,1-1-1 15,-1 1 2-15,0-1-1 0,0-1 6 0,-6-4-2 16,-3 3-1-16,-3-2 0 0,-4 0-1 0,-1 0 3 15,-2 0-2-15,-1 1-1 0,0-1 4 0,-3 2-1 16,-3-1 7-16,-1 1-1 0,-2 1 1 0,-1-2 2 0,-3 2 0 16,0-5-3-16,-1 3 2 0,-1-1-1 0,-1 1-14 15,1-3-19-15,-1 1-23 0,-1-1-27 0,2-1-32 16,0 0-43-16,2-4-28 0,0 1-25 16,0-1-166-16,7-2-405 0,0 0 180 0</inkml:trace>
  <inkml:trace contextRef="#ctx0" brushRef="#br0" timeOffset="-51072.79">4080 10875 36 0,'4'-11'214'15,"-4"11"-17"-15,2-9-11 0,-2 9-14 0,0 0-15 16,0 0-19-16,3-10-14 0,-3 10-7 0,0 0-3 16,0 0-7-16,0 0-10 0,0 0-5 0,0 36-1 15,3-26-10-15,-2 2-8 0,2-2-7 0,0 1-5 16,0-2-5-16,2 3-3 0,3-6-4 0,-3 3-5 15,1-2 0-15,3-1-5 0,1-2 1 0,2-2-2 16,-1-2 1-16,3 0-1 0,3-4-3 0,0-2-4 16,-2-1 2-16,2-1-5 0,-2-1 0 0,-1-3 0 15,-4 5-5-15,0-2 9 0,-2-1 2 0,0 0-3 16,-2-6-5-16,1 2-1 0,-2-2-3 0,-3 4 0 16,-1 1-2-16,-1 0-2 0,0-2-1 0,0 3-3 15,0 10-2-15,-2-14 0 0,2 9-2 0,0 5-3 16,0-11 0-16,0 11-5 0,0 0 4 0,0 0-9 15,0 0 4-15,0 0-1 0,0 0-2 0,-9 27 0 16,8-11 1-16,0-1 2 0,2 2-3 0,-1-2 1 16,1-2-1-16,2-2 1 0,0 1 1 0,0-2 0 15,1 2 0-15,1-4 5 0,-1-2-1 0,1-1 3 16,0-1 14-16,3-2 4 0,2-2-1 0,0 0 3 16,3-4-5-16,-2 0-2 0,5-5 1 0,-6 1-2 15,0 0 5-15,4-6-4 0,-4 1-5 0,-2-2 2 16,1 2-3-16,-3-3 3 0,0 1-1 0,-1 0-4 15,-1-5 2-15,-2 1 0 0,-2 0-3 0,0 0-8 16,-1 0 8-16,1 1-4 0,-1 2 3 0,-1 5-1 16,1-2 7-16,1 3 7 0,-1 3 5 0,1 7-2 15,-2-9-4-15,2 9-5 0,0-10-5 16,0 10-4-16,0 0-3 0,0 0-9 0,0 0 3 0,3 26 1 16,-2-7 5-16,-1 9 0 0,0 5 2 0,-1 1 0 15,0 1 0-15,-2-1-12 0,2 1 13 0,1-2-2 16,0-1 1-16,0-3 1 0,0 2-1 0,1-2-2 15,-1-3-1-15,1-1 3 0,1-6-7 0,-1-1-2 16,0-1-12-16,1 0-27 0,-1-5-19 0,0-2-30 16,0 0-35-16,-1 0-41 0,0-10-25 0,0 14-54 15,-1-8-219-15,1-6-502 0,-9 6 223 0</inkml:trace>
  <inkml:trace contextRef="#ctx0" brushRef="#br0" timeOffset="-50876.41">4526 10817 177 0,'7'-7'228'16,"-2"1"-7"-16,1 1-15 0,-1 0-14 0,2 1-20 15,-4 0-14-15,-3 4-12 0,12-1-13 0,-12 1-15 16,11 1-12-16,-11-1-8 0,11 6-9 0,-6-1-6 16,-1 3-7-16,-1 0-4 0,0-2-7 0,-2 4-6 15,-3 1-5-15,-2 1-21 0,-1 4-33 16,0-5-42-16,-2 4-46 0,1-4-64 0,-3 3-216 0,0-4-397 15,3 0 175-15</inkml:trace>
  <inkml:trace contextRef="#ctx0" brushRef="#br0" timeOffset="-50611.58">4749 10610 242 0,'1'-10'279'0,"-1"10"-26"16,2-7-25-16,-2 7-28 0,0 0-19 0,3-5-24 16,-3 5-10-16,0 0-5 0,4 24-9 0,-4 0-12 15,0 5-5-15,0 2-14 0,0-1-7 0,-3 0-11 16,3 0-5-16,4-2-9 0,-8 3-5 0,4-4-10 16,-2 0-6-16,0 0-4 0,4-2-2 0,-5 3-6 15,4-4-3-15,-2-6-21 0,1 1-13 0,0-1-25 16,0-3-17-16,-1-3-37 0,0 0-33 0,-1 0-37 15,2-4-37-15,-1 1-46 0,-3-2-126 0,0-1-388 16,4-6 173-16</inkml:trace>
  <inkml:trace contextRef="#ctx0" brushRef="#br0" timeOffset="-50399.67">4777 10767 16 0,'10'-14'206'0,"-3"5"-5"0,3 1-14 15,-1 1-12-15,2 3-12 0,-1 1-12 0,-3 3-14 16,4 1-3-16,-2 3-7 0,0 4-10 0,-4-3-9 16,3 4-9-16,-5 1-9 0,3 3-5 0,-5 2-9 15,-2 2-5-15,-3 0-5 0,0-1-9 0,-2 4-3 16,-2-3-6-16,0-1-26 0,-2 1-22 0,-3-4-27 16,2 2-37-16,-3-2-42 0,4-3-39 0,-1-3-51 15,0 0-113-15,1-4-335 0,3-3 148 0</inkml:trace>
  <inkml:trace contextRef="#ctx0" brushRef="#br0" timeOffset="-50173.04">4993 10552 64 0,'0'0'274'15,"2"-7"-21"-15,-2 7-21 0,0 0-21 0,0 0-10 16,0 0-6-16,0 0 0 0,12 13-13 0,-10 0-16 15,-1 6-9-15,2 4-18 0,-2 5-12 0,2-4-10 16,-1 3-14-16,-2-1-9 0,0-5-6 0,3-2-16 16,1 6-35-16,-5-5-17 0,3 5-25 0,0-6-26 15,-1-4-33-15,0 2-46 0,0-1-45 16,3-4-23-16,-1-2-25 0,-1-1-161 0,1-3-394 0,-1-1 174 16</inkml:trace>
  <inkml:trace contextRef="#ctx0" brushRef="#br0" timeOffset="-49850.8">5110 10832 40 0,'2'-11'173'0,"0"4"13"16,-2 7 2-16,1-10-5 0,-1 10-19 0,2-7-16 0,-2 7-17 16,0 0-5-16,0 0-15 0,0 0 0 15,0 0-6-15,0 0-9 0,12 14-10 0,-9-8-8 16,1 0-4-16,1 3-9 0,0-4-5 0,0 0-8 16,2 0 1-16,1 0-1 0,3-3-5 0,-1-1 2 15,3 1 2-15,-2-5 0 0,1-1 0 0,-1-1 8 16,1 1-8-16,-1-2-1 0,-1-1-2 15,-1-2-1-15,0 1 2 0,-1 2 6 0,-2-2 10 0,-2 2 7 16,0 0-2-16,0-1 0 0,1 2-4 0,-1-1-7 16,-4 6 2-16,4-9 4 0,-2 5-15 0,-2 4-3 0,0 0-9 15,0 0-6-15,0 0-7 0,0 0 7 16,0 0-4-16,5 18 1 0,-5-2 5 0,-1 9-9 16,0 3 0-16,-3 6 1 0,-1-1 9 0,-4 4 6 15,0 7-4-15,1-12-3 0,-3 1-8 0,1 0 0 0,2-1 11 16,0 0-8-16,1-2-12 0,0-1-16 0,2 0-41 15,1-3-48-15,-1-1-52 0,2 0-65 0,2-7-83 16,-1 3-268-16,2-3-601 0,-2-5 266 16</inkml:trace>
  <inkml:trace contextRef="#ctx0" brushRef="#br0" timeOffset="-49283.21">5550 11124 135 0,'15'-25'216'0,"-3"1"-6"0,3-4-12 16,-2 1-14-16,5 1-10 0,-6-4-8 0,5 5-6 15,-2-7-10-15,1 4-12 0,-3-1-4 0,-3 2-12 16,-1-4-7-16,1 2-12 0,0 2-8 0,-5-1-4 15,4 2-6-15,-5 6 8 0,0 4-1 0,-2 5 3 16,0-1-7-16,-1 2-4 0,-1 1-10 0,0 1-9 16,0 8-11-16,0-9-5 0,0 9-8 0,0 0-7 15,-9-4-2-15,9 4-7 0,-16 11-4 0,4 0-10 16,-3 3-10-16,-5 8-6 0,4-1-9 16,3-4-14-16,0 5-3 0,4-4-4 0,3 0-5 0,2-1-5 15,4 0-1-15,1-6 2 0,3 6 4 0,5-3-5 16,0-1-3-16,4 0 4 0,1-2 4 0,3-1 4 15,2 1 1-15,4 0 7 0,-3-3 0 0,6 3 5 16,-8-4 1-16,0 2 2 0,-7-3 2 0,3 4 1 16,-5-6 3-16,0 4-2 0,-1-2 2 0,-5 1 9 15,0 2-4-15,-3 1 3 0,0-10-2 0,-6 15-9 16,-2-6-6-16,-1 0-20 0,0 1-22 0,-5 2-27 16,3-5-45-16,-5 3-45 0,1-1-147 0,-3-4-357 15,3 1 159-15</inkml:trace>
  <inkml:trace contextRef="#ctx0" brushRef="#br0" timeOffset="-49034.37">5986 10591 115 0,'2'-16'260'15,"2"0"-5"-15,-1 4-6 0,-2 1-4 0,0 1-7 16,-1 2-22-16,0 8-18 0,3-9-28 0,-3 9-17 15,0 0-22-15,0 0-10 0,0 0-14 0,11 20-2 16,-7 6-5-16,1 4-10 0,0 4-3 0,-1 16-9 16,-4 2-4-16,3-2-9 0,-2-3-3 0,-2 2-8 15,2-15-3-15,0 2-9 0,2-1-5 0,2 0-9 16,-1-2-32-16,1-1-24 0,0-5-35 0,-1 0-45 0,0-7-54 16,-1 1-56-16,1-5-240 0,-4 2-497 15,2-6 220-15</inkml:trace>
  <inkml:trace contextRef="#ctx0" brushRef="#br0" timeOffset="-48210.99">6076 10778 90 0,'4'-6'208'0,"1"2"-3"15,-1-1-19-15,-4 5-8 0,8-5-15 0,-8 5-12 0,9 0-15 16,-9 0-8-16,10 7-11 0,-6-1-12 0,-2 4-9 15,0 0-6-15,-1 2-11 0,-1 4-4 16,-1 0-9-16,-5 1-8 0,-1-1-5 0,2-5-10 16,0 0-4-16,-2-1-4 0,2-3-2 0,1-1 1 15,-1-1-5-15,1 0-1 0,4-5 0 0,-3 4-4 0,3-4-4 16,-6 4 1-16,6-4 0 0,0 0-3 16,0 0-5-16,0 0-1 0,0 0-2 0,0 0-1 0,0 0-3 15,0 0-2-15,0 0 2 0,22-11-2 16,-10 8-4-16,3-2 0 0,2 0-3 0,3-1 0 0,-2-1 3 15,2 1-3-15,9-4 1 0,-3 1 3 0,0-1-2 16,2 0 1-16,-10 1-1 0,2 1 1 0,-2-2 2 16,3-7 1-16,-5 9-2 0,-3-4 3 15,-4 4 1-15,1-2-1 0,-3-4-3 0,-5 1 2 16,2 2 0-16,-4 1 3 0,1 0-4 0,-4 0 2 0,-1 0 2 16,-3 2-2-16,0 0 2 0,-2 2-2 0,0 1-2 15,1 3 2-15,-3 2-3 0,0 2 3 0,0 1-3 16,-1 1-2-16,2 5 1 0,-3 3 2 0,2 1-2 15,3 3 3-15,2-2 0 0,-1 3-5 0,4-4 4 16,3 2-2-16,-2 1 3 0,6 1-2 0,1-2 0 16,2-4-17-16,2 4-17 0,-2-5-7 0,6 2-17 15,-3-5-22-15,3-1-22 0,0 0-15 0,5-3-17 16,0-2-7-16,1-2-1 0,-1 0 6 0,1-3 2 16,0 1 11-16,1-4 11 0,0 0 10 0,-4-2 13 15,2-2 14-15,-2-1 24 0,-1 0 13 0,-2 1 11 16,-1-1 27-16,-4-4 7 0,1 2 13 0,-5-4 21 15,1 8 22-15,-1-2 7 0,-4-2 6 0,-3 2 18 16,3 2 12-16,-2 3 7 0,2 7-6 0,-4-11 5 16,0 5-2-16,4 6-8 0,-5-9-10 0,5 9-11 15,0 0-9-15,-10 1 3 0,10-1-1 0,-11 16 9 16,6-4-7-16,0 0-5 0,1-1-9 0,0 1-6 16,3 0-4-16,0 2 0 0,2-3 2 0,2 2-13 15,2-1 1-15,0-3 1 0,3 2 1 0,3-3-6 16,-1-2-2-16,7 1-3 0,0-5 0 0,2 0-4 15,-1-4 0-15,2 0-6 0,10-5-1 0,-10 0 0 16,-2 0-2-16,2 0-3 0,-4-1 3 0,0-1-2 16,-4 1-3-16,0-3-6 0,0-2 1 0,-3 4 4 15,0-1 0-15,-4-2-4 0,0 2 1 0,-2-3-3 16,-2 3 0-16,-1-1-3 0,0 3 3 0,0 8-6 16,0-13 0-16,0 13 1 0,0-11-5 0,0 11-2 15,0 0 0-15,0 0 3 0,0 0-6 0,0 0 0 16,0 0 2-16,0 0 0 0,-13 18-3 0,12-6 7 15,1-1-5-15,0 1-4 0,0-1-14 0,1 6-26 16,0-5-30-16,2 0-33 0,0 0-43 0,2-2-54 16,-1 0-54-16,-2-1-175 0,2-2-475 0,1-1 210 0</inkml:trace>
  <inkml:trace contextRef="#ctx0" brushRef="#br0" timeOffset="-48027.19">6721 10513 40 0,'-9'-6'248'15,"1"0"-21"-15,0 2-24 0,3 3-29 0,5 1-46 16,-6-4-43-16,6 4-30 0,0 0-41 0,0 0-37 0,0 0-37 16,0 0-123-16,19 15-196 0,-2-9 87 15</inkml:trace>
  <inkml:trace contextRef="#ctx0" brushRef="#br0" timeOffset="-47620.83">7268 10358 214 0,'-2'-12'269'0,"1"2"-20"0,-2 0-2 15,1 2-10-15,-1 0-17 0,-2 3-18 16,5 5-21-16,-7-9-16 0,7 9-21 0,-8 0-13 0,8 0-12 15,-9 17-14-15,1 7-4 0,2 4-3 0,-1 7-5 16,0 12-5-16,0 0-6 0,-1 1-7 0,4 3-9 16,1-5 6-16,0 2-10 0,-2 0-5 0,4-14-4 15,-2 0-7-15,3-2-2 0,2 0-6 16,-2-4-4-16,1-3-4 0,0 1-2 0,-1-7 0 0,0-1-7 16,0-1 1-16,0-6-15 0,0-1-19 0,0-1-21 15,-1-2-23-15,1-7-33 0,0 13-31 16,-1-8-34-16,1-5-50 0,0 0-68 0,-12 3-176 15,12-3-486-15,-14-11 215 0</inkml:trace>
  <inkml:trace contextRef="#ctx0" brushRef="#br0" timeOffset="-47349.07">6988 10751 95 0,'0'0'191'0,"12"-7"-22"16,1 3-5-16,3-1-16 0,1-2-15 0,1 1 2 0,3 1-11 15,6-4-15-15,-2 2-6 0,2 0-5 0,-6 2-9 16,0-1-6-16,-2 0-10 0,1 1-5 0,-3 0-6 16,1 2-8-16,-5-1-3 0,-1 3-7 0,-1-3-5 15,-1 4-2-15,-3-1 0 0,-1-3 0 0,-6 4 3 16,9-2 1-16,-9 2 1 0,0 0 2 0,10-2-3 16,-10 2-3-16,0 0-7 0,7-1-5 0,-7 1-2 15,0 0-3-15,5 9-1 0,-3-4-3 0,1 1 2 16,-1 4-3-16,0 1-1 0,0 4-2 0,1 3-6 15,-3-1-30-15,1 3-37 0,-1-1-43 0,3 0-52 16,-2-2-42-16,-2 2-147 0,2-3-371 0,-4 0 164 16</inkml:trace>
  <inkml:trace contextRef="#ctx0" brushRef="#br0" timeOffset="-47160.65">7353 10477 38 0,'0'0'180'0,"0"-10"-31"0,0 10-30 0,0 0-28 16,8-4-41-16,-8 4-49 0,0 0-54 0,18 10-44 16,-9-3-103-16,0 0 46 0</inkml:trace>
  <inkml:trace contextRef="#ctx0" brushRef="#br0" timeOffset="-46599.42">7754 10550 133 0,'-19'-14'220'0,"19"14"-2"0,-10 1-7 16,10-1-5-16,-16 8-14 0,6-2-6 0,1 2-9 15,-4 5-14-15,2 2-9 0,1 2-8 0,-3 5-13 16,4-5-9-16,2 2-17 0,-4 4-9 15,5 1-10-15,3-7-8 0,1 1-7 0,2 0-9 0,1-2-4 16,4-2-13-16,0-3-15 0,4 2-20 0,-2-3-15 16,2-1-29-16,2-3-30 0,6 3-27 0,1-5-27 15,-2-1-34-15,3-3-10 0,-1-2-16 0,3-1 1 16,-1 0 7-16,1-4 8 0,-2 0 12 0,6-5 13 16,0 2 14-16,-3-4 21 0,-5 2 18 0,-4 0 23 15,0-2 15-15,-2-1 20 0,0-1 10 0,-3 0 17 16,-2 1 8-16,-4 2 9 0,1-2 17 0,-2-1 17 15,-1 6 13-15,-2 0 15 0,-4 1 27 0,4 0 9 16,-2 4-2-16,-2 0 1 0,6 5 3 0,-12-4-8 16,3 4-2-16,-2 1-5 0,0 5-9 0,1 1-3 15,-6 5-10-15,1 1-8 0,3 1-4 0,0 1-10 16,2-2-4-16,1 2-7 0,4-5-3 0,0 0-6 16,1-1-2-16,3 2-8 0,2-4-2 0,0 1-2 0,3-4-2 15,0 2-6-15,-4-6-4 0,10 5-4 16,-2-3-15-16,-8-2-1 0,14-3 0 0,-5 0-2 15,1-1-3-15,0 1-2 0,-2-4 1 0,2 0-3 16,-2-2-1-16,-2 1 7 0,-1 0-3 0,2-1 0 0,-3 0 2 16,-2 0 1-16,1 0 0 0,-3 1 1 0,2 2 3 15,-2 6 4-15,2-7-4 0,-2 7 1 0,1-8-2 16,-1 8-4-16,0 0 1 0,0 0 5 16,0 0 11-16,0 0 0 0,0 0 1 0,0 0 1 0,2 29-2 15,1-18-3-15,0-1 1 0,-1 1 2 0,1 2 0 16,4 1 1-16,-2 2-3 0,3-1-15 0,-3-5-22 15,3 1-41-15,1 0-30 0,1 2-33 16,5-5-27-16,1-1-29 0,0-1-170 0,1-3-389 16,1 0 173-16</inkml:trace>
  <inkml:trace contextRef="#ctx0" brushRef="#br0" timeOffset="-46356.25">8268 10411 193 0,'-5'-14'293'0,"3"1"-15"16,-2 4 1-16,1-1-9 0,1 3-14 0,0 2-23 16,2 5-25-16,-1-10-25 0,1 10-20 0,0 0-18 15,0 0-7-15,0 0-1 0,-4 38-19 0,5-18-13 16,1 7-6-16,-4 3-10 0,1 0 3 0,2 0-17 16,-2-1-14-16,-3 2 2 0,4-2-6 0,0-1 2 15,2-1-11-15,-1-3-6 0,-1-3-21 0,2 4-27 16,0-8-32-16,-1-1-31 0,-1-3-27 0,-1 3-52 15,1-3-57-15,2-6-35 0,0 3-245 0,-2-10-523 16,-2 12 232-16</inkml:trace>
  <inkml:trace contextRef="#ctx0" brushRef="#br0" timeOffset="-46081.53">8071 10664 112 0,'0'0'191'0,"11"-13"-19"0,-1 11-11 0,7-5-20 16,3 0-5-16,0 1-9 0,6 0-4 0,2-3-11 16,-1 3-7-16,4-1-10 0,-3 2-5 0,1-3-8 15,-1 3-6-15,-6 1-4 0,-2 1-8 0,2 1-5 16,-8 2-6-16,-1-2-6 0,-3 2-6 0,2 0-3 16,-3 2 7-16,-3 0-14 0,0 0 1 15,2 3 9-15,-2 2 12 0,0-1 2 0,-1 5 2 0,-1-3 6 16,-1 3-3-16,2-1-9 0,-1 0-4 0,-1 2 0 15,-2 1-9-15,2-1-1 0,2 5-5 0,-3-6 0 16,2 5-5-16,-1-4-20 0,-1 2-32 0,2-3-37 16,-1 0-54-16,2-1-64 0,-3 1-232 0,0 0-446 15,-1-4 197-15</inkml:trace>
  <inkml:trace contextRef="#ctx0" brushRef="#br0" timeOffset="-45911.75">8566 10465 1995 0,'-6'-15'70'0,"-2"1"-32"15,0 3-20-15,6 1-5 0,-2 2-13 0,1 4-34 16,3 4-31-16,0 0-7 0,-4-7-20 0,4 7-34 0,0 0-44 16,0 0-93-16,0 0-284 0,6 23 126 15</inkml:trace>
  <inkml:trace contextRef="#ctx0" brushRef="#br0" timeOffset="-45060.59">8678 10639 106 0,'-2'7'228'0,"2"-7"-16"0,-2 10-12 15,1-2-7-15,0-1-20 0,1-7-16 0,2 16-11 16,-2-6-13-16,3 0-6 0,-2 0-12 0,2-5-11 15,2 6-9-15,0-2-12 0,3 0-4 0,1-1-10 16,-2 1-6-16,3-2-4 0,0-2-5 0,0 1-6 16,1-2-2-16,1 0-4 0,-4-4-2 0,2 2-5 0,1-1-5 15,-4-1 2-15,-7 0-4 0,13-3-3 16,-6 3-2-16,-7 0 2 0,8-8-2 0,-4 0-4 16,1 1-3-16,-3-1-1 0,0-1-1 0,-1-1-5 15,-2-1 1-15,-1-2-2 0,0 2 1 0,-2-7-3 16,1 6 2-16,-1 1-4 0,1-4 2 0,-2 3-2 0,1 0 0 15,-1 3 0-15,3-1 4 0,1 4 5 16,1 6 8-16,-2-13-7 0,2 13-1 0,-2-8-7 16,2 8-1-16,0 0-1 0,4-7 1 0,-4 7-5 15,0 0 2-15,18 6 0 0,-8 0 0 0,3 5 5 0,2 0 8 16,-3 1 1-16,0-1-4 0,-1 2 0 0,-2 3-3 16,2-5 5-16,-4 0-4 0,0-1 1 0,-1 0 1 15,1 0 0-15,-2-2 4 0,0 0-1 16,-2-2 7-16,-1 0 6 0,-2-6 22 0,4 8 10 15,-4-8 10-15,2 5-8 0,-2-5 1 0,0 0-1 0,0 0-3 16,0 0-9-16,0 0 1 0,0 0-3 0,0 0-11 16,-13-18-10-16,10 9-4 0,2 2 2 15,-2-3 0-15,3 10-8 0,3-20-5 0,1 4-9 0,0 0-9 16,2 0-6-16,-1-1-9 0,3 1 2 0,2 2-5 16,-1 1-1-16,-1 4 4 0,0 2-4 15,1-1 3-15,-1 2 1 0,1 6 2 0,1-1-1 16,1 2 0-16,-4 1 3 0,2 3 1 0,-1 4 2 0,0 0-1 15,2 4 5-15,-3 1 0 0,-2 1-3 0,3 1 4 16,-3-2 4-16,2-2 0 0,-2-1-3 0,0-1 1 16,1-2 3-16,-1 2 5 0,3-3 12 0,-2-1 15 15,3 1-9-15,3-5 6 0,-2 0 1 0,2 0 2 16,-2-2-2-16,3-1-5 0,-3-3 4 16,4 0-2-16,-3-1-2 0,6-3 0 0,-4 0 0 0,-3 1 3 15,3-5-7-15,-6 3 1 0,1-1-5 0,-1-1 1 16,1-5 2-16,-2 2-2 0,-3 1-4 0,0-2-5 15,-2 3 9-15,1-1-5 0,-1 3-4 0,-1 0 1 16,-1 2-1-16,1 8-4 0,-3-9-1 0,3 9-1 16,-4-9-12-16,4 9 1 0,-8-2-2 0,8 2-1 15,0 0-2-15,-16 16-2 0,11-7-11 0,3 1-1 16,-1 3 1-16,0 5-2 0,0-2 1 0,3-1 4 16,0 0-1-16,2 2 4 0,-1-1-1 0,2 1 5 15,2 0 0-15,-1-5 1 0,1 2 4 0,1-3 1 16,-1 1 0-16,-1-2 1 0,1 0 4 0,-2 2 1 15,1-3-1-15,-2-1 0 0,-1-2 3 0,2 1 3 16,-2 0 0-16,-1-7 7 0,-1 12-3 0,1-5-11 16,0-7-9-16,-4 9-23 0,0-5-26 0,0 1-40 15,-1-1-47-15,0 1-63 0,-2-3-61 0,-2 3-164 16,9-5-479-16,-15 2 212 0</inkml:trace>
  <inkml:trace contextRef="#ctx0" brushRef="#br0" timeOffset="-44880.49">9661 10673 68 0,'8'-4'331'0,"-2"2"-10"0,-2-1 1 15,-4 3 0-15,8-5-7 0,-8 5-21 0,5-5-26 0,-5 5-23 16,0 0-34-16,0 0-10 0,0 0-33 16,5-5-41-16,-5 5-50 0,0 0-55 0,0 0-56 15,0 0-73-15,0 0-72 0,0 0-78 0,-23 10-196 16,13-5-490-16,-2 2 216 0</inkml:trace>
  <inkml:trace contextRef="#ctx0" brushRef="#br0" timeOffset="-43284.94">8882 11831 143 0,'-2'-10'196'0,"0"-1"-11"16,1-1 4-16,-2 3 1 0,2 3 1 0,-2-4-3 16,3 10-11-16,-2-14-13 0,0 8-13 0,2 6-6 15,-2-10-9-15,2 10-5 0,-2-8-11 0,2 8-13 16,0 0-14-16,-1-9-10 0,1 9-13 0,0 0-9 16,0 0-9-16,0 0-6 0,0 0-7 0,0 0-2 15,0 0-4-15,3 33-3 0,-2-13 4 0,2 8-2 16,-3 0-9-16,-2 0-1 0,2 0-4 0,2 1 1 0,-2 0-4 15,-2-2 1-15,4-2-3 0,-1 2-1 16,-1-8 2-16,-1 0-3 0,1 1 0 0,1-1-1 16,0 0 1-16,0-2-3 0,1 2-2 0,0-4 2 15,0-4-17-15,-2 3-17 0,0-3-15 0,0 0-28 16,0 0-31-16,0 0-25 0,0-1-24 0,-2-1-29 0,2-1-23 16,-2-1-21-16,2-7-132 0,-7 11-383 0,2-8 170 15</inkml:trace>
  <inkml:trace contextRef="#ctx0" brushRef="#br0" timeOffset="-42916.5">8873 11724 91 0,'16'-11'160'15,"1"-1"-3"-15,1 3-12 0,-3 4-13 0,3-1-9 0,-6 5 2 16,1 2-5-16,-1 3-18 0,0-1-10 0,0 3-5 15,-3 3-12-15,2 2-4 0,-4 1-9 16,-2 3-3-16,-1 3-7 0,-3 1-5 0,-1 0-5 16,-2-1-2-16,-3 7-5 0,0-7-5 0,-5-3-2 15,0 1-3-15,1-4-2 0,-1-2-6 0,0-2 3 0,1-1-1 16,-1-3 0-16,1 1 0 0,0-3-4 0,3 0 0 16,-2-1-1-16,8-1 3 0,-10 4 5 0,10-4 5 15,-8 0 1-15,8 0-2 0,0 0-4 16,0 0-8-16,-10 1-1 0,10-1-1 0,0 0 1 15,0 0-4-15,0 0-1 0,14 13-1 0,-5-7 10 0,-1 2-2 16,3-2-1-16,2 4 1 0,2 1-2 0,-3 1 2 16,2 0-4-16,0 1 4 0,2 1-5 0,0-2 3 15,5 3-4-15,-4-3-20 0,0 0-38 0,4 5-28 16,-5-4-31-16,7 2-25 0,-8-3-50 0,2-1-129 16,-10-2-336-16,4-1 150 0</inkml:trace>
  <inkml:trace contextRef="#ctx0" brushRef="#br0" timeOffset="-42614.98">9379 12181 81 0,'7'-10'163'0,"2"1"-1"0,2-4-7 16,-1 5-13-16,0-2-10 0,0-4-5 0,2 4-12 15,-1-6-6-15,-2 2-13 0,3-1-8 16,-5 2-6-16,4-3-10 0,-4 1-6 0,0 1 1 0,-5 2-12 15,1 0-5-15,-2 0-7 0,-2 1-5 0,-2 3-3 16,-1-2 1-16,0 1 1 0,-2 4-9 0,1 0-3 16,0 0 1-16,5 5-4 0,-17-4-8 0,7 4 0 15,-1 2-2-15,0 4 0 0,1 1-6 0,1 3 4 16,-1 1-2-16,2-1 2 0,1 5 1 0,0-1 1 16,3 1 2-16,2-2-2 0,3 5-2 0,-1-1-2 15,3-2 2-15,3-1 0 0,2 2-3 0,3-2-9 16,-1 0-29-16,3-1-35 0,3-2-40 0,3-2-41 15,-1 1-36-15,-1-3-101 0,4-4-305 0,2 0 135 16</inkml:trace>
  <inkml:trace contextRef="#ctx0" brushRef="#br0" timeOffset="-41047.32">9903 11994 62 0,'-9'-3'188'16,"-1"-1"2"-16,-4 4 5 0,1 0-3 0,-5 3-9 15,1 1-5-15,1 2-9 0,-2 3-13 0,0 1-14 16,-3 7-10-16,7-3-14 0,-5 4-13 0,8-3-14 16,0-2-4-16,6-1-13 0,-1-1-6 0,3 0-7 15,3 2-3-15,2-5-7 0,0 3-6 0,3-4-3 16,-1 3 0-16,3-3-4 0,2-2-3 0,1-1-9 16,-1-1 0-16,-2-1-7 0,4-2-2 0,1-4-1 15,-3 0 0-15,0-1-1 0,7-1 0 0,-6-3-7 16,1 2 4-16,-3-3 2 0,2-2-5 0,-2 1 1 15,-1 1-2-15,1-4-1 0,-3 2 1 0,1-2 0 16,-1 3-5-16,1 2 2 0,-2-1 3 0,0 4 7 16,-2 0-1-16,-2 6-5 0,4-8-1 0,-4 8-6 15,0 0 0-15,6-2-1 0,-6 2 5 0,0 0-5 16,10 23 1-16,-7-7-1 0,1 9 6 0,-1 2-6 16,-1 1 3-16,-1 4 1 0,-1-5 0 0,3 4-3 15,-3-1 0-15,1-2 0 0,1-1 0 0,-1-1-2 16,-1-7 3-16,1-1 0 0,-1-1 1 0,1-6 1 15,1 0-3-15,-2-1 0 0,1-3-1 0,-1 0 5 16,0-7-2-16,4 12 5 0,-4-12 13 0,0 5 13 16,0-5 3-16,0 0-2 0,0 0-1 0,0 0-6 15,0 0-4-15,19-27-1 0,-9 9-2 0,2-8-5 16,2-1-1-16,1-3-2 0,0 0 0 0,10-13-5 16,-10 14-3-16,3-4-6 0,-4 2 3 0,0 1-5 15,0-2 0-15,-2 0 3 0,-2 5 1 0,2 1-5 16,-3 0 2-16,-1 4 1 0,-1 2 1 0,-1 6-2 15,-1 0 2-15,-2 2 1 0,0 1 1 0,0 2-1 16,0 3 3-16,-2 0 2 0,-1 6 0 0,5-9-1 16,-5 9-3-16,4-5-3 0,-4 5-1 0,0 0-4 15,0 0 2-15,0 0-3 0,0 0 1 0,0 0 6 16,6 20-6-16,-5-8 1 0,1 4 4 0,-1 1-1 16,-2 0 0-16,3 1-3 0,-2-2 4 0,2 0-2 0,0-6 3 15,2 3 2-15,-1-1-3 0,0-1 1 16,2-2 1-16,2 0 0 0,0-1 2 0,0-1-3 15,3-1 5-15,2-4-3 0,-1 1 1 0,3-2 0 16,-1-2 0-16,0-2-4 0,-1 1 0 0,5-4 1 16,-4 0 0-16,1-2-4 0,3-2 3 0,-6 1 1 0,2-5 2 15,-2 2-3-15,-3 2 0 0,0-1-1 0,-2-5 2 16,0 1-4-16,0-1 2 0,-3 1-1 16,-1 2 3-16,0 2-2 0,2-1 1 0,-3 3-2 15,2 0 3-15,-3 9-2 0,0-10 1 0,0 10-3 0,2-8-4 16,-2 8-3-16,0 0 3 0,0 0-1 0,0 0-3 15,0 0 4-15,0 0 0 0,3 22 4 16,-2-12-2-16,2 0 3 0,-2 0-4 0,2 1 2 16,1 0 0-16,-1-1 2 0,4-1 2 0,-5 0-1 15,3-2 0-15,2 2 3 0,-1-2-2 0,1-2 5 0,1 0-1 16,1-2-1-16,-1-1 0 0,4 0-5 0,-1-2 7 16,1-2-2-16,0 0-3 0,1-4 3 0,1 2-3 15,0-3 1-15,3-2-2 0,-2 1 0 16,-1-2 1-16,-5 2-3 0,0-1 4 0,0 0-1 0,0-2 1 15,-2 2-2-15,-4-3 5 0,1 1-3 0,-2-1-5 16,0 2 0-16,-1 0-1 0,-1-1 2 0,-1 1 0 16,1 1-4-16,0 9 3 0,-2-11-1 15,2 11 3-15,-2-10-5 0,2 10-1 0,-2-6-1 16,2 6 5-16,0 0-7 0,0 0 3 0,0 0-2 0,0 0 2 16,-13 13-2-16,9-4 4 0,-2 1-1 0,3 2 4 15,-3 2-2-15,3-2 3 0,1 0-3 0,-1 1 0 16,2-2 1-16,-1 0 7 0,2 2 2 0,0-3 1 15,0 1-4-15,2-2-3 0,0 1 0 16,2 0 1-16,0-1 2 0,1-3-1 0,0 3 0 0,1-4 2 16,-2 0 0-16,3 0 0 0,-2 1 4 0,3-3-1 15,2 1-1-15,-1 0 1 0,1-2 1 0,0 0-3 16,-3-2 1-16,3 0 1 0,1-2 0 0,0 0 3 16,-1-2-4-16,1 0 1 0,1-1-2 0,-2-2 1 15,7-3 1-15,-8 2-2 0,1 0 2 0,-3-2-5 16,1 0-5-16,-1-1 3 0,-1-3-1 0,1 0-5 15,-2 3-2-15,-2-5-3 0,-2 4 1 0,-1-4 3 16,-1 0-1-16,-1 4 1 0,-1 2 1 0,0-2 0 16,1 2 0-16,-3 0-1 0,1 4 0 0,0-3 1 15,2 3 3-15,2 6 1 0,-4-9 0 0,4 9 0 16,-5-6-2-16,5 6 2 0,-4-6-5 0,4 6 1 16,0 0-1-16,-5-7 0 0,5 7 0 0,0 0-3 15,0 0 3-15,0 0 0 0,0 0 1 0,0 0 3 16,0 0 0-16,20 9 5 0,-20-9-3 0,17 2-1 15,-7 0 3-15,4-2-2 0,-4 0 0 0,2 1 4 16,-1 0-2-16,-2-1 0 0,2 1-1 0,-4 0-2 16,3 3-1-16,-4 0-2 0,0-2 3 0,-1 3 0 15,-1-2 0-15,2 4-3 0,-2-1 1 0,-1 5 5 16,0-1 1-16,0 2 7 0,0 0-2 0,-2-2 4 16,0 4-1-16,2-3 0 0,-1 2-4 0,2-1 5 15,-3-2-6-15,2 0-2 0,-1-1 3 0,2 1 3 16,1-3 1-16,1 1-5 0,0-2 4 0,4 0 1 15,-3-1-1-15,4-1 1 0,2 0 2 0,0-4-2 16,4 0 1-16,3-3 1 0,-1-1 0 0,0 0 0 16,-1-1 0-16,2-2-2 0,1-3 0 0,-4-1 3 15,8-3-6-15,-11 4 0 0,0-3 1 0,0 0 4 16,-1-3-4-16,-2-1-2 0,1 1 1 0,-6-2 1 16,0 2-4-16,-3-1 3 0,0 2-6 0,-2 2 3 15,-2 1-3-15,0 3 5 0,-2 1-6 0,1 1 4 16,2 7-5-16,-11-6-2 0,11 6 3 0,-13 3-1 15,2 3-1-15,-4 4 0 0,0 1-2 0,-1 4 4 0,-1 5-2 16,0-1 2-16,6-2 2 0,1-2-1 16,4 2-3-16,0-1-1 0,5-5-1 0,2 0-8 15,1 1-20-15,3-2-29 0,4 0-44 0,4-2-11 16,5 0-32-16,8-4-57 0,5-3-53 0,-1-1-147 16,1-4-439-16,0 0 195 0</inkml:trace>
  <inkml:trace contextRef="#ctx0" brushRef="#br0" timeOffset="-40617.64">11761 11835 161 0,'0'0'262'0,"-4"-11"-4"0,0 8-7 15,4 3-1-15,0 0-11 0,-10-7-9 0,10 7-17 16,-5-2-20-16,5 2-20 0,0 0-19 16,-19 6-18-16,7 0-11 0,1 1-14 0,-4 3-11 15,3 2-8-15,-2-2-11 0,3 4-10 0,0 0-3 16,0-1-11-16,3 0-4 0,3-3-11 0,2 2-3 0,1 0-3 15,0-1-2-15,2-1 2 0,4-2-13 16,-1-2 3-16,2 0-3 0,0-1-4 0,0-1-2 16,4-1 0-16,-4 0-3 0,-5-3-5 0,17-3-7 15,-6-1-2-15,-2-2 0 0,8-2-4 0,-7 0-4 0,2-5-2 16,0 1-4-16,0-4-2 0,-3-1-5 0,-2-2-4 16,2-4 5-16,-3-4 1 0,-1 2 1 0,-3-4-4 15,3 1 2-15,0 2 4 0,-3-1 3 16,-2-2-3-16,2 0 7 0,-2 1 5 0,0-1 5 15,0 0 8-15,-4 3 19 0,4 9 26 0,0 0 13 0,0 6 8 16,-1 0 12-16,1 11-7 0,-1-12-12 0,1 12-9 16,-1-10-7-16,1 10-14 0,0 0-4 0,0 0-6 15,0 0 0-15,0 0-2 0,0 0 5 16,-4 55-6-16,3-27 6 0,-1 2-2 0,0-2-5 16,-1 3-4-16,1 0 2 0,-2 1-2 0,0-3 2 0,4 1-9 15,0-1 9-15,-3-1-31 0,-1-4-34 0,2 2-41 16,3-1-48-16,-1 1-54 0,0-9-72 15,3 2-83-15,-2-3-209 0,-1 0-597 0,-1-4 264 0</inkml:trace>
  <inkml:trace contextRef="#ctx0" brushRef="#br0" timeOffset="-40110.93">12697 11757 176 0,'4'-5'266'0,"-3"0"-13"0,-1 5-16 15,5-6-18-15,-5 6-26 0,0 0-19 0,0 0-13 16,-17 14-13-16,7 3-13 0,-4 7-9 0,-4 2-13 0,4-2-6 16,1 1-14-16,5-7-10 0,4 2-6 0,2-2-10 15,0-2-6-15,4 0-8 0,3-3-4 0,2-3-1 16,-1 2-8-16,3-5 0 0,3 0 0 0,3-1 0 15,4-2-1-15,0-4-3 0,4 0 1 0,4-2-4 16,0-5-4-16,-6 2 2 0,0-2-7 0,-2-2 2 16,-2-1-4-16,-1-3-1 0,-2 1-3 0,0-4 1 15,-4 1 0-15,-3-2-1 0,-2-3-2 0,-3 2-1 16,-4-9-2-16,-3 2-1 0,-4 1-3 0,-2 0-1 16,-1 7-1-16,-3-6-4 0,1 7 6 0,-5-1-8 15,3 6-13-15,0 3-10 0,-4 2-12 0,1 4-15 16,-3 4-18-16,-7 4-30 0,0 4-31 15,-2 2-41-15,8 2-40 0,0 3-43 0,1 2-153 0,8-6-437 16,6-2 193-16</inkml:trace>
  <inkml:trace contextRef="#ctx0" brushRef="#br0" timeOffset="-39850.99">13091 11508 97 0,'4'-15'274'0,"-4"1"-12"0,0 4 5 16,0 3-2-16,0-3-5 0,0 10-16 0,2-11-25 16,-2 11-24-16,2-8-22 0,-2 8-19 0,0 0-18 15,0 0-11-15,6 20-12 0,-2-1 0 0,-2 16-6 16,0 11-3-16,-2 5-6 0,0 1-15 16,-2-3-2-16,0-1-10 0,-4 0-1 0,6-3-12 0,-4-9-4 15,4 0-2-15,-2-1-9 0,0 0-2 0,2-2 1 16,0 0-10-16,0-1-16 0,4-5-25 0,-4-1-39 15,4-7-29-15,-4 0-43 0,4-1-46 0,-2-5-61 16,2-2-38-16,0-2-225 0,-1-1-531 0,1-4 236 16</inkml:trace>
  <inkml:trace contextRef="#ctx0" brushRef="#br0" timeOffset="-39624.44">13389 11884 14 0,'1'-11'281'0,"1"0"-1"15,2 5-8-15,-2-1-13 0,-2 7-13 0,2-9-20 16,-2 9-23-16,0 0-21 0,0 0-8 0,0 0-7 16,0 0-6-16,0 0-8 0,-2 38-12 0,2-22-13 0,-2 4-13 15,0 5-12-15,0-1-4 0,-1 1-19 16,3-5-5-16,-4 0-5 0,8-1-7 0,-8 5-7 16,4-6-4-16,0 0-14 0,2-1-25 0,0 0-20 15,-2-2-33-15,1-2-25 0,1 0-40 0,0-3-37 0,-2 1-36 16,4-1-57-16,-4-4-48 0,0-6-150 0,0 0-469 15,0 0 208-15</inkml:trace>
  <inkml:trace contextRef="#ctx0" brushRef="#br0" timeOffset="-39394.26">13446 11743 165 0,'13'-13'246'0,"0"1"-20"0,1 1-5 0,-1 3-13 15,5 0-16-15,-9 5-16 0,3 1-17 0,-1 2-6 16,-1 1-16-16,0 4-13 0,-1 2-13 0,0 1-5 16,-3-1-5-16,0 5-13 0,-4-3-2 0,2 3-11 15,-4 5-5-15,-6 1-5 0,-2-2-2 0,-1 1-8 16,-6 5-5-16,-6-3-7 0,1 0-1 0,-3-3-38 16,2 1-30-16,-4-2-40 0,2 1-45 0,5-6-54 15,-2-1-50-15,-7-1-183 0,10-1-430 0,0-2 191 16</inkml:trace>
  <inkml:trace contextRef="#ctx0" brushRef="#br0" timeOffset="-38637.36">14907 11743 76 0,'-4'-13'211'16,"0"2"-5"-16,-2 1-5 0,-2 0-9 0,1 2-17 16,-4 2-8-16,0 2-13 0,0 1-14 0,-2 3-15 15,-3 2-6-15,-3 3-13 0,0 4-10 0,-4 4-13 16,0 6-3-16,5 4-12 0,-2-1-4 0,4 1-5 16,2 0-3-16,4 3-12 0,4-7-2 0,-2-2-6 15,8 0-2-15,0 1-5 0,5-6-2 0,2 3 3 16,1-1-6-16,-1-5-5 0,7-1 3 0,1 0-3 15,3-2-3-15,0-2 2 0,2-3-1 0,-1-4-4 16,10-2-2-16,-10 2 18 0,0-5-2 0,0-2-2 16,-2-1 0-16,1-1-3 0,-5-1-1 0,-2-4-2 15,3-5-5-15,-5-2 2 0,0 0 0 0,-7-2-2 16,1-1 0-16,0-1-1 0,-1-3-2 0,-3-1-1 16,0 1-1-16,-5-1-2 0,3-2 5 0,2 3-2 15,-2 0 1-15,-1 5 11 0,2 6 7 0,2-1 0 16,-2 4 1-16,0 6 7 0,0 0 7 0,2 0-3 15,-1 6 0-15,1 5-7 0,-2-11-9 0,2 11-8 16,0 0-1-16,0 0-2 0,0 0-3 0,0 0 2 16,2 42-1-16,-2-12 1 0,0 2-1 0,0 14-2 0,0-10 0 15,-2 11 4-15,4-11 0 0,-2-1-2 16,0 1 5-16,1-2-11 0,2-3 2 16,-2 2-2-16,1-3-1 0,5-1-1 0,-3-3-23 0,1-1-31 15,0-5-36-15,-1-4-49 0,-2 0-70 0,2-5-55 16,-1-1-223-16,2-1-522 0,-2-2 230 0</inkml:trace>
  <inkml:trace contextRef="#ctx0" brushRef="#br0" timeOffset="-38411.39">15422 11671 195 0,'0'0'257'0,"-18"1"-15"0,7 2-2 15,-3 3-8-15,0 5-1 0,-10 4-8 0,9-1-13 16,-5 4-13-16,0 1-13 0,7-5-18 0,-1 2-15 0,3 0-13 16,5-2-14-16,-1 3-15 0,5-6-6 0,1 2-13 15,3 3-6-15,2-6-8 0,7 2-17 16,3-2-34-16,2 0-36 0,3-2-45 0,9-3-46 16,1 1-62-16,6-6-61 0,0 0-238 0,-2-4-503 0,3 0 223 15</inkml:trace>
  <inkml:trace contextRef="#ctx0" brushRef="#br0" timeOffset="-37936.54">16514 11685 57 0,'-7'-17'288'16,"2"2"-2"-16,1 2 3 0,2 3-9 0,0 2-12 16,-1 1-25-16,3 7-20 0,-2-12-29 0,2 12-22 15,0 0-27-15,0 0-11 0,0 0-15 0,0 0-11 16,21 15-9-16,-10-3-4 0,1 5-12 0,3 9-7 15,2 0-6-15,-2-1-2 0,0 2-10 0,-3-1-6 16,1-2-5-16,-2 1-2 0,2-3-5 0,-3-7-3 16,-1 1-1-16,0-3-1 0,-5-2-9 0,2-1-3 15,-1-2 2-15,-2-1 2 0,3-2-4 0,-4 1 4 16,-2-6 18-16,4 5 20 0,-4-5 18 0,0 0 6 16,0 0-44-16,0 0 22 0,13-17-8 0,-7 3-8 15,-1-2-11-15,0-3-9 0,1-6 6 0,1-4-7 16,0 0 1-16,0-2-3 0,-2-3-8 0,2 1-6 15,-2-1 8-15,2 1-12 0,-3 4-6 0,1 0-6 16,-2 3 7-16,-2 1-39 0,-1 11-16 0,0 1-23 16,2 4-29-16,-3 2-31 0,1 7-31 0,-4-10-53 15,4 10-41-15,-7 0-28 0,7 0-30 0,-18 11-175 16,6 3-529-16,2 1 234 0</inkml:trace>
  <inkml:trace contextRef="#ctx0" brushRef="#br0" timeOffset="-37592.97">16988 11678 50 0,'0'0'271'15,"0"0"-8"-15,1-7-11 0,-1 7-13 0,0 0-20 16,0 0-13-16,0 0-11 0,0 0-12 0,-26 16-6 16,15-2-11-16,-1 2-8 0,0 4-14 0,-5 2-14 15,5 1-12-15,2-7-12 0,4 3-11 0,1-3-4 16,1 0-12-16,1-3-9 0,3 0-12 0,0-2-5 15,3 1-3-15,1-1-2 0,1-2-2 0,3-1-5 16,0-1 1-16,1-1-5 0,2-4-5 0,3 0 2 16,2-2-5-16,4-3 2 0,-1 0-5 0,-1-2-4 15,1-4 0-15,-1 0-3 0,0-4 1 0,-3 1-6 16,0-2 11-16,-3-2-6 0,3-8-8 0,-7 6 8 16,0-6-8-16,-5-1 4 0,0 0-4 0,-6 8 3 15,-2-2-14-15,0 3-2 0,-3 0 1 0,-2 3-1 0,-1 0-3 16,0 4-7-16,0 4-11 0,-2 0-16 15,-2 5-15-15,-4 0-19 0,-3 6-23 0,3 2-32 16,-4 6-46-16,-2 3-40 0,3-1-45 0,5 4-222 16,3-5-519-16,4-2 230 0</inkml:trace>
  <inkml:trace contextRef="#ctx0" brushRef="#br0" timeOffset="-37352.26">17360 11529 3 0,'1'-17'303'0,"-1"5"2"0,0 0-3 0,-1 1-1 16,-1 2-4-16,1 3-10 0,1 6-17 0,-5-11-27 15,5 11-26-15,0-8-31 0,0 8-14 0,0 0-20 16,0 0-14-16,0 0-10 0,0 39-6 16,0-13 5-16,1 2-21 0,2 0-16 0,-6-2-3 0,3 3-14 15,-1-1-3-15,2 1-26 0,-1 0 9 0,3-1 1 16,-2-2-22-16,0 1-33 0,1-3-38 0,-1-1-42 15,1-3-41-15,0-4-41 0,-2 2-63 0,0-5-50 16,1-2-267-16,-2 0-588 0,2-3 262 0</inkml:trace>
  <inkml:trace contextRef="#ctx0" brushRef="#br0" timeOffset="-37119.63">17618 11551 233 0,'2'-11'318'0,"-2"2"-5"0,0 2-8 0,0 7-23 16,0-10-29-16,0 10-28 0,0 0-17 0,0 0-16 16,0 0 4-16,0 0-17 0,0 0-6 0,0 40-9 15,-2-22-12-15,-1 7-15 0,2 0-5 0,0 2-19 16,-2-8 2-16,3 7-26 0,-3 2-8 0,5-1-9 16,-2-3-7-16,1 0-11 0,-1-4-20 0,0-2-22 15,3-3-25-15,-2 0-38 0,2-2-35 0,-3-1-41 16,0-1-46-16,0-1-46 0,1-2-42 0,0-2-36 15,-1-6-182-15,0 0-518 0,-6 8 229 0</inkml:trace>
  <inkml:trace contextRef="#ctx0" brushRef="#br0" timeOffset="-35957.32">17498 11714 215 0,'12'-5'198'0,"4"-1"-15"0,2-2-12 0,2 1-6 15,8-3-19-15,0 4-13 0,0-4-7 0,2 6-15 16,1-5-2-16,-3 2-18 0,4 1-6 0,-4 0-10 16,-2 1-6-16,-7 0-6 0,1 3-9 0,-1-2-2 15,-6 0-5-15,0 1-5 0,-2 1-1 0,-1-2-3 16,-3 3 5-16,0-2 1 0,-7 3 6 0,9-3 0 16,-9 3-2-16,0 0-6 0,0 0-2 0,0 0-4 15,0 0 1-15,0 0-4 0,0 0 4 0,-19 31-1 16,9-17 6-16,-5 1 2 0,1 6-2 0,1-1 0 15,0-4 1-15,4 3-4 0,3-2 0 0,-4 0-8 16,3-3-4-16,1 1-2 0,3-3 0 0,2 0-3 16,2 0 2-16,0-4-8 0,1 1 0 0,0-1 0 15,1 0-3-15,1-5 3 0,2 3-1 0,2-5-2 16,2 2-1-16,-2-3 4 0,3 0-4 0,-1-2-7 16,-1 0-2-16,1-4-3 0,-1 0 0 0,0-2-2 15,-1 0 1-15,0 0-1 0,-3-1-1 0,0-6-2 16,0 4 2-16,-1 0-8 0,-3-2 0 0,2 1-5 15,-2-1-1-15,-2 2 6 0,2 1 2 0,0 3-3 16,-1 7 6-16,0-10-2 0,0 10-3 0,0 0 3 16,0-9-3-16,0 9-1 0,0 0 9 0,0 0-4 0,0 0 1 15,0 0 6-15,0 0-2 0,5 28 2 0,-2-20 0 16,-1 2 0-16,4-2 7 0,0 1-6 16,3-3 2-16,1 3 1 0,0-3 0 0,7 0 2 15,1-3 2-15,10 0-2 0,3-7 2 0,2 4 0 0,-1-3-3 16,0-1-2-16,-4-4 4 0,-1 3-3 0,-7-2 3 15,-2 2-4-15,-1 0 4 0,-1-2-1 16,0 0 2-16,-6 1 4 0,1-3 5 0,-2 2 1 16,-2-2-2-16,-1-2-4 0,-2 2 1 0,0-2-1 15,-3 3-3-15,0-3-1 0,-2 1 0 0,0-1-2 0,-4 1 0 16,1 4 2-16,-1 1 1 0,-2 1-1 0,0 3-5 16,-3-3 3-16,-2 4-1 0,-1 5 1 0,-3 3 2 15,-2 2-5-15,-3 5-1 0,6-3 0 16,-1 3 1-16,4 1-3 0,1-1 2 0,2-1-6 0,1 0 7 15,4-1-7-15,1-3 4 0,2 1 1 0,1-1-4 16,4-1 2-16,-2-1-6 0,5-1-2 0,-2-1 2 16,4-3-6-16,1-2-2 0,1 1 1 0,-2-2 1 15,0-2-3-15,3 0 2 0,-3-1-1 16,-3 0 5-16,4-3 1 0,-2 0 0 0,-1 0-1 0,-1 0 4 16,-2 0 1-16,0 1 7 0,-1 0 4 0,-3 5 6 15,4-13 1-15,-1 8 10 0,-3 5 5 0,4-8 3 16,-4 8 6-16,1-6-1 0,-1 6-4 0,0 0-9 15,0 0 0-15,0 0-5 0,0 0 4 0,0 0-3 16,2 36 24-16,-4-11 1 0,-1 5-4 0,2 3-2 16,-2 2-4-16,1 12-1 0,-2 0 6 0,2 2-6 15,0-1-1-15,0 3-4 0,1-5 2 0,1-9-3 16,-2 8 5-16,1-14-8 0,2 2-5 0,-1-3 5 16,-1-2-11-16,1-1 13 0,-4-1-10 0,2-7 9 15,-2-4-9-15,0-3-8 0,0-1 7 0,-4-2-1 16,2 0-1-16,-4-2-2 0,1-2 5 0,-4-1-6 15,0-2-13-15,-1-2 3 0,-3-5-4 0,1 0-8 16,1 0 5-16,2-1-16 0,3-4 0 0,-2-1-1 16,5 0-5-16,0-6 4 0,4-1-1 0,2 1 3 15,2-3-6-15,6-8-7 0,6-1-10 0,-1 1 2 16,5-2-3-16,2 1 4 0,3-1 3 0,7-8 5 16,-6 8 2-16,9-6 3 0,1-3 0 0,1 4 2 15,-1 1 0-15,-6 7 4 0,7-8 0 0,1 2 5 16,-8 7 3-16,7-9 1 0,-2 1 0 0,-8 10 3 15,-1 0 0-15,-2 1 4 0,-2-1 1 0,-4 4 0 16,-3 4 0-16,-3 3 4 0,-4 2 16 0,0 0 7 16,-2 2 3-16,-1-1 2 0,-1 3-1 0,-1 7 7 15,-5-11-4-15,5 11 3 0,-10-5 1 0,2 7 0 16,8-2 8-16,-30 12 3 0,13-3 13 0,0 4 4 16,-2 6 12-16,5-3-23 0,-1 4-2 0,5-1 0 15,1-2-3-15,0 0-2 0,4-1-5 0,3 1-1 16,5 0-7-16,0-2-2 0,-2-2-10 0,10 0-20 15,1-2-27-15,2-1-32 0,4 0-38 0,3-5-33 16,0 1-33-16,6-5-44 0,2 3-32 0,3-1-13 16,-2-4-14-16,0-1-5 0,1 0-155 0,-3-3-467 0,-1 1 207 15</inkml:trace>
  <inkml:trace contextRef="#ctx0" brushRef="#br0" timeOffset="-35821.17">19015 11865 543 0,'18'-6'39'0,"-2"-2"46"16,-4 5 47-16,-3 0 37 0,-2 1 26 0,0-2 19 15,-1 1 8-15,-6 3 11 0,9-3 5 0,-9 3 6 16,6-2 2-16,-6 2-3 0,0 0-8 0,0 0-14 0,0 0-18 15,9-4-19-15,-9 4-16 0,0 0-35 16,0 0 2-16,0 0-16 0,0 0-27 0,4-4-35 16,-4 4-58-16,0 0-63 0,0 0-72 0,0 0-100 15,0 0-103-15,0 0-257 0,-23-6-646 0,10 3 287 0</inkml:trace>
  <inkml:trace contextRef="#ctx0" brushRef="#br0" timeOffset="-34651.73">6950 13082 60 0,'-2'-5'168'0,"2"5"1"15,-5-10-3-15,5 10 1 0,-4-10-3 0,2 4-6 16,2 6-7-16,-4-8-6 0,2 1-2 0,2 7-9 16,-3-9-5-16,3 9-5 0,-3-10-3 0,2 4-10 15,1 6-8-15,0-11-16 0,0 11-8 0,1-9-9 16,-1 9-5-16,6-6-5 0,-6 6-6 0,9-6-9 15,3 2-7-15,-2 2-7 0,0 5-3 0,3-2-5 16,1 7-2-16,1 1 0 0,-2 4-1 0,1 3 0 16,-5 4-1-16,2 4-3 0,-5-1-1 0,0 4-4 15,-5 0 2-15,-3 2 2 0,1-2-23 0,-6 0 2 16,-3-1 4-16,2-2-1 0,1-5 0 0,-5-2 0 16,1 0 0-16,-2-1 1 0,-1 0-1 0,0-3 0 15,2-3 1-15,2 0 4 0,-4-2-5 0,4 0 4 16,0-4-1-16,-2 1 3 0,2-2 7 0,3 0-8 15,7-3-1-15,-11 2 3 0,6 0 0 0,5-2 0 16,0 0-4-16,-10 3 0 0,10-3-2 0,0 0-1 16,-7 1-4-16,7-1 2 0,0 0 2 0,0 0-2 15,0 0 2-15,0 0-1 0,32 0 2 0,-19-1 0 16,6 1-2-16,0-3-13 0,1 3-18 0,1 0-37 16,0-3-33-16,8 1-36 0,-1-2-40 0,-1 0-35 15,-5 1-143-15,-2-3-386 0,1 1 170 0</inkml:trace>
  <inkml:trace contextRef="#ctx0" brushRef="#br0" timeOffset="-34149.1">6906 12787 82 0,'-29'7'131'0,"-3"2"2"0,1 3-7 15,-4 3-3-15,2 6-9 0,-10 9 2 0,-1 3-7 16,3 3-7-16,2 12-5 0,0-3-6 0,6 2-1 16,1 0-12-16,4 2-6 0,4-2-4 0,5 3-7 15,3 0-1-15,6-1-1 0,5-4-9 0,6-10-4 16,6 10 3-16,0-11-11 0,14 10 6 0,-1-16-10 15,8 10-1-15,5-3 2 0,-3-10-3 0,11 5-2 16,5-8-5-16,0-4 3 0,5 0-6 0,0-8 4 16,4-5-6-16,0-5-3 0,2-1-3 15,1-1 0-15,-2-5-2 0,1-6 1 0,-3-3 2 0,3 0-2 16,-6-2-4-16,-5-1 8 0,1-5 0 0,-18 5 4 16,5-1 6-16,4-10 7 0,-11 3 1 0,-2 1 8 15,-3-3 5-15,4-11-2 0,-3-1-4 0,-12 5-3 16,-3-12-3-16,-1-2-4 0,-4 0-2 0,-4 1-2 15,-4-8-5-15,-7 7 3 0,1 1-4 0,-5 3-4 16,-5 1-1-16,-5 0-2 0,-2 3 0 0,-5 1-1 16,-4 3-4-16,-8 3-4 0,0 5 0 0,-5 7-2 15,-5 5-4-15,-8 5 1 0,-3 8-5 0,-26 9-3 16,4 10-7-16,-1 11-13 0,-2 7-13 0,5 5-14 16,7 8-23-16,-1 7-48 0,9 3-34 0,4 7-45 15,-3 6-178-15,7-5-415 0,2-2 184 0</inkml:trace>
  <inkml:trace contextRef="#ctx0" brushRef="#br0" timeOffset="-28922.42">9068 12843 122 0,'-9'1'111'0,"9"-1"-4"0,-10 0-8 15,10 0 11-15,-13 2-7 0,13-2-4 0,-10 0-1 0,10 0-3 16,-12 1-10-16,12-1 12 0,-10 0-5 0,10 0-2 16,-7 2-2-16,7-2-6 0,0 0-10 0,0 0-6 15,-11 0-4-15,11 0-8 0,0 0-7 16,0 0-3-16,0 0-6 0,0 0-1 0,0 0-2 0,0 0-5 15,31 0 1-15,-8-3-1 0,8 0-3 0,2-1-1 16,4 1-2-16,-1 0 0 0,15-2-4 0,-17 3-2 16,0 1 0-16,0-2-2 0,1 3-8 0,-5 0-15 15,2 0-14-15,-2 1-20 0,-2 1-33 0,-5 0-20 16,4 1-29-16,-8-1-33 0,-1 2-126 0,-8-3-305 16,-2 2 136-16</inkml:trace>
  <inkml:trace contextRef="#ctx0" brushRef="#br0" timeOffset="-28631.11">9277 12871 118 0,'0'0'183'0,"0"0"-19"0,0 0-18 0,0 0-14 15,0 0-4-15,0 0 8 0,-3 10 3 0,3-10 10 16,1 18-19-16,1-3-1 0,-4 4-9 0,4 5-11 16,-2 4-6-16,0 0-7 0,0-1-6 15,-2 1-6-15,2 2-5 0,-1-5-8 0,-2 2-5 0,3-2-6 16,-3 0-6-16,3 1-4 0,0-7-6 0,0 2-4 16,0 3-5-16,0-6-4 0,-2 3-26 0,2-6-26 15,2 3-36-15,-2-1-36 0,0-5-34 0,0 0-28 16,0-1-37-16,1-2-149 0,-1 1-370 0,1-3 163 15</inkml:trace>
  <inkml:trace contextRef="#ctx0" brushRef="#br0" timeOffset="-28101.08">9509 12882 149 0,'0'0'200'16,"0"0"-21"-16,0 0-5 0,0 0 3 0,0 0-13 16,0 0-14-16,-4 25-8 0,2-13-7 0,-2 6-9 15,3 9-16-15,-3-2-12 0,1-1-2 0,2 2-13 16,-2-2-8-16,2 0-9 0,0-4-8 0,1-4-5 16,-1 0-6-16,1 0-4 0,0-5 1 0,1 2-10 15,-1-1-1-15,0-3-5 0,1 2-4 0,-1-5-6 16,0-6-2-16,0 10-7 0,0-10-5 0,0 8-5 15,0-8-5-15,1 6-4 0,-1-6-7 0,0 0-4 16,0 0-3-16,0 0-7 0,0 0-3 0,22-11 8 16,-14 7 2-16,1-3 0 0,1 2 2 0,0 3-1 15,1 1-1-15,-1 1 5 0,1-2-2 0,-1 4 6 16,4 1 4-16,-3 0-2 0,1 1 4 0,1 1 0 16,3-1 3-16,-2 1 0 0,-2-1 1 0,4 0 0 15,-1-2 0-15,3 0 7 0,-5 0 7 0,2-2 1 16,2 0-1-16,-3-2 5 0,2-2-1 0,-3 0 9 15,-3-2 1-15,2 1-5 0,1-2-1 0,-3-2-2 16,0 1 4-16,-1-2-3 0,-1-2 4 0,-1-1-6 16,1-1 0-16,-4 2-3 0,0-1 2 0,0-4 0 15,-2 2-6-15,-2-1 3 0,0 3 4 0,1 1 8 16,-3 1 1-16,1 2-4 0,-2 2 3 16,-1-1-2-16,4 8 0 0,-6-8-5 0,6 8-3 0,-10 1-1 15,2 7 4-15,-2 5-5 0,-3 4 4 0,-4 3-4 16,-2 2-1-16,1 1 0 0,4 0-21 0,1 2-21 15,7-8-34-15,2 3-29 0,3-2-29 0,3-2-35 16,7 0-40-16,-1-1-128 0,5-4-355 0,11 1 157 16</inkml:trace>
  <inkml:trace contextRef="#ctx0" brushRef="#br0" timeOffset="-27482.62">10705 13027 101 0,'-11'-6'203'0,"-1"-1"-9"16,-5 2-18-16,-2 1-9 0,-2 4-8 0,-1 0-5 15,-7 7-5-15,2 2-15 0,1 2-12 0,2 3-12 16,-2 5-3-16,4 1-14 0,3 0-2 0,3 3-13 16,4 2-7-16,5-2-7 0,-1 2-6 0,7-7-9 15,0 2-2-15,4-1-5 0,6-4-5 0,3-1 1 16,1-3-22-16,3-1 2 0,5-4-3 0,0 1-5 16,8-6 1-16,0-1 3 0,0-4-4 0,-2-2-7 15,1-2 4-15,-2-1 2 0,-2-3 1 0,-2-2-4 16,0-1 4-16,-8 1-3 0,1 0 1 0,-2-1 1 15,-3-2-3-15,-1 3-1 0,-3-2 3 0,-1 1-2 16,-3-4-1-16,-1 2 0 0,-4 2 1 0,2 1 3 16,-1 3 9-16,0 0 3 0,0 2 0 0,2 9 0 15,-2-10-2-15,2 10-1 0,0-10-1 0,0 10-12 16,0 0 1-16,0 0 1 0,0 0 1 0,-2 25-2 16,1-14 2-16,1 6-4 0,-2-2 1 0,4 4 2 15,-2-2 0-15,3 3-3 0,1-2 1 0,-1-1-7 16,1 2-13-16,2-3-31 0,0 0-29 0,1-2-36 15,-2 0-42-15,1 2-32 0,1-5-37 0,-4-1-121 16,1-1-371-16,0-3 164 0</inkml:trace>
  <inkml:trace contextRef="#ctx0" brushRef="#br0" timeOffset="-27118.23">10990 13076 46 0,'0'0'191'0,"0"0"-15"16,0 0-13-16,0 0-5 0,0 0-5 0,0 0 0 15,16 16-7-15,-10-5-13 0,2 4-7 0,-1 0-9 16,1 2-7-16,1-1-11 0,-1 0-6 0,-1 1-10 16,1 1-3-16,1-2-10 0,-3 1 1 0,1-4-11 15,0 1-4-15,1-3-6 0,-3-1 0 0,2-3-6 16,-4 3 0-16,3-4-4 0,-3 0-1 0,1-1 0 15,0-1 10-15,-4-4 3 0,6 7 8 0,-6-7 0 16,0 0-1-16,12-2-7 0,-12 2 10 0,8-10-13 16,-3 2-2-16,1-3-6 0,0-5-3 0,0-1-1 15,1 0-1-15,2-9-5 0,-1 1-3 0,2-3-3 16,-1 2-4-16,-1-1-5 0,0 1 0 0,-1 1 1 16,0 6-4-16,-1 2-5 0,-1 5-14 0,-3 2-17 15,2 0-26-15,-1 4-34 0,-2-1-37 0,-1 7-31 16,7-8-23-16,-7 8-17 0,0 0-11 0,0 0-9 15,16 14-156-15,-12-5-396 0,0 1 175 0</inkml:trace>
  <inkml:trace contextRef="#ctx0" brushRef="#br0" timeOffset="-26404.34">11473 13237 10 0,'0'0'195'0,"0"0"-15"0,0 0-9 0,0 0-12 16,0 0-5-16,0 0-11 0,13-18-7 0,-8 13-8 16,1 0 2-16,2-3-2 0,-3 1-6 0,3-2-5 15,-1-1-6-15,-1 1-7 0,2-1-3 0,-2-2-11 16,-2 0-3-16,3 2-9 0,-4-1-4 0,0 1-4 15,-2-1-5-15,1 0-8 0,-2-2-3 0,0 2-1 16,-2 2-3-16,1-1-7 0,-2 4 2 0,0-2 0 16,-2 1-11-16,5 7-6 0,-10-6-3 0,4 4-4 15,-4 2-5-15,10 0-2 0,-20 6-1 0,9 2-5 16,-2 1 2-16,2 7-2 0,-2-2-2 0,4 2 0 16,0-1 5-16,1 3-9 0,3-1 2 0,1 1-2 15,0-1-3-15,3 1 4 0,1-6-4 0,1 4 0 16,-1-1 0-16,3-4 1 0,2 3 2 0,0-4-3 15,3 1 5-15,-1-2-4 0,3 1 5 0,0-2-1 16,2-2-1-16,-1 0 3 0,5 0-3 0,-3-1 3 16,0-2-1-16,0-1-1 0,3-2 3 0,5 0-2 15,-2-2-1-15,-2-1 4 0,2-1 6 0,-1-1-6 16,1 0-1-16,0-3-3 0,0 1 0 0,4-5-7 16,1-2 9-16,-8 1 0 0,0 2-2 0,-3-4-2 15,1 2-5-15,-1-4 0 0,-4 1-3 0,-3-1-8 16,-1 1-6-16,0-1 3 0,-4 2 1 0,-2 0 2 15,1-2 0-15,-5 2 0 0,1 3 5 0,-3 1-2 16,1 1 1-16,-1 3 7 0,-2 2 1 0,2-3 0 16,0 4-3-16,-1 0 1 0,1 4 3 0,0-4-4 15,7 4 3-15,-11-1-4 0,11 1 1 0,0 0-5 16,0 0 3-16,-13 3 3 0,13-3 2 0,0 0-1 16,0 0 2-16,0 0 1 0,17 11 1 0,-7-7-1 15,1 0 5-15,1-2-1 0,3-1-4 0,-2-1 0 16,5 1 2-16,-3 0-2 0,-1 1 3 0,-3-1-5 15,1 1 3-15,1 0-3 0,-5 1-1 0,3 3 1 16,-3-5 7-16,-2 4 1 0,3 3 0 0,1 0 2 16,-3 0 6-16,-1 6 9 0,1 0 4 0,0 2 2 15,-5-3 2-15,0 2-8 0,-1 2 3 0,-1 1-5 16,0 1-3-16,2-2-18 0,-4 0-29 0,1 0-32 16,-1-1-39-16,3 1-54 0,-2-5-63 0,2 4-232 15,1-5-487-15,0-1 215 0</inkml:trace>
  <inkml:trace contextRef="#ctx0" brushRef="#br0" timeOffset="-25226.68">12253 13085 119 0,'-9'-4'238'0,"-3"2"-24"0,1 2-6 15,-3-2-7-15,2 2-24 0,2 4-12 0,-1-1-15 16,-2 4-13-16,-2 2-9 0,3 2 4 16,1 4-11-16,1-1-14 0,2 3-8 0,1 1-14 15,2-1-4-15,3 2-12 0,2-3-6 0,1 0-4 0,0-4-9 16,4 1-3-16,0-2-3 0,3-2-5 0,-1-1-4 16,4 0-1-16,-4-4-3 0,3 1-2 0,2-3 1 15,-1 0-3-15,1-4-1 0,1 1-5 16,0-4 0-16,-1 1-1 0,-1-3-2 0,0-1-2 0,1 0-1 15,-4-2 0-15,3-3-3 0,-3 3-1 0,1-6-3 16,-1 2 1-16,-5-1-1 0,4 3 1 0,-3 1-2 16,-2-1 0-16,-2 0 4 0,1 2-5 0,3 0 0 15,-4 6-4-15,2-3-1 0,-2 7-2 0,2-8-5 16,-2 8-2-16,0 0 3 0,0 0-4 16,0 0 2-16,0 0 1 0,9 22 1 0,-4-11 1 0,-1 0 3 15,1 0-4-15,0 1 2 0,3 2 3 0,2-1-3 16,2-1 3-16,-3-3 0 0,3-1-3 0,2-2 3 15,6 0-5-15,-3-2 0 0,1-3 0 0,5-2 1 16,-5-3-4-16,3 1 4 0,5-4-1 0,-8 0 2 16,3 1 0-16,-1-3 3 0,-3-1-3 0,-3 0 7 15,-3 0 1-15,2-1 0 0,-3 3 1 0,-3-2 1 16,1 1-2-16,-6-3 6 0,1 3-2 0,0-1 0 16,-3-1 1-16,-2 1 4 0,2 10-2 0,-6-15 3 15,0 8-8-15,1 3 4 0,5 4-3 0,-14-6 1 16,4 5-2-16,-3 2 2 0,0 3-3 0,-4 2 0 15,1 1-2-15,3 3-2 0,-1-1-1 0,7 1 3 16,-1-2-4-16,3 2 3 0,-4 0-2 0,6-3 0 16,1 0-2-16,2 2-6 0,0-9 2 0,0 12-6 15,2-7 0-15,-2-5-1 0,8 8-2 0,1-5 4 16,-3-3 1-16,3 0-3 0,-9 0 0 0,18-3 1 16,-9 1 0-16,-5-2 6 0,6-1-2 0,-3 0 2 15,3-1-1-15,-8 1 2 0,3-1 0 0,0 2 3 16,-2-1 2-16,-3 5 2 0,8-9 4 0,-6 6 0 15,-2 3 1-15,0 0-6 0,4-5-4 0,-4 5 3 16,0 0-1-16,0 0-2 0,5 19 4 0,-3-4-2 16,0 5 0-16,-2 8 9 0,3 3 7 0,-3 3-4 15,0 2 7-15,2 11-1 0,-1-11-4 0,1-1 2 16,0 11 1-16,2-11 0 0,-2 0 2 0,0-3-5 16,-1 2 0-16,-2-1 3 0,-3-1-1 0,2 2 1 15,-2-1-2-15,-4-5 3 0,-1-1-2 0,5-7-2 16,-7-2-3-16,-5 1 2 0,1-3-4 0,-1-5-2 15,0 1-3-15,2-2-9 0,-1-4 2 0,-3-1-8 16,5-2-3-16,1-4 0 0,1-2-3 0,-2-2-3 16,3-3-1-16,4-1 3 0,-1-1-2 0,1-8 5 15,6-1-3-15,-4-7 0 0,10 0 0 0,5 0 6 16,-1-2-2-16,5-2 1 0,-2-1 0 0,8 2 1 16,1-1-1-16,2 1-1 0,1 1 3 0,11-8 1 15,1 3 10-15,-12 7-10 0,12-8 0 0,-11 8 2 16,-3 1-3-16,2-1 5 0,0 0 0 0,-3 0 3 15,-2 4 2-15,-2-2 1 0,-2-2-3 0,-2 4 2 16,-3-1 1-16,-5 7-2 0,-2-4 2 0,-4 2 6 16,0 6 2-16,0 0 9 0,-4 0 0 0,0 7 3 15,-1-4 5-15,-3 1-2 0,1 1-2 0,-5 3-1 16,0 3-3-16,-1 5-3 0,0 0-1 0,-3 5 1 16,-1 3-2-16,-2 9-2 0,6-6-2 0,-1 6 1 15,6-5-3-15,1 2 2 0,1 2-3 0,8-3-5 16,2 2-14-16,3-3-18 0,7 0-33 0,-1-3-27 15,12 0-23-15,4-1-38 0,4-2-29 0,5-4-55 16,-2-2-173-16,4-1-444 0,17 0 197 0</inkml:trace>
  <inkml:trace contextRef="#ctx0" brushRef="#br0" timeOffset="-24704.17">13838 13034 158 0,'-6'-8'238'0,"-1"3"-15"0,0-1-14 16,-4 2-8-16,0 1-12 0,0 3-15 0,-5 3-1 15,1 5-12-15,-4 2-15 0,3 2-12 0,-4 6-12 16,0 4-12-16,5-2-9 0,-2 4-11 0,7-2-8 16,3-5-9-16,1 0-11 0,4 0-1 0,0-1-9 15,4 0-2-15,3 1-6 0,0-7-3 0,2-1-1 16,1 0-7-16,3-2 0 0,1-2-2 0,5-1-4 15,-2-4-3-15,2 0-3 0,3-2 3 0,1-4-2 16,-4 0-3-16,2-2-7 0,1 2 0 0,-5-5-3 16,2-1-1-16,-6 2-2 0,-1-3 4 0,2-1-6 15,-7 3 2-15,1-3 1 0,-2 2-3 0,-1 0 1 16,-3 1 0-16,4-2-2 0,-4 5-1 0,0 1 0 16,0 7-2-16,0-12-5 0,0 12 1 0,0-7-6 15,0 7 6-15,0 0-3 0,0 0-1 0,0 0 1 16,3 27 2-16,-3-14 3 0,0 5-3 0,2 0 6 15,-1 0-3-15,0 0-2 0,2-2 2 0,1 3-2 16,-2-3-24-16,2 2-25 0,-1-2-46 0,1 0-56 16,-2-6-50-16,3 1-52 0,-2-4-143 0,-1-1-433 15,3-1 192-15</inkml:trace>
  <inkml:trace contextRef="#ctx0" brushRef="#br0" timeOffset="-24353.06">14068 13118 76 0,'0'0'247'0,"0"0"-10"15,0 0-5-15,6 19-11 0,-6-11-22 0,2 2-16 16,0-1-9-16,-1 3-5 0,-1-1-9 0,2 0-8 16,0-1-12-16,-2 0-9 0,0-2-15 0,0-8-9 15,4 10-9-15,-4-3-11 0,0 0-7 0,0-7 4 16,0 0 7-16,2 9 10 0,-2-9 5 0,0 0-11 15,0 0-14-15,0 0-2 0,0 0-1 0,0 0-7 0,0 0-12 16,0 0 5-16,6-26-18 0,-2 17-8 16,-1-3-2-16,5-3-2 0,-2-2-18 0,4 3-9 15,-3-2-3-15,4-1-1 0,3 2-9 0,-1 1-2 16,0 2 1-16,-4 4-3 0,0 1 2 0,0 2 2 16,1 2-6-16,0 2 2 0,-10 1 2 0,18 7 0 15,-11 0 0-15,2 2 2 0,0 1 0 0,0 6 1 16,-2-1-1-16,1 0-23 0,-3 1-26 0,0 1-30 15,-5 0-49-15,3-2-46 0,1 3-50 0,-2-3-44 16,4-1-194-16,-1-2-505 0,-1-2 225 0</inkml:trace>
  <inkml:trace contextRef="#ctx0" brushRef="#br0" timeOffset="-23924.36">14629 13111 10 0,'-6'-4'255'0,"-1"-2"-8"0,-2 0-6 16,-3 1-3-16,2 4-16 0,-2 1-10 0,1-2-11 16,-3 5-21-16,3-1-10 0,-2 4-11 0,1 3-17 15,1 1-12-15,-3 1-15 0,5 4-10 0,0-2-12 16,1 0-9-16,1 1-4 0,4-3-11 0,1 0-9 16,2 1-2-16,0-1-10 0,5-2-3 0,-1 1-2 15,4-4-2-15,-2-1 0 0,4 0-8 0,0-2 7 16,1-3-8-16,0 0-2 0,4-3-9 0,-5 0-5 15,4-2 2-15,1 0-5 0,-4-2 5 0,1-1-3 16,-1-3-3-16,1-2 4 0,-3 0-5 0,-3-4-1 16,0 0-3-16,-1-1 1 0,0-6 2 0,-2 0-2 15,-2-5 1-15,0 3-4 0,-1-3 0 0,0 2 1 16,-2 2 2-16,-1-4 2 0,-2 7 0 0,3 1 12 16,-2 4 9-16,1 1 28 0,1 4 14 0,2 1 8 15,0 4 5-15,0 7-10 0,-2-12-11 0,2 12-16 0,-2-7-4 16,2 7-4-16,0 0-8 0,0 0 4 15,0 0 0-15,4 39-14 0,-4-14 13 0,2 1-2 16,2 3-7-16,-3 1-13 0,1 1 7 0,-2 0 0 16,2 0-1-16,0 0-5 0,4-3-23 0,-2 0-29 15,-2-1-36-15,3-1-43 0,0-2-44 0,-2-5-54 16,-1 1-62-16,2-4-59 0,0 2-230 0,0-2-612 16,1 0 272-16</inkml:trace>
  <inkml:trace contextRef="#ctx0" brushRef="#br0" timeOffset="-23454.47">15455 12892 205 0,'2'-7'262'0,"-1"0"-10"0,-1 7-7 16,3-12-7-16,-3 12-12 0,1-11-17 0,-1 11-23 15,1-8-19-15,-1 8-23 0,0 0-20 0,0 0-5 16,0 0-9-16,4 25-3 0,-4-2-9 0,0 4-3 16,0 8-1-16,-3 15-10 0,2 1-11 0,1 0 0 15,-2-5-4-15,2-10-8 0,-3 9-8 0,0-12-8 16,2 3-4-16,2-4-4 0,-1-1-2 0,-1-1-4 15,1-2 2-15,0-1-6 0,0-8-14 0,-1 0-31 16,1-1-23-16,-2-1-39 0,1 0-40 0,-1-6-46 16,-2 1-43-16,4-3-33 0,0 1-205 0,-3-4-484 15,1-1 214-15</inkml:trace>
  <inkml:trace contextRef="#ctx0" brushRef="#br0" timeOffset="-22966.88">15508 13084 80 0,'15'-8'209'0,"2"0"-7"15,-2 3-13-15,3 2-8 0,-5 5-15 0,-2-1-17 16,2 3-13-16,-3 1-14 0,-1 2-12 0,1 3-6 16,-4-1-8-16,-3 4-13 0,-1-2-5 0,-4 3-7 15,-1 1-6-15,-5 2-9 0,-5-2-3 0,0 1-8 16,-2-3-8-16,0-1-3 0,-1 0-3 0,4-3-6 15,0-2-1-15,-1-2 0 0,4 0 2 0,3-3-5 16,1 0-3-16,5-2 1 0,-10 3 0 0,6 0-1 16,4-3-3-16,0 0-5 0,-9 3-1 0,9-3 0 15,0 0-3-15,0 0 0 0,0 0-2 0,0 0 0 16,27 2 1-16,-16-2-2 0,7 2 2 0,1-4-4 16,2 1 1-16,8-3 3 0,-2 1-3 0,1 2 0 15,1-5 5-15,2-1-1 0,-2 1 3 0,-2 0 0 16,0-4-1-16,-5 5 2 0,-2-2-1 0,-2 0 1 15,-1 2 8-15,0-4 2 0,-2 1 3 0,-1-1 5 16,-4 2-2-16,-2-3 0 0,-3 1 1 0,-1-2-7 16,-2 1 0-16,-2-1-1 0,-1 3 1 0,-2-5 0 15,-2 3-4-15,-1-2-3 0,-4 3 1 0,1 1 2 16,0 2-1-16,-4 2-2 0,1-1-2 0,2 4-1 16,-2 2-3-16,0 0 1 0,0 6-4 0,-3 2 2 15,4 3-2-15,-1 3 3 0,3 0-3 0,3 2-4 16,-1 0 4-16,4-1 0 0,3 3 0 0,3-3-2 0,0 1 1 15,3-1-12-15,3-2-20 0,5 0-31 16,-1 0-45-16,4-4-56 0,1-1-51 0,3-2-206 16,-3-4-451-16,12-1 200 0</inkml:trace>
  <inkml:trace contextRef="#ctx0" brushRef="#br0" timeOffset="-22578.72">16359 13062 149 0,'-6'-2'257'0,"6"2"-7"16,-20 2-6-16,10 1-14 0,-3 3-11 16,-2 2-6-16,2 4-18 0,-7 4-15 0,2-3-20 15,8 0-13-15,-1 3-12 0,1-2-14 0,5 2-11 16,1-4-9-16,2-2-14 0,0 1-10 0,4 1-2 16,0-3-8-16,4 1-7 0,0-3-6 0,1-2-1 0,1 2-8 15,1-3 0-15,1-1-8 0,-1-4-6 16,2 1 3-16,0-2-3 0,-1-1-4 0,3-2-5 15,-2 0-4-15,-2-1 2 0,0 0-4 0,0-2-4 16,-1-2 8-16,0 1-9 0,-2-1-2 0,2 0 2 0,-3-2-3 16,-3 2 6-16,1-1-4 0,1-1-4 0,-3 0-3 15,-1 5 1-15,1-2 2 0,-1 9 2 16,3-10 0-16,-3 10 1 0,1-10-3 0,-1 10-6 0,0 0-1 16,0 0-3-16,0 0-2 0,0 0 2 15,0 0 3-15,0 0 2 0,3 26-1 0,-2-16-2 0,0 0 6 16,1 1 3-16,3-1-7 0,-2 1-2 0,4 0 6 15,-1-1-15-15,-1 1-11 0,4-4-21 0,0 1-27 16,-1-1-20-16,3-3-27 0,1 0-31 16,-2-2-40-16,5-2-30 0,-3 0-32 0,2-3-166 0,-2-2-451 15,-1 0 200-15</inkml:trace>
  <inkml:trace contextRef="#ctx0" brushRef="#br0" timeOffset="-22370.45">16675 12943 148 0,'-2'-10'263'0,"1"5"1"0,1 5-7 16,0-10-21-16,0 10-22 0,0 0-25 0,0 0-17 16,0 0-6-16,0 0 8 0,0 0-5 0,0 0-4 15,0 31-12-15,1-12-4 0,-2 9 3 16,0-1-5-16,1-1-35 0,-3 2 2 0,3 0-13 16,0 1-8-16,-1-4-11 0,1 3-1 0,1-3-14 0,1-6-9 15,-2 5-40-15,1-6-35 0,-1-1-40 0,0 1-40 16,-1-1-50-16,1-5-70 0,1-2-61 0,-2 0-211 15,-1-4-529-15,2-6 234 0</inkml:trace>
  <inkml:trace contextRef="#ctx0" brushRef="#br0" timeOffset="-22069.06">16870 12996 163 0,'0'0'242'0,"0"0"-8"15,0 0-12-15,0 0-15 0,0 0-17 0,-24 13-12 16,12-1-18-16,1-4-16 0,-2 2-21 0,-2 0-8 16,2 3-13-16,-1-2-9 0,4-3-11 0,1 0-7 15,0-1-6-15,1-2-3 0,2-2-9 0,1 2-1 16,5-5 4-16,-8 8 13 0,8-8 6 0,-5 3 3 16,5-3-2-16,0 0-1 0,0 0-8 0,0 0-3 15,0 0-3-15,0 0-15 0,0 0-10 0,0 0-4 16,0 0-5-16,0 0-5 0,0 0-3 0,9 8-3 15,-9-8 2-15,9 9-4 0,0-2-5 0,0 2 6 16,-2-1-2-16,2 2-8 0,1-2-26 0,1 0-38 16,-2 0-42-16,3 4-47 0,2-1-67 0,6-2-68 15,0-3-181-15,6 4-497 0,3-4 219 0</inkml:trace>
  <inkml:trace contextRef="#ctx0" brushRef="#br0" timeOffset="-20526.93">17776 12945 47 0,'0'-8'243'0,"0"8"-13"0,-6-13-16 0,3 7-14 0,-3 2-17 15,-4 1-11-15,-2 3-18 0,-1 1-12 0,-4 4-10 16,0 4-8-16,-5 5-11 0,6-1-8 0,-2 6-9 16,2-4-7-16,2 9-8 0,0-1-7 0,7 1-8 15,0-5-7-15,3-1 12 0,6 1-6 0,0-3-9 16,2 0 1-16,1 0-9 0,3-2-4 0,3 0-5 16,1-4-2-16,4 1-9 0,1-5-8 0,2-1-19 15,-1-1-7-15,10-4-18 0,-7-2-14 0,5-4-7 16,-5 2-11-16,7-3-4 0,-8 0-2 0,1-1 0 15,-3-2-2-15,6-3 3 0,-7 2 3 0,-2-1 5 16,0-2 5-16,-2 0 6 0,-1-3 3 0,-2 2 2 16,-1 0 11-16,-3-1 6 0,-1 0 13 0,0 0 2 15,-1 5 19-15,-1 0 16 0,-1 3 12 0,0 1 14 16,-1 0-2-16,-1 7-7 0,1-8-4 0,-1 8-7 16,0 0-1-16,0 0-1 0,0 0-1 0,0 0 6 15,0 0 7-15,-8 34-1 0,6-17-2 0,-1 1-5 16,1 1-1-16,1-1-3 0,-1 0-3 0,5-2-3 15,1 0 1-15,2 1-5 0,1-3-1 0,2 1-2 16,1-6 0-16,-3 1-2 0,2-3-2 0,0-1 1 16,3 0 0-16,1-3-1 0,-1-1 1 0,1 0-6 15,-1-3-3-15,0-2-4 0,0 0-2 0,1-1-4 16,-3-4-2-16,0 1-1 0,2-2-3 0,-3 1-7 0,0-8 1 16,1 3-1-16,-1-1 0 0,-2-1-5 15,-1-4-2-15,0 2-10 0,-1-2 5 0,-1 0 0 16,-2-1 4-16,-2 2 2 0,2 7 6 0,-2-1 12 15,1 2-1-15,-1 1 11 0,0 9 3 0,0-10-3 16,0 10-2-16,-3-8-1 0,3 8-4 0,0 0-1 16,0 0 6-16,0 0 2 0,0 0 6 0,0 0 0 15,-6 34 9-15,5-17 1 0,-1 1 4 0,1 1-7 16,2 1 1-16,-1-2-4 0,4-3-1 0,-3 0-1 16,5 2 1-16,-3-5-3 0,1 1 2 0,3-2 0 0,0-2 3 15,0 1-5-15,0-2 4 0,1-3-1 0,3 0 5 16,1-2 3-16,3-2-5 0,-2-1-2 15,6-1-3-15,-2-1 2 0,1-4 0 0,-8 2-5 16,7-3 2-16,-2-2-1 0,0-1-5 0,-4 1 1 0,1-2-1 16,-1 1 5-16,-1-3-4 0,-4 1-7 0,1-2-5 15,-2-1-3-15,-3 3-2 0,-1-5-4 16,-3 4 1-16,1 2-4 0,-4-1 1 0,1 1 2 0,-1 2 0 16,-3 1 2-16,0 0 0 0,1 3-1 0,-2 3 0 15,1 0-1-15,0 0 6 0,8 2 0 0,-15 0-2 16,15 0 0-16,-12 2-1 0,12-2 1 0,-8 4 1 15,8-4 2-15,-4 3 0 0,4-3 0 16,0 0 5-16,0 0-3 0,0 0 2 0,18 10 2 16,-11-8 2-16,5-2-2 0,-1-2 4 0,3 2 0 0,4-4 0 15,1 1 1-15,-3 0 2 0,-2 0-2 0,-3 3 2 16,-2 0-4-16,4-2 1 0,-3 1-2 0,-10 1 0 16,13 0-2-16,-5 1 1 0,-3 3 3 15,1-1 6-15,-1 2 1 0,1 2 2 0,-3 1 3 0,2 2 1 16,-3 1 4-16,-1 0 0 0,0-1-3 0,0 3 8 15,-1 0-12-15,3-1 1 0,1 3-3 0,-2-3 2 16,1-1-5-16,1 0 1 0,0-1-2 0,-2 0 6 16,5-3-8-16,-2 2 2 0,0-3-1 0,1 0-2 15,1-1 3-15,0-2 7 0,5 0-2 0,-2-2-4 16,-1 0-6-16,0-1 2 0,3-1-1 0,0-1 1 16,0-1 3-16,-2-3-4 0,1 0-8 0,0-1-6 15,3-4-10-15,-7 3-6 0,2-2-1 0,-1-4-3 16,1-1 2-16,-4-1-1 0,-2 1 5 0,-1 3-5 15,-3-3 6-15,1 2 2 0,-3 1-1 0,-1-3 6 16,-1 5 2-16,0 1-3 0,0 0 4 0,3 3 3 16,2 6 0-16,-4-8 2 0,4 8-1 0,-4-8-3 15,4 8 0-15,-1-7 2 0,1 7 2 0,0 0-2 16,6-7 0-16,-6 7 2 0,14 1 3 0,-14-1-2 16,18 4-2-16,-5-2 2 0,-3 5 0 0,2-2 1 15,-1 2 1-15,1-1-1 0,-5-1 0 0,3 5-1 16,-2 0 3-16,-3 0 0 0,2 0-3 0,-2 0 7 15,1 6 1-15,-1-6 3 0,-1 3-4 0,-1-4 2 16,-1 2 3-16,2-2-2 0,0 1 1 0,0 0 1 16,1-3-4-16,-2 1 7 0,5-1 1 0,1-1 7 15,1-2 5-15,1-1 10 0,3-2-10 0,0 1 3 16,4-2-1-16,0-3-2 0,1 0-1 0,-1-3-3 16,1 2 2-16,-1-2-4 0,0-1-1 0,-1-2-1 15,0-1-3-15,0-2 5 0,-5 0-4 0,5-2 2 16,-5 1-2-16,-1-1 2 0,-2-1-3 0,-4-1 0 15,-2 0 2-15,-2 4 8 0,0-1 9 0,-2 1 7 16,0 3-3-16,-2-1 0 0,-2 1 6 0,0 4-10 16,-1 0-1-16,-5 3-6 0,1 4-8 0,-1 0 3 15,-1 3-3-15,-3 5 1 0,1 2 10 0,1 2-18 16,1 0 3-16,2 3-9 0,1-1-26 0,3 1-44 16,1-1-44-16,1 4-47 0,3-2-66 0,3-2-73 15,1 2-239-15,2-1-581 0,1-3 257 0</inkml:trace>
  <inkml:trace contextRef="#ctx0" brushRef="#br0" timeOffset="-20276.77">19442 13140 244 0,'0'-10'298'0,"2"0"-6"0,1 1-4 0,0-1-11 15,0 0-12-15,1 0-21 0,2-6-23 0,1 1-15 16,-1 5-19-16,7-4-20 0,-2 2-7 0,2 2-26 0,0 0-12 15,1 1-9-15,-3 3-20 0,0 3-11 16,-4 0-6-16,1 1-9 0,-8 2-5 0,14 2-7 16,-6 1-3-16,2 3-9 0,-6-1 4 0,3 3-11 15,-1 1-1-15,-1 1-2 0,-2 1-2 0,1-2-7 0,-1 3-11 16,-1 0-23-16,1-1-25 0,-2 1-42 0,-1-2-41 16,0 0-55-16,0-2-59 0,0 0-55 0,0-8-220 15,2 11-547-15,-2-11 242 0</inkml:trace>
  <inkml:trace contextRef="#ctx0" brushRef="#br0" timeOffset="-20042.79">19861 12759 143 0,'-2'-11'325'0,"2"0"-2"0,0 3 1 15,0 8-20-15,0-12-21 0,0 12-30 0,0-9-22 16,0 9-34-16,0 0-10 0,0 0-12 0,0 0 5 15,2 28-10-15,-2-10-15 0,0 7-9 0,-2 1-12 16,-2-1-11-16,2 1-15 0,-3 1-15 16,2 2-5-16,0 2-4 0,-1-5-6 0,1 1-21 0,-1 1-7 15,-1-4-38-15,3-5-38 0,-1 0-36 0,-1 0-44 16,3-1-53-16,-3-1-74 0,2-3-71 0,-4 0-252 16,4-4-602-16,-3-1 266 0</inkml:trace>
  <inkml:trace contextRef="#ctx0" brushRef="#br0" timeOffset="-19618.39">19870 13151 25 0,'0'0'272'15,"15"-6"-2"-15,-5 1-3 0,2-2-14 0,4 0-10 16,1-1-1-16,1-3-24 0,5-5-14 0,0 4-13 15,0-5-9-15,-5 5-9 0,6-6-5 0,-6 1-9 16,2-2-14-16,-6 4-9 0,-1-2-14 0,-3 2 0 16,2-1-16-16,1-6-12 0,-6 5-3 0,1-1 3 15,-3 1-21-15,-2 2 4 0,-1-2-3 16,-2 1-7-16,0 5-11 0,-1 0 12 0,1 1-7 0,-1 4-4 16,1 6-1-16,-3-11-13 0,3 11-6 0,-2-7-4 15,2 7-5-15,0 0-6 0,0 0 0 0,-24 16-3 16,14-5-1-16,0 5-5 0,2-1-4 0,2 0 4 15,0 6-5-15,2-2-4 0,1-2-5 0,3 2 1 16,2-2-3-16,1-1 12 0,5 2-15 0,-2-1 3 16,2 0-3-16,0-1 1 0,-1 1 5 0,4-2 5 15,-2-1-9-15,-4-3 0 0,6 3 1 0,-3-5-2 16,-3 2 1-16,-2-2 3 0,0-1-5 0,0 0-7 16,-2-2-8-16,-1-6-10 0,4 9-3 0,-4-9-7 0,0 9-19 15,0-9-30-15,-8 9-29 0,1-7-27 16,-2 1-28-16,-3-1-42 0,1-2-47 0,-1 1-45 15,-4-2-206-15,-1-1-556 0,-1 0 245 0</inkml:trace>
  <inkml:trace contextRef="#ctx0" brushRef="#br0" timeOffset="-19455.31">19658 12924 160 0,'-7'-3'252'0,"7"3"-11"0,0 0-13 15,-1-9-14-15,1 9-18 0,0 0-15 0,18-11-22 16,-6 7-14-16,6 1-26 0,2-4-35 0,8 0-57 16,1-1-61-16,4 0-83 0,-2 0-193 0,-2-1-334 15,2 1 148-15</inkml:trace>
  <inkml:trace contextRef="#ctx0" brushRef="#br0" timeOffset="-19087.16">20886 12801 49 0,'4'-5'279'0,"-2"-1"15"15,-2 6-10-15,6-8-13 0,-6 8-23 0,3-5-24 16,-3 5-21-16,0 0-25 0,0 0-17 0,0 0-2 16,0 0-2-16,2 23 1 0,-3-9-3 0,-1 4-5 15,0 1-26-15,-1 1-10 0,-1-1-10 0,0 5-10 16,1-5-10-16,1 0-11 0,1 8 2 0,-2-2-14 15,2-7-24-15,1-3-34 0,-2 2-34 0,0-6-34 16,0 0-48-16,0-1-56 0,2-1-66 0,-1-3-62 16,-3 1-175-16,0-2-511 0,4-5 226 0</inkml:trace>
  <inkml:trace contextRef="#ctx0" brushRef="#br0" timeOffset="-18923.2">20774 12679 2217 0,'2'-17'57'16,"-1"5"-39"-16,0 1-27 0,3 2-30 0,1 5-1 15,2 1-13-15,7 1-6 0,-3 3-24 0,7 3-20 16,0 3-40-16,0 3-32 0,1 6-90 0,0 4-287 16,0-1 127-16</inkml:trace>
  <inkml:trace contextRef="#ctx0" brushRef="#br0" timeOffset="-18687.32">21106 13059 50 0,'0'0'242'0,"0"0"-6"0,0 0-8 0,0 0-2 0,0 0-3 16,-11-23 5-16,11 12-8 0,2 0-16 0,-1 0-12 16,4-6-10-16,4 0-10 0,0 0-8 0,0 0-5 15,5 1-6-15,-3 2-11 0,1 3-4 0,-1-3-15 16,0 7-13-16,-2 0-9 0,-2 5-11 0,1 0-5 15,-1 2-20-15,4 1-6 0,-4 2-6 0,-2 2-3 16,3 2-3-16,-3 2-6 0,0 2-5 0,-2 2-4 16,1-2-12-16,-3 0-35 0,-1 6-38 0,-1-1-50 15,1 0-64-15,-2 0-67 0,0-5-61 0,1 2-239 16,2-3-579-16,-1 1 256 0</inkml:trace>
  <inkml:trace contextRef="#ctx0" brushRef="#br0" timeOffset="-18366.32">22125 12820 2054 0,'0'-29'25'0,"0"1"40"0,-2 4 4 16,-2 7 12-16,3 0 9 0,-1 2-10 0,1 4 16 15,1 1-4-15,-1 3-8 0,1 7-8 0,0-10-8 0,0 10-8 16,0 0-4-16,0 0 4 0,0 0 10 0,0 0 13 16,-7 33 5-16,6-10-1 0,-4 8-14 0,-1-3 6 15,1 3-13-15,-1 1 0 0,3-3-4 0,-1 3-4 16,1-6-12-16,-3 4-2 0,3-1-2 16,-1 0-4-16,-1-2-6 0,4-1-2 0,-2-2 1 0,2-5-24 15,0-2-30-15,0 1-25 0,-1-7-26 0,0 1-30 16,0 0-43-16,0-3-47 0,-1 1-39 0,2-5-26 15,1-5-237-15,-6 9-538 0,6-9 238 0</inkml:trace>
  <inkml:trace contextRef="#ctx0" brushRef="#br0" timeOffset="-17803.16">22069 12973 23 0,'6'-7'162'0,"1"-1"-4"0,3 0-5 0,3-3-4 16,1-1-12-16,0 1-2 0,0-1-2 0,1 2-4 15,-1-2-2-15,4 1-9 0,-2-2 4 0,0 0 12 16,-2 1-7-16,0 0-4 0,-1 0-2 0,-3-1-7 16,3 1 2-16,-6 1-13 0,0 0-2 0,0 0-8 15,-2 3-5-15,0-3-2 0,-3 4 3 0,2 3-9 16,-1-2-12-16,-3 6-6 0,5-8-11 0,-5 8-8 16,0 0-1-16,0 0-7 0,0 0-2 0,0 0-2 15,1 29 2-15,-5-12-10 0,2 1 1 0,-3 1-5 16,1 6 2-16,1 1-6 0,-1-5 3 0,1 4-6 15,1 0 1-15,0-7-3 0,1 2-4 0,-1-1 6 16,1 1 1-16,0-2-5 0,1-4-2 0,0-4-10 16,1 2-9-16,-2-2-5 0,2-3 0 0,-1 0-3 15,0-7 0-15,0 10 0 0,0-10 4 0,3 5-3 16,-3-5 3-16,8 3 1 0,-8-3 2 0,12 0 3 16,-4-1 0-16,-8 1 2 0,20-2 4 0,-11 2 5 15,1 3 5-15,4-2 6 0,-1 3 0 0,-2 0 4 16,2 2 5-16,1-2-1 0,-1 1-7 0,-1 0-2 15,0-1 1-15,0 1 7 0,2-1 0 0,0-1-6 16,0 0 2-16,-1 0-4 0,0-3 5 0,1-2-2 16,2-2 0-16,1 0-1 0,-4-1-1 0,-1-1 1 15,0 0 1-15,-3 0-4 0,2-2 0 0,-2-2-3 16,-1 0 4-16,2-5-4 0,-3 1 0 16,2 0 5-16,-7 1-8 0,3-2 0 0,-2 2 1 0,-1-1 0 15,0 1 3-15,-4 2-8 0,2 1 2 0,-2 0-3 16,1 3-3-16,-3 0-1 0,4 7 3 0,-12-5-6 15,2 8 2-15,-3-1 1 0,-3 5 2 0,-2 2-3 16,-4 6 3-16,7-2-2 0,-4 7 4 0,6-5-12 16,1 0-17-16,5 1-28 0,0 1-20 0,2 0-35 15,4 1-25-15,2-7-27 0,5 5-26 0,1-6-26 16,7 4-23-16,8 3-146 0,7-5-420 0,3-4 186 16</inkml:trace>
  <inkml:trace contextRef="#ctx0" brushRef="#br0" timeOffset="-17181.5">23301 12969 8 0,'0'-12'253'0,"-4"1"3"0,2 1-6 16,-1 4-7-16,-1-3-7 0,0 2-8 0,1 2-19 15,-4 1-14-15,7 4-21 0,-14-5-13 0,4 5-18 16,-2 4-10-16,-4 0-13 0,-3 2-9 0,1 4-19 15,-5 5-5-15,6-4-13 0,1 3-6 0,1-1-8 0,3 1-4 16,1 4-1-16,0-3-10 0,2 2-1 16,4-1-8-16,4-5-1 0,-1 2-2 0,1-2-6 15,2 0 0-15,2-3-7 0,3-1-2 0,0 1-9 16,0-2-2-16,1-1-4 0,0-3 2 0,3-1 0 16,4 0-3-16,-2-3-2 0,3 0 2 0,-5-3 5 15,2-1-4-15,4-2 2 0,-2-2-3 0,-1-3 1 16,0-3-3-16,-2-1 6 0,2-5-3 0,0 0 0 15,-3-5 3-15,-2 2-5 0,0-1 5 0,-5-3-3 16,4 1-3-16,-3 1 3 0,-1-2 5 0,-1 0 4 0,0 2 17 16,1 2-2-16,-3 5 7 0,-1 1 8 0,2 2 7 15,-2 2 16-15,1 4-7 0,0 1 15 16,-2 5-5-16,2 5-10 0,-1-12-19 0,1 12-3 16,0 0 0-16,0 0-9 0,0 0-4 0,-4 27 3 15,0-10-2-15,-2 9-10 0,1-1 7 0,1 2 4 0,-1 0-2 16,0 1-1-16,2-2-13 0,3 0 0 0,0 0-1 15,1-2-3-15,2-5 2 0,2 6 5 0,4 0-5 16,-1-10-2-16,1 2 7 0,1-3-4 16,4-1 3-16,-2-2-3 0,-1-4-2 0,4 0-28 0,1 0 9 15,0-2-7-15,1-4 2 0,1-1-6 0,-3-1 0 16,0-4-4-16,2-2 2 0,0 0-2 0,1-2-8 16,-7-1 1-16,1-4 4 0,-1 2 1 0,-2-2 1 15,-1 2 2-15,-3 2 2 0,-1-2 5 0,-2 3 6 16,1-1 2-16,-2 5-1 0,-1 5 5 0,1-9 1 15,-1 9-7-15,3-6 1 0,-3 6 14 0,0 0-14 16,0 0 4-16,0 0-2 0,0 0 3 0,-17 24-3 16,15-15-4-16,-1 1-16 0,-1 2-22 0,2-3-34 15,-1 1-30-15,2 1-60 0,0 0-56 0,1-1-46 16,1 0-216-16,-1-10-535 0,1 12 236 0</inkml:trace>
  <inkml:trace contextRef="#ctx0" brushRef="#br0" timeOffset="-17011.27">23590 12694 12 0,'0'0'104'0,"0"0"-49"0,0 0-57 0,0 0-27 16,0 0-30-16,19 19 14 0</inkml:trace>
  <inkml:trace contextRef="#ctx0" brushRef="#br0" timeOffset="-16704.32">23789 12990 76 0,'-3'8'243'16,"0"-1"-16"-16,3-7 1 0,-3 16-10 0,3-8-11 15,0-3-16-15,0-5-12 0,7 16-7 0,-1-7-4 16,0-2-14-16,2 0-4 0,2-1-9 0,2-3-12 16,1 1-9-16,1 0-12 0,4 0-7 0,-1-3-7 15,-4-2-8-15,1-2-5 0,-1 2 1 0,0-5-7 16,1 3-1-16,-4-6 4 0,2 2-6 0,-5-3-5 16,2-1-7-16,-2 1-4 0,-1-1-2 0,-1-5-6 15,-2 4-9-15,-5-4 5 0,2 3-12 0,-2-3-4 16,-1 1 1-16,-2 4-7 0,0 1 0 0,-1 1-8 0,-2 1-2 15,-1 5-10-15,-2-1-23 0,-2 3-16 16,-4 2-25-16,-2 0-29 0,0 3-32 0,1 4-38 16,3 0-56-16,1 2-48 0,3-1-236 0,1 4-543 15,6-6 240-15</inkml:trace>
  <inkml:trace contextRef="#ctx0" brushRef="#br0" timeOffset="-16060.42">24298 12927 59 0,'-8'-8'281'0,"-2"3"-15"15,1-1-3-15,-3 1-10 0,-1 3-13 0,0 1-12 16,-1 1-12-16,1 1-14 0,0 5-22 0,1-1-17 16,1 1-10-16,-3 6-16 0,4-5-6 0,1 3-13 0,0 1-13 15,4 0-11-15,-2-1-8 0,5 7-9 16,-1-6-9-16,2 1-2 0,4-1-9 0,0 0 2 15,1-4-9-15,3 3-4 0,-1-3-1 0,0 0-8 16,2-3-3-16,1 1 4 0,0-4-10 0,1-1 5 16,1 0-6-16,1-1 1 0,-2-3-10 0,3-2 4 0,-1-2-4 15,-3 0 0-15,0-1-1 0,2-5-1 0,1 0-3 16,-1-1 0-16,-6-3 1 0,3-1-8 16,-2-7 0-16,1 0 0 0,-1 1 8 0,-3-3-13 15,0 0 3-15,0-1 5 0,0 2-6 0,-3-4-1 0,2 2 3 16,-3-1-2-16,-2 2 12 0,2 2 10 0,0 9 6 15,-1 1 15-15,2 5 6 0,-3 0 5 16,3 2-4-16,0 9-4 0,-2-13-2 0,2 13-17 16,-1-6-3-16,1 6 1 0,0 0-2 0,-8 23-2 15,5-6-5-15,-5 10-2 0,-2 2 1 0,0 1-4 0,-1 2-3 16,3 1 3-16,-2 1-6 0,4-2-1 0,0-2 5 16,4 1-2-16,2-4-1 0,2 1-5 0,-1-8 0 15,4-1 1-15,0-2 12 0,4 2-8 16,0-4 0-16,6 5 11 0,-1-7-29 0,9 0 14 0,-5-4-1 15,-1-2 6-15,2-1-7 0,10-5-3 0,-9 2 2 16,8-6-6-16,0 3 8 0,-8-5-3 0,11-4 0 16,-3 0 0-16,-1-1-3 0,-2-3-8 0,-3-1-1 15,-1-1 1-15,-5 3-1 0,-4-4 1 0,2 1-4 16,-4-2 5-16,0 1-3 0,-6 4 1 0,-3-3 8 16,2 3-3-16,-6 1-8 0,-2 2 10 0,0 0 2 15,0 2 5-15,-5 1 1 0,2 6 14 0,8 0-6 16,-23 6 13-16,4 1 10 0,1 3-4 0,-1 0 8 15,4 1-12-15,-1 3 2 0,5-1-5 0,1 1 3 16,2 0-7-16,1 0-1 0,4 2-2 0,0-4 4 16,2 0-46-16,3-1-39 0,3-2-60 0,3-2-53 15,4 4-65-15,4-3-75 0,6-3-63 0,-5-2-238 16,9-1-669-16,-4-1 296 0</inkml:trace>
  <inkml:trace contextRef="#ctx0" brushRef="#br0" timeOffset="-15915.2">24997 13008 72 0,'0'0'296'16,"0"0"-8"-16,0 0 8 0,0 0-1 0,0 0-8 16,0 0-17-16,0 0-27 0,0 0-24 0,0 0-26 15,-19-8-15-15,19 8-19 0,0 0-35 0,0 0-50 16,-18 0-56-16,18 0-72 0,-10 1-85 0,10-1-91 16,-16 0-202-16,4 0-467 0,12 0 206 0</inkml:trace>
  <inkml:trace contextRef="#ctx0" brushRef="#br0" timeOffset="-6794.25">7052 14532 52 0,'12'-2'97'0,"2"2"-7"0,-1 2-10 16,0 2-7-16,-2 1-5 0,0 4-6 0,0-1-8 16,-2 5-5-16,-1 2-2 0,-3 1-9 0,0 0-7 15,-4 3 2-15,-2 0-2 0,-4 5 2 0,0-6-16 16,0 1 3-16,-4-2 8 0,1-1-7 0,-2 0-1 15,2-3 17-15,2-2-13 0,-1-3 4 0,2-2-10 16,2 1 7-16,0-3-6 0,3-4 6 0,-7 8-11 16,7-8-11-16,-1 6 6 0,1-6 6 0,0 0-8 15,0 0 3-15,0 0-1 0,11 8-2 0,0-8-1 0,-2 3 9 16,2 0-6-16,2-2 1 0,-1 0 0 0,2 2-6 16,-2 0-3-16,1 1 3 0,1 3-2 15,-2-2 4-15,-1 3 0 0,-2-1-8 0,0 2 6 16,-1 1-6-16,-1-2 3 0,-3 3 6 0,-1-1-5 15,-2 1-1-15,-2 2 10 0,-3-3 9 0,-2 5 2 16,-6-3 2-16,-2 0 0 0,-1 0 3 0,-6 5 0 16,-6-2 1-16,-2 0-6 0,-3-2-2 0,-1 0-4 15,0 1-1-15,-2-4 5 0,5 0-20 0,-1-3-17 16,5-2-29-16,3-1-36 0,4-2-37 0,0-1-96 16,4-4-234-16,4-1 104 0</inkml:trace>
  <inkml:trace contextRef="#ctx0" brushRef="#br0" timeOffset="-6344.8">7078 14414 39 0,'-11'-10'124'0,"-3"1"-9"0,-4 4 4 15,0 3-13-15,-4 0 4 0,-1 6-7 0,-6 3-7 16,2 4-6-16,-4 2-10 0,2 7 4 0,-2 5-10 15,-4 14-9-15,-1 0-1 0,4 6 3 0,6 0-7 16,3 2-5-16,3 6-9 0,7-1-3 0,4 1-3 16,1-1-2-16,8 1-9 0,2-2-2 0,5-1 2 15,7-2-5-15,2 0-2 0,7-5 2 0,-4-12-14 16,13 10 9-16,1-4-2 0,-4-14 0 0,15 5-3 16,-8-13 5-16,14 7-6 0,1-11-2 0,0-2 2 15,1-8-4-15,3-8 5 0,-2-3-7 0,3-3 2 16,0-9 1-16,4 0-1 0,-2-6 4 0,-6-1 3 15,-1-5 1-15,-1 1 0 0,-4-4 2 0,-3 4 10 16,-4-8-4-16,-7-2 3 0,-4-4-1 0,-5 1 5 16,-6-3-2-16,-4 3 2 0,-7-5-5 0,-6-1-3 15,-4-3 7-15,-8 3-7 0,1-2-2 0,-8 3-6 16,-7 2 3-16,-6 3-6 0,-5 1 0 0,-4 4 0 16,-2 2-2-16,-6 6-1 0,-1 8-3 0,3 4-1 15,-7 8-2-15,2 7 1 0,-3 7 1 0,-3 10-4 16,0 6-5-16,-4 5 2 0,-19 18 0 0,24-11-1 15,-14 17-5-15,20-7-23 0,3 3-30 0,-14 19-43 16,22-17-32-16,2 1-32 0,7 1-166 16,4 0-359-16,17-14 159 0</inkml:trace>
  <inkml:trace contextRef="#ctx0" brushRef="#br0" timeOffset="-5691.59">9829 14400 53 0,'-2'-8'202'0,"0"2"-10"0,-1-3-10 15,3 9 2-15,-2-13-2 0,0 8-5 0,2 5-12 16,0 0-14-16,-4-12-15 0,4 12-14 0,0 0-9 16,-2-7-22-16,2 7-9 0,0 0-13 0,0 0-5 15,0 0-10-15,0 0-4 0,4 37-2 0,-2-10 1 16,0 3-1-16,-1 2-4 0,2 2 1 0,2 13-6 16,-4 0-2-16,-1-11-3 0,1 0-1 0,2 9-2 15,-3-9-2-15,0-4-3 0,0 0-2 0,1-2-3 16,-1-5-2-16,4 2-3 0,0-8 7 0,-4-1-12 15,1 0 0-15,0-2 1 0,0-1-1 0,2-3 2 16,-3-1-5-16,1 0-5 0,1-2-32 0,-2 0-16 16,0 0-30-16,0-9-15 0,0 11-22 0,0-11-22 15,-3 8-28-15,3-8-32 0,-5 5-151 0,5-5-372 16,0 0 166-16</inkml:trace>
  <inkml:trace contextRef="#ctx0" brushRef="#br0" timeOffset="-5401.75">9733 14494 1557 0,'2'-19'-7'0,"4"0"14"0,-1 2-5 15,3 1-7-15,1 1 5 0,2 0-8 0,4 1 13 16,-1-1 10-16,7-2 12 0,1 2 13 0,0 1-3 16,-4 3 0-16,0 2-3 0,-3 1 4 0,3 4-6 15,-5 0 1-15,-1 4-8 0,0 0 2 0,1 4-5 16,0-2-3-16,-3 4-4 0,0-1-2 0,-1 3 4 15,-2 1 0-15,-6 2 1 0,-1 2-3 0,-3 4 4 16,-2-1-3-16,-5 9-1 0,-4-2-1 0,-5 1 1 16,0-2 0-16,-3 1-4 0,0-2 3 0,-1-2-3 15,1-2 2-15,-2-1-2 0,3 1 0 0,-4-3-5 16,10-3 2-16,-6-1-11 0,6-1-15 0,-1 0-18 16,4-5-35-16,3 3-37 0,-1-1-43 0,3 0-153 15,-2 0-330-15,9-6 146 0</inkml:trace>
  <inkml:trace contextRef="#ctx0" brushRef="#br0" timeOffset="-5048.5">10440 14327 73 0,'-11'-1'179'0,"2"0"-12"0,9 1-7 0,-12 1-16 15,12-1-12-15,-11 0-16 0,11 0-13 0,0 0-4 16,-11-3-15-16,11 3-11 0,0 0-4 0,0 0-7 15,0 0-2-15,0 0 5 0,0 0 0 0,0 0-5 16,43-1-2-16,-23-3-5 0,8 1-6 0,0-3-4 16,0 1-4-16,2 0-4 0,-3 1-3 0,4 1-3 15,-9 0-14-15,-3 0-25 0,0 1-46 16,-2 0-44-16,-5 2-20 0,1-2-37 0,-6 4-114 0,-7-2-291 16,0 0 129-16</inkml:trace>
  <inkml:trace contextRef="#ctx0" brushRef="#br0" timeOffset="-4499.48">10586 14325 22 0,'0'0'175'0,"0"0"-1"0,0 0-2 15,-3-7-3-15,3 7-10 0,0 0-8 16,0 0-10-16,0 0-11 0,0 0-15 0,0 0-10 0,0 0-11 16,0 0-15-16,0 0-4 0,0 0-12 0,0 0-6 15,0 0-6-15,0 0-1 0,0 0-6 16,0 29 10-16,1-10-8 0,0 5 11 0,-1 3-5 16,1 3 2-16,-1 0-3 0,0 1-2 0,2 2 2 0,-2 1 0 15,2-4-14-15,0 2-2 0,-1 1 0 0,1-3-4 16,1-2-3-16,3-3-2 0,-4 1-1 0,3-7-1 15,-3-2-3-15,0-1-5 0,-1-3-1 0,0-2 8 16,2 1-10-16,-2-2 1 0,2 1-5 0,-2-3 0 16,0-1-1-16,0-1 2 0,-1-6 0 15,3 9 1-15,-3-9-2 0,1 7 4 0,-1-7-2 16,0 0 4-16,0 0-4 0,0 0-1 0,-6 7-2 16,6-7-2-16,-10 0 2 0,10 0-3 0,-17-6 1 0,8 3-12 15,-2-2 0-15,-1 4-3 0,-1-3-3 0,-1 2 3 16,1 0 5-16,-2 0-9 0,2 0 4 0,-2 2 3 15,3 0 2-15,2-2-6 0,10 2 0 16,-15-1 1-16,9 2 4 0,6-1 0 0,-10 2-1 16,10-2 5-16,0 0-9 0,-12-2 1 0,12 2 0 15,0 0-1-15,0 0 3 0,0 0 2 0,0 0 4 0,0 0 3 16,0 0-8-16,0 0 7 0,25 8 3 0,-11-10 9 16,3 2-11-16,1-2 0 0,1 0-1 0,3 0-3 15,-2 0-18-15,1-1-38 0,-1-1-38 0,1 3-40 16,-1-4-47-16,-1 2-42 0,-6 0-129 15,5 0-382-15,-3-4 170 0</inkml:trace>
  <inkml:trace contextRef="#ctx0" brushRef="#br0" timeOffset="-4032.77">11011 14459 204 0,'0'0'238'0,"0"-7"-16"0,0 7-8 0,0 0-25 16,0 0-16-16,0-9-17 0,0 9-20 0,0 0-7 15,0 0-3-15,0 0-2 0,14 24 3 0,-4-5-1 16,1-3-7-16,1 10-7 0,3 0-11 0,-4 2-1 16,1-1-15-16,1-2-10 0,-5 2-4 0,2-3-10 15,1-1-2-15,-1-5-10 0,-3-3 0 0,1 2-8 16,1-2-5-16,-2 3-2 0,0-4-3 0,-1 1 0 15,2-1-3-15,-2-4-4 0,-2-1 7 0,3 1-16 16,-4-5 3-16,0 3-4 0,1-2 5 0,0 1-6 16,-1-3-1-16,-3-4-3 0,6 9 5 0,-4-6 1 15,-2-3 1-15,0 0 2 0,7 2 1 0,-7-2-1 16,0 0 7-16,15-14-4 0,-8 4 4 0,0-7-2 16,3-1-6-16,2-6 3 0,-1-5-1 0,-1-2-4 15,3-3-1-15,3-13-1 0,-5 1 0 0,4 0 9 16,-3 0-12-16,1 3-3 0,-1 10-3 0,-3 0 3 15,0 2 4-15,4 2-5 0,-8 6-2 0,0 4 5 16,-2 3-7-16,1 3 2 0,-1 4 1 0,-1-1 1 16,-1 6-5-16,0-3-1 0,-1 7 1 0,3-7-17 15,-3 7-12-15,0 0-21 0,7-7-15 0,-7 7-10 16,0 0-20-16,0 0-39 0,0 0-35 0,6 25-36 16,-1-16-32-16,0 0-32 0,-1 3-145 0,3-2-445 15,1-2 198-15</inkml:trace>
  <inkml:trace contextRef="#ctx0" brushRef="#br0" timeOffset="-3569.13">12883 14364 56 0,'0'-10'178'16,"0"10"-10"-16,0 0-3 0,0 0 4 0,-21 22-4 16,4-1-7-16,3 7-2 0,-3 4-3 0,2 1-7 15,-4 16-2-15,1 2-7 0,5 0-12 0,2 0-10 16,4 0-11-16,3-4-9 0,6-12-9 0,2 1-10 15,3-2-5-15,2-4-7 0,0 0-2 0,7-2-11 16,-3-3-1-16,5-2-7 0,2-3-18 0,5-2-20 16,0-3-33-16,4-4-48 0,0-1-43 0,0-6-46 15,3-1-49-15,-5-4-148 0,4-2-390 0,-1-3 173 16</inkml:trace>
  <inkml:trace contextRef="#ctx0" brushRef="#br0" timeOffset="-3279.03">13482 14440 76 0,'0'0'246'0,"0"-10"-13"0,0 10-17 0,0-8-20 16,0 8-15-16,0 0-17 0,0 0-5 0,0 0 0 15,0 0-2-15,0 0-2 0,0 35 8 0,2-7-19 16,-2 0-13-16,0 6-16 0,2 0-5 0,-2 2-8 15,-2-3-13-15,2 0-8 0,0 1-10 0,2-2-7 16,-2-4-7-16,0 0-4 0,2 0-5 0,-2-2-4 16,4-2-3-16,-1-4-3 0,-1-5-5 0,0 4-17 15,2-3-25-15,-4-6-22 0,5 0-17 0,-4 1-27 16,-1-4-26-16,2-1-28 0,-2 1-27 0,0-7-18 16,2 9-16-16,-2-9-9 0,0 0-19 0,0 0-118 15,0 0-363-15,0 0 161 0</inkml:trace>
  <inkml:trace contextRef="#ctx0" brushRef="#br0" timeOffset="-3032.9">13362 14393 1454 0,'9'-27'57'0,"5"1"-32"0,4 2-25 0,4 0 9 16,3 8 31-16,4 1 10 0,1 2 14 0,3 4-1 15,3 2-4-15,-5 2 8 0,3 5 8 16,-2 3 5-16,-5 2-9 0,-5 3-3 0,-4-2-1 15,-2 4-2-15,-3 3-5 0,1 1-4 0,-10 1 0 0,0 2-1 16,-3 8 2-16,-6-5-5 0,-1 5-4 0,-10-1 3 16,-1-2-4-16,0 0-9 0,-6-1 1 0,-2 1-3 15,1-2-3-15,-3 1-5 0,-2-1-5 0,-4-3-9 16,5-3-26-16,1 0-27 0,-4-1-37 0,2 0-47 16,2-3-41-16,11-4-44 0,-4 0-190 0,6-3-431 15,14-3 191-15</inkml:trace>
  <inkml:trace contextRef="#ctx0" brushRef="#br0" timeOffset="-2447">13829 15031 68 0,'0'0'179'0,"0"0"-13"16,5-18-5-16,1 10-8 0,2-2-10 0,3-1-5 15,2-4-14-15,5-6 0 0,-2 0-8 0,4 2-7 16,-2-3-7-16,0 3-4 0,2-3-9 0,1-2-5 15,-4 2-10-15,1-4-3 0,-6 3-9 0,3-1-5 16,-2 0-5-16,-4 1 2 0,-3 6-9 0,0-1 1 16,-2 1-1-16,-2 7-3 0,-2-3-3 0,0 4 0 15,-2-1-5-15,0 5-3 0,-2-2-3 0,4 7-3 16,-10-7-1-16,2 6-6 0,8 1-3 0,-23 7 1 16,10 2-4-16,-3 5-2 0,0 6-2 0,-4 2 1 15,4 2-1-15,3-2-1 0,2 4-2 0,2-2-1 16,7-7 2-16,2 3-2 0,2 1-1 0,3-1 4 15,1-4 1-15,10 6-2 0,-5-5-2 0,4-4 3 16,8 1-5-16,-3-5-23 0,0-3-24 0,1-1-40 16,10 0-41-16,1-5-38 0,-1-2-22 0,-2-3-25 15,1-1-114-15,-3-3-350 0,1-1 155 0</inkml:trace>
  <inkml:trace contextRef="#ctx0" brushRef="#br0" timeOffset="-1842.53">14447 14634 135 0,'-22'-1'185'0,"11"2"-1"16,-3 5-10-16,-6 1 3 0,4 2-8 0,1 3-7 15,1 2-6-15,-4 6-9 0,2 3-12 0,1-1-13 16,6 1-10-16,-1-3-8 0,6-3-16 0,1 2-4 16,1-1-8-16,3-1-10 0,3-3-3 0,3 0-7 15,0-5-3-15,3 0-7 0,1-3-1 0,1-1-2 16,6-1-7-16,0-1 2 0,0-6-8 0,2-1-2 15,1 1 0-15,-4-5-3 0,0-1-8 0,-2 1 5 16,1-2-3-16,-6 2-1 0,-1-1-2 0,1-5 1 16,-3 4-2-16,-1-5-1 0,-1 5-3 0,0-6 2 15,-3 4-1-15,-2-1-7 0,0 1 5 0,-2 1-4 16,-1 0 2-16,1 3 5 0,2 8 5 0,-3-11-4 16,3 11-2-16,0-9-2 0,0 9-7 0,0-9-2 15,0 9 1-15,0 0 6 0,0 0-9 0,0 0 2 16,0 28-2-16,0-17 2 0,0 1 1 15,0 5 2-15,0-1-1 0,5 0-4 0,-2-4 0 16,1-1 3-16,0 1 1 0,3-2 0 0,2 1 0 0,-2-3 1 16,0-2-3-16,1 1 5 0,3-1-3 0,-1-5 2 15,1 1 9-15,3-2-8 0,-3-2 2 0,2-4-8 16,3-1-2-16,-1 0-2 0,2-5-1 0,-2 1-2 16,1-2 3-16,-5-1-3 0,2 0 1 0,-3-3 1 15,-2 0-2-15,2-8 0 0,-6 5-8 16,2-5 6-16,-3 0-11 0,-1-3 6 0,-2 1-1 0,0 0 3 15,-2 1 2-15,1 1-1 0,-5 0 4 0,2 9 3 16,2 3 2-16,-4 2 13 0,2 2 12 0,0 0 4 16,4 2-6-16,0 7 0 0,-1-7-10 0,1 7 0 15,0 0-2-15,0 0 10 0,0 0 4 16,-2 34 7-16,0-7 0 0,2 3 7 0,-4 3 4 16,4 2 2-16,0 10-7 0,-2-11 0 0,2 2-1 0,0-3-7 15,0 3-3-15,2-6-3 0,-2 1-1 0,4-3 12 16,-2-1-18-16,1 2-1 0,-1-10-10 0,3 0-20 15,-3-2-35-15,3 1-41 0,-1-3-48 0,-4-2-44 16,4-4-51-16,-3-3-40 0,-1 1-155 16,0-7-465-16,0 9 206 0</inkml:trace>
  <inkml:trace contextRef="#ctx0" brushRef="#br0" timeOffset="-1577.25">14941 14566 44 0,'0'0'178'16,"0"0"0"-16,0 0-16 0,-7-7-8 0,7 7-14 16,0 0-13-16,-22 13-4 0,11-4-13 0,3 0-11 0,-5 5-12 15,2-3-6-15,-1 1-8 0,4-2-8 16,1 0-8-16,-1-3-4 0,2 0-5 0,2-2-6 16,0-1-1-16,0 2 0 0,4-6-9 0,-5 5-1 15,5-5-4-15,-5 6-6 0,5-6 0 0,-2 8-3 16,2-8 7-16,1 9 4 0,-1-9-1 0,4 17-1 15,-2-8-5-15,3 1-1 0,1 0 2 0,4 4-3 16,0-1-2-16,2 2-6 0,3-3-13 0,1 0-24 16,9 1-40-16,2-3-45 0,-1-1-52 0,2-2-158 15,1 1-346-15,4-5 154 0</inkml:trace>
  <inkml:trace contextRef="#ctx0" brushRef="#br0" timeOffset="-1256.84">15789 14439 200 0,'0'0'200'0,"0"0"-16"0,-8-5-18 0,8 5-11 16,0 0-19-16,0 0-11 0,19-12-12 0,2 6-14 16,-1 2-6-16,9-4-15 0,1 1-3 0,3 1-14 15,-1 0-39-15,0 1-28 0,-4 1-60 0,-6 1-46 16,-4 3-38-16,-6 0-80 0,-1-3-247 0,-3 2 110 0</inkml:trace>
  <inkml:trace contextRef="#ctx0" brushRef="#br0" timeOffset="-527.85">15946 14408 102 0,'0'0'182'0,"-4"11"7"16,3 0-8-16,1 4 0 0,-5 3 11 0,4 9 9 15,-4 7 1-15,3 1-16 0,0 10-12 0,-2-12-20 16,1-1-8-16,2-1-19 0,0 0-12 0,-1-3-12 16,2-2-7-16,0 1-7 0,2-6-15 15,-2-3-4-15,1-1-6 0,0 1-8 0,1-6-5 0,-1-1-5 16,0 0-2-16,-1 0-3 0,3-2-7 0,-2-2-1 16,0-1-4-16,-1-6-6 0,2 10 4 0,-2-10-3 15,0 6 3-15,0-6-7 0,0 0 13 0,1 8-14 16,-1-8-4-16,0 0-1 0,0 0-12 0,-10 3-14 15,10-3-11-15,-12-1-6 0,12 1 4 0,-18-7-1 16,10 4 2-16,-2 0 3 0,1-1 3 0,-2 1 1 16,2-1 2-16,-1 2-2 0,-1-1 3 0,0 1-1 15,1-1 3-15,-1 2 2 0,11 1 8 0,-12-1-10 16,5-1 2-16,7 2 3 0,-9-1-4 0,9 1-1 16,0 0 2-16,0 0-2 0,-11 0 4 0,11 0 2 15,0 0 4-15,0 0-3 0,0 0 4 0,28 3 1 16,-15-3 0-16,5-2 0 0,2 1 4 0,8-2-5 15,0-5-5-15,2 0-16 0,-2 2-21 0,0-2-19 16,1 0-19-16,-2 0-14 0,0 2-19 0,-1-4-10 16,0 1 0-16,-6 1 5 0,-1-2-4 0,-1 2 15 15,-2-1-2-15,-2-1 13 0,-2 4 9 0,-2-1 18 16,-4 1 11-16,2-2 6 0,-4 3-5 0,-4 5 20 16,8-10 31-16,-8 10 3 0,6-7 9 0,-6 7 10 15,0 0-2-15,4-9 3 0,-4 9-6 0,0 0 17 16,0 0 8-16,0 0 24 0,4 16 6 0,-6-5 2 15,2 0 2-15,-1 2 2 0,0-2 2 0,1 5 1 16,0 0-2-16,0-5 1 0,0 1-6 0,0 1-8 16,0-3 1-16,1 0-8 0,-1-3-3 0,0-7 4 15,0 11 7-15,0-11 12 0,0 7 15 0,0-7 12 16,0 0 8-16,0 0-6 0,0 0-10 0,0 0-5 16,0 0-12-16,0 0-8 0,0 0-5 0,-5-25-8 15,6 11 1-15,0-2-11 0,3 0-3 0,2-2 6 16,3-6-18-16,1-5-6 0,-1 3-4 0,4 1-7 15,2 0 0-15,1 3-2 0,2 1 2 0,3 3 0 16,-8 6-5-16,-2 4-3 0,0 2-3 0,-2 3 0 16,2 0-1-16,0 4-4 0,-1 4-2 0,-1-1 3 15,4 9 5-15,-6-4-2 0,0 5 1 0,3 3 3 16,-3 0-10-16,0-1-26 0,-1 2-29 0,-1 0-45 16,-3 2-51-16,2 0-58 0,1-1-66 15,-5 2-196-15,1-5-516 0,2 1 228 0</inkml:trace>
  <inkml:trace contextRef="#ctx0" brushRef="#br0" timeOffset="-27.33">16708 14594 197 0,'1'-7'257'0,"-1"7"-16"15,0-8-24-15,0 8-26 0,0 0-22 0,1-8-13 0,-1 8-9 16,0 0 2-16,8 33 3 0,-3-9-7 0,0 5-7 16,0 3-9-16,-1-1-16 0,3-1-9 0,-2 1-14 15,2-1-5-15,-1-2-6 0,0-1-10 16,3-3-6-16,-3 1-5 0,1-9-9 0,0 0-2 16,0-5-4-16,-5 0-3 0,3-3-5 0,-3 0-3 15,0-2 4-15,-1-2-2 0,-1-4 6 0,6 8 9 0,-6-8 11 16,0 0-3-16,0 0-9 0,0 0-1 0,0 0-6 15,16-19-8-15,-8 4-2 0,-2-1 0 16,6-8-3-16,-3 0-7 0,1-4 4 0,0-2-4 16,2 0-3-16,-3-2-3 0,7-14-2 0,-7 16 1 15,1 0-8-15,1 3-6 0,-4 0-14 0,4 4-11 16,-8 7-15-16,0 1-30 0,1 5-29 0,-3 3-30 0,-1 7-32 16,0 0-47-16,4-15-34 0,-4 15-12 0,0 0-184 15,0 0-473-15,0 0 211 0</inkml:trace>
  <inkml:trace contextRef="#ctx0" brushRef="#br0" timeOffset="1137.01">17155 14857 41 0,'0'0'214'0,"7"2"1"16,-7-2-2-16,8 0-9 0,-8 0-3 15,0 0-17-15,13-8-12 0,-8 4-1 0,3-3-13 16,1 0-14-16,-1-2-12 0,1-4-9 0,1-2-11 15,0 2-6-15,2-3-14 0,-2-2-8 0,-4 0-5 16,2 2-10-16,-3-1 1 0,0-1-3 0,-2 1-8 16,0 1-3-16,-5 3-4 0,4 3-1 0,-7-1-3 15,0 2-4-15,-1 1-6 0,-1 2-7 0,-3 2-4 16,-1 2-2-16,11 2 8 0,-23 3-17 0,9 3 0 16,-3 3 0-16,3 4-5 0,-5 6 2 0,2 1-6 15,3-5 3-15,4 1-8 0,0 6 1 0,1-3 0 16,4-1 0-16,2 0 3 0,2-1-2 0,0 2-1 15,3-2-2-15,2-1 2 0,1-2 3 0,1-1-4 16,1-2 4-16,4 0 0 0,2 0 2 0,-3-3-2 16,2-2 0-16,2-2 2 0,4 2 0 0,1-5 6 15,3 0-11-15,-2-1 8 0,8-5-7 0,0-2 6 16,-2 0-2-16,-4 2-3 0,4-5 1 0,-6 2 1 16,4-3-1-16,0-3-3 0,-2 3 2 0,-5-2-1 15,0 2 5-15,-1-3-3 0,-5-1-6 0,2 1-3 16,-5 0-8-16,-2-1 3 0,-1-1-3 0,-2 4 2 15,1-4-2-15,-6 6 5 0,1-2-7 0,-4 2 4 16,0 0-1-16,0 0 3 0,-2 2-1 0,-2 3 2 16,-2-1 0-16,-1 3-5 0,0 0 6 0,-1-1 1 15,2 3-1-15,3-1-1 0,8 2 1 0,-13 0 2 16,13 0-6-16,-9 0 6 0,9 0 0 0,-5 6-2 16,5-6 5-16,0 0-3 0,0 0 6 0,0 0-1 15,20 4-2-15,-20-4-1 0,23 0 0 0,-10-2 2 16,4 0-2-16,2-2 3 0,-6 2-3 0,1 2 1 15,-2 0-2-15,1 0 1 0,-1 2-2 16,-2-1 0-16,-10-1 0 0,14 8 2 0,-6 0 2 0,-1 1 5 16,-2 2 1-16,1 3 7 0,-3-3 0 0,-1 6 1 15,0-1-4-15,-2 2 1 0,0 0-2 0,-2-2 0 16,-1 1-1-16,2 1 1 0,0-1 6 0,-1-6-8 16,2 2-5-16,0 2 5 0,2-3-2 0,-1-2-2 15,1-1-1-15,1-2 1 0,1-2 4 0,0 0 6 16,1 0-12-16,4-2 4 0,-2-2 2 0,5 0-2 15,-2-1 0-15,4-4 4 0,-2 0-5 0,2 0 3 16,1-4-5-16,-3 1 3 0,3-4-2 0,-2-1 3 16,3-3-3-16,2-3 1 0,1-1-6 0,-2-2 1 15,-2-2-8-15,4 0-3 0,-5-3-4 0,-1 0 0 16,-1 2-4-16,-2-5 5 0,0 5 0 0,-2 8 5 16,-3 3-2-16,-1 2 7 0,-2-1 4 0,0 3 9 15,-2 9-11-15,1-14 4 0,-1 14-4 0,1-10 0 16,-1 10 4-16,0 0-8 0,0 0 0 0,0 0 1 15,0 0 0-15,-18 24 1 0,11-9-1 0,2 3 5 16,-1 7-3-16,1-1-1 0,4-6 2 0,1 1 4 16,-1 0-4-16,3 0-1 0,2-2 2 15,0 2 8-15,4-3-1 0,-1 0-9 0,0 0 2 0,0 0-1 16,1-3-1-16,1 2 3 0,-3-6-1 0,2 6 3 16,-3-5 0-16,0-1-1 0,2 0 2 0,-4-1 1 15,-1-2-5-15,-1 2 3 0,-1-8 0 0,1 10 1 16,-1-10 0-16,0 9-4 0,0-9 10 0,0 0-8 15,-2 8-2-15,2-8 4 0,0 0-4 16,0 0 2-16,0 0-1 0,0 0-3 0,0 0 2 0,0 0-3 16,0 0-2-16,0 0-2 0,0 0 2 0,20-13 1 15,-11 7 0-15,1-2 0 0,1 0 4 16,1-2-2-16,3 0-1 0,-2-3 3 0,2 2 1 0,-1-3-3 16,0 1 1-16,1-1 2 0,-1 1 1 0,1-1-1 15,-2 0-1-15,-1-1-3 0,-1-1 3 16,-1-2 2-16,1 2-1 0,-2-2 0 0,-2 2 0 0,0 2 2 15,-3-2 2-15,1 0-2 0,-4 7 3 0,3-1 9 16,-3 0-11-16,-1 10 4 0,0-11 2 0,0 11-2 16,0 0 1-16,-8-10-3 0,8 10-5 0,-12 5 4 15,1 1 1-15,0 3 4 0,-2 4-3 16,-6 4 4-16,5-1-4 0,1-1 1 0,2 0 1 16,-1 3 1-16,1-4 1 0,4 4 0 0,2-1 0 0,2-2-4 15,5-4-5-15,-1 2-10 0,4-4-21 0,2 1-17 16,3-1-29-16,1-3-35 0,5 0-43 0,4-2-64 15,2-1-43-15,-4-2-198 0,2-2-497 0,7 2 221 16</inkml:trace>
  <inkml:trace contextRef="#ctx0" brushRef="#br0" timeOffset="1586.75">18634 14600 2 0,'0'0'247'0,"-8"-9"-19"16,8 9-19-16,-5-6-20 0,5 6-17 0,0 0 3 15,0 0-5-15,0 0-5 0,18 20 3 0,-8-3-13 16,0 0-11-16,5 5-9 0,-4-1-3 0,2 5-7 16,-4-1-12-16,1-1-6 0,-1 0-6 0,-3 0-9 15,3 0-10-15,-4-8-5 0,0 3-10 0,-1-4-5 16,1-1-9-16,1-4 2 0,-3 0-6 0,2-2-4 16,-2-2-2-16,-1 1 12 0,-2-7 11 0,3 7 18 15,-3-7 12-15,5 4 14 0,-5-4-8 0,0 0-7 16,0 0-6-16,17-13-12 0,-11 2-5 0,3-2-9 15,0-2-4-15,4-9 1 0,-2 2-10 0,1-1-4 16,-1-5-3-16,3 1-8 0,2-5-11 0,-1-1-5 16,2 1-11-16,-4-1-23 0,0 5-12 0,-2-1-28 15,-3 4-30-15,-2 7-22 0,-4 6-19 0,0 0-33 16,-1 2-27-16,-1 10-33 0,-4-11-30 0,4 11-27 16,0 0-16-16,0 0-179 0,0 0-508 0,0 0 225 15</inkml:trace>
  <inkml:trace contextRef="#ctx0" brushRef="#br0" timeOffset="1896.95">19058 14763 52 0,'0'0'197'0,"1"10"-2"0,2-4 2 0,-2 1-8 0,0 0-6 16,1 1-11-16,-1-2-5 0,0 4-16 0,1 0-9 15,-1-2-8-15,2 2-10 0,-1-4-11 0,3 1-9 16,0 1-6-16,-2-4-4 0,2 2 2 0,4 0-4 15,1-2-2-15,-1-1-6 0,4-2-2 0,-1-2-7 16,1-2-5-16,1-1-1 0,-1-1-6 0,5-3-4 16,-4 0-2-16,-1-4-7 0,1-1-3 0,-5 1 3 15,4-4-7-15,-3 1-2 0,-5-2-6 0,4-1-4 16,-4 0-3-16,-4-2 0 0,-3-4-5 0,-1 7-1 16,-2 0-3-16,-1-1-4 0,-6 5-3 0,1 0-1 15,-1 7-2-15,2-2-1 0,-7 6-6 0,1 0-4 16,-5 7-15-16,1 3-19 0,-7 3-30 0,0 4-31 15,3 2-35-15,1 0-41 0,8-3-46 16,6 1-58-16,-2 1-157 0,7-6-471 0,4 1 209 0</inkml:trace>
  <inkml:trace contextRef="#ctx0" brushRef="#br0" timeOffset="2249.31">19442 14518 40 0,'-2'-9'255'0,"1"-1"-7"16,1 10-14-16,0-15 2 0,-1 8-11 0,1 7-8 15,0-10-20-15,0 10-8 0,0 0-31 16,0 0-9-16,1-7-21 0,-1 7-5 0,0 0 7 16,4 31 3-16,-4-1-8 0,-4-1-10 0,3 3-6 0,-1 3-6 15,0-2-7-15,-1-2-8 0,2 0-10 0,0 0-18 16,-1-2 1-16,5 3-7 0,-2-6-5 16,2 1 3-16,-2-1-16 0,0-7-3 0,2 0-24 0,-2 0-25 15,1-2-32-15,-2-2-38 0,1-4-42 16,-1-1-47-16,1-2-51 0,2-2-46 0,-1 0-192 0,-2-6-502 15,1 6 223-15</inkml:trace>
  <inkml:trace contextRef="#ctx0" brushRef="#br0" timeOffset="2493.54">19701 14489 251 0,'0'0'243'0,"0"-10"-21"0,0 10-23 0,0-8-15 15,0 8 2-15,0 0 21 0,0 0 13 0,-1 33-9 16,-1-14-14-16,0 8-18 0,-2 3-12 16,3 1-17-16,-2-5-4 0,2 3-23 0,0-1-12 15,-1 0-15-15,1-1-5 0,-2-1-5 0,2-6-8 0,-1 0-7 16,2-2-11-16,-2-1-14 0,2 1-13 0,0-3-29 16,0-3-25-16,-1 0-33 0,1-2-31 15,-1-1-35-15,-2-1-37 0,3-8-40 0,-1 9-22 16,1-9-33-16,0 7-158 0,0-7-443 0,0 0 196 15</inkml:trace>
  <inkml:trace contextRef="#ctx0" brushRef="#br0" timeOffset="3718.86">19544 14681 42 0,'0'0'181'0,"0"0"-2"0,20-6-11 16,-7 6-7-16,0-2-8 0,7 2-13 0,1-1-11 15,7-1-11-15,1 1-5 0,3-1-14 0,0 0-6 16,0-4-7-16,-3 4-9 0,1 1-6 0,-8-2-7 16,-1-3 0-16,0 2-6 0,-2-2-3 0,-6 3-2 15,-1 0-1-15,-1-1 1 0,-4 3 0 0,1-1 7 16,-8 2 0-16,11-2 6 0,-5 1 3 0,-6 1-6 16,0 0-5-16,6-4-4 0,-6 4-3 0,0 0-3 15,0 0-9-15,0 0-2 0,0 0-5 0,0 0-5 16,0 0-3-16,-26-2 1 0,15 5-6 0,1 4 1 15,-1-1 1-15,-3 4 1 0,3 3 0 0,-2 2 3 16,-2 6-1-16,-3 0 5 0,5 1-2 0,-1-1-2 16,4-3 0-16,2 0-3 0,-1-1-7 0,3-2 2 15,2 0-5-15,3-4-1 0,2 0 6 0,2-1-6 16,0 0 1-16,4-3 0 0,0-3 5 0,4 1-8 16,3-4 3-16,-1-1 2 0,4-1-6 0,1 0 3 15,3-4 0-15,-2-1-3 0,0-1 1 0,0-1-5 16,-3 1 4-16,-1-5-1 0,-1 3-2 0,1-2 2 15,-1-1 1-15,2-1 2 0,-4 0-7 0,-1 1 0 16,-1-1-6-16,-4 2 12 0,1 3-6 0,-2-2 4 16,-1 3-1-16,-4 7-3 0,6-12-3 0,-6 12 1 15,5-6-5-15,-5 6-2 0,0 0 1 0,0 0 4 16,0 0-3-16,0 0 0 0,0 0 5 0,-4 28-5 16,2-18 3-16,-1 2 2 0,3-2-3 0,-2 1 4 15,2 0-1-15,1-3 5 0,4 2-6 0,-1 0 6 16,1-3-5-16,3-1 3 0,2-1 7 0,1-2-1 15,6-1 4-15,2-2 1 0,-1-2-1 0,3 0-7 16,0-3 1-16,1 0 8 0,-3-2-4 0,7-2-1 16,-6-1 0-16,-2 1-4 0,1-1 6 0,0 1 1 15,-3-1-5-15,-2 0 5 0,0-3-5 0,-1-1 2 16,-1 2-1-16,-1-1 0 0,-4 0 0 0,0 1-1 16,-1-2 2-16,-2 2 0 0,1-6-5 0,-4 8 2 15,2-1 5-15,-3 11 2 0,-1-16 2 0,1 16 1 16,-6-14-2-16,6 14-2 0,-5-8 4 0,5 8-6 15,-16 0 0-15,16 0-5 0,-21 10 1 0,5 2 1 16,2 1-2-16,-2 1 3 0,3 1-5 0,1 1-2 16,-1 2 4-16,3-3-2 0,1-3 1 0,4 1-6 15,1-2 2-15,3-3 2 0,-1 3-3 0,2-11 4 16,2 16-2-16,-2-16-4 0,6 11-1 0,-6-11-1 16,11 5 0-16,-4-3-1 0,-7-2-4 0,14 2-2 15,-14-2 9-15,14-2-4 0,-6-1 3 0,-8 3-6 16,12-6 12-16,-12 6-11 0,14-11 3 0,-8 6 2 15,0 0 2-15,-6 5-4 0,9-10 0 0,-3 4 5 16,-6 6-4-16,7-11 1 0,-7 11-2 0,4-8 0 16,-4 8 0-16,5-5-4 0,-5 5 0 0,0 0-3 15,0 0 8-15,0 0 6 0,7 16 5 0,-3-6 8 16,-1 7 1-16,2 3 1 0,0 9 8 0,0 0 9 16,0 4-3-16,3 2 3 0,-1 11 5 0,2 2 2 15,0-2-1-15,-2-11-2 0,2 11-7 0,-2 0-5 16,-1-9 1-16,-1 8 0 0,0-12-7 0,-2 2 0 15,0-1 3-15,-3-2-5 0,0-2 0 0,0-1-6 16,-4-3 7-16,-1-2-7 0,-1-5 3 0,-1-3 4 16,-3-1-8-16,-3-3 3 0,1-2-3 0,1-2 3 15,-3-3-3-15,3-1-2 0,-2-4 3 0,0 0-3 16,0-2 4-16,1 0-8 0,1-3-4 0,0-3-7 16,1 0-2-16,1-6 3 0,4 3-14 0,-3-6-4 15,4-1 0-15,3-6-4 0,2-2 3 0,4-3 0 16,5 1 6-16,2-2-6 0,3-1 5 0,5 1 9 15,6-13-6-15,5 5-6 0,-2-1 1 0,-6 11 0 16,11-11 7-16,0 3 4 0,1-1-7 0,-1-1-7 16,-2 1 8-16,0 1-3 0,-8 9 2 0,6-12 5 15,-7 11-8-15,-5-1 7 0,0 2 1 16,-2 1-5-16,-2-1 8 0,-2 4 2 0,-2 0-2 0,-5 8 1 16,-1 4 1-16,-2 0 1 0,0 2-1 0,-2 9-2 15,0-13 2-15,0 13 6 0,-5-10-2 0,5 10-2 16,-13-2 0-16,13 2 3 0,-22 6-3 0,7 1 1 15,5 2-5-15,-5 3 6 0,3 3 0 16,3-1 1-16,0 3 1 0,0-2 0 0,4 3-3 16,2-1 3-16,1 0 1 0,2-3 1 0,2 1 1 0,1-4-14 15,3-1-22-15,2 2-9 0,1-4-18 0,6 0-28 16,2-2-19-16,3-2-34 0,-2 0-28 0,4-3-39 16,6-2-32-16,-8-2-27 0,3 2-195 0,-2-3-500 15,-1-1 221-15</inkml:trace>
  <inkml:trace contextRef="#ctx0" brushRef="#br0" timeOffset="3939.14">21247 14404 143 0,'0'0'255'16,"0"-13"-14"-16,0 13-22 0,4-9-17 0,-4 9-20 15,0 0 6-15,0 0-5 0,22 20 4 0,-11-4-14 16,3 9-10-16,0 3-3 0,2 3 3 0,-3-1-24 0,-1 14-8 15,-1-11-11-15,-2 1-10 0,-2 0-15 0,-3 0-14 16,-1 0-1-16,0 2-7 0,-6-2-14 16,-2-2-24-16,-3 0-36 0,-5 0-35 0,-13 8-45 15,5-9-47-15,-11 5-52 0,2-10-57 0,-13 9-217 16,-4-9-490-16,-3 1 217 0</inkml:trace>
  <inkml:trace contextRef="#ctx0" brushRef="#br0" timeOffset="7521.39">22100 14641 33 0,'-5'-7'224'0,"5"7"-7"0,-3-6-3 0,3 6-8 16,0 0-13-16,-4-6-11 0,4 6-13 0,0 0-18 16,-9-4-14-16,9 4-17 0,0 0-13 0,-15 13-7 0,7-4-11 15,3 3-4-15,-5 4-7 0,2 2-7 16,-2 7-25-16,8-2-5 0,-4-5 0 0,4 2-2 16,2-2-11-16,0 3 1 0,2-5-5 0,2 2 0 15,3-2-5-15,-1-4 0 0,3 0 4 0,2-1-6 16,0-2-3-16,-1-3 2 0,3-1-2 0,1-3 0 0,-3 0 0 15,2-2-7-15,0-2 5 0,1-1 4 16,-1-3-6-16,1-4 4 0,-7 2-5 0,6-3 2 16,-3-3 2-16,-3-1-10 0,-1 4-1 0,-3-5 0 15,-2-1 4-15,-2 2-4 0,-4-5-12 0,-2 2 3 16,-2 3-7-16,-4-6 4 0,-1 5-4 0,2 1 3 16,-10 0 0-16,7 5 4 0,-5 2-2 0,3 1 0 0,-1 3-1 15,-2 2 1-15,8 2 1 0,-2 2-1 16,2-1 1-16,1 2 0 0,11-3 1 0,-21 6-3 15,16-3-1-15,5-3 3 0,-8 7-3 0,8-7 1 16,0 0-1-16,0 0 3 0,13 14-1 0,0-12 2 16,6-1-2-16,3-4 2 0,5-5 2 0,5 1-3 15,3-3 3-15,0-5 0 0,-2 3 0 0,2-4 0 16,-3 3-1-16,-2-1 6 0,0-3 0 0,-5 2 0 16,-4-3 0-16,0 1 8 0,-5 2-7 0,-5-1 4 15,1-2-4-15,-2 0 1 0,-5 0 0 0,0 0 2 16,-1-2-3-16,-1 1 9 0,-2 2 2 0,-1 4 8 15,0 1 1-15,-1 1 5 0,-1 2 3 0,0 0 0 16,2 9-6-16,-3-10-6 0,3 10-5 0,0 0-4 16,0 0 3-16,0 0-2 0,-1 33 8 0,1-1 4 15,-3 2 0-15,-1 20 1 0,3 3 9 0,-1 25 1 16,-1-29-5-16,1 2 2 0,0-2-5 0,2-2-5 16,2-2 0-16,1-1 0 0,-3-12-2 0,2-2 0 15,-2 0-6-15,1-1 1 0,-2-3-2 0,2 1 0 16,-1-1-11-16,1-3-11 0,-1-8-27 0,0 0-31 15,0-3-54-15,0-3-25 0,-1-3-34 0,1-1-39 16,0-2-181-16,0-7-435 0,-9 11 193 0</inkml:trace>
  <inkml:trace contextRef="#ctx0" brushRef="#br0" timeOffset="7687.35">22231 14909 1637 0,'2'-11'18'0,"3"-1"-23"15,0-1 10-15,1 4 0 0,3 2-12 0,5-3 6 16,4 2 1-16,8-2-1 0,3 1 2 0,2 0-1 16,6-1-10-16,-1 0-11 0,2-2-30 0,17-1-24 15,-1 1-17-15,-4 1-22 0,-12 1-102 0,1 3-232 16,14-4 104-16</inkml:trace>
  <inkml:trace contextRef="#ctx0" brushRef="#br0" timeOffset="8035.25">23284 14553 133 0,'0'0'154'0,"0"0"-5"0,-11-12-6 16,11 12-2-16,-18 0-4 0,18 0-3 0,-24 7-3 15,7-1 3-15,1 5-8 0,-2-1-8 0,1 2-5 16,2 3-11-16,-3 4-4 0,5-4-10 0,-1 2-8 16,6-1-9-16,2 1-8 0,3-5-5 0,1 4-7 15,-1-5-5-15,6-1-3 0,1 2-1 0,1-6 3 16,1 3-10-16,2-2-7 0,2-3-2 15,-1-1-1-15,4-3 2 0,-1-1-4 0,1-2-2 16,1-1 8-16,3-1-11 0,-4-3 1 0,-3 1-4 0,0-2-1 16,4-3-2-16,-4-1 0 0,1 1-2 0,-1-3 0 15,-1 1-1-15,-3-1-3 0,-1 1 3 0,-1-2-3 16,0 5 1-16,-1-2-3 0,0 4 4 0,-3 9-2 16,3-14-4-16,-3 14 0 0,3-12-5 15,-3 12-1-15,0 0-2 0,0 0-1 0,0 0 5 16,0 0 0-16,0 0-4 0,7 30 6 0,-8-14-2 0,4-1-1 15,-3 2-15-15,2-1-35 0,2 2-28 0,2 0-27 16,1-2-49-16,3-1-33 0,1 0-22 0,-2 1-110 16,7-5-349-16,8 3 156 0</inkml:trace>
  <inkml:trace contextRef="#ctx0" brushRef="#br0" timeOffset="8658.63">23981 14575 27 0,'-27'-8'237'0,"5"4"-4"0,1 2-12 16,1 2-13-16,-1 5-18 0,2 0-18 0,1 4-16 16,-1 1-20-16,3 2-9 0,2 1-16 0,1 2-9 15,4 2-12-15,-1 1-7 0,6-1-2 0,1 0-16 16,0-1-4-16,3-3-8 0,3-1-4 0,2 0-5 15,1-2-4-15,4 1-1 0,-2-1-9 0,2-3 2 16,3-4-1-16,-2-1-3 0,5-1-4 0,0-2 8 16,2-3-14-16,0-2 4 0,0-3-9 0,-1 1 5 0,-1-2-2 15,1-3-3-15,-2-1 0 0,-2 1-7 16,5-9 3-16,-5 1 2 0,-2-2-3 0,-1-3 0 16,-3-1-2-16,2 0 3 0,-6 0-5 0,0 1 1 15,-2 0 0-15,-1-1 1 0,0 1 5 0,-4-1-8 16,-1 0-4-16,-1 0 3 0,1 0 2 0,0 2-3 15,-2 6 3-15,5 1 10 0,-1 7 6 0,1 0 11 16,-1 2-2-16,3 2-2 0,0 7-7 0,-5-9-6 16,5 9-2-16,0 0 9 0,0 0-15 0,0 0 6 15,-10 35-1-15,10-7 4 0,-4 3-7 0,1 5 5 16,-3 0-4-16,-1 11 0 0,3-2-1 0,1-11 5 16,3-2-6-16,1 0 1 0,2-3-4 0,0-1 9 15,5-3-10-15,-3-6 6 0,3-1-3 0,0-2-3 16,2-2 1-16,2-2 0 0,-3-2 4 0,2-3 6 0,-1-1-8 15,3 0 2-15,0-3-3 0,0-3 1 16,1 0 0-16,2-4 0 0,-3-1-1 0,0 0 1 16,3-4-6-16,-2 0 0 0,-2-3-4 0,1-2-7 15,-3-1-4-15,-1-1 7 0,0 2-5 0,-4-1 8 16,0 2 3-16,-1 2-7 0,-1 2 3 0,0 0 1 16,-3 9-2-16,3-12 2 0,-3 12-4 0,0 0-1 15,0 0-5-15,0 0 4 0,2-2 2 0,-2 2-1 16,0 0 3-16,0 0 4 0,-3 32-2 0,3-23-3 15,1 4-15-15,3 2-22 0,-3-3-20 0,1 0-37 16,1-1-44-16,0 1-39 0,3-1-47 0,-5 1-162 16,2-5-428-16,-3-7 190 0</inkml:trace>
  <inkml:trace contextRef="#ctx0" brushRef="#br0" timeOffset="8836.34">24150 14394 1699 0,'-8'-14'-59'0,"2"0"59"16,-1 5-4-16,3 2-2 0,4 7-20 0,-3-9 10 15,3 9-4-15,0 0 3 0,0 0-13 0,0 0-5 16,0 0-21-16,25 32-22 0,-13-19-10 0,2 1-22 16,5 8-83-16,-3 3-208 0,7-3 93 0</inkml:trace>
  <inkml:trace contextRef="#ctx0" brushRef="#br0" timeOffset="9121.14">24492 14634 119 0,'0'10'143'0,"0"-10"7"0,-1 12 5 15,1-12 0-15,-4 16-4 0,1-8-9 0,0 2-10 16,0-2-5-16,2 2-8 0,-1 0-14 0,5-1-1 16,-4 1 1-16,1 0-3 0,0-10-5 0,3 14-3 15,-1-8 3-15,3 0-4 0,-1-3 0 0,-4-3-3 16,14 5 4-16,-14-5-3 0,15 2-4 0,-15-2-5 15,25-8-5-15,-10 2-4 0,2-2-5 0,-3-3-11 16,1 2 0-16,-2-2-7 0,-1-1 5 0,-4 2-7 16,2-4-3-16,1-1-2 0,-5-2-6 0,1 0 2 15,-4 2-7-15,0 2-7 0,-1-2 3 0,-2 3-11 16,-1 2-1-16,1 10 6 0,-4-17-6 16,-1 12-31-16,5 5-11 0,-15-8-25 0,3 6-17 0,12 2-25 15,-25 4-24-15,7 3-33 0,0 1-32 0,1 0-21 16,2 1-45-16,1 2-149 0,4-4-430 15,3-1 191-15</inkml:trace>
  <inkml:trace contextRef="#ctx0" brushRef="#br0" timeOffset="9737.41">24891 14548 119 0,'0'0'201'0,"0"0"-3"16,0 0-3-16,0 0-9 0,0 0-3 0,0 0-7 15,0 0-8-15,0 0-7 0,-31 12-8 0,26-4-5 16,-4 1-6-16,-2 5-10 0,-1-1-13 0,2 1-13 16,2-2-6-16,1 2-12 0,1 0-11 0,1-2-6 0,3 0-7 15,0 0-5-15,1-4-8 0,0 1-6 16,3-2 0-16,0 0-4 0,5-2 0 0,-3-1 3 16,4-1-12-16,3-1-1 0,2-4-6 0,1 2 3 15,2-6-5-15,0 1 0 0,1-3-4 0,-1-1 1 16,0-2-3-16,-1-2-2 0,-2 1 3 0,0-5-7 15,-3 1 2-15,1-6-5 0,-3 6 4 0,0-11-4 0,-2 2 2 16,-3-1 0-16,-1 0 0 0,0-3 1 16,-1 1 2-16,-2 1-6 0,-1-3-1 0,0 0-4 15,0 2 3-15,-3 3-4 0,5 4 4 0,-2 5 7 16,0 0 2-16,2 5 0 0,0 1 6 0,-2 4 2 16,2 6-3-16,-3-13-7 0,3 13-1 0,0 0-5 15,0 0-2-15,0 0 1 0,0 0 0 0,3 40 1 16,-1-13-2-16,0 2 3 0,-1 3-3 0,-1-2 1 15,0 3-2-15,1-2 2 0,-1-1-4 0,0 0 2 16,2 1 0-16,0-5-3 0,1-6 3 0,1-2-2 16,3-1 0-16,0-2 2 0,0 1 2 0,4-4 8 15,1-1-9-15,3-1-4 0,-1-6 7 0,1 1-2 16,4-4-1-16,0-2 4 0,4-1-2 0,-3-4-3 16,7-3-1-16,-5 4 2 0,-4-5 1 0,3 1 0 15,1-8-2-15,1 2 1 0,-5 2-1 0,-5 0-4 16,0-1-2-16,1 2-10 0,-5-2 2 0,1 0 4 15,-4 3-3-15,-2 0 2 0,0 1 4 0,-1 2-1 16,-3 8-7-16,-2-13 4 0,2 13 3 0,0 0 1 16,-15-6-4-16,15 6 6 0,-19 6 0 0,9 0 3 15,-2 3 3-15,-1 5-3 0,2-3 0 0,3 4 1 16,1-5 6-16,1 3-4 0,4 0-2 0,1 2-1 16,1-4-5-16,1 2-19 0,3-3-28 0,3-1-40 15,1-2-56-15,4 2-68 0,6-6-49 0,2 0-219 16,5-3-523-16,4 0 231 0</inkml:trace>
  <inkml:trace contextRef="#ctx0" brushRef="#br0" timeOffset="9889.73">25715 14569 212 0,'0'0'240'0,"0"0"-5"0,0 0 4 16,0 0 0-16,0 0-14 0,0 0-24 0,13 6-9 15,-13-6-28-15,0 0-16 0,0 0-16 0,0 0-23 16,0 0-35-16,1 9-37 0,-1-9-42 0,0 0-44 15,0 0-76-15,0 0-74 0,0 0-147 0,0 0-373 16,0 0 166-16</inkml:trace>
  <inkml:trace contextRef="#ctx0" brushRef="#br0" timeOffset="10915.06">6778 16009 117 0,'0'0'217'0,"-1"-15"-9"0,-1 8-4 0,2 7-7 15,-2-11-11-15,2 11-14 0,-1-6-17 0,1 6-19 16,0 0-19-16,-3-7-13 0,3 7-11 0,0 0-9 16,0 0-5-16,0 0-6 0,8 35-5 0,-4-15-2 15,2 3-8-15,-3 7-2 0,4-3-3 0,-2 0-9 16,2-1-2-16,2 0-2 0,2-2-30 0,-4-7-5 16,2 0 4-16,2-1-3 0,-2 0 2 0,-1-6-1 15,-1-1 0-15,1-1 1 0,1-1 0 16,0-2-1-16,-3-2 3 0,2 0-1 0,-3-2 2 15,-5-1-1-15,14-2-3 0,-6-1 2 0,-1-3-2 16,2-2 2-16,0 1 2 0,-1-4-5 0,-2 3 2 0,-2-4-3 16,1 3 1-16,-2-3-2 0,-1 2 0 15,1 0 3-15,-2 0-4 0,2 4 0 0,-3 6-1 16,0-13-1-16,0 13 0 0,2-9-8 0,-2 9 3 16,0 0-3-16,0 0 2 0,0 0 1 0,8 28 5 15,-4-9 4-15,0 11 2 0,-2 5-3 0,1 10 3 16,-2-10-2-16,0-1 3 0,-1 1-4 0,0-2-1 15,0-2 2-15,3-1 0 0,-3-1-10 0,4-1-19 16,-2-5-17-16,-1-4-30 0,-1 1-24 0,3-5-58 16,-2-1-59-16,1-2-156 0,-4-2-398 0,2-10 177 15</inkml:trace>
  <inkml:trace contextRef="#ctx0" brushRef="#br0" timeOffset="11382.31">6902 15826 1601 0,'-18'-24'28'0,"-4"3"-21"0,6 9 8 16,-2 1-11-16,0 3-1 0,1 3 13 0,-4 3-16 0,-6 2 1 16,-1 4-2-16,1 7 2 0,-1 6 4 15,-3 6 7-15,-2 10 7 0,-2 9 3 0,6 3-1 16,0 7-2-16,-5 26 10 0,4 4-4 0,7 3 6 15,6-8-6-15,7-19-1 0,0 26 3 0,6-29-1 16,5-3 1-16,5 1-1 0,6-6-5 0,2-2 1 16,5 2-2-16,5-7 0 0,2 0 0 0,-4-15-3 15,3-2-1-15,6 0-3 0,1-3 4 0,2-4-3 16,16 2 0-16,-11-11 2 0,13-1 0 0,3-5 2 16,3-5-4-16,-1-1 1 0,0-11-4 0,-3 0 6 15,1-5-5-15,-2-2 5 0,-6-5-6 0,4-2 3 16,-4-2 1-16,2 0 3 0,-5-4-6 0,-5 0 9 15,2 1-1-15,-6-6 3 0,-3 1 4 0,-5-2 3 16,-5-2 1-16,-4-1 0 0,-4-2-7 0,-4 1 7 16,-5-4-9-16,-7-2 10 0,-2 0-3 0,-6 3-1 15,-3 2 4-15,-4 1-2 0,-7-1-4 0,-8 5-2 16,0 2-5-16,-5 1-1 0,-4 4-4 0,-9 8-3 16,2 1-2-16,-8 11 1 0,-5 3-7 0,-2 10 2 15,-27 11-8-15,2 13-13 0,6 13-17 0,-2 8-18 16,-1 11-26-16,6 8-40 0,2 9-56 0,2 10-68 15,0-1-135-15,6 1-406 0,-7-5 179 0</inkml:trace>
  <inkml:trace contextRef="#ctx0" brushRef="#br0" timeOffset="15430.74">10167 15826 71 0,'-5'-5'150'0,"5"5"3"15,-4-6-6-15,4 6-6 0,-2-10-6 0,2 10 0 16,-9-6-4-16,9 6-3 0,-3-7-3 0,3 7-5 16,-3-8-6-16,3 8 1 0,0 0-3 0,-2-5-11 15,2 5-7-15,0 0-8 0,0 0-7 0,-4-8-11 16,4 8-4-16,0 0-11 0,0 0-10 0,0 0-4 15,0 0-7-15,0 0-5 0,0 0 1 0,0 0-5 16,0 0-2-16,4 28 2 0,0-16-1 16,0 2-4-16,0 2-1 0,1 1-2 0,-1 1 2 0,-1 0 2 15,1 1-7-15,-1 0 1 0,-3 6 2 0,3-5 1 16,-3 6-1-16,2-2 1 0,-1 1 4 0,1-6-1 16,-2 2-6-16,3-4 2 0,-1 1 0 0,-2-1 0 15,0 0-2-15,0-1-1 0,0-5-4 0,1 0 3 16,0-1 0-16,-1 1-2 0,0 0 1 0,0-2-4 15,0 2 1-15,1-3-3 0,-1 3 5 0,0-5 2 16,0 4-2-16,0-10 1 0,0 17-2 0,-1-8 4 16,2 0-2-16,-1-1-27 0,0 0-1 0,0-8 5 15,-1 14-1-15,1-7 3 0,0-7-1 16,0 9 5-16,0-9-3 0,-2 12 3 0,2-12 0 0,1 7 0 16,-1-7 3-16,2 9-3 0,-2-9 3 0,0 0 0 15,0 10-1-15,0-10 2 0,2 6-3 0,-2-6 4 16,0 0-1-16,1 10-2 0,-1-10 6 0,0 8-1 15,0-8-12-15,-1 9-11 0,1-9-17 16,2 7-13-16,-2-7-12 0,0 8-9 0,0-8-19 16,0 0-10-16,0 0-14 0,0 0-21 0,-6 14-21 15,3-12-10-15,3-2-132 0,0 0-324 0,0 0 144 16</inkml:trace>
  <inkml:trace contextRef="#ctx0" brushRef="#br0" timeOffset="15841.89">10174 15654 131 0,'27'-10'143'0,"-7"3"-4"0,2 4 0 16,5 1-14-16,-6 4-4 0,0 3-13 0,-2 5-5 15,5 3-9-15,2 5 2 0,-7 4-6 0,-4-2-11 16,-2-2-3-16,-3 8-15 0,-2-2-2 16,-3 4-8-16,-1-2 0 0,-4 2-2 0,-3-3-5 0,-2 0-8 15,-2-2-2-15,-6 2-4 0,1-9-3 16,-1 6 0-16,-3-3-2 0,2-3 0 0,-3-2-2 16,2-4-5-16,-3 0 2 0,3-4-5 0,-3 1 2 0,5-3-6 15,-1 0-3-15,2 0 3 0,1-4-2 16,1 1 4-16,10-1-6 0,-16-1 3 0,16 1-6 15,-12-3 1-15,12 3-2 0,0 0 0 0,-12-1-4 16,12 1 0-16,0 0-1 0,0 0-1 0,0 0 1 16,0 0 5-16,23 17-3 0,-13-11-1 0,2 0 2 15,3 5 2-15,1 2 0 0,1-2 0 0,0 2 0 0,5 1 0 16,2 4 3-16,-2-3-11 0,-6-2-27 16,2 0-53-16,3 3-60 0,-6-1-170 0,-3-2-341 15,-2 0 151-15</inkml:trace>
  <inkml:trace contextRef="#ctx0" brushRef="#br0" timeOffset="16564.95">10597 16354 36 0,'11'-11'210'0,"-1"1"-8"0,-2 0-13 16,7-1-12-16,-3 1-20 0,5-2-11 0,-6-5-16 0,3 3-12 15,4-6-12-15,-8 3-6 0,9-2-10 0,-7 2-12 16,1-4-5-16,-6 1-7 0,1 2-9 0,-2-6 0 16,-2 7-10-16,0 1-1 0,-4 0-3 0,0 5-1 15,-4 1-4-15,4 10 1 0,-6-18-8 16,2 9-2-16,4 9-5 0,-10-8-6 0,10 8-1 16,-15 0-1-16,15 0-4 0,-17 6-1 0,7 2 5 15,-1 1-8-15,-1 4-1 0,-2 3 1 0,3 6-3 16,4-2 1-16,-5 4-3 0,7-6 1 0,2 1-4 15,3-2 4-15,2-1-7 0,0 0 1 0,5 0-7 16,3-3-6-16,-2-3-15 0,2 0-20 0,1-5-6 16,7 2-17-16,1-3-29 0,11-1-12 0,-1-5-2 15,3-3 6-15,-3-2 0 0,5-2 16 0,-2-1-3 16,-3-2 7-16,-2-4 12 0,1 3 9 0,-3-3 21 16,0-1-10-16,-2 1 9 0,2-2 0 0,-7-2 4 15,0 1 0-15,-5 4 4 0,-2-2 0 0,-2 0 16 16,-3 0 11-16,-4 2 20 0,0 4 4 0,-2 2 11 15,0 9 21-15,-4-19 11 0,4 19 7 0,-8-9 2 16,3 5 2-16,5 4 4 0,-17 0 5 16,17 0 11-16,-19 9 2 0,8-4-4 0,-2 8-5 0,0 0-1 15,3 1-5-15,-1-1-6 0,3 4-9 0,0-1-6 16,3 0-4-16,2-5-5 0,2 3-1 0,0-4-5 16,2 1-2-16,-1-11-8 0,5 19 3 0,2-12-2 15,-2 0-2-15,-5-7-4 0,12 6-2 0,-5-4-1 16,-7-2-3-16,15 1 4 0,-15-1-2 0,14-4-1 15,-14 4-2-15,13-12 0 0,-6 7-3 16,-7 5 1-16,11-6 1 0,-11 6-2 0,6-10 4 16,-6 10-11-16,4-11 1 0,-4 11 1 0,4-6 0 15,-4 6-4-15,0 0-5 0,0 0-2 0,0 0 1 0,0 0 4 16,20 18 7-16,-14-3 0 0,-1 2 8 16,7 9-1-16,-5 0 5 0,0 3 10 0,1 3-2 15,-4 0-1-15,2 0 3 0,-3 3-4 0,0-1-1 16,-2 1 1-16,-2 1 4 0,-2-1-1 0,-5-1-2 15,-2-2-1-15,1-1 2 0,-5-2-4 0,-7-2 0 16,2-3-4-16,-3 2 1 0,1-4-3 0,-2-3 1 16,-3-2-8-16,3-1-12 0,-2-5-28 0,-2 0-29 15,0-1-49-15,-2-4-38 0,-1-4-61 0,1-1-187 16,0-3-429-16,0-3 190 0</inkml:trace>
  <inkml:trace contextRef="#ctx0" brushRef="#br0" timeOffset="17189.4">11684 16022 216 0,'-3'-7'246'0,"3"7"-12"16,0 0-20-16,-3-9-21 0,3 9-20 0,0 0-20 0,0 0-17 15,0 0-16-15,0 0-5 0,0 0-8 0,1 34-14 16,2-16-7-16,-1 3-6 0,3-2-10 0,0-1-3 16,3 5-10-16,1-4-2 0,-1-4-4 0,2 1-10 15,2-3 3-15,-1 0-9 0,3-2-1 16,-1-2-2-16,0-1 0 0,-2-3-5 0,3 0 0 15,-5-4-3-15,1 2-2 0,-1-3-2 0,2-3 2 16,-1 2-2-16,0-5 1 0,0-1-3 0,-3-1-4 0,-1-2-1 16,2 0 1-16,-1 0-2 0,-1-4 0 0,-3-2-1 15,3-1-2-15,-4 1 2 0,0-1-3 16,1 0-2-16,-3 0 4 0,1-1-3 0,-1 1-4 16,0 5 1-16,-1 1-3 0,1 2 4 0,0 1 1 15,0 8-3-15,1-10-3 0,-1 10 0 0,0-8 0 16,0 8-2-16,0 0 1 0,0 0 3 0,8 23-1 15,-4-8-1-15,-2 4 5 0,5 5-3 0,-3 2 4 16,2-1-4-16,-2 0 1 0,0-6-2 0,3 5 3 16,-4-4-1-16,2-1-45 0,4-2-25 0,-1 0-28 15,-1-2-25-15,1-5-51 0,2 0-37 0,-1-2-186 16,-1 0-425-16,2-5 189 0</inkml:trace>
  <inkml:trace contextRef="#ctx0" brushRef="#br0" timeOffset="17399.5">12190 15783 5 0,'0'0'203'0,"0"0"-6"0,0 0 3 16,0 0 4-16,-6 28-14 0,6-3-10 0,0 5-20 15,0 4-13-15,-1 1-14 0,1 0-14 0,1 13-9 16,-1-13-9-16,0-2-11 0,2 3-21 0,0-3-42 15,0 2-45-15,-2-5-51 0,4-3-59 16,-3-1-46-16,2 0-117 0,-3-6-316 0,3-6 140 16</inkml:trace>
  <inkml:trace contextRef="#ctx0" brushRef="#br0" timeOffset="17774.53">12433 16063 236 0,'0'0'242'16,"-18"4"-7"-16,7 8-14 0,-2 1-15 0,0 2-15 15,-1 7-19-15,0-1-17 0,4 1-14 0,1-4-13 16,2 1-19-16,3-1-7 0,2 0-10 0,0-1-11 16,4-2-24-16,0-2-9 0,2 2-15 0,0-4-8 15,4-1-6-15,-1-2-2 0,1-3-2 0,3-1-8 16,1-4-3-16,-3-4-4 0,5 2 0 0,-3-5-4 15,4-1 7-15,-1-5-4 0,-1 2-3 0,-3-1 4 16,-1-3-1-16,-1 0 4 0,-3 3 2 0,-1-3-5 16,3-2 0-16,-6 2-1 0,-1 4 1 0,2 2 3 15,0-2-1-15,-2 11 2 0,0-11 2 0,0 11 0 16,0 0-4-16,4-10-2 0,-4 10 1 0,0 0 2 16,0 0 8-16,0 0 8 0,0 0 0 0,0 0-2 15,9 35-3-15,-9-25 1 0,2 5-4 0,0 0 2 16,4-3-5-16,-2 5 0 0,0-3-32 0,1-2-24 15,-1 0-34-15,0 0-28 0,0-2-35 0,-1 0-43 16,-3-10-163-16,3 11-379 0,-3-11 169 0</inkml:trace>
  <inkml:trace contextRef="#ctx0" brushRef="#br0" timeOffset="18031.82">12686 15763 118 0,'0'0'231'16,"-4"-9"-24"-16,4 9-9 0,0 0 7 0,0 0-2 15,0 0 2-15,13 34-4 0,-9-9-12 0,4 3-21 16,-1 0-7-16,1 0-13 0,-1 2-14 0,-3 0-9 16,4 2-10-16,-4-3-16 0,0 1-6 0,-2 3-10 15,2-9-7-15,1 6-5 0,-3-4-9 0,0-7 2 16,2 2-13-16,-2-3-2 0,0-2-21 0,-4 2-31 15,4-8-29-15,-2 0-41 0,2 0-37 16,-2-10-38-16,0 14-36 0,0-14-35 0,0 8-201 16,0-8-454-16,0 0 202 0</inkml:trace>
  <inkml:trace contextRef="#ctx0" brushRef="#br0" timeOffset="18317.56">12576 16072 142 0,'0'0'167'0,"0"0"-2"0,0 0-12 0,0 0-3 16,31-8-13-16,-17 8-10 0,4-1-4 0,4-1-12 15,6-3-11-15,-1 1-4 0,2 0-5 0,2 0-2 16,-4 1-9-16,-7 0-5 0,0-2-9 0,3 2-1 16,-5 1-8-16,0 1 0 0,0-2-11 0,-5 3-2 15,-2 0-6-15,1 2-1 0,-12-2-3 0,15 2-1 16,-6 1 0-16,1 1 6 0,-10-4-4 15,13 10 2-15,-9 1 6 0,0-1-5 0,2 3 0 0,-2 2-4 16,-2-4-3-16,0 6 2 0,-2 0-5 0,1 1-3 16,-1-2-11-16,1 0-20 0,-2 0-26 0,1 0-26 15,-1 1-36-15,1-1-57 0,-2-4-44 0,0-1-168 16,-2 1-392-16,-2-4 173 0</inkml:trace>
  <inkml:trace contextRef="#ctx0" brushRef="#br0" timeOffset="18495.62">12783 15750 58 0,'0'0'195'0,"-3"-12"-25"0,3 12-19 15,0 0-20-15,0 0-37 0,0 0-44 16,0 0-66-16,30 28-124 0,-17-17-149 0,5 0 66 15</inkml:trace>
  <inkml:trace contextRef="#ctx0" brushRef="#br0" timeOffset="19271.06">13283 15971 212 0,'0'0'224'0,"-11"-3"-14"15,1 3-9-15,10 0-6 0,-19 7-10 0,10-2-10 16,-2 4-15-16,0 2-11 0,0 4-15 0,-5 8-11 16,5 1-6-16,1 0-14 0,1 2-6 0,5-7-9 15,2 7-6-15,0-7-5 0,4-1-15 0,-2-1 1 16,2-2-12-16,2-1 0 0,3 0-3 0,3-2-8 15,-4-5-1-15,3 3-3 0,0-6-3 0,2 2-3 16,0-4-1-16,1 0-2 0,-1-1-5 0,0-2-2 16,3-3 1-16,-1 1-2 0,-1-3-3 0,-1-1 0 15,-3 0-1-15,1-4 5 0,-3 3-5 0,0-3 0 16,-2 0-3-16,1-2-2 0,-3 2 3 0,-4 0-8 16,0-6 4-16,1 6-11 0,1-7 3 0,-4 1-3 15,0-1 2-15,-1 3-5 0,0 3-2 0,3-1-1 16,0-2 0-16,2 5-1 0,0 10-3 0,2-21 1 15,5 12-1-15,0 2 4 0,0 2-1 0,7 3 2 16,-1 2-1-16,0 1 3 0,5 3-4 0,2 5 0 16,-2-3 2-16,-2 5 3 0,2-1 4 0,0 8-2 15,-1 2 4-15,-3 2 5 0,-5-5 4 16,1-3-1-16,-4 4-2 0,1-2 6 0,-3-3 3 16,-2-2-5-16,2 2 3 0,-4-2 11 0,1-2 1 0,-1-9 4 15,-7 17 3-15,3-10 1 0,4-7-2 0,-11 10 4 16,5-8-3-16,6-2 2 0,-19 3 3 15,19-3-3-15,-14-4 0 0,14 4-3 0,-11-8-2 0,11 8 7 16,-6-15-14-16,5 3-3 0,1 12-2 16,5-39-6-16,1 12 4 0,5 0-12 0,3 2 3 15,5 2-3-15,-4 0-3 0,3 1 6 0,-3 8 4 16,2 0-13-16,-2 4 3 0,1 1-1 0,-1 5-4 16,-1 1 0-16,-1 3-1 0,1 2 3 0,0 1 2 15,1 4-1-15,-3 0 7 0,3 5-9 0,-1 1 9 16,-1 9-6-16,-4-5 5 0,2 7 3 0,-6-6-23 15,-3 0-50-15,0 3-61 0,-2 3-74 0,0-5-85 16,-6-2-249-16,1 1-578 0,-4-4 257 0</inkml:trace>
  <inkml:trace contextRef="#ctx0" brushRef="#br0" timeOffset="19451.56">13960 16108 83 0,'0'0'259'16,"-1"-6"-27"-16,1 6-24 0,0 0-27 0,0 0-41 0,0 0-48 15,0 0-58-15,0 0-59 0,0 0-77 0,0 0-82 16,0 0-199-16,0 0 88 0</inkml:trace>
  <inkml:trace contextRef="#ctx0" brushRef="#br0" timeOffset="21249.16">15063 16172 15 0,'0'0'165'15,"-5"-6"-5"-15,5 6-5 0,0 0-10 0,0 0-1 16,0 0-7-16,-4-7-3 0,4 7-7 0,0 0-5 15,0 0-5-15,0 0-6 0,-4-7-6 0,4 7-2 16,0 0-5-16,0 0-5 0,0 0-11 0,0 0-6 16,0 0-7-16,0 0-7 0,0 0-7 0,0 0-3 15,0 0-8-15,0 0-4 0,0 0 0 0,0 0-6 16,0 0-5-16,0 0-1 0,0 0-5 0,0 0-1 16,0 0-2-16,0 0-3 0,0 0-2 0,0 0 3 15,0 0-3-15,0 0-3 0,0 0 0 0,0 0-3 16,0 0-2-16,0 0 3 0,0 0 4 0,0 0-8 15,0 0-2-15,0 0 5 0,0 0-5 0,0 0-1 16,0 0-1-16,0 0 1 0,0 0 1 0,0 0-2 16,0 0 2-16,0 0-3 0,0 0 1 0,0 0-1 15,0 0-1-15,0 0-1 0,0 0 5 16,0 0-4-16,0 0 1 0,0 0 1 0,0 0-2 16,0 0 0-16,0 0 3 0,0 0-3 0,0 0 0 0,0 0 2 15,0 0 0-15,0 0 2 0,0 0-1 16,0 0 0-16,0 0-2 0,0 0 4 0,0 0-3 15,0 0 4-15,0 0-3 0,0 0 3 0,0 0 0 16,0 0 1-16,0 0-3 0,0 0 1 0,1-12-1 16,-1 12-1-16,0 0-1 0,3-9 5 0,-3 9-6 15,6-10 0-15,-4 5-1 0,0-3 2 0,0-1-2 16,1 0 3-16,0 3-1 0,-2-1-2 0,-1 7 2 0,5-11 7 16,-3 6 9-16,-2 5 4 0,1-9 3 0,-1 9 1 15,0-8-4-15,0 8 1 0,0 0 0 16,0 0-2-16,0 0-8 0,0 0 1 0,0 0-6 15,0 0 3-15,0 0-3 0,0 0-3 0,0 0 2 16,0 0 1-16,-15 23 1 0,13-13-5 0,-2-1-1 16,2 1 4-16,2-3-4 0,-4 5-1 0,4-5 1 15,0 4-3-15,0-5 3 0,4 6-2 0,1-2 2 0,1 1 2 16,2-3 0-16,4 5 2 0,-1-1-3 16,6-2-1-16,0 0 2 0,2-1-2 0,0 0 3 15,-1 1 0-15,-1-2-1 0,0-1 1 0,0 1-4 16,-7 0 5-16,2-2-6 0,-2-1-29 0,-1 3 1 15,-2-2 6-15,1 3 2 0,0-2 3 0,-5-2 6 16,0 3 1-16,-2-2 5 0,-1-6 10 0,-1 14-2 16,1-7 3-16,-5 1 1 0,2-1 1 0,-6 1-2 15,1-1 3-15,-3 1-3 0,1 0 1 0,-1 0-1 16,-5 0-1-16,5-1-5 0,-7 0-4 0,-1-3-15 16,2 3-16-16,-1-4-13 0,5 0-14 0,-5-2-25 15,2 0-24-15,0-1-16 0,5-2-32 0,-3-2-19 16,3 1-14-16,0-3-21 0,0-1-116 0,-2-4-355 15,0 0 157-15</inkml:trace>
  <inkml:trace contextRef="#ctx0" brushRef="#br0" timeOffset="21402.78">15029 16061 16 0,'0'0'114'15,"10"-8"1"-15,-4 5-9 0,-6 3 7 0,17-6-7 0,-6 1-14 16,7 1 0-16,1 0-10 0,-3 0-13 0,4-1-2 15,-1 4-10-15,2-2-33 0,-1 0-32 16,-2 1-41-16,0 1-38 0,-5 1-65 0,-13 0-164 16,21-3 73-16</inkml:trace>
  <inkml:trace contextRef="#ctx0" brushRef="#br0" timeOffset="21900.56">15051 15731 165 0,'-29'9'179'0,"-2"1"-8"0,3 4-8 0,-16 8-9 16,3 5-5-16,-4 5-5 0,0 3-14 0,0 3-2 15,2 2-11-15,5 7-4 0,1 1-9 0,3 2-6 16,7-1-12-16,7-2 0 0,5-3-12 0,2 3 0 15,11-12-7-15,2 11-6 0,6-12-3 16,0 1-5-16,7 9-6 0,5-15-2 0,0-2 3 16,4 3-3-16,3-5-6 0,3 1 1 0,1-3 0 15,4-2-4-15,10 0 0 0,3 1-3 0,-11-11-5 16,0-3 2-16,16 3-5 0,-14-11-2 0,16 0 1 0,1-5-2 16,4 1-1-16,-3-4-1 0,0-5-5 0,0-1 4 15,-1-4-5-15,-2 1 6 0,-3-4-6 16,-2-2 0-16,-3-2 0 0,-10 8 4 0,7-13 5 15,-11 8-1-15,0-2 10 0,-8-3 10 0,0 0-4 16,4-13 0-16,-9 12-5 0,0-2-1 0,-3-4-6 16,-3-10 0-16,-2-1-4 0,-9 0-2 0,-1 9 1 15,-3 0 1-15,-4 2-3 0,-7-10 0 0,1 10-2 16,-13-6-1-16,4 11-10 0,-13-6 1 0,-2 4-4 16,6 11-3-16,-14-3 2 0,9 8 0 0,-15 4-4 15,0 1 1-15,13 6 2 0,-19 2-4 0,2 8 2 16,-1-1-11-16,3 5-13 0,16-1-21 0,2 5-22 15,0 1-25-15,0 3-33 0,7-1-41 0,1 2-33 16,3 1-46-16,4 0-189 0,7-5-469 0,2 1 208 16</inkml:trace>
  <inkml:trace contextRef="#ctx0" brushRef="#br0" timeOffset="22218.07">16176 16383 89 0,'-4'7'54'0,"-2"5"-62"0,-4 1-15 0,-3-2-24 15,0 1 11-15</inkml:trace>
  <inkml:trace contextRef="#ctx0" brushRef="#br0" timeOffset="23605.31">16659 16561 95 0,'11'-27'188'0,"-5"15"-5"16,3-5-6-16,1-7-9 0,0 0-2 0,3 0-6 15,-4-2-7-15,0-1-10 0,0-2-11 0,-3-2-11 16,1 0-10-16,-2-2-11 0,-3-1-2 0,0 1-15 15,-1-1-1-15,-1 1-12 0,-1 4 5 0,-4 2-12 16,-3 1-3-16,1 8-1 0,-3 2-1 0,1 3-6 16,3 3-2-16,-3-1-4 0,0 5-5 0,1-1-2 15,-1 4-10-15,-2 0-6 0,1 4-1 0,-2 2 0 16,-2 2-3-16,0 4-7 0,-1 5 2 0,1-1 0 16,2 1-6-16,1-2 0 0,3-1-2 0,3-1-2 15,2 2 1-15,3 4 3 0,3-3-2 0,3-3 0 16,5 5-1-16,2-7 0 0,6 0-1 0,2-2 1 15,6-3 0-15,4-4 1 0,1-1-2 0,-2-1 0 16,0 0 0-16,-9 1 1 0,6-2 1 0,1 2-6 16,-10 4 2-16,0-1-3 0,-6-1-3 0,-2 2 1 15,0 1 2-15,-1 4-1 0,-1-1 4 16,1 8-6-16,-3-3 7 0,-1 7-1 0,-4-3-1 16,5 11 3-16,-5-7 0 0,0 0 1 0,-2 0 0 15,1 1-2-15,-1-1 4 0,1-2-5 0,0-3 2 16,2-1-3-16,2-1 6 0,0-2-6 0,3 2 6 0,0-5-1 15,2-1-5-15,5-1 12 0,-1-2-5 16,3-1 4-16,3-4-1 0,0-2-3 0,1-4 1 16,8-2-4-16,-3-1 1 0,-6 1 2 0,2-7-1 15,-3 5 1-15,2-6 1 0,-3-2-2 0,-4 6-1 16,-3-2 0-16,-2 0 2 0,-2-2-5 0,-3-2 2 16,0 3 1-16,-3-2 0 0,-5-7 0 0,3 10 0 15,-2-1-3-15,-1 5 4 0,0-1-3 0,0 4 3 16,-3 1 1-16,3 3 1 0,-2-2-3 0,7 7-2 15,-9-5-2-15,9 5-2 0,0 0 0 0,0 0-2 16,-20 25 9-16,14-6-2 0,-1 6 0 0,2 2 0 16,0 0-2-16,4 0 0 0,1-8 2 0,4 9 0 15,-1-10-2-15,5 7 4 0,0-7-3 0,0 0 0 16,3-1-2-16,0-2-13 0,1-2-12 0,2 0-24 16,0-5-33-16,3 1-31 0,-4-5-49 0,0-3-43 15,2 1-43-15,-4-2-166 0,-1-5-447 0,1 0 198 16</inkml:trace>
  <inkml:trace contextRef="#ctx0" brushRef="#br0" timeOffset="23777.27">17110 15804 108 0,'0'0'147'0,"0"0"-34"0,-5 13-37 0,5-13-33 16,0 0-63-16,19 27-59 0,-11-17-83 0,7-1 37 16</inkml:trace>
  <inkml:trace contextRef="#ctx0" brushRef="#br0" timeOffset="24034.79">17494 15854 194 0,'-3'-3'224'0,"3"3"-13"0,0 0-22 0,0 0-16 16,0 0-3-16,0 0 7 0,0 0 3 0,-11 35-3 15,7-6-6-15,4 3-11 0,0 16-11 0,-1 5-7 16,4-1-9-16,-3-2-13 0,3-2-10 0,-2-1-9 16,0-12-11-16,2-2-8 0,-2 1-6 0,2 2-10 15,0-4-4-15,0-2-9 0,1 1-6 16,-1-2-4-16,-1-2 0 0,2-1 1 0,-3-8-21 15,2-1-18-15,-3-1-39 0,1-2-28 0,0-2-36 16,3-2-38-16,-1 1-43 0,-2-5-45 0,2-1-25 0,-3-5-157 16,0 0-440-16,0 0 196 0</inkml:trace>
  <inkml:trace contextRef="#ctx0" brushRef="#br0" timeOffset="24256.42">17494 16147 21 0,'9'-9'192'0,"3"4"3"16,4-3-1-16,0 2-8 0,2 0-10 0,0 1-7 15,1 4-11-15,-4 3-15 0,-3 2-8 0,2 2-15 16,-5 0-15-16,3 0-5 0,-3 1-14 0,-2 5-1 16,0-2-10-16,-5 3-7 0,0 3-9 0,-4 0-5 15,0 0-5-15,-5-2-18 0,-2 4-26 0,-1-5-35 16,0 0-33-16,-2-2-37 0,0 1-35 0,2-5-68 15,-7 3-110-15,4-6-339 0,2-2 151 0</inkml:trace>
  <inkml:trace contextRef="#ctx0" brushRef="#br0" timeOffset="24503.48">17844 15959 192 0,'4'-10'257'15,"-4"10"3"-15,0 0-12 0,0 0-13 0,-4-15-20 16,4 15-24-16,0 0-16 0,0 0-20 0,0 0-1 16,0 0 2-16,0 0-4 0,1 47-11 0,2-19-5 15,-2 6-12-15,0-1-9 0,-1 13-8 0,-2-11-7 16,2 1-7-16,-3-3-8 0,3-1-5 0,3 0-9 16,-2 0-12-16,0-3-10 0,2 3-12 0,-3-4-28 15,0-1-29-15,-3-4-37 0,3-4-27 0,0-2-32 16,0 1-46-16,-1-6-39 0,1-1-52 0,0 0-198 15,-4-2-488-15,4-9 216 0</inkml:trace>
  <inkml:trace contextRef="#ctx0" brushRef="#br0" timeOffset="24718.82">17852 16108 175 0,'10'-5'216'15,"4"-3"-7"-15,1-1-14 0,-2 9-13 16,1-2-8-16,-1 4-10 0,1 2-12 0,-4 4-5 16,0-1-21-16,1 1-14 0,-4 1-5 0,1 7-9 15,-3-4-8-15,-2-1-10 0,-3 5-7 0,-2-3-5 16,-1-1-8-16,-3 4-20 0,-1 0-33 0,-2-3-36 16,-3-1-47-16,1 0-47 0,2-3-61 0,-5 1-161 0,1-6-372 15,2 0 166-15</inkml:trace>
  <inkml:trace contextRef="#ctx0" brushRef="#br0" timeOffset="25150.5">18139 15905 1866 0,'8'-16'93'0,"-3"0"26"0,0 6-43 16,-2 3-18-16,-1 1-14 0,1 0-13 0,-3 6-3 15,4-8-4-15,-4 8 8 0,0 0 21 0,0 0 31 16,0 0 3-16,5 39 1 0,-5-15-6 0,0 3 0 15,0 4-4-15,-2-1-10 0,4 5-3 16,-2-3-6-16,1 2-6 0,0-3-5 0,2 0-3 0,-2-2-6 16,2-3-2-16,2-2-2 0,-1-6-6 0,-1 1 0 15,1-2-3-15,1-2-6 0,-1 0-2 0,1-3-3 16,2-3 0-16,-2 0-8 0,2-4 2 0,1 1-7 16,0-2-2-16,2 0 1 0,0-4-3 0,2 0 2 15,6-5-1-15,1-1 0 0,-1-1 1 16,1-3 3-16,4-4-2 0,-1-2 3 0,-1-1-1 15,1 1-4-15,-6-4 5 0,-4 3-5 0,5-5 2 16,-1 4 1-16,-4-4 0 0,2-3 0 0,-8 7 6 16,-1 1-6-16,2 0 3 0,-4 2 0 0,-2 4 1 0,-1 11 6 15,-3-22 15-15,3 22-1 0,-4-16 4 0,0 11-6 16,4 5-2-16,-10-4-6 0,10 4 0 16,-21 11 5-16,5 0-7 0,-3 6 6 0,-1 3-5 15,2 4-2-15,1 0-6 0,3 0-2 0,5-5 2 16,1-1-25-16,3 1-22 0,3-2-34 0,3 0-39 15,0-6-37-15,4 2-44 0,4-4-27 0,7-1-47 16,0-2-196-16,2 2-503 0,13-5 222 16</inkml:trace>
  <inkml:trace contextRef="#ctx0" brushRef="#br0" timeOffset="25595.99">19379 15753 192 0,'0'-9'262'0,"-1"2"-16"0,1 7-14 16,-4-12-18-16,4 12-20 0,-8-4-21 0,8 4-10 0,0 0-7 16,-25 20-10-16,7 0 2 0,1 8-9 0,-1 5-3 15,-5 12 3-15,5 4 2 0,0 0-21 16,8 1-2-16,2 1-14 0,3-2 1 0,3-2-17 15,2-13-5-15,2 10-9 0,-2-9-35 0,4 1-6 16,-1 0-4-16,2-4 0 0,-1 0-6 0,0-2-2 16,-2-2 2-16,-1 0-4 0,2-1-2 0,-3-2-1 0,2-6 0 15,-2-2-8-15,-2 0-5 0,2-7-15 16,0 3-25-16,0-7-21 0,-1 1-21 0,-2 0-24 16,3-7-36-16,-2 12-41 0,2-12-46 0,-6 2-244 15,6-2-508-15,0 0 225 0</inkml:trace>
  <inkml:trace contextRef="#ctx0" brushRef="#br0" timeOffset="26073.01">18971 16212 47 0,'18'-9'147'0,"1"1"-2"0,12-4-5 15,1 2 1-15,2 0-9 0,3 1-12 0,-1-2-7 16,1 4-6-16,0-4-14 0,-1 1-9 0,2 0-5 15,-4 1-7-15,-5 1-2 0,-1 0-9 0,-6 3 1 16,-4 1-8-16,-1 0 5 0,-6 0 2 0,-5 2 6 16,-6 2-3-16,13-3 5 0,-13 3 4 0,10-1-5 15,-10 1-3-15,0 0-12 0,0 0 0 0,0 0-4 16,0 0-6-16,0 0-6 0,0 0-3 16,-28 18-2-16,14-7 1 0,-3 2-7 0,-7 5 6 15,1 0-4-15,3 1 2 0,2-1-1 0,1 3-3 0,7-6 1 16,2 1-3-16,2 0 1 0,0 0-1 0,3-1-4 15,1-2 0-15,4-3-3 0,1 1 8 16,3-3-8-16,2 4 0 0,-1-6-2 0,1 0-3 16,5 0 0-16,-4-4-1 0,6 0 0 0,-2-2 1 15,2-4-1-15,3 1-2 0,-4 0 2 0,-2-3 0 16,2-2-2-16,-3 1 2 0,-1-3-1 0,-1 2 2 16,-1 0-3-16,-2-3 0 0,1-1-2 0,-3 2 3 15,-2-2-4-15,0 1 0 0,0-2-4 0,-2 4 4 16,1-2-1-16,-1 11 0 0,2-12 1 0,-2 12-3 15,1-10-1-15,-1 10-6 0,0 0 1 0,0 0-3 16,0 0 1-16,0 0 1 0,0 0 1 0,0 0 4 16,9 36-2-16,-5-20-1 0,-2 0-1 0,1-1-31 15,1 3-23-15,-2-6-33 0,3 4-31 0,0-4-47 16,0-2-37-16,1 0-202 0,-3 1-442 0,3-3 196 16</inkml:trace>
  <inkml:trace contextRef="#ctx0" brushRef="#br0" timeOffset="26311.73">19872 16015 18 0,'-18'0'256'16,"-2"3"-4"-16,-2 0-7 0,-2 7-11 0,-1 3-17 15,3 6-12-15,0 1-9 0,4 2-21 16,0 0-14-16,6 2-18 0,4 1-10 0,3-2-15 0,3-4-11 15,1 0-9-15,5 0-4 0,2-2-5 16,2 0-15-16,2 1-10 0,8 1-20 0,-3-6-35 16,4-2-28-16,-2-4-40 0,2 0-39 0,2-3-32 15,4 0-47-15,3-6-28 0,-6 0-169 0,-3-1-406 16,0-4 180-16</inkml:trace>
  <inkml:trace contextRef="#ctx0" brushRef="#br0" timeOffset="26559.62">20087 15879 70 0,'-3'-12'258'0,"3"12"-23"0,0 0-20 16,0 0 1-16,0 0 12 0,0 0-2 0,0 0-10 16,-7 44-14-16,5-24-13 0,2 7-12 0,-4 5-7 15,6 0-10-15,-2 2-12 0,0-4-16 16,1 2-12-16,0-3-11 0,1 0-12 0,-2 0-9 15,0-5-5-15,0 1-11 0,0-6-9 0,1-2-18 0,-2 2-19 16,-1-2-31-16,2 0-33 0,-1-9-41 0,1 3-19 16,-1-6-38-16,1-5-27 0,0 0-28 0,0 17-34 15,-2-13-31-15,2-4-137 0,0 0-425 16,0 0 188-16</inkml:trace>
  <inkml:trace contextRef="#ctx0" brushRef="#br0" timeOffset="26886.12">20066 16098 132 0,'11'-3'155'15,"2"2"-3"-15,0 0-2 0,4 0-9 0,2 2-7 16,-2 5-4-16,1 0-5 0,-2 0-10 0,-4 0-6 16,2 6-10-16,0-3-4 0,-2 4-4 0,-4-5-4 15,-1 3-8-15,1-1-5 0,-5 0-4 0,4 1-7 16,0 0-4-16,-2-3-5 0,3 1-3 0,-1 0-5 15,-5-3-2-15,6 3 1 0,-8-9-4 0,7 6 8 16,-7-6 0-16,9 8 3 0,-9-8 2 0,11 1 0 16,-11-1-4-16,0 0-2 0,18-9-3 15,-9 4 0-15,-1-2 0 0,1-2-2 0,-1 0 1 0,-3-2-4 16,4-2-1-16,-3-3-4 0,0 2-2 0,-3-2-5 16,-1-3-1-16,-1 9-1 0,-1-7-6 0,-1 6 2 15,-1-1-5-15,1 2-15 0,-3 0-23 0,4 10-21 16,-9-11-32-16,9 11-31 0,-16-3-29 0,16 3-28 15,-23 8-54-15,10 0-193 0,-13 4-444 16,12-1 197-16</inkml:trace>
  <inkml:trace contextRef="#ctx0" brushRef="#br0" timeOffset="27300.46">20436 16351 153 0,'7'-4'224'0,"1"-4"-6"16,-1-1-7-16,1 0-15 0,1 0-10 0,3-2-9 16,-6 0-3-16,4-6-16 0,-1 2-11 0,0 0-6 15,-1-3-9-15,-2 0-5 0,1-1-11 0,-1-7-10 16,-4 7 1-16,0 3 13 0,-1 1-5 0,-1 2-7 16,0 0-6-16,-3 2-6 0,0 0-2 0,-2 1-5 15,-2 1-5-15,7 9-14 0,-11-8-6 0,11 8-13 16,-15-7-3-16,15 7-3 0,0 0-9 0,-21 0-3 15,21 0 4-15,0 0-10 0,-15 11-3 0,15-11-3 16,-4 11-3-16,4-11 0 0,0 15-2 0,0-15-1 16,5 17 0-16,3-9 1 0,1-2 0 0,2-1-6 15,3-1 2-15,4-4-7 0,-1 2 3 0,2-3-1 16,0 0 1-16,-1-1 0 0,-4 2-2 0,-14 0-6 16,24 0 7-16,-11 3-7 0,-4 1 3 0,0 0-8 15,0 2 10-15,-1 6 2 0,-3-2 13 16,0 1 10-16,-2 3-19 0,0 3-1 0,1-1-1 15,-1 2 9-15,-3-1-4 0,2 2-2 0,-1-2-1 16,2 0-21-16,-2-1-22 0,2 0-29 0,-1-4-47 0,1 1-44 16,1-2-53-16,1-2-51 0,4 1-64 0,-4-4-185 15,3-3-545-15,-2 1 242 0</inkml:trace>
  <inkml:trace contextRef="#ctx0" brushRef="#br0" timeOffset="27480.57">21001 16393 122 0,'0'9'271'0,"0"-9"-28"0,0 10-18 0,0-10-23 0,-2 10-17 16,2-10-34-16,-6 14-44 0,2-9-68 0,-2 3-64 15,6-8-72-15,-14 12-141 0,3-8-256 0,0-2 113 16</inkml:trace>
  <inkml:trace contextRef="#ctx0" brushRef="#br0" timeOffset="48355.59">8087 17049 83 0,'0'0'144'0,"1"-14"-5"15,-1 14 1-15,0 0-13 0,0 0-3 0,0 0-6 16,-1-19-7-16,1 19-10 0,0 0-3 0,0 0-3 16,0 0-7-16,-4-14-15 0,4 14 1 0,0 0-6 15,-5-5-7-15,5 5-4 0,0 0-9 0,0 0 2 16,0 0-8-16,0 0-6 0,0 0-2 0,0 0-2 16,0 0-2-16,-18-3-6 0,18 3 0 0,0 0-4 15,0 0-3-15,-18 15 3 0,10-7-2 16,1-1-5-16,-2 3 3 0,2-1-7 0,-2 1 4 0,3-2-1 15,-7 5-4-15,4 1-7 0,3 0 3 16,-3 2 6-16,-1-1-3 0,1 3-2 0,-3 4 2 0,5-3-6 16,-1-2 4-16,-1 2 1 0,1-2 5 15,1 3-11-15,3 3 3 0,-1-4-5 0,-1-1 1 0,3 1 4 16,0 2-3-16,2 3 2 0,-2-6 1 16,5 1-3-16,-1-1 5 0,-1 0-6 0,1-6 3 15,3 4-1-15,1 0-3 0,-1-5 1 0,0 1 1 16,1-1-2-16,0 0 5 0,3-1-4 0,-5-5 3 15,4 4 6-15,-1-3-9 0,1 0 3 0,3-1-1 16,-10-5 2-16,14 5 0 0,-14-5-2 0,18 0 7 16,-18 0-5-16,18-7 0 0,-7 4 1 0,-2-1 0 15,2-3 5-15,0 0-5 0,-2 0 0 0,0-1-1 16,0-1 6-16,-2-1-7 0,0 1 3 0,-1-1 2 16,-1 0-4-16,-2-2 6 0,1 3-2 15,-1-2-2-15,-1 0 0 0,-2 11-2 0,0-24 3 0,0 14 1 16,-3-4-3-16,1-2 0 0,-2 7-3 0,0-4 1 15,0 3-2-15,0 1 3 0,-1 0 1 16,-3 1-3-16,0 1 2 0,0 1-1 0,-1 0-3 0,9 6 2 16,-19-1-6-16,7 2 1 0,-7 5 3 15,4 0-2-15,0 3 0 0,-1 1 3 0,1-1-6 16,3 5 6-16,0-2-9 0,0 2-4 0,3-1-25 16,-2 1-17-16,4 1-21 0,1-5-32 0,1 2-32 15,2-2-48-15,-1 1-102 0,-1-4-315 0,5-7 140 16</inkml:trace>
  <inkml:trace contextRef="#ctx0" brushRef="#br0" timeOffset="48828.7">7935 16751 14 0,'-30'11'138'0,"3"6"-5"0,-2 6-10 0,-6 12-1 15,2 8-13-15,1 2-7 0,2 3-1 0,4 8-8 16,-15 18-6-16,27-17-5 0,4 0 0 16,2 0-18-16,4 3 6 0,2-5-19 0,8-3-1 15,11 2-5-15,-2-7-8 0,6 1 2 0,3-3-6 16,-4-14-7-16,5-3-3 0,2-5-31 0,2 1-2 15,4-8 3-15,17 4 7 0,-14-10 1 0,15-4 14 16,1-2-5-16,-1-11-2 0,3-2 7 0,2-4-8 16,-3-7 4-16,4-3-4 0,-3-6 3 0,-1-1 5 15,-1-1-3-15,0-6 9 0,-3 1-7 0,-8-5 0 16,-3 4 9-16,-4-4-9 0,-3-3 2 0,-7 3 2 16,-6-2-4-16,-1-6 3 0,-6 5 0 0,-7 9-3 15,-3-11 5-15,-4-1-7 0,-9 0-5 0,-5 0 2 16,2 3-3-16,-13-1 0 0,-4 2 0 0,-2 6-1 15,-5 1-2-15,-4 4 1 0,-8 4-2 16,-2 6 6-16,3 7-9 0,-5 7-4 0,1 6-3 0,-3 7 5 16,4 8-3-16,0 6 1 0,0 3-11 0,0 8-3 15,4 4-9-15,2 2-23 0,2 1-24 16,5 1-23-16,5 2-29 0,13-12-130 0,6 3-277 16,2-3 123-16</inkml:trace>
  <inkml:trace contextRef="#ctx0" brushRef="#br0" timeOffset="49410.5">10122 17041 12 0,'6'-7'117'0,"-6"7"6"0,0 0 1 16,0 0-5-16,0 0-4 0,4-9-6 16,-4 9-1-16,0 0-6 0,0 0-9 0,0 0-6 15,0 0-14-15,0 0 3 0,-16-6-1 0,16 6-4 16,0 0-3-16,-11 3-4 0,11-3-7 0,-13-3-3 16,13 3-3-16,-17 2-6 0,8-1 5 0,2 1-11 15,-2 0 6-15,-2-1-5 0,5 2-2 0,6-3-6 16,-14 5 6-16,6-4-7 0,3 2-4 0,5-3-4 15,-11 5 2-15,4-4-5 0,7-1-3 0,-7 4 0 16,7-4-1-16,-7 4-4 0,7-4-1 0,0 0-3 16,0 0 2-16,-5 4-3 0,5-4-1 0,0 0 3 15,0 0 4-15,0 0 7 0,14 6 5 0,-6-6 4 16,12 3 2-16,2-3 1 0,7-3 1 0,2 0 1 16,4-3-2-16,2 1-3 0,-3-1-4 15,5 1-3-15,-1-3-1 0,-1 5-4 0,0-2 2 0,-4 2-7 16,-1 0 0-16,-4 0-11 0,-7 3-14 0,-3-4-8 15,1 4-13-15,-6 0-28 0,-1 2-21 0,0-1-29 16,-4 0-24-16,-1 3-32 0,0-2-18 0,-7-2-124 16,3 6-335-16,-3-6 149 0</inkml:trace>
  <inkml:trace contextRef="#ctx0" brushRef="#br0" timeOffset="49667.14">10192 17024 85 0,'-11'1'149'15,"11"-1"-9"-15,-7 5 1 0,7-5 4 0,-3 11-5 16,3 0 3-16,0 0-2 0,2 9 0 0,1-2-12 16,2 6-11-16,-1 2-7 0,1 0-7 0,2 3-6 15,-1 2-7-15,-1-4-5 0,1 2-7 0,-2 0-12 16,2-3-2-16,-3 2-8 0,3-1-4 0,-3-1-3 15,-1-1-6-15,-4 1-7 0,4-2-21 0,-2-5-24 16,-2 0-31-16,1 5-24 0,-1-6-55 0,-1 1-30 16,0-2-47-16,1-1-116 0,-3-3-334 0,1 1 147 15</inkml:trace>
  <inkml:trace contextRef="#ctx0" brushRef="#br0" timeOffset="50871.71">10584 17154 213 0,'0'0'215'0,"0"-10"-10"0,0 10-17 0,0 0-16 15,0 0-12-15,0 0-21 0,0 0-11 0,0 0-17 16,1-11-10-16,-1 11-9 0,0 0-6 0,0 0-13 15,0 0 3-15,0 0-5 0,0 0-6 0,0 0-3 16,5 34-2-16,-3-25-5 0,-1 5 7 0,0-2-7 16,2 3 2-16,-1 1-6 0,0 0 0 15,1 0-10-15,0 0 2 0,1 1-7 0,-2-6 1 0,2 6-7 16,0-5-4-16,-3-1 0 0,1 1-2 0,1 4-4 16,0-3 1-16,2-2-4 0,-1 4 6 0,1-4-6 15,-1 0 1-15,0 0-3 0,-1 2 2 0,1-4 1 16,0 0-6-16,-1 1 1 0,1-2-4 0,1 2 0 15,-3-2 1-15,-2-8-4 0,5 10 4 0,0-1-1 16,-5-9 3-16,8 10-9 0,-4-6 3 0,-4-4 0 16,10 8-3-16,-10-8 3 0,10 7-1 15,-10-7-1-15,13 1 3 0,-13-1-3 0,14-1 1 16,-14 1 1-16,14 0-5 0,-14 0 3 0,13-2-1 16,-13 2 3-16,13-4-3 0,-13 4 2 0,16-4-3 15,-16 4 0-15,13-7 0 0,-8 4 0 0,5-2 2 16,-10 5-4-16,12-6 1 0,-5 2 1 0,-7 4-1 0,13-7 1 15,-6 4 0-15,-7 3-2 0,12-7 0 16,-12 7 0-16,10-3 3 0,-10 3-3 0,9-3 1 16,-9 3-1-16,7-3 1 0,-7 3-2 0,0 0 1 15,0 0-1-15,8-5 3 0,-8 5-1 0,0 0 2 16,0 0-2-16,0 0 4 0,0 0 0 0,0 0 3 16,0 0-1-16,0 0-2 0,0 0 5 0,0 0-1 15,0 0-3-15,0 0 9 0,0 0-8 0,0 0 2 16,0 0 0-16,8-6-3 0,-8 6 1 0,0 0 2 15,0 0-3-15,0 0 2 0,0 0-1 0,0 0 0 16,0 0 1-16,0 0-2 0,0 0-3 16,0 0 4-16,0 0-1 0,0 0-1 0,0 0 0 0,0 0 1 15,0 0 0-15,0 0-1 0,0 0 2 0,0 0-3 16,0 0 0-16,0 0 2 0,0 0 2 0,0 0-3 16,0 0 1-16,0 0-1 0,0 0-1 0,0 0 1 15,3-9 0-15,-3 9 2 0,0 0-6 16,0 0 5-16,0 0-2 0,0 0-1 0,0 0 1 0,0 0-1 15,0 0 0-15,0 0 0 0,0 0 2 16,0 0-6-16,0 0 5 0,0 0 1 0,0 0 2 16,0 0 0-16,0 0-1 0,0 0 0 0,0 0 0 15,0 0 9-15,0 0-12 0,0 0 0 0,0 0 1 16,0 0-1-16,0 0 5 0,0 0-4 0,0 0 1 0,0 0-1 16,0 0-3-16,0 0 0 0,0 0-1 0,0 0 1 15,0 0 2-15,0 0 6 0,0 0-7 16,0 0 1-16,0 0 0 0,0 0 1 0,0 0-4 15,0 0 5-15,0 0 0 0,0 0 4 0,0 0-6 16,0 0 1-16,0 0-2 0,0 0 2 0,0 0-3 16,0 0-3-16,0 0 2 0,0 0 1 0,0 0 0 15,0 0-3-15,0 0 1 0,0 0 4 0,0 0-3 16,0 0-2-16,0 0 4 0,0 0-5 0,0 0 4 16,0 0-4-16,0 0 6 0,0 0-5 0,3-9 2 15,-3 9 2-15,0 0-3 0,0 0-2 0,0 0 3 16,0 0 0-16,0 0 0 0,0 0 3 0,0 0 2 15,0 0-5-15,0 0-2 0,0 0 5 0,0 0-1 16,0 0-2-16,0-12 4 0,0 12 4 0,0 0-8 16,0 0-2-16,3-11 4 0,-3 11-5 0,0 0 1 15,0 0 10-15,-3-14-6 0,3 14-3 0,1-11-3 16,-1 11 5-16,0-11 3 0,0 11-9 0,-1-14 3 16,1 14 5-16,-3-15-3 0,1 3 1 0,2 12 3 15,-4-21-3-15,3 9 4 0,-4 1-5 0,1-4-2 16,1 2 2-16,3-3-1 0,-4 0 2 15,1 0 0-15,3-1 1 0,-2 0 3 0,0 1-6 16,0 4 4-16,2 12-3 0,-5-19 0 0,5 19-3 0,-5-17 4 16,5 17 1-16,-1-12-7 0,1 12 6 15,0 0 2-15,-4-12-3 0,4 12 0 0,0 0-3 16,0 0 2-16,0 0-2 0,-1-14-13 0,1 14-2 16,0 0-8-16,0 0-21 0,0 0-8 0,0 0-23 15,0 0-23-15,0 0-23 0,0 0-34 0,0 0-39 16,0 0-43-16,0 0-192 0,0 0-468 0,0 0 207 15</inkml:trace>
  <inkml:trace contextRef="#ctx0" brushRef="#br0" timeOffset="51261.85">11449 17095 130 0,'0'0'125'0,"-15"-9"6"0,8 4 1 0,1 1 1 16,6 4 1-16,-13-7-1 0,13 7-1 0,-9-5-3 16,9 5-3-16,-9-5-3 0,9 5-8 0,0 0-6 15,0 0-12-15,-6-5-8 0,6 5-7 0,0 0-9 16,0 0-3-16,0 0-7 0,24-7-4 16,-10 4-4-16,3 1-6 0,3-2-8 0,8 0-2 0,-6-1-2 15,5 0-5-15,-5 4-4 0,-2-1-21 0,-1 2-31 16,-1 0-33-16,-18 0-41 0,25 2-29 15,-15-1-24-15,-10-1-21 0,12 4-136 0,-12-4-332 0,0 0 147 16</inkml:trace>
  <inkml:trace contextRef="#ctx0" brushRef="#br0" timeOffset="51479.88">11375 17084 160 0,'-6'9'169'0,"2"1"3"0,0 6 14 0,-1 3-12 16,0 6 12-16,4 4-14 0,-2 0-2 0,3 4-8 16,0 0-14-16,5-1-7 0,-3 4-16 0,5-5-10 15,-4 0-9-15,3 0-12 0,-2 1-8 16,-2-1-6-16,5-2-9 0,-2 1-4 0,-4-5-29 0,-1 2-27 16,-1-1-34-16,-1-8-39 0,2 2-36 0,-2-4-50 15,-1 1-48-15,1-6-155 0,-3 0-381 0,0-1 168 16</inkml:trace>
  <inkml:trace contextRef="#ctx0" brushRef="#br0" timeOffset="51638.96">11303 17487 116 0,'12'-4'163'0,"5"-3"-12"0,2 1-24 16,2 2 1-16,6-1-18 0,0-2-21 0,4 2-40 15,-1-1-61-15,5 1-72 0,-8-1-56 0,3 0-151 16,1 0 67-16</inkml:trace>
  <inkml:trace contextRef="#ctx0" brushRef="#br0" timeOffset="52075.04">12778 16961 44 0,'0'0'172'0,"0"0"-12"15,0 0-2-15,-23 25 3 0,13 1 5 0,-6 3-8 0,0 18 1 16,0 2 25-16,1 3-13 0,-1-3-14 0,2-1-14 15,0 0-11-15,6-3-12 0,3-9-12 16,6-2-10-16,1 1-5 0,4-4-12 0,1-1-4 16,4 0-15-16,-1-3-1 0,5-3-6 0,1-1-10 0,2 0-10 15,2-5-36-15,7-3-34 0,-9-5-43 16,3-3-57-16,7 1-54 0,1-6-205 0,3 0-426 16,4-2 188-16</inkml:trace>
  <inkml:trace contextRef="#ctx0" brushRef="#br0" timeOffset="52352.64">13407 17130 44 0,'0'0'165'0,"0"0"-17"0,-11-6-9 16,11 6-18-16,0 0 5 0,0 0-5 0,0 0-3 15,0 0-7-15,40-9-7 0,-19 7-9 0,12 0-13 16,-1-4-7-16,3 2-8 0,-1-1-1 16,-1 2-29-16,-3 0-36 0,-1 1-34 0,-2-2-47 15,-4 1-42-15,-6 1-110 0,-5 2-249 0,-12 0 111 16</inkml:trace>
  <inkml:trace contextRef="#ctx0" brushRef="#br0" timeOffset="52575.73">13656 17088 40 0,'0'0'153'0,"0"11"20"0,0 2 22 0,2 5-2 0,1 1-6 16,0 7-1-16,-3 3-7 0,2-3-8 0,2 3-9 15,2 0-12-15,-3-2-13 0,1 2-9 0,-4-2-17 16,5 0-7-16,-5-1-11 0,3-6-9 0,-1 7-9 16,-2-6-6-16,4-4-14 0,-4 9-18 15,0-5-29-15,4-2-32 0,-4 0-36 0,1-4-48 16,1 2-49-16,0-5-62 0,-4 4-135 0,2-5-383 16,0-11 169-16</inkml:trace>
  <inkml:trace contextRef="#ctx0" brushRef="#br0" timeOffset="53297.49">13877 17408 120 0,'0'0'184'0,"-10"-3"-27"0,10 3-16 0,0 0-15 0,0 0-3 15,0 0-6-15,0 0 0 0,0 0-5 16,39 19-3-16,-22-11-14 0,0 1-9 0,2 2-2 16,-2 2-7-16,-2-3-8 0,1 2-5 0,-1-4-7 15,-3 6-1-15,-1-2-10 0,-4-2 1 0,2-1-5 16,-5 2-6-16,-3-1 1 0,-1-10-8 0,-1 16 0 15,1-16 4-15,-9 11-7 0,3-6-1 0,6-5-4 16,-14 9 0-16,5-9-5 0,9 0-1 0,-13 0-2 16,13 0-2-16,0 0-1 0,-13-9-14 0,13 9 7 15,-1-13-8-15,1 13 5 0,5-18 0 0,-1 8-7 16,5-1 3-16,0-2 4 0,3-2-6 0,3 4-1 16,5-7 3-16,-2 5-2 0,-2 2 1 0,5-5 2 15,-2-1-3-15,4 5 5 0,-5 0-5 0,-1 0 3 16,-1 1 2-16,-3 2 0 0,-2 1 5 0,-3 3 3 15,-1-1 3-15,-1 1 8 0,-6 5 10 0,10-8 0 16,-10 8 1-16,4-5-2 0,-4 5 0 0,0 0-4 16,0 0-1-16,0 0-5 0,0 0-2 0,0 0-3 15,0 0 0-15,0 0 0 0,-33 14-6 0,20-1 1 16,1 2-4-16,0-1 0 0,3 4 1 0,0-1-1 16,1 1 2-16,2 0-7 0,2 1 4 0,0-2 1 15,4-2 0-15,2 2-3 0,0-6 2 0,2 0 2 16,2 0-3-16,-4-3-2 0,6 1 5 0,-1-2-2 15,0-4-2-15,-7-3 5 0,16 5 3 0,-7-5-6 16,-9 0 2-16,20-8 3 0,-9 2-5 16,1-3 4-16,-1-1 1 0,1-2-2 0,-4 3 4 15,-3-3-6-15,3 1 0 0,-3-4-2 0,-1-2 3 16,1 2-1-16,-3-3 0 0,1 1 4 0,-5 2-4 16,1 3 1-16,2 1-2 0,-1 11 3 0,-1-14-1 0,1 14-2 15,0-11-2-15,0 11-8 0,0 0 3 0,0 0 0 16,0 0 5-16,0 0 3 0,0 0-1 15,0 0 0-15,9 35-1 0,-5-20 3 0,1 1 1 16,-1 0-12-16,0 3-16 0,-1-2-32 0,6 1-49 16,-6-1-40-16,3 0-39 0,0 0-186 0,-5 0-398 15,3-6 177-15</inkml:trace>
  <inkml:trace contextRef="#ctx0" brushRef="#br0" timeOffset="53861.74">14508 17403 133 0,'0'0'218'0,"0"0"-12"0,6 28-18 0,-6-18-11 16,0-10-14-16,2 21-7 0,-1-10-13 0,1 0-6 16,1 2-4-16,-1-4-13 0,0 0-8 0,-2 2-8 15,0-11-11-15,0 12-3 0,0-12-5 16,0 10 3-16,0-10-2 0,0 0 3 0,0 0 5 15,0 13-3-15,0-13 0 0,0 0-8 0,0 0-11 16,0 0-4-16,0 0-11 0,0 0-4 0,0 0-7 16,13-27-3-16,-6 16-5 0,0-3-6 0,2 0-7 15,-1-1-9-15,1-2-7 0,3 1-7 0,-1-1-4 16,5-5 0-16,-5 5-2 0,0 5 2 0,-1 3-7 16,-1 2 3-16,-1 2-3 0,3 2 0 0,-2 1 4 15,2 3-2-15,-1 2 2 0,-1 0-1 0,2 2 0 16,1 2 3-16,-2-2 0 0,4 6 1 0,-3-4-3 15,4 1 4-15,0 1-1 0,-4-5 2 0,0 2 2 16,5 1 0-16,-3-6-3 0,1 0 5 0,0 0 2 16,0-3-2-16,2-3 1 0,1-1-2 0,-2-2 1 15,1 0 1-15,-2-1 1 0,0-1 0 0,-2-2-3 16,2 0 3-16,-4 0-3 0,-1 2 1 0,-2-6-2 16,1 3 5-16,-4-2-2 0,0 2-1 0,-4 2 2 15,0-1-5-15,4 2 3 0,-4 10 0 16,0-15-5-16,0 15 7 0,0 0-7 0,-2-14 2 15,2 14-10-15,0 0 1 0,0 0 1 0,0 0-1 0,0 0 4 16,0 0-4-16,-7 42 5 0,4-26-2 0,1 1 1 16,-1 1 0-16,-1-6-3 0,3 3 1 0,0 1 0 15,1-4 1-15,-1 1 1 0,1 0 4 16,0-3-4-16,0-10 4 0,1 22-1 0,-1-12-10 16,0-10-20-16,0 16-17 0,0-16-26 0,-3 14-29 15,3-14-38-15,-5 14-37 0,5-6-50 0,-5-1-180 16,5-7-442-16,-13 12 196 0</inkml:trace>
  <inkml:trace contextRef="#ctx0" brushRef="#br0" timeOffset="54217.34">15489 17101 121 0,'0'0'190'0,"-4"-15"-3"0,4 15-12 16,0-13-11-16,0 13-12 0,-3-10-11 0,3 10-13 15,0 0-16-15,-9-5-11 0,9 5-15 0,0 0 6 16,0 0-7-16,-12 33 9 0,6-16-5 0,2 9-1 15,1 1-4-15,-4 1 1 0,1 2-4 0,2-1-5 16,4-1-2-16,-4-2-5 0,4 1-1 0,-1 1-7 16,1-8-4-16,0 8-3 0,-1-3-6 0,-1-7-9 15,1 8 2-15,-1-7-5 0,0 0-5 0,0-1-18 16,-2-3-21-16,-2 4-29 0,3-2-42 0,-2-4-36 16,2-4-47-16,-2 4-58 0,1-5-164 0,4-8-415 15,-14 15 183-15</inkml:trace>
  <inkml:trace contextRef="#ctx0" brushRef="#br0" timeOffset="54569.58">15287 17358 90 0,'19'-7'149'0,"0"0"-10"0,0 1-8 16,7-2-2-16,-6 2-10 0,1 1-11 0,7 1-1 0,-6 0-7 15,-3 0-10-15,0 4-4 0,-5-1-10 16,3 2 4-16,-4 1-16 0,-3 1 0 0,0 2-8 16,0 0-1-16,-1 2-1 0,0-1-6 0,-3 2-3 15,3 1-5-15,-2-1-7 0,-1 1 1 0,-1-1 0 16,4-2-11-16,-4 0 2 0,0 0 0 0,-5-6-10 16,9 8 6-16,-4-4 1 0,-5-4-2 0,12 5 5 15,-12-5-1-15,9 1 14 0,-9-1 3 0,0 0 10 16,0 0-4-16,19-8 6 0,-15 2 15 0,-4 6 3 15,7-11-4-15,-4 0-7 0,-2 1-6 0,-1 10-4 16,0-20-10-16,-2 9 0 0,0 0-1 0,-1 1-21 16,-3-3-26-16,-1 4-27 0,1-1-29 0,-2 2-32 15,0-1-34-15,0 5-21 0,8 4-33 0,-16-1-27 16,16 1-121-16,-22 6-359 0,11 2 159 0</inkml:trace>
  <inkml:trace contextRef="#ctx0" brushRef="#br0" timeOffset="54882.73">15788 17438 141 0,'0'0'164'0,"5"-12"-5"0,-1 3-10 0,-2 1 0 16,-1-3-8-16,1 0-5 0,-2 0-10 0,0 11-8 15,-3-23 6-15,1 6-14 0,-4 5-8 0,0-4-2 16,-3 2-3-16,3 1-7 0,-1 2-6 0,1 3 5 15,3-2-9-15,3 10-8 0,-7-11-8 0,7 11-11 16,-4-8-5-16,4 8-5 0,0 0-5 0,13-10-1 16,-4 6-7-16,1 1-1 0,4-1-3 0,4 0-5 15,1 5 0-15,-1-1-7 0,1 3 3 0,3 2-7 16,-9-1 2-16,6 3-2 0,-5 2 1 0,-3-1-6 16,3 4 6-16,0 1-4 0,-7-3-5 0,0 4 7 15,-1-2-3-15,-4 1 5 0,2 3-18 0,-4 0-37 16,0-2-33-16,-4-2-45 0,4-12-27 0,-2 29-49 15,0-18-164-15,1 3-392 0,1-14 174 16</inkml:trace>
  <inkml:trace contextRef="#ctx0" brushRef="#br0" timeOffset="55898.96">16189 17265 87 0,'0'0'191'0,"-19"4"-14"0,8 1-12 16,6 0-5-16,-1 2-13 0,6-7-8 0,-10 14-5 15,6-5-14-15,1 1-4 0,1 2-7 0,-1-2-12 16,3-10-7-16,2 19-7 0,-1-9-9 0,-1-1-5 16,0-9-9-16,2 14-2 0,-2-14-7 0,4 10-2 15,-4-10 0-15,2 8 3 0,-2-8 8 0,0 0 11 16,0 0 19-16,0 0-2 0,0 0-1 15,0 0-6-15,0 0-8 0,0 0-3 0,0 0-7 0,0 0-5 16,0 0-7-16,0 0-8 0,0 0-3 0,-16-27-8 16,16 17-1-16,0 10-3 0,7-31-2 0,-5 14-5 15,5-1-5-15,0 2-3 0,3-1 1 0,-1 0-3 16,2 4-2-16,3 2-3 0,-2 0 2 0,0 5-5 16,2 1 3-16,-1 2-6 0,7 3 1 0,-1 3 0 15,-2 2-2-15,2 3 0 0,-1 2 1 16,-1 0-3-16,-2 3 1 0,2 2 6 0,-6-4-5 15,-1 4-1-15,1 1 3 0,-4-2-1 0,-3-4 0 16,1 2 2-16,-2-2-5 0,-1 1 3 0,0 0 4 16,-2-11-1-16,0 14 4 0,0-14-4 0,-2 12 4 0,2-12-1 15,0 0 4-15,-6 8-1 0,6-8-4 16,0 0 5-16,-10 3-3 0,10-3-3 0,0 0 1 16,0 0 0-16,0 0-2 0,-11-19 2 0,11 19-4 15,3-20-5-15,-2 10-5 0,4-7-4 0,3-1-6 16,1 1 4-16,6-5-9 0,-4 4 3 0,3 3 2 15,-1 0 2-15,-2 5-3 0,-1 2 2 0,1 2 2 16,1 4 0-16,0 2-4 0,-12 0 4 0,23 5 5 16,-12 0 0-16,4 6 3 0,-2-1 1 0,0 2-3 15,-1 2 5-15,-2 0-6 0,3-1 5 0,-3 2-2 16,-2-6 7-16,4 1-4 0,-4 1 0 16,2-5 3-16,4 5 3 0,-4-6 1 0,3-2 8 0,1 0 0 15,7 0 3-15,-5-6 2 0,6 0 0 0,6-2 1 16,-11-2-5-16,-1 0 3 0,0 0-2 0,-1-3 0 15,-3 4 0-15,3-7-2 0,-6 4 2 0,1-4 1 16,-2-1-3-16,-1 1 3 0,-1 2-3 0,-1-6-4 16,-1 2 3-16,-6 5-4 0,1-2 2 0,-2-1 7 15,3 13-11-15,-3-20 0 0,-4 11-1 16,7 9-4-16,-11-12 0 0,11 12 1 0,-14-7 0 16,14 7-4-16,-17 0 4 0,17 0-6 0,-19 7 4 15,7 0-3-15,0 5 5 0,1 2-4 0,-4 5 9 16,3-2-7-16,5 1-1 0,-2-1-1 0,4 0 3 15,0-2-3-15,3 1 1 0,2-3-1 0,3-2 1 16,1 0-1-16,-2 0 7 0,2-2-2 0,4 0-1 16,1-2 5-16,-2 0 0 0,4-2-2 0,1 0 4 15,1-3 2-15,1-1 0 0,4-1-1 0,-4-2 4 16,0 0-2-16,5-1 5 0,-2-3-9 0,0 1 1 16,-6 0 2-16,6-6-5 0,-2 3 3 0,0 0-2 15,-2-1 1-15,-3 0-1 0,2-1 7 0,-3-2-4 16,-3 2-1-16,2-4-4 0,-3 4 3 0,-4-2-3 15,1 0 3-15,-2 1-4 0,1 0 5 0,-1 11 1 16,-1-21-11-16,-1 12 7 0,2 9-8 0,0-14 5 16,0 14-4-16,3-10 0 0,-3 10-1 0,6-8 1 15,-6 8-2-15,14-3 2 0,-14 3 3 0,16 1-2 16,-16-1 0-16,21 10 3 0,-9-6 4 0,-1 6 0 16,0-3 0-16,2 5 0 0,-1-1 2 0,-4-1 3 15,1 3-4-15,-3-1 0 0,-2-1-1 0,1 0 12 16,-1 4-15-16,-1-2-19 0,-2 0-21 0,-2-2-28 15,1 1-50-15,0-12-34 0,-3 20-43 0,2-11-39 16,1-9-216-16,-4 19-487 0,4-19 216 16</inkml:trace>
  <inkml:trace contextRef="#ctx0" brushRef="#br0" timeOffset="56413.35">17735 17148 140 0,'-5'-11'233'0,"5"11"-12"0,-5-6-18 16,5 6-20-16,0 0-21 0,0 0-16 16,0 0-14-16,0 0 2 0,0 0-16 0,-7 23-2 15,5-7-10-15,1 3-10 0,0 5-6 0,2 2-11 0,-1-7-6 16,4-1-12-16,-2 0-3 0,3-3-9 0,3 1 0 16,0-3-7-16,0-2-2 0,2-2-5 0,2 0-3 15,4 1 2-15,-1-6-5 0,-3-2 1 16,3 1-3-16,4-5 5 0,-4-5-12 0,5 4 5 15,-2-4-4-15,-1-2-3 0,0 0 1 0,-3-2-3 16,1-3 4-16,-2 1-3 0,0 0-3 0,-2-4 0 16,-2 1-2-16,0-2 1 0,-2 1-2 0,-3-1-1 15,2 3-2-15,-5-1 5 0,0 5-6 0,-1-1 0 16,0 2-4-16,0 10 5 0,0 0-5 0,0-16 1 16,0 16-5-16,0 0-3 0,0 0 2 0,0 0 0 15,0 0 4-15,0 0-1 0,0 0 1 0,6 38 2 16,-6-21-3-16,2 0 3 0,2 2 1 0,-1-2-3 15,2 1 2-15,1 0-5 0,-1-1-9 0,3-1-30 16,0-3-30-16,0 3-40 0,0-7-49 0,1-1-35 16,1-1-218-16,-2-2-444 0,-8-5 197 0</inkml:trace>
  <inkml:trace contextRef="#ctx0" brushRef="#br0" timeOffset="56664.43">18349 16893 72 0,'-5'-9'244'0,"5"9"-9"0,-9-13-14 0,9 13-28 15,0 0-20-15,0 0 0 0,0 0 10 0,0 0-3 16,0 0 2-16,0 52-14 0,4-24-13 0,2 1-14 16,-4 2-8-16,4-1-10 0,-3 3-10 0,0-4-12 15,2 1-2-15,-3-1-14 0,0-1-10 0,2-2-8 16,-2 0-8-16,1-6-4 0,-2-1-7 0,2-2-22 15,-1 1-23-15,0-6-36 0,-4-1-30 0,4 2-40 16,-2-4-41-16,0-9-22 0,-2 13-45 0,2-13-34 16,-6 12-146-16,6-12-423 0,0 0 188 0</inkml:trace>
  <inkml:trace contextRef="#ctx0" brushRef="#br0" timeOffset="56909.08">18280 17187 80 0,'19'-4'164'0,"1"0"-9"16,0-2-5-16,8 0-1 0,0 1-12 15,1-3-3-15,-1 3-9 0,-7 0-4 0,6-2-5 0,-7 4-13 16,-2 1-4-16,-5 2-3 0,-13 0-7 16,24-2-3-16,-14 3-3 0,2-1-10 0,-12 0 1 15,13 3-6-15,-5 0-6 0,-8-3-3 0,12 11-4 16,-8-5-7-16,0 5-1 0,0 0-7 0,-2 2-2 15,-1 0-5-15,3-2-11 0,-6 4-31 0,2-2-32 16,0 3-26-16,0-16-47 0,0 23-60 0,-5-11-177 16,1-2-379-16,4-10 169 0</inkml:trace>
  <inkml:trace contextRef="#ctx0" brushRef="#br0" timeOffset="57092.53">18557 16894 90 0,'0'0'160'0,"0"0"-26"0,0 0-45 0,0 0-39 16,0 0-36-16,0 0-40 0,50 14-60 0,-31-6-92 15,-1-3 41-15</inkml:trace>
  <inkml:trace contextRef="#ctx0" brushRef="#br0" timeOffset="57336.71">18889 16832 168 0,'-12'-10'203'0,"12"10"-8"15,-9-7-5-15,9 7-14 0,0 0-16 16,0 0-16-16,-10-7-15 0,10 7-14 0,0 0 0 15,0 0 1-15,3 33 3 0,6-7-6 0,-2 2-4 16,0 6-7-16,0 1-9 0,-1 0-5 0,-2 0-8 16,-2 1-5-16,5-3-9 0,-3 1-2 0,-3-1-12 0,0-2-6 15,1-1-2-15,1 0-10 0,-3-3-18 16,2 1-34-16,-4-9-37 0,2 0-25 0,-1 1-44 16,1-5-60-16,-1-3-209 0,-2 3-424 0,1-4 189 15</inkml:trace>
  <inkml:trace contextRef="#ctx0" brushRef="#br0" timeOffset="57542.83">19112 17152 198 0,'4'-8'220'0,"-4"8"-9"0,0 0-24 0,0 0-1 15,0 0-2-15,0 0-1 0,0 0-9 16,0 0-15-16,7 27-13 0,-5-14-14 0,0 4-8 0,-2-1-15 15,1 2-14-15,-2 1-7 0,1-3-14 0,-1 0-26 16,1 0-37-16,0-5-40 0,-1 1-49 0,-1-2-59 16,2-10-54-16,-2 20-158 0,2-20-379 0,-7 16 168 15</inkml:trace>
  <inkml:trace contextRef="#ctx0" brushRef="#br0" timeOffset="58052.92">19558 17057 86 0,'0'0'218'0,"0"0"-15"15,-5-16-10-15,5 16-14 0,0 0-22 0,0 0-17 16,0 0-12-16,6-14-13 0,-6 14-12 0,0 0-10 15,0 0-10-15,20 8-9 0,-20-8-8 0,12 13-4 16,-7-7-6-16,0 2-4 0,-1 3-8 0,-1 2-3 16,-3-3-5-16,0 2-3 0,-2 4-4 0,-3-1-3 15,1-3-2-15,-3 5 2 0,-1-2-5 0,-3-1-6 16,-1-2 2-16,3 4-3 0,-4-4-3 0,1-1 0 16,3-2-2-16,0 0 0 0,0 0 1 15,1-1-4-15,4-1-5 0,-1 0 4 0,5-7-2 16,-6 11 2-16,6-11 1 0,0 13-3 0,0-13 2 15,9 8 3-15,-9-8-5 0,15 9 4 0,-2-6-3 16,5-1 6-16,1-2-11 0,1-4-10 0,8 3-25 16,2-3-27-16,1-2-26 0,1-3-38 0,-1-2-43 15,0 0-156-15,-4 0-353 0,0-1 157 0</inkml:trace>
  <inkml:trace contextRef="#ctx0" brushRef="#br0" timeOffset="58412.92">20009 16983 156 0,'-22'-6'167'0,"8"9"-4"0,-6 0 1 16,1 6 4-16,-7 4-2 0,-1 4 1 0,0 0-11 15,3 6-2-15,1-1-13 0,4 2-15 0,0 2-7 16,2 0-16-16,2-5-9 0,6-3-8 16,2-1-13-16,4 0-7 0,1-5-7 0,2 1 0 0,4-2-10 15,1-3-5-15,4-2-3 0,3 0-5 16,2-3-6-16,2-1-5 0,6-4-2 0,0-1 0 15,-4-3-4-15,7-4-3 0,-4 0-2 0,-3 1 1 16,-2-5-3-16,1 1-2 0,-2-1 2 0,-3-1 2 16,-1 2-5-16,1-2 4 0,-2-1 2 0,-5 6 0 15,0-2 0-15,-2 0-1 0,-1 1 7 0,1 4 1 16,-3 7 3-16,2-12-1 0,-2 12-4 0,2-10-2 16,-2 10 0-16,0 0-5 0,0 0 7 0,0 0 1 15,0 0 4-15,0 0-1 0,0 0-7 0,-6 44 2 16,5-29-3-16,1 2 3 0,0 0-2 0,0 0-7 15,1 2-6-15,3-2-11 0,0-1-17 0,0 0-32 16,0 1-35-16,0-6-40 0,2 1-35 0,0-4-55 16,2 1-197-16,-8-9-454 0,12 7 201 0</inkml:trace>
  <inkml:trace contextRef="#ctx0" brushRef="#br0" timeOffset="58654.71">20217 16857 243 0,'0'0'263'0,"-5"-12"-21"0,5 12-25 15,0 0-19-15,0 0-13 0,0 0 3 0,0 0-4 16,-8 36 2-16,10-11-13 0,2 4-13 0,-2 1-20 16,-1 0-11-16,1-1-16 0,-2 2-10 0,2 0-13 15,1-2-6-15,-2-5-9 0,3 2-7 0,-4-1-2 16,4-6-11-16,-2 0-17 0,2-5-24 0,-1 3-24 15,-1-1-38-15,0-4-43 0,-2-12-29 16,2 19-41-16,-2-19-38 0,0 13-39 0,0-13-154 0,-4 14-424 16,4-14 188-16</inkml:trace>
  <inkml:trace contextRef="#ctx0" brushRef="#br0" timeOffset="58921.17">20082 17144 63 0,'20'-17'173'0,"-10"14"-10"0,3-1-15 16,6 0-6-16,3 1-8 0,-3-1-7 0,9 1-8 15,1-2 8-15,0-1-15 0,-2 2 1 0,1 1-5 16,-6-1-12-16,-2 1-2 0,2-1-9 0,-2 3-5 16,-3 1-5-16,-3-2-9 0,-3 4-4 0,-11-2-5 15,21 3-2-15,-13 2 5 0,1-1-4 0,-2 3 7 16,-3 1-2-16,-2 4 0 0,1-3-5 0,-2 2-5 15,-3 6-7-15,0-4-2 0,2 3-6 0,-2 2-2 16,-2-2-16-16,-1 2-29 0,3-6-48 0,-1 4-45 16,0-6-54-16,1 2-38 0,-1-3-180 0,3-9-407 15,-4 14 180-15</inkml:trace>
  <inkml:trace contextRef="#ctx0" brushRef="#br0" timeOffset="59090.66">20387 16790 47 0,'19'16'17'0,"3"7"-28"0,-3-3-12 0,2 2 6 15</inkml:trace>
  <inkml:trace contextRef="#ctx0" brushRef="#br0" timeOffset="59618.3">20827 17054 168 0,'0'0'209'16,"0"0"-14"-16,0 0-10 0,0 0-8 0,-28 3-15 16,28-3 3-16,-17 13-13 0,7-6-11 0,2 4-17 15,-2 3-10-15,1 0-13 0,0 2-5 16,3 0-10-16,1-4-11 0,2 1-4 0,2-2-14 15,1 0-2-15,1 2-4 0,0-4-5 0,-1-9-3 16,5 14-5-16,-1-7-3 0,1 0-2 0,-5-7-5 16,12 6 1-16,-12-6-3 0,13 0-2 0,-13 0-2 15,15-3-4-15,-15 3 4 0,14-7-5 0,-6 3-1 0,1-5-4 16,-3 1-1-16,-1-3-2 0,2 3 2 16,-1-3 0-16,0 1-2 0,-2-2 2 0,-1 2-1 15,1-1-4-15,1-1-2 0,-1-3-7 0,-2 4-4 16,4-1-1-16,-2 1 0 0,0 1 1 0,-1 4 3 15,-3 6-7-15,6-12 8 0,-6 12-7 0,9-3 0 16,-9 3 4-16,0 0 2 0,0 0 3 0,20 10 8 16,-12-3 3-16,-3 4 1 0,2-3-1 0,-4-2 1 15,3 5 4-15,-4-1 2 0,2-3 0 0,-1 3 0 16,-3-10-3-16,5 16 1 0,-2-11-5 0,-3-5 3 16,4 11-3-16,-4-11 6 0,0 0 1 0,1 8 2 15,-1-8 9-15,0 0 1 0,0 0-5 0,0 0 1 16,0 0-5-16,0 0 2 0,0 0-2 0,0 0-1 15,21-24 0-15,-15 14-3 0,1 0 0 0,4-5 2 16,3 2-7-16,-5 4 0 0,7-4-3 0,-6 6-1 16,3 0 0-16,-3 1 1 0,0 2 2 15,-10 4-8-15,14-4 1 0,-14 4 2 0,19 5 1 16,-19-5 4-16,14 9-7 0,-6 0 10 0,-3 2-8 0,-2-1-2 16,1 8 2-16,-4-3-4 0,1 3-33 15,-2-1-39-15,-1 3-37 0,2-4-51 0,2 0-60 16,0 1-48-16,-1 1-157 0,2-6-458 0,3-1 202 15</inkml:trace>
  <inkml:trace contextRef="#ctx0" brushRef="#br0" timeOffset="59923.85">21865 16808 1496 0,'-17'-31'136'0,"2"3"-28"15,-1 1-11-15,0 7 0 0,-1 1-3 0,6 6 0 16,2 4-11-16,-2 2-15 0,5 0-13 0,6 7-9 16,-10-6-6-16,10 6-2 0,0 0-4 15,-13 18 2-15,8 0 4 0,0 10 9 0,-2 8 2 16,2 13-3-16,-1 1 4 0,0 0 9 0,0 4-8 16,3-3-1-16,1-2-2 0,-3-2-4 0,1-13-4 15,2 1-2-15,-2-1-7 0,3-1-3 0,1-1-3 16,-2-3 0-16,4-1-4 0,-1 0 0 0,0-3-6 15,2-6 2-15,-1-2-16 0,-2-2-17 0,0-3-25 16,0-3-29-16,0-9-26 0,2 17-29 0,-2-17-19 16,0 10-17-16,0-10-16 0,0 0-42 0,0 0-163 15,0 0-411-15,0 0 182 0</inkml:trace>
  <inkml:trace contextRef="#ctx0" brushRef="#br0" timeOffset="60355.58">21567 17141 131 0,'16'-7'155'0,"-4"4"-3"0,7-3-24 0,8-1 2 0,4 0-6 15,-1-2-11-15,2 1-5 0,0 1-12 16,1-3-6-16,1 3-7 0,-4-3-10 0,1 5-6 16,-3-3-5-16,-2 0-2 0,-6 4-5 0,-2-2 1 15,-6 1 3-15,0 0 7 0,-12 5 9 0,13-6 9 16,-13 6-2-16,13-4 3 0,-13 4-12 0,0 0-2 15,10-4-11-15,-10 4-5 0,0 0-5 0,0 0-13 16,0 0 3-16,0 0-5 0,-28 26 2 0,16-13-11 16,0 3-2-16,3 0 4 0,-4 1-6 0,4 1-5 15,3 0 1-15,-1-2-5 0,3 0 0 0,-1-2 1 16,2-2-2-16,3-1-3 0,0 0-1 0,0-11 1 16,2 16-1-16,2-10 3 0,-4-6-6 0,9 8 6 15,-9-8-4-15,10 5-2 0,-10-5 3 0,14-3 0 16,-14 3-1-16,19-8-1 0,-11 1 3 0,2 0-1 15,-2-3-1-15,1 2-1 0,0-3 0 0,1-3 2 16,-2 0-8-16,-2 3 6 0,0-1-3 0,-3 2-3 16,-3 10 2-16,6-18 0 0,-2 14 0 0,-4 4-2 15,5-11-1-15,-5 11-2 0,0 0 0 0,0 0-2 16,0 0-2-16,0 0 3 0,19 17 2 0,-16-5-5 16,1 4-15-16,0 0-29 0,-2 2-35 0,2 2-45 15,-1-4-56-15,0 0-219 0,-3-3-438 0,2-1 194 16</inkml:trace>
  <inkml:trace contextRef="#ctx0" brushRef="#br0" timeOffset="60605.18">22336 16980 243 0,'0'0'228'0,"0"0"-25"0,-24 1-7 0,15 6-20 16,-4 4-8-16,-1 11-8 0,0 0-11 0,4 6-15 16,-2-2-13-16,5 1-10 0,1 0-9 0,4-2-16 15,3 2-4-15,2-8-10 0,-1 0-11 0,6-3-11 16,1 0-16-16,1-5-22 0,4 0-10 0,3-4-33 16,0-3-26-16,0 1-35 0,5-4-27 0,-3-2-35 15,4-1-31-15,-1 0-107 0,-4-3-317 0,2-3 140 16</inkml:trace>
  <inkml:trace contextRef="#ctx0" brushRef="#br0" timeOffset="60847.18">22557 16861 1319 0,'-9'-23'117'0,"4"6"21"16,-3 3-30-16,3 3 2 0,-2 1-5 0,7 10-12 15,-7-15-12-15,7 15-21 0,0 0-4 16,0 0 1-16,0 0 13 0,0 0 22 0,-7 32 8 15,11-4-4-15,-3 6-1 0,0-4-7 0,0 4-1 16,3 1-7-16,-2-1-3 0,1-1-4 0,-1 2-4 16,0-3-7-16,1 1 0 0,-2-6-12 0,0 0-4 15,0-3-13-15,1-4 7 0,-1-1-10 0,2-2-16 16,-1-1-25-16,-2-4-34 0,0-2-34 0,0 0-44 16,0-10-28-16,0 0-45 0,-4 21-29 0,2-17-222 15,2-4-484-15,0 0 216 0</inkml:trace>
  <inkml:trace contextRef="#ctx0" brushRef="#br0" timeOffset="61179.4">22493 17069 161 0,'16'-8'170'0,"-9"5"-13"15,2 2 2-15,-9 1-15 0,23-2-8 0,-10 5-9 0,-1 0-10 16,-2 5-5-16,1-1 4 0,-3 0-15 15,1 4 5-15,0 1-9 0,-2 0-4 0,1 2-7 16,-1-3-12-16,-2 0-9 0,2 1-4 0,2 1-4 16,-2-2-4-16,-1-4-4 0,2 0-4 0,-1-2 0 15,0 1-2-15,1-1 7 0,0-2 5 0,-8-3 5 16,20 4-2-16,-9-8-3 0,-11 4 2 0,13-4-2 16,-5 0 10-16,-2-3 1 0,-6 7 3 0,14-15-2 15,-8 6-1-15,-3-2-7 0,-3 11-6 0,3-21-6 16,-3 10 0-16,0 11-5 0,-7-28-9 0,2 12 3 15,-1 2-17-15,-3-2-12 0,1 6-17 0,-1-6-16 16,0 6-7-16,-2 3-24 0,2 0-26 0,0-1-29 16,9 8-33-16,-21-4-36 0,21 4-32 0,-19 3-36 15,19-3-140-15,-22 13-421 0,15-5 187 0</inkml:trace>
  <inkml:trace contextRef="#ctx0" brushRef="#br0" timeOffset="61550.73">22785 17257 109 0,'11'-1'189'0,"-11"1"2"16,0 0-1-16,13-5-11 0,-13 5-1 0,12-9-7 0,-5 2-10 15,-3 1-4-15,-4 6-1 0,9-17-13 0,-4 8-13 16,-2-4-7-16,3 3-2 0,1-7-8 16,-6 2-9-16,1-2-7 0,1 1-11 0,-1-4-4 15,-2 8-7-15,-2-6-4 0,2 18 10 0,0-24-17 16,-4 14-5-16,4 10-1 0,-4-18-7 0,4 18-9 15,-4-11-2-15,4 11-4 0,0 0-8 0,-6-14-3 16,6 14-5-16,0 0-6 0,0 0-7 0,0 0-4 16,-3-11-7-16,3 11-4 0,0 0-2 0,0 0 7 15,0 0-3-15,0 0-2 0,0 0 3 0,34 4-2 16,-34-4 2-16,23 6-1 0,-13-3 0 0,1 2-2 16,3-1 6-16,-3 3-3 0,0-1-2 0,1 1 8 15,-3 3 6-15,1-1 3 0,-3 5 1 0,-1 1-2 16,0-1-1-16,-1 2 2 0,-2-1 3 0,0 0-7 15,0 2 2-15,-2-1 0 0,0-5 0 0,1 7-1 16,-5-6-20-16,2-1-29 0,1-11-29 0,0 21-40 16,0-12-34-16,0-9-50 0,1 14-31 15,-1-14-203-15,0 0-463 0,0 0 206 0</inkml:trace>
  <inkml:trace contextRef="#ctx0" brushRef="#br0" timeOffset="62128.18">23196 16736 31 0,'0'0'187'0,"0"0"-1"0,0 0-10 0,0 0-4 16,0 0-4-16,0 0-2 0,0 0-11 0,0 0-6 15,0 0-7-15,0 0-6 0,0 0-11 16,0 0-4-16,0 0-9 0,0 0-10 0,0 0-6 16,0 0-8-16,0 0-1 0,0 0-9 0,-4-14-4 15,4 14-4-15,0 0-7 0,0 0-5 0,0 0-2 16,0 0-8-16,0 0-8 0,0 0-3 0,0 0-1 15,0 0-7-15,0 0-1 0,0 0-7 0,0 0 2 16,0 0 0-16,0 0-5 0,0 0-2 0,0 0-2 16,0 0 2-16,0 0-7 0,0 0 0 0,0 0 1 15,0 0-1-15,0 0-4 0,0 0 4 0,0 0-6 16,0 0 3-16,0 0 2 0,0 0-5 0,0 0-1 16,0 0 4-16,0 0-6 0,0 0 3 0,0 0-2 15,0 0-1-15,0 0 5 0,0 0-5 16,0 0 0-16,0 0 2 0,0 0-3 0,0 0 3 0,0 0-2 15,0 0 4-15,0 0-3 0,0 0 2 16,0 0 7-16,0 0 5 0,25 31-4 0,-18-22 5 16,7 3 0-16,-1 2 1 0,5 5-2 0,-1 1-3 0,1 4 3 15,-3 0 2-15,1 3-2 0,-3 2 3 16,3 1-2-16,-5 2-3 0,0 0 5 0,-3 1-8 16,-1-3 5-16,-5 4-5 0,1-2 10 0,-6-2-12 15,1 1-7-15,-5-2-22 0,-4 0-27 0,-1-3-34 16,-4-1-44-16,-4-1-53 0,1-2-48 0,-4-2-249 15,-5-1-515-15,3-2 229 0</inkml:trace>
  <inkml:trace contextRef="#ctx0" brushRef="#br0" timeOffset="62306.6">23091 17225 71 0,'0'0'139'16,"0"0"-33"-16,0 0-42 0,0 0-36 0,9-10-52 15,-9 10-40-15,0 0-70 0,0 0 31 0</inkml:trace>
  <inkml:trace contextRef="#ctx0" brushRef="#br0" timeOffset="63891.18">25661 11226 88 0,'-15'0'172'0,"-4"1"-11"0,4 1-2 16,-3 0-10-16,-1 0-1 0,5 1-6 0,2 1-10 16,-1-1-7-16,0-1-10 0,6-1-11 0,-2 1-10 15,9-2-14-15,-10 3-12 0,10-3-3 0,-4 4-1 16,4-4 10-16,0 0 6 0,0 0-8 0,30 9 1 16,-3-8-7-16,4-1-4 0,3-1-7 0,4-1-1 0,0 2-7 15,-1-2-2-15,0 0-3 0,-3 2-2 16,-3-2-6-16,-11 1-2 0,1 0-3 0,-1 1 0 15,-7 0-4-15,-2 1-2 0,1 0-3 0,-3 2 1 16,-1 0-3-16,-2-3 3 0,2 5 0 0,-4 1-7 16,-2 0 4-16,1 4-4 0,-3 2 10 0,0 5 7 0,-5 2 0 15,-3 7 3-15,-2 5-2 0,-1 1 7 16,-2 1-3-16,1 1-3 0,-1-1-5 0,-1 1 5 16,3 0-8-16,1-1 0 0,-3-2-6 0,3-1 3 15,3 0 16-15,-3-1-5 0,2 0-1 0,2-4-20 0,3-4-30 16,-3-3-28-16,1 0-47 0,0-1-46 0,1-2-47 15,1-4-38-15,-1 2-32 0,0-4-154 16,0-2-445-16,-1-1 197 0</inkml:trace>
  <inkml:trace contextRef="#ctx0" brushRef="#br0" timeOffset="64050.7">25614 11771 2266 0,'-1'-12'64'0,"0"0"-48"0,1 1-11 16,1 2 0-16,-1 9-2 0,0-14 0 0,4 8 0 15,2-4 0-15,3 4 2 0,7-3 5 0,0 2-1 0,6-1 2 16,7-1-7-16,1 0 3 0,3 0-22 0,-1 4-32 16,1-3-40-16,3 1-41 0,-3 1-45 0,-1 1-155 15,-3-4-354-15,1 3 156 0</inkml:trace>
  <inkml:trace contextRef="#ctx0" brushRef="#br0" timeOffset="64486.68">25987 11116 1490 0,'-20'-21'3'0,"2"4"2"0,-8 2 6 15,2 6 8-15,-5 1 4 0,-2 8 0 0,-3 3 11 0,-2 3-3 16,-1 6 9-16,-9 8 1 0,-4 6 8 0,3 6 11 16,-2 2 0-16,4 6-1 0,0 5 5 0,3 0-5 15,-14 21-1-15,24-18-3 0,-11 26-1 16,15-23-6-16,3-1 0 0,8-2-6 0,2-2-5 0,5 2 5 15,9-13 2-15,3 0-7 0,9 11-3 0,0-12-1 16,8-3-1-16,12 7-3 0,4-6-2 0,13-1-4 16,7-8 4-16,4-4-3 0,29 0-5 0,-26-9 1 15,28-5 0-15,-25 1-3 0,2-6-3 16,27-6 0-16,-33-2-2 0,-2 0-5 0,2-5-5 0,3-2 2 16,-6-4-3-16,2-2-3 0,-6-6 3 0,-4-1 2 15,-8-4-3-15,-2-3 0 0,-5-1 2 0,-7-5 0 16,-3-2-1-16,-6-3 0 0,-6-4 0 15,-2-4-2-15,-8 0-2 0,-1-2 2 0,-4 3-1 0,-10-1 2 16,-1-2-3-16,-6 1 0 0,-5 1 1 0,-5 1-1 16,-2 1 3-16,-23-12-3 0,12 21-1 0,-2 4-2 15,-8 8 7-15,-1 6-5 0,-5 9 0 0,-3 7 1 16,-4 9-4-16,-25 6 0 0,25 7 2 0,-21 11-7 16,1 8-13-16,31-5-18 0,-3 3-24 0,8 5-30 15,-1 3-28-15,12-4-36 0,7 2-43 0,11-5-148 16,6-2-381-16,8 1 169 0</inkml:trace>
  <inkml:trace contextRef="#ctx0" brushRef="#br0" timeOffset="64821.46">27225 11300 121 0,'-9'-6'197'0,"3"1"2"0,0 1-1 0,6 4-9 0,-9-6-14 15,9 6-11-15,-6-4-20 0,6 4-16 0,0 0-15 16,0 0-2-16,19-13-15 0,-2 10-6 0,3-3-8 15,9-1-16-15,1 2 0 0,4 0-6 0,-3 1-4 16,3-1-11-16,-1 1 0 0,-2-2-12 0,-1 3-18 16,-3-1-20-16,-8 4-25 0,-2-3-25 0,-4 3-27 15,0-3-22-15,-4 2-20 0,-4-1-8 0,-5 2-10 16,11-3-9-16,-11 3-111 0,0 0-283 0,0 0 126 16</inkml:trace>
  <inkml:trace contextRef="#ctx0" brushRef="#br0" timeOffset="65034.88">27338 11177 60 0,'-19'-1'113'0,"1"0"4"0,5 1 0 16,2-2 0-16,1 2-16 0,10 0-4 0,-13 2-6 16,7 0-2-16,3 3 11 0,-1 2 19 0,-1 5 13 15,2 4-3-15,1 10-5 0,-2 0 5 0,4 6 5 16,0-3-5-16,-2 6 0 0,4 11-10 0,-6-11 1 16,4-2-19-16,0 1-10 0,0-1-6 0,2 0-6 0,0-2-9 15,-2-1-1-15,0-1-11 0,2 1-2 16,0-5-12-16,-2 1-1 0,0-7-11 0,0-1-19 15,-2-1-23-15,2-4-29 0,0-1-34 0,0-2-29 16,0 1-35-16,2-3-25 0,-2-8-32 0,0 10-27 0,0-10-125 16,0 7-373-16,0-7 166 0</inkml:trace>
  <inkml:trace contextRef="#ctx0" brushRef="#br0" timeOffset="65430.71">27135 11632 72 0,'4'-10'189'0,"-4"10"-20"0,14-7-14 16,2 1-14-16,2 1-9 0,9-1-8 0,4 0-3 16,3 1-14-16,2 0-3 0,2 1-1 0,0 1-11 0,2 0-8 15,-6 0-10-15,0-1-5 0,1 4-9 0,-7 0 1 16,-8 0-8-16,-2 0-5 0,-4 0-2 0,-1 0-9 16,-4 2-4-16,-2 0-2 0,-7-2-2 0,11 3-1 15,-9 0 8-15,-2-3 12 0,5 9 0 16,-6-2 1-16,1 3 5 0,-4 0-2 0,0 2 2 0,0 0-4 15,1-2-5-15,-2 3-8 0,2-3 2 0,1 0-8 16,0 3 2-16,4-3-6 0,-1 2-1 0,1-2-6 16,5-1 8-16,-2 0-10 0,1-1-1 0,1-4 3 15,-1 1-6-15,6-1 0 0,-1-1 2 0,3-1-2 16,-3-4 2-16,0 1 0 0,3-1 2 0,-3-3 6 16,1 1 5-16,-6-2 7 0,4-1 1 0,-5-3-4 15,1-2-3-15,-2 1-3 0,-2-1 0 0,2-3 0 16,-3-3-1-16,-2 1-2 0,-1-1-4 15,-2 2-6-15,0-1-9 0,0 0-13 0,-2 5-11 0,2 2-25 16,-5-4-31-16,-1 5-34 0,2 3-29 0,-4 3-32 16,0 2-22-16,-3 5-8 0,-1 2-24 0,1 5-140 15,-1 0-394-15,3 3 175 0</inkml:trace>
  <inkml:trace contextRef="#ctx0" brushRef="#br0" timeOffset="65759.18">27712 11867 41 0,'15'-2'168'0,"-3"-1"-2"0,4-4 5 16,-2 1 6-16,-1-3 4 0,7 0-4 0,-6-1-11 16,1-1-8-16,-2-3-9 0,1 1-10 0,-1-2-15 15,-1-7-2-15,-3 6-12 0,-2-1-11 0,3-2-1 16,-7 1-10-16,4-5-12 0,-3 5-2 0,3-8-5 16,-5 11-4-16,-2-2-3 0,0 0-1 0,-2 0-10 15,-2 0-2-15,-1 5-4 0,0 2-1 0,-2-1-1 16,3 3-1-16,0-1-7 0,1 2-2 0,3 7-6 15,-4-7-3-15,4 7-7 0,-4-8-4 0,4 8-3 16,0 0 6-16,0 0-11 0,0 0 7 0,0 0-7 16,0 0 4-16,36 5-3 0,-23-2 1 0,6 3-4 15,-1 1 6-15,1 0-11 0,-1 0 2 0,-3 1-1 16,2 2 0-16,-4 0 2 0,-2 3 0 0,1 2-3 16,-4 0 0-16,-1 2 1 0,-3-2 4 0,1 2-5 15,-4 1-10-15,-2 1-10 0,-2-2-23 0,1 2-30 16,-2-1-27-16,1 0-23 0,-1-3-29 0,2 3-30 15,-2-7-33-15,1 2-167 0,1-2-416 0,1-2 184 16</inkml:trace>
  <inkml:trace contextRef="#ctx0" brushRef="#br0" timeOffset="66291.53">28180 11665 182 0,'1'-6'214'0,"-1"6"-20"0,3-6-13 0,-3 6-20 15,0 0-15-15,0 0-6 0,0 0 4 0,0 0-1 16,0 0 2-16,0 0-8 0,7 27-9 0,-7-15-11 16,0-1-8-16,1 0-7 0,0 2-10 0,3-1-2 15,-4 0-4-15,1-1-8 0,-1-1-7 0,2-3-4 16,0 0-7-16,-2-7-4 0,0 9 7 0,0-9 0 0,2 8 21 16,-2-8 2-16,0 0-13 0,0 0-8 15,0 0-11-15,0 0-4 0,0 0-1 0,0 0-6 16,0 0-5-16,-10-31-2 0,9 21-8 0,2-7 10 15,3 0-16-15,-4 0-1 0,8-9-7 0,-3 6-4 16,6-3-2-16,5-1-3 0,-1 0-4 0,2 5-2 0,-3 4 3 16,1 3-4-16,-1 1-1 0,3 1 2 15,-6 7-8-15,2 3 4 0,-1 2 3 0,-1 2-3 16,5 3-3-16,-6 1 4 0,-2 2 0 0,3 3 2 16,-4 1-1-16,1 0-1 0,0 1 2 0,-3 0-2 0,-3-2 6 15,2-2-6-15,-2 1 0 0,0 1 5 0,1-5-4 16,-1 3 3-16,1-6 0 0,-3-5-1 0,1 12 5 15,-1-12 1-15,2 7 1 0,-2-7 3 16,0 6-2-16,0-6 0 0,0 0 3 0,0 0 10 16,0 0-17-16,0 0 2 0,0 0 1 0,-6-25-4 0,6 16-5 15,0-3 3-15,4 1-4 0,-2-5-6 0,4-3 3 16,1 1-3-16,2 0-5 0,0 3 1 0,3-1-1 16,-1 5 3-16,1-2-1 0,-3 4-1 0,0 1-1 15,-3 1 3-15,2 5-3 0,-2 2 0 0,-6 0 2 16,12 9 1-16,-7-3 3 0,0 4-1 0,-3 0 1 15,1 5-5-15,-1 2 6 0,-2 1-12 0,-2 0-22 16,-3 1-28-16,1 0-33 0,-2 0-38 16,-2 5-46-16,4-6-38 0,-1 1-222 0,1 0-482 0,1-2 213 15</inkml:trace>
  <inkml:trace contextRef="#ctx0" brushRef="#br0" timeOffset="66615.48">29468 11369 2520 0,'0'-27'70'0,"-4"0"-41"0,-3 3-7 0,-1 8-8 16,1 0 6-16,-1 2 4 0,3 4 2 0,-3 1 5 16,3 3 5-16,-1-1-6 0,0 4 0 0,6 3 11 15,-10 0 5-15,10 0-1 0,-11 17 10 0,2-1 4 16,-5 10 3-16,4 2-1 0,-2 5 2 0,-3 12-8 15,4-1 8-15,-2 5-8 0,5-4 3 0,3-10-4 16,-3 11 0-16,0-12 1 0,2 1-3 0,0-1-8 16,2 2-1-16,-1-1-3 0,1-2-3 0,-1-3 0 15,2-2-10-15,-1-2-6 0,2 0 1 0,-1-7 5 16,2 0-6-16,-2-2-7 0,2-1-9 0,0 0-12 16,-1-3-25-16,1-3-31 0,0 1-24 0,0-3-33 15,-1-1-42-15,2-7-45 0,0 10-35 0,0-10-53 16,0 0-181-16,0 0-515 0,0 0 228 0</inkml:trace>
  <inkml:trace contextRef="#ctx0" brushRef="#br0" timeOffset="67066.62">28970 11661 81 0,'0'0'200'0,"9"-14"-17"0,1 10-17 15,8-2-13-15,2-1-11 0,12-4-11 16,3 0-9-16,2 3-8 0,15-5-9 0,0 3-8 0,-1-2-13 15,-13 6-4-15,0-2-8 0,2 3-3 16,-2 2-5-16,-2-4-7 0,-7 3-2 0,0-1-5 16,-10 0 0-16,-3 1 0 0,-3-1 11 0,-3 2 13 0,-2 0 11 15,-1 3-6-15,-7 0-1 0,8-4-5 16,-8 4-5-16,4-6-5 0,-4 6-2 0,0 0-6 16,0 0-5-16,-25 3-3 0,13 4-2 0,-6 4 6 15,-3 3-11-15,0 2 3 0,-1 1-3 0,2 3-4 0,2-1-3 16,4-3-6-16,4 0 2 0,-3-1-7 0,5-1-2 15,2 3 0-15,3-4-3 0,2-1 2 0,0-3-3 16,3 1-4-16,2-1 3 0,0-1-5 16,1-1-4-16,3-3-4 0,1 0-6 0,-2-2-5 0,4-2-6 15,1 0-6-15,0-2 3 0,1 1 2 0,-1-5 1 16,-1 1 0-16,0-1 3 0,-1-2-2 0,-1-1 2 16,0 0-2-16,-4-2 1 0,1 2 3 15,-1-4 2-15,1-1-3 0,-5 5 3 0,-1 1 2 16,4 0 0-16,-1 2 4 0,-3 6-5 0,2-10 0 0,-2 10-3 15,0 0 3-15,0 0-2 0,0 0 1 0,0 0 7 16,0 0-6-16,5 27 3 0,-3-16 0 0,-1 5 3 16,-1-4-5-16,3 1-24 0,0 1-32 0,1 0-46 15,1 0-69-15,0-3-52 0,-1 0-191 0,0-2-454 16,4-1 201-16</inkml:trace>
  <inkml:trace contextRef="#ctx0" brushRef="#br0" timeOffset="67299.47">29879 11518 99 0,'-7'-8'247'16,"2"3"-12"-16,0 3-13 0,-5-3-14 0,10 5-6 0,-17 5-8 16,6 2-8-16,-2 7-6 0,0 2-18 0,-1 9-9 15,5-9-17-15,-2 6-12 0,2 2-13 0,4 0-5 16,2-4-13-16,3-5-10 0,3 4-3 0,2-3-14 15,5-1 2-15,3 2-8 0,1-3-19 0,1-4-23 16,3 0-26-16,2-3-32 0,2-3-39 0,6 1-36 16,0-4-37-16,0-1-31 0,-1-3-34 0,2-3-163 15,-10 1-412-15,6-3 182 0</inkml:trace>
  <inkml:trace contextRef="#ctx0" brushRef="#br0" timeOffset="67517.2">30174 11339 27 0,'0'-11'246'0,"1"4"-15"0,-1 7-20 0,0-10-19 16,0 10-10-16,0 0 2 0,0 0-3 0,0 0 14 15,-5 25-3-15,0-6 1 0,1 8-9 0,-4 5-9 16,3 0-13-16,0-2-18 0,1 1-12 0,-1-1-19 16,3-2 5-16,-1 1-21 0,-1-2-10 0,3-1-8 15,0 0-4-15,1-7-13 0,-2 0-28 0,4 0-37 16,-2-2-33-16,-2-2-31 0,1 2-26 0,-1-5-40 15,2 0-37-15,-2-2-34 0,0-1-24 0,-2-4-199 16,-1 0-464-16,-1-2 206 0</inkml:trace>
  <inkml:trace contextRef="#ctx0" brushRef="#br0" timeOffset="67825.45">30161 11553 169 0,'10'-5'178'15,"-2"3"-7"-15,2 1-4 0,-1 2-10 0,-9-1-8 16,17 4-5-16,-8 2-8 0,0 0-13 0,1 1-6 16,-2 1-7-16,4 4 1 0,-4-3-2 0,2 0-4 15,-1-1-1-15,4 3-4 0,-4-2-4 0,4-2-1 16,-4-2-6-16,2 2-2 0,1-3-2 0,-2-1-1 16,1-2-1-16,1 0-6 0,-3-2-2 0,1 0-3 15,1-2-2-15,-3 0-8 0,-1-1 1 0,0-1 4 16,1 1-6-16,-2-3-13 0,1-2 0 0,-2 1-8 15,-3-2 2-15,1-2-4 0,-1 0-5 0,-5 0-2 16,1 0-7-16,-1 0-7 0,-3-5 1 0,0 1-16 16,-4 2-16-16,-2 1-17 0,1 6-15 0,-2 1-18 0,0 0-16 15,-5 2-19-15,2 6-41 0,-2 0-48 16,1 5-42-16,1 3-41 0,-2 0-145 0,2 2-451 16,4 2 200-16</inkml:trace>
  <inkml:trace contextRef="#ctx0" brushRef="#br0" timeOffset="68194.82">30385 11709 216 0,'6'-6'225'0,"3"0"-7"0,0 0 1 0,1-3-8 16,-2 0-10-16,0-2-5 0,4-2-21 0,0 0-10 0,-1-2-18 16,1 1-12-16,1-2-9 0,-2 0-12 0,3-5-13 15,-2-1-3-15,2 0-7 0,-10 6 3 16,2 1 0-16,-2 5-4 0,0-4-8 0,-4 4-9 15,-3-2 1-15,4 0-5 0,-4 1-1 0,-3 1 5 16,3 4-7-16,-1-3-2 0,0 4-10 0,-1 0-3 0,0-1-9 16,5 6 12-16,-10-6-18 0,10 6-9 0,-7-5 0 15,7 5-10-15,-5-4-4 0,5 4 4 16,0 0-11-16,0 0 2 0,0 0 1 0,0 0-2 16,0 0-3-16,24 7 2 0,-6-4-1 0,-6 2-3 0,6 1 5 15,-1-1-4-15,-1 0-1 0,-5 2-2 0,2-2 0 16,0 5-2-16,-3-1-4 0,-1 1 3 15,0 4 1-15,-3 3-1 0,3 1 3 0,-5 1 4 16,-1-1 3-16,-2-1-4 0,-1 0-2 0,-3 1 5 16,2 0-5-16,0-2-9 0,-4 0-29 0,0-4-45 0,2 1-50 15,-1-2-48-15,3 0-59 0,-2 0-48 0,2-2-201 16,0-3-528-16,1-6 234 0</inkml:trace>
  <inkml:trace contextRef="#ctx0" brushRef="#br0" timeOffset="68582.42">31343 11373 149 0,'-10'-11'269'16,"2"4"-12"-16,-2-1-6 0,-3 6-5 0,1-1-6 0,-7 4-14 16,-1 3-4-16,0 4-13 0,-7 4-18 0,0 6-16 15,3 0-9-15,1 1-14 0,0 2-18 0,2 0-6 16,5 0-18-16,7-6-3 0,-1 2-13 0,4-1-13 15,3 1-10-15,3-5-4 0,2 1-5 16,-1-2-6-16,3 0 0 0,4 0-16 0,0-2-5 16,1-3-4-16,0-2-1 0,1-1-7 0,0-3 0 15,-1 0-1-15,-9 0-3 0,18-4 4 0,-11 0-9 0,3-1 3 16,-3-5-4-16,-2 4 7 0,2-1-9 0,-4-5 0 16,3 2-4-16,-1-6 2 0,1 1 0 0,-3 3-1 15,0-5 0-15,0 6-1 0,1 1-2 0,-2 4 3 16,1-4 0-16,-3 10-3 0,3-11 1 0,-3 11-8 15,2-6 0-15,-2 6-5 0,0 0 3 0,0 0 5 16,0 0-4-16,0 0 2 0,6 23 3 0,-6-11-6 16,2 0 9-16,-2 5-3 0,1 0 5 15,-1-2-24-15,1 0-26 0,2 1-34 0,-1 0-40 0,0 0-41 16,0-3-60-16,3-4-48 0,1 1-54 16,-4-1-166-16,3-3-525 0,-5-6 234 0</inkml:trace>
  <inkml:trace contextRef="#ctx0" brushRef="#br0" timeOffset="68930.53">31426 11494 191 0,'5'-4'223'0,"-5"4"-12"16,7-2-11-16,-7 2-6 0,0 0 4 0,0 0-7 16,9 12-6-16,-8-5-4 0,3 4-3 0,-4-2-20 15,3 3-5-15,-2-2-11 0,-1 1-11 0,0-2-10 16,0 0-14-16,0-2-7 0,0-7-7 0,0 11-8 15,0-11-5-15,1 7 3 0,-1-7 6 16,0 0 0-16,1 8-1 0,-1-8-8 0,0 0-5 16,0 0-4-16,0 0-7 0,0 0-8 0,0 0-7 0,0 0 0 15,0 0-9-15,0-33-10 0,3 22-10 0,1 2-5 16,-1-1-5-16,4-5-1 0,3 3 5 16,0-2-13-16,1 0 4 0,-1-1-3 0,4 5-2 0,-3 2 1 15,-2 2-5-15,3 1 9 0,-3-1-10 0,-3 4-6 16,-6 2 4-16,14 2-2 0,-6 1-3 0,-2 1 11 15,3 4-5-15,-3-1 1 0,0 3-1 0,-1 1 3 16,-1-1-6-16,0 2-16 0,-2-1-31 0,3 0-32 16,-2 2-32-16,-2-3-43 0,1 2-48 0,2-5-47 15,1 2-49-15,-1-3-154 0,5 1-498 0,4-1 221 16</inkml:trace>
  <inkml:trace contextRef="#ctx0" brushRef="#br0" timeOffset="69356.95">32009 11428 27 0,'0'-15'223'0,"-1"2"-1"0,0 1 1 16,-2 2 5-16,-2 1 3 0,0 1-6 0,1 3-18 15,-5-1-14-15,1 2-18 0,1 4-5 0,7 0-6 16,-30 9-3-16,14 0-10 0,-2 2-15 0,-4 4-9 16,7-2-8-16,-1 1-19 0,0 6-8 0,9-4-12 15,0 0-10-15,3 1-2 0,-1-2-8 16,3 1 3-16,6-1-13 0,1-2 0 0,4-2 0 0,4 0-7 15,-1-3-12-15,4-1-5 0,2-3-7 0,0-1-4 16,1-3 11-16,-2-2-13 0,2-3-4 0,-2-2 1 16,0 1-4-16,-4-1 7 0,1-6 3 0,-2 1-14 15,-3-3 9-15,-3 0-5 0,0-4-1 0,-2-5-1 16,-1-3-8-16,2 1 1 0,-5-2 3 0,0 3 0 16,-1-5-2-16,-1 2-6 0,1-4 7 0,0 3-3 15,0-3 4-15,2 1 7 0,-4 4-4 0,3 7 8 16,0 2 7-16,2 4 9 0,-2 4 3 0,0 1 3 15,0 9-7-15,1-11-8 0,-1 11 0 0,0 0-5 16,0 0 1-16,0 0 9 0,5 28 0 0,-6-2 4 16,-1-6-2-16,2 6-8 0,0 2-8 0,2-1 7 15,-2 0-4-15,1 1 0 0,2 0 0 0,-2-1-3 16,3 0 3-16,-2 2-22 0,5 1-28 0,-4-3-27 16,0-3-32-16,-3-4-36 0,4 6-42 0,-4-6-33 15,1-1-43-15,0-1-45 0,-6 8-211 0,0-6-549 16,-1-3 243-16</inkml:trace>
  <inkml:trace contextRef="#ctx0" brushRef="#br0" timeOffset="69961.85">27453 12530 27 0,'-4'-27'220'16,"2"3"-1"-16,-1-4-8 0,-1 9 0 0,2 0 0 16,-2 0-7-16,4 0 4 0,0 3-9 0,-2 6-9 15,1-2-7-15,0 5-25 0,1 7-15 0,0-9-17 16,0 9-18-16,0 0-9 0,0 0-8 0,0 0-1 15,4 29-8-15,-2-1-6 0,0 5-3 0,-6 14-1 16,4 2-4-16,-5-1-9 0,0-2-4 0,1 0-9 16,0-10-4-16,-1 11 1 0,1-11-7 0,2 9-6 15,0-13-5-15,2 0-12 0,-3 1-30 0,1 0-20 16,0 1-32-16,-1-2-39 0,0-6-42 0,-3 1-56 16,6-8-39-16,-4 0-220 0,0-8-503 0,1 0 223 15</inkml:trace>
  <inkml:trace contextRef="#ctx0" brushRef="#br0" timeOffset="70441.89">27424 12671 1993 0,'21'-28'28'0,"1"2"3"0,1 4-31 0,-3 5 2 16,2 3-7-16,-3 6 1 0,-4 2 2 0,-4 2 7 15,1 4 8-15,-1 3 2 0,2 1 9 0,-6 2 1 16,0 3 5-16,-1 2-7 0,-2 1 1 0,-3 4 1 15,-4 1-5-15,-1 2 0 0,-4-2-1 0,-2-1-6 16,-6 6-4-16,-1-3-8 0,-1-2-3 0,0-5-2 16,2-2-4-16,0-1 3 0,-1-2-1 0,-2-2 2 15,8 0-1-15,-1-3 3 0,3 1 9 0,1-1 9 16,2-2 2-16,6 0 4 0,-10 2-8 0,10-2-2 16,0 0-1-16,0 0-1 0,0 0-5 0,0 0 3 15,0 0-1-15,0 0-2 0,29-1 5 0,-11 0-6 16,3 1 6-16,-1-2-5 0,7 0 2 0,0-1-2 15,2-2-2-15,-2-1 10 0,2 0-9 0,-1 0 2 16,-2-3 3-16,-6 3-7 0,1 2 3 0,-4-6 0 0,-1 2 0 16,2-2 2-16,-7 3-1 0,0-3 4 15,-2-2 0-15,1-2 1 0,-2 4 4 0,-5 0 6 16,3-6 3-16,-6 4-5 0,0 0-1 0,0-5 5 16,-2 4 5-16,0 2 7 0,-2-1-4 0,-1 3-1 15,1-1 3-15,-3 3 2 0,2 3-8 0,-1 0-2 0,-2 3 0 16,8 1-7-16,-22 4 4 0,9 6-4 15,-1 1-4-15,-1 4 1 0,0 7-1 0,1 0 0 0,2 1-1 16,3-5 2-16,4 1-8 0,3 1-5 16,-2-4-20-16,6 2-24 0,1 0-22 0,3-2-33 0,4-2-30 15,3 0-34-15,7-5-32 0,8-1-39 0,-9-2-127 16,12-2-389-16,1-4 173 0</inkml:trace>
  <inkml:trace contextRef="#ctx0" brushRef="#br0" timeOffset="71017.2">28175 12601 130 0,'-3'-6'216'0,"0"2"-4"0,-7-2-7 0,4 2 4 0,-1 3-26 15,7 1-4-15,-23 6-1 0,7 2-10 16,0 3-8-16,0 0-5 0,-5 8-16 0,3 0-13 0,5-4-10 16,4 1-14-16,-2-3-6 0,5 2-9 0,0 1-9 15,1-4-9-15,4 0-2 0,-2-2-10 0,7 0-2 16,0-1-9-16,1-4 2 0,3 2-12 0,4-1-5 15,0-5-12-15,-1-1-4 0,3-1-6 0,-2-1 1 16,1-2-4-16,-3-4-2 0,1 3 7 0,1-3-4 16,-2-2-1-16,0-2-1 0,-1 4-4 0,-2-9 4 15,-1 6-2-15,-2-4 3 0,-1-2-2 0,1 3 2 16,0-3 0-16,-2 4-6 0,-1 2 2 0,-2 0 2 16,2 2-2-16,-1 9 6 0,-1-14-3 0,1 14-2 15,0-8-9-15,0 8 1 0,0 0 1 0,0 0 5 16,0 0-2-16,0 0 0 0,0 0 1 15,0 28-2-15,1-16 4 0,1-1 0 0,1 2 0 0,1-1 3 16,1-1 0-16,3 1 0 0,2-1-2 0,3 0 5 16,2-1-3-16,2-3 3 0,1 0 0 0,3-2-9 15,7-5 0-15,3 0-7 0,-3-2-4 0,-1-1-5 16,-5-1 2-16,-2-2 2 0,-4-2-1 0,3 0 3 16,-5-1 2-16,-5 0 4 0,3-5-4 0,-3 1 3 15,-2-2-1-15,-5-2 0 0,0 0 5 0,-2-2 1 16,-3 2 3-16,1-4 2 0,-2-3-1 0,-1-2-1 15,1 1 3-15,-3 6-1 0,0 0 9 0,-1 2 19 16,3 1 5-16,2 6 4 0,-1 1 11 0,3 5-4 16,-1-4 0-16,2 8-12 0,-6-8-4 0,6 8-3 15,0 0-2-15,0 0 6 0,0 0 13 0,0 29-3 16,-1-10 1-16,-2 7-1 0,3-1 1 0,-2 5 0 16,0 0-6-16,-1-1 1 0,1-1-5 0,2 0 10 15,0-1-19-15,0-2-4 0,0-1 1 0,2 0-5 16,-2-5-35-16,4-2-34 0,-1-1-41 0,-2 1-44 15,1-5-47-15,2 1-58 0,-1-2-43 0,-1-2-238 16,1-3-565-16,-2-2 250 0</inkml:trace>
  <inkml:trace contextRef="#ctx0" brushRef="#br0" timeOffset="71291.39">28725 12511 137 0,'5'-8'287'0,"0"3"-15"15,-1 2-11-15,-4 3-13 0,4-8-21 0,-4 8-18 16,0 0-17-16,0 0-19 0,0 0-19 0,0 0-11 16,-27 9-17-16,15-4-8 0,-2 3-18 0,0 1-4 15,-3 0-12-15,3 1-3 0,3-3-16 0,1-1 5 16,1-1-17-16,0-1-7 0,2 0-6 0,1-1-3 16,6-3-9-16,-8 6-7 0,8-6-1 0,-5 4-4 15,5-4-8-15,-1 9 0 0,1-9 2 0,0 15-3 16,1-4 1-16,3-3-3 0,-1 4-3 0,3 0 2 15,0-2-14-15,3 5-17 0,2-4-15 0,-3-1-25 16,5 4-32-16,3-4-36 0,2 0-37 0,8-1-31 16,2-2-48-16,0-3-141 0,6-4-425 0,0 1 189 15</inkml:trace>
  <inkml:trace contextRef="#ctx0" brushRef="#br0" timeOffset="71567.73">29586 12355 2048 0,'1'-32'118'0,"-1"1"-75"0,-5 1 2 0,-4 4 14 16,0 1 7-16,0 9 19 0,-1 0 7 0,0 2 0 15,0 2 1-15,1 3 15 0,1 2 5 0,0 2-22 16,-2 4-7-16,0 3 0 0,0 8 2 0,-3 5-4 16,-2 9 0-16,-1 8 0 0,0 12-7 0,3 3-5 15,3 1 0-15,2 0-3 0,-1-3 1 0,5 1 2 16,-2 1 1-16,1-3-15 0,2-8-1 0,1-2-6 15,-1 1 7-15,0-1-21 0,-2 0 6 0,-1-1 0 16,2-1-12-16,-2-2-2 0,1 2-4 0,-1-6-11 16,-1 1-52-16,-2-1-27 0,-1-2-31 0,-2-2-37 0,-1-6-42 15,3-3-45-15,-1 0-44 0,3-4-44 16,-2-1-216-16,1-6-570 0,-3 0 253 0</inkml:trace>
  <inkml:trace contextRef="#ctx0" brushRef="#br0" timeOffset="72019.16">29140 12647 183 0,'1'-6'240'0,"-1"6"-26"0,12-11-14 0,-2 4-21 16,5-2-10-16,4 2-21 0,8-3-10 0,3 3-17 0,3-1-10 16,4 1-10-16,-5 0-10 0,4 0-10 15,-2 1-8-15,2-2-6 0,-4 1-7 0,-4 3-6 0,-7-2-4 16,-1 2-8-16,-7 3-1 0,-1-3-2 15,-4 2 14-15,0 0 8 0,1 0 9 0,-9 2-1 16,7-4-6-16,-7 4-5 0,0 0-6 0,0 0-8 0,0 0-2 16,0 0 3-16,0 0-5 0,-25 10-1 0,8 2 0 15,1 1 1-15,-6 5 2 0,0 3-9 16,3 1-3-16,0-1 0 0,5 0-5 0,2-6-2 16,2 2-2-16,4-2-3 0,-1 0-4 0,2-1 3 15,5-2-4-15,0-3 1 0,4 4-7 0,1-5-5 0,0-2-9 16,3 0-8-16,3-3-5 0,2-3-4 0,-1 0-2 15,2 0 0-15,-3-3 4 0,3-3-3 0,-2 0 7 16,-1 1 1-16,3-6 1 0,-3 3-1 16,-4-3 5-16,2-2-1 0,-2 2 4 0,-1-3 1 0,-1 2 2 15,-1-2 2-15,1 1 1 0,-1 3 3 16,-2 1 11-16,1 3 2 0,-2-1 0 0,-1 7-4 0,2-7-3 16,-2 7 1-16,0 0 0 0,0 0-2 0,0 0 6 15,0 0-2-15,5 17-2 0,-5-7 0 16,0-1 2-16,1 1-5 0,0 3 1 0,2-1-28 0,-2-1-35 15,2 0-47-15,2 1-51 0,2-4-57 0,1-1-235 16,1 0-485-16,1-2 215 0</inkml:trace>
  <inkml:trace contextRef="#ctx0" brushRef="#br0" timeOffset="72252.83">30090 12498 95 0,'-4'-9'271'0,"-2"1"-8"16,3 2-13-16,-5 3-16 0,0 2-13 0,8 1-15 16,-20 8-8-16,8-1-9 0,1 7-13 0,-8 5-10 15,5 1-12-15,1-4-13 0,3 2-16 0,1 4-13 16,0-3-11-16,5 0-9 0,3-2-8 0,-1 1-7 16,5-3-8-16,1 0-22 0,5-1-21 0,-2-4-14 15,8 1-24-15,0-1-29 0,3-3-32 0,5-3-41 16,4 0-40-16,1-3-44 0,1-2-26 0,-1-3-192 15,-10 0-450-15,4-3 199 0</inkml:trace>
  <inkml:trace contextRef="#ctx0" brushRef="#br0" timeOffset="72504.28">30439 12243 137 0,'2'-10'291'0,"-2"3"-14"16,1 1-22-16,-1 6-22 0,0-9-23 0,0 9-7 15,0 0 15-15,0 0-7 0,3 24-5 0,-6-5-16 16,2 5-4-16,-1 6-21 0,2-2-9 0,-4 0-1 16,2 1-13-16,-2 0-13 0,2-1-1 0,1 3-12 15,1-1-16-15,-2-5 1 0,5 2-13 0,-4-3-18 16,-1 2-8-16,2-6-6 0,0-3-16 0,2-1-15 16,-5 1-31-16,2-2-31 0,-1-5-32 0,2 1-26 15,-2 0-30-15,1-2-21 0,-1-2-23 0,2-7-29 16,-2 10-24-16,2-10-29 0,-5 6-32 15,5-6-143-15,-9 0-460 0,9 0 205 0</inkml:trace>
  <inkml:trace contextRef="#ctx0" brushRef="#br0" timeOffset="72817.25">30363 12492 6 0,'4'-3'182'0,"-4"3"-4"0,10-4-4 16,-10 4-13-16,15 0-5 0,-7 0-7 0,2 4-9 15,0-1-3-15,2 3-6 0,-3 0-6 0,2 1 0 16,4 2-7-16,-3-2-6 0,2 3-4 0,0-1-7 16,-2-1-6-16,-2-3-4 0,3 2-5 0,-3 0 2 15,3-5-4-15,4 4-1 0,-6-4-1 0,4 0-2 16,-2-1 0-16,2-1 0 0,-2-1-3 0,0-2-1 16,0 1-6-16,-4-3 1 0,3-1-2 0,-1 0-1 15,-3 0 3-15,0-2-4 0,-1-1-10 0,-2 2 4 16,-1-3-6-16,-2 0-1 0,0-2-4 0,-5 1-4 15,0 0-8-15,1-3-4 0,-3 4-1 0,-2-1-9 16,0 2-10-16,0 0-19 0,-2 4-25 0,-1-2-29 16,-1 3-24-16,0 2-22 0,-1 4-36 0,0 2-39 15,2 1-40-15,0 3-44 0,-2 6-220 0,4-5-523 16,-3 6 231-16</inkml:trace>
  <inkml:trace contextRef="#ctx0" brushRef="#br0" timeOffset="73213.84">30749 12724 180 0,'10'-3'226'16,"-1"-3"-5"-16,3 2 6 0,-1-3-6 0,1 1-18 15,3-5-3-15,-1 0-14 0,1 1-9 0,-1 1-7 16,2-3-11-16,-2 0-7 0,1-3-19 0,-2 0-9 16,0-1-9-16,2 1-9 0,-2-1-6 0,1-10-14 15,-5 10 2-15,-1 0-8 0,-1-3-1 0,-2 3-2 16,0 1 0-16,-3 4-1 0,-1 0-4 0,-4-2-1 15,-2 1 0-15,0 2-7 0,-1 1-1 0,-2 0 4 16,-1 2-23-16,0 3-2 0,0 0-4 0,3 1-5 16,6 3-1-16,-10-2-4 0,10 2-2 0,-10-3-4 15,10 3-6-15,-8-1 2 0,8 1-4 0,0 0-6 16,0 0 10-16,0 0-7 0,0 0 0 0,0 0 0 16,0 0-8-16,0 0 7 0,19 15-3 0,-9-13-5 15,3 1 7-15,0 0-11 0,-2-2 8 0,1 2-8 16,-1 0 2-16,0 4-3 0,-1-2-2 0,-3 2 3 15,2 2 1-15,-3-1-2 0,4 6 3 0,-8-2-2 16,3 3 4-16,-2 1 6 0,-1 1-7 0,-2-1 3 16,0 1 3-16,0 1 6 0,0-2-9 0,0 1 3 15,2-1-11-15,-2-5-30 0,2 2-27 0,0-4-33 16,-1 0-31-16,3 1-43 0,-3-2-37 0,7-2-60 16,-3-1-59-16,0 1-181 0,4-3-546 0,3 0 242 15</inkml:trace>
  <inkml:trace contextRef="#ctx0" brushRef="#br0" timeOffset="73350.8">31412 12613 276 0,'0'0'278'0,"0"0"-24"15,0 0-13-15,0 0-12 0,0 0-22 0,0 0-18 16,0 0-20-16,-20-5-17 0,20 5-30 0,0 0-36 16,-14 1-43-16,14-1-51 0,-12 5-60 0,12-5-72 15,-9 0-199-15,9 0-367 0,-16 0 164 0</inkml:trace>
  <inkml:trace contextRef="#ctx0" brushRef="#br0" timeOffset="97742">13798 8733 1 0,'0'-11'53'0,"0"11"-3"0,0 0-8 0,0-9 7 0,0 9-12 15,0 0-2-15,-2-10-4 0,2 10 2 0,0 0-8 16,2-10 1-16,-2 10-6 0,0 0 3 0,-2-8-4 15,2 8-2-15,0 0-11 0,0 0 4 0,0-11-1 16,0 11 3-16,0 0-7 0,0 0-2 0,-2-7-3 16,2 7 0-16,0 0-10 0,0 0 4 0,0 0 1 15,0 0-5-15,0-9 2 0,0 9 2 0,0 0-2 16,0 0 5-16,0 0 3 0,2-8-8 0,-2 8 4 16,0 0 3-16,0 0-3 0,0 0 3 0,2-9 3 15,-2 9 3-15,0 0-5 0,0 0 5 0,0 0 4 16,0-10 1-16,0 10 5 0,0 0 4 0,0 0-4 15,0 0 1-15,0 0 5 0,-4-8-1 0,4 8 2 16,0 0-19-16,0 0 22 0,0 0 8 0,-1-8-13 16,1 8 9-16,0 0-1 0,0 0-4 0,0 0-2 15,0 0-1-15,0 0 7 0,0 0 3 0,-4-6-5 16,4 6 11-16,0 0-1 0,0 0 2 0,0 0 3 16,0 0-2-16,0 0 1 0,0 0-6 0,0 0 2 15,0 0-2-15,0 0-3 0,0 0-6 0,0 0 6 16,0 0-17-16,0 0-3 0,0 0 0 0,0 0 1 15,0 0-3-15,0 0-4 0,0 0-8 0,0 0 5 16,0 0-4-16,-4 30 2 0,4-20 11 0,2 6-12 16,-4 4 5-16,2 6-1 0,0 2-6 0,0 0 6 15,0 0-6-15,-5 2 10 0,5-1-7 0,-1 0 7 0,-1-1-1 16,0 2-4-16,2 0-1 0,0-2-7 16,0 1 9-16,0 4-1 0,0 1-1 0,0 0 2 15,2 0 7-15,0-5-6 0,-4 4-7 0,4 0 6 16,-1-1-6-16,-1 0-5 0,0 0 13 0,0 1-5 15,3 0 5-15,-3-2-1 0,0 3 1 0,0-1-2 0,-3-4-1 16,3 2 5-16,3-4-15 0,-6 1 7 16,3-2 2-16,0-1 1 0,-1 0 2 0,1-2-5 15,-2-4 4-15,2 1 3 0,-2-4-2 0,-2 0-3 0,4-4 4 16,0 1-5-16,-4-2-2 0,4-4 4 0,-1 1-2 16,-1-1-13-16,0-1-3 0,2-6-12 0,-2 11 1 15,2-11-10-15,-2 7-12 0,2-7-16 16,0 0-33-16,-10 1-89 0,10-1-202 0,0 0 89 0</inkml:trace>
  <inkml:trace contextRef="#ctx0" brushRef="#br0" timeOffset="98311.57">13793 9074 55 0,'0'0'113'0,"0"0"-1"16,-8-3-10-16,8 3-7 0,0 0-16 0,0 0-1 15,0 0-6-15,0 0-8 0,0 0-9 16,0 0-7-16,0 0-9 0,0 0-5 0,0 0-2 0,0 0-2 16,0 0-20-16,0 0 24 0,26 1 0 0,-12 1 9 15,6 0 13-15,0 0-5 0,3-2-1 0,6 3-3 16,-2-3-11-16,2-2 2 0,-1 1-4 0,-7 0-2 16,0 0-5-16,0-1-2 0,-4 0 5 0,3 1-3 15,-7 1-1-15,-1-2 1 0,-3 1-4 0,0 1 1 16,-9 0 3-16,14-3-1 0,-8 3 1 0,-6 0-2 15,7-2 2-15,-7 2-4 0,0 0 1 0,13-3-5 16,-13 3 2-16,0 0-1 0,0 0-7 0,0 0 1 16,7 0 0-16,-7 0-20 0,0 0-24 0,0 0-43 15,0 0-42-15,0 0-45 0,0 0-103 0,0 0-286 16,0 0 127-16</inkml:trace>
  <inkml:trace contextRef="#ctx0" brushRef="#br0" timeOffset="98857.59">14355 8919 106 0,'0'0'154'15,"-2"-10"2"-15,0 4 2 0,2 6-6 0,-2-11-3 16,2 11-10-16,-3-8-13 0,3 8-11 0,0 0-10 16,0-10-11-16,0 10-14 0,0 0-7 0,0 0-10 15,0 0-11-15,0 0-6 0,0 0-8 0,0 0-3 16,0 0-5-16,0 0-6 0,0 0-2 0,7 29-3 15,-5-17-4-15,2 5 3 0,2 0-4 0,-2-1-7 16,2 2 2-16,-3 0 4 0,3 7-4 0,-2-6 0 16,-2-1 2-16,-1-2-4 0,3 2 10 0,-4 2-5 15,5-4-6-15,-4 0-1 0,2 0-1 0,-2 1-1 16,1-6-12-16,0 2-2 0,0-2-21 0,0-2-21 16,-1 0-14-16,1-2-21 0,0 0-10 0,-2 0-23 15,0-7-11-15,4 8-11 0,-4-8-81 0,0 0-242 16,0 0 107-16</inkml:trace>
  <inkml:trace contextRef="#ctx0" brushRef="#br0" timeOffset="99042.75">14404 9133 32 0,'5'-1'86'0,"-5"1"1"0,19-1-7 0,-6-1-16 15,0-1-7-15,3-1 1 0,1-1-13 0,2 0-13 16,-1-1-14-16,0 1-12 0,0 0-14 0,-5 2-11 16,1 0-16-16,-2-3-7 0,0 1-36 0,-1 0-83 15,-2-2 38-15</inkml:trace>
  <inkml:trace contextRef="#ctx0" brushRef="#br0" timeOffset="99265.74">14634 8889 113 0,'0'0'166'0,"-3"-6"-23"16,3 6-11-16,0 0-11 0,0 0-10 16,0 0-14-16,0 0-17 0,0 0-4 0,0 0-9 0,0 0-10 15,0 0-8-15,0 0 2 0,4 23-5 16,-1-11-8-16,-5 1-6 0,4 2-5 0,0 2 2 16,3-2 0-16,-1 3-1 0,-3-1-4 0,1 2-3 15,0 0-4-15,2 1-1 0,0-1 2 0,-2 1-5 0,1-1 3 16,-3 0-13-16,2 7-25 0,-2-7-22 0,0-1-29 15,-2 2-28-15,2-4-30 0,0 1-78 0,-2-4-225 16,1-3 100-16</inkml:trace>
  <inkml:trace contextRef="#ctx0" brushRef="#br0" timeOffset="99439.89">14813 9164 73 0,'3'-6'179'0,"-3"6"-14"0,0 0-11 16,0 0-15-16,3-7-15 0,-3 7-15 0,0 0-14 16,0 0-12-16,0 0-29 0,0 0-24 0,0 0-38 15,0 0-21-15,0 0-24 0,0 0-39 0,0 0-79 16,0 0-184-16,0 0 81 0</inkml:trace>
  <inkml:trace contextRef="#ctx0" brushRef="#br0" timeOffset="100456.62">14993 8987 101 0,'0'0'214'0,"0"-9"-6"0,0 9-6 0,0-9-10 16,0 9-19-16,0 0-13 0,2-8-19 0,-2 8-14 15,0 0-18-15,0 0-11 0,0 0-14 0,0 0-11 16,0 0-5-16,0 0-11 0,0 0-7 0,0 0-2 16,0 0-11-16,7 22 3 0,-3-11-5 0,-1 5-3 15,0 0-7-15,-2-1 1 0,2 1-3 0,1-2-2 16,-2-2-1-16,2 2-3 0,-1-1-1 0,-1 0-4 16,2-1-3-16,0-1 2 0,-1-1-7 0,3-1-2 15,-4 3-6-15,2-5-1 0,2 0-4 0,-2-1-1 16,-1 0 0-16,3-3 3 0,1 1 0 0,-7-4 0 15,10 5 2-15,-6-2 0 0,-4-3 0 0,11 0 0 16,-11 0 2-16,12-3 3 0,-6-2-1 0,-1 3 3 16,-1-3 1-16,2 1 0 0,1-5-3 0,-2 0 3 15,0 1-1-15,-1 0-2 0,-2-2 1 0,1 1 1 16,2-2-2-16,-1 2 5 0,-2 2-5 0,0 0 4 16,-2 7-6-16,2-12 1 0,1 7 0 0,-3 5 0 15,2-9-6-15,-2 9 2 0,0 0-13 0,0-8 0 16,0 8-6-16,0 0 2 0,0 0 3 0,0 0 4 15,0 0 2-15,0 0-2 0,20 10 4 0,-17-7 2 16,1 3-2-16,1 2-7 0,-1-3 7 0,0 0 5 16,6 3-7-16,-3 0 2 0,0-3 0 0,0 4 3 15,0-6-3-15,0 0-3 0,-1 0 5 0,-1-1 2 16,2 2 1-16,-7-4 7 0,14 3 1 0,-14-3-4 16,10-3 3-16,-10 3 2 0,13-4 4 0,-9-1 8 15,-1 1 2-15,0-4-6 0,2-2 5 0,-3-1-6 16,1 2-2-16,0-4 3 0,-1 0-1 0,-2-3 2 0,2-1-1 15,-2-1-3-15,-2 1-2 0,0-1 2 0,-1 3-2 16,-1 0 0-16,3 3-3 0,0-1 7 16,-2 4-6-16,1 2 1 0,-1 1-2 0,3 6 2 15,-2-11-13-15,2 11-9 0,0 0-26 0,0-10-19 0,0 10-34 16,0 0-19-16,0 0-21 0,0 0-17 0,0 0-119 16,0 0-294-16,0 0 131 0</inkml:trace>
  <inkml:trace contextRef="#ctx0" brushRef="#br0" timeOffset="100635.46">15563 9232 169 0,'0'0'213'0,"0"0"-13"0,0 0-22 15,0 0-12-15,0 0-23 0,0 0-14 0,0 0-41 16,0 0-39-16,0 0-42 0,4 7-50 0,-4-7-26 15,0 0-41-15,0 0-77 0,6 5-202 0,-6-5 89 16</inkml:trace>
  <inkml:trace contextRef="#ctx0" brushRef="#br0" timeOffset="101290.82">16045 8935 170 0,'1'-8'176'0,"-1"8"-3"0,1-11-2 16,-1 11-3-16,0-10-12 0,0 10-13 0,-2-7-17 15,2 7-16-15,0 0-10 0,0 0-13 0,0 0-15 16,0 0-9-16,0 0-4 0,0 0-9 0,0 0-3 16,0 0-9-16,6 21-2 0,-3-9-3 0,-1 3-8 15,1 1-3-15,0 3-1 0,1-1 1 0,-3 3-4 16,5 3 1-16,-4-6-1 0,1 0-1 0,-2 2-2 15,2-2-2-15,1-1-2 0,-2 8-7 0,-1-5-22 16,1-1-29-16,-2-1-38 0,0-1-21 0,-2-1-11 16,1-3-32-16,0 0-129 0,-4-2-299 0,0-2 133 15</inkml:trace>
  <inkml:trace contextRef="#ctx0" brushRef="#br0" timeOffset="101471.17">16054 9123 15 0,'11'-3'125'15,"-1"2"-15"-15,2-3-16 0,2 3-11 0,4-1-14 0,1-1-20 16,-1-1-17-16,1 2-13 0,-1-1-13 0,1 0-20 16,0-1-17-16,-1 1-19 0,-1 1-35 0,-3 0-92 15,-3-5 42-15</inkml:trace>
  <inkml:trace contextRef="#ctx0" brushRef="#br0" timeOffset="101675.26">16308 8879 87 0,'-4'-10'163'16,"4"10"-20"-16,0 0-21 0,-2-8-3 0,2 8-18 0,0 0-15 16,0 0-6-16,0 0-11 0,0 0-4 0,0 0-15 15,0 0-1-15,10 35 2 0,-7-17-12 0,0 7 8 16,0 1-7-16,0 2-3 0,-1 1 0 0,-2 1-3 15,2 1-2-15,0-4 0 0,-2 5-9 0,1-1-1 16,-4 2 1-16,2-2-3 0,1-3-23 0,0-1-25 16,-1-8-15-16,1 1-39 0,-2 0-30 0,2-2-106 15,0-3-235-15,0-3 105 0</inkml:trace>
  <inkml:trace contextRef="#ctx0" brushRef="#br0" timeOffset="102064.88">16580 9071 149 0,'-2'-7'195'0,"2"7"-8"0,-7-9-10 16,2 6-13-16,5 3-19 0,-10-3-11 0,10 3-18 16,-13-2-12-16,13 2-10 0,-13 3-11 0,8 1-12 15,-5 3-3-15,2 3-6 0,-1-2-8 0,0 3-6 16,2 4-5-16,2-1-8 0,-1-4-2 0,2 7-2 15,2-2-4-15,2-4-8 0,0 4-10 0,1-2-13 0,2-3-5 16,-1 2-5-16,2-5-8 0,0 3-2 16,0-5-14-16,0 0 4 0,-4-5-4 0,11 5 6 15,-11-5-8-15,9 1 12 0,-9-1 3 0,11-3 2 16,-11 3 6-16,10-7 7 0,-7 1 2 0,0 0 4 0,2-4-5 16,-2 1 6-16,-2-1 3 0,2-2 3 0,-2-1-3 15,0 3 4-15,2 1 7 0,-3 2 5 16,1 0 9-16,-1 7-2 0,2-10-5 0,-2 10-2 15,0 0-4-15,2-10 1 0,-2 10-4 0,0 0-3 0,0 0 2 16,0 0 1-16,0 0-5 0,9 23 4 0,-7-11-7 16,1-1-8-16,-2 1-15 0,2 7-9 15,-2-8-23-15,3 4-23 0,-2-2-26 0,3 0-27 16,-2-1-108-16,1-1-259 0,1-1 115 0</inkml:trace>
  <inkml:trace contextRef="#ctx0" brushRef="#br0" timeOffset="102318.66">16758 8949 28 0,'-2'-7'237'0,"2"7"-13"0,-1-11-21 0,1 11-14 16,-2-9-23-16,2 9-20 0,0 0-20 0,0 0-14 15,0 0-12-15,0 0-7 0,0 0-14 0,0 0-8 16,6 23-7-16,-2-7-3 0,-2 3-7 0,3 0-6 15,-1 0-5-15,3 6-4 0,-3 3-2 0,-2-9-5 16,1 8-1-16,2 2-5 0,-3-6-6 0,0-2 6 16,0-2-8-16,-1-1-11 0,1 1-21 0,-2-1-35 15,0 0-13-15,2-1-44 0,-4-1-32 0,-1 1-34 16,-2-4-119-16,1-4-313 0,0 0 139 0</inkml:trace>
  <inkml:trace contextRef="#ctx0" brushRef="#br0" timeOffset="102586.83">16947 8939 19 0,'0'0'229'0,"0"-10"-21"0,0 10-20 16,0 0-19-16,0-7-19 0,0 7-16 0,0 0-21 15,0 0-8-15,0 0-15 0,0 0-8 0,0 0-6 16,-3 25-13-16,2-8 3 0,0 2-14 0,1 1-4 15,-3 6-7-15,1 0-2 0,2 5-5 0,-2-4 2 16,2 2-9-16,-1 1 5 0,2-5-8 0,-1 0 3 16,-1-2-6-16,2-4 1 0,1 0-2 0,-1 1-2 0,-1-4-3 15,0 3 6-15,-1-3-14 0,2 1-21 16,-2-2-25-16,2 0-27 0,-1-3-20 0,-1 1-25 16,-1 0-32-16,-2-3-144 0,-6 1-310 0,5-2 138 15</inkml:trace>
  <inkml:trace contextRef="#ctx0" brushRef="#br0" timeOffset="102770.45">16779 9274 87 0,'2'-9'209'0,"-2"9"-18"0,0 0-23 0,2-7-7 15,-2 7-21-15,5-3-15 0,-5 3-11 16,8-5-12-16,2 1-20 0,0 0-19 0,3 1-35 0,6 1-31 15,0-3-51-15,10 2-30 0,-4-1-41 16,-6 1-76-16,2-1-218 0,6-3 97 0</inkml:trace>
  <inkml:trace contextRef="#ctx0" brushRef="#br0" timeOffset="102931.74">17104 9217 30 0,'0'0'196'0,"0"0"-9"0,0 0-4 0,0 0-8 15,0 0-12-15,0 0-14 0,0 0-16 0,0 0-18 16,0 0-14-16,0 0-25 0,0 0-25 0,18-2-28 16,-18 2-23-16,14-4-36 0,-3 4-42 0,2-2-24 15,1-1-22-15,4 0-83 0,-5 0-225 0,4-6 99 16</inkml:trace>
  <inkml:trace contextRef="#ctx0" brushRef="#br0" timeOffset="103409.25">17391 9040 61 0,'0'0'192'0,"0"0"-2"0,0 0-13 16,0 0-12-16,-1-11-22 0,1 11-12 0,0 0-15 15,0 0-17-15,0 0-11 0,0 0-12 0,0 0-5 0,0 0-6 16,-6 26-11-16,6-14 1 0,0-2-8 16,0 1-8-16,2 0-1 0,0 0-4 0,0-2-2 15,2 1-4-15,-1-3-2 0,2 2-7 0,1-1 8 16,-2-3-4-16,4 0-1 0,-3-3 1 0,1 2-5 15,1-2 0-15,-7-2-6 0,15 3-4 0,-10-3 5 16,-5 0-5-16,13-3 3 0,-6-1-2 0,-2 1 1 16,1-3-2-16,-1 1-7 0,-1-3 1 0,1 0 3 15,-3-1-7-15,2 3-2 0,-1-2 0 0,-2 1 0 0,-1 7-1 16,1-12 1-16,-1 12 0 0,1-8-2 0,-1 8-3 16,0 0 1-16,3-6-4 0,-3 6 2 0,0 0-1 15,0 0-6-15,0 0 11 0,5 18 0 16,-5-18-2-16,4 15 4 0,-1-5-1 0,-1-2 4 0,6 1-1 15,-2 0-1-15,1-3 1 0,-1 3 3 0,4-5-1 16,2-1-2-16,-1-2-3 0,3-1 11 0,0-2-7 16,4-1 0-16,-5 0 5 0,5-2-1 0,-8-1 0 15,8-3 2-15,-3 0-4 0,1-1 2 0,-7 2 2 16,0-1 3-16,-3 0 8 0,2-1 3 0,-5-2 3 16,1 2-5-16,-2-3-1 0,-1-2-2 0,-1 3-2 15,-1 0-3-15,-2 1 0 0,0-1-1 0,0 1-9 16,-1 2 0-16,-2 0-13 0,0 3-5 0,2 2-22 15,1-1-16-15,3 5-27 0,-9-7-12 0,9 7-18 16,0 0-4-16,0 0-5 0,-10 10-18 0,7-2-91 16,3-8-251-16,1 13 111 0</inkml:trace>
  <inkml:trace contextRef="#ctx0" brushRef="#br0" timeOffset="103741">17965 9001 101 0,'0'0'172'0,"0"0"8"0,0 0-8 15,0-11-3-15,0 11-3 0,0 0-9 0,0 0-12 16,-9-7-11-16,9 7-13 0,0 0-14 0,-12 3-10 16,12-3-16-16,-12 7-8 0,6-1-10 0,-3 1-3 15,2 2-9-15,0-1-3 0,0 2-5 0,2 0-2 16,0 1-9-16,0-2-4 0,0 0-12 0,1 1-4 16,4-2-7-16,-1-3-7 0,1-5-7 0,2 12-5 15,0-7-5-15,-2-5-4 0,2 8-4 0,-2-8-1 16,4 6 1-16,-4-6 5 0,8 3 4 0,-8-3 2 15,0 0-6-15,0 0 9 0,0 0 1 0,14-9-2 16,-14 9 7-16,5-10 1 0,-1 6-2 0,-4 4 3 16,3-10-1-16,-1 5 2 0,-2 5 3 0,2-7-8 15,-2 7 4-15,4-5 7 0,-4 5-13 0,0 0 3 16,0 0-4-16,0 0 3 0,0 0 4 0,0 0 0 0,9 17 1 16,-7-10-3-16,0 2 1 0,2 2 3 0,-3-2-18 15,3 4-19-15,-2-3-22 0,4 0-34 16,-1 3-41-16,-4-1-119 0,4-3-277 0,-2-4 123 15</inkml:trace>
  <inkml:trace contextRef="#ctx0" brushRef="#br0" timeOffset="104067.29">18130 9011 140 0,'0'0'199'15,"0"0"-27"-15,0 0-19 0,0 0-19 0,0 0-12 16,0 0-10-16,0 0-12 0,0 0-7 0,7 31-11 16,-5-19-7-16,-1-1-7 0,2 1-8 0,0 1-3 15,-2-2-3-15,3 1-9 0,-3 1-5 0,4 0-3 16,-4-2-1-16,2-3-3 0,1 3-6 0,-2-2-5 16,0-3 1-16,0-1-1 0,-2-5-4 0,3 8 3 15,-3-8 0-15,0 0 4 0,2 9 14 0,-2-9 13 16,0 0 11-16,0 0 3 0,0 0-2 0,0 0-7 15,0 0-7-15,0 0-6 0,0 0-2 0,9-25-15 16,-6 13-7-16,-1 1-15 0,1 1-17 0,1-7-16 16,1 0-23-16,1 0-25 0,4-2-17 0,-1 5-11 15,2-3-18-15,1 2-15 0,-1 1-6 0,1 3-18 16,-3 4-105-16,0-1-288 0,-1 3 128 0</inkml:trace>
  <inkml:trace contextRef="#ctx0" brushRef="#br0" timeOffset="104369.58">18395 9118 168 0,'0'0'178'0,"0"0"-3"0,10 1 5 0,-10-1-10 15,0 0-14-15,0 0-15 0,14-5-3 0,-14 5-16 16,9-8-12-16,-4 3-11 0,0-1-8 0,3-3-6 0,-3 1-12 16,0 4-2-16,4-2 0 0,-5-1-8 0,0 0-6 15,0-4-7-15,1 3-3 0,-4-3-4 0,0 3 4 16,1 2-5-16,-2 6 1 0,1-13-8 15,-1 13 2-15,-1-11-3 0,1 11-2 0,-6-8-4 0,6 8-2 16,-9-1-7-16,9 1-2 0,0 0-1 0,-19 8-5 16,10-3-4-16,0 4-2 0,-1-2-2 15,3 3 1-15,0 0 2 0,2 0-1 0,0 3-2 16,5-2 4-16,-1 0-5 0,2 6 5 0,5-6-3 16,-1-1-2-16,6-1-7 0,4 2-9 0,3-3-22 0,13 2-24 15,-2-3-22-15,0-1-41 0,3-3-29 0,2-3-27 16,-6 2-168-16,-9-4-375 0,-2 0 166 15</inkml:trace>
  <inkml:trace contextRef="#ctx0" brushRef="#br0" timeOffset="105219.93">14011 9808 86 0,'0'0'78'0,"-9"-1"-11"16,9 1 9-16,0 0-7 0,0 0 7 0,-9-3 1 16,9 3-7-16,0 0 6 0,0 0-9 0,-7-1 5 15,7 1-8-15,0 0-6 0,0 0 5 0,0 0-4 16,-11-3-3-16,11 3 4 0,0 0 2 0,-9-3 5 16,9 3 4-16,0 0-4 0,-7-3-2 0,7 3 2 15,0 0 1-15,-10 0-9 0,10 0-5 0,0 0-10 16,-9-3-1-16,9 3 2 0,0 0-11 0,-12-2-3 15,12 2-3-15,0 0-4 0,-11 0 1 0,11 0-5 16,0 0 1-16,0 0-3 0,0 0 3 0,-9 0-4 16,9 0-2-16,0 0-12 0,0 0 3 0,0 0-2 15,0 0-11-15,0 0 2 0,0 0-2 0,0 0 0 16,0 0-3-16,0 0-17 0,27 7-8 0,-13-6-19 16,1 2-36-16,5-2-31 0,1-1-36 15,-1 2-116-15,0-4-294 0,3 1 130 0</inkml:trace>
  <inkml:trace contextRef="#ctx0" brushRef="#br0" timeOffset="105659.08">14405 9626 33 0,'0'0'169'0,"-10"-3"-7"0,10 3-14 16,0 0-23-16,0 0-3 0,0 0-12 0,0 0-15 0,0 0-11 15,0 0-10-15,0 0-5 0,0 0-11 0,0 0-2 16,23-8-6-16,-9 6-6 0,3-1-8 0,1 0-16 15,0 0-21-15,2 2-33 0,-1-2-9 0,-4 0-16 16,-1 2-20-16,-1-1-14 0,-2 1-14 0,1 0-67 16,-6-1-187-16,-6 2 83 0</inkml:trace>
  <inkml:trace contextRef="#ctx0" brushRef="#br0" timeOffset="105927.99">14451 9596 65 0,'0'0'121'0,"-8"1"-21"16,8-1-6-16,0 0-4 0,0 0-10 0,0 0-8 15,-4 8-10-15,4-8-8 0,0 11 2 0,2-3-9 16,-2 3 3-16,1 5 5 0,-1 0 9 0,-1 0-2 16,2 2-7-16,0 1-6 0,-1 6 5 0,0-5 1 15,0-2-9-15,0 0 1 0,0 0-1 0,-1 2-9 16,0-4-1-16,1 0-3 0,-2 1-2 0,1-1-5 15,-1-3 0-15,2-1-1 0,0-1-2 0,-2 0-4 16,2-2-13-16,0 2 2 0,0-4-17 0,0 3-21 16,0-10-27-16,0 12-25 0,-2-5-16 0,2-7-25 15,0 10-94-15,0-10-233 0,0 0 104 0</inkml:trace>
  <inkml:trace contextRef="#ctx0" brushRef="#br0" timeOffset="106099.45">14409 9896 44 0,'0'0'134'0,"5"-5"-11"0,-5 5-15 15,10-3-13-15,-2 1 2 0,2 1-9 0,3-3-13 16,2-2-6-16,4 2-5 0,2 0-13 0,0 0-34 16,7 0-22-16,-8 1-21 0,8-2-26 0,-6 1-27 15,-3 1-56-15,-3-1-144 0,-2 1 64 0</inkml:trace>
  <inkml:trace contextRef="#ctx0" brushRef="#br0" timeOffset="106907.34">14755 9754 79 0,'0'0'180'0,"0"0"-10"0,0 0-8 0,0 0-13 16,0 0-17-16,0 0-17 0,0 0-11 0,0 0-18 15,0 0-3-15,0 0-10 0,0 0-9 16,0 0-8-16,0 0-6 0,0 0 1 0,0 0-6 0,0 30-9 15,0-30-7-15,2 13 3 0,0-7-4 0,-2 1-4 16,5 2 0-16,-4-2-3 0,3-1-2 0,0 1 0 16,1 1-1-16,-2-3-1 0,0 1-3 0,-3-6-2 15,8 5 1-15,-5-3 3 0,-3-2 0 0,9 4-1 16,-9-4-2-16,9 2-3 0,-9-2 5 0,0 0-3 16,11-7 1-16,-7 2 2 0,0 0-11 0,-2-2 3 15,2 0 0-15,1-1 1 0,-1-2 2 0,0-2-1 16,0 5-8-16,0-5 1 0,0 4 2 0,-1-2 0 15,0 1-2-15,-1 3 0 0,1-2 0 0,-3 8-4 16,2-9 2-16,-2 9-1 0,3-6-4 0,-3 6 1 16,0 0 0-16,4-6-4 0,-4 6 3 0,0 0-6 15,0 0 8-15,0 0 0 0,10 16-4 0,-6-10 3 16,0 1-2-16,0 3 10 0,1 0-10 0,-1-2 5 16,1 0 2-16,1 2-3 0,-1-3-3 0,-1 0 4 15,1 0 3-15,2-3-1 0,0 4 2 0,-1-3-1 16,3-2 0-16,-1-2 0 0,1 0 2 0,-9-1 3 0,17-1 0 15,-8 1 1-15,0-2 2 0,-3-2-5 16,2 0 2-16,-1-1-3 0,0-1 7 0,-2-4-1 16,0 2-1-16,1-2 0 0,-3-2 2 0,-1 1 1 15,0-1 4-15,-1-1-7 0,-1-1-3 0,-1-3 5 16,-1 0-6-16,2 2 0 0,-2-2-2 0,-1 0 0 16,2 1 4-16,-4 6-1 0,5 0 5 0,-2 4 0 15,0-1 0-15,2 7-2 0,-3-10-4 0,3 10 5 16,-2-10-9-16,2 10-5 0,0 0 3 0,0 0-2 0,0 0 6 15,0 0-10-15,0 0 0 0,0 28 0 0,1-11 2 16,-2 1 2-16,3 8-2 0,1-7 2 16,-3 0 5-16,0 2-6 0,4-4 1 0,0 0 1 15,-3 0-1-15,3-5 5 0,1 2-2 0,1-2 1 0,-1-1 1 16,2-2-2-16,-1-3 2 0,-1 2-2 0,2-3 1 16,0 0 4-16,2-1 0 0,-2-1-5 0,2-3 6 15,-9 0-3-15,11 2 0 0,-1-6 0 16,-10 4 0-16,14-10 4 0,-10 5-1 0,3-3-1 15,-2-1-7-15,-3-3 1 0,2 0-2 0,-1-1 5 16,-1-4-3-16,1-1 0 0,-2 1 0 0,-1-2-4 0,0 0 2 16,-1-1 6-16,-2 1-6 0,5 0-2 0,-4 3 2 15,2 4 5-15,-2 3 4 0,2 1 1 0,0 8-7 16,2-10-1-16,-2 10-3 0,0 0-3 0,2-7 3 16,-2 7-3-16,0 0-1 0,0 0 0 0,1 32 6 15,0-17-5-15,0 5-2 0,-1 5 4 0,2-4 1 16,-1 4 5-16,2-2-1 0,-1-2 1 0,-2 3-1 15,0-3-7-15,3-2-30 0,1 6-20 0,-2-5-33 16,2-4-24-16,3 3-21 0,-1-7-19 0,0 2-115 16,1-3-290-16,1-4 128 0</inkml:trace>
  <inkml:trace contextRef="#ctx0" brushRef="#br0" timeOffset="107393.89">15508 9743 167 0,'2'-6'198'0,"-2"6"-26"0,0 0-17 0,0 0-20 16,0 0-9-16,0 0-12 0,0 0 1 0,0 0-2 15,0 0-1-15,-9 30-7 0,7-19-13 0,1 0-12 16,-1 3-6-16,2-4-1 0,2 2-11 0,-2-2-7 16,2-1-4-16,1 1 0 0,2-1-9 0,0-1-8 15,1-1 4-15,-2-2-7 0,3 0 3 0,-1-1-4 16,4-2 0-16,-1 0-2 0,-1-2-6 0,1 0 1 0,-9 0-1 15,16-6-2-15,-7 1-3 0,0 0 3 16,-2-1-1-16,2-1-5 0,-3-1 0 0,2 0-5 16,-5-1 2-16,3 0-4 0,-1-2-4 0,-3 2-10 15,2-1-3-15,-1 1 3 0,2 0 1 0,-3 3-5 0,-2 6-3 16,3-10-6-16,-3 10-10 0,2-5-7 0,-2 5 9 16,0 0-1-16,0 0 4 0,0 0 1 15,0 0 3-15,12 17 6 0,-11-11-5 0,1 4 3 16,0-4 2-16,2 0 1 0,0 4 2 0,-1-2 3 0,4 0 4 15,-3-3-1-15,2-1 1 0,-1 1 1 0,3-3 0 16,0 1 1-16,-2-2 4 0,-6-1 1 0,20-4 2 16,-8 2 3-16,-2-5 4 0,-1 1 3 15,-1-2 9-15,-2-1-1 0,3 0 6 0,-3 2 6 0,0-5 3 16,-3-1 2-16,1 2-5 0,-2-1-3 0,-1-4 0 16,-1 1-5-16,0 0-1 0,-1-1-9 0,-1 4 4 15,1 0 0-15,-2 0-4 0,1 0-5 0,-2 3-10 16,1 1-19-16,1 2-23 0,2 6-23 0,-5-7-33 15,5 7-38-15,-9-2-34 0,9 2-12 0,-12 9-131 16,8-3-337-16,1 2 149 0</inkml:trace>
  <inkml:trace contextRef="#ctx0" brushRef="#br0" timeOffset="107746.11">16006 9726 16 0,'0'0'194'0,"0"0"-1"0,-18-6-8 0,18 6-8 16,0 0-7-16,-21 9-13 0,13-2-13 0,-1-1-13 16,0 2-16-16,-4 6-2 0,6-6-10 0,-5 4-12 15,5-2-9-15,1 0-8 0,0 3-6 0,3-5-9 16,-1 3-4-16,2-2-6 0,2-2-4 0,0 0-4 16,0-7-1-16,4 12-5 0,0-6-7 0,-1-3-2 15,4 0-3-15,-7-3-1 0,13 4-3 0,-7-5-3 16,-6 1-1-16,10-1-1 0,-10 1-5 0,14-4 7 0,-9 1-6 15,1-2 0-15,1-1 2 0,-2 0-2 16,0-4-4-16,0 1 1 0,1-1-5 0,-4 0 3 0,2-2-3 16,0 5 2-16,-1 0-3 0,-1 1 3 15,-2 6-6-15,4-9-5 0,-4 9-1 0,4-7 0 0,-4 7-3 16,0 0 2-16,0 0 1 0,0 0 1 0,0 0 3 16,12 11-1-16,-9-4-2 0,1 4-12 0,-2-3-24 15,2 4-27-15,1 4-28 0,-1-5-27 16,0 0-35-16,0 3-31 0,-3-4-112 0,3-3-328 0,-4-7 145 15</inkml:trace>
  <inkml:trace contextRef="#ctx0" brushRef="#br0" timeOffset="108306.43">16198 9703 66 0,'0'0'249'0,"0"0"-23"0,-1-13-24 15,1 13-22-15,0 0-21 0,-2-8-19 0,2 8-17 16,0 0-9-16,0 0-16 0,0 0-5 0,0 0-9 16,7 28-8-16,-3-16-6 0,-3-1-5 0,3 2-10 15,-2-1-6-15,3 3 1 0,0 1-7 0,-1-4-6 16,0-2-2-16,1 1-5 0,-1 0-2 0,0 0 1 16,1-3-7-16,-3-2 1 0,1 0 0 0,-3-6-3 15,5 7 1-15,-5-7 1 0,3 7 1 0,-3-7-1 16,0 0 9-16,0 0 2 0,6 3-3 0,-6-3-4 0,0 0 0 15,0 0-2-15,10-16-2 0,-3 7-10 16,-2-1-2-16,0 0-6 0,2 0-2 0,3-6-10 16,1 0-5-16,1 1-3 0,-1 1-3 0,1 3 2 15,0 0 1-15,-3 5 0 0,0 1-6 0,0 2 7 16,-1 0-2-16,0 1 6 0,-2 1-2 0,-6 1-1 16,14 0 4-16,-14 0-1 0,14 1 3 0,-6 1 1 15,-1 0-1-15,1-1 4 0,0-1-1 0,0 2 4 16,0-1 2-16,3 0 4 0,-1-1 3 0,0-2 3 0,2 0 0 15,-2 1 1-15,2-3 0 0,-1-1-4 0,-1-1 3 16,0 0-2-16,-2 0 5 0,-2-1-4 16,2-1 0-16,1-1-2 0,-5 0 3 0,0-1-1 15,-2 1 5-15,-1 1-6 0,1-1 3 0,-4 0-1 0,2 9 1 16,-1-13-1-16,-1 7 8 0,2 6-3 0,-4-10 1 16,4 10-5-16,-8-7 0 0,-1 7-5 15,9 0-1-15,-20 10-1 0,2 0-1 0,2 1 0 0,-7 6-2 16,3 0 0-16,7-1 1 0,-2-3-2 15,3 2 1-15,3-1-5 0,1 2 4 0,5-5 0 0,0 5-3 16,6-4-12-16,1 0-17 0,5-3-31 0,4 2-36 16,3-2-31-16,3-2-34 0,12-2-42 15,-9-4-141-15,8-1-374 0,0-2 165 0</inkml:trace>
  <inkml:trace contextRef="#ctx0" brushRef="#br0" timeOffset="108444.93">16818 9767 187 0,'0'0'245'0,"0"0"-19"0,0 0-20 0,0 0-20 16,0 0-20-16,0 0-15 0,0 0-23 0,0 0-40 15,0 0-47-15,1 6-45 0,-1-6-36 0,0 0-50 16,3 6-159-16,-3-6-269 0,0 0 119 0</inkml:trace>
  <inkml:trace contextRef="#ctx0" brushRef="#br0" timeOffset="109211.56">16926 9894 64 0,'16'-14'196'0,"4"-5"-4"0,-1 3-14 0,-5 0-4 16,4-3-9-16,-5 3-11 0,2-4-10 0,-3 4-11 16,-1-1-9-16,-2-1-9 0,3-5-6 0,-6 6-5 15,1-1-5-15,-3 2-6 0,-1-1-10 0,-1 4-7 16,-2 1-5-16,2 4-6 0,-4-1-6 0,2 9 0 16,-4-13-8-16,1 7-8 0,3 6-7 0,-7-7-3 15,0 4-5-15,7 3-2 0,-15 0-4 0,15 0-2 16,-17 4-3-16,8-1-4 0,4-2-3 0,-1 3-4 15,6-4-3-15,-9 5-2 0,9-5-5 0,-2 5-5 16,2-5 1-16,0 0-1 0,7 13-1 0,-2-9 6 16,3 1-4-16,3-1-2 0,2-2-2 0,1 1 2 15,4-2 2-15,1 0 0 0,-2-2-6 0,2 2 5 16,-1-1-3-16,-4 0-1 0,-3 1 2 0,2 0-3 16,-4 3-1-16,0-2-4 0,-1 3 7 0,-2 1-1 15,-1-1 1-15,0 4 1 0,-2-4 3 0,-1 5 0 16,1 0 2-16,-2-1 0 0,3 2-2 0,-3 0 1 15,1-2 0-15,1 0 4 0,0 0-1 0,1 0 1 16,0-1 0-16,0-2 4 0,-1 0-4 0,5-2 3 16,0 3 1-16,-1-2 1 0,2-1 1 0,3-2 0 15,-1-1 0-15,2 0 1 0,-1-3 0 0,2 1-2 0,0-4 1 16,-3 1-3-16,3 0 1 0,0-4 2 16,-1 2-1-16,-4-1 1 0,0-2-4 0,-1-1 3 15,-2 1 0-15,-2-2-2 0,0-1-2 0,-3 2 1 16,0-3-1-16,-2 3 5 0,0-2-4 0,-2 2 2 15,0 1 1-15,1 2 5 0,2 7 4 0,-5-9 2 16,2 3-5-16,3 6-6 0,-5-6-3 0,5 6-2 16,0 0 0-16,0 0 3 0,-11 13 3 0,6-3-7 15,1 1 5-15,-2 1-10 0,3 2-19 0,-1 3-14 16,1 0-23-16,3-6-19 0,3 5-31 0,2-3-18 0,3-3-34 16,-1-1-146-16,-1 0-338 0,3-3 150 0</inkml:trace>
  <inkml:trace contextRef="#ctx0" brushRef="#br0" timeOffset="109421.08">17730 9613 42 0,'0'0'210'0,"-9"-8"-11"0,9 8-20 16,-7-4-20-16,7 4-12 0,-13 3-20 0,8 3-11 0,-5 1-9 15,-2 4-12-15,2 3-7 0,-2 2-10 0,2 0-7 16,0 0-8-16,1 1-2 0,4-2-13 0,4-4-7 15,-2 5 2-15,4-3-5 0,2 3-14 0,1-5-11 16,2 1-17-16,2-2-24 0,1-1-19 0,2-2-35 16,7-2-30-16,4-1-25 0,-4-3-120 0,2-2-278 15,2-2 123-15</inkml:trace>
  <inkml:trace contextRef="#ctx0" brushRef="#br0" timeOffset="109669.08">17931 9475 66 0,'0'0'239'0,"0"-10"-15"16,0 10-21-16,-1-9-21 0,1 9-24 0,0 0-14 15,0 0-17-15,0 0-8 0,0 0-9 0,0 0-2 16,1 31 5-16,-1-11-2 0,-4 6-8 0,1 0-2 16,-2 2-10-16,3-4-10 0,-2 1-4 0,1-4-11 15,0-2-4-15,0 0-7 0,2 6-5 0,-2-6-4 16,2 0-4-16,0 1-3 0,1-2-7 0,-2-1-13 15,2-3-22-15,-1-2-18 0,1 0-18 0,0 0-20 16,-1-1-26-16,1-11-23 0,-1 20-28 0,-1-13-34 16,2-7 2-16,-4 12-19 0,4-12-112 0,-10 2-324 15,10-2 144-15</inkml:trace>
  <inkml:trace contextRef="#ctx0" brushRef="#br0" timeOffset="109898.8">17784 9737 20 0,'19'-4'112'16,"-1"0"-6"-16,1 1-7 0,3-1-3 0,6-1 0 15,-8 1-10-15,0 3-3 0,-1-1-3 0,-3 1-2 16,4 1 3-16,-8-2-4 0,2 4-16 0,-3-2 6 16,1 1-9-16,-3 1 0 0,-2 0-11 0,-1 1 2 15,-6-3-7-15,12 7 3 0,-6-2-12 0,-2-1 2 16,0 6-4-16,-2-2 2 0,0 1-8 0,0 0-4 15,-2 1 1-15,1 1-14 0,-1 0-40 0,2-2-36 16,-2 0-31-16,-2 0-143 0,1-1-262 0,1-8 116 16</inkml:trace>
  <inkml:trace contextRef="#ctx0" brushRef="#br0" timeOffset="110080.84">18055 9539 1712 0,'-4'-7'59'0,"0"0"-50"0,0 1-6 0,4 6-26 16,-7-9-10-16,7 9 4 0,-5-3-5 0,5 3-9 15,0 0-1-15,0 0-13 0,0 0-39 16,0 0 2-16,0 0-22 0,16 20-87 0,-5-15-219 16,5-1 97-16</inkml:trace>
  <inkml:trace contextRef="#ctx0" brushRef="#br0" timeOffset="110349.28">18436 9424 191 0,'-3'-5'184'0,"3"5"11"15,-5-9-1-15,1 6-3 0,4 3-9 0,-4-7-19 16,4 7-16-16,0 0-20 0,0 0-15 0,0 0-8 16,0 0-11-16,-11 15-12 0,7 2-1 0,-1 2-13 15,0 9-10-15,2 2-1 0,-3 0-7 0,-1 2-1 16,1-2-2-16,-1 2-3 0,0-3 4 0,2 2-8 15,1 0-2-15,-1-4-4 0,1 3-1 0,-1-4-3 16,1 2-1-16,2-4-5 0,0 0 3 0,0-6-8 16,-1-2 2-16,2 0 1 0,0 1-3 0,-1-5-3 15,1 0 1-15,1 0-1 0,-3-3-13 0,2 1-24 16,0-2-20-16,-2-3-17 0,3-5-26 0,-2 11 0 16,2-11-33-16,-4 7-20 0,4-7-26 0,-8 1-32 15,8-1-124-15,-12-4-347 0,12 4 153 0</inkml:trace>
  <inkml:trace contextRef="#ctx0" brushRef="#br0" timeOffset="110603.71">18110 9810 83 0,'0'0'154'0,"0"0"-9"16,0 0-13-16,0 0-15 0,8-9-2 0,-1 8-9 16,2-2-4-16,4 0-9 0,3 1-7 0,2-3-11 15,3 2-2-15,-1-2-7 0,0 1-8 0,1 1-5 16,0-1-4-16,-1 1-2 0,-2-2-6 0,1 0 2 15,-5 3-3-15,-1-1-4 0,-2 2-4 0,1-2-2 16,-6 3 1-16,2-1 2 0,-8 1-13 0,12 0-2 16,-12 0 4-16,7-3-6 0,-7 3-3 0,0 0 3 15,13 3-2-15,-13-3-5 0,6 3 5 0,1 0-6 16,-3 1 1-16,0 1 2 0,2 3-10 0,-1 1 8 16,-1 0-14-16,0 1-21 0,-2-2-36 0,3 1-33 15,2 0-36-15,-2 0-153 0,-5 0-307 0,0-9 136 16</inkml:trace>
  <inkml:trace contextRef="#ctx0" brushRef="#br0" timeOffset="110770.51">18469 9568 114 0,'-1'-9'93'0,"1"9"-24"0,0 0-30 0,0 0-34 0,0 0-59 16,0 0-58-16,0 0 26 0</inkml:trace>
  <inkml:trace contextRef="#ctx0" brushRef="#br0" timeOffset="111401.31">18653 9794 27 0,'0'0'214'0,"0"0"1"0,0 0-3 0,0 0-2 16,0 0-7-16,0 0-6 0,13-10-17 0,-13 10-18 0,8-6-14 16,-1-1-10-16,1-2-21 0,-1 1-10 0,1-1-10 15,1-3-8-15,0-1-9 0,0 0-8 0,1-1-6 16,-1 0-10-16,-4 4-3 0,-1-1-3 0,0 3-3 16,-1 1 3-16,-3 0 3 0,1 0-6 0,-1 7-6 15,0-12-2-15,0 12-2 0,-4-10-5 0,1 6-4 16,3 4-4-16,-7-9-2 0,7 9-7 0,-11-2-1 15,11 2 0-15,-15 2-6 0,15-2-3 0,-17 9 2 16,5-2 0-16,1 4-5 0,-1 3-3 0,1 0 5 16,4-1-4-16,-3 2 5 0,3-4-5 0,2 5 0 15,1-5-2-15,2 5 1 0,-1-4-1 0,3-1 1 16,0 0 1-16,3 1-2 0,-1 0 0 0,2-1 3 16,3-2 1-16,3-1-1 0,-1 4 3 0,0-4 3 15,2-1-6-15,1-2 4 0,-1-2-4 0,7 3 1 16,-1-3 3-16,0 0-2 0,3-2 4 0,-4-1-8 15,3-1-3-15,-3-2-2 0,3 0-5 0,-1 1-1 16,-2-4-9-16,1 0 4 0,-2-1-6 0,1-2 1 16,-3-1-6-16,1 0 4 0,-2-1-5 0,-1-2 0 15,-1 0 1-15,-4 2-5 0,2-3 2 0,-3-1 5 16,0 1-1-16,-5-2 8 0,1 5-3 0,-2-3 6 0,0 3 5 16,-2 0 4-16,-1 0 7 0,2 3 14 0,-3 1 6 15,2 2 3-15,-2 0 2 0,5 5-4 16,-5-7 0-16,5 7-4 0,-4-6-3 0,4 6-3 15,0 0 1-15,-2-8-6 0,2 8-3 0,0 0 3 16,0 0-6-16,0 0-2 0,0 0-1 0,0 0-2 0,0 0-3 16,16 0 1-16,-16 0-5 0,16 4 3 15,-5 0-2-15,-2 1 0 0,3-1-3 0,-2 0 4 16,0 0-2-16,-1 0 3 0,1 3-3 0,-4-3 4 16,2 5-1-16,-1-1 1 0,-2 0 1 0,0 4 8 0,-3 4 1 15,0-5 1-15,0 6 1 0,-3-2 1 0,1-2-2 16,-1 2 1-16,-1 3 1 0,1-3 3 0,1 1-8 15,0-3-21-15,-1 1-36 0,1-2-32 16,0 3-54-16,2-5-38 0,0 2-212 0,-1-1-425 0,3-3 188 16</inkml:trace>
  <inkml:trace contextRef="#ctx0" brushRef="#br0" timeOffset="121790.77">19544 9755 106 0,'0'0'122'0,"0"0"-11"16,0 0-12-16,0 0-1 0,0 0-2 0,0 0-13 15,0 0 5-15,0 0-15 0,0 0 4 16,0 0-8-16,0 0-3 0,0 0-3 0,0 0-4 0,0 0 2 16,0 0-12-16,0 0-4 0,0 0 0 0,0 0-4 15,0 0-7-15,0 0-3 0,0 0-5 0,0 0-2 16,0 0 3-16,0 0-12 0,0 0 3 0,0 0 2 16,0 0-8-16,0 0 0 0,0 0 0 0,0 0 0 15,0 0-1-15,0 0-5 0,0 0-3 0,0 0 6 16,0 0-6-16,0 0-5 0,0 0 2 0,0 0 0 15,6 3 2-15,-6-3 1 0,9 2-15 0,-2-1-2 16,1 0-9-16,4 1-16 0,7-1-32 0,0-2-18 16,11-1-46-16,-2-2-90 0,6 0-243 0,-2 0 108 15</inkml:trace>
  <inkml:trace contextRef="#ctx0" brushRef="#br0" timeOffset="122957.04">20097 9718 50 0,'0'0'133'0,"-4"-6"8"0,4 6-4 16,0 0-4-16,-2-9-2 0,2 9-7 0,0-9-11 15,0 9-11-15,0 0-10 0,5-13-7 0,-5 13 1 16,5-9-3-16,0 5-2 0,-1-2-4 0,2 2-7 16,-1-2-13-16,3 3-1 0,1-3-1 0,0 3-7 15,-3-1-6-15,6 3-6 0,-4-1 3 0,-1 1-8 16,-7 1-2-16,19 1-8 0,-7-1-2 0,-3 2 0 15,-2 2 3-15,4-1-8 0,-2 4 1 0,2-3-3 16,-3 2 0-16,-4 4 0 0,1-2-2 0,-1 2-1 16,-2-1 1-16,-1 2 0 0,-2-1 3 0,-4 2-4 15,-1 2-5-15,-3 1 3 0,-2-1-1 0,0-1 2 16,-3 1-2-16,-3-2-2 0,2-1 4 0,-2 0-3 16,1 0-3-16,-2-4 1 0,1 1-1 0,4-3 0 15,2-1 4-15,0-1 0 0,1 0-4 0,4 0 3 16,-2-2-5-16,2 2 6 0,6-3-5 0,-9 2-2 15,9-2 3-15,-5 5-7 0,5-5-1 0,0 0-1 0,-5 3 4 16,5-3-3-16,0 0 3 0,0 0 3 16,0 0 0-16,19 3 0 0,-8-3 3 0,0 0-6 15,8 0 0-15,0 0-11 0,3 0-10 0,9-4-27 0,-2 2-22 16,2-3-33-16,1 3-37 0,-1-1-44 0,-2 0-96 16,0 1-304-16,-1-3 135 0</inkml:trace>
  <inkml:trace contextRef="#ctx0" brushRef="#br0" timeOffset="123377.84">20754 9528 84 0,'0'0'214'0,"0"-11"-10"16,0 11-3-16,0-10-4 0,0 10-11 0,0-7-15 15,0 7-15-15,0 0-19 0,0-9-14 0,0 9-20 16,0 0-7-16,0 0-13 0,0 0-11 0,0 0-5 15,0 0-6-15,0 0-6 0,9 28-4 0,-6-12-1 16,0 0-3-16,-1 4-4 0,1-1 0 0,-1-2-3 16,-1 2 1-16,1-3-2 0,-2 1-2 0,2 1-3 15,-2-1-4-15,1 1-3 0,-2-2-4 0,1-3-1 16,0-1 0-16,-2-1-6 0,2 0 5 0,-2 0-5 16,-1 0 1-16,1-4-10 0,1 3-13 0,-1-2-17 15,1-1-28-15,-1 3-18 0,2-10-24 0,-6 10-17 16,4-5-33-16,2-5-17 0,-3 7-15 0,3-7-160 0,-7 2-362 15,7-2 160-15</inkml:trace>
  <inkml:trace contextRef="#ctx0" brushRef="#br0" timeOffset="123755.09">20654 9683 33 0,'0'0'130'0,"0"0"0"0,0 0 1 15,13-7-1-15,-5 5-13 0,4 2-2 0,0-2-3 16,8 1-8-16,-2-1-4 0,3 2-17 0,-2 2 6 16,-1-2-9-16,1 1-7 0,-6 1-5 15,2 1-5-15,-2 1-9 0,0 1-2 0,-2-1-3 0,0 1-7 16,0 3 2-16,-1-2-7 0,-1-2-5 0,0 3 4 16,-1 1-10-16,-2-3-4 0,2 4-1 0,-3-2-4 15,4-2 2-15,-1 2-4 0,-1-1 2 0,-2-1-3 16,3 0 1-16,-2-1-2 0,1-1-1 0,-1 0 0 15,3 0 1-15,-9-3-2 0,10 2 0 0,-5 0-2 16,-5-2 5-16,11-4 0 0,-11 4 3 0,10-6 4 16,-6 3 7-16,-4 3-4 0,5-13-3 0,-3 6 1 15,0 0 0-15,-2-5-5 0,-2 2 0 0,0 0-3 16,-1-2-3-16,-1 1-3 0,1 0 5 0,-4 0-5 16,3 2-1-16,-1 0-1 0,0 1-5 0,-1 3 1 15,1 1-9-15,-4 3-6 0,0-1-23 0,-2 2-24 16,0 3-23-16,0 2-29 0,-1 1-37 0,2 0-37 15,-2 2-113-15,5-1-324 0,-3 3 144 0</inkml:trace>
  <inkml:trace contextRef="#ctx0" brushRef="#br0" timeOffset="124165.81">21271 9601 135 0,'0'0'211'0,"-2"-11"-13"0,2 11-16 16,0 0-18-16,-1-9-21 0,1 9-10 0,0 0-18 16,0 0-9-16,0 0-8 0,0 0-7 0,-4 32-6 15,6-21-8-15,0 5-5 0,-2-3-7 0,1-1-8 16,0 0-2-16,4 1-4 0,-1-2-6 0,5 2 3 0,0-3-6 16,-3-2-8-16,3-1 0 0,2 0-2 15,0 0-1-15,2-2-4 0,5-3-5 0,-1-1 4 16,2-2-4-16,-3 1-2 0,-2-4-3 0,-1 1 0 15,0-1 0-15,-2-2-1 0,0-1-12 0,0-1 13 0,1-3 0 16,-5 1-4-16,2-3-2 0,-2-2 2 0,0 0-2 16,-3 3 2-16,-1 1 7 0,2 1 2 15,-1 0 3-15,-2 2 9 0,1 2 3 0,-3 6-5 16,2-11-5-16,-2 11-2 0,2-6-7 0,-2 6-2 0,0 0-2 16,0 0 0-16,0 0 1 0,0 0 12 0,6 23-3 15,-6-10 0-15,0 4-5 0,0-1-1 0,0-1 2 16,-1 4-6-16,-2-3 0 0,1-1 0 0,0 4 0 15,2 0-2-15,-1 0-19 0,-2-1-34 0,2-3-33 16,-1 4-49-16,0-2-32 0,2-2-40 0,-2 2-50 16,2-2-130-16,0 2-406 0,0-7 181 0</inkml:trace>
  <inkml:trace contextRef="#ctx0" brushRef="#br0" timeOffset="124402.83">21941 9542 222 0,'0'-6'262'0,"0"6"-16"0,0-11-25 15,0 11-25-15,0-7-18 0,0 7-19 0,0 0-16 16,0 0 1-16,0 0-5 0,-6 28-9 0,5-10-16 16,-2 0-7-16,0 3-8 0,1-2-10 0,1 6-11 15,-5-4-7-15,4-2-8 0,-1 6-3 0,0-6-11 16,1 0 0-16,1-1-12 0,0-1-22 0,0 1-28 15,-2-2-27-15,3-4-44 0,-1 1-23 0,-1-2-30 16,1-1-31-16,0 0-30 0,-2 0-156 0,-3-1-384 16,1-2 170-16</inkml:trace>
  <inkml:trace contextRef="#ctx0" brushRef="#br0" timeOffset="124671.09">21847 9520 160 0,'12'-5'184'0,"5"3"-3"0,1 0-10 16,1 5-7-16,0 2-13 0,9 3-5 0,1 4-11 15,-4 0-8-15,-2 2-12 0,-1 3-5 0,0 1-15 16,-10-3-11-16,0-1-9 0,-2 3-1 16,-1-2-12-16,0 1-2 0,-5 0-6 0,-2 1-3 0,-2-1-1 15,-5-1-9-15,-5 0 3 0,0 2-9 0,-3-1-1 16,-2-2-6-16,-8 1 0 0,-2-2 2 0,0-2-8 15,-2 2-4-15,1-5 0 0,6 0-21 0,2-1-16 16,-1-2-25-16,6-1-27 0,0-1-14 0,3-2-22 16,2-1-26-16,8 0-27 0,-12-3-162 0,12 3-347 15,0 0 154-15</inkml:trace>
  <inkml:trace contextRef="#ctx0" brushRef="#br0" timeOffset="124861.09">22198 9709 93 0,'5'-5'225'0,"0"2"-6"0,-5 3-5 16,7-5-9-16,-7 5-9 0,0 0-19 0,9-3-17 16,-9 3-18-16,0 0-12 0,0 0-18 0,0 0-8 15,6 10-3-15,-6-3-11 0,-1 2-12 0,1 3-7 16,0 2-6-16,-2 1-8 0,-1-1-5 0,1 2-4 16,1 0-15-16,-1 0-23 0,-1 1-36 0,3-6-36 15,-2 0-47-15,0 1-44 0,2-3-56 0,-2 3-129 16,0-2-365-16,0 1 162 0</inkml:trace>
  <inkml:trace contextRef="#ctx0" brushRef="#br0" timeOffset="125023.28">22285 9552 156 0,'0'0'136'15,"0"0"-40"-15,0 0-42 0,21 15-49 0,-16-7-47 16,2 2-26-16,1-1-73 0,2 4 33 0</inkml:trace>
  <inkml:trace contextRef="#ctx0" brushRef="#br0" timeOffset="125279.33">22455 9822 55 0,'0'0'184'0,"0"0"-12"0,0 0-8 0,0 0-5 0,0 9-2 15,0-9-8-15,0 0-4 0,0 0-1 0,0 0-9 16,8 5-7-16,-8-5-9 0,10 3-4 16,-10-3-9-16,13-3-9 0,-3 0-7 0,1-1-7 0,-2 1-10 15,4-4-5-15,-3 1-5 0,2 0-6 0,-2-1-5 16,-2-2-2-16,-3 2-3 0,1-2-4 0,-3-1-8 16,-1 1-3-16,0 2-2 0,-5-3-6 0,1 0-4 15,-4 4-3-15,0-2-1 0,1 3-3 0,-4 2-5 16,0-1-5-16,-1 1-13 0,-4 3-10 0,2 3-26 15,-1 1-20-15,1-1-18 0,-4 4-27 0,5-1-29 16,3 0-30-16,-1 1-50 0,4-1-111 0,0 0-360 16,3-3 160-16</inkml:trace>
  <inkml:trace contextRef="#ctx0" brushRef="#br0" timeOffset="126121.3">22837 9686 215 0,'0'0'227'16,"0"0"0"-16,0 0-10 0,-11-7-12 0,11 7-13 16,-12-1-20-16,12 1-10 0,-16 5-11 0,4 2-16 15,3-3-12-15,-4 2-11 0,0 6-6 0,1-1-10 16,3-3-3-16,0 2-14 0,2-1-9 0,0 1-11 16,3-2-1-16,0 2-9 0,2-1-3 0,0-2-4 15,2-7-2-15,3 14-3 0,1-5-4 0,2-3-4 0,2-2 0 16,3-2-2-16,0 1-4 0,2-3-8 15,2-1-1-15,0-2-6 0,-2 1 2 0,4-4-3 16,-4 1 3-16,3-3-3 0,-6 1 1 0,2-2-5 16,0-3 3-16,-3 0-3 0,-2 1 3 0,-1-4-3 0,2 0 1 15,-5-2-3-15,1-2 0 0,1 0 0 16,-2 0 1-16,2-7 2 0,1 1-3 0,-4 6-1 16,1-5 2-16,1 7-3 0,-4-2 3 0,3 0 3 15,-4 1 0-15,1 4 9 0,2 1 6 0,-3 3 6 0,0 1 4 16,2 2 0-16,-1 7-1 0,0-12-8 0,0 12-7 15,0 0 0-15,1-6-3 0,-1 6 0 16,0 0-3-16,-5 23 1 0,5-4 2 0,-3 6-5 16,0 2-3-16,3 0 2 0,-4-1 2 0,1 1-3 0,3 0 5 15,2-7-5-15,-1-1 0 0,4-1-2 0,-4 0 4 16,3-1-3-16,2-1 0 0,2 0 1 0,0-5 6 16,1 3-4-16,0-6-1 0,1 1-1 0,3-3-1 15,-3 1 2-15,4-2-2 0,-2-1-1 0,-1-1 1 16,0-2 2-16,2-1-7 0,1 0 5 0,-1-1-6 15,-3-2-3-15,3-1 2 0,0-1-5 0,3-4 12 16,-3 1-12-16,-1 0 3 0,-2 0-6 0,-2-2 0 16,-1 0-1-16,2 0-3 0,-2-1-4 0,-1 0 4 15,-3 1 1-15,1-2 1 0,-3 2 0 0,0 1 3 16,-1 0-5-16,0 9 7 0,-4-13 1 0,3 8-3 16,1 5-2-16,-6-6 5 0,6 6-2 0,0 0 2 15,-21 5-2-15,11 1 4 0,1 1 0 0,-4 4 0 16,3-1 3-16,0 2 1 0,0 1-2 0,2-3 0 15,1-1-2-15,3 2 9 0,2 1-4 0,1-2 5 16,-1 0-8-16,4-2 7 0,0 1-3 0,3-1 2 16,1-2 5-16,4-2-2 0,2 0-3 0,5-1 1 15,1 0-1-15,1-3 4 0,0 0-3 0,2-2-1 16,-3-1-2-16,1-2-2 0,-4 0 0 0,2-2-1 16,-6 4-4-16,1-4 4 0,2-2 0 0,-3 2-1 15,-2-2-3-15,-2-1-6 0,-1 0-4 0,2 0 1 16,-3 0 0-16,-1-2 4 0,0 3-1 0,-2-1 2 15,1 4 1-15,-2 1 5 0,-1 5-1 0,4-10-2 16,-4 10-3-16,0 0 2 0,0 0 6 0,0 0 4 16,0 0 8-16,0 0 5 0,-13 17 0 0,8-5 0 15,-3-2 5-15,1 4 0 0,0 2-1 0,-1-6-4 16,2 4 0-16,-1 1 6 0,1-5-8 0,3 2-1 16,-3-3-1-16,2 2-3 0,1 0-14 0,1-1-19 15,-1-2-27-15,0-2-27 0,-1 2-28 0,2 0-39 0,-2-2-37 16,-1-1-46-16,-4 3-178 0,-3-2-442 15,1-1 196-15</inkml:trace>
  <inkml:trace contextRef="#ctx0" brushRef="#br0" timeOffset="126937.46">19363 9049 131 0,'0'0'157'0,"0"0"-9"0,0 0-7 0,-3-7 0 15,3 7-10-15,0 0 1 0,0 0-10 0,0 0-4 16,0 0-5-16,0 0-9 0,0 0-1 0,0 0-9 15,0 0-7-15,0 0-2 0,0 0-7 0,0 0-9 16,0 0-6-16,0 0-8 0,0 0-6 0,0 0-5 16,0 0-3-16,0 0-3 0,0 0-4 0,30 0 0 15,-10-1 2-15,8-2-1 0,0 1 1 0,-7 1-5 16,8-1 2-16,-3 0-11 0,-6-1 4 0,-1 1-5 16,-1 2-3-16,0-3-2 0,-4 2 1 0,-3 1-5 15,-3-1 2-15,-8 1 1 0,13 0-1 0,-7 1 0 16,-6-1 3-16,9 0 5 0,-9 0 4 0,0 0-1 15,9-3 6-15,-9 3-5 0,0 0 1 0,0 0-2 16,0 0 1-16,0 0-6 0,11-1-1 0,-11 1-3 16,0 0 0-16,0 0-20 0,0 0-24 0,0 0-41 15,0 0-48-15,0 0-51 0,0 0-37 0,3 6-192 16,-3-6-428-16,0 0 189 0</inkml:trace>
  <inkml:trace contextRef="#ctx0" brushRef="#br0" timeOffset="127859.39">20222 8949 191 0,'0'0'180'0,"0"0"-14"0,-1-10-5 0,1 10-14 16,3-8-10-16,-3 8-3 0,5-8-13 16,0 4-6-16,1-1-17 0,2-3-5 0,2 1-11 0,4-2-4 15,0 0-10-15,-4 0-3 0,1 4-9 0,1-4-4 16,-3 2-6-16,0 3 5 0,-1-4-11 0,0 1 1 16,-3 3-4-16,0 0-3 0,-5 4 1 0,8-7-1 15,-5 3-3-15,-3 4 1 0,7-6 0 0,-7 6-7 16,4-4-5-16,-4 4 3 0,0 0-7 0,0 0-1 15,6-3 0-15,-6 3-3 0,0 0-5 0,0 0-2 16,0 0 3-16,0 0-5 0,0 0-1 0,0 0 0 16,0 0-4-16,0 0 4 0,4 17-3 0,-4-8 1 15,0 4 0-15,1 1-1 0,1 2 2 0,-2 2-2 16,0 1-1-16,-2-2-3 0,1 4 7 0,2-1 0 16,-2-3-4-16,1 3 5 0,1-3-1 0,-1-3 1 15,3 4 1-15,-2-4-3 0,0 1 3 0,-1 2-5 16,3-4 4-16,-2 0-3 0,-1-2 3 0,1 2 2 15,1-3-3-15,-2 1 0 0,-2-1 2 0,2-3-3 16,2 0 1-16,-2-7-1 0,-2 13-1 0,2-13 0 16,-1 10 3-16,1-10-2 0,0 8 4 0,0-8-4 15,0 0 0-15,-4 6 3 0,4-6-3 0,-6 3 3 16,6-3-6-16,0 0 1 0,-16-2-3 0,16 2 5 0,-12-1-2 16,12 1-2-16,-13-2-3 0,7 1 4 0,-3-2-2 15,0 1-1-15,0 1 4 0,1-3 1 16,-1 3-2-16,9 1-2 0,-17-3 1 0,11 1 0 15,6 2-1-15,-15 0 0 0,15 0-2 0,-12-3 4 0,12 3 0 16,-9 0 1-16,9 0-2 0,0 0 0 0,0 0 0 16,-11 0-2-16,11 0-1 0,0 0 0 0,0 0 4 15,0 0-3-15,0 0 2 0,0 0 8 0,28 3-7 16,-11-4 2-16,3-1 5 0,0 2-3 0,9 0 1 16,-1 0-11-16,0-2-23 0,-8 1-28 0,8 1-34 15,1-2-45-15,-1 0-42 0,-7 2-149 0,0-3-356 16,-1 0 158-16</inkml:trace>
  <inkml:trace contextRef="#ctx0" brushRef="#br0" timeOffset="128536.69">21030 9050 137 0,'-1'-10'184'0,"1"10"-9"0,-5-9-4 16,2 4-12-16,3 5-9 0,-11-9-12 0,5 7-12 15,0-2-12-15,6 4-15 0,-15-2-4 0,5 2-15 16,-1 1-2-16,0 2-14 0,1 0-7 0,-1 4-4 16,-1 1-5-16,3 1-7 0,-5 1-3 0,3-1-2 15,2 0-3-15,2 0-10 0,-1 2 3 0,3-2-6 16,1 1-2-16,0-2-2 0,3 0 0 0,0-2 0 15,1-6-1-15,2 13-3 0,1-8-4 0,1-2 4 16,0 2-1-16,2-2-1 0,4-1 1 0,0-1-2 16,1-2 0-16,0 1 1 0,1-2-3 0,-1 0 2 15,-2-4 2-15,1 1-2 0,0-3-2 0,-3 0-1 16,1-3 7-16,-2 0-6 0,-1-1-2 0,3-6-1 16,-2-1-1-16,-2 1 1 0,0-7 0 0,0-3 3 0,0 2-3 15,-3-3-3-15,4 3 2 0,-4-2-1 16,2 1 4-16,-3 0 8 0,0 0 2 0,0 8 1 15,-2-1-3-15,1 3 11 0,0 5 7 0,1 0 4 0,-3 2 4 16,3 3-11-16,0 7-3 0,-1-10-7 0,1 10 0 16,0 0-5-16,0 0-3 0,0 0-5 0,0 0 1 15,0 0 0-15,1 32 1 0,-3-8 0 0,1 4-2 16,2 4-2-16,-1-2 2 0,-3 1-1 0,5 1 1 16,-4-5-2-16,2-2 1 0,3 1-1 0,-3-7-1 15,2 0 0-15,3-1 2 0,-1-2-2 0,0-5 1 16,2 5-1-16,0-6 5 0,0-3-6 0,3 1 4 15,0 1 2-15,-3-6-1 0,6-1-4 0,-2 3 3 16,0-5-2-16,-1 0 3 0,3-2-3 0,-1-3 0 16,2 1-2-16,-3-4 6 0,0 0-6 0,0-2-2 15,1-2 1-15,-3 2-7 0,-3-1-5 16,1-1 3-16,-2 2 1 0,0 0-1 0,-2 1-1 0,-1 1 4 16,1 3-3-16,-2 5 1 0,2-11-5 0,-2 11 3 15,0 0-2-15,2-7-3 0,-2 7 5 0,0 0 1 16,0 0 0-16,0 0 3 0,0 0-5 0,2 23 7 15,0-15-2-15,-1 0-9 0,0 1-20 0,0 3-26 16,-1-3-21-16,5 1-32 0,-2-2-40 0,1 1-46 16,-2-2-150-16,1-1-379 0,-3-6 168 0</inkml:trace>
  <inkml:trace contextRef="#ctx0" brushRef="#br0" timeOffset="128704.9">21162 8815 163 0,'0'0'151'15,"-4"-9"-15"-15,4 9-38 0,-1-6-34 0,1 6-26 16,0 0-21-16,10-3-27 0,-10 3-28 0,18 9-66 0,-11-3-112 16,2 1 50-16</inkml:trace>
  <inkml:trace contextRef="#ctx0" brushRef="#br0" timeOffset="128979.14">21395 9052 31 0,'2'7'162'0,"-2"-7"-5"0,2 13-2 16,1-6-5-16,-3-7-11 0,5 11-5 0,-2-5-1 0,2 1-1 16,1-1-5-16,0-3-4 0,2 2-5 0,2-4-2 15,2 3-8-15,-1-3-9 0,3-1-7 0,-2-1-4 16,1-1-6-16,1-1-6 0,-3-1-4 0,1-4-8 15,-2 0-7-15,-2 1 1 0,1-2-5 0,-2-1-5 16,0-1-2-16,-3 0-6 0,1-3-3 0,-4-3-6 16,-1 2 6-16,-4 0-12 0,2 2-5 0,-2 2-2 15,-3 1-3-15,1 0-3 0,-2 3-5 16,1 1-9-16,-4 2-10 0,-1 3-15 0,-1 1-15 0,-4 3-18 16,0 1-27-16,0 2-15 0,1 2-33 0,2 0-22 15,4-2-39-15,0 4-145 0,2-3-368 0,6 0 163 16</inkml:trace>
  <inkml:trace contextRef="#ctx0" brushRef="#br0" timeOffset="129545.14">21752 8978 19 0,'0'0'194'16,"0"0"-6"-16,0 0-7 0,0 0-12 0,0 0-4 15,-18-4-8-15,18 4-11 0,-19 6-5 0,7-1-7 16,-4 3-17-16,4-2-11 0,1 0-13 0,2 3-5 15,0 0-10-15,0 0-8 0,2-1-6 0,1 1-7 16,2-1-7-16,3-2-3 0,1 2-1 0,0-8-3 16,5 13-2-16,1-7-6 0,1-3 2 0,3 1-4 15,2 0-1-15,2-2-4 0,0-2-4 0,0 0 0 16,4-4 1-16,-4 0-6 0,-3-1 0 0,2-2 1 0,-1 0 3 16,-1-1-6-16,2-5 7 0,-3 0 1 0,-2-1-2 15,0-1-2-15,-1-4-1 0,-3 2-2 0,-1-2 1 16,-1-7-3-16,-1 0-6 0,1-1 2 15,-2 1 3-15,0 1-6 0,-2 0-2 0,1-4 0 0,2 10 6 16,-2 0-4-16,1 4 2 0,0-1 0 0,0 6 7 16,0 2 0-16,1 1 2 0,-1 7-7 0,-1-9-1 15,1 9-7-15,0 0 1 0,0 0-4 16,0 0 3-16,0 0-2 0,4 35 3 0,-4-16-2 16,1 8 1-16,-1-1-2 0,0 2 5 0,-1-2-3 0,4-3 2 15,-2 4 2-15,2-8-3 0,-2-2-1 0,5 2 0 16,-1-2 0-16,-1-3 2 0,2 0 0 0,3 0 4 15,0-5 5-15,0 0-7 0,0-1-1 0,3-2-1 16,2-2 1-16,0-1 1 0,4 0-1 0,-4-2-2 16,-3-2 1-16,8-1 1 0,-7-2-4 0,0-2 2 15,4-2-3-15,-7 1-5 0,0-1-2 0,1-2-4 16,-5-1-2-16,2 0 3 0,-2 0-2 0,-4 0-1 16,-1 1 3-16,0-1-1 0,0 11-1 0,-5-17 2 15,-1 14-3-15,-2 1 5 0,8 2 0 0,-22 3-2 16,11 2-1-16,-6 3 2 0,3 2-1 0,-1 2 2 15,3 0 1-15,2 1-2 0,5-2-8 0,0 1-22 16,3 0-20-16,4 0-25 0,2 0-39 0,1-1-43 16,7 1-31-16,1-3-51 0,2 2-129 0,4-5-405 15,-2 1 180-15</inkml:trace>
  <inkml:trace contextRef="#ctx0" brushRef="#br0" timeOffset="149756.67">25214 2804 67 0,'0'0'79'15,"0"0"2"-15,0 0-11 0,0 0-1 0,0 0 3 16,0 0-9-16,0 0 1 0,0 0-13 0,-9-2 4 15,9 2-6-15,0 0-1 0,0 0-4 0,-9-3-9 16,9 3 2-16,0 0-12 0,0 0 3 0,0 0 1 16,0 0-1-16,0 0-6 0,-11 5 3 0,11-5-4 15,0 0-9-15,0 0-2 0,-6 2-2 0,6-2-2 16,-7 4 6-16,7-4 3 0,-5 4-9 0,5-4 5 16,-8 6 7-16,8-6-11 0,-5 4-3 15,5-4 11-15,0 0-10 0,-6 3-1 0,6-3 3 0,0 0-6 16,0 0 2-16,-6 6 4 0,6-6-1 0,0 0 2 15,0 0-5-15,0 0 10 0,0 0-9 16,0 0 5-16,0 0-7 0,0 0 9 0,0 0 8 0,0 0-1 16,0 0 10-16,14 7 3 0,-7-6 6 15,6-1 3-15,1-1 2 0,3 0-10 0,4 0-1 0,0-2 0 16,3 1-2-16,2-1 1 0,-5 3-6 0,10-7-2 16,-3 5-2-16,1-2-2 0,2 1 2 15,-2 0-10-15,-3 2-8 0,-4-2-14 0,-2 1-17 16,2 1-21-16,-4 0-16 0,-4 1-16 0,-1 0-25 15,-2 1-20-15,-2 0-87 0,-4 1-231 0,-5-2 103 0</inkml:trace>
  <inkml:trace contextRef="#ctx0" brushRef="#br0" timeOffset="150073.66">25199 2791 134 0,'0'0'134'0,"-7"-3"-12"15,7 3-22-15,0 0-2 0,0 0-11 0,0 0-7 16,0 0-7-16,-9 11-2 0,8-4 1 0,0 3 7 16,-4 2 3-16,2 0-9 0,1 7-4 0,-1-3-5 15,2 4-3-15,-4-1-5 0,1 0-5 0,2 7 2 16,0-7-6-16,2 8-6 0,-5-4-4 0,1-4-1 15,3 0-5-15,0 0 3 0,-2 0-4 0,-1 1-4 16,2-2-1-16,0 2-3 0,1-4-1 0,-1 1-2 16,0 2-2-16,-3-4-22 0,4-3-10 0,-3-1-24 15,3 1-25-15,-2-2-9 0,0-1-21 0,0 0-23 16,0-3-21-16,1 1-96 0,2-7-253 0,0 0 112 16</inkml:trace>
  <inkml:trace contextRef="#ctx0" brushRef="#br0" timeOffset="151066.81">25089 3138 2 0,'13'-3'144'0,"2"2"-17"0,2-1-12 15,5-2-7-15,5-3-6 0,3 3-7 0,1-2-8 16,2 4-11-16,1-4-9 0,-3 4-8 0,1-4-21 15,-5 5-9-15,-9-4-8 0,2 3-15 0,-2 0-3 16,-5 1-11-16,0 1 7 0,-2-2 2 0,-11 2-5 16,14-3 6-16,-14 3-2 0,14-2 2 0,-14 2 4 15,9-7 4-15,-9 7 5 0,5-9 4 0,-5 9 17 16,4-9 13-16,-4 9-2 0,0 0-2 0,0 0 13 16,-2-13 8-16,2 13 0 0,0 0 2 0,-4-7-3 15,4 7-7-15,0 0-8 0,0 0-8 0,0 0-9 16,0 0-4-16,0 0-1 0,0 0-6 0,0 0 1 15,0 0-4-15,-5 24 0 0,5-14 2 0,0 2-6 16,2-1 1-16,-2 3-2 0,2 0 0 0,0-1-4 16,-1-2 5-16,3 0-3 0,0-1-2 0,1 1-1 15,0-3 0-15,2 0 5 0,1 0-6 0,-1-3 2 16,4 0 3-16,0 0-4 0,1-3 2 0,-1-1-2 16,-2-2 5-16,2 1-4 0,-1-3-3 15,0-2-3-15,2-1-2 0,-3-1 0 0,-3-3 3 0,3-2-2 16,0 1 3-16,-2-4-3 0,0 0 5 0,0 0-7 15,0-2 3-15,-5 1-1 0,3-1 1 0,-3 1 1 16,2 4-3-16,0-4 1 0,-4 5-6 0,3 1 14 16,-2 2 4-16,-1 8-5 0,1-10-1 15,-1 10-8-15,4-8 1 0,-4 8-1 0,0 0-7 0,0 0 3 16,0 0 3-16,0 0 0 0,0 0 0 16,0 36 0-16,0-19 0 0,0-3 0 0,3 1 0 15,-1 1 2-15,0 0-1 0,0-3 1 0,3-3 2 0,-1 0 1 16,3 2 1-16,0-2-4 0,2 0 4 15,0-1-2-15,1-1 2 0,2-2 2 0,-1-3-6 0,3 1 3 16,0-2 1-16,4 0-3 0,-5-4 5 16,3-1-2-16,-1 0-2 0,1-2 0 0,-2-3 0 15,2-1-2-15,-5-3 4 0,1 0-2 0,0-2 0 16,-5-1 0-16,-1-4 1 0,3-5 1 0,-5-1-4 16,-3 6 1-16,-1-6 2 0,1 5-5 0,-3-4 3 15,-2-1-3-15,4 4 3 0,-4 4 3 0,2 0-3 16,0 5 14-16,1 1 0 0,-1-1 5 0,0 6 0 0,0-1 3 15,2 7-2-15,-2-13-10 0,2 13-4 16,0 0-2-16,0 0-1 0,0 0 1 0,0 0-2 16,0 0 1-16,-2 32-4 0,-1-12-1 0,1 6 6 15,2 0 0-15,-5-3-4 0,3 5 3 0,2-1 0 16,0-2-3-16,0-1 2 0,5 1-4 0,-3-6 3 16,1-2 0-16,1 0 1 0,4-3 1 0,-3-3-2 15,4 0 1-15,0-3 2 0,0 1 1 16,3-2-1-16,-2-1-2 0,1-3-1 0,3 0 2 0,-2-2 0 15,2-2-2-15,-1-2-1 0,2-4 0 0,3 2 2 16,-5-4-2-16,3 0 1 0,-3-5-5 0,-1-2 4 16,-1-6 0-16,3-2-5 0,-5-3 4 0,-1 2-4 15,-3-4-2-15,2 2 2 0,-2-1-3 16,-1 2 4-16,-4 0-2 0,0 0 0 0,0 10 1 0,4 0 2 16,-4 4 5-16,-2 2 6 0,4 1 3 0,-2 9-3 15,0-11-5-15,3 5-3 0,-3 6-2 16,0 0-2-16,0 0 1 0,0 0 4 0,0 0 1 15,-7 45 3-15,3-19-1 0,2 3 0 0,-1 0 0 0,3 0 0 16,-5 1-1-16,3 2 2 0,2-3-2 0,0-2-15 16,4-3-17-16,-1 2-19 0,0-2-19 0,1-4-38 15,2-2-29-15,1 1-52 0,2-1-18 16,7 2-146-16,-3-3-376 0,1-5 167 0</inkml:trace>
  <inkml:trace contextRef="#ctx0" brushRef="#br0" timeOffset="151564.68">26630 3072 16 0,'0'0'234'0,"0"0"-20"0,0-17-27 0,0 17-16 16,0 0-22-16,0 0-16 0,0 0-3 0,0 0-2 16,0 0-8-16,-14 36-14 0,9-21-7 0,3-2-10 15,0 0-10-15,2 0-8 0,0 1-5 0,4 2-9 16,-3-4 0-16,3-1-9 0,2 0-4 0,0-3-1 15,2 2 1-15,-1-3-5 0,4-3-4 0,1 1-2 16,-1-3-3-16,2-1-3 0,-4 0 2 0,-9-1-4 16,27-9-1-16,-16 4-3 0,3-7-2 0,-1 2 0 15,0-1-4-15,-3-4-1 0,3 1-1 16,-6-2 1-16,2-1-4 0,-4-1-4 0,3-6 2 0,-4 5-2 16,-1 7 1-16,-1 0-2 0,3 3 2 0,-5 9-4 15,3-14-9-15,-3 14 2 0,4-7-5 0,-4 7 5 16,0 0-6-16,0 0 1 0,0 0 6 0,0 0-1 15,2 28 0-15,-2-13 4 0,-2-2-3 0,6 4 2 16,-4-6-3-16,2 3 1 0,1-2 2 16,3 0 0-16,-2 0 0 0,6 1-3 0,-1-4 5 15,-1-1-1-15,2 0 5 0,1-5-3 0,0 0 1 16,1-2-2-16,1-2 0 0,1-2 2 0,-3 0 1 16,0-4-2-16,2 1 2 0,1-6-3 0,0-1 1 0,-1-2-1 15,-2 0 4-15,1-2 5 0,-4-9-3 16,-1 1 3-16,-5 5-1 0,3 0-1 0,-3 1 1 15,-2-6-6-15,0 7 4 0,-5 2-6 0,5 0 0 16,-4 7-4-16,3 0-7 0,1 9-16 0,-6-12-21 16,6 12-25-16,-7-4-22 0,7 4-13 0,0 0-5 15,0 0-21-15,-15 13-27 0,10-5-3 0,5-8-137 16,0 19-324-16,0-19 144 0</inkml:trace>
  <inkml:trace contextRef="#ctx0" brushRef="#br0" timeOffset="151896.01">27243 2998 76 0,'0'0'147'0,"9"-6"-2"0,-9 6 0 0,0 0 2 16,8-4-5-16,-8 4-3 0,0 0-7 0,0 0 0 16,0 0-7-16,0 0-17 0,0 0-10 0,0 0-12 15,0 0-8-15,-29 12-2 0,18-1-10 0,-1 5-2 16,1-2-10-16,3 0-3 0,-1 1-6 0,2-1-2 16,2 1-6-16,1-4-8 0,2 0 1 0,0 0-1 15,2-11-4-15,4 17 1 0,0-6-6 16,-1-3-1-16,-3-8-3 0,11 10-6 0,-4-5-5 15,2-1-1-15,3-3-8 0,0-1 4 0,-12 0-3 0,25-6 1 16,-14 2-5-16,0-1 5 0,6-6-3 0,-7 5 2 16,0-4 3-16,-2 1-1 0,-3-1 3 15,4-6 1-15,-5 4-2 0,1 2 3 0,-2-1 1 16,1 1 9-16,-2 3 0 0,-2 7 0 0,2-12 1 16,-2 12-7-16,0 0-6 0,7-5 0 0,-7 5 0 15,0 0 4-15,0 0-2 0,0 0-2 0,6 28 0 16,-2-16 3-16,-2-1-14 0,0 0-33 0,0 3-28 15,0 1-39-15,4 1-27 0,-3-5-33 0,5 5-13 16,0-1-103-16,-2-6-309 0,5 1 136 0</inkml:trace>
  <inkml:trace contextRef="#ctx0" brushRef="#br0" timeOffset="152452.93">27572 2984 81 0,'1'-10'208'0,"1"1"10"0,-2 4-17 16,0 5-22-16,2-10-16 0,-2 10-18 0,0 0-10 16,0 0-10-16,0 0-15 0,0 0-9 0,14 31-10 15,-8-14-5-15,-3 2-7 0,3-2-10 0,2 8-6 16,-2-2-6-16,0-6-6 0,1 0-1 0,0 0-8 16,1-4-4-16,-2 0-3 0,1 1 0 0,-1-5-5 15,-1 0-3-15,0-2-5 0,-5-7 0 0,6 8-5 16,-6-8 2-16,5 5-1 0,-5-5-1 15,0 0-6-15,0 0 3 0,12-16-5 0,-12 16-1 16,10-17-2-16,-4-2-1 0,1 2 3 0,0 0-2 16,5-6-2-16,-1-1-4 0,3-1 4 0,-1 2-3 15,-2 6-1-15,5-5 0 0,-4 5-1 0,3 3-1 16,0 2-2-16,-3 1 1 0,0 3 1 0,-1 2-3 16,0 0-2-16,-1 5 0 0,-1-3 1 0,-9 4 3 15,16-2-4-15,-16 2 3 0,20 4-1 0,-10-1 1 16,-2-3-1-16,4 4 6 0,-2 0-1 0,4-2 2 15,-3-1 1-15,1 0 4 0,-1-1 3 0,-11 0-8 16,22-2 15-16,-8-2 3 0,-1-2 0 0,-4 1 3 16,3-1-2-16,-1-2 2 0,-2 1-3 0,2-2 8 15,-4 1 6-15,2-2 1 0,-5-1-5 0,-2 1 1 16,0-1-3-16,1 0 2 0,-6-1-3 0,1 2 1 16,-2-1-5-16,-1 2 5 0,-1 1-5 0,0 3-2 15,1 1-4-15,-7 2 1 0,3 2-7 0,-3 3-3 16,-3 5 3-16,-3 3 6 0,-4 6-11 0,2 3 8 15,1-2-6-15,6-2 3 0,4 1-4 0,0 2 0 16,0 4-1-16,5 1 3 0,4 2-1 0,4-3-2 16,4-5 9-16,4 6-4 0,4-5-10 0,4 1-17 15,3-6-28-15,4 3-19 0,-3-3-33 0,5-2-43 16,-4-1-48-16,4-4-53 0,-12-3-175 0,2 0-449 16,-7-1 199-16</inkml:trace>
  <inkml:trace contextRef="#ctx0" brushRef="#br0" timeOffset="152997.87">26102 3531 19 0,'3'-10'275'0,"-3"-1"-20"15,1 1-11-15,-1 3-9 0,0 7-6 0,1-14-8 0,-1 14-19 16,-3-10-18-16,3 10-22 0,-2-5-17 0,2 5-11 15,0 0-14-15,-25 18-11 0,2 4-5 16,-3 5-11-16,-10 12-9 0,-6 2 0 0,0 7-4 16,-23 14 5-16,23-14-4 0,-18 14 2 0,21-19-5 15,-4 3-4-15,-2-3-2 0,0-2-7 0,-1-2 1 16,3 3-13-16,2 0-2 0,1-5-5 0,4 0-9 0,7-11-3 16,2 0-3-16,6-1-23 0,-3-1-31 0,6-1-41 15,0-2-34-15,6-4-39 0,3-2-39 16,0 2-44-16,7-7-51 0,0 0-205 0,2-10-516 15,0 0 229-15</inkml:trace>
  <inkml:trace contextRef="#ctx0" brushRef="#br0" timeOffset="153429.53">27424 3549 177 0,'-2'-10'273'0,"2"10"-11"0,-2-6-9 0,2 6-16 15,0 0-15-15,0-8-13 0,0 8-15 0,0 0-23 16,0 0-15-16,0 0-20 0,0 0-14 0,0 0-13 16,0 0-12-16,0 0-9 0,27 14-4 0,-2 2-4 15,2 2-7-15,19 7-6 0,2 1-5 0,9 3-4 16,-3 2-4-16,26 10-2 0,3 7-5 0,0-4-5 16,-5-2 3-16,1-1-6 0,0 2 0 0,-25-16-4 15,4 5-7-15,21 11 0 0,-28-15-1 0,5 1-3 16,-3 0 1-16,-6-1-11 0,-4-5 5 0,0 3-5 15,-13-7-5-15,2-4-7 0,-2-1-8 0,-4-1-9 16,-9-3-7-16,0-1-7 0,-4-1-26 0,-2-2-29 16,-5-2-24-16,-3 1-24 0,-3-5-47 0,0 0-61 15,0 0-228-15,-27 10-506 0,7-13 225 0</inkml:trace>
  <inkml:trace contextRef="#ctx0" brushRef="#br0" timeOffset="154479.87">22326 4782 214 0,'-1'-7'205'0,"1"7"2"0,-6-9-5 0,4 3-7 16,2 6-17-16,-8-9-15 0,8 9-14 0,-5-5-9 15,5 5-23-15,-9-3-10 0,9 3-16 0,-10 7-10 16,0 0-5-16,1 3-10 0,-3 5-9 0,-2 9 1 16,1 0-8-16,0 3-4 0,0-1-1 0,5 2-6 15,-3-1-7-15,4-4-2 0,6-3-4 0,0-2-6 16,2 1 1-16,3 0-1 0,2-3-3 0,3 1 0 0,1-1 0 15,3-2 2-15,4-3-7 0,2-1 2 16,6 1 2-16,0 0-1 0,-5-4-4 0,3-6 1 16,3 1-2-16,3-2-2 0,-1-3 2 0,0-2 3 15,-1-2 2-15,-1-2-9 0,-6 1 2 16,2-6-3-16,-6 3 0 0,0-2 2 0,0 0-3 0,-1-4 1 16,-3 1-3-16,0 0 3 0,-3-7-5 0,0 3 0 15,-6 2-2-15,0-1 0 0,-3 1 0 0,-1 3 0 16,-1 3-3-16,0-1 1 0,-3 3 2 0,0 1-4 15,-2 2-1-15,0 1 0 0,-1 1-1 0,-2 5 2 16,0 0 0-16,-1 3 2 0,-1 3-2 0,-3 3 4 16,2 2-4-16,-4 10 4 0,3 1 0 0,5-3-3 15,1-2 1-15,4 3 2 0,0-1 3 0,1-1-2 16,4 0-16-16,4-1-3 0,0 0-15 0,2-1-29 16,3-3-32-16,2 2-34 0,3-3-32 0,2-2-42 15,0 0-141-15,-5-4-374 0,4 0 166 0</inkml:trace>
  <inkml:trace contextRef="#ctx0" brushRef="#br0" timeOffset="154828.12">22821 5040 210 0,'0'0'209'16,"3"-7"-22"-16,-3 7-18 0,0 0-16 0,0 0-15 15,0 0-7-15,0 0-8 0,0 0-8 0,0 0-9 16,9 22-9-16,-9-22-5 0,4 15-9 0,-3-6-10 15,2-2-8-15,-1 2-2 0,-2-9-8 0,4 12-4 16,-4-12-3-16,3 11-4 0,-3-11 0 0,0 0 6 16,2 10 14-16,-2-10 13 0,0 0 0 0,0 0-2 15,0 0-10-15,0 0-5 0,0 0-9 16,0 0-4-16,0 0-6 0,-10-29-4 0,10 16-4 16,0 1-3-16,0-6-2 0,4 2-6 0,0-3-2 0,5-4-8 15,0 4 0-15,-2 1 2 0,2 3 1 0,0 1-7 16,2 3-4-16,-4 4-1 0,4-1-4 0,-6 4 1 15,3 1-6-15,0 3 2 0,-8 0 1 0,19 3 2 16,-8 1-5-16,-2 3 7 0,3 1 4 0,0 3-5 16,-2 0-5-16,0 3 4 0,-1 0 2 0,0 0 1 15,1 3-21-15,-3-2-33 0,0 1-43 0,-1 1-45 16,0-3-37-16,-1-3-47 0,-1 2-172 0,-2-3-429 16,-2-10 189-16</inkml:trace>
  <inkml:trace contextRef="#ctx0" brushRef="#br0" timeOffset="155058.25">23173 4725 9 0,'-1'-11'268'0,"0"-1"-5"0,0 5-20 0,-1 0-25 0,2 7-25 16,2-9-22-16,-2 9-17 0,0 0-10 0,0 0 5 15,0 0-13-15,1 42-12 0,0-15-3 16,-1 3-10-16,0 2-16 0,1 4-15 0,-1-8-3 15,0 2-6-15,3 1-7 0,-3-2-5 0,0 0-8 16,0-1-6-16,2-1-2 0,0-1-11 0,1-7-28 0,-3-1-26 16,2-1-46-16,-1 0-40 0,0-1-52 0,1-4-39 15,-1-2-196-15,-1-10-428 0,0 0 190 16</inkml:trace>
  <inkml:trace contextRef="#ctx0" brushRef="#br0" timeOffset="155212.62">22978 4938 98 0,'4'-4'176'0,"6"-2"-13"0,1 1-20 16,2 2-30-16,6-1-39 0,2-1-53 0,-1 4-41 16,2 2-47-16,-1 6-51 0,-1-4-126 0,-1 7 56 15</inkml:trace>
  <inkml:trace contextRef="#ctx0" brushRef="#br0" timeOffset="155753.71">23339 5127 65 0,'0'0'205'0,"11"-8"4"16,-5 0-4-16,3 2 3 0,-3-1-8 0,2-2-16 16,1-1-10-16,0 0-25 0,-3-2-8 15,7-2-17-15,-5-1-15 0,-1-1-9 0,0 2-8 16,-5-3-8-16,2 2-10 0,-1-2 0 0,-2 1-16 0,-1 4-7 15,-2 1-4-15,-4 0-7 0,1 0-5 0,-3 5-4 16,-2-1 1-16,-1 2-7 0,-1-1-3 0,1 5-4 16,-1-2 0-16,5 3-4 0,7 0-1 0,-16 0-4 15,9 0-3-15,7 0-1 0,-8 3-1 0,8-3-1 16,0 0-2-16,0 0 1 0,0 0 3 0,15 14-4 16,-2-13 3-16,6-1-1 0,3 2-2 0,1-2 3 15,-2 0-2-15,1 2 1 0,-1-2-3 0,-2 1-1 16,-1 1 0-16,-3 5-2 0,-2-2 0 0,1 4-2 15,-2-2 2-15,-3 0 1 0,-3 3-2 0,0-1 2 16,2 2 3-16,-5-1 0 0,-1 3 8 0,-1 3-9 16,1-3 0-16,0-1-2 0,0 1 3 0,-2-2 0 15,1 1 1-15,1-2-2 0,0 0 3 0,-2-10 0 16,5 16 2-16,-3-10-3 0,1 2-2 16,4-3 3-16,1-1-2 0,-8-4 2 0,13 6 3 15,1-6-4-15,-4 0 4 0,3 0-3 0,-1-4 2 0,-1 0-4 16,-1-3 8-16,4-4-7 0,0 1 3 0,-3-2-4 15,-2 2 2-15,1-4 1 0,-4-1-3 0,1-1 2 16,-5 0-1-16,-2 5-4 0,1-5 1 0,-3 3 1 16,-1 3-3-16,1-1-3 0,-3 4 5 0,1 0-2 15,-4 4 0-15,8 3-3 0,-18-2 3 0,7 4-1 16,-1 1 2-16,-4 4-6 0,3 4 5 0,0 2 0 16,0 1-2-16,2 2 2 0,-1 1-1 0,7-1 2 15,0 2-3-15,4-1-23 0,1-6-26 0,4 5-26 16,1-4-42-16,9-1-40 0,0-2-37 15,11 1-169-15,1-2-397 0,5-1 175 0</inkml:trace>
  <inkml:trace contextRef="#ctx0" brushRef="#br0" timeOffset="156055.56">24246 4696 146 0,'0'-7'260'0,"-2"0"-8"0,0 1-1 15,2 6-15-15,-2-12-21 0,2 12-14 0,-1-7-31 0,1 7-17 16,0 0-17-16,0 0-19 0,0 0-9 0,0 0-11 16,13 17-5-16,-7-2-5 0,-2 5-4 0,3 5-4 15,-4 1-3-15,1 3-14 0,0 0 2 16,1-1-4-16,-5 1-4 0,3-2-11 0,-2-1-2 15,0 2-1-15,0-2-5 0,-1-2-1 0,0-5-5 16,-1 2-3-16,-1-2-8 0,-1 0-25 0,-1-1-27 0,1-2-40 16,-1-5-32-16,1 2-40 0,-1-4-40 15,0 3-34-15,0-7-203 0,-4 1-456 0,8-6 202 16</inkml:trace>
  <inkml:trace contextRef="#ctx0" brushRef="#br0" timeOffset="156541.5">24013 4915 87 0,'0'0'175'0,"0"0"-18"15,0 0-5-15,0 0-3 0,23-4-4 16,-5 3-10-16,11-1-9 0,4-2-6 0,2 2-6 16,2-1-13-16,0-3-9 0,0 1-8 0,-1-1-4 15,-5 3-9-15,-1-1-10 0,-1 1 2 0,-13-1-13 16,3 0-6-16,-6 3-1 0,0-2-4 0,-6 2-1 15,0-1 9-15,-7 2-4 0,11-2 3 0,-11 2 0 16,9 0 2-16,-9 0-4 0,0 0-1 0,0 0-9 16,0 0-5-16,0 0-2 0,0 0-4 0,-25 25 0 15,12-13-3-15,-2 2-2 0,0 8 0 0,-2-1 0 16,4-4-5-16,0-4 1 0,5 3-7 0,1 0 4 16,3 1-5-16,1-2 2 0,-1-3-3 0,2-1 3 15,4 0-2-15,2-2 4 0,-1-3-6 0,3 2 4 16,-1-5 1-16,3 1 0 0,2-2-1 0,2 0 8 15,-12-2-11-15,23-1 4 0,-12-2-4 0,1 1 2 16,-1-3 0-16,0-3 2 0,0 2-2 0,-3-2 1 16,-3-1 0-16,3 0 5 0,-5-1-9 0,5-2 1 15,-4 2-1-15,1-6 0 0,-3 6-1 0,1-3 0 16,0 3-3-16,-1 1 3 0,-1 3 3 0,2-1-5 16,-3 7 1-16,0 0 0 0,0-11-7 0,0 11 0 15,0 0-3-15,0 0 2 0,0 0 0 0,0 0 3 16,0 0 0-16,9 28 1 0,-7-17-3 0,-2-1 6 15,4 0-3-15,-1 2 2 0,-1-2-6 0,6 0-25 16,-5 0-22-16,4-2-22 0,1 1-47 0,2-4-36 16,4-2-32-16,-2-1-183 0,2-2-402 0,2-1 178 15</inkml:trace>
  <inkml:trace contextRef="#ctx0" brushRef="#br0" timeOffset="156777.81">24783 4709 95 0,'0'-11'258'0,"0"6"-5"0,0 5-8 0,2-11-18 16,-2 11-25-16,0 0-21 0,0-7-20 0,0 7-7 15,0 0-10-15,0 0-9 0,5 34 2 0,-3-15 9 16,-2 8-6-16,-2 1-15 0,2 0-15 16,-3 2-8-16,6-2-7 0,-6 0-13 0,2-2-5 0,1 1-10 15,1-2-3-15,-1 2-7 0,0-8-2 0,3 0-3 16,-3-2-10-16,2 0-19 0,1 1-25 0,-2-2-36 15,-1-4-53-15,2 4-40 0,-2-16-47 0,1 21-44 16,-1-10-46-16,-3-2-149 0,3-9-451 0,0 0 199 16</inkml:trace>
  <inkml:trace contextRef="#ctx0" brushRef="#br0" timeOffset="156990.03">24819 4818 154 0,'9'-9'216'16,"0"2"-7"-16,1 1-17 0,0 1-10 0,-4 2-17 16,3 1-9-16,-1 2-11 0,-8 0-13 0,15 3-13 15,-5 1-10-15,-1 2-10 0,-3 3-10 0,-2 1-7 0,1-1-5 16,0 1-4-16,-3 2-11 0,-4 3-9 0,-3-1 1 16,0 0-11-16,-3 3-16 0,-1-5-30 15,-2 5-31-15,0-4-39 0,-2-1-51 0,0 0-45 16,0-2-171-16,-2 0-367 0,6-6 163 0</inkml:trace>
  <inkml:trace contextRef="#ctx0" brushRef="#br0" timeOffset="157250.04">25073 4734 2256 0,'7'-13'108'15,"0"-2"-23"-15,-5 4-34 0,2-3-3 0,-2 4 8 16,1 0 22-16,-3 10 10 0,2-10 8 0,-2 10-12 15,0 0-4-15,2-12-7 0,-2 12-5 0,0 0-15 16,2-5-2-16,-2 5-6 0,0 0-4 0,3 23 2 16,-3-6 2-16,0 7-6 0,0 3 8 0,0 1-12 15,-3 3 0-15,3-1-3 0,-4 2 11 0,2-1-19 16,-1-2 5-16,2 2-8 0,-2-4 3 0,3 4 3 16,0-5-12-16,-2-1 3 0,2-1-11 0,0-5-17 15,-2 0-42-15,0 0-27 0,2-2-44 0,0-1-43 16,-2-4-48-16,0-2-50 0,0 0-226 0,2-10-531 15,-6 16 236-15</inkml:trace>
  <inkml:trace contextRef="#ctx0" brushRef="#br0" timeOffset="157705.01">25132 4773 152 0,'8'-3'190'0,"0"3"-12"0,-8 0-6 15,14 0-17-15,-8 3-7 0,2 2-17 0,-2 2-10 16,2 1-14-16,-4 2-4 0,-3 1-11 0,0 0-8 16,1 6-7-16,-2-2-8 0,-3-3-8 15,0 4-10-15,-4 0-13 0,-2-4-5 0,3-4-8 0,-1 2-4 16,2-2 0-16,1-4 5 0,0 3-9 0,4-7-4 16,-6 6 1-16,6-6-3 0,-4 4 2 0,4-4-7 15,0 0 3-15,0 0-12 0,0 0 7 0,0 0-1 16,0 0-4-16,30-4 2 0,-19 1 1 15,2 0-2-15,-2-1 0 0,6-1-1 0,3 2-3 0,-2-1 2 16,-1 0 2-16,1-3-5 0,2 2-7 0,-1 0 2 16,-2-3 0-16,-3 2-6 0,1-2 10 0,-4 2-3 15,1-2 4-15,-3 0 7 0,-1-1-7 0,0-1 10 16,-2-1-2-16,-1 2 7 0,0-3 5 0,-1 1 7 16,0 0 6-16,-1 0 2 0,-2 1 6 15,-1 10 6-15,0-16 8 0,0 16 4 0,-4-14 5 0,4 14-5 16,-4-8 2-16,4 8-12 0,0 0-7 0,-15-1-5 15,15 1 1-15,-19 14-2 0,11-5-7 0,-4 2 0 16,0 3-1-16,2 1-3 0,1 1 1 0,-2-1-1 16,8-1 1-16,-3-1-8 0,4 2-9 0,3-4-19 15,0 2-32-15,3-4-23 0,4 2-33 0,2-4-31 16,5 1-19-16,4-4-22 0,0 0-10 0,4-4-147 16,6 2-360-16,-8-2 160 0</inkml:trace>
  <inkml:trace contextRef="#ctx0" brushRef="#br0" timeOffset="158097.03">25715 4841 104 0,'5'-13'141'0,"2"4"15"16,0-3 23-16,-5 4 2 0,0-3 6 0,-2 1 1 16,0 4-4-16,0 6 4 0,-6-12-4 15,1 7-4-15,0 1-23 0,5 4-13 0,-17-3-16 0,4 5-8 16,-4 3-4-16,1 3-9 0,-3 1-9 0,-2 4-2 16,-2 1-10-16,6-3-9 0,1 3-3 0,1 1-11 15,3-1-6-15,5 1 0 0,-2-1-7 0,2-1-6 16,5-3-5-16,2 1-5 0,0-11-3 0,2 19-1 15,5-11-2-15,-4 0-10 0,7-3-2 16,1-1-7-16,1-1-10 0,3-3 0 0,-3 0-3 0,8-3-3 16,0-1 0-16,-1-1 3 0,-2-3-1 0,-1-2 2 15,-1 0-5-15,0 0 2 0,-5-4 4 0,3 0-2 16,-3-3 1-16,-1 0 1 0,-5 0 2 16,0-3 0-16,1-8 0 0,-2 3 0 0,-1-2 0 15,-2 3 4-15,-2-4-5 0,-1 3 1 0,3 0 12 16,-3 6-2-16,1-1 6 0,2 4 8 0,-2 0 4 0,0 6 5 15,2 1 11-15,0 1-3 0,0 8 1 0,-2-10-9 16,2 10-11-16,0 0-3 0,0 0-3 0,0 0 2 16,0 0 3-16,-2 39-9 0,2-20 2 0,-2 5-3 15,0 5 4-15,1-3-3 0,2 2 1 16,1-2-3-16,0 2-15 0,2-2-28 0,-2-2-35 16,2 3-38-16,2-1-51 0,-2-2-47 0,-1-5-75 0,1 6-240 15,-4-6-561-15,0-2 248 0</inkml:trace>
  <inkml:trace contextRef="#ctx0" brushRef="#br0" timeOffset="160883.69">27701 4673 90 0,'0'0'206'0,"2"-12"-13"15,-2 12-19-15,0-9-18 0,0 9-17 0,0 0-13 16,1-6-18-16,-1 6-12 0,0 0-8 0,0 0-3 16,0 0 3-16,6 32 0 0,-6-14-5 0,-2 9-1 15,2-2-5-15,0 2 0 0,-2 4-3 0,2-3-12 16,-2 1-3-16,2 3 0 0,0-3-6 0,-1 1-5 16,2-3-3-16,1-3-5 0,-2 2-3 0,6-4-4 15,-3-2-2-15,1-2-11 0,-2 1-22 0,0-1-27 16,0-2-23-16,1 0-34 0,-2-6-35 0,2 0-28 15,-3 1-37-15,0-11-130 0,-4 13-341 0,4-13 150 0</inkml:trace>
  <inkml:trace contextRef="#ctx0" brushRef="#br0" timeOffset="161305.73">27656 4700 24 0,'9'-15'174'15,"3"0"-2"-15,0 1-12 0,3 3-7 0,0-1-3 16,3 3-1-16,1 3-15 0,0 2-12 0,0 3-12 16,0 2-3-16,2 0-13 0,-4 5-4 0,2 3-8 15,-4 2-7-15,3 0-12 0,-2 3-4 0,-3 2-4 16,-2 2-2-16,-1-3-4 0,-1 4-1 0,-3 0-8 16,-6 0-1-16,-2 0-3 0,-4 0-8 15,-1-1 2-15,-1 0 1 0,-9 2-1 0,3-4-5 0,1-2-3 16,-3-1 6-16,2-2-12 0,4-3 5 0,0-2-4 15,6-1 0-15,-1-1 2 0,-1-1-3 0,6-3-6 16,-7 6 4-16,7-6-5 0,-9 2 0 0,9-2-2 16,0 0-1-16,0 0-2 0,0 0 1 0,22 3 0 15,-10-3 0-15,6 0-4 0,-6 0 2 0,9 3-1 16,0 0-2-16,-1 2 0 0,-2 1-4 0,3 1 3 16,-6 1 3-16,0 2-4 0,-1 0 3 0,-3-2-2 15,-1 4 3-15,-5 0-5 0,-2 0 5 0,-1 0-1 16,1-2 2-16,-6 1-1 0,1 2 0 0,-5 1 3 15,-2 0-5-15,-6 0 1 0,-1-4 3 16,-2 2-4-16,-7 0-4 0,8-4-18 0,-2 0-11 0,1 0-26 16,0-5-21-16,-2 0-32 0,7-3-35 0,-1 0-54 15,-1 1-128-15,1-3-357 0,3-1 157 0</inkml:trace>
  <inkml:trace contextRef="#ctx0" brushRef="#br0" timeOffset="161726.81">28023 4945 180 0,'6'-3'195'0,"5"1"-13"0,0 2-9 0,1 0-15 16,2 2-7-16,-4 1-11 0,3 2-5 0,-1-1-8 16,4 3-15-16,-1 2-9 0,-1 0-8 0,1 0-11 15,-2 2-2-15,-1-5-12 0,-3 3-9 16,0-2-6-16,-2 1-2 0,0-1-2 0,-2-1-5 0,-1-2-7 15,-2 1-2-15,2 0-1 0,-4-5 3 16,0 0-1-16,1 9-2 0,-1-9-5 0,0 0 1 0,-11 4-7 16,11-4 2-16,-13-3 0 0,13 3 1 0,-10-5 0 15,10 5 4-15,-5-8-12 0,5 8-3 16,-4-8-3-16,4 8-2 0,2-16 0 0,1 10-5 16,1-5 3-16,5 1-3 0,1-4-3 0,0 1 2 0,3 1 5 15,4-1-6-15,-3 0-1 0,2-1 0 0,0 2-3 16,-2 0 0-16,2 0 0 0,0 3 7 15,-8 3-11-15,0 0 5 0,1 1-7 0,-4 0 4 16,-5 5-3-16,8-3-5 0,-8 3 9 0,8 0-8 16,-8 0 3-16,9 6 3 0,-9-6-1 0,7 10 2 15,-3-1 3-15,1 0-3 0,0 3 0 0,-1-2 3 0,-1 2-5 16,2 4 6-16,-3-3-3 0,2-2-19 0,-2 1-33 16,-2 3-37-16,2-1-32 0,1-2-53 15,-2-2-46-15,-2 2-137 0,-2 0-387 0,3-12 171 16</inkml:trace>
  <inkml:trace contextRef="#ctx0" brushRef="#br0" timeOffset="161900.63">28359 4671 81 0,'-2'-5'175'0,"2"5"-26"0,0 0-36 0,0 0-18 15,0 0-14-15,0 0-37 0,20 0-35 0,-5 9-38 16,1 4-40-16,2 5-40 0,3 3-116 0,-3-2 51 16</inkml:trace>
  <inkml:trace contextRef="#ctx0" brushRef="#br0" timeOffset="162327.28">28704 4902 50 0,'-15'-13'206'0,"6"11"2"15,3-2-2-15,-4 1-1 0,-1 2-12 0,11 1-15 16,-13 0-19-16,6 0-13 0,7 0-17 0,-18 4-13 16,11 4-12-16,-3 0-10 0,0 2-11 0,-1 2-6 15,4-1-9-15,-2 3-4 0,3 0-8 0,1-1-7 16,2-1-6-16,0-1 0 0,0 2-9 16,3-3 0-16,1 2 4 0,1-2-11 0,0-3-6 15,2 1 1-15,1 1-1 0,3-4-3 0,-1-1-1 0,-2-1 0 16,5 1-4-16,-2-4 3 0,-8 0-9 15,20-3 8-15,-11-1-5 0,2-1 1 0,-2-4-2 0,-3-1 5 16,-1 0-8-16,3-6 2 0,-3 1-5 0,-1-3 2 16,0-3-4-16,-2-8 4 0,-1 2-7 0,-1-5 5 15,2 5-1-15,-2-3-2 0,-3 0 3 0,1-1-6 16,0 1 1-16,0 1 9 0,-1 9 5 0,3 1 4 16,-3 0 9-16,2 3 7 0,0 3 10 0,0 4 0 15,-1 2-9-15,1 1 8 0,1 6-19 0,-2-9 0 16,2 9-5-16,0 0 6 0,0 0-14 0,0 0 3 15,2 31-3-15,-1-7 2 0,1 5-1 16,0 1-2-16,1 3 7 0,-2-2-7 0,3 0-2 0,-1 0 3 16,0-1-7-16,4-2-20 0,-2 1-26 0,0-4-36 15,-1 2-25-15,1-8-34 0,3 5-22 0,-2-9-28 16,3 1-24-16,-5-5-15 0,1 1-123 0,-3-3-381 16,4 0 168-16</inkml:trace>
  <inkml:trace contextRef="#ctx0" brushRef="#br0" timeOffset="162969.69">29044 4874 205 0,'0'-8'202'0,"0"-3"11"15,-2 2 0-15,-1-1-2 0,3 10-15 0,-5-9-18 16,1 3-20-16,4 6-11 0,-15-1-20 0,4 4 0 16,-4 4-18-16,-2 4-10 0,0 1-11 15,-6 4-8-15,5 2-7 0,4-3-8 0,6-2-5 16,0 2-9-16,3-4-4 0,0 0-5 0,0 0-11 0,5 1-12 15,0-2-12-15,1 0-8 0,3-5-13 0,0 1-8 16,1 0-3-16,1-3-9 0,2 0 3 0,4-2 3 16,-3-2 1-16,1-2 1 0,3 2 4 15,-3-4 1-15,0-4-4 0,3 1 5 0,-4-1 10 16,0 0 3-16,-3-2 5 0,0 0 8 0,0 0 0 16,0 1 14-16,-2-1-1 0,0 1 6 0,-1 4 0 0,0 1 6 15,-3 5-7-15,4-11-6 0,-4 11-6 16,2-3-1-16,-2 3 1 0,0 0 2 0,9 14 5 15,-5 0 6-15,1 3-2 0,2 10 3 0,-2 5 1 16,0 0-2-16,-1 0 3 0,0 1-2 0,-2 2-1 16,1 0-1-16,-1-2-1 0,-2 1 0 0,3 0-5 15,-3-2 3-15,-3-2-3 0,2-1 1 0,0-1-3 0,-2-9 2 16,-1 6-1-16,2-6-1 0,-5-1-3 0,0-3-2 16,-2-5-6-16,1 1-8 0,0-2-1 15,-4-3-8-15,3 0-7 0,-3-2-8 0,2-4-12 16,10 0-7-16,-23-7 5 0,10 1 0 0,4-2-2 0,-1-6-1 15,1-1-1-15,5-4 6 0,3-1 0 0,4-3 11 16,5-7 1-16,5 1 0 0,8 0 4 0,3-11 1 16,-2 11 0-16,2 0 1 0,9-9 3 0,3 2 2 15,-3 1 0-15,-5 9 1 0,6-9 2 16,-1 0 2-16,-8 12 0 0,0-1 5 0,-1-2-2 16,-4 2 3-16,0 1 7 0,-6-2 3 0,1 2 4 15,-7 7 8-15,2-4-2 0,-1 4 11 0,-4 2 10 0,-1 0 4 16,-2 3 3-16,-2 2 0 0,2-1 3 0,-4 2-5 15,2 8-4-15,-4-10-4 0,-1 6-5 16,5 4-2-16,-16 2 0 0,0 4-1 0,-3 5-6 16,-5 5 3-16,2 3-4 0,-1 1 7 0,3 1-13 15,2 0 2-15,5 1-4 0,2 2-3 0,3-9-13 16,3 2-25-16,5 1-29 0,0 0-22 0,5-3-40 0,1 0-35 16,5-2-28-16,5-1-50 0,-3-1-122 0,6-3-386 15,-1 1 171-15</inkml:trace>
  <inkml:trace contextRef="#ctx0" brushRef="#br0" timeOffset="163255.07">29683 4800 2073 0,'4'-26'50'15,"-1"0"-5"-15,-1 7-4 0,1 0-18 0,-3 2 17 16,0 1 27-16,0 7 23 0,0-2-1 0,0 1-2 15,0 3 2-15,0 7 7 0,2-10-13 0,-2 10-12 16,0-9-8-16,0 9-10 0,0 0-7 0,0 0-7 16,0 0-2-16,9 19 1 0,-5-3-5 0,0 2 1 15,0 9-4-15,1 1-2 0,-3 0-5 0,-2 1 2 16,3 0 1-16,-2-2-4 0,-1 0-3 0,0 0 2 16,0 0-7-16,0-3 2 0,-1-3-3 0,4 3-7 15,-3-6-28-15,0 0-25 0,0-3-28 0,-2-3-38 16,2 2-32-16,0-4-38 0,-2 0-23 0,2 0-36 15,-2-2-175-15,2-8-450 0,0 0 199 0</inkml:trace>
  <inkml:trace contextRef="#ctx0" brushRef="#br0" timeOffset="163588.71">29732 4604 61 0,'11'-15'193'0,"1"6"-11"0,-2 1-2 15,3 2-4-15,-2 3-14 0,3 3-9 0,-4 1-8 16,2 5-12-16,-1-2-11 0,1 4-13 0,1 2-14 16,-3 2-4-16,-1 2-8 0,-4 1-8 0,0 1-7 15,-2-1-7-15,-3-3-3 0,-2 4-5 0,-4 1-7 16,-2-1-2-16,-2 0-9 0,-1-4 7 0,-2 0-8 16,-1-2-5-16,2-2 7 0,2-2-6 0,-3 1-6 15,3-2-5-15,0 0 3 0,1-3-3 0,3 0-3 16,-1-1 1-16,7-1-8 0,-9 3 2 0,9-3-3 15,-9 3-4-15,9-3 0 0,0 0-7 0,-5 4 1 16,5-4 0-16,0 0 1 0,0 0 2 0,19 16-1 16,-10-10 3-16,3 0 1 0,1 2 4 0,-2-1-7 15,7 3 1-15,0-2 1 0,-2-1-12 0,10 5-19 16,-6-5-26-16,-2 0-34 0,3-1-46 0,-2 0-24 16,0-2-24-16,-2 2-153 0,-6-2-364 0,0 1 162 15</inkml:trace>
  <inkml:trace contextRef="#ctx0" brushRef="#br0" timeOffset="163855.12">30079 4973 118 0,'4'-4'162'0,"4"-2"2"0,1 0-3 15,1-4-7-15,-2 2-3 0,5-3-6 0,-1 1-2 16,1-3-4-16,1 0-11 0,-2 1-5 0,-1-4-11 16,0 3-9-16,-1-1 3 0,-3 0 4 0,3-1-4 15,-3 0-8-15,-2 5 2 0,-3-3-2 0,2-2-3 16,-2 3-10-16,-2 3-1 0,-2-1 1 15,2 10-6-15,-4-13-3 0,1 4-12 0,0 5 2 0,-2-1-2 16,0 1-20-16,5 4-9 0,-15-1-3 0,15 1-5 16,-21 7-3-16,11 2 2 0,-3 2-8 0,-1 2 0 15,2 1-2-15,-1-1-5 0,5 2 2 0,0 0-3 16,3 1-4-16,2-4-17 0,2 2-18 0,1-3-22 16,5 4-24-16,-1-5-27 0,2 1-42 0,2-2-50 15,5 0-36-15,1-2-198 0,4 0-463 0,0-2 206 16</inkml:trace>
  <inkml:trace contextRef="#ctx0" brushRef="#br0" timeOffset="164087.34">30518 4701 199 0,'-2'-8'260'0,"-2"0"-1"0,-1 4-23 0,0-1-14 15,5 5-20-15,-10-3-21 0,10 3-17 16,-17 4-12-16,3 2-13 0,4 0-11 0,-4 3-15 15,0 5-6-15,1 2-14 0,2-1-5 0,0 1-10 0,5 2-9 16,0-2-4-16,3 1-6 0,2 1-5 0,2-2-3 16,3 0-5-16,4-2-5 0,1 0-14 0,2-3-12 15,6-1-22-15,0-1-34 0,2-3-30 16,1 0-39-16,8-3-37 0,-7-2-39 0,5-2-21 16,-4-1-14-16,6-2-122 0,-10-2-373 0,0 0 165 15</inkml:trace>
  <inkml:trace contextRef="#ctx0" brushRef="#br0" timeOffset="164313.65">30764 4551 15 0,'0'-17'213'15,"2"0"-5"-15,-4 5 21 0,1 0 11 0,1 5 33 16,0 7-10-16,0-13-19 0,0 13-29 0,0-9-29 16,0 9-18-16,0 0-19 0,0 0-11 0,0 0-13 15,0 0-7-15,-5 38-16 0,4-19-10 0,-6 10-5 16,5-1-7-16,-2 0-4 0,3 1-9 0,-1 2-7 15,0-4-6-15,-2 1-7 0,1-2-1 0,3 0-2 16,-2 0-13-16,2-8 0 0,0-1-24 0,-2 2-29 16,2-4-32-16,2-3-30 0,-1 0-28 0,0 1-37 15,-1-2-44-15,2-2-41 0,-2-2-35 0,-3 0-147 16,3-7-450-16,0 0 200 0</inkml:trace>
  <inkml:trace contextRef="#ctx0" brushRef="#br0" timeOffset="164601.71">30626 4751 32 0,'0'0'228'0,"-2"-5"-18"0,2 5-16 15,0 0-14-15,0 0-14 0,0 0-16 0,7-9-12 16,5 6-9-16,1 0-9 0,8 1-6 0,9 1-7 16,2-2-4-16,1-1-11 0,-1 0-3 0,-1 1-10 15,-1 0 3-15,-3-1-4 0,1 2 1 0,-7-1-8 16,-1 1 0-16,-1-2 1 0,-6 4-4 0,0-1-3 15,-2 1-1-15,-3 0-3 0,-8 0 0 0,13 0-4 16,-13 0 2-16,10-2-11 0,-10 2 2 0,8 2-8 16,-8-2-22-16,6 3 8 0,-6-3 9 0,4 6-1 15,-2-1-2-15,1 1-6 0,-2 2 3 0,1 2-8 16,-1 2 4-16,0-2-15 0,-1 1-24 0,-1 1-39 16,1-1-40-16,-1 0-38 0,-1 0-39 0,4-1-66 15,-2 1-225-15,0-11-497 0,-3 14 221 0</inkml:trace>
  <inkml:trace contextRef="#ctx0" brushRef="#br0" timeOffset="164784.94">30944 4502 205 0,'-5'-4'192'0,"5"4"-37"0,-8-7-43 0,8 7-42 16,0 0-31-16,-4-5-37 0,4 5-41 0,0 0-84 16,0 0-133-16,0 0 59 0</inkml:trace>
  <inkml:trace contextRef="#ctx0" brushRef="#br0" timeOffset="165062.11">31347 4411 64 0,'3'-9'226'0,"-1"3"-1"15,-1-1 10-15,-1 7 6 0,4-13-2 0,-4 7-17 16,0 6-2-16,3-9-16 0,-3 9-20 0,0 0-16 16,1-8-22-16,-1 8-16 0,0 0-17 0,0 0-13 15,0 0-9-15,0 0-11 0,-4 32-4 0,3-15-7 16,-5 8-6-16,2 3-7 0,0 6 3 0,-1 1-5 16,0 10-3-16,-2 1-1 0,4-11 2 0,-3-3-9 15,4 0 4-15,-2 0-4 0,0-1-21 0,0-1 23 16,2-3-10-16,-1 2-3 0,2-4-20 0,0 1 17 15,2-7-2-15,-1-1 1 0,3-3-20 0,-3 2 21 16,2-4-27-16,-3 0-21 0,2-3-31 0,-1 0-29 16,0-1-27-16,0-2-36 0,0-7-27 0,0 0-31 15,0 0-33-15,-2 18-38 0,2-18-155 0,0 0-460 16,0 0 203-16</inkml:trace>
  <inkml:trace contextRef="#ctx0" brushRef="#br0" timeOffset="165338.31">31135 4775 163 0,'0'0'214'0,"0"0"-16"0,4-10-24 0,2 5-14 0,4-2-19 15,4 2-9-15,7-2-16 0,-1 0-7 0,7 1-15 16,7-1-5-16,-3 1-10 0,1 0-6 16,3 1-10-16,-2-1 0 0,-2 1-10 0,-3 0-3 0,-1-1-4 15,-7 2 2-15,-2 1-2 0,-1-2 0 16,-6 1 0-16,-1 1 7 0,-1 0 7 0,-2 0 9 15,0 2 4-15,-7 1 0 0,9-4 2 0,-9 4-8 16,0 0-10-16,11-1-8 0,-11 1-11 0,0 0-3 0,0 0-5 16,8 5 0-16,-8-5-8 0,2 10 0 0,-1 2-1 15,-1-2-2-15,1 2-1 0,2 2-9 16,-5-1-23-16,2 3-39 0,2-4-33 0,-2 2-42 16,4 0-57-16,-4-4-47 0,-2 3-156 0,2-4-420 0,-1 0 186 15</inkml:trace>
  <inkml:trace contextRef="#ctx0" brushRef="#br0" timeOffset="165506.56">31513 4481 14 0,'0'0'111'0,"3"-9"-43"16,-3 9-25-16,10-2-28 0,-10 2-32 15,17 5-22-15,-11 3-43 0,7-2 19 0</inkml:trace>
  <inkml:trace contextRef="#ctx0" brushRef="#br0" timeOffset="166105.69">31784 4731 2013 0,'9'3'187'16,"-3"1"-111"-16,0 0-48 0,0-1-15 0,-6-3-10 15,9 0 10-15,-9 0 0 0,13-3 17 0,-7-1 12 16,1 0 6-16,0-1 2 0,3-3-2 0,-3 1-8 15,3 0-3-15,-1-2-4 0,1 2 1 0,-2-2-3 16,1 0-3-16,2-7 3 0,-3 2 3 0,-2 6 9 16,-2 0 6-16,-1 2 4 0,2-4 5 0,-1 1-6 15,-4 0 12-15,1 1 5 0,0 2-8 0,-1 6-5 16,-2-13-9-16,-1 8-7 0,3 5-4 0,-7-5-1 16,7 5-20-16,-15 0 11 0,6 5-9 0,-3 0 2 0,-1 7-1 15,-4-1-13-15,4 2 9 0,-4 8-4 16,1-2 0-16,4-4-2 0,3 2-3 0,2-2 2 15,-1 1-2-15,2 2 3 0,4-7-4 0,0 5 1 16,2-3-3-16,0-2-1 0,4 3 2 0,-1-2 5 16,3-1-1-16,3-1-3 0,4 1-10 0,-2-4 12 15,5 1 0-15,1-2-3 0,0 1 5 0,2-3-2 0,0-2 0 16,-1-2 4-16,3 2-6 0,-2-4 6 16,0 0-6-16,2-1 1 0,-3-1 2 0,-2-2-1 15,1 1-2-15,-2-5 5 0,-1 1-6 0,-2-5-8 16,0 1-1-16,-1-2-4 0,0 0-5 0,-3-2 3 0,-2-2-8 15,-1 2 0-15,2-2 2 0,-5-1 0 16,-2 3 4-16,0-1-11 0,-2 2 22 0,-1 3-12 16,-1 1 14-16,3 2 2 0,-3 0 2 0,2 1 1 15,-1 2-4-15,1 1 2 0,2 6 1 0,-6-10-5 16,6 10 3-16,-1-4-1 0,1 4 0 0,0 0-7 0,-5-5 4 16,5 5-4-16,0 0 2 0,0 0-3 15,0 0 4-15,-3-7 1 0,3 7-2 0,0 0 7 16,0 0 0-16,0 0-3 0,25 7 1 0,-16-6 1 15,0 3 4-15,2-4-8 0,1 4 4 0,-2 2-3 16,1-1-1-16,-1-2 2 0,0 5-5 0,-1-2 5 0,2 3 0 16,-5 0 6-16,3 5-11 0,-2-3 12 0,0 6 7 15,-3-3-1-15,-1 4 8 0,-3-1-1 16,2 0-10-16,0-2 3 0,-2 0 3 0,1 2-11 16,-1-4-23-16,0-2-30 0,1 2-52 0,-3-1-44 15,3-3-47-15,0 1-60 0,-2-1-235 0,1-9-527 0,-5 18 233 16</inkml:trace>
  <inkml:trace contextRef="#ctx0" brushRef="#br0" timeOffset="167024.84">23279 5460 178 0,'0'0'183'15,"-2"-10"-10"-15,2 10-12 0,-2-12-9 0,2 12 7 16,-2-10-9-16,2 10-3 0,-1-8-9 0,1 8-8 16,0 0-10-16,-2-11-13 0,2 11-13 0,0 0-15 15,0 0-8-15,0 0-8 0,0 0-8 0,0 0-4 16,3 27-6-16,-3-8-4 0,1 6-1 0,2 4-21 16,-5 0 0-16,0 3 1 0,1 2-2 0,-1-2-4 0,0-1 2 15,-1-2-5-15,3 0 4 0,0-4-2 16,0-5-9-16,3-3-25 0,-3 0-23 0,1-2-21 15,0-2-15-15,1-4-44 0,-2 2-24 0,0-6-15 16,0-5-5-16,1 11-112 0,-1-11-301 0,-8 5 134 16</inkml:trace>
  <inkml:trace contextRef="#ctx0" brushRef="#br0" timeOffset="167564.18">23322 5406 59 0,'12'-7'136'16,"0"3"1"-16,3 1-10 0,-3 2-10 0,-1 3-6 16,2 4-11-16,-3-2-9 0,0 2-9 0,0 3-11 15,1 4 1-15,-2 0-1 0,0 3-2 0,-4-2-21 16,-3-1-2-16,0 4-1 0,-2-5-3 0,-3 4-6 16,0-3-4-16,-2-1-6 0,0-2 1 0,-4 0-10 15,2 0-1-15,-2-2 3 0,-1-3 0 0,-1 1-4 0,1-1-2 16,0-2 0-16,0-2-1 0,2 1 2 15,8-2 0-15,-15 0-5 0,15 0 6 0,-11 0 1 16,11 0-5-16,0 0-5 0,-11 0 0 0,11 0 2 16,0 0-6-16,0 0 5 0,0 0-3 0,0 0 6 15,18 19-5-15,-9-14 3 0,3 1 2 0,-1 0-2 16,5 2 0-16,0 1 0 0,1-2 3 0,2 0-7 16,0-2 4-16,0-1-7 0,0 2 9 0,3-5-8 15,-3 0 0-15,9-1-4 0,0-1 6 0,-6-1-2 16,-1-3-9-16,0 0-2 0,5-2 0 0,-5 0-4 15,-2 0 1-15,-2-3 3 0,1 0-3 0,-1-1 2 0,-2 2 7 16,-4-4 1-16,1 3 3 0,-1-3 11 16,-4 1 5-16,-1 2 7 0,-1-2 10 0,0 0 8 15,-1 0 5-15,-3 0-5 0,-1-1 8 0,2 2-2 16,-4 0-5-16,2 2-1 0,0 9 6 0,-2-16 5 16,-1 10-3-16,3 6-4 0,-5-9-5 0,5 9-7 15,-5-4 1-15,5 4-15 0,0 0-1 0,0 0 1 16,-18 13-3-16,9-4-3 0,0 6-2 0,-1 1 1 15,-1 0 0-15,2 2-3 0,0-1-1 0,4 0-1 16,-2 1 3-16,5-3-3 0,-1 1 2 0,3 1-3 16,2 0-7-16,-2-7-25 0,2 3-34 0,3-4-39 15,3 1-33-15,1-3-33 0,7 0-47 0,-4-2-124 0,1-3-362 16,7-2 160-16</inkml:trace>
  <inkml:trace contextRef="#ctx0" brushRef="#br0" timeOffset="167783.16">24174 5442 175 0,'0'0'196'0,"-12"-4"-7"0,12 4-7 0,-19 4-13 16,9 0-11-16,-3 3-15 0,0 6-12 0,0-1-2 16,1 2-11-16,0 0-5 0,1 4-9 0,2-1-11 15,2-1-8-15,2 1-8 0,2 0-10 0,1-2-5 16,4 0-5-16,3 1-5 0,0-2-7 0,4 2-19 15,1-5-27-15,3 0-33 0,0 0-33 0,3-4-27 16,0 0-29-16,1-2-24 0,1 0-24 0,0-4-118 16,-5 1-314-16,1-2 139 0</inkml:trace>
  <inkml:trace contextRef="#ctx0" brushRef="#br0" timeOffset="168030.17">24330 5411 205 0,'-3'-16'211'0,"2"3"4"0,0 1 1 0,-1 3 1 16,0 1-9-16,2 8-19 0,-1-10-16 0,1 10-23 16,-3-6-19-16,3 6-16 0,0 0-10 0,0 0-13 15,0 0-5-15,4 29 2 0,-2-12-2 0,1 7-12 16,0 1-4-16,-3 0-6 0,0 0-5 0,2 1-9 16,1-2 9-16,-1-4-7 0,0-1-10 0,-1 6 7 15,-1-6-15-15,0 0-5 0,1 0 3 0,0-2-4 16,-1-1-11-16,0 1-28 0,2-5-18 0,-2 0-24 15,0-2-31-15,0-1-35 0,0 0-25 0,0-1-28 16,0-8-19-16,-2 10-23 0,2-10-147 0,-5 5-389 16,5-5 173-16</inkml:trace>
  <inkml:trace contextRef="#ctx0" brushRef="#br0" timeOffset="168303.3">24173 5600 39 0,'0'0'139'0,"0"0"-5"0,0 0-2 0,0 0-11 16,9-11-2-16,-2 9-7 0,6-2-9 0,4 2 0 16,3-1-13-16,8-2 2 0,0 0-12 0,2 0-2 15,-1-1-4-15,-1 1-2 0,0-1-4 0,-7 3-8 16,-1 1-7-16,-1-1-2 0,-7 2-3 0,-2-1-6 16,3 2-7-16,-4-1 0 0,-3 2 2 0,-6-1-4 15,16 2 4-15,-9-1-3 0,-3 3 7 0,3 0-5 16,-4 3 5-16,0 1 0 0,2 1-5 0,0 2 2 15,-5 1-7-15,3 0-3 0,-1 4 0 0,0-5-7 16,0 5 0-16,-3-3-3 0,1-1-26 0,0 4-24 16,0-3-40-16,1-2-33 0,0 1-42 0,2-3-47 15,-3 3-114-15,0-5-333 0,0-7 148 0</inkml:trace>
  <inkml:trace contextRef="#ctx0" brushRef="#br0" timeOffset="168485.28">24559 5323 146 0,'0'0'158'16,"-3"-8"-41"-16,3 8-15 0,0 0-23 0,0 0-42 15,0 0-35-15,0 0-47 0,0 0-55 0,0 0-107 16,0 0 47-16</inkml:trace>
  <inkml:trace contextRef="#ctx0" brushRef="#br0" timeOffset="168864.94">24833 5321 29 0,'0'0'170'0,"0"-10"3"16,0 10 1-16,0-13-5 0,-2 7-5 16,2 6-8-16,-3-13 0 0,3 8 1 0,0 5 7 0,-5-10-1 15,5 10-8-15,-2-7-10 0,2 7-20 0,0 0-13 16,0 0-13-16,-6-3-16 0,6 3 0 0,0 0-15 15,-3 31 6-15,-1-6-2 0,0 5-1 0,3 3-8 16,-1 1-2-16,-1 12-6 0,1-13-3 0,1-1-6 16,0 0-4-16,-1 0-1 0,2-2-4 0,3 3 1 15,-3-6-3-15,0 0-4 0,1-2-1 0,1 0-4 16,-2-8 0-16,1 0-1 0,1 1-5 0,-2-6-6 16,2 0-17-16,-2 0-33 0,0-2-31 0,0 0-36 15,1-1-37-15,-1-2-38 0,0-7-23 0,0 10-29 16,0-10-178-16,-3 8-442 0,3-8 196 0</inkml:trace>
  <inkml:trace contextRef="#ctx0" brushRef="#br0" timeOffset="169122.84">24679 5645 101 0,'6'-11'155'0,"3"8"-9"0,-1-4-2 0,3 2-8 16,1 0-12-16,3-4-13 0,4 3-3 0,1-1-16 15,-1 0-3-15,2 0-9 0,2 2-8 0,-5 0-6 16,4-2-8-16,-5 3-3 0,0 0-7 0,-4 2-6 16,1-2-2-16,-3 2-3 0,-1-2-10 15,-2 3 1-15,-2-1-4 0,-6 2-7 0,11 0-1 0,-11 0 4 16,0 0 4-16,14 3 5 0,-10-1-4 0,1 4-3 16,-1-2 1-16,1 6-3 0,-2-2-1 0,3 2 0 15,-3 0-15-15,-1 1-4 0,2-1-35 0,-1 2-31 16,-1 0-52-16,2 0-51 0,-4 0-104 0,2-2-294 15,-2 1 130-15</inkml:trace>
  <inkml:trace contextRef="#ctx0" brushRef="#br0" timeOffset="169282.86">24977 5328 19 0,'0'0'3'0,"8"-1"-7"0,-8 1-4 16,0 0 2-16</inkml:trace>
  <inkml:trace contextRef="#ctx0" brushRef="#br0" timeOffset="169838.93">25246 5561 189 0,'3'-4'196'0,"1"-2"-3"0,0 1-14 0,-1-3-10 16,1 1-13-16,0-1-8 0,1-2-13 0,-3-1-13 0,2 0-15 15,-1 0-11-15,-1-1-5 0,0 1 1 0,-2 1-7 16,0 1-9-16,0 9-2 0,-4-14-3 0,1 4-4 16,1 5-8-16,2 5-8 0,-6-8-2 15,0 5-9-15,6 3-5 0,-10-3-5 0,10 3-4 16,-13 6-1-16,3-1-4 0,2 6-3 0,-3 1-4 15,1 3-1-15,1 1 0 0,0 1-7 0,0-2 5 0,4 2-4 16,1-2 2-16,4 1 0 0,0 0-5 0,1-4 3 16,2 1 1-16,2-1-1 0,1-1-1 15,2-1-2-15,0-1 2 0,-1-1-1 0,5-1 2 16,-1-2-1-16,3-1 2 0,-3 0-2 0,-1-2 7 16,2 0-7-16,-1-1 2 0,-2-2-6 0,3-1 2 0,-1-1 2 15,-2-1 0-15,2-1-2 0,-2-2 4 0,-2 2 0 16,-1-3-2-16,0-3-3 0,4-3 2 0,-6-1-4 15,1 0-2-15,-1-1 4 0,1-2 0 0,-5 0-8 16,3 1 0-16,-6 0-1 0,2 0 2 16,-1-1 0-16,0 2-1 0,0 6 3 0,2 0-1 0,0 4 2 15,0 6 2-15,-4-10-1 0,4 10 3 0,0 0-7 16,0-9 1-16,0 9 0 0,0 0-4 16,0 0-4-16,0 0 5 0,2-10 3 0,-2 10 0 0,0 0-5 15,12 3 5-15,-12-3 1 0,13 1-2 16,-5 2 2-16,5-1 1 0,-1 1 0 0,1-1-1 0,0 1-3 15,-2 1 0-15,3 1 1 0,-4-2 0 0,2 2 2 16,-3 1 2-16,0 0 3 0,1 2 3 0,-4 1 4 16,2 0 2-16,1 1 1 0,-4 4-2 0,2-2 1 15,-1-1 1-15,-2 6 1 0,1-2-6 16,-5 2 4-16,0 0-21 0,4-1-44 0,-3 1-36 0,0-2-54 16,4 2-45-16,0-5-206 0,-1-2-425 0,1-1 188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7T07:08:23.7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10432 7979 39 0,'0'0'43'0,"0"0"-2"0,0 0-12 0,0 0-10 15,0 0-7-15,0 0-11 0,0 0-32 0,0 0-33 16,0 0 14-16</inkml:trace>
  <inkml:trace contextRef="#ctx0" brushRef="#br0" timeOffset="2542.09">19824 7947 19 0,'0'0'37'0,"0"0"-4"16,0 0-7-16,0 0-6 0,0 0-4 0,0 0-14 15,0 0-16-15,0 0-10 0,7 1-25 0,-7-1 12 16</inkml:trace>
  <inkml:trace contextRef="#ctx0" brushRef="#br0" timeOffset="100122.18">20282 10053 22 0,'0'0'44'16,"8"-4"-7"-16,-8 4-6 0,5-3-2 0,-5 3-12 15,0 0-18-15,17 3-30 0,-17-3-31 0,10 4 14 16</inkml:trace>
  <inkml:trace contextRef="#ctx0" brushRef="#br0" timeOffset="100464.63">22449 10074 28 0,'0'0'87'0,"0"0"-14"15,0 0-2-15,0 0-14 0,0 0-8 0,6-3-10 16,-6 3-7-16,0 0-20 0,0 0-2 0,0 0-7 0,0 0-4 16,0 0-10-16,10 6-16 0,-10-6-44 15,7 6-76-15,-5-3 34 0</inkml:trace>
  <inkml:trace contextRef="#ctx0" brushRef="#br0" timeOffset="100752.93">23426 10180 20 0,'0'0'25'0,"0"0"-6"0,0 0-2 15,0 0-10-15,0 0-4 0,0 0-8 0,0 0-10 16,0 0-16-16,0 0 9 0</inkml:trace>
  <inkml:trace contextRef="#ctx0" brushRef="#br0" timeOffset="125123.5">16815 6399 13 0,'-9'0'10'0,"9"0"1"0,0 0 3 0,0 0 1 16,0 0 1-16,0 0-5 0,0 0-3 0,0 0-4 15,0 0 3-15,0 0 5 0,0 0-1 0,0 0-2 16,0 0 7-16,0 0-8 0,0 0 4 0,0 0 21 16,0 0 9-16,0 0 0 0,0 0-2 0,0 0-3 15,32 0-3-15,-15-2-6 0,11 0 5 0,0-1-9 16,4 2 4-16,1-4-2 0,7 3 1 0,-2 0-5 16,13-2 2-16,4-1-7 0,0 2 4 0,0 3 6 15,1-4 0-15,-1 2-8 0,3 1 3 0,-2-3-1 16,2 2 7-16,-4 0-11 0,4 1 6 0,3-3-4 15,2-1-16-15,1 3 18 0,0-4-8 0,2 0 5 16,1 3 0-16,25-3-3 0,-32 4-4 0,1 0-3 16,2-3 6-16,-2 0 1 0,0 2-1 0,6-2 5 15,26-2 5-15,-27 3-6 0,32 1-6 0,-5-4 0 16,-1 4 2-16,-27 0-4 0,26-1 4 0,-28 2 1 16,-1-1-3-16,0 0-2 0,-7-1-4 0,1 1 3 15,-3-1-2-15,-15 2-4 0,-3-1 7 0,2 4-3 0,-5-5-7 16,-2 2 4-16,-8 0 1 0,-2 0-1 15,-5 0 8-15,-1 2 3 0,-5-3 14 0,-1 3 3 16,-8 0 2-16,14 0 4 0,-14 0 2 0,10 0 1 16,-10 0 0-16,9-3-13 0,-9 3 7 0,5-3-4 15,-5 3-11-15,0 0 1 0,0 0-4 0,7-4 2 16,-7 4-3-16,0 0-1 0,0 0-4 0,5-6 7 16,-5 6-7-16,0 0 0 0,0 0-4 0,0 0 1 15,0 0-5-15,0 0-8 0,0 0-17 0,0 0-28 0,0 0-9 16,0 0-23-16,0 0-16 0,0 0-20 15,-22 28-106-15,7-14-243 0,-11 2 108 0</inkml:trace>
  <inkml:trace contextRef="#ctx0" brushRef="#br0" timeOffset="-200869.62">20621 5072 64 0,'0'0'151'16,"0"-9"-4"-16,0 9-10 0,-1-10 0 0,1 10-2 15,0 0-7-15,0 0-6 0,-3-8-9 0,3 8-3 0,0 0-15 16,0 0-3-16,0 0-9 0,3-9-9 0,-3 9-4 15,0 0-7-15,0 0-5 0,0 0-6 0,0 0-4 16,0 0-7-16,0 0-3 0,0 0-4 16,0 0-5-16,0 0-6 0,0 0-3 0,0 0-1 15,0 0-8-15,0 0 2 0,0 0-3 0,0 0-4 0,0 0-3 16,0 0-1-16,0 0 1 0,0 0-2 0,0 0 1 16,-5 30 3-16,5-23 1 0,0 2-6 0,0 1 1 15,0 0 1-15,0 2-1 0,-1-1 1 0,1 1-5 16,0 1 2-16,-2 0 2 0,2 2 2 15,0 0-2-15,2 2 1 0,-4 0 0 0,2 1 5 16,0 0-1-16,0 8-3 0,0-1 4 0,-1 2 4 0,2-2 1 16,1-5-1-16,-1 5 0 0,-1-7 5 0,1 8 9 15,-2-8 1-15,2 1 1 0,-3 5-6 0,2-5-2 16,1 0-1-16,0 1-3 0,-1 1 0 16,0-4-3-16,1 2 3 0,-1 0-4 0,0-2-2 15,0 0 3-15,0 1-3 0,0-1 5 0,0-2-5 16,3 4 2-16,-6-2 0 0,3-5-2 0,3 7 15 0,-2-2-1 15,-1-2-2-15,0 2 0 0,-1 1-4 0,1 0 1 16,0 0-2-16,0-1 2 0,-3 0-2 16,3 2 2-16,-1-3-2 0,0 3-1 0,1-3 1 15,-1 3-2-15,-1 0 1 0,4 5 4 0,-2-5-2 16,0-2-1-16,-2 1 2 0,2-1 2 0,2-1-1 0,-4 0-2 16,4-1-1-16,-2 2-3 0,0-5 1 15,1 5-6-15,-1-1 7 0,1-3-5 0,-1-3 2 16,1 3-1-16,-1 2-2 0,0-3-1 0,0 0 0 15,0 1-2-15,0 3 1 0,0-3-4 0,0 3 2 16,3 0-2-16,-3-3 2 0,-3 2-2 0,2-4-1 16,1 5-2-16,-1-6 6 0,1 5-4 0,-1-2 3 0,-1-3-4 15,2 0 3-15,-1-1 3 0,1 1-5 0,0-10 1 16,0 14 1-16,0-8 1 0,0-6-2 16,0 12 0-16,0-12 6 0,-1 10-9 0,1-10 4 15,-2 8-9-15,2-8-11 0,2 8-11 0,-2-8-8 16,0 0-8-16,-2 8-18 0,2-8-19 0,0 0-29 15,0 0-27-15,0 0-32 0,0 0-38 0,-4 8-170 0,4-8-406 16,0 0 179-16</inkml:trace>
  <inkml:trace contextRef="#ctx0" brushRef="#br0" timeOffset="-199325.77">20446 6093 33 0,'0'0'76'16,"0"0"-2"-16,0 0-11 0,1 13-5 0,-1-13-5 15,0 0-4-15,0 0-1 0,0 0-4 0,0 0-6 16,0 0-9-16,0 0 8 0,0 0-12 0,0 0 5 16,-18-2-3-16,18 2 4 0,0 0-3 0,0 0-6 15,0 0 2-15,-14 0 15 0,14 0-33 0,0 0 11 16,0 0 8-16,0 0-3 0,-19 0 9 0,19 0 1 15,0 0 0-15,-10 0 5 0,10 0 0 0,0 0 2 16,0 0-2-16,0 0 2 0,-12 4 0 0,12-4-10 16,0 0 7-16,0 0 3 0,0 0 0 0,0 0 3 15,0 0-1-15,0 0-2 0,0 0-4 0,0 0 3 16,0 0-6-16,0 0-4 0,0 0-2 0,0 0-1 16,0 0-6-16,0 0 4 0,0 0-2 0,0 0-9 15,0 0 3-15,0 0-2 0,0 0-2 0,0 0 4 16,0 0-7-16,0 0 2 0,0 0-9 0,0 0 5 15,0 0 2-15,0 0 4 0,0 0-9 0,0 0 10 16,0 0-4-16,0 0-1 0,0 0 0 0,36 3 1 16,-26 0 1-16,2-2 1 0,-1 0-1 0,4-1-1 15,2 0 5-15,1 2 3 0,1-1-6 0,2 1 4 16,-1-2-3-16,2 0 1 0,0 3 5 0,-2-3-1 16,2 1 1-16,6-2-2 0,-8 2 4 0,1-1-5 15,1 0-1-15,6 3-3 0,0-3 2 0,-8 0-1 16,1 0 3-16,-1-3-1 0,2 6-3 0,-4-3 2 15,4-3-3-15,-3 6 6 0,-1-6-5 0,2 6-3 16,-2-3 1-16,2-3 3 0,-2 2 0 0,-1 0-2 16,2-1 0-16,-2 2-1 0,2 0 0 0,-1-3 0 15,1 4-1-15,-1-2 3 0,0-1-2 0,0 4-4 16,0-2 1-16,2-3 0 0,-1 4 1 0,-2-2 0 16,2 4-1-16,0-5 1 0,-2 2 0 0,2 0 2 15,0-1-3-15,3 2 3 0,-3-1 3 0,0 0 4 16,0 0-12-16,-1 2 6 0,1-5-6 0,-1 1 1 15,0 3 1-15,0-2-4 0,-1 1 3 0,-2 0 0 16,-2 1-2-16,6-4 5 0,-2 5-5 0,0-2-3 16,1-2 5-16,-5 4 0 0,0-2 2 0,1 0 2 15,0 1 4-15,0 0-5 0,-1-2 1 0,1 0-5 16,0 1 5-16,-1 0-5 0,5 1 4 0,-6 0 0 16,5-1-1-16,-2 0 1 0,-3 1-4 0,7-1 5 15,-1-2 3-15,-4 3-6 0,-2 0 4 0,2-2-3 16,0 2-2-16,2-3 2 0,-4 4 0 0,-1 0 0 15,5-2 1-15,-2 1-5 0,-2 1 4 0,1-2 0 16,0 2 4-16,0-1-4 0,0-1 4 0,-1 1-1 16,0-1-2-16,-2 3-5 0,1-3 3 0,-3-3 2 15,-8 3-2-15,16 0 1 0,-8 0 2 0,-8 0 4 16,17 3 0-16,-7-3-2 0,-3 0-2 0,-7 0-1 16,15 0 2-16,-7 0-5 0,-1 0 4 0,-7 0-2 15,15 0-2-15,-8 0-1 0,-7 0-1 0,10 0 2 16,-10 0 0-16,11 0-1 0,-11 0 1 0,7-4-2 15,-7 4 2-15,0 0-3 0,12 1 0 0,-12-1-3 16,0 0 1-16,0 0-10 0,7-1-6 0,-7 1-13 16,0 0-16-16,0 0-15 0,0 0-33 0,0 0-35 15,0 0-39-15,0 0-34 0,0 0-167 0,0 0-396 16,0 0 175-16</inkml:trace>
  <inkml:trace contextRef="#ctx0" brushRef="#br0" timeOffset="-195407.52">20625 5482 22 0,'0'0'37'0,"0"0"-1"15,0 0-5-15,0 0 0 0,0 0-3 16,0 0 5-16,0 0-4 0,0 0 3 0,0 0 6 16,0 0-12-16,0 0-2 0,0 0-6 0,0 0 2 15,-9-4-3-15,9 4-4 0,0 0-1 0,0 0 4 16,0 0 18-16,0 0-22 0,0 0 1 0,0 0-5 15,0 0-2-15,0 0-2 0,-13 1-1 0,13-1 8 16,0 0 3-16,0 0 5 0,0 0-5 0,0 0 2 16,0 0 0-16,-9 3 4 0,9-3 2 0,0 0-7 15,0 0 11-15,0 0-5 0,0 0 5 0,0 0-3 16,0 0 4-16,0 0-7 0,0 0 5 0,0 0 4 16,0 0 4-16,0 0 2 0,0 0-8 0,0 0 5 15,0 0 4-15,0 0-7 0,0 0-3 0,0 0-4 16,0 0 15-16,0 0-13 0,0 0-12 0,-5 3 7 15,5-3 0-15,0 0-7 0,0 0-6 0,0 0 12 16,0 0 0-16,0 0-5 0,0 0 0 0,0 0 0 16,0 0 2-16,0 0-1 0,0 0 3 0,0 0-5 15,0 0 1-15,0 0 0 0,0 0-1 0,0 0 0 16,0 0-6-16,0 0 6 0,0 0-4 0,0 0 0 16,0 0-6-16,0 0-2 0,0 0 0 0,0 0 3 15,0 0 0-15,0 0 2 0,0 0 3 0,0 0-2 16,0 0-2-16,0 0-1 0,0 0 4 0,0 0-1 15,0 0-2-15,0 0 6 0,21 2-2 0,-21-2-1 16,0 0-1-16,7 2 9 0,-7-2-11 0,0 0 3 16,13 0 2-16,-13 0 4 0,0 0-6 0,12 2 4 15,-12-2 6-15,11 1-5 0,-11-1 1 0,12 1 2 16,-6-1 2-16,-6 0-2 0,11 3-6 0,-11-3 4 16,11 1 0-16,-4-1-1 0,-7 0 5 0,18 4-1 15,-11-3 0-15,0-1-1 0,-7 0 1 0,16 0-8 16,-10 2 0-16,-6-2 3 0,15 0-6 0,-8 1 3 15,-7-1 2-15,13 0 0 0,-7 0-4 0,-6 0-4 16,14 3 1-16,-14-3 3 0,10 0-2 0,-10 0-3 16,8 0 1-16,-8 0 0 0,6 2 0 0,-6-2-1 15,0 0-1-15,9 1 3 0,-9-1 4 0,0 0-4 16,0 0-1-16,0 0-1 0,9-1-1 0,-9 1 1 16,0 0-2-16,0 0-2 0,0 0 1 0,0 0 7 15,7 3-4-15,-7-3 5 0,0 0 2 0,0 0-6 16,0 0 0-16,0 0-3 0,0 0 0 0,0 0 2 15,0 0-3-15,0 0 6 0,0 0 2 0,0 0-5 16,0 0 3-16,0 0-6 0,0 0 4 0,0 0-1 16,0 0 3-16,0 0-3 0,0 0 3 0,0 0 3 15,0 0-1-15,0 0 5 0,0 0-2 0,0 0 0 16,0 0 1-16,10 0-1 0,-10 0 2 0,0 0-5 16,0 0 1-16,0 0 0 0,0 0 0 15,0 0-3-15,0 0 1 0,0 0 0 0,0 0-3 0,0 0 3 16,0 0 1-16,0 0 3 0,0 0-4 0,0 0 0 15,0 0 4-15,0 0 1 0,0 0-5 0,0 0 4 16,0 0 2-16,10-2-1 0,-10 2-1 0,0 0 4 16,4-5-5-16,-4 5-3 0,0 0 1 0,0 0 3 15,4-4-2-15,-4 4-1 0,0 0 0 0,0 0-2 16,5-5-1-16,-5 5 0 0,0 0 2 0,0 0-5 16,4-6 4-16,-4 6 1 0,0 0-1 0,0 0-2 15,5-5 3-15,-5 5 2 0,0 0-3 0,0 0 3 16,5-6-1-16,-5 6-1 0,5-6 2 0,-5 6-4 15,5-4 0-15,-5 4-1 0,0 0 1 0,8-4-5 16,-8 4-2-16,7-3 6 0,-7 3 1 0,8-4-2 16,-8 4 1-16,8-6 0 0,-8 6-3 0,6-4 1 15,-6 4 6-15,9-5-7 0,-9 5 3 0,8-5 0 16,-8 5-2-16,9-5 3 0,-5 3-3 0,-4 2-1 16,8-4 1-16,-8 4-2 0,8-3-1 0,-8 3 3 15,6-2 1-15,-6 2 5 0,7-3 1 0,-7 3 2 16,10-5 1-16,-10 5-3 0,6-1-1 0,-6 1 5 15,9-1-1-15,-9 1-8 0,8-3 2 0,-8 3 1 16,10-1-1-16,-10 1-1 0,0 0 2 0,12-1-3 16,-12 1 2-16,9-1-1 0,-9 1 2 0,7-1-2 15,-7 1-3-15,0 0 0 0,8-1 3 0,-8 1-1 16,0 0-7-16,9 2 3 0,-9-2 4 0,0 0 0 16,7 2-3-16,-7-2 0 0,6 4 5 0,-6-4-3 15,0 0-1-15,7 5-3 0,-7-5 4 0,3 3-1 16,-3-3 0-16,6 4-1 0,-6-4 1 0,6 6 3 15,-6-6-3-15,5 3-1 0,-5-3 0 0,0 0-4 16,6 8 3-16,-6-8 1 0,5 3 1 0,-5-3 0 16,5 5 2-16,-5-5-3 0,5 5 0 0,-5-5 3 15,6 4-1-15,-6-4 7 0,5 4-7 0,-5-4-1 16,6 3-2-16,-6-3 2 0,5 6 2 0,-5-6-2 16,7 2 2-16,-7-2-2 0,0 0 1 0,6 4 1 15,-6-4 1-15,0 0-2 0,11 1 1 0,-11-1-2 16,7 3 0-16,-7-3 0 0,0 0 5 0,9 0-3 15,-9 0-1-15,5 3-1 0,-5-3 5 0,0 0-6 16,0 0 5-16,0 0-3 0,13-2 1 0,-13 2 3 16,7-1 1-16,-7 1 0 0,0 0-2 0,0 0 3 15,11-4-4-15,-11 4-3 0,6-4 2 0,-6 4 4 0,7-5-1 16,-7 5-5-16,0 0 4 0,8-3 4 16,-8 3-1-16,5-3-1 0,-5 3-2 0,0 0 2 15,7-6-3-15,-7 6-1 0,0 0-2 0,6-6 4 16,-6 6-2-16,0 0 1 0,5-7-1 0,-5 7-3 15,4-3 2-15,-4 3 0 0,4-5 2 0,-4 5-3 16,5-5-2-16,-5 5 4 0,4-6-1 0,-4 6 0 16,6-1 2-16,-6 1-6 0,0 0 3 0,9-4-5 15,-9 4 5-15,7-3-4 0,-7 3 5 0,7-4-2 16,-7 4-1-16,8-3 0 0,-8 3 3 0,8-2-1 16,-8 2-2-16,7-1 2 0,-7 1-3 0,0 0 3 15,11-1-4-15,-11 1 3 0,6-3 3 0,-6 3-6 16,0 0 3-16,11-1 1 0,-11 1-1 0,0 0 1 15,11 1 2-15,-11-1-5 0,0 0 2 0,10 2-1 16,-10-2-1-16,6 1 0 0,-6-1 1 0,8 2-2 16,-8-2 3-16,6 2 3 0,-6-2-2 0,8 3-2 15,-8-3 7-15,8 4-5 0,-8-4 2 0,6 3 0 16,-6-3 1-16,6 5-4 0,-6-5 1 0,8 0 0 16,-8 0-1-16,6 4 2 0,-6-4 1 0,0 0-3 15,5 5 1-15,-5-5 0 0,6 3 2 0,-6-3 2 16,0 0-6-16,6 2 0 0,-6-2 2 0,7 3-1 15,-7-3 1-15,0 0 1 0,7 2 1 0,-7-2 1 16,0 0-4-16,9 1 1 0,-9-1 2 0,0 0 0 16,10 1-1-16,-10-1 4 0,7 1-5 0,-7-1 0 15,0 0 2-15,11 0 7 0,-11 0-7 0,0 0-3 16,10-1 3-16,-10 1-6 0,0 0 6 0,9-2 0 16,-9 2-2-16,9-5 3 0,-9 5-1 0,7-1-3 15,-7 1 3-15,7-4-3 0,-7 4 3 0,7-3 1 16,-7 3-1-16,7-3-3 0,-7 3 1 0,7-3-1 15,-7 3 2-15,6-4-2 0,-6 4 2 0,5-4-3 16,-5 4 0-16,8-6 0 0,-8 6 2 0,10-3-1 16,-10 3 2-16,7-2 1 0,-7 2 1 0,0 0-5 15,9-4 1-15,-9 4 4 0,6-2 0 0,-6 2-2 16,8-2-5-16,-8 2 6 0,0 0-10 0,9 0 1 16,-9 0 3-16,5-5-2 0,-5 5 1 0,0 0-1 15,9-1 3-15,-9 1 0 0,8-1 1 0,-8 1-4 16,0 0 3-16,11 0-1 0,-11 0 0 0,8-2 3 15,-8 2-1-15,8 3-3 0,-8-3-2 0,0 0 6 16,11 3-5-16,-11-3 2 0,5 1 4 0,-5-1 0 16,7 4-3-16,0-2 2 0,-7-2-1 0,7 5 2 15,-7-5-1-15,7 4 0 0,-7-4 1 0,8 3-3 16,-8-3 4-16,6 5-2 0,-6-5 4 0,6 4-3 16,-6-4 1-16,0 0 0 0,8 2-2 0,-8-2 3 15,5 2-1-15,-5-2 0 0,0 0 1 0,7 4-1 16,-7-4 4-16,0 0-4 0,8 1-4 0,-8-1 6 15,0 0 3-15,0 0-7 0,8 2 1 0,-8-2 2 16,0 0-1-16,0 0 2 0,10-2 1 0,-10 2-6 16,0 0 3-16,0 0-1 0,0 0 0 15,13-3 6-15,-13 3-5 0,6-2 7 0,-6 2-9 16,7-2 2-16,-7 2 1 0,0 0 0 0,6-5-4 0,-6 5 2 16,7-3 2-16,-7 3-2 0,6-4-2 0,-6 4 2 15,0 0 0-15,10-4 1 0,-10 4-3 0,7-4 1 16,-7 4 1-16,6-4 2 0,-6 4-7 0,9-1-2 15,-9 1 7-15,0 0-2 0,0 0-1 16,10 0 3-16,-10 0-3 0,0 0 0 0,0 0 3 16,11 0-2-16,-11 0 2 0,0 0-3 0,12 0 1 0,-12 0 1 15,0 0 0-15,9 1-6 0,-9-1 6 0,7 2-4 16,-7-2-3-16,7 4-1 0,-7-4 0 0,7 2 3 16,-7-2 0-16,6 4 7 0,-6-4-3 0,8 2 1 15,-8-2-8-15,0 0 1 0,9 3 10 0,-4-1-2 16,-5-2 0-16,0 0 0 0,7 4 0 0,-7-4-2 15,7 3 2-15,-7-3 2 0,6 1-2 0,-6-1-1 16,0 0 4-16,0 0-2 0,10 1-2 0,-10-1 2 16,0 0 2-16,0 0-2 0,0 0-3 0,12-2 4 15,-12 2-4-15,0 0 4 0,9-2 1 0,-9 2-3 16,5-4 1-16,-5 4-2 0,8-2 1 0,-8 2 2 16,7-4-1-16,-7 4-2 0,9-4 0 0,-4 2 0 15,-5 2 2-15,9-2 0 0,-9 2-2 0,7-2 0 16,-7 2 1-16,0 0-6 0,9-4 6 0,-9 4-3 15,6-2-1-15,-6 2 0 0,9-3 1 0,-9 3 2 16,0 0 0-16,0 0-8 0,13 4 7 0,-13-4-5 16,5 2 2-16,-5-2-1 0,0 0 3 0,9 5-4 15,-9-5 1-15,6 1 0 0,-6-1 5 0,8 3-2 16,-8-3 0-16,5 4 1 0,-5-4 1 0,0 0-2 16,6 3 1-16,-6-3 4 0,0 0-6 0,7 5 2 15,-7-5 1-15,5 2 0 0,-5-2 3 0,0 0 0 16,0 0 1-16,6 2-4 0,-6-2 1 0,0 0 2 15,0 0-1-15,0 0-1 0,9 1 1 0,-9-1 1 16,0 0 1-16,0 0 2 0,0 0 0 0,0 0-4 16,0 0-1-16,0 0 0 0,12-4 0 15,-12 4 0-15,0 0 2 0,7-3-1 0,-7 3 1 0,7-3-1 16,-7 3-1-16,6-3 0 0,-6 3-2 16,9-5-1-16,-9 5 0 0,8-3-1 0,-8 3 1 0,9-1-1 15,-9 1 2-15,7-3 1 0,-7 3-3 0,9 0 2 16,-9 0-3-16,0 0 2 0,0 0-1 0,12 3-1 15,-12-3 0-15,6 2 0 0,-6-2 4 0,5 3-5 16,-5-3 4-16,7 3 2 0,-7-3-2 0,0 0 7 16,6 5-7-16,-6-5 2 0,0 0 1 0,8 5-4 15,-8-5 2-15,5 1-1 0,-5-1 4 0,9 2-2 16,-9-2 2-16,0 0 4 0,11 2-5 0,-11-2 2 16,8 2 0-16,-8-2 0 0,9 0 2 0,-9 0-2 15,11-2-1-15,-11 2 0 0,9-2-1 16,-9 2 3-16,11-2-9 0,-11 2 4 0,11-1 1 0,-11 1 3 15,9-1-5-15,-2-2 1 0,-7 3 1 0,10-2 2 16,-10 2-4-16,9-3 1 0,-9 3-1 0,0 0-1 16,11-1 1-16,-11 1 2 0,0 0-3 0,0 0 1 15,12 1-3-15,-12-1 3 0,0 0 0 0,9 3-1 16,-9-3 3-16,0 0-2 0,6 2 3 0,-6-2 0 16,0 0-1-16,4 4-1 0,-4-4-1 0,0 0 5 15,0 0 0-15,0 0-4 0,9 1-1 0,-9-1 5 16,0 0-1-16,6 2-1 0,-6-2 3 0,0 0-2 15,0 0 3-15,12-2-5 0,-12 2 1 16,9 0-1-16,-9 0 1 0,11-2 1 0,-5-1-3 16,2 2 2-16,-8 1 0 0,13-4-1 0,-8 3 3 0,-5 1-5 15,9-3 3-15,-9 3-3 0,0 0 2 0,10-1 5 16,-10 1-6-16,0 0-8 0,8-1-9 0,-8 1-20 16,0 0-21-16,0 0-29 0,0 0-33 0,0 0-54 15,0 0-134-15,0 0-335 0,0 0 148 16</inkml:trace>
  <inkml:trace contextRef="#ctx0" brushRef="#br0" timeOffset="-178490">26731 7561 5 0,'0'0'29'0,"0"0"0"16,0 0-3-16,0 0-3 0,0 0-5 0,0 0 1 16,0 0 0-16,0 0-7 0,0 0 3 0,0 0-2 15,0 0 4-15,0 0 4 0,0 0 1 0,0 0-6 16,0 0 0-16,0 0-7 0,0 0-4 0,0 0 7 16,0 0 2-16,0 0-4 0,0 0 0 0,0 0-3 15,0 0 2-15,0 0-3 0,0 0 0 0,0 0-5 16,0 0 8-16,0 0-9 0,0 0 6 0,0 0-16 15,0 0 10-15,0 0 4 0,0 0 1 0,0 0-2 16,0 0-4-16,2-7 1 0,-2 7 0 0,0 0 4 16,0 0-1-16,0 0-3 0,0 0 0 0,0 0 7 0,0 0-8 15,0 0 1-15,0 0 7 0,0 0-9 0,0 0 1 16,0 0-5-16,0 0 6 0,0 0-5 16,0 0 6-16,0 0-2 0,0 0-3 0,0 0 4 15,0 0-5-15,0 0 5 0,0 0 1 0,0 0-1 16,0 0-1-16,0 0 1 0,0 0 0 0,0 0 0 0,0 0-5 15,0 0 6-15,0 0 0 0,16 10-1 16,-16-10-7-16,0 0 7 0,11 1-2 0,-11-1 0 0,9 2-1 16,-9-2 8-16,12 1-6 0,-12-1 0 15,10 2 1-15,-10-2-2 0,11 0-1 0,-3 0-4 0,-8 0 2 16,13 0 0-16,-5 0 6 0,-8 0-7 0,14 0 2 16,-5 2 1-16,-9-2-5 0,13 1 0 0,-5-2 3 15,0 2-7-15,-8-1 2 0,14 0-7 16,-1 0 4-16,-8 1 3 0,4 1-5 0,-9-2-2 0,18 0 1 15,-9 0-22-15,1 1-40 0,0-1 125 0,3 0-73 16,1 0-28-16,-1 0 12 0</inkml:trace>
  <inkml:trace contextRef="#ctx0" brushRef="#br0" timeOffset="-178104.77">27300 7567 2 0,'0'0'1'0,"8"1"1"0,-8-1 0 15,9 2-1-15,-9-2 2 0,8 0 2 0,-8 0 3 16,10 2-2-16,-10-2-1 0,11 1 2 0,-11-1-2 16,13 0 2-16,-3 0-3 0,-10 0 2 0,15 0-8 15,-8 0 7-15,2 0 1 0,2 1-7 0,-4-1 1 16,-7 0 4-16,18-2-6 0,-9 3 3 0,3-2-3 16,-2 1 7-16,-1 1-5 0,0 2-5 0,2-5 4 15,-4 4 8-15,-7-2-9 0,13 0 9 0,-3 0-11 16,-2 0 4-16,-8 0 1 0,17 0-4 0,-9 0 4 15,-8 0 1-15,14 0-1 0,-7 0 3 0,0 0-4 16,2 1-4-16,-9-1 5 0,15-1-2 0,-8 2 0 16,-7-1 2-16,15 0 0 0,-8-1 1 0,5 3 1 15,-3-2 0-15,-1 0 4 0,2 3-10 0,-2-3 3 16,1 1 0-16,1-1 0 0,-1 0-3 0,-9 0 4 0,15 0 0 16,-3 0 0-16,-2 1 1 0,-1-1-4 15,3 0-2-15,-3-1 0 0,-9 1 5 0,16-1-1 16,-7 1-1-16,-1-2 2 0,-8 2-2 0,17 2-2 15,-9-4 3-15,3 2-3 0,-1 0-2 0,-10 0 8 16,19 0-4-16,-9 0-12 0,3 0-15 0,-4 0 7 16</inkml:trace>
  <inkml:trace contextRef="#ctx0" brushRef="#br0" timeOffset="-177432.04">29507 7501 2 0,'8'2'26'16,"-8"-2"-1"-16,0 0-4 0,0 0 2 0,0 0 2 15,8 1-4-15,-8-1 0 0,0 0 3 0,0 0 0 16,0 0-3-16,0 0-3 0,0 0 3 0,0 0-6 16,0 0 2-16,0 0-6 0,0 0-2 15,0 0-1-15,0 0 0 0,8 1-2 0,-8-1 0 0,0 0-6 16,0 0-6-16,0 0-9 0,0 0-41 0,0 0-60 16,0 0 27-16</inkml:trace>
  <inkml:trace contextRef="#ctx0" brushRef="#br0" timeOffset="-161149.59">16020 4542 56 0,'0'0'131'15,"-2"-8"-11"-15,2 8-11 0,0 0 0 0,0 0-16 16,-3-9-7-16,3 9-8 0,0 0-3 0,0 0-9 16,0 0-4-16,0 0-12 0,0 0-4 0,0 0-10 15,0 0-4-15,0 0-6 0,0 0-5 0,0 0-6 16,0 0 5-16,0 0 4 0,0 0-14 0,0 0 7 15,0 0 1-15,-1 28-2 0,2-18-5 0,0 5-4 16,1 3 2-16,-2 1-1 0,1 5-3 0,-2 1 1 16,2 0 0-16,0 4 1 0,1 1-7 0,-2 1 9 15,-2 4-3-15,2 1 7 0,-2 13 0 0,-3 3 20 16,1 1-3-16,-5-1 0 0,1 2-1 0,-1-1-2 16,0 5 0-16,-3 21 0 0,4-26-3 0,1 0 1 15,1-3-5-15,-2-4 3 0,5-10-6 0,-1-4-2 16,1 3-1-16,1-6 1 0,-1 0-1 0,0-3 5 15,2-7 8-15,0 0-4 0,2-2 0 0,-2-4-4 16,2 0-1-16,-1-1-2 0,0-1 1 0,0 0-4 16,-1-1-1-16,1-3-4 0,0-7 1 0,-1 17 2 15,1-8-2-15,0-3-1 0,0-6-2 0,1 13 1 16,0-8 0-16,-1-5-2 0,1 10 1 0,-1-10 0 16,2 10-12-16,-2-10-31 0,0 11-23 0,0-11-30 15,1 5-32-15,-1-5-14 0,0 0-18 0,0 0-88 16,0 0-262-16,0 0 116 0</inkml:trace>
  <inkml:trace contextRef="#ctx0" brushRef="#br0" timeOffset="-160688.25">15772 5086 52 0,'0'0'68'0,"0"0"0"0,-7-3-6 0,7 3-7 0,0 0-5 16,0 0-4-16,-6-4-3 0,6 4 0 0,0 0-7 15,0 0-6-15,0 0-3 0,0 0 2 0,0 0-4 16,0 0-3-16,-8-2-8 0,8 2 0 0,0 0 0 16,0 0-2-16,0 0 7 0,0 0-12 0,0 0 0 15,0 0 5-15,0 0 1 0,0 0-6 0,0 0 6 16,0 0-3-16,0 0-6 0,0 0 6 0,0 0-9 15,0 0 5-15,0 0-1 0,0 0-2 0,0 0-1 16,0 0 7-16,0 0-8 0,0 0 3 0,0 0 0 16,0 0-7-16,0 0 2 0,20-5-11 0,-20 5-5 15,0 0-12-15,9-2-13 0,-9 2-28 0,0 0-43 16,10 0-121-16,-10 0 54 0</inkml:trace>
  <inkml:trace contextRef="#ctx0" brushRef="#br0" timeOffset="-159868.49">15715 5778 73 0,'0'0'90'0,"0"0"-6"0,0 0-8 0,0 0-15 16,0 0 3-16,0 0-3 0,0 0-14 0,0 0-1 16,0 0-6-16,0 0 0 0,0 0-7 0,0 0-8 15,0 0 0-15,13-5 1 0,-13 5-1 0,11-3-9 16,-1 3-1-16,2 0-1 0,5 0 18 0,2 0 1 16,9-3-2-16,1 0-8 0,6 2 14 0,3-1-10 15,18-2 7-15,7 0 5 0,1-2-8 16,26 3-5-16,0-2-2 0,-25 0 2 0,27-1-3 0,-27 3-3 15,29-3-4-15,-30 1 1 0,2-1-6 0,27-3 13 16,-26 5-2-16,21-8 2 0,-24 6-12 0,28 1 2 16,-31 0 4-16,3 3 3 0,0-3-8 0,0 0 2 15,-3 1-2-15,-2 1-3 0,-3 0 2 0,-3-1 2 16,-15 0-7-16,3 1-4 0,-4 0 8 0,-3-1-1 16,0-2-7-16,-2 2 2 0,0 2-1 0,-4-1 1 15,-2 1 2-15,-4-1-5 0,-3 2 0 0,4-1 4 16,-2 0 1-16,-3 0-25 0,2 0-28 0,-7 0-15 15,1 1-33-15,-2 1-18 0,-4-2-99 0,-8 2-228 16,11-1 100-16</inkml:trace>
  <inkml:trace contextRef="#ctx0" brushRef="#br0" timeOffset="-156921.78">15931 4937 11 0,'0'0'59'0,"0"0"-3"15,0 0-14-15,-5-4-2 0,5 4-4 0,0 0 1 16,0 0-7-16,0 0-3 0,0 0 0 0,0 0 1 16,0 0-11-16,0 0 9 0,0 0-6 0,-7-5-6 15,7 5-2-15,0 0 11 0,0 0-15 0,0 0 2 16,0 0-1-16,0 0 2 0,0 0 0 0,-9-1-6 16,9 1 1-16,0 0 6 0,0 0-4 0,0 0 1 15,0 0-4-15,0 0 4 0,0 0-7 0,0 0 4 16,0 0-3-16,0 0 1 0,0 0-2 0,0 0-2 15,0 0-1-15,0 0 2 0,0 0-4 0,0 0 8 16,0 0-2-16,0 0-9 0,0 0 2 0,0 0 19 16,0 0-9-16,0 0-5 0,0 0 1 0,0 0-2 15,25 8-2-15,-25-8 10 0,10 4-2 0,-10-4-2 16,9 2-6-16,-9-2 2 0,8 2 5 0,-8-2-10 16,8 3 11-16,-8-3-12 0,0 0 6 0,8 3 3 15,-8-3-4-15,0 0 4 0,8 1-2 0,-8-1-5 16,0 0 16-16,0 0-12 0,8 1 0 0,-8-1 1 15,0 0 1-15,8 1 3 0,-8-1 11 0,7 1-7 16,-7-1 2-16,10 0-6 0,-10 0 0 0,0 0 5 16,13 0-5-16,-13 0 2 0,11 1 2 0,-11-1-2 15,13-1 8-15,-2 1 2 0,1-1 8 0,0 1-6 16,3-1-6-16,5 0 9 0,-2 0-5 0,3-1 0 16,-1 0-3-16,1 0-3 0,0 2 1 15,0-1-2-15,-3 0 0 0,2 0 6 0,-3 0 1 0,-3 0 15 16,-1 1-7-16,-2-1-8 0,1-2 0 0,-5 3-4 15,-7 0 4-15,15-1-11 0,-8 0 5 0,-7 1 5 16,10 0-9-16,-10 0 3 0,10 0-1 0,-10 0 1 16,0 0-3-16,8 1 3 0,-8-1-2 0,0 0-8 15,0 0 5-15,0 0-10 0,0 0 13 0,0 0-6 16,0 0 5-16,9 1-1 0,-9-1 1 0,0 0 4 16,0 0 1-16,0 0 2 0,0 0 5 0,0 0 6 15,0 0 4-15,0 0 10 0,0 0-5 0,0 0 0 16,0 0 6-16,0 0 6 0,0 0 2 0,0 0 0 15,0 0-3-15,0 0-4 0,0 0-4 0,0 0-2 16,4-7-6-16,-4 7-7 0,0 0 1 16,0 0-3-16,0 0-2 0,-1-12 0 0,1 12-4 0,1-9-3 15,-1 9 1-15,0 0-4 0,1-11 1 0,2 4-3 16,-3 7-1-16,5-10 1 0,-3 4-4 0,2 0-7 16,1 0 6-16,2-3-1 0,0 4-1 0,3-3-1 15,0 4 6-15,-1-2-2 0,2 2 4 0,-5 0-8 16,3-1-1-16,-1-1 5 0,2 2-4 15,0 0 7-15,1 2-4 0,0-2-4 0,-1 1 1 0,1 0 3 16,0 2-1-16,-2-1-2 0,1 1-6 0,0 1 6 16,1-2 1-16,-4 2-5 0,-7 0 4 0,18 0-1 15,-10 0-1-15,-8 0 2 0,15 1-1 0,-10 0 2 16,3 0-6-16,-8-1 5 0,15 3 4 0,-7 0-4 16,-2-2 3-16,1 4-2 0,2-3-4 0,-2 0 6 15,0 1-4-15,2 1 2 0,1-2 0 0,-2 5 1 16,-2-4 1-16,4 3 0 0,-2-3-1 0,0 1 0 15,-2 1-2-15,-1 0 0 0,3 0 4 0,-3 1-5 16,1 0 4-16,1-1-1 0,0 2 2 16,1 0-5-16,0-2 6 0,-3 5-1 0,-1-4 2 15,2-2-2-15,0 1-2 0,-1 0 3 0,1 0 0 0,-3-2 1 16,3 1-3-16,-1 1 3 0,0 0-2 0,1-2-5 16,1 2 3-16,-2-3 0 0,1 2 0 15,2-1 0-15,-2 0 2 0,2 0-1 0,-2 1 2 16,1 0-4-16,0-2 5 0,0 1-1 0,0-2-2 15,0 1 3-15,-7-2 1 0,14 1-5 0,-8 0 1 16,-6-1 0-16,9 3 2 0,-9-3 2 0,12 0 3 0,-12 0-5 16,7 1 0-16,-7-1-2 0,0 0 3 0,11-4 1 15,-11 4-6-15,8-2-3 0,-8 2 2 0,5-6 4 16,-1 2 0-16,-4 4 1 0,6-9 0 0,-6 9-3 16,5-8-3-16,-1 2 3 0,-2 1 0 15,-2 5 1-15,5-10-2 0,-2 3-6 0,-2 1 1 16,3 0 8-16,0-1-11 0,-1 2-2 0,1-4 3 0,0 4 6 15,4-1-3-15,-1-2 1 0,0 2-1 0,-1-1-2 16,4 0 4-16,-2 1-2 0,1 0-1 16,1 0 1-16,3 2 0 0,-1-3-1 0,0 4-6 15,0-1 9-15,-2 1-3 0,3 0 2 0,-3 1-3 16,0-1 0-16,0 2 7 0,-2 0-5 0,-1-1 1 16,-7 2-2-16,14 0 1 0,-14 0 1 0,14-2-1 0,-8 2 0 15,-6 0 5-15,14 0-3 0,-7 2-2 0,-7-2 6 16,14 2-3-16,-7 0 6 0,1-1-9 15,-2 2 2-15,2-1 3 0,0 1-2 0,-2 1-1 16,2-1 6-16,0 3-4 0,-1-3-9 0,-1 2 11 16,3 0 1-16,-2-1-4 0,3-1 1 0,-5 2-1 15,-1-3 4-15,2 2 4 0,-6-4-5 0,8 6 0 16,-8-6-1-16,9 3 0 0,-9-3 3 0,6 2-2 16,-6-2 4-16,8 2 0 0,-8-2-7 0,10-2 6 15,-10 2-3-15,13-3 3 0,-7 1-2 0,1 0 2 16,3-2-8-16,-4 0 3 0,3-1 5 0,-3 1 4 15,0 0-4-15,4 0 1 0,-5-2 2 0,2-1 0 16,0 3-4-16,2-3-1 0,-4 3-2 0,2-3 1 16,-1-1-9-16,4 1 13 0,-2 0 0 0,0-1-16 15,-1 0 14-15,2 2 1 0,0-1-8 0,0 1 4 16,0 1-1-16,1 1 2 0,-3 0-13 0,2 0 10 16,2 0 1-16,-3 1 0 0,-2 0 0 0,2 2-1 15,-1-2-3-15,4 1 1 0,-11 2-2 0,15-2 5 16,-7 1 0-16,-1 1-5 0,-7 0 0 0,18 1 1 15,-11-1 4-15,0 2-3 0,2 0 3 0,-1 1 0 16,2-2-1-16,-1 5-4 0,3-3 0 0,-2 2 2 16,-1 0 4-16,2 1 2 0,-2 0-5 0,0-2 0 15,3 1 1-15,-3-1 0 0,-3 1 0 0,4-2 2 16,-1 2 1-16,0-2-1 0,-1 3-3 0,2-3 0 16,-4 1 4-16,1-3-8 0,-1 1 11 0,-6-2-2 15,12 2 1-15,-7 0 2 0,-5-2-2 0,9 1-1 16,-9-1 2-16,6 2-3 0,-6-2-1 0,0 0-2 15,13-2 6-15,-13 2 1 0,8-4-2 0,-8 4 0 16,5-6 0-16,-3 2-5 0,-2 4 0 0,6-10 3 16,-4 4 2-16,3 0-4 0,0-3 7 0,-2 4-5 15,1-3 1-15,1 1-2 0,-1 0 0 0,2 0-4 16,-1-1 1-16,1-3 2 0,1 1-2 0,1 1-2 16,-1-1 3-16,5-2 3 0,-3 5-1 0,-2-3-2 15,3 5-7-15,-1-5 4 0,1 3 3 0,-2 3-1 16,1-2 1-16,0 2-9 0,-2 1 3 0,0 0-1 15,1 1-7-15,-2-1 10 0,-6 3-2 0,14 0 3 16,-14 0-2-16,15 3 0 0,-9-1 3 0,2-1-1 16,2 2-3-16,-1 3-6 0,0-1 8 0,1 0 2 15,-1 1 1-15,0 1 2 0,2 1 2 0,0-1-3 16,-4 0-1-16,3 3 4 0,1-2-1 0,-1 0 2 16,-1 1-5-16,0-1 2 0,1 0 2 0,-1-1-1 15,1-1-4-15,-2 0 4 0,1-1 4 0,-2-2-3 16,-2 2 0-16,3-1 5 0,-3 1 2 0,2-2-3 15,2-1 0-15,-9-2 0 0,10 5 2 0,-6-3 0 16,1 2-1-16,-5-4 3 0,13 4-2 0,-7-2-3 16,-6-2 4-16,12 2 0 0,-12-2-5 0,13-2 2 15,-5 1-3-15,0-1 3 0,3-1 3 0,-2 1-3 16,0-2 1-16,0 0-6 0,3 1 6 0,-5-2-1 16,2 0 1-16,1 0-5 0,1-1-2 0,-1 0 4 15,0 0-3-15,-1 1 1 0,0-3-4 16,3 1 0-16,-1 3 5 0,1-2-9 0,-1 2 3 0,-1-1 2 15,1 2-7-15,0-1 6 0,-5 1-3 0,5 1 1 16,-2 1 1-16,-2-1 1 0,1 1-2 0,-8 1 8 16,17 1-7-16,-8 2 3 0,0-1-3 0,1 2 4 15,-1 0-6-15,1 1 7 0,0 1 1 0,-2 0-7 16,2-2-2-16,-2 2 2 0,3 0 1 0,-2-1 5 16,0 1-1-16,0 1 0 0,1-1-2 0,-1-3 0 15,1 3 4-15,1-1 1 0,-5-2 2 0,3 2-4 16,1-2-4-16,-1 1 6 0,-1 0 1 0,-3-2 0 15,3 1-1-15,-2-2 3 0,-6-1-5 0,8 3 3 16,-8-3-1-16,6 4 0 0,-6-4 11 0,8 1-1 16,-8-1-4-16,0 0 3 0,10-5-2 0,-10 5-2 15,5-4-1-15,-1-1-4 0,-4 5 5 0,10-11-2 16,-6 8-6-16,2-5 4 0,2 0-2 0,-2 2 8 16,6-1-9-16,-6-2-3 0,1 2-2 0,2 0-4 15,-1 1 4-15,2-1-6 0,-3 0 4 0,5 3-3 16,-3-1 1-16,1 2-11 0,1 0 8 0,-3 1 2 15,1 0 3-15,-9 2-5 0,16 1 0 0,-8 0 2 16,-1 2-8-16,2 2 9 0,1 0-4 0,-3-1 6 16,0 1 1-16,3 1 9 0,-1 0-2 0,0-3-2 15,1 4 0-15,2-1-3 0,-2-3 7 0,1 1-7 16,6-1-14-16,3-3-1 0,1 0-34 0,7-4-29 16,3-1-49-16,-2-3-108 0,2-4-256 0,2-2 113 15</inkml:trace>
  <inkml:trace contextRef="#ctx0" brushRef="#br0" timeOffset="-103671.97">26812 7538 35 0,'0'0'31'0,"0"0"6"0,-6-3-8 16,6 3-5-16,0 0 0 0,0 0-5 15,0 0 0-15,0 0-4 0,0 0 2 0,0 0-3 0,0 0 1 16,0 0 1-16,0 0-11 0,0 0 11 0,0 0-7 16,0 0 3-16,0 0 4 0,0 0-3 0,0 0-5 15,0 0 5-15,0 0-3 0,0 0 1 16,0 0-6-16,0 0 3 0,0 0 1 0,0 0-3 0,0 0 2 15,0 0 0-15,0 0-7 0,0 0-1 0,0 0 1 16,0 0 3-16,0 0 1 0,0 0-1 0,0 0-2 16,0 0 4-16,0 0 0 0,0 0-6 0,23 0 3 15,-23 0-3-15,17 1 0 0,-9-1 0 0,3 0 3 16,1 2 0-16,-3-2-1 0,4-2-2 0,-1 1-1 16,0 1 4-16,3 0-2 0,-2 0-1 0,1 0-5 15,3-2 4-15,2 2 0 0,-2-2 3 0,3 2-5 16,-1 0 0-16,3-3 0 0,-2 2 5 0,1-2-4 15,0 1 4-15,0 0-4 0,-1 1-1 0,0 1 6 16,1-1-5-16,-1 1 6 0,0 0-3 0,0 0-1 16,-2-2 2-16,0 2 1 0,2-1-5 0,-4 0 2 15,-2 2-2-15,3-1 0 0,-3 0 5 0,-3 0-2 16,2 0-1-16,-1 1 1 0,-1 1 0 0,3-2 2 16,-3 0-1-16,2 0-4 0,-1 0 5 0,0 0-1 15,0 0-3-15,-1 0 2 0,1 0-1 0,-1 0-4 16,0 0 6-16,0-2-13 0,1 4 11 0,-1-2 0 15,2 0 3-15,-3 1-1 0,0-1 0 0,2 0-1 16,-1 0-1-16,2-1 0 0,1 1-3 0,-1 0 1 16,1 0 0-16,-3 0 2 0,3 0-1 0,-3 0 1 15,2 0 0-15,-1 0-1 0,1 0 2 0,-3 0-3 16,3 0 2-16,-1 0-2 0,0 0 6 0,-3 0-8 16,0 0 6-16,1 0 0 0,-2 0-4 0,1 0 1 15,-9 0-1-15,16 0 6 0,-9 0 2 0,2-2-6 16,-9 2-2-16,20 0 0 0,-13-1 3 0,-7 1-5 15,15-1 5-15,-7 2-5 0,-8-1 11 0,17-1-9 16,-10 0 2-16,2 1 1 0,-9 0-3 0,17 0-3 0,-7-3 5 16,3 3 0-16,-4 0-2 0,3 0 5 15,0 0-3-15,-1-1 0 0,-3 1 5 0,3 0-7 16,-3-2 1-16,-8 2 0 0,17-1-2 0,-9 1-1 0,-8 0 9 16,16 0-8-16,-9-1 2 0,-7 1 0 0,17-1 2 15,-6 1-2-15,-4 0 10 0,-7 0-10 0,15 0 0 16,-7-1 3-16,-1-1 2 0,-7 2-7 15,21-1 7-15,-12-2-7 0,-1 3 9 0,2-1-8 16,-10 1-1-16,17 1-1 0,-7-1 7 0,-10 0 0 0,15-1-3 16,-7 0 4-16,-8 1-10 0,15 0 12 0,-7 0-7 15,-8 0 0-15,17 0 3 0,-10 0-4 16,-7 0 5-16,16 0-4 0,-10 0 3 0,4 0 0 16,-10 0-5-16,16 0 1 0,-4 0 0 0,-5-2 2 0,3 2 6 15,0 0-5-15,1 2-1 0,0-2-3 0,0 0 2 16,0 0 5-16,-2 0-5 0,1 0 1 0,-1 0 6 15,1 0-5-15,-2 0 0 0,-8 0-2 16,18-2 1-16,-12 2-1 0,-6 0 2 0,19 0-1 0,-11 0 5 16,2-2-10-16,-1 2 8 0,-1 0-6 0,2-1 3 15,-1 0 5-15,-9 1-2 0,19 1 0 0,-9 0-3 16,-3-1-1-16,-7 0 2 0,14 0 2 0,-4 0-6 16,0-1 4-16,-10 1 4 0,18 0-3 0,-8-1-2 15,-3 1 3-15,-7 0 1 0,20 0-3 0,-10 0 0 16,3 1 3-16,-4-1 0 0,1 0-1 0,2 0-2 15,-3-1-3-15,-9 1 6 0,16-1-7 0,-7 1 10 16,-9 0-3-16,13-1-7 0,-6 1 4 0,-7 0-1 16,12 0 5-16,-4 0-2 0,-8 0-6 0,12-1 6 15,-4 1 0-15,-8 0-4 0,12-1 2 0,-12 1-2 16,13 0-1-16,-6 0 1 0,-7 0 4 0,13 0-3 16,-5-2-1-16,-8 2-2 0,14 2-6 0,-8-5 12 15,-6 3-1-15,17-1-4 0,-10-1 1 0,2 2 3 16,2 0 0-16,-11 0-6 0,15 0-1 0,-7-1 1 15,-8 1 8-15,16-1-6 0,-8 0 8 0,0-1-8 16,2 1-2-16,-10 1 9 0,15-1-3 0,-7 1-2 16,1-2 1-16,-9 2-7 0,18 0 3 0,-9 0 6 15,0 0 1-15,-9 0-1 0,15 0 5 0,-6 0-11 16,1-2 4-16,0 4 0 0,2-2 0 0,-2 0 3 16,-1 0-4-16,2 0 0 0,0 3 1 0,-1-2 5 15,0-1-4-15,0 0-2 0,-1 0 0 0,-9 0 4 16,18 0-2-16,-8 0-1 0,-2 0-7 0,-8 0 14 15,15 0-7-15,-8 0-2 0,1 2-4 0,-8-2 7 16,13 0-1-16,-5 1 4 0,-8-1-2 0,13 1-1 16,-13-1-4-16,15 0-2 0,-8 0 5 0,-7 0-5 15,11 1 7-15,-11-1 1 0,14-1 0 0,-9 2-5 0,-5-1 1 16,9 0 0-16,-9 0-1 0,12 0-1 16,-12 0 3-16,9 0 6 0,-9 0-3 0,8 2-2 15,-8-2-1-15,10 1 3 0,-10-1-5 0,0 0 4 16,10-1-1-16,-10 1-6 0,0 0 10 0,10 1-7 0,-10-1 7 15,0 0 3-15,13 0-1 0,-13 0-12 16,0 0 5-16,10 0 1 0,-10 0 6 0,0 0-3 16,8 0 1-16,-8 0 4 0,0 0 3 0,13-1-4 15,-13 1 2-15,7 0 1 0,-7 0-6 0,0 0 2 0,9 0-1 16,-9 0-6-16,0 0 10 0,0 0-4 0,9 1 8 16,-9-1-3-16,0 0 1 0,10 0 9 15,-10 0 7-15,0 0-11 0,0 0-1 0,8 0-3 16,-8 0 1-16,0 0-4 0,0 0 4 0,0 0-9 0,8 1 3 15,-8-1 3-15,0 0-1 0,0 0 13 0,0 0-5 16,0 0-9-16,0 0 7 0,0 0-5 0,0 0 5 16,0 0 0-16,7 3 5 0,-7-3-15 0,0 0 6 15,0 0-3-15,0 0-3 0,0 0-1 0,0 0 5 16,0 0 0-16,0 0-11 0,0 0-17 0,0 0-22 16,0 0-40-16,0 0-94 0,0 0-186 0,0 0 83 15</inkml:trace>
  <inkml:trace contextRef="#ctx0" brushRef="#br0" timeOffset="-65682.69">14326 7509 3 0,'6'-5'46'15,"-6"5"-17"-15,8-5 8 0,-8 5-2 0,0 0-2 16,4-4-3-16,-4 4-1 0,0 0-8 0,6-4-1 16,-6 4-4-16,0 0-4 0,0 0 1 0,0 0-4 0,0 0-3 15,0 0-4-15,0 0 0 0,0 0-19 0,0 0-10 16,0 0-24-16,0 16-53 0,0-16 24 16</inkml:trace>
  <inkml:trace contextRef="#ctx0" brushRef="#br0" timeOffset="-64723.64">19187 7775 6 0,'0'0'40'0,"0"0"-5"0,0 0-4 0,0 0 0 16,0 0-6-16,0 0 1 0,0 0-7 0,0 0-6 15,0 0-10-15,0 0-4 0,0 0-14 0,0 0-21 16,0 0-38-16,0 0 16 0</inkml:trace>
  <inkml:trace contextRef="#ctx0" brushRef="#br0" timeOffset="-64016.65">24357 7706 7 0,'0'0'16'0,"0"0"-1"15,0 0-11-15,0 0-1 0,0 0-6 0,0 0 1 16,0 0-5-16,0 0-7 0,0 0 2 15</inkml:trace>
  <inkml:trace contextRef="#ctx0" brushRef="#br0" timeOffset="-46732.62">14485 7984 8 0,'0'0'20'0,"0"0"1"0,0 0-6 15,0 0-1-15,0 0-3 0,0 0-2 0,0 0 0 16,0 0 4-16,0 0-9 0,0 0 9 0,0 0-7 15,0 0 3-15,0 0 0 0,0 0-12 0,0 0 9 16,0 0-1-16,0 0 0 0,-2 9-1 0,2-9-2 16,0 0 3-16,0 0 1 0,0 0-5 0,0 0-1 15,0 0 4-15,0 0-1 0,0 0-5 0,0 0 1 16,0 0 6-16,0 0-4 0,0 0 2 16,0 0-1-16,0 0-3 0,0 0-3 0,0 0 10 0,0 0-6 15,0 0 5-15,0 0-6 0,0 0 4 0,0 0-4 16,0 0 2-16,0 0 4 0,0 0-6 0,0 0-3 15,0 0 8-15,0 0-2 0,0 0-10 16,0 0-8-16,0 0-4 0,0 0-10 0,0 0-32 0,0 0 15 16</inkml:trace>
  <inkml:trace contextRef="#ctx0" brushRef="#br0" timeOffset="45857.04">12268 13644 20 0,'0'0'26'0,"0"0"-5"0,0 0-8 15,0 0-1-15,0 0-3 0,0 0-6 0,0 0-3 16,0 0-18-16,0 0-19 0,0 0 9 0</inkml:trace>
  <inkml:trace contextRef="#ctx0" brushRef="#br0" timeOffset="55639.37">23821 15050 35 0,'0'0'36'0,"0"0"-4"0,0 0-3 0,0 0 6 16,0 0-12-16,0 0-4 0,0 0 0 0,0 0-3 15,0 0-5-15,8-3-2 0,-8 3 2 0,0 0 4 16,0 0-6-16,0 0 4 0,0 0 1 0,0 0-9 0,0 0-11 15,0 0-1-15,0 0-5 0,0 0-4 0,0 0-7 16,0 0-22-16,0 0-48 0,0 0 21 16</inkml:trace>
  <inkml:trace contextRef="#ctx0" brushRef="#br0" timeOffset="58427.35">10926 14294 46 0,'0'0'86'0,"0"0"-1"0,0 0-4 0,0 0-6 16,0 0-8-16,0 0-1 0,0 0 0 16,0 0 4-16,0 0-3 0,0 0-2 0,0 0-7 15,0 0-1-15,0 0-15 0,0 0 7 0,0 0-5 0,0 0-1 16,0 0-1-16,0 0-8 0,0 0 2 0,0 0-10 15,0 0 7-15,0 0-7 0,0 0-4 16,0 0 2-16,0 0-5 0,0 0-4 0,0 0 5 16,0 0-6-16,0 0-2 0,0 0-3 0,0 0 3 15,0 0 2-15,0 0-3 0,0 0-3 0,0 0-1 16,0 0 0-16,0 0-1 0,0 0-1 0,0 0-4 0,0 0 0 16,0 0 0-16,0 0 2 0,0 0 1 15,0 0-10-15,0 0 7 0,0 0 8 0,0 0-13 16,0 0 8-16,0 0 0 0,0 0-6 0,0 0 6 15,0 0-8-15,0 0 3 0,19 13 3 0,-15-11 1 16,-4-2 3-16,10 6-4 0,-6-4 2 0,-4-2 4 0,9 5-5 16,-5-4 3-16,-4-1-4 0,9 5 4 15,-4-2-4-15,-1 2 10 0,-4-5-10 0,8 4 0 16,-8-4 6-16,9 5-7 0,-9-5 11 0,7 4-2 16,-7-4-1-16,6 5-3 0,-6-5 11 0,6 3-7 15,-6-3 7-15,5 4 2 0,-5-4-4 0,8 3-6 0,-8-3 6 16,0 0-1-16,5 6 0 0,-5-6-4 0,4 3-1 15,-4-3 0-15,0 0 0 0,5 6 7 16,-5-6-8-16,0 0-2 0,5 5-3 0,-5-5-3 16,4 5 6-16,-4-5-3 0,0 0 2 0,5 6 0 15,-5-6 11-15,5 8 3 0,-3-3-4 0,-2-5-2 0,6 6-2 16,-6-6 0-16,5 4 4 0,-5-4-5 0,4 8 0 16,-4-8-1-16,5 4-3 0,-5-4 2 15,5 4-1-15,-5-4 5 0,0 0-4 0,0 0-2 0,0 0-1 16,5 6-2-16,-5-6 0 0,0 0 0 15,0 0 2-15,2 5 1 0,-2-5-2 0,0 0-1 0,4 5-2 16,-4-5 3-16,0 0-1 0,0 0 1 16,0 0-5-16,5 4 3 0,-5-4-1 0,0 0 0 0,0 0 3 15,0 0-7-15,4 5 3 0,-4-5 1 0,0 0 3 16,0 0 0-16,0 0 0 0,0 0-3 16,0 0-1-16,0 0 2 0,0 0 1 0,0 0-2 15,0 0 2-15,0 0-2 0,0 0 1 0,0 0 0 0,4 6 0 16,-4-6-9-16,0 0 3 0,0 0-10 0,0 0 0 15,0 0-12-15,0 0-3 0,0 0-6 16,0 0-9-16,0 0-11 0,0 0-8 0,0 0-9 16,0 0-15-16,0 0-14 0,0 0-2 0,-13-21 0 15,11 16 4-15,2 5-13 0,-7-12-71 0,2 7-197 0,0-3 87 16</inkml:trace>
  <inkml:trace contextRef="#ctx0" brushRef="#br0" timeOffset="59385.64">10903 14212 40 0,'-2'-7'83'0,"2"7"-4"0,0 0-9 15,0 0-10-15,0 0 2 0,0 0-12 0,0 0 5 16,0 0-10-16,0 0-8 0,0 0 12 0,0 0-23 15,0 0-1-15,0 0 0 0,0 0-4 0,0 0 0 0,0 0-4 16,0 0-3-16,0 0-2 0,0 0 5 0,0 0-3 16,0 0-11-16,0 0 7 0,0 0-9 15,0 0 11-15,0 0-5 0,0 0-5 0,-4 18 2 16,4-18 30-16,1 11 5 0,-1-11-5 0,3 11-1 16,-1-3 6-16,2 0-12 0,-2-1-6 0,1 2 3 15,0-2-5-15,1-1-4 0,0 0 7 0,-2 1 1 16,2-1-10-16,-1 1-1 0,-1-3 2 0,-1 3-1 15,2 0 5-15,0-1-2 0,1-2-1 0,0 1-6 16,-1 2-1-16,-1-2 3 0,3 0 3 0,-3 1-10 16,-2-6 5-16,5 8 4 0,-1-4 3 0,-4-4 1 15,3 8-2-15,0-3-3 0,-3-5 1 0,5 7 4 0,-2-2-8 16,-3-5 1-16,2 7-1 0,-2-7 2 0,7 6-3 16,-7-6 7-16,2 8 3 0,-2-8-2 15,6 6 2-15,-4-2-5 0,-2-4 7 0,5 7-7 16,-5-7 3-16,7 7-1 0,-4-3-1 0,-3-4 10 15,6 8-3-15,-4-3-1 0,-2-5-4 0,5 8-3 0,-1-2 10 16,-4-6-12-16,4 5 1 0,1-1-1 16,-5-4-1-16,8 8-3 0,-8-8-4 0,4 5 6 15,-4-5-6-15,6 5 8 0,-6-5-5 0,1 6 4 16,-1-6-1-16,3 6 1 0,-3-6 2 0,5 7-1 16,0-2-1-16,-5-5 4 0,2 7 0 0,-2-7-3 15,6 7-4-15,-6-7-2 0,3 7 3 0,0-4 3 16,-3-3 1-16,0 0-10 0,4 8 1 0,-4-8-2 15,0 0 4-15,4 7-2 0,-4-7 4 0,2 6-4 16,-2-6 1-16,4 5 2 0,-4-5 3 0,5 5-10 16,-5-5 5-16,0 0-3 0,5 7-3 0,-5-7 6 15,3 6 3-15,-3-6-1 0,2 7-4 0,-2-7 8 0,0 0 4 16,3 7-4-16,0-2 4 0,-3-5-3 16,0 0-1-16,3 7 1 0,-3-7-7 0,4 6 6 15,-4-6-2-15,4 4-5 0,-4-4 0 0,0 0 2 16,2 7 0-16,-2-7-1 0,0 0-4 0,4 7 2 15,-4-7 4-15,0 0-5 0,4 7 3 0,-4-7-1 16,0 0-1-16,2 6 2 0,-2-6-2 0,0 0-2 16,6 5 4-16,-6-5-2 0,0 0-4 0,0 0 4 15,3 5 0-15,-3-5 2 0,0 0-4 0,0 0 0 16,3 8 0-16,-3-8 2 0,0 0-1 0,6 6 5 16,-6-6-4-16,1 7-2 0,-1-7 4 0,3 4-5 15,-3-4 2-15,6 9 2 0,-6-9 0 0,3 6-2 16,-3-6 0-16,2 4-3 0,-2-4 5 0,0 0-5 15,4 5 3-15,-4-5 3 0,0 0-5 0,0 0 0 16,0 0 3-16,2 7-4 0,-2-7 8 0,0 0-1 16,0 0-1-16,0 0-4 0,0 0 2 0,0 0-4 15,0 0 6-15,0 0-5 0,0 0 1 0,0 0 2 16,0 0-2-16,0 0 6 0,0 0-4 0,0 0-1 16,0 0-1-16,0 0 5 0,0 0 0 0,0 0-4 15,0 0 1-15,0 0-5 0,0 0-2 0,0 0-10 16,0 0-9-16,0 0-22 0,0 0-20 0,0 0-24 15,0 0-22-15,0 0-23 0,0 0-13 0,3 4-4 16,-3-4-97-16,0 0-270 0,0 0 120 0</inkml:trace>
  <inkml:trace contextRef="#ctx0" brushRef="#br0" timeOffset="60443.53">11478 14277 10 0,'11'-15'41'0,"-11"15"-10"16,0 0-2-16,0 0-6 0,4-5-3 0,-4 5-3 15,0 0-3-15,6-7 3 0,-6 7-1 0,0 0-2 16,6-5-3-16,-6 5 5 0,0 0-4 0,3-4 4 15,-3 4 1-15,0 0-4 0,0 0 5 0,4-5-3 16,-4 5-3-16,0 0 5 0,4-5-5 0,-4 5 3 16,0 0-2-16,0 0-2 0,0 0 3 0,2-7-2 15,-2 7-4-15,0 0 12 0,0 0-2 0,1-6 0 16,-1 6 2-16,0 0 3 0,0 0 3 0,0 0 3 16,0 0-5-16,0 0 4 0,0 0-3 0,0 0-4 15,0 0 1-15,0 0-2 0,0 0 2 0,0 0-2 16,0 0 4-16,0 0-10 0,0 0 10 0,0 0-6 15,4-4 2-15,-4 4-6 0,0 0 2 0,0 0-9 16,0 0 1-16,0 0 12 0,0 0-8 16,0 0-12-16,0 0 5 0,0 0 1 0,0 0 2 0,0 0-2 15,0 0 11-15,0 0-6 0,0 0-5 0,-5 21 3 16,5-21 1-16,0 10 4 0,-2-2 12 0,2-8-5 16,-4 15 5-16,1-4-3 0,3-4-5 0,-2 2-5 15,0-1 4-15,-1 4-4 0,0-6 4 16,2 3 11-16,-3 0-10 0,1-1 2 0,1-1-1 15,-1-1-7-15,1 0 5 0,2-6 0 0,-6 11-1 0,6-6-11 16,0-5 5-16,-5 10 2 0,5-10 7 16,-3 11-4-16,1-6-2 0,2-5-3 0,-2 8 1 0,2-8-1 15,-4 10-2-15,4-10 3 0,-3 8 8 0,3-8-16 16,-2 6 11-16,2-6-2 0,-1 7-1 16,1-7 3-16,-3 7-1 0,3-7-4 0,0 0 3 15,0 0-1-15,0 8-1 0,0-8 1 0,0 0-3 0,0 0 2 16,0 0-3-16,0 0 1 0,0 0 3 15,-4 5-12-15,4-5 8 0,0 0 0 0,0 0-3 16,0 0-2-16,0 0-1 0,0 0 3 0,0 0 1 16,0 0-3-16,0 0-2 0,0 0-11 0,0 0-19 15,0 0-13-15,0 0-27 0,-5 12-27 0,1-9-31 16,-1 3-98-16,5-6-243 0,-11 7 108 0</inkml:trace>
  <inkml:trace contextRef="#ctx0" brushRef="#br0" timeOffset="61622.27">9987 15040 67 0,'0'0'110'0,"0"0"-8"15,0 0-8-15,0 0-5 0,0 0-8 0,0 0-6 16,0 0-7-16,-8-4-6 0,8 4-1 0,0 0-14 16,0 0 2-16,0 0-8 0,0 0-2 0,0 0-5 15,0 0-9-15,0 0 4 0,0 0-1 0,0 0-14 16,0 0 5-16,0 0-7 0,0 0-2 0,0 0-6 16,0 0-1-16,0 0-1 0,0 0-10 0,0 0-6 15,0 0-9-15,0 0-5 0,0 0-14 0,0 0-15 16,0 0-8-16,0 0-12 0,0 0-66 15,0 0-152-15,0 0 67 0</inkml:trace>
  <inkml:trace contextRef="#ctx0" brushRef="#br0" timeOffset="62524.39">9858 15067 78 0,'0'0'77'0,"0"0"-6"0,0 0-3 0,0 0-12 16,0 0-5-16,0 0-3 0,0 0-6 0,0 0-7 15,0 0-1-15,0 0-2 0,0 0 0 0,0 0 0 16,0 0-7-16,0 0-9 0,0 0 3 0,0 0-6 15,0 0 2-15,0 0-5 0,0 0 4 0,0 0 1 16,0 0-7-16,0 0 0 0,0 0 23 0,0 0-13 16,0 0-12-16,0 0-7 0,0 0 6 0,0 0-15 15,0 0 8-15,0 0-14 0,0 0 8 0,0 0-2 16,0 0 1-16,0 0 0 0,0 0-4 0,0 0-5 16,0 0 7-16,0 0 0 0,0 0-1 0,0 0-5 15,0 0 1-15,17-5 0 0,-17 5-3 16,0 0-3-16,0 0 0 0,0 0 4 0,0 0-6 0,0 0 6 15,0 0-9-15,0 0 3 0,5 4-1 16,-5-4-3-16,0 0 0 0,0 0-3 0,0 0-3 16,0 0-26-16,0 0-65 0,0 0 28 0</inkml:trace>
  <inkml:trace contextRef="#ctx0" brushRef="#br0" timeOffset="64049.39">10774 14958 15 0,'0'0'15'0,"0"0"0"0,0 0 7 0,0 0-7 16,0 0 1-16,0 0-2 0,0 0 6 0,0 0-5 16,0 0 4-16,0 0 0 0,0 0-4 0,0 0-2 15,0 0-1-15,3-7 1 0,-3 7 0 0,0 0 1 16,0 0-1-16,0 0-1 0,0 0-1 0,0 0 3 15,0 0-4-15,0 0-1 0,0 0-3 0,0 0 5 16,0 0-4-16,0 0-1 0,0 0 4 0,0 0-4 16,0 0 2-16,0 0-3 0,0 0-1 0,0 0 0 15,1-8 1-15,-1 8-1 0,0 0 4 0,0 0 1 16,0 0-8-16,0 0 4 0,0 0 1 0,0 0-3 16,0 0-3-16,0 0 9 0,0 0-2 0,0 0-5 15,0 0-4-15,0 0 2 0,0 0 5 16,0 0-1-16,0 0-5 0,0 0-2 0,0 0 4 0,0 0-4 15,0 0 6-15,0 0-7 0,0 0 1 0,0 0 3 16,0 0 7-16,0 0-13 0,0 0 3 0,0 0-2 16,0 0 2-16,0 0-8 0,0 0-12 0,0 0-5 15,0 0-6-15,0 0-25 0,0 0-63 16,0 0 28-16</inkml:trace>
  <inkml:trace contextRef="#ctx0" brushRef="#br0" timeOffset="65261.33">10737 14972 2 0,'0'0'23'16,"0"0"-6"-16,0 0 3 0,0 0-4 0,0 0-5 15,0 0 2-15,0 0 0 0,0 0-2 0,0 0 3 16,0 0-2-16,0 0-7 0,0 0 1 0,0 0 2 16,0 0-4-16,0 0 1 0,0 0 0 0,0 0 2 15,0 0 0-15,0 0-2 0,0 0 2 0,0 0 0 16,0 0-3-16,0 0 1 0,0 0-2 0,0 0 1 16,0 0 4-16,0 0-4 0,0 0-1 0,0 0 10 15,0 0-8-15,0 0-5 0,0 0 4 0,0 0-3 16,0 0 2-16,0 0-1 0,0 0-2 0,0 0 1 15,0 0-6-15,0 0-7 0,0 0-9 0,0 0-19 16,0 0-44-16,0 0 20 0</inkml:trace>
  <inkml:trace contextRef="#ctx0" brushRef="#br0" timeOffset="66259.45">11437 14730 55 0,'0'0'71'0,"0"0"-6"0,0 0 2 16,0 0-5-16,0 0 0 0,0 0-7 0,0 0 0 15,0 0-3-15,0 0-7 0,0 0-1 0,0 0-2 16,0 0-5-16,0 0-5 0,0 0 1 0,0 0 0 16,0 0-11-16,0 0-3 0,0 0 10 0,0 0-16 15,0 0 6-15,0 0-2 0,0 0-1 0,0 0 1 16,0 0-8-16,0 0 3 0,0 0-13 0,0 0 8 15,0 0-5-15,0 0 10 0,0 0-5 0,0 0-2 16,0 0 2-16,0 0-4 0,0 0 5 0,0 0-6 16,0 0 0-16,0 0-6 0,0 0 5 0,0 0-2 15,0 0 11-15,0 0-11 0,0 0-4 0,0 0 9 16,0 0-9-16,0 0 8 0,0 0 1 0,0 0-6 16,0 0 1-16,0 0-1 0,0 0 16 0,0 0-5 15,0 0-12-15,0 0-5 0,0 0-2 0,0 0 9 16,0 0-5-16,0 0 8 0,0 0-5 0,8 5 2 15,-8-5-3-15,0 0 4 0,0 0 6 0,0 0-9 16,0 0-1-16,0 0 1 0,0 0 10 0,0 0-5 16,0 0 7-16,0 0-13 0,0 0 3 0,0 0 1 15,0 0 2-15,0 0-1 0,0 0-6 0,0 0 3 16,0 0-5-16,0 0 9 0,0 0 4 16,0 0-5-16,0 0-6 0,0 0 6 0,0 0-4 15,0 0 7-15,0 0-6 0,0 0 1 0,0 0 0 16,0 0 1-16,0 0 1 0,0 0 4 0,0 0-5 0,0 0 0 15,0 0 3-15,0 0 4 0,0 0-8 0,0 0 7 16,0 0-5-16,0 0 0 0,0 0 3 16,0 0 6-16,0 0-9 0,0 0 9 0,0 0-4 15,0 0 0-15,0 0-2 0,0 0 7 0,0 0 3 0,0 0-8 16,0 0-1-16,0 0-1 0,0 0 1 16,0 0 4-16,0 0-7 0,0 0 5 0,0 0 3 0,0 0 5 15,0 0-2-15,0 0 5 0,0 0-1 0,0 0 3 16,0 0-6-16,0 0 0 0,0 0 0 0,0 0 7 15,0 0-9-15,0 0 0 0,0 0 4 16,0 0-4-16,0 0-2 0,0 0-3 0,0 0 4 16,0 0 10-16,0 0-17 0,0 0 1 0,0 0-3 15,0 0 3-15,0 0-4 0,0 0 3 0,0 0-10 16,0 0 9-16,0 0 1 0,0 0-1 0,0 0-3 0,0 0 11 16,0 0-17-16,0 0 3 0,0 0-6 15,0 0-1-15,0 0-10 0,0 0 2 0,0 0 1 0,0 0-2 16,0 0-4-16,0 0-13 0,0 0-15 15,0 0-10-15,0 0-7 0,0 0-11 0,0 0-2 16,0 0-77-16,0 0-171 0,0 0 75 0</inkml:trace>
  <inkml:trace contextRef="#ctx0" brushRef="#br0" timeOffset="68673.84">11518 14873 45 0,'0'0'92'16,"0"0"-9"-16,0 0-8 0,0 0-6 0,0 0-6 16,0 0-6-16,0 0-1 0,0 0-8 0,0 0 5 15,0 0 1-15,0 0-3 0,0 0-4 0,0 0-6 16,0 0-3-16,0 0-4 0,0 0 1 0,0 0-2 16,0 0 11-16,0 0-14 0,0 0 0 0,0 0-3 0,0 0-1 15,0 0 6-15,0 0-8 0,0 0-8 16,0 0 5-16,0 0 1 0,0 0-7 0,0 0-3 15,0 0 1-15,0 0 1 0,0 0 1 0,0 0-4 16,0 0-5-16,0 0 2 0,0 0-1 0,0 0 11 16,0 0-12-16,0 0-2 0,0 0 0 0,0 0 2 15,0 0-6-15,0 0 5 0,0 0-4 0,0 0 3 0,0 0-3 16,0 0 4-16,0 0-3 0,0 0 1 16,0 0-5-16,0 0 5 0,0 0-2 0,0 0 1 15,0 0 1-15,0 0 1 0,0 0-5 0,0 0 1 16,0 0-1-16,0 0 5 0,0 0-4 0,0 0 2 15,0 0-6-15,0 0 6 0,0 0-2 0,0 0-5 16,0 0-7-16,0 0-10 0,0 0-8 0,0 0-10 16,0 0-7-16,0 0-17 0,0 0-20 0,0 0-18 15,0 0-68-15,0 0-182 0,0 0 81 0</inkml:trace>
  <inkml:trace contextRef="#ctx0" brushRef="#br0" timeOffset="70620.77">10602 15063 11 0,'0'0'101'0,"0"0"-25"16,0 0 0-16,0 0-5 0,0 0-1 0,0 0 0 16,0 0-13-16,0 0 2 0,0 0-5 0,0 0-1 15,0 0-3-15,0 0-14 0,0 0-3 0,0 0 0 16,0 0-5-16,0 0 4 0,0 0-3 0,0 0-6 16,0 0-9-16,0 0 4 0,0 0-4 0,0 0-3 15,0 0-8-15,0 0-5 0,0 0-8 0,0 0-9 16,0 0-13-16,0 0-13 0,0 0-12 0,0 0-9 15,0 0-67-15,0 0-142 0,0 0 63 0</inkml:trace>
  <inkml:trace contextRef="#ctx0" brushRef="#br0" timeOffset="82527.27">25973 14164 14 0,'3'-7'101'0,"-3"7"-9"0,0 0-2 16,0 0 9-16,5-7-18 0,-5 7 6 0,0 0-4 15,0 0-13-15,2-7-5 0,-2 7-1 0,0 0 7 16,0 0 7-16,4-7-14 0,-4 7 1 0,0 0-10 16,0 0-2-16,0 0-10 0,0 0-1 0,0 0-6 15,0 0-3-15,3-5-3 0,-3 5-7 0,0 0 0 16,0 0 1-16,0 0-10 0,0 0 4 0,0 0-5 15,0 0-2-15,0 0-1 0,0 0 0 0,0 0 4 16,0 0-8-16,0 0 1 0,0 0 3 0,0 0-1 16,0 0-2-16,0 0 4 0,6 18 5 0,-6-18 12 15,0 0-11-15,2 8 0 0,-2-8 2 0,0 0-2 16,2 7-1-16,-2-7 1 0,0 0-5 0,3 5 0 16,-3-5-13-16,0 0 9 0,0 0 1 0,0 0-4 15,4 7 4-15,-4-7-2 0,0 0 3 0,8 0-4 16,-8 0-1-16,0 0-2 0,21-7 4 0,-11 2-3 15,3 0-6-15,5-4-8 0,7-5-12 0,-3-1-30 16,9-2-3-16,-3-1-32 0,5-2-23 0,8-7-33 16,-10 6-89-16,12-10-250 0,-3-1 110 0</inkml:trace>
  <inkml:trace contextRef="#ctx0" brushRef="#br0" timeOffset="84393.5">14087 15830 22 0,'0'0'82'0,"0"0"-21"16,0 0 2-16,0 0 3 0,0 0-7 0,0 0-4 16,0 0 4-16,0 0-6 0,0 0-8 0,0 0 3 15,0 0-5-15,0 0-9 0,0 0 4 0,0 0-6 16,0 0 4-16,0 0-13 0,0 0 8 0,0 0-13 16,0 0 0-16,0 0-1 0,0 0 6 0,10-1-1 15,-10 1 6-15,0 0 1 0,0 0 7 0,0 0 6 16,5 9-6-16,-5-9-4 0,4 5-1 0,-4-5-3 15,0 0 0-15,4 7-3 0,-4-7 2 0,2 4-4 16,-2-4-3-16,4 6 4 0,-4-6-3 0,0 0 2 16,0 0-1-16,3 9-5 0,-3-9 1 15,0 0-7-15,3 4 9 0,-3-4-14 0,0 0 5 16,0 0-6-16,0 0 9 0,0 0-3 0,0 0 3 0,7 3 0 16,-7-3 3-16,0 0 1 0,0 0-4 0,0 0 6 15,14-1-11-15,-14 1 1 0,7-3 1 0,-7 3 1 16,14-3-4-16,-7 0 2 0,1 0-2 0,4 0-1 15,-3-1-9-15,2 0 9 0,0-1-2 16,-2-1-6-16,0 3 4 0,3-4 0 0,-5 3-6 16,4 2 3-16,-2-2-2 0,-2 1-5 0,-1 0 4 0,1 0 0 15,0 0-1-15,-7 3 3 0,9-5-4 0,-5 3 4 16,-4 2-3-16,0 0 1 0,9-4 4 0,-9 4-6 16,0 0 6-16,7-3-4 0,-7 3 3 0,0 0-1 15,0 0 1-15,0 0 0 0,7-7-1 0,-3 3-2 16,-4 4-8-16,7-11-7 0,-1 4-15 0,1-2-14 15,2-5 1-15,2-2-27 0,5-6-6 16,0 0-12-16,5-4-19 0,1-1-85 0,11-12-211 16,3-4 93-16</inkml:trace>
  <inkml:trace contextRef="#ctx0" brushRef="#br0" timeOffset="85960.4">21270 16051 36 0,'0'0'130'0,"4"-8"-1"0,-4 8-4 0,0 0-5 0,5-10-2 15,-2 6-9-15,-3 4-4 0,5-7-9 16,-5 7 0-16,4-7 0 0,-4 7-1 0,4-4-4 0,-4 4-7 16,0 0-5-16,6-5-10 0,-6 5-7 0,0 0-8 15,0 0-3-15,0 0-6 0,4-4 1 0,-4 4-4 16,0 0-3-16,0 0-2 0,0 0 0 0,0 0-4 16,0 0-2-16,0 0-4 0,0 0-1 0,0 0 2 15,0 0-9-15,0 0 13 0,0 0 8 16,10 7-8-16,-10-7-1 0,4 6-6 0,-4-6-1 15,3 11 7-15,-1-6 0 0,2 2-3 0,-4-7-2 0,2 10 2 16,0-4-4-16,-1 1-2 0,-1-7-6 16,2 9 5-16,0-2-3 0,2 2 4 0,-3 0 1 15,1-2-4-15,-2-7 1 0,2 13-5 0,0-6-1 0,0-2-3 16,-1 2-1-16,-1-7-2 0,4 9 2 16,-4-9-1-16,1 8-3 0,-1-8 2 0,0 0-2 15,0 0-3-15,0 0 3 0,0 7-2 0,0-7-1 0,0 0 3 16,0 0 0-16,0 0-3 0,0 0-1 0,4 5 4 15,-4-5 2-15,0 0-3 0,0 0 0 16,0 0-3-16,18-11 4 0,-9 2-3 0,2 2-4 16,3-4-4-16,1 2-1 0,0-2-8 0,1-1-14 15,6-5-8-15,2 0-18 0,0 2-8 0,2-5-28 16,1 0-33-16,-2 0-23 0,1 1-30 0,0-1-30 16,0 2-109-16,-1-1-341 0,-1 1 152 0</inkml:trace>
  <inkml:trace contextRef="#ctx0" brushRef="#br0" timeOffset="87227.39">11997 17237 36 0,'0'0'102'0,"0"0"-1"0,0 0-8 0,-3-14 2 16,3 14-7-16,0 0-4 0,0 0-10 0,0-11-1 16,0 11-10-16,0 0-6 0,0 0-3 0,0 0-4 15,0 0-11-15,0 0 1 0,0 0 9 0,0 0 4 16,0 0-13-16,0 0 18 0,0 0-12 16,0 0 6-16,0 0-10 0,21 16-3 0,-21-16 5 15,8 12-4-15,-6-5 4 0,2 2-2 0,0-1-10 16,0-1 6-16,-4-7-11 0,5 13 2 0,-1-4-11 0,-2-3 8 15,1 1-4-15,-2-1 1 0,3-1-5 16,-4-5-2-16,6 9 0 0,-6-9 1 0,0 0-4 16,4 12 2-16,-1-11-5 0,-3-1-2 0,0 0 0 15,0 0 3-15,0 0-2 0,8 2 2 0,-8-2-5 16,0 0 2-16,21-16-16 0,-8 3-7 0,8-6-22 16,-1-1-23-16,2-5-20 0,3-2-33 0,10-10-29 15,1 0-112-15,-1-1-276 0,1-2 123 0</inkml:trace>
  <inkml:trace contextRef="#ctx0" brushRef="#br0" timeOffset="89194.53">27034 11887 36 0,'-4'5'107'0,"-2"1"-4"16,4 0 4-16,-4 3-2 0,3-2-14 16,1-1-1-16,-2 0-16 0,4-6-6 0,-2 13-10 15,0-8 6-15,2-5-2 0,-1 9-3 0,1-9 3 0,0 0 3 16,-1 12 6-16,1-12 1 0,0 0 5 0,0 7 0 15,0-7 9-15,0 0 10 0,2 4 0 16,-2-4-6-16,0 0-4 0,12 0-6 0,-12 0-7 16,19-7-9-16,8-4-6 0,7-4-6 0,17-9-13 0,9-1-18 15,30-16-8-15,2-1-56 0,0 1-58 0,1-2-55 16,-5 5-178-16,6-7-361 0,-4-7 159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4T05:13:18.0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15785 6096 11 0,'0'0'13'16,"0"0"-3"-16,0 0 0 0,0 0 2 0,0 0-6 16,0 0 2-16,0 0-2 0,0 0-9 0,0 0 4 15,0 0 0-15,0 0-1 0,0 0-3 0,0 0 4 16,0 0-14-16,0 0 14 0,0 0-5 0,0 0-6 16,0 0-11-16,0 0 6 0</inkml:trace>
  <inkml:trace contextRef="#ctx0" brushRef="#br0" timeOffset="1432.64">19687 6055 59 0,'0'0'58'16,"0"0"-6"-16,0 0-12 0,0 0-13 0,0 0-13 15,0 0-12-15,0 0-6 0,0 0-38 0,0 0-45 0,0 0 20 16</inkml:trace>
  <inkml:trace contextRef="#ctx0" brushRef="#br0" timeOffset="2603.29">15785 6102 9 0,'0'0'30'0,"0"0"-6"16,0 0-5-16,0 0 5 0,0 0-9 0,0 0-3 16,0 0-2-16,0 0 3 0,0 0-10 0,0 0-6 0,0 0-7 15,0 0-4-15,0 0-8 0,0 0-25 16,0 0 11-16</inkml:trace>
  <inkml:trace contextRef="#ctx0" brushRef="#br0" timeOffset="3892.77">19639 6085 17 0,'0'0'53'0,"0"0"-1"0,0 0-8 0,0 0-14 0,0 0-10 16,0 0-13-16,0 0-11 0,0 0-16 0,0 0-14 15,0 0-35-15,0 0 16 0</inkml:trace>
  <inkml:trace contextRef="#ctx0" brushRef="#br0" timeOffset="82721.39">2094 3524 132 0,'-6'-10'214'0,"-2"0"-20"16,-3 4-13-16,0-1-8 0,-1 1-9 0,-5 3-11 15,3 2-18-15,-3-1-6 0,-1 5-21 16,0 4-5-16,1 2-13 0,-9 7-3 0,6 4-8 16,-2 3-11-16,3 3-1 0,2 0-9 0,3 3-5 15,4-1-6-15,2 1 1 0,4-1-10 0,2 1 0 16,3 0-4-16,2-3-3 0,6 0 2 0,0-3-5 15,2 0-4-15,2-6-1 0,6 1-17 0,-5-5-25 16,5-3-18-16,-1-3-18 0,8 4-27 0,-5-6-14 16,7-2-30-16,-7-3-23 0,6-2-21 0,4-4-6 15,-3-3-96-15,0 2-293 0,-3-4 129 0</inkml:trace>
  <inkml:trace contextRef="#ctx0" brushRef="#br0" timeOffset="83339.81">2260 3852 410 0,'14'-16'-13'0,"-1"-5"22"0,-3 4 14 0,-2 0 19 15,-3 2 19-15,-1-1 26 0,-4-1 14 0,4 5 6 16,-4 2 21-16,0 0-1 0,0 10-6 0,-4-16 3 15,4 16-4-15,-5-13 1 0,5 13 0 0,-8-6-11 16,8 6-12-16,-4-7-8 0,4 7-11 0,0 0-13 16,0 0 0-16,-19 11-6 0,13-1-4 0,-4 6-6 15,2-2-4-15,-2 10-4 0,4-5-3 16,-2 4-3-16,3 2-6 0,2-7 0 0,3 1-4 16,0-1 0-16,0 0-3 0,4-1-3 0,0-2-1 0,2-4-3 15,-1 0 1-15,3 0-1 0,0-3-10 16,3 1 8-16,-1-2 1 0,2-1-6 0,-1-3 1 0,2-1-5 15,-13-2-5-15,33-1-3 0,-19-3-9 16,3 0-6-16,-1-4-2 0,-1 0-6 0,-1-2 0 16,-2-2 0-16,-3 0-2 0,4 0 3 0,-8 1 4 15,2-4-5-15,-7 2 8 0,2-4-6 0,-4-1-1 16,-2 1 4-16,-1 0 2 0,-3 1 3 0,-1 3 2 16,-1-1 0-16,0 1 2 0,-1 4 0 0,4-1 8 15,-1 0 0-15,2 4 5 0,-2-1 0 0,8 7 7 16,-9-9-6-16,9 9-3 0,0 0-2 0,-4-13 3 15,4 13-5-15,0 0 3 0,16-10 2 0,-5 5 1 16,6 2 0-16,2-1-6 0,1 2 4 0,8 1-2 16,-6 2-2-16,5 1 3 0,-7 5-4 0,0 1 2 15,0 1 5-15,-2 2-3 0,2 5 0 0,-4-2 9 16,-3 0-7-16,-2 3 3 0,-2 0 0 0,-1 0 6 16,-4-2-1-16,1 4 1 0,-3-6-4 0,-2-1 0 15,0 1 1-15,0-2 5 0,-4 0 9 0,4-11 5 16,-5 12 8-16,1-3 8 0,4-9 5 0,-9 8 4 15,9-8-2-15,-9 2-4 0,9-2 6 16,0 0-1-16,0 0-4 0,-23-10-3 0,19 4-5 16,4 6-4-16,-7-20-3 0,7 8-3 0,4-5-3 0,-1-3-1 15,4 2-6-15,5-8-3 0,0 4-5 0,1-1 4 16,4 3-4-16,-2 1-2 0,4-1-3 0,-3 8 0 16,0 2-2-16,0 3 0 0,0 0-5 0,1 5 0 15,-3 3 1-15,-1 2 0 0,4 2-3 16,-4 0 2-16,2 5 1 0,-2 1 2 0,0 1 0 15,-3 2-1-15,-1 3 1 0,0-2-2 0,0 4-5 16,-4-2-17-16,0 0-23 0,1 1-31 0,-3 1-43 16,0 6-45-16,1-6-57 0,-4 0-193 0,0-1-451 15,1-2 200-15</inkml:trace>
  <inkml:trace contextRef="#ctx0" brushRef="#br0" timeOffset="83825.69">3076 3682 21 0,'-6'-9'254'0,"3"4"-6"0,-2 0-11 0,5 5-16 16,-5-8-22-16,5 8-20 0,-4-5-26 0,4 5-18 16,0 0-13-16,0 0-15 0,0 0-8 0,0 0-11 15,14 27-9-15,-5-12-11 0,0 3-2 0,2 4-8 16,-1 2-4-16,1 1-4 0,-1 0-4 0,-1-2-6 15,-3-5-5-15,-1 0 2 0,0 0-6 0,3-3-3 16,-4-3-2-16,0 1-5 0,1-4-1 0,-3-2 0 16,1 0-2-16,0-2 1 0,-1 0 0 0,-2-5 12 15,3 7 14-15,-3-7 17 0,0 0-4 16,0 0-6-16,0 0-7 0,0 0-3 0,11-19-2 16,-8 7-2-16,2-3 0 0,1-10-7 0,-3 6-3 15,3-4-3-15,0-6-4 0,2 3-2 0,2-3-2 0,-1 2 0 16,-1 1-4-16,0 1-7 0,-2 7-8 0,2 1-21 15,-1 2-15-15,-3 5-33 0,-1 3-46 0,-1 1-49 16,-2 6-31-16,9-4-28 0,-9 4-207 0,0 0-467 16,13 12 208-16</inkml:trace>
  <inkml:trace contextRef="#ctx0" brushRef="#br0" timeOffset="84494.99">3492 3891 170 0,'5'-3'223'0,"2"-4"-8"16,-1-1-19-16,1 0-3 0,-2 2-10 0,0-3-17 15,0 1-6-15,0 0-16 0,0-3-16 0,0 2-7 16,-1-3-14-16,0 2-9 0,-3-3-9 0,4 2-8 16,-4 0-9-16,-1-5-8 0,0 5-3 0,-1 1-7 15,-4-1-7-15,3-1-4 0,-3 3-3 0,1 3-6 16,-3-2-15-16,3 2 11 0,-1 1-12 0,5 5 3 15,-11-7-6-15,6 4 4 0,5 3-9 0,-12 0 1 16,12 0-7-16,-14 4 1 0,7 4 1 0,-1 0-2 16,-1 1-3-16,0 4 0 0,1 2 3 15,1 3-2-15,-1 1-6 0,3 0 9 0,0 6-2 0,2-5-1 16,-1 5 0-16,4-6-2 0,2-2 0 0,-2 0 3 16,2 0-2-16,2-2 2 0,1-3-2 0,0-1 3 15,3 0 0-15,1-1-4 0,0-2 3 16,2-1 2-16,2-2-1 0,5 2 2 0,-3-3-4 15,6-2 4-15,-3-1 2 0,2-3-6 0,0 1 5 16,1-2-2-16,-2-1-3 0,0 0 4 0,-3-1-2 16,1-2 2-16,0 0-2 0,0-4 1 0,-3 0-2 15,-1-1 3-15,-2 0-3 0,-1-1 3 0,0-2-6 16,-2 0 0-16,-3-3 0 0,1 2 0 0,-5-3-2 0,-1 1 0 16,-3-1 1-16,1 2-2 0,-5 0-1 0,1 3-1 15,-2 3 0-15,-1-2 0 0,-2 0-2 16,-1 6 3-16,3-1-1 0,-1 3-1 0,-1 1 4 15,2 0-3-15,0 2-1 0,2-1-1 0,7 3 1 16,-10-3-3-16,10 3 2 0,0 0-1 0,0 0 2 16,0 0 1-16,0 0 0 0,0 0 2 0,0 0 0 15,0 0 1-15,28 8-1 0,-10-10-3 0,1 0 4 16,3 2 4-16,-3-4 1 0,2 1 0 0,-1 3-2 16,-1-3-2-16,-2 2 0 0,-3-1 0 0,-1 1 2 15,-3 1-2-15,3 1 2 0,-6 1-4 0,2 0 1 16,0 2 5-16,0 1-1 0,-1 3 6 0,-3-2-2 15,1 1 4-15,-2 3-1 0,1 0 3 0,-3 2-1 16,1 5 0-16,-1-2-2 0,0 4 2 0,1-1-2 16,-1-1 0-16,0-2 1 0,1 1 0 0,-1-3-7 15,0 1-22-15,1-3-22 0,-2 0-31 0,2 1-43 16,-1-2-46-16,2 0-53 0,0 2-179 16,1-3-425-16,1-1 188 0</inkml:trace>
  <inkml:trace contextRef="#ctx0" brushRef="#br0" timeOffset="84760.77">4246 3478 190 0,'-1'-9'288'0,"1"0"-21"0,0 9-7 15,-3-13-17-15,2 8-23 0,1 5-24 0,0 0-22 16,-1-10-20-16,1 10-18 0,0 0-12 0,0 0-15 15,0 0-7-15,4 34-11 0,-2-13-9 0,2 6-11 16,0 5-4-16,-3-1-7 0,3 1-8 0,-1 0-6 16,-2 0-1-16,3 1-4 0,-2-1-1 0,1 3 0 15,-1-6-9-15,0 2-5 0,-2-4-11 0,2-6-20 16,1-2-21-16,-1 0-34 0,0-1-26 0,-1-2-38 16,2 3-42-16,-2-9-62 0,0 3-185 0,-1-4-447 15,0-9 198-15</inkml:trace>
  <inkml:trace contextRef="#ctx0" brushRef="#br0" timeOffset="84933.9">4149 3608 194 0,'0'0'177'0,"12"-3"-21"0,-6 1-15 16,7 5-14-16,-2 0-19 0,8 2-38 0,0 1-43 15,1 4-53-15,4 3-64 0,-3 3-58 16,-5-5-159-16,5 7 70 0</inkml:trace>
  <inkml:trace contextRef="#ctx0" brushRef="#br0" timeOffset="85348.98">4407 3992 25 0,'6'5'262'0,"-6"-5"-6"0,0 0 12 0,0 0-7 15,0 0-16-15,19-14-12 0,-13 9-18 0,2-4-15 16,4-4-16-16,1 0-14 0,0 0-15 0,0-3-18 16,0 0-8-16,-1 0-17 0,4-9-1 0,-1 2-15 15,-1-4-24-15,-1 3 8 0,-4 1-25 0,-1 5 8 16,-5 0-7-16,4 1-2 0,-4 2-9 0,-1 3-6 16,0 0-3-16,-2 1-1 0,-1 1-6 15,0 4-4-15,1 6-7 0,-3-13-1 0,3 13-6 0,-9-5 0 16,9 5-13-16,-10 0 7 0,10 0-9 0,-14 7-3 15,4 1-2-15,3 0-19 0,1 1 4 0,0 2-8 16,1 0 3-16,3 1 6 0,1 1-2 0,2-2 1 16,6 4 6-16,-4 0 0 0,6 1 4 0,2-1 1 15,0-4-9-15,3 5 14 0,0-3 0 0,2 0 2 16,-1 0 0-16,-2-1-11 0,2-1 11 0,-1 0 1 16,-5-2 2-16,1 0 1 0,-2 0-3 15,0-1 1-15,-2 0 1 0,0 2-10 0,-2-3 9 16,0 2 1-16,-3-3 8 0,1 0-3 0,-2-6 5 15,-4 14-4-15,1-8 2 0,1 1-2 0,-5 0 2 0,1-1-7 16,-2 0-9-16,-1-1-18 0,0 0-29 0,-2 0-20 16,-1-1-30-16,-2-1-36 0,0-1-59 15,0 1-64-15,-3-4-143 0,4 1-443 0,0-2 197 16</inkml:trace>
  <inkml:trace contextRef="#ctx0" brushRef="#br0" timeOffset="85553.7">4133 3692 151 0,'0'0'213'0,"0"0"-9"0,0 0-15 0,0 0-14 0,25-12-14 15,-5 6-17-15,9 1-13 0,1-3-16 0,1 2-10 16,0 1-28-16,1 1-49 0,-2 1-60 0,1-1-81 15,-10 6-145-15,1-5-280 0,-2 2 124 16</inkml:trace>
  <inkml:trace contextRef="#ctx0" brushRef="#br0" timeOffset="86685.68">5153 4234 43 0,'0'-10'220'0,"0"10"-16"0,5-17-9 0,0 5-6 0,2-4 15 15,1 0-7-15,6-7-13 0,-2-2-10 0,3 1-16 16,0-3-3-16,3-2-17 0,1 0-7 0,0 1-14 15,1-4-6-15,3-9-11 0,-7 10-8 0,-2-1-10 16,4 2-10-16,-2-3-6 0,-4 3-7 0,0-2-1 16,-4 3-7-16,0 4-7 0,-3-1-2 0,-1 0-10 15,-1 11 3-15,-2 2-2 0,0 2 7 0,2 1-1 16,-4 1-1-16,1 9-8 0,0-12-1 0,0 12-4 16,-3-10-7-16,3 10-6 0,-6-3 0 0,6 3-2 15,0 0-5-15,-19 6 2 0,11 3-1 0,-5 3 1 16,3 2-4-16,0-1-3 0,1 1-6 0,2-2-14 15,2 1 0-15,3-1-6 0,2 2 5 16,1 4 2-16,3-1-3 0,2-3 2 0,3 0 4 16,3 3 0-16,2-3 2 0,1 8 2 0,3 0-2 15,-1-3 4-15,-3-4-3 0,2 7 1 0,-3-7 1 0,4 6-4 16,-7-6-1-16,0 0-3 0,-1 2 2 0,-2-2-2 16,0-1-2-16,-3-2-6 0,-3 1 1 0,2-3-11 15,-5 3-5-15,1-4-3 0,-1 2-9 0,-3-2-22 16,-2 0-21-16,1-2-22 0,1 2-22 15,-2-5-24-15,1-1-22 0,6-3-17 0,-9 2-108 0,9-2-337 16,0 0 149-16</inkml:trace>
  <inkml:trace contextRef="#ctx0" brushRef="#br0" timeOffset="86881.1">5666 3732 150 0,'1'-11'203'0,"2"6"0"0,-2-1-14 0,-1 6-14 15,4-8-23-15,-4 8-21 0,0 0-9 0,0 0-17 16,0 0-8-16,0 0-9 0,0 0-3 0,12 30-11 16,-9-5-6-16,0 3-7 0,-3-2 0 0,3 1-4 15,-3 1-6-15,0-1-9 0,-2 1 0 0,2-3-13 0,-1-5-30 16,1-1-35-16,0 1-54 0,0-1-49 16,-1-1-49-16,-1 0-101 0,1 0-313 0,1-3 140 15</inkml:trace>
  <inkml:trace contextRef="#ctx0" brushRef="#br0" timeOffset="87047.43">5643 3506 73 0,'0'0'49'0,"15"8"-36"0,-4-1-36 15,-1 6-24-15,3 0 11 0</inkml:trace>
  <inkml:trace contextRef="#ctx0" brushRef="#br0" timeOffset="87305.68">5891 3992 129 0,'3'10'254'0,"-3"-10"-15"16,0 0-5-16,0 0-1 0,0 0-6 0,0 0-20 15,0 0-19-15,0 0-19 0,0 0-9 16,-7-36-15-16,7 23-13 0,3-2-13 0,1-2-12 16,3-2-12-16,0 1-9 0,2-10-8 0,1 5-10 15,1 0-7-15,-2 6-5 0,0 2-8 0,0 6-9 16,0-1-7-16,-1 3-2 0,1 2-6 0,-2 3-6 16,4 4-5-16,-11-2 4 0,21 12-2 0,-9 2-5 15,1 0-7-15,-3 9 9 0,0 1-14 0,0 2-15 16,-5 1-24-16,-1 0-28 0,-1-2-36 0,-1 2-45 15,0-8-65-15,-4 0-227 0,4 0-479 0,-2-2 213 16</inkml:trace>
  <inkml:trace contextRef="#ctx0" brushRef="#br0" timeOffset="87959.26">6289 3735 46 0,'-2'-5'244'0,"2"5"-22"0,-4-13-27 0,4 13-18 0,0 0-18 16,0 0-17-16,0 0-6 0,0 0-17 0,0 0-7 15,-3 40-12-15,4-21-8 0,0 7-7 0,3 0-8 16,1-7-4-16,0 0-9 0,3-1-5 16,-2-2-5-16,1 1-3 0,-1-7-6 0,3 5-3 0,-3-6-6 15,1 0-3-15,-1-3-1 0,2 1 0 0,2-2-3 16,-4-1 0-16,1-4-6 0,4 0 2 15,-11 0-3-15,21-9-2 0,-9 2-2 0,1-4-1 16,-1-1-3-16,-1-1 1 0,0-3-2 0,0 2 1 16,-2-11-3-16,-1 2-2 0,-4 2 1 0,1-3-3 0,2-1 1 15,-4 6 6-15,-2-1 0 0,0 5 3 16,1 0 11-16,-2 4 10 0,0 1 2 0,1 3 2 16,-1 7-8-16,-1-11-5 0,1 11-9 0,0 0-6 0,0 0-5 15,0 0 0-15,0 0 1 0,0 0 1 16,0 0-5-16,2 49 3 0,-3-22-7 0,1 1 9 15,-3-2-5-15,2-1-2 0,1-6 6 0,4-1-4 16,-3-3-1-16,3 0 1 0,0-2-3 0,2 1 4 16,-1-4-3-16,2 0 4 0,-2-2-4 0,3 0 3 15,1-4 1-15,1-1 4 0,-10-3-3 0,18 0 3 16,0 0-2-16,-2-5 2 0,1-1-5 0,1-3 3 0,-2 0-2 16,3-1 2-16,-2-4-3 0,2-6 2 15,-3 1-1-15,-1-2 2 0,-2-2-5 0,-1-1 2 16,-1-1-2-16,-6 7-7 0,4-5 6 0,-4 4 1 15,-3 3 1-15,1 4-2 0,-2-1-3 0,1 2 2 16,-2 3-3-16,0 8 0 0,1-12-6 0,-1 12 1 16,0-8-6-16,0 8-1 0,0 0 4 0,0 0 0 15,0 0 1-15,0 0-1 0,-23 29 0 0,19-12-3 16,0 0-1-16,2 0-2 0,2 11 4 0,1-9 1 16,1-2 3-16,1 2-2 0,1-3 2 0,1 1-1 15,3-1 0-15,-5-4 2 0,3 0 2 0,-1-1 0 16,-1-1-2-16,1 0 4 0,0-1 0 0,-2 1 1 15,1 0 1-15,-1-1-2 0,-2-4-16 0,0 1-19 16,-1-6-21-16,0 0-32 0,-3 17-27 0,3-17-55 16,-11 9-49-16,4-4-184 0,7-5-437 0,-16 8 194 15</inkml:trace>
  <inkml:trace contextRef="#ctx0" brushRef="#br0" timeOffset="88253.39">6935 3863 76 0,'0'0'166'0,"7"10"-9"0,-2-4-8 15,-5-6-6-15,9 10-8 0,-2-3-11 16,1 0-7-16,2-2 1 0,-2 1-4 0,2-1-4 0,3-3 1 16,0 1-4-16,6-3-8 0,-1-4-7 0,2-2-7 15,-1 0-8-15,-1 0-1 0,0-4-7 16,-2 2 2-16,-1-3-2 0,-5 3 0 0,-2-2-2 15,1 0 3-15,-4-2-2 0,-4-4 0 0,0 4-11 16,-1-5-2-16,-5 2-8 0,0 1-7 0,-1 2-3 16,-3-1-2-16,1 3-9 0,-2 3-6 0,0 1-13 15,-2 0-20-15,-1 3-17 0,1 3-21 0,-5 4-17 0,-2 1-29 16,-2 4-33-16,5 1-39 0,0-2-43 0,4 3-149 16,1-1-389-16,6-3 172 0</inkml:trace>
  <inkml:trace contextRef="#ctx0" brushRef="#br0" timeOffset="88456.97">7354 3669 94 0,'2'-6'268'16,"-2"6"-2"-16,0-10 1 0,0 10-14 0,0 0-19 16,0-9-26-16,0 9-27 0,0 0-18 0,0 0-15 15,0 0-16-15,0 0-12 0,-4 31-10 0,2-11-15 16,0 5-9-16,2 6 0 0,-1-3-10 15,1 2-1-15,-3-2-14 0,6-9-31 0,-2 9-31 0,1-9-33 16,1 2-49-16,0-3-44 0,-1-1-30 0,1-6-81 16,-1 2-148-16,-2-13-418 0,7 15 185 0</inkml:trace>
  <inkml:trace contextRef="#ctx0" brushRef="#br0" timeOffset="88628.58">7311 3430 129 0,'-8'-2'177'0,"8"2"-32"16,0 0-36-16,-5 18-58 0,5-5-55 0,3-1-53 16,-1 5-35-16,3 1-100 0,6 0 45 0</inkml:trace>
  <inkml:trace contextRef="#ctx0" brushRef="#br0" timeOffset="89046.5">7758 3600 106 0,'0'0'251'16,"0"0"-10"-16,-9-9-12 0,9 9-15 0,-14 0-11 16,7 0-18-16,-4 4-10 0,-4 2-17 0,0 4-11 15,-3 3-12-15,-3 6-10 0,3 1-14 0,4-4-4 16,-1 3-15-16,5 4-6 0,0 2-10 0,3-5-7 15,3-3-6-15,3 2-5 0,1-1-7 0,4-2-1 16,1 0-6-16,3-2-5 0,1-5 0 0,2 3-6 16,1-7 0-16,2 1-3 0,-1-3-3 0,4-2 1 15,1 0-6-15,1-2-8 0,1-3 8 0,-4-2 0 16,1-1-6-16,-3-1-3 0,2-2 0 0,-3-4-3 16,1-6 0-16,-5 2-1 0,2-5-2 0,-5-3-1 15,-2-1-10-15,0 2 3 0,-6-4-3 0,2 1 2 16,0-1 0-16,-2-1 0 0,-5-1-2 0,4 1 1 15,-3-1 1-15,3 1 6 0,-1 3 8 0,1 1 5 16,1 8 15-16,-1 1 8 0,-1 6 4 0,3 0 0 16,0 5-1-16,0-1-6 0,1 7-12 0,0 0-4 15,0 0-5-15,0 0 1 0,0 0-3 0,7 34-2 16,-3-4-1-16,0 5 2 0,0 11-1 16,-2-10 7-16,2 13-11 0,-1 1-2 0,-1-1 5 0,-2-1 0 15,3-3 1-15,-1-14-15 0,3-3-28 16,0 4-39-16,-2-3-62 0,3-3-38 0,1-9-71 0,-1 2-290 15,0-7-573-15,4 1 254 0</inkml:trace>
  <inkml:trace contextRef="#ctx0" brushRef="#br0" timeOffset="89437.68">8262 3653 70 0,'-9'-3'257'0,"0"2"-12"0,9 1-20 0,-23 6-17 16,5 4-15-16,3 0-2 0,-8 7-16 16,5 2-10-16,-1 2-11 0,1 0-11 0,4 1-13 15,5-5-16-15,1-2-10 0,2-1-9 0,3 3-10 16,2-5-7-16,2 2-7 0,2-5-4 0,2 1-10 16,2-2-3-16,1-1-4 0,2-2-1 0,3-2-8 15,-1-1-4-15,0-1-4 0,1-2-12 0,0-2 0 16,1-4 2-16,-4 1-1 0,1-1-2 0,-3 0 0 15,0-1-2-15,-2-2-2 0,3-4-2 0,-1-2 1 16,-3 1-7-16,-2 0 5 0,-2 2 1 0,0-3 1 16,-1 4 7-16,0 0 6 0,0 12 10 0,-1-14 8 15,1 14-1-15,-1-12-2 0,1 12-5 0,0 0-13 16,0 0-3-16,0 0-2 0,0 0-1 16,0 0 2-16,0 0-2 0,0 0 0 0,4 36-3 0,-3-20-6 15,1-1 2-15,4 3-2 0,-3-1 4 0,5-2-8 16,-3-3-23-16,4 3-39 0,-1-5-31 0,4 4-38 15,1-2-41-15,-2-5-45 0,1 0-54 0,0-2-215 16,2-4-519-16,-14-1 229 0</inkml:trace>
  <inkml:trace contextRef="#ctx0" brushRef="#br0" timeOffset="89662.48">8604 3493 1989 0,'-3'-30'132'0,"0"2"-1"0,-1 10-9 0,0 2 6 15,-2 0 18-15,2 6 4 0,-1 3-6 0,2 2-23 16,3 5-24-16,-3-12-19 0,3 12-10 0,0 0-8 0,0 0 4 16,-7 23-6-16,6 1 1 0,-2 5 2 0,1 3-8 15,-1 0-12-15,2 0-1 0,3 4 5 16,-3-2-2-16,0 1-1 0,-2 11-7 0,2-10-2 16,-4 9 5-16,4-12-9 0,2-2-13 0,0 2-39 15,-1-2-38-15,3-4-43 0,-2 1-46 0,0-3-60 16,-1-6-76-16,0 0-246 0,3-4-576 0,-2-4 255 15</inkml:trace>
  <inkml:trace contextRef="#ctx0" brushRef="#br0" timeOffset="104998.76">9445 3853 79 0,'12'-16'171'0,"-2"-2"-7"16,1 1-12-16,2-6-14 0,-5 6-1 0,1 0-7 16,-3 0-10-16,-2 0-14 0,0 2 6 0,-1 3-7 15,-2 0 15-15,-1 1-6 0,-1-1-10 0,-1 2-7 16,1 1-5-16,1 9-3 0,-1-11-6 0,1 11-8 16,-3-9-7-16,3 9-6 0,-4-8-12 0,4 8-6 15,0 0-4-15,0 0-6 0,0 0-3 0,-21 15-3 16,15-4-1-16,-1 3-5 0,-2 3-1 0,1 6-3 15,0 1-2-15,5-6-2 0,0 1-2 0,0-2 0 16,3-1-2-16,0 3-2 0,3-3 3 0,0 1-2 16,2-5 2-16,2 1-3 0,6 0-3 0,0-2-1 15,2 1-3-15,1-3-19 0,3-5-18 0,-1 1-40 16,5-4-40-16,6-3-44 0,-2-2-40 0,1 0-158 16,-6-1-389-16,-4-1 172 0</inkml:trace>
  <inkml:trace contextRef="#ctx0" brushRef="#br0" timeOffset="105172.63">9570 3415 1616 0,'-6'-9'17'16,"-1"2"-16"-16,1 3 6 0,2-3 1 0,1 3-2 16,3 4-14-16,-6-7 6 0,6 7-8 0,-3-7-8 15,3 7-1-15,0 0-6 0,0 0-21 0,0 0-24 16,0 0-21-16,22 9-20 0,-12-3-99 15,0-2-226-15,0 2 100 0</inkml:trace>
  <inkml:trace contextRef="#ctx0" brushRef="#br0" timeOffset="105406.11">9839 3349 160 0,'2'-10'206'0,"-2"10"-3"16,0-9-4-16,0 9-8 0,0-7-17 15,0 7-18-15,0 0-15 0,0 0-15 0,0 0-17 16,0 0-9-16,0 0-7 0,4 23-2 0,-3 3 2 0,1 8 3 16,-1 19-9-16,-4-1-3 0,0 4-2 15,-4 0-4-15,2 1-6 0,-1-4-6 0,1-1-4 16,-1-17-6-16,3 12-5 0,-1-13-6 0,3-2-3 16,-1 0-4-16,2-2-28 0,2-1-36 0,0 2-35 15,1-5-40-15,-2-7-55 0,3-2-57 0,-2 2-180 16,0-5-425-16,0-4 188 0</inkml:trace>
  <inkml:trace contextRef="#ctx0" brushRef="#br0" timeOffset="105647.29">10049 3770 104 0,'-2'-10'283'0,"1"3"-9"0,1 7-24 16,-1-10-30-16,1 10-25 0,0 0-21 0,0 0-21 15,0 0-4-15,0 0-9 0,0 0-4 0,-9 45-7 16,7-19-11-16,0 3-10 0,-2-1-10 0,3 1-12 16,-2-2-4-16,1 1-9 0,-1-1-4 0,2 0-6 15,0-8-15-15,3 6 1 0,-2-7-2 0,1 0-13 16,-1-1-21-16,3-2-27 0,1 1-25 0,-2-3-24 16,-1-3-32-16,-1 0-42 0,2-1-48 0,-2-9-39 15,2 12-166-15,-2-12-422 0,0 0 187 0</inkml:trace>
  <inkml:trace contextRef="#ctx0" brushRef="#br0" timeOffset="105873.55">9972 3809 1450 0,'9'-28'11'0,"-3"0"37"0,-1 10-26 16,4 1-10-16,1 1 2 0,-1 2 9 15,5 5 12-15,-2-4 10 0,-1 8 0 0,1 0 6 16,-1 2 6-16,1 1 3 0,-1 2 4 0,0 2-11 15,-1 2 2-15,0 2-5 0,-2-1 5 0,-1 4-11 16,-2-1 3-16,-2 3-5 0,-2 4-4 0,-3-3-4 0,-3 6 1 16,-5-2-4-16,-1 1-3 0,-4 4-2 15,3-5-15-15,0-3-20 0,-9 4-27 0,8-5-35 16,1-1-40-16,0-3-49 0,3-1-37 0,0 3-120 16,3-4-344-16,-1-3 152 0</inkml:trace>
  <inkml:trace contextRef="#ctx0" brushRef="#br0" timeOffset="106884.72">11046 3528 70 0,'-1'-9'149'0,"1"9"3"16,0 0-5-16,1-10 4 0,-1 10-6 0,2-8-10 15,-2 8 4-15,0-8-13 0,0 8-11 0,0-8-1 16,0 8-9-16,0 0-4 0,1-9-8 0,-1 9-2 15,0 0-7-15,3-6-10 0,-3 6-7 16,0 0-5-16,0 0-5 0,0 0-7 0,0 0-4 0,0 0-6 16,0 0-7-16,0 0-1 0,0 0-6 0,0 0 0 15,0 0-7-15,0 0-2 0,0 0 0 0,0 0-1 16,0 0-5-16,0 0-2 0,-14 30 4 16,9-16-3-16,-1 5 1 0,-1-3-5 0,0 4 0 15,-2 2 5-15,4-3-5 0,3-2 0 0,-2 2 0 16,0-2-1-16,3 0-1 0,-1 1 0 0,5-2-2 0,0 0 0 15,0 0 6-15,1-6-4 0,4 0 5 0,0-1-3 16,1-1 0-16,0-3-1 0,2 0 1 16,-2-2 1-16,1 1-2 0,3-6 2 0,-3 2-1 15,2 0 1-15,0-3-2 0,-1-1 3 0,-1-2-5 16,1-1 2-16,-2-1 4 0,0 0-1 0,1-3 4 16,-3 1 0-16,-1-1 4 0,-2-4-4 0,1 2 4 15,0-1-4-15,-3 3 5 0,-1-1-1 0,1 0-1 0,0 1-2 16,-2-1-3-16,-2 5-1 0,2 7 0 0,0-13-1 15,0 13-2-15,0-8-5 0,0 8-3 16,0 0-7-16,0 0 4 0,0 0 0 0,0 0 0 16,0 0 1-16,0 0 2 0,0 0-2 0,6 30 3 15,-4-20-5-15,1 1-2 0,3-1 2 0,-2 0 3 16,4 1-2-16,-2-2 0 0,3 0-1 0,0-4 2 16,1 3 0-16,2-3 0 0,-1-1 1 0,1-1-2 0,-1 0 5 15,1-3-1-15,1-2 1 0,-2-2 2 16,3-2-1-16,-5 2 2 0,5-8 0 0,-3 1 3 15,-3 0-4-15,0 0 11 0,-3 1 10 0,0-7 0 16,-2 0-1-16,-1-1-1 0,-2 0-2 0,-2-1-6 16,-1-5 5-16,0 7-3 0,-2 0-1 0,0 2-1 15,1 3-7-15,-1 1-13 0,0 1-14 0,0 3-17 16,2 1-35-16,-2 2-36 0,5 4-29 0,0 0-30 16,-12 2-24-16,12-2-18 0,-3 10-136 0,1-3-375 15,2-7 167-15</inkml:trace>
  <inkml:trace contextRef="#ctx0" brushRef="#br0" timeOffset="107233.46">11679 3509 7 0,'0'0'204'16,"-1"-11"1"-16,1 11-6 0,-5-9-13 0,0 5-4 0,-3 1-16 16,8 3-10-16,-18-1-13 0,5 3-13 0,-1 3-12 15,-2 4-7-15,-2 1-12 0,-4 6-7 0,7-2-8 16,0 2-4-16,4 0-12 0,-2-1-7 0,3 1-7 15,4-5-6-15,2 5 1 0,1-4-8 0,3 4-4 16,2-2-2-16,0-1-7 0,3-6-1 0,-1 2-3 16,3-1-2-16,3 0-4 0,-3-4-7 15,5-1-5-15,-2-1-3 0,-10-2 2 0,19 1-3 16,-6-4 1-16,-3-1-6 0,4 1 4 0,-5-4-2 0,0 1 0 16,-1-3 1-16,2-1 6 0,-6-2-6 0,5-2 2 15,-6 0-2-15,-1 2 0 0,-1-3-2 0,2 5 4 16,-3-2 10-16,0 3 9 0,0 9 0 15,5-11-4-15,-5 11-5 0,0-6-5 0,0 6 0 16,0 0 2-16,0 0-4 0,0 0 1 0,0 0 0 16,1 31-1-16,-1-19-5 0,1 1-24 0,2 2-24 15,1 2-42-15,0 0-53 0,1-1-66 0,-1 1-178 16,6-2-420-16,-2-5 186 0</inkml:trace>
  <inkml:trace contextRef="#ctx0" brushRef="#br0" timeOffset="107569.31">12056 3452 259 0,'-2'-9'229'0,"2"9"-17"0,0 0-29 15,0 0-11-15,0 0-10 0,0 0-5 0,11 23-10 16,-3-7-10-16,-4 0-5 0,3 9-18 0,1-7-9 15,-2-2-10-15,2 4-8 0,-1-4-9 0,1 1-5 16,1 0-3-16,1 2-7 0,-3-4-4 0,3-2-9 16,-4-2 1-16,0-1-11 0,-1-1 2 0,2 0-6 15,-4-4 1-15,-1-2 2 0,-2-3 15 0,6 9 17 16,-6-9 28-16,3 3-7 0,-3-3-10 0,0 0-5 16,0 0-14-16,4-16-5 0,-4 16-3 0,4-15-11 15,0 1-2-15,1 0-3 0,2-4-8 0,4-6-30 16,-2-1-23-16,7 0-27 0,1 0-25 0,2-1-28 15,1 4-31-15,0 1-27 0,-1 6-30 0,-5 1-41 16,2 4-27-16,-4 7-145 0,0-1-438 0,-2 3 194 16</inkml:trace>
  <inkml:trace contextRef="#ctx0" brushRef="#br0" timeOffset="107861.24">12475 3644 50 0,'4'2'227'0,"-4"-2"-2"0,0 0 1 0,14-2-6 15,-14 2-2-15,9-7-6 0,-5 2-11 16,-1 0-7-16,5-3-18 0,0-2-15 0,-2 1-13 16,1 0-22-16,-1-7-4 0,-1 6-5 0,0-3-20 0,-3 0-5 15,2-3 2-15,1 2-22 0,-5 0-12 0,-2 4 1 16,0-1-7-16,-1 1-7 0,1 1-2 16,-2 0-7-16,-4 4-6 0,2-2-3 0,-3 5-8 0,9 2-4 15,-20 3-1-15,4 4 0 0,-2 6-3 16,-5 2-4-16,3 3-2 0,6-2-3 0,0 5 9 15,2-4-10-15,3 7-6 0,6-7 9 0,1 1-1 16,4-2-1-16,-1 1-3 0,7-1-11 0,5-1-18 0,8 2-33 16,4-3-19-16,2 0-20 0,4-3-23 15,7-5-28-15,14-1-47 0,1-3-27 0,-1-2-19 16,2-1-132-16,-12-2-408 0,7-3 181 0</inkml:trace>
  <inkml:trace contextRef="#ctx0" brushRef="#br0" timeOffset="108109.48">13122 3319 19 0,'-9'-23'251'0,"-1"5"-4"0,2 0 8 15,3 4-5-15,-3-1-5 0,1 4-11 0,2 5-7 16,1-1-22-16,1 2-21 0,3 5-28 0,-4-7-16 16,4 7-14-16,0 0-12 0,-11 26-5 0,7 0-8 15,-4 9-6-15,-1 10-4 0,3-11-4 0,-1 11-6 16,2-9-4-16,-1 13-9 0,3-16-6 0,-3 13 0 15,6-11-3-15,0-1-5 0,-2-1-16 0,2 0 5 16,0 1-5-16,2-2-12 0,-2-3 11 0,0 1-41 16,2-4-30-16,-4-5-38 0,4-3-36 0,0-2-34 15,-2-3-44-15,0-3-46 0,0 0-49 0,0-3-173 16,0-7-491-16,0 0 216 0</inkml:trace>
  <inkml:trace contextRef="#ctx0" brushRef="#br0" timeOffset="108492.17">12835 3598 45 0,'8'-5'186'0,"5"0"-17"0,4-1-14 0,3-2-17 16,10 5-6-16,-5-5-9 0,3 4-3 0,3-2-13 16,-2 2-5-16,0 2-19 0,-1-3 4 15,1 1-17-15,-9 3-3 0,0 0-8 0,-2-1-7 16,-3 2-7-16,-3 0 0 0,-1 0-8 0,-1 3 0 0,-1-2-4 15,-5 2 1-15,2 1 7 0,-6-4-7 0,5 10 3 16,-5-2 3-16,0 1 4 0,0 2-7 0,-2 1-1 16,-1 1-7-16,-1-1 1 0,2 0-4 15,0 0-5-15,2 4 2 0,0-6-3 0,2 0-2 16,0-1 0-16,2 0-4 0,1-1 7 0,5 0-2 16,-2-2-4-16,1-2 2 0,0-1 2 0,5 0 0 15,3-5 2-15,-3-1 0 0,1 1 5 0,2-5-2 0,-2-2 9 16,3 1 4-16,-2-3 14 0,-3 1 8 0,-2-2-2 15,1-3-5-15,-3 0 2 0,-3-1-1 16,1-1-4-16,-4 2-8 0,-6-3-3 0,-1 1-6 16,1 2-14-16,-3 0-24 0,-1 1-17 0,1 5-16 15,-2 2-26-15,-3 1-30 0,1 4-37 0,-2 2-33 16,-1 0-23-16,-4 8-32 0,0 1-154 0,1 3-403 0,3 1 179 16</inkml:trace>
  <inkml:trace contextRef="#ctx0" brushRef="#br0" timeOffset="108823.03">13427 3739 178 0,'11'-5'219'15,"1"-1"-8"-15,-1-1-9 0,0 1-2 0,-1-3-9 16,-2 0-13-16,1-1-12 0,1-3-8 0,0 0-9 16,-7 1-8-16,1 0-11 0,0-5-9 0,2 2-7 15,-6-1-11-15,0-1-10 0,0 0-9 0,-6 1-11 16,0 0-1-16,1 2-6 0,1 3-2 0,-2-4-4 15,0 6-7-15,0-1-5 0,1 5-11 0,-1-3 0 16,2 2-2-16,1 1-6 0,3 5-6 0,-7-6-6 16,7 6 1-16,0 0-9 0,0 0 0 0,0 0-1 15,0 0-1-15,0 0 0 0,18-2-1 0,-9 3-2 16,5 3-7-16,-1-2 5 0,7 4 1 0,-4-2-4 16,4 6 8-16,-7-3-7 0,4 5-1 0,-4-2-4 15,-1 2 11-15,-2 2-8 0,-1 0 5 0,1 1-9 16,-4-2 6-16,1 3 5 0,-3-4-5 0,1 4-9 15,0-2-34-15,-3-1-32 0,0-1-44 0,-2 0-44 16,4 0-47-16,-4-3-32 0,1 1-170 0,-1-10-445 16,2 16 197-16</inkml:trace>
  <inkml:trace contextRef="#ctx0" brushRef="#br0" timeOffset="109346.89">13852 3596 91 0,'-2'-9'269'0,"2"9"-15"0,0-10-25 0,0 10-23 16,0 0-28-16,0 0-18 0,0 0-16 16,0 0-14-16,0 0-10 0,0 0-7 0,7 24-3 0,-5-11-5 15,-2-2 1-15,4 0-13 0,-4-1-2 0,4 0-12 16,-4 0-4-16,2-4-10 0,1 0-3 0,-3-6-6 16,0 9 7-16,0-9 19 0,0 0 22 0,3 9 13 15,-3-9 9-15,0 0 10 0,0 0-23 16,0 0-3-16,0 0-15 0,0 0-13 0,0 0-6 15,0 0-10-15,-8-30 1 0,6 19-8 0,2 0-23 16,-2 0 6-16,2-5 1 0,4 0 1 0,-2-1-15 0,4-2 2 16,0 2-4-16,1 0-6 0,1 1-9 15,2 1 1-15,1 2-8 0,4 2-4 0,-5 6 0 16,8 0-6-16,-4 3 3 0,-1 2-2 0,5 5-2 16,-3 2 5-16,-1 2-10 0,-1 4 6 0,1 0 0 15,-5 0 1-15,2 2 0 0,1 1 5 0,-3 0-1 16,-3 0-6-16,2-2 4 0,-5-4 4 0,2 0-4 15,-3-3 0-15,3-1 3 0,-3 1 7 0,-2-7-3 16,0 0 6-16,4 12 5 0,-4-12 6 0,0 0 1 16,0 0-13-16,0 0-2 0,0 0-1 0,0 0 3 15,0 0 3-15,0 0-5 0,0 0 1 0,-15-21-12 16,15 21 6-16,-3-15-4 0,8 6-1 0,-3-1 2 16,7-4-2-16,-1 0-2 0,3-1-6 0,-1 2 8 15,3 4-3-15,1-3-2 0,1 5-10 0,-2 3 5 16,-1 1-2-16,-3 3 4 0,5 3 3 0,3 2-2 15,-5 3 2-15,1 3 0 0,-6 0 3 0,3 3 3 16,-4 2-5-16,-1 1-6 0,-1 2 4 0,-2 0-19 16,-2-2-42-16,0 2-59 0,-4 2-58 0,-3-6-80 15,1 4-336-15,1-3-652 0,-3 0 289 0</inkml:trace>
  <inkml:trace contextRef="#ctx0" brushRef="#br0" timeOffset="111173.11">1085 4338 137 0,'0'0'177'15,"-6"-7"-21"-15,6 7-8 0,-5-4-18 0,5 4-17 16,0 0-12-16,-16 10-8 0,5 3-4 0,-5 7-3 16,3 8-1-16,-7 15-4 0,-2 2 3 0,1 10 3 15,1 1-6-15,-7 22-6 0,9-22-2 16,4 1-6-16,3-2-7 0,4-1-5 0,1-1-4 16,2-8-5-16,4-9-1 0,2 10-9 0,5-14 5 15,1 1-13-15,1-2-14 0,3-2-22 0,3 1-37 16,1-5-33-16,1-3-38 0,2-1-41 0,3 0-150 15,-4-2-330-15,-1-9 146 0</inkml:trace>
  <inkml:trace contextRef="#ctx0" brushRef="#br0" timeOffset="111703.53">1311 4803 45 0,'-6'-4'225'0,"6"4"-27"16,-4-10-26-16,4 10-14 0,0 0-16 15,0 0-14-15,0 0-10 0,-6 20-5 0,5-2-12 16,-1 8-4-16,2 1-7 0,2-1-6 0,-1 1-9 0,5-3-8 16,-2-4-2-16,4-2-9 0,-1 1-3 0,-2-2-5 15,0-1-3-15,1-7-8 0,2 1 5 0,-2-2-9 16,1 0 2-16,0-1-4 0,1-3 0 0,-2 1 6 15,-6-5 5-15,11 4-2 0,-11-4-3 16,0 0 1-16,16-10-7 0,-7 3 0 0,-3 0 0 16,2-1-3-16,-2-2-3 0,0-2 2 0,-1-2-4 15,0-2-2-15,-2 2-4 0,-1-5 5 0,-1 4-8 16,1 2 0-16,-2 1-2 0,0 1-4 0,0 0-2 16,0 11-3-16,0-12-1 0,0 12-2 0,0 0-6 15,0 0 7-15,0 0-5 0,0 0-3 0,0 0 2 0,0 0 1 16,0 0 1-16,18 29-2 0,-13-17 4 15,1-1 4-15,2 3-3 0,-1-3-3 0,1-3-3 16,0 1 6-16,1 0 0 0,-1-2 0 0,0-1 3 16,3-2 2-16,-5-2-1 0,7-1 2 0,-13-1 2 15,23-5 3-15,-12-1-2 0,3 0 5 0,-6-2 6 16,3-1 11-16,1-4 5 0,-2 0-1 0,-2-4 1 16,-3 1-5-16,1-4-4 0,-1-2-1 0,-2 1-3 15,-3 2-5-15,0-6 1 0,-1 6-2 0,-2 2-1 16,1-3-4-16,-2 5-3 0,0-1-13 0,0 3-18 15,4 13-20-15,-6-15-26 0,6 15-55 16,-4-10-51-16,4 10-31 0,0 0-14 0,0 0-12 0,0 0-117 16,0 0-377-16,0 0 167 0</inkml:trace>
  <inkml:trace contextRef="#ctx0" brushRef="#br0" timeOffset="112083.28">1869 4683 164 0,'-2'-17'207'0,"-1"7"-1"0,3 10-1 0,-4-16 6 16,4 16-2-16,-3-16-8 0,3 16-6 0,0 0-28 16,-6-11-15-16,6 11-22 0,0 0-16 0,0 0-10 15,0 0-6-15,0 0-12 0,3 56-6 0,0-24-5 16,0 14-6-16,1-10-10 0,-3 8-4 0,1-10-10 16,-1-3 2-16,0-3-8 0,0-3-4 0,1-6 2 15,2 0-11-15,-2-2 4 0,-2-3-5 0,1-4 3 16,1 0-7-16,-2-10 0 0,0 14 2 0,0-14-4 15,1 9 2-15,-1-9 7 0,0 0 0 0,0 0 0 16,0 0 5-16,0 0-15 0,0 0 2 0,0 0-8 16,0 0 3-16,0 0-3 0,0-34-3 0,5 17-2 15,-1-1 1-15,4-7-3 0,2 1 0 16,-4 6-2-16,5 2-4 0,0 3 4 0,-3 3-2 0,-1 1-4 16,2 2-3-16,0 4-3 0,0-1 1 15,-9 4 3-15,18 4 2 0,-8 1-5 0,-2 1 10 16,3 3-7-16,0 5 2 0,-4 2 0 0,2-2 0 15,-1 1-20-15,0 0-20 0,-1 2-20 0,0-3-28 0,-1 2-30 16,-1-2-32-16,2 1-32 0,-3-5-18 16,3-2-20-16,-2 1-158 0,-5-9-411 0,7 13 183 0</inkml:trace>
  <inkml:trace contextRef="#ctx0" brushRef="#br0" timeOffset="112349.65">2196 4951 110 0,'0'0'126'0,"0"0"-4"0,0 0 2 16,0 0-1-16,0 0-16 0,0 0-11 0,0 0-6 16,0 0-6-16,0 0-12 0,14 38 7 0,-14-38-5 15,6 15 5-15,0-9-6 0,-6-6-2 0,13 13-2 16,-7-8 4-16,-6-5 2 0,17 6-7 0,-17-6 10 16,18 0-2-16,-18 0-2 0,21-3 6 0,-10-1 8 15,-11 4-8-15,21-12 1 0,-13 4-8 0,1-1-1 16,-1-2-3-16,2-2-4 0,-6 3-5 0,-2-2-5 15,1 0-2-15,-3 12-6 0,0-24-7 0,-4 7-3 16,0 5-20-16,-1 0-19 0,5 12-21 0,-9-19-27 16,5 12-33-16,4 7-54 0,-9-8-38 0,9 8-30 15,0 0-160-15,0 0-394 0,-33 18 175 16</inkml:trace>
  <inkml:trace contextRef="#ctx0" brushRef="#br0" timeOffset="112919.65">2430 5070 24 0,'7'-10'229'0,"2"-4"5"0,1-1 2 15,-4-1-5-15,-1 1-11 0,1-2-7 0,1 0-16 16,2-8-21-16,-3 2-9 0,-2 4-13 0,3-6-12 16,-1 0-12-16,0 0-15 0,-2 0-12 0,1 0-8 15,-2 1-6-15,-2 7-11 0,1 1-5 0,-1 4-10 16,-1 12-4-16,-3-20-7 0,3 20-7 0,0 0-9 15,0-17-2-15,0 17-11 0,0 0-4 0,0 0-10 16,0 0 3-16,0 0-6 0,0 0-2 0,0 0-6 16,-10 51-10-16,10-27-7 0,1 3 2 0,2-2-8 15,3-1 8-15,2 1-2 0,3-3-1 0,2 0 4 16,-3-4 8-16,1-1-8 0,-1-2 0 0,1 1-3 16,1 0 3-16,-4-1-6 0,2-2-4 0,-4-4-8 15,-1 2 3-15,2-1-6 0,-3-2 1 0,-4-8 1 16,2 14-6-16,-2-14 7 0,0 0-1 0,0 16-3 15,0-16 4-15,0 0 6 0,0 0-2 16,-9 13 4-16,9-13 8 0,0 0-2 0,0 0 2 16,0 0-5-16,0 0 3 0,0 0-8 0,0 0 0 15,0 0 5-15,0 0-3 0,0 0 6 0,0 0-1 0,8-46-4 16,-1 34 9-16,6-2-3 0,1 2 6 0,7-8 4 16,-1 1-3-16,-2 0 2 0,4-2 1 15,-2 4 1-15,-4-3 1 0,3 1-1 0,-9 3 5 16,-1 3 6-16,1 0 9 0,-1-2 10 0,-6 4 1 15,-1 1 6-15,-2 10 5 0,4-19 15 0,-4 19 3 16,-1-13-6-16,1 13 6 0,0 0-1 0,-12-14-3 16,12 14 0-16,0 0-4 0,-21 1-8 0,21-1 5 15,-20 11 2-15,6 0-5 0,1 2 1 0,2 1-2 16,2 0 0-16,0 1-3 0,4 1-2 0,-1-1 4 16,4 2-14-16,2-2 2 0,0-15-3 0,9 24-7 15,-1-10-31-15,4 0-35 0,3-4-43 0,0-1-49 16,4-4-52-16,11 1-58 0,-9-3-144 0,6 0-430 15,3-3 190-15</inkml:trace>
  <inkml:trace contextRef="#ctx0" brushRef="#br0" timeOffset="113484.48">3726 4769 152 0,'-8'-16'237'0,"-2"10"-12"0,1-1-3 0,0 1-20 0,-3 3-19 16,-2 0-16-16,2 6-19 0,-8 0-11 0,2 8-15 16,-3 8-14-16,-2 3-10 0,0 5-10 0,4 2-4 15,2 1-8-15,5-3-10 0,3 2-4 0,2-3-6 16,5-6-7-16,3-1-4 0,4 5 0 0,-1-7-11 15,5-3-2-15,2-1-9 0,1 0-6 0,2-4-4 16,-1-3-4-16,3-3-4 0,-4 1-6 16,6-4-3-16,-7-1-5 0,7-5 0 0,-2-1-4 15,-1-1 3-15,-1-1 0 0,-1-3 1 0,-3-1 2 0,-1 0-4 16,-3-3 6-16,1 0-3 0,-5-2 4 0,1-2-3 16,-5 2 4-16,1 0-1 0,-1 1-1 0,-5-2 9 15,4 9 5-15,-1-1 11 0,1 2 8 0,0 4-4 16,3 5-5-16,-2-11-6 0,2 11-2 0,0 0 0 15,0 0-4-15,0 0 2 0,0 0-2 0,9 35 0 16,-4-18 5-16,0 0-6 0,-1 2 2 0,4 5-2 16,-2-5-2-16,-1 0 1 0,4-1-26 0,0 8-34 15,-3-9-55-15,3-3-58 0,-1-4-73 16,-4 2-127-16,1-3-396 0,0-1 175 0</inkml:trace>
  <inkml:trace contextRef="#ctx0" brushRef="#br0" timeOffset="113823.46">3870 4895 2148 0,'0'-16'79'0,"0"3"-20"0,-1 3-6 0,0 3-3 15,1 7-12-15,0-12-5 0,0 12-13 16,-1-7 0-16,1 7-6 0,0 0 11 0,0 0 5 16,0 0 7-16,14 21 2 0,-6-6 4 0,0 2 2 15,0 2 6-15,-2-1 0 0,7 4 2 0,-3-4-5 16,-1 0 0-16,2-1-7 0,-1-1-2 0,-4-2-1 0,5-1-3 15,-5-1-4-15,0-2-2 0,1 0-2 16,-2-2-1-16,0-1-2 0,0-3 2 0,-2 0 1 16,-3-4 9-16,5 9 20 0,-5-9 10 0,5 1-6 15,-5-1-7-15,0 0-3 0,11-14-5 0,-8 3 1 16,2-1-15-16,-1-4-3 0,-3 0-1 0,4-11 0 16,-2 3-8-16,-1-3 4 0,-3-4-6 0,4 1-3 15,0 1-6-15,3-1-7 0,1 3-4 0,-1 0-7 16,-3 9-4-16,2 0-3 0,-1 6-19 0,-3 2-23 15,2 0-26-15,-3 10-43 0,3-10-27 0,-3 10-26 16,0 0-27-16,0 0-27 0,0 0-233 0,12 20-506 16,-8-8 225-16</inkml:trace>
  <inkml:trace contextRef="#ctx0" brushRef="#br0" timeOffset="114857.53">4669 4779 21 0,'0'0'218'0,"-5"-14"-13"0,3 6-9 16,-3 4-8-16,1-4 0 0,-1 3-14 15,-4-1-18-15,2 3-10 0,1-1-11 0,-2 1-9 16,8 3-16-16,-19 1-7 0,9 5-13 0,-2-3-10 15,-3 9-6-15,2-1-8 0,-1 5-4 0,4-1-9 0,1 2-3 16,-1 1-5-16,2-3 0 0,3 2-8 0,1 0-3 16,4-6-5-16,3 3-2 0,-1-2-3 15,2-1-3-15,3-3-1 0,1 2 3 0,1-3-6 16,3-1 4-16,1-3-9 0,-1 0 4 0,1-3-4 16,5-1 2-16,-5-2-4 0,-2 1-1 0,1-3 3 15,-2-1-3-15,2 0 1 0,-6-1-1 0,0-2-1 0,2-1-2 16,-2 1-2-16,-2-3 3 0,-2 2 3 15,0-1 0-15,-2 0 3 0,1 3 9 0,-1 8 5 16,2-11-2-16,-2 11 2 0,0-8-4 0,0 8-8 16,0 0-4-16,0 0-2 0,0 0 0 0,0 0 4 15,1 32-7-15,-2-7 6 0,1 6-6 0,1 0 0 16,0 1 1-16,1 3 2 0,-4 1 2 0,5-2-4 0,-1-1 1 16,0-3-2-16,-2 0 0 0,5-5-2 15,-5 1 2-15,2-1-1 0,-2 0 2 0,-1-1-3 16,1-8 7-16,0-3 3 0,-4-3 12 0,2-1 7 15,-3 1 1-15,-1 0 3 0,0-2-6 0,-2-2-5 16,-2 1 4-16,-1-2-4 0,-3-1 1 0,1-2-23 16,-6-2-13-16,5-1-28 0,-6-1-35 0,2-4-39 15,-1 2-39-15,-1-2-49 0,5-5-53 0,-5 2-201 16,4-4-490-16,0 0 216 0</inkml:trace>
  <inkml:trace contextRef="#ctx0" brushRef="#br0" timeOffset="115032.7">4816 4939 93 0,'0'0'289'0,"8"-2"-17"0,-8 2-3 0,0 0-2 16,10-3-16-16,-10 3-24 0,0 0-23 0,5-3-23 16,-5 3-25-16,0 0-45 0,0 0-45 0,0 0-51 15,0 0-51-15,0 0-68 0,0 0-83 0,0 0-159 16,0 0-374-16,0 0 165 0</inkml:trace>
  <inkml:trace contextRef="#ctx0" brushRef="#br0" timeOffset="115503.48">5440 4778 228 0,'0'0'241'0,"1"-9"-12"0,-1 9-21 0,0 0-22 15,1-10-20-15,-1 10-16 0,0 0-17 0,0 0-11 16,0 0 4-16,13 22-16 0,-5-8-1 0,2 1-5 16,0 9-5-16,3-1-7 0,0 2-8 0,-4-3-8 15,0 1-7-15,-2-8-9 0,0 0-3 0,1 1-6 16,-3-6-4-16,2 0-4 0,-3 1-2 16,1-3-6-16,-2-2-1 0,1-1 0 0,-2 1 1 0,-2-6 11 15,4 5 8-15,-4-5 19 0,0 0 1 0,0 0-5 16,0 0-12-16,0 0-4 0,13-16-7 0,-11 4 3 15,2-3-10-15,1-3-1 0,2-8 4 0,-2 0-14 16,4 0 1-16,-3-5-10 0,1 1-3 0,2-1-8 16,-2 0-9-16,0 2-25 0,-1 1-10 0,2 1-19 15,-3 8-12-15,-1 7-25 0,-2 2-38 0,1 0-41 16,-3 10-29-16,9-9-9 0,-9 9-15 0,0 0-17 16,16 13-136-16,-12-2-407 0,0 0 181 0</inkml:trace>
  <inkml:trace contextRef="#ctx0" brushRef="#br0" timeOffset="115894.83">5992 4796 110 0,'0'-12'238'0,"0"12"-9"0,-10-14-1 0,5 10 3 16,-4-1-13-16,1 3-5 0,-2-2-17 0,1 2-18 15,-3 4-12-15,1 0-19 0,-1 5-15 0,-5 2-2 16,1 3-12-16,-3 8-23 0,0-1-8 0,7-4-8 15,2 1-6-15,-1 1-10 0,3-1-7 0,4 2-5 16,-1-1-8-16,5-1-1 0,0-5-14 0,1 0-12 16,2 1-2-16,1-3-7 0,2 0 3 15,4-4-15-15,1 1-4 0,-1-1-1 0,2-3-5 0,1-4-5 16,0 2 1-16,4-3 0 0,-1-5 0 0,0-1 6 16,-1-1-2-16,-1-1-1 0,-2-2 10 0,-2-1-8 15,-1-1 5-15,-2 1-3 0,0-1 0 0,-3-1-1 16,-2 0 5-16,1-1 1 0,-2 5 0 0,-1 2-2 15,0-3 10-15,-1 4 5 0,1 2 8 0,0 7-2 16,-2-12-1-16,2 12-6 0,0 0-5 0,0 0 0 16,0 0 5-16,0 0-2 0,0 0 2 0,2 31-3 15,-1-13 5-15,-1 1-2 0,1 0 1 0,1 6-1 16,0-5-1-16,-1-2-7 0,2 1-19 0,1-2-26 16,0 1-18-16,2-3-37 0,-2 0-52 0,2-3-42 15,-1-4-210-15,2 1-440 0,0-2 195 0</inkml:trace>
  <inkml:trace contextRef="#ctx0" brushRef="#br0" timeOffset="116115.5">6197 4691 1852 0,'-6'-30'76'0,"0"7"30"0,0 6-15 0,1 1-6 0,1 3 25 15,1 3-2-15,1 5-18 0,0-2-18 16,2 7-21-16,-1-7-1 0,1 7-5 0,0 0-1 15,0 0 1-15,-1 22-1 0,-1-3 1 0,4 7-5 16,-1 0 0-16,0 3-1 0,1 0-4 0,0 0-3 0,0 2 0 16,-2 2-3-16,2-2-10 0,1-3-32 0,-1 3-33 15,-1-5-40-15,-1 1-39 0,-1-8-49 16,2-1-34-16,1 0-214 0,-5-2-456 0,6-6 202 16</inkml:trace>
  <inkml:trace contextRef="#ctx0" brushRef="#br0" timeOffset="116617.14">6364 4806 145 0,'2'-7'216'16,"-2"7"-15"-16,0 0-11 0,0 0 4 0,0 0-2 16,0 0-5-16,0 0-19 0,6 21-8 0,-5-10-3 15,-1 0-16-15,1 0-14 0,3 2-16 0,-4-2-11 16,3-1-8-16,-1 2-8 0,1-3-7 0,3-1-11 15,-2 0-2-15,1-1-9 0,0-1-1 0,-1-2-6 16,0 1-3-16,0-1-6 0,-4-4 4 0,10 4-12 16,-5-1-4-16,-5-3-4 0,0 0 2 0,22-7-7 15,-16 3 1-15,2-2-8 0,0-2 4 0,-1-3-7 16,-1 1-5-16,2 0-2 0,-4-2-2 0,1 2-6 16,4-3-10-16,-5 2 2 0,0 2 1 0,1 2 0 15,-3 4-3-15,-2 3 2 0,8-5-3 0,-8 5 3 16,13 0 1-16,-13 0-2 0,13 5 3 0,-6 1 3 15,3-2 3-15,-1 3 2 0,3-1 5 0,3 1-8 16,-3 0 5-16,6-1 0 0,-3-2 3 0,3 2-3 16,-3-4 3-16,6-2 0 0,-2-2 0 0,-1 0 0 15,3-3 0-15,0 0 3 0,-2-4 1 0,-1 0 3 16,-1-3-1-16,-1 1-3 0,-3-1 5 0,0-2-2 16,-3 2 6-16,-2-2 7 0,1-1-1 15,-4-1 0-15,-3 0 1 0,0 0 2 0,-4-1 0 0,0 1-7 16,-2 2 9-16,0 1 1 0,-4 5 0 0,3-2-1 15,0 2-6-15,-3 1-2 0,0 4 0 0,0 3-8 16,8 0-1-16,-19 9-1 0,3 0 1 0,5 5-1 16,-4 7 0-16,2 1-10 0,6-3-18 0,-1 5-27 15,1 2-24-15,3 0-27 0,4-7-48 0,4-2-46 16,1 2-54-16,5-1-156 0,4 2-439 0,9-4 194 16</inkml:trace>
  <inkml:trace contextRef="#ctx0" brushRef="#br0" timeOffset="117079.28">7366 4934 2574 0,'15'-10'188'16,"-5"4"-98"-16,0-2-47 0,-2 0 15 0,1-2 30 15,2-2 21-15,-5 1 7 0,3-3-4 0,-1-2-10 16,-1 4 8-16,1-5 2 0,-1-1-10 16,4 1-15-16,-5-1-3 0,4 2-10 0,-2-2-6 0,1 0-9 15,1-6-2-15,0 6-9 0,2 2-7 0,-4 1-10 16,-1-1 10-16,0 8-9 0,-3-4-2 0,-2 3-15 15,2 1 3-15,-4 8-4 0,1-10-2 0,-1 10-12 16,0 0-5-16,0 0-12 0,0 0 3 16,0 0 9-16,0 0-8 0,0 0 6 0,-11 35-3 0,5-19 3 15,0 3 0-15,0-1-3 0,2 0 12 0,1 0-16 16,2-1 9-16,4-2-6 0,2 1 4 0,0-6-3 16,5 5 19-16,-3-6-18 0,3 0 4 0,1-4 1 15,2 2-3-15,6-4 1 0,-2-4-3 16,2 1 0-16,1-5-5 0,0-2-6 0,0 0-2 0,-3-2 6 15,1-2-1-15,-3 0 7 0,-1-1 3 0,-4-1-5 16,0 0 5-16,-2 1-8 0,-2-3 9 16,-2 0 0-16,-1-1 7 0,-2 4-14 0,0-3 9 0,-1 5-5 15,0-1 6-15,0 11 5 0,-1-15-3 16,1 15 0-16,0 0-5 0,0-12-6 0,0 12 4 16,0 0-1-16,0 0 7 0,0 0-6 0,0 0 8 0,0 29-3 15,-1-12-2-15,0-5 1 0,2 6 3 0,-2 0-2 16,1 2 6-16,0-4-2 0,1 2 3 0,-1 0 1 15,1 3-27-15,0-4-26 0,1 1-28 0,0-3-45 16,1 2-48-16,-1-5-55 0,1 0-56 0,-2-1-249 16,-1-11-571-16,0 14 253 0</inkml:trace>
  <inkml:trace contextRef="#ctx0" brushRef="#br0" timeOffset="117282.85">7448 4385 323 0,'-6'-3'302'0,"0"-1"-35"16,6 4-30-16,-6-3-40 0,6 3-37 0,0 0-31 0,0 0-41 16,0 0-41-16,0 0-40 0,0 0-50 15,19 17-61-15,-4-9-56 0,4-2-82 0,7 5-262 16,5-3 116-16</inkml:trace>
  <inkml:trace contextRef="#ctx0" brushRef="#br0" timeOffset="118296.62">8335 4560 105 0,'0'0'179'0,"0"0"-17"0,0 0-14 0,0 0-11 0,0 0-15 16,30 3-2-16,-18-3-15 0,1 0-9 15,4 0-9-15,-2 0-9 0,1-2-4 0,-2 1-6 0,0 0-6 16,-2-1-6-16,-1 4-5 0,-2-1-6 0,-1-1-8 15,-8 0 2-15,11 1 3 0,-11-1 5 0,11-1 10 16,-11 1 5-16,0 0 0 0,7-3 2 0,-7 3 3 16,0 0-7-16,0 0-6 0,0 0-2 0,-1 13 3 15,1-13 5-15,-13 23 4 0,3-6-19 16,2 1-1-16,-5 6-1 0,1-1-2 0,0 0-2 0,3-6-9 16,2 2 5-16,-4 4-6 0,4-5-4 0,-1-4 1 15,1 3-4-15,3-2-1 0,0-4-3 16,1-1 1-16,-1-1-6 0,3 1 0 0,0-5-3 0,1-5-12 15,-4 11-13-15,4-11-2 0,-1 6-5 0,1-6-9 16,0 0-9-16,-2 9 1 0,2-9-4 0,0 0 4 16,0 0 2-16,0 0 9 0,0 0-3 0,11 7 9 15,-11-7-1-15,13 0 4 0,-5 0 0 16,0 2 1-16,2-1 0 0,2-1-1 0,-1 3 2 0,3 0 6 16,0-2 3-16,4 1 2 0,3 2 1 0,0-3 5 15,0-1 2-15,2 0 1 0,-1-1 3 0,-2-1-4 16,7-2 1-16,0 0 3 0,-6 0 5 0,5-6-8 15,-7 2 4-15,7-2 4 0,-6 1-3 0,-2-2 3 16,-3 1 7-16,-2-2 3 0,0-1 2 0,-3 2-1 16,-1-4 1-16,-1 5-1 0,-3-2-2 0,-1 1 0 15,-2-5-4-15,0 4 7 0,-2-4-8 0,-2 1-1 16,-1 4 5-16,-1 0 5 0,1 1 3 0,-2-1 10 16,0 4-2-16,1 0 0 0,2 2-5 0,2 5-3 15,-6-10-6-15,6 10-3 0,-5-5-4 0,5 5-1 16,0 0-1-16,0 0-2 0,-18 15-1 0,13-7 7 15,-1 3-9-15,-1 3 0 0,2 2-3 0,0 2 2 16,4-2-5-16,2 1 4 0,1-2-5 0,0 4 5 16,2-3-3-16,1-1 5 0,3 0-5 0,-2-5 3 15,2 0 4-15,1-1-4 0,4 3 2 16,-2-5-2-16,3 2 2 0,3-2 0 0,-2-4-1 0,3 1 6 16,0-2-7-16,1-2 3 0,-1-3-2 15,-2-2 1-15,2 2 2 0,-2-3-2 0,2-2-3 0,-3 1-1 16,0-2 0-16,-1 0 0 0,2-2-5 0,-9 1-4 15,4-4-12-15,-6 1-3 0,1-1-5 0,-2-1-2 16,-2-2-16-16,-2 1 6 0,-1 0 2 0,-1-1 6 16,-2 4-1-16,-1 2 5 0,0 0 3 15,-1 4 10-15,1-2 10 0,0 1 0 0,5 8 3 0,-11-8 3 16,7 1-1-16,4 7 1 0,-8-6-5 0,8 6-2 16,0 0 0-16,-8-5-1 0,8 5 3 0,0 0-2 15,0 0 1-15,0 0 0 0,0 0 5 0,0 0-5 16,0 0 2-16,0 0-1 0,0 0 1 0,30 22-3 15,-17-19 5-15,-2 1 0 0,7 0-3 16,1 0-1-16,-6-1 3 0,-1 1-3 0,0 0 0 16,-3 4 0-16,2-3-5 0,0 2 5 0,-3 3 3 0,-3 0-5 15,4 4 5-15,-3 0 6 0,-1-3 0 16,-1 0 1-16,0 5 3 0,-3-2-1 0,2-3 0 0,-3 3 0 16,1-2-3-16,3 4 2 0,-2-6-3 15,0 2-10-15,0 0-35 0,1-2-32 0,-2-3-17 16,4 3-38-16,-1-3-31 0,-4-7-38 0,10 11-26 15,-3-6-119-15,-1-2-370 0,-6-3 165 0</inkml:trace>
  <inkml:trace contextRef="#ctx0" brushRef="#br0" timeOffset="118585.03">9547 4809 78 0,'0'0'159'16,"0"0"3"-16,0 0-10 0,0 0-7 0,0 0-11 0,0 0-2 15,6 18-14-15,-6-18-7 0,4 7-10 0,-4-7 0 16,5 5 0-16,-5-5 2 0,11 7 2 16,-6-6 3-16,3 1-3 0,2-2-3 0,0-2-4 15,2 1-3-15,-1-2-11 0,1-1 0 0,4-3-10 16,-3-1-4-16,-3 2 1 0,1-2 5 0,-2 0-7 16,-2 1-5-16,0-3-9 0,-1-1-2 0,0 2-9 0,-3-3-1 15,-1 2-3-15,1 1-4 0,-4 0-1 16,-2-2-5-16,-1 6-6 0,-2-4-10 0,-4 4-10 15,0-1-21-15,-8 2-19 0,1 4-22 0,-3 3-18 16,-2 1-10-16,4 0-20 0,-2 2-39 0,8 1-42 16,3 2-54-16,-5 1-131 0,8-2-402 0,0 1 178 15</inkml:trace>
  <inkml:trace contextRef="#ctx0" brushRef="#br0" timeOffset="118889.22">9976 4445 26 0,'0'-11'313'0,"-3"2"-11"0,3-1-12 0,0 10-21 15,-1-10-11-15,1 10-36 0,-2-10-24 0,2 10-23 16,0 0-21-16,0 0-13 0,13 3-12 0,-1 6-14 15,2 5-9-15,6 8-6 0,-2 5-6 0,9 21 4 16,-5-3-11-16,-4 3-2 0,0-2-8 0,-6 1-6 16,0-1-4-16,-6 2-9 0,-1 0-7 0,-2-12 2 15,-4 14-8-15,-6-1-3 0,-3-3-2 0,-3-13-2 16,0 0-18-16,-10 11-27 0,-6-7-35 0,-2 2-43 16,-3-1-62-16,-2-4-70 0,-4 0-80 0,-2-8-192 15,-4-1-528-15,-2-6 233 0</inkml:trace>
  <inkml:trace contextRef="#ctx0" brushRef="#br0" timeOffset="120681.04">10868 5006 73 0,'10'-19'211'0,"-2"10"-3"0,2-3-13 0,3-2-10 0,1 0-30 16,-2-1-11-16,5 2-5 0,1-5-9 0,-3 4-7 16,-2-1-4-16,1 2-2 0,-1-1-16 0,-3 2 1 15,-1 1-2-15,-3 0-1 0,0 1-7 16,0 2-1-16,-5-3-7 0,2 4 0 0,-1 0-10 0,1 1-5 16,2 0-8-16,-5 6-3 0,0-11 0 15,0 11-5-15,0-9-3 0,0 9 2 0,0 0-14 0,-8-8 2 16,8 8-13-16,0 0-5 0,0 0-2 0,0 0 1 15,-14 14-7-15,9-6 0 0,1 2-5 0,-1 0 2 16,-1 1-1-16,1 1-3 0,3-1 1 0,2 0-2 16,2 0 0-16,2-1-2 0,1 1 0 15,1-2-6-15,0 0 2 0,1-2-4 0,2 0-6 16,2-2-2-16,-1-2 1 0,3-1 2 0,1 0-2 0,-3-2 8 16,1-2-10-16,0 0 4 0,1-2 0 0,-2-1 1 15,1 0 8-15,-3-2-5 0,3-1-2 0,-4-2 2 16,1-2-2-16,0 3 1 0,0-6 2 0,-4 0 0 15,3-3 0-15,-2 3 1 0,-4 5 0 16,1-2 2-16,1 0-5 0,-2 1 5 0,-2 5-2 0,0 6 0 16,3-11-5-16,-3 11-4 0,4-5 0 0,-4 5 3 15,0 0 0-15,0 0 9 0,4 21-9 0,-4-9 6 16,2 1-3-16,-2 4 2 0,-2-1-4 16,4 1 6-16,-2-5-4 0,0 0 4 0,2 0 1 15,-2-2-1-15,2-1 1 0,-1-2-1 0,-1-7 2 16,2 10 0-16,-2-10 0 0,2 7 3 0,-2-7 3 0,3 7 9 15,-3-7 9-15,0 0-2 0,0 0-4 0,0 0-2 16,0 0-3-16,16-14 6 0,-12 8-1 0,4-2-6 16,-3 0 0-16,3-2-4 0,2 0 3 0,-3 1-3 15,4 0-3-15,-2 1 8 0,3 1-10 16,-4 0-3-16,1 3-3 0,1-1 0 0,-2 4-3 16,-8 1 9-16,16 2-6 0,-5 2-2 0,-2 4 2 0,0-2-12 15,-2 1-7-15,0 3-5 0,-1 0-11 0,-1 2-21 16,-3 1-27-16,0-2-28 0,-2 3-34 15,2 2-32-15,-5-5-47 0,0 5-160 0,-3-5-418 16,-4 1 184-16</inkml:trace>
  <inkml:trace contextRef="#ctx0" brushRef="#br0" timeOffset="120870.92">11021 4598 2190 0,'-4'-15'-22'0,"-1"6"22"16,0-1-12-16,4 3-64 0,1 7-14 0,0-8 21 15,0 8 14-15,11-6-17 0,-3 5-13 16,4 0-25-16,7 1-31 0,1 1-102 0,9 0-264 16,-2 2 117-16</inkml:trace>
  <inkml:trace contextRef="#ctx0" brushRef="#br0" timeOffset="121127.58">11876 4440 47 0,'-1'-7'282'0,"1"7"0"0,-4-15-1 16,4 15-14-16,-3-8-26 0,3 8-24 0,0-6-27 0,0 6-18 15,0 0-2-15,0 0 13 0,0 34-4 16,0-5 1-16,-2 17-13 0,2-10-14 0,0-3-19 15,0 1-8-15,-2 1-19 0,0-1-11 0,1-2 5 16,-1-1-23-16,5-1-12 0,-1-3-1 0,0-2-11 16,-2-5 2-16,4 4-25 0,-1-7-26 0,-1-2-25 0,-1-3-29 15,1 1-30-15,0-3-30 0,0 0-27 16,0-4-32-16,-1 1-38 0,-1-7-18 0,2 9-35 16,-2-9-188-16,0 0-484 0,0 0 214 0</inkml:trace>
  <inkml:trace contextRef="#ctx0" brushRef="#br0" timeOffset="121446.95">11834 4642 128 0,'21'1'158'0,"-3"1"-7"16,2 4-3-16,-1 0-10 0,0 3-4 0,-2 2-13 15,-5 0-12-15,4 2-3 0,-2 0-6 0,1 1-7 16,-1-2-9-16,0-1-9 0,-1 3-3 0,3-4-6 15,-7 0-4-15,6-2 0 0,-3-1-9 0,-3-1-3 16,0-2 2-16,2 0 0 0,-4-1 2 0,1-2 4 16,-8-1-2-16,15-3 2 0,-7 1 1 0,1-4-2 15,-2-1 3-15,-2-4-4 0,3 3-4 16,-4-4-2-16,1-1 3 0,-1-3-9 0,-1-3-4 0,-1 0-6 16,-2 2-5-16,-2-2 1 0,-1 0-5 0,3 0-2 15,-4 0 1-15,-1 2-6 0,1 2 0 0,-4 4-3 16,3 2-7-16,-5 2-1 0,2 3-7 0,-3 2-8 15,-1 4-18-15,-1 1-18 0,-5 5-19 0,2 5-36 16,1 2-43-16,5-1-48 0,2 3-205 0,-1-1-429 16,8-5 190-16</inkml:trace>
  <inkml:trace contextRef="#ctx0" brushRef="#br0" timeOffset="121847.66">13077 4498 80 0,'1'-7'255'0,"-1"7"4"16,0 0-14-16,-12-13-5 0,3 10-9 0,-4 2-15 15,-5 4-6-15,-3 3-15 0,-4 6-18 0,1 2-7 16,-1 4-21-16,0 1-12 0,5 1-12 0,4 2-13 16,0-1-8-16,7-3-14 0,3 0-7 0,2 0-10 15,1-3-6-15,3-1-5 0,0-1-9 0,5-1 0 16,1-1-7-16,1-2-3 0,7 1-1 0,-5-2-4 15,2-3-3-15,7 0-4 0,-5-3 4 0,5-2-5 16,-3-1-8-16,-1-1-1 0,0-2-1 0,-2-1 1 16,-2 0-2-16,3-2-2 0,-3-2-5 0,-1 4 4 15,-1-5-2-15,0 1-2 0,-2-3-1 0,-1 1-4 16,1-3 3-16,-3 1-3 0,-1 2-3 0,2 0 0 16,1-2-2-16,-2 4 4 0,-1-2 7 0,0 5-1 15,-2 6-3-15,2-8-9 0,-2 8-1 0,0 0-1 16,0 0 7-16,0 0-2 0,7 17 3 0,-5-7-3 15,0 6 2-15,0 0-1 0,0 2 6 0,2-3-6 16,0 2-2-16,2-2-26 0,-3 1-27 0,1-6-48 16,4 0-40-16,2 2-41 0,1-3-54 0,5 0-57 15,-5-2-204-15,2-3-536 0,-1 0 239 0</inkml:trace>
  <inkml:trace contextRef="#ctx0" brushRef="#br0" timeOffset="122898.77">1357 6089 163 0,'2'-15'236'0,"0"-2"1"0,-1 1-8 0,1-1-6 0,-2 1-10 16,0 0-17-16,0 0-10 0,0 5-8 0,-1 0-3 15,1 2-10-15,-2 1-13 0,2 8-14 0,-2-9-16 16,2 9-20-16,0 0-7 0,0 0-17 0,0 0-2 16,0 0-9-16,0 0-7 0,9 45-6 0,-9-16-4 15,4 3-5-15,-1 4-4 0,0 0-2 0,-3-2-3 16,2 0-2-16,2 1-6 0,1-6-6 0,-1-3 1 15,2-1-12-15,-1-6 10 0,-2-2-5 16,4-1 2-16,-3-6-4 0,4 0 2 0,-3-1-4 0,2-2-2 16,-2-2 2-16,5-2-1 0,-5-2-4 0,-5-1 2 15,21-3-13-15,-12-1 18 0,4-3-10 0,1-5-4 16,1-3 1-16,-2 2-6 0,1-1-5 16,0-11-3-16,-5 9 2 0,2-1 2 0,-4-2 1 0,0-7 1 15,-3 8-6-15,-2-6 6 0,-2 5-1 16,0 2 2-16,-1 1 0 0,0 4 0 0,2 2-1 15,-4 0 2-15,3 10-10 0,-1-7 5 0,1 7-5 0,0 0 2 16,0 0 1-16,0 0-1 0,0 0 3 0,0 0 5 16,3 31-1-16,-1-7 2 0,0-4-3 15,0 4 3-15,3 1 2 0,-3 0-1 0,1-6 5 16,1-2-5-16,1 2 1 0,-1 0-9 0,5-4-25 16,-2 2-29-16,0-3-39 0,-1-2-42 0,1-2-40 15,2-1-39-15,-2 0-36 0,0-4-132 0,-1-2-426 0,-6-3 188 16</inkml:trace>
  <inkml:trace contextRef="#ctx0" brushRef="#br0" timeOffset="123460.7">1791 6159 132 0,'0'0'189'0,"0"0"-7"0,0 0-1 0,9 17-4 16,-5-7-13-16,-1 0-7 0,3 6-10 0,-5-3-10 15,3 3-15-15,-2 0-9 0,0-1-9 0,1-3-4 16,-1 0-12-16,-1-3-9 0,-1 0-5 0,3-2-6 16,-3 0-5-16,0-7 0 0,2 10 5 0,-2-10 13 15,-2 9 14-15,2-9 12 0,0 0 7 0,0 0-20 16,0 0 0-16,0 0-6 0,0 0-9 0,0 0-10 16,0 0 2-16,0 0-15 0,-9-28-5 0,12 15-8 15,2-4-4-15,-1 1-9 0,4 2-8 0,3-9 0 16,-2 6-11-16,3 0-4 0,5-3-4 0,1 1-2 15,-5 3-7-15,2 6-3 0,-2 1 0 0,-3 2 3 16,0 4-5-16,0 0 1 0,1 2-2 0,0 3 3 16,-2 5 1-16,2 2-2 0,-1 4 11 15,-2 1-8-15,-1 3 3 0,2 0-1 0,-3-3 1 0,-2 3 2 16,1-3-2-16,0 2-1 0,0-3 8 0,-1-3-5 16,1-1-1-16,3 1-3 0,-3-1 7 0,-1-1-1 15,4-3 6-15,-1-1-1 0,2-1 8 0,3 0 2 16,-2-3-2-16,4-3-15 0,0 0 16 0,2-1-1 15,-2-3 1-15,1-1-6 0,-5 2 9 0,5-3-1 16,2-3 1-16,-7-3-1 0,-2 5-5 0,3-1 2 16,-4-5 0-16,-1 1-1 0,-2 3-3 15,-1-3-1-15,-1-1-2 0,1-1-1 0,-6 6 6 16,3 11-5-16,-5-23 5 0,2 16 10 0,3 7-5 0,-2-13 0 16,2 13-2-16,0 0-2 0,-4-9-4 0,4 9 0 15,0 0-6-15,0 0 0 0,0 0-9 0,-6 33 6 16,6-17 5-16,0 3 1 0,1 0 1 0,0-4-3 15,2 4 0-15,2-3-14 0,0 1-17 16,0-2-35-16,-1-3-32 0,5-2-45 0,-3-1-44 16,2 1-66-16,0-4-56 0,2-2-155 0,-10-4-499 15,18 7 221-15</inkml:trace>
  <inkml:trace contextRef="#ctx0" brushRef="#br0" timeOffset="123660.64">2125 5853 161 0,'-4'-7'301'0,"0"1"-32"16,2 0-29-16,2 6-26 0,-4-7-25 0,4 7-25 16,0 0-21-16,0 0-24 0,0 0-28 0,15 11-49 15,-5-3-36-15,6 2-44 0,2 0-29 0,6 2-66 16,1 1-151-16,0-2-307 0,0 0 136 0</inkml:trace>
  <inkml:trace contextRef="#ctx0" brushRef="#br0" timeOffset="124956.78">2892 6137 61 0,'-13'-13'258'0,"4"5"-3"0,-4-2-14 0,0 4-8 15,-2 2-9-15,-3-3-18 0,1 1-5 0,0 5-16 16,0 1-18-16,2 3-16 0,2-1-16 0,-2 6-9 16,-2 2-13-16,2 1-11 0,-1 2-14 0,4 2-11 15,1 0-8-15,1 3-8 0,1-2-4 0,3 3-7 16,2-2-3-16,1 0-3 0,2 0-4 16,2-2-5-16,3 0-3 0,0-2-2 0,1-4-7 0,4 1-8 15,0-4-2-15,0 0-6 0,2-1-2 16,1-2-1-16,3-3-4 0,4-1 0 0,1-2-6 0,-4-3 2 15,3-4 1-15,-2 3-3 0,0-3-3 0,-3-2-2 16,0-3 3-16,-1-1 0 0,-3-1-1 0,-3 0 0 16,-1-2 0-16,0-10 5 0,-1 2-2 0,-1-1 3 15,-4-3-5-15,0 0-1 0,-1-1 2 16,-1-1 4-16,0 1 3 0,-3 0 2 0,1 2 4 16,-1 0 5-16,-3 0 3 0,0 1 4 0,3 4 9 15,-1 2 6-15,2 8 4 0,3 3 1 0,1 3-3 16,-3 2-5-16,2 1-3 0,1 6-9 0,0 0-4 0,0 0-4 15,0 0-12-15,0 0 10 0,0 0 3 16,8 47-2-16,-2-16 2 0,-1 1-4 0,0 13 2 16,-1-9-2-16,-3 13-2 0,4-2 2 0,-3-12 2 15,-2 1 2-15,2-2-7 0,1-2 1 0,-1-3 2 16,1-2-2-16,0-3-3 0,2 1 6 0,0-10-6 0,2-1 0 16,-2 3-12-16,1-8 15 0,0-3-3 15,2 3-12-15,-1-4 11 0,2 2-3 0,0-5-1 16,3 0 9-16,-2-3-10 0,3-2-3 0,-1-2 2 15,0-1-2-15,3-2 2 0,-1-3-3 0,3-3-3 16,-2 0-5-16,2-6-1 0,-5 6 2 0,-1-3-4 16,0-1 9-16,-4 0-1 0,3-5-1 0,-6 5 2 0,0 1-3 15,-3 1 3-15,0 2 9 0,1 2-5 16,-2 3 10-16,1-2 3 0,-2 4 8 0,1 7-3 16,0 0 1-16,-4-16 1 0,4 16-4 0,0 0-5 15,-3-8 3-15,3 8-3 0,0 0-1 0,0 0-3 16,-6 27 3-16,2-16-3 0,3 6 1 0,-2-2 0 15,2 2-1-15,1 1 1 0,0 0-1 0,0-1 2 16,2 0 2-16,1-4 0 0,5 4-4 0,-2-2 1 16,-1-5-2-16,2-1 5 0,-1 1 2 0,3-3 9 15,0 0-15-15,1-2 4 0,0-2 1 0,0 1 2 16,-1-1-3-16,5-2 2 0,-2-1 1 0,1 0-1 16,-13 0 2-16,23-5-4 0,-11 2-1 0,0 0-4 15,-2-4 6-15,6-2-12 0,-6 2 2 0,1-6-12 16,-2 4 1-16,0-4-1 0,-4-3-5 0,3 0-9 15,-3 1-2-15,-4-2 0 0,2 0 1 0,-3-1 2 16,0 3 5-16,-4 3-3 0,-2-5 4 0,-1 5 5 16,-2-1-1-16,2 2 2 0,-1 1 11 0,0 5 4 15,3-2 7-15,5 7-3 0,-9-9-1 0,9 9 1 16,-4-8-5-16,4 8 0 0,0 0 1 0,-5-8-1 16,5 8 0-16,0 0-2 0,0 0 3 0,0 0 0 15,21 0-5-15,-21 0 4 0,20 4 0 0,-7 0 3 16,1-3-2-16,2 6-3 0,-1-4 4 0,1 4 0 15,1-1-2-15,0 2 3 0,-5-1-2 0,1 4 4 16,1 3-4-16,-2 1 2 0,-2 0 0 0,0 2-2 16,-2 0 3-16,0-1 2 0,-5 4-2 0,0-3 2 15,2 1-3-15,-1-2 2 0,-2 1 4 0,2-5-7 16,0-1 1-16,0 3 0 0,2-4-1 0,1 3 4 16,-1-4-1-16,0-2-3 0,4 0 3 0,3-1-7 15,-2 0 11-15,3-3-1 0,0-1-1 0,5-2 7 16,-1-2 6-16,2-2 2 0,1-4 4 0,-3 2-12 15,2-1 9-15,-1-3 0 0,-2 1 1 0,-4-5 2 16,1-1-12-16,-3-2 7 0,2 1 0 0,-4-1 1 16,-3-3-2-16,0 2 3 0,-1 0-1 0,-5 2 1 15,-2-4 1-15,0 9 11 0,-1-6-1 0,-2 6-3 16,0 2 10-16,1 2 9 0,4 7-9 0,-10-10-4 16,10 10-5-16,-13 0-3 0,13 0-1 0,-22 10-6 15,10 2 1-15,-4 2-3 0,7 0-6 16,-1 1 11-16,1 2-16 0,3 0 1 0,2 0 1 15,3 0-21-15,-1 0-19 0,5 0-24 0,0-6-21 0,2 1-35 16,2-2-43-16,1 0-40 0,5-1-64 0,5 0-33 16,-2-1-193-16,6-5-523 0,0-2 232 0</inkml:trace>
  <inkml:trace contextRef="#ctx0" brushRef="#br0" timeOffset="125213.19">4208 6017 257 0,'0'0'317'0,"-11"-8"-22"0,4 5-7 0,7 3-20 15,-13 0-21-15,3 7-19 0,0-1-21 16,-4 4-13-16,-5 7-18 0,2 7-12 0,0-2-18 16,3 2-15-16,3 1-8 0,4-7-18 0,2 1-10 0,3-2-5 15,-1 2-13-15,3-2-7 0,3 0-9 16,2-1-10-16,4-6-12 0,0 4-17 0,3-2-10 0,3-2-12 15,2-2-19-15,4-2-27 0,1-3-30 16,6-1-31-16,1 0-31 0,3-4-13 0,0-2-31 16,3-1-44-16,-2-4-35 0,-2 1-149 0,-1-4-444 15,-4-1 197-15</inkml:trace>
  <inkml:trace contextRef="#ctx0" brushRef="#br0" timeOffset="125434.81">4476 5831 237 0,'-5'-25'264'0,"0"8"10"0,3 2 0 0,-2 4 2 16,1-1 1-16,1 3-30 0,0 4-16 0,2 5 4 16,-2-9-36-16,2 9-27 0,0 0-11 0,0 0-8 0,0 0-41 15,9 38 19-15,-2-11-3 0,-3 4-16 16,3 1-27-16,1 1 13 0,-1-1-1 0,-1 1-14 16,0 1-4-16,-1 0-6 0,2-1-11 0,0-3-8 15,-1-2 2-15,2 0-9 0,-4-1-4 0,2 0-23 16,-4-9-24-16,0 0-32 0,0-2-47 0,1-4-40 15,-2 1-43-15,-1-3-50 0,0-10-68 0,0 17-278 16,0-17-608-16,0 0 270 0</inkml:trace>
  <inkml:trace contextRef="#ctx0" brushRef="#br0" timeOffset="125725.31">4345 6074 18 0,'7'-1'210'0,"6"-2"-23"0,5 0-9 0,4 0-11 16,5-2-8-16,2 2-9 0,-1-2-4 0,1 0-13 15,1 1-6-15,-2 1-14 0,1 1-11 0,-8-1-10 16,1 3-9-16,-3-2-6 0,-3 1-11 0,-3 1-4 16,-1 3-4-16,-5-3-8 0,2 3-1 0,1-1-4 15,-3 3 1-15,-2 0-1 0,-1 0-7 0,0 1 9 16,5 4 14-16,-4-1 2 0,0 3-3 0,1 3-2 15,-1-3-5-15,2 4-2 0,-5-1-4 0,1 2-6 16,1-5 0-16,-2 3-6 0,0 4-13 0,0-3-30 16,1-3-25-16,-1-1-32 0,1 0-49 0,-2-1-48 15,2-1-63-15,-3-10-171 0,0 16-428 0,0-16 189 16</inkml:trace>
  <inkml:trace contextRef="#ctx0" brushRef="#br0" timeOffset="125907.54">4784 5835 253 0,'-1'-6'259'0,"1"6"-36"0,-2-8-44 16,2 8-35-16,0 0-28 0,0 0-26 0,0 0-49 15,0 0-46-15,0 0-53 0,6 32-56 0,-1-19-74 16,1 0-204-16,2 3 90 0</inkml:trace>
  <inkml:trace contextRef="#ctx0" brushRef="#br0" timeOffset="126506.85">5117 6015 1940 0,'0'0'140'0,"0"0"-47"0,-25-10-21 0,18 7 4 16,7 3 7-16,-13-2-4 0,1 2-4 0,2 3-15 15,1 0 3-15,-2 6 2 0,-5 4 1 0,-4 6-1 16,3 2 0-16,3 2-6 0,0-1-4 0,2 3-3 16,1-3-5-16,5-4-6 0,1 0-2 0,1 0-1 15,4-1-7-15,0-1-3 0,4 0-3 0,2-6 1 16,-2 3-2-16,4-6-4 0,-2 5-3 0,5-6 2 16,-2 1-2-16,2-3 0 0,0-1-2 0,1-3-2 15,-2 0-4-15,3 0 2 0,-2-5-4 0,1 0-3 16,-1-2 2-16,-2-1-2 0,1-3-1 15,-3 3 1-15,-1-3 4 0,-1-4-2 0,0 3-5 0,-1-3-2 16,-1-3 6-16,-2 1-11 0,-1-2 10 0,-4-1-13 16,3 3-1-16,1-9 3 0,-3 8 3 0,3 2-3 15,0 0-1-15,0 5 0 0,3-1-2 16,1 3-1-16,-2 0 6 0,1 3-2 0,2 1-11 0,3 2 2 16,2 3 3-16,1 3-2 0,2 3 2 0,4 4 5 15,2 7-2-15,-5-3 0 0,3 5 1 0,-3-2 1 16,-4 0 5-16,4 6 4 0,-6-6 12 0,1-2-12 15,-2 2-1-15,2-1 1 0,-5-3 0 0,2-2 1 16,-2-1 1-16,-2 1 4 0,0-3 5 0,-1-1 6 16,-1-7 17-16,2 8 1 0,-2-8-6 0,0 0 3 15,-5 8 3-15,5-8-9 0,0 0-4 0,-11 0 0 16,11 0 0-16,0 0-5 0,-11-9-2 16,6 2-5-16,5 7-3 0,-5-15-5 0,3 4 2 0,1 1-11 15,2-4-9-15,1-2-7 0,0 0-8 0,3-3 0 16,5-4 4-16,1 8-1 0,-1-1 3 0,3 5 1 15,1 0 0-15,0 3 10 0,-1 3-8 0,1 1 3 16,-2 4-2-16,4 3 1 0,-5 1 3 0,1 1 0 16,3 6 2-16,-3 2 2 0,0-1 5 0,-1 1-5 15,-2 3 2-15,-2-2 3 0,1 1 7 0,-3 1-5 16,-1 0-15-16,-2 0-47 0,1-1-47 0,-2 1-59 16,2-4-61-16,-3 0-224 0,0 0-495 0,1-5 220 15</inkml:trace>
  <inkml:trace contextRef="#ctx0" brushRef="#br0" timeOffset="126909.22">5797 5960 243 0,'-7'-3'271'15,"7"3"-12"-15,-13 0-23 0,2 3-18 0,1 4-18 16,-8 5-19-16,0 9-13 0,-1-1-11 0,1 2-21 15,2 4-7-15,5-1-11 0,1 0-16 0,5-8-8 16,-1 0-8-16,6 1-9 0,-1-2-9 0,4-3-7 16,-1-1-2-16,1-4-14 0,5 1-8 0,-1-1-3 15,2-2-12-15,0-1-8 0,1-2-8 0,-2-3-7 16,2 0 0-16,2 0-5 0,-2-3-1 0,0-2 3 16,0-1 1-16,-5-1 4 0,3-1-2 0,-1-1-3 15,-1-1 2-15,-2 0 3 0,-2-1 0 0,0-1-1 16,0-5 0-16,-3 2-1 0,0-1 2 0,-1 5 4 15,2 1 2-15,-1 1 4 0,1 9 9 0,-1-13 8 16,1 13 8-16,-4-10-4 0,4 10-7 0,0-7-4 16,0 7-3-16,0 0 1 0,0 0-4 0,0 0 5 15,0 0 2-15,8 30 1 0,-6-19-2 0,3 5 2 16,-1-1-6-16,-1-2 11 0,1 2-10 0,-1 1-1 16,1-4-3-16,4 3-17 0,-2-4-35 0,3 3-31 15,1-1-36-15,-2-2-45 0,0-4-49 0,0 0-52 16,2-2-186-16,-1 0-474 0,0-4 211 15</inkml:trace>
  <inkml:trace contextRef="#ctx0" brushRef="#br0" timeOffset="127144.64">6055 5852 2065 0,'-2'-27'110'15,"-1"8"5"-15,0 2 10 0,-1 2-3 0,2 4 4 0,-1 1 6 16,1 3-16-16,0 2-17 0,2 5-23 0,-2-9-8 15,2 9 2-15,0 0 0 0,0 0 12 16,0 28 10-16,0-3-10 0,0 4 8 0,0 0-5 0,1 3 10 16,-1 0-21-16,1 1-9 0,-1-1 2 0,2 2-12 15,0 11 0-15,-1-14-2 0,1 3-2 0,-1-3-9 16,2 0-1-16,-2 1-38 0,1-4-29 0,1-2-39 16,-1-1-64-16,0-6-58 0,-4-2-74 0,4 3-78 15,-4-4-215-15,0-4-599 0,-1-1 266 0</inkml:trace>
  <inkml:trace contextRef="#ctx0" brushRef="#br0" timeOffset="129360.65">6768 6073 107 0,'0'0'239'15,"0"0"-17"-15,-15-7-18 0,15 7-16 0,0 0-15 16,0 0-11-16,-12 14-16 0,7-3-9 0,-4 3-9 16,4 2-16-16,1 1-11 0,-1-1-6 0,4 2-11 15,3-2-8-15,1 0-11 0,-1 1 13 0,1 0-7 16,-1-5-6-16,5-1-5 0,0-2-8 0,5 4-3 15,-1-5-5-15,1 0 0 0,1-5-8 0,-1 1-1 16,5 0-4-16,-3-3-1 0,0-2-2 0,4-4-3 16,-5 1-3-16,2-1 5 0,1-3 4 0,-2-2-3 15,-4 2-2-15,-1-2 2 0,1-3-4 0,-2-2 1 16,-3 5 2-16,-1-2-7 0,-2-1 5 0,0 2-3 16,-4-1-3-16,0-1 2 0,-1 4 1 0,1-3-7 15,-2 4 4-15,2 1 4 0,2 7-12 0,-5-7 0 16,5 7-3-16,-7-2-3 0,7 2 1 0,0 0-5 15,-11 12 6-15,8-3-5 0,-1-1 1 0,2 4-3 16,2-1 3-16,0 0-1 0,3 1-1 0,2-1-1 16,0-1 1-16,2 0-6 0,1-1 2 0,-1-2 0 15,2 1 1-15,0-3-4 0,4 1 3 0,-3-2-2 16,3-2 0-16,-2-1 4 0,2-4-3 0,1 2 3 16,-1-2 0-16,3-4 9 0,-5 0 2 0,0-2 5 15,-2 3 7-15,0-5 3 0,-1 1 6 0,-2-5-6 16,-1-2 15-16,-1 1-8 0,-3-1 2 0,1-1 3 15,-4-1-11-15,-2 0 0 0,2 0-2 0,-3-1-3 16,-4 2-3-16,2 2 4 0,0 0-12 0,2 5-2 16,-3 2-15-16,2 1-20 0,0 3-29 0,3 2-37 15,3 3-31-15,0 0-22 0,-14 3-49 0,14-3-52 16,-5 12-232-16,3-5-519 0,4 2 230 0</inkml:trace>
  <inkml:trace contextRef="#ctx0" brushRef="#br0" timeOffset="129727.6">7547 6010 181 0,'-7'-13'252'0,"-1"12"-4"0,-1-2-6 0,0 2-3 16,9 1-11-16,-27 4-6 0,11 1-10 0,-5 0-12 16,2 4-12-16,2 3-13 0,-4 6-15 0,-1 1-5 15,1 3-26-15,4 1-10 0,4-3-12 0,0-3-12 16,5 0-7-16,2-1-14 0,3-3-10 0,3-1-4 15,3 3-3-15,1-3-3 0,1-2-17 0,3-1-8 16,2 0-7-16,0-3-10 0,2-2-9 0,2-3-8 16,-1-1-2-16,0 0-7 0,2-3-2 0,1-1 2 0,0-5-1 15,0 1 2-15,-7 0 2 0,6-6 1 16,-2 0 2-16,-4-3-3 0,1 2 4 0,-3-3 0 16,-5 3 7-16,2-2 0 0,-3-1 4 0,-1 5 8 15,2 1 15-15,-2 2 8 0,0 3 4 0,0 7 2 16,-3-13-5-16,3 13-6 0,0-9-13 0,0 9-5 0,0 0 7 15,0 0-7-15,0 0-1 0,0 0-2 16,0 0 2-16,14 28 0 0,-5-15-8 0,-5-1-28 16,4 5-22-16,-1 1-36 0,2-1-46 0,-1-4-51 15,1 2-61-15,2-1-59 0,-4 0-173 0,-1-2-513 0,2-2 226 16</inkml:trace>
  <inkml:trace contextRef="#ctx0" brushRef="#br0" timeOffset="130047.54">7698 5992 5 0,'-1'-6'298'0,"-2"-1"-24"16,3 7-27-16,-2-7-30 0,2 7-22 0,0 0-15 16,0 0-19-16,0 0-6 0,0 0-15 0,10 25 1 15,-3-11-9-15,-2 4-12 0,6 6-11 0,-6-7-3 0,5 6-6 16,0 0-11-16,-2-5-2 0,1-1-11 0,-1-2-5 15,2 0-7-15,-4-5-5 0,0 1-2 16,0-3-7-16,2-1-7 0,-5-1 1 0,3 0-1 16,-3-3 6-16,1 3 14 0,-4-6 20 0,5 3 19 0,-5-3-14 15,0 0-5-15,14-10 4 0,-10 1-15 0,0-2-12 16,0-1 0-16,0-5-4 0,1 1 1 0,0-4-10 16,1-5-6-16,-2 6-17 0,4-8-12 15,0-1-30-15,2 0-30 0,-3 0-26 0,2 4-34 16,-1 7-46-16,0 1-54 0,-3 6-61 0,0-1-48 0,-2 7-192 15,0-1-551-15,-3 5 244 0</inkml:trace>
  <inkml:trace contextRef="#ctx0" brushRef="#br0" timeOffset="130323.4">8128 6108 180 0,'11'-6'227'0,"4"-3"2"0,-4 2-1 16,0-4-3-16,2-1-3 0,-3 2-11 0,3-4-7 15,-5 4 4-15,1-4-14 0,-2 0-17 0,2-1-11 16,-6-1-13-16,-2 5-7 0,2-5-12 0,-3 4-8 16,-2 2 5-16,0 0-19 0,-2 1-14 15,-1 2-6-15,-4-1-13 0,2 4-3 0,-2 0-3 0,-2 6-17 16,0 0-3-16,-6 6-4 0,0 1-5 16,-1 3 2-16,0 7-4 0,-2-2-8 0,5 5 1 15,3-6 3-15,2 0-9 0,3 2-3 0,5 3 6 0,2-3-8 16,2 0-6-16,5 0-3 0,2-4-24 0,2-2-24 15,6 0-43-15,1-3-39 0,10 1-49 16,0-3-45-16,7-3-64 0,-2-3-287 0,0-1-604 16,2 0 267-16</inkml:trace>
  <inkml:trace contextRef="#ctx0" brushRef="#br0" timeOffset="130965.06">8635 5673 73 0,'-4'-6'283'0,"-1"0"-8"0,0 1-12 0,5 5-19 16,-8-6-17-16,8 6-23 0,-9-4-21 0,9 4-21 15,-9 10-13-15,6 3-8 0,-4 9-3 0,-2 7-3 16,3 2 1-16,-2 1-9 0,3 3-15 0,1-3-2 16,-1 1-13-16,1 1-8 0,3-1-6 0,0 0-6 15,1-2-7-15,1 5-3 0,0-4-10 0,-1-3-6 16,4-2-3-16,-1 1-3 0,-2-9-6 15,1 0-17-15,1-2-20 0,-2-2-22 0,1-1-17 16,-1-3-33-16,0 0-35 0,-1 0-30 0,0-5-30 16,0-6-17-16,0 13-30 0,0-13-16 0,-2 6-199 0,2-6-460 15,0 0 204-15</inkml:trace>
  <inkml:trace contextRef="#ctx0" brushRef="#br0" timeOffset="131357.31">8404 5995 1748 0,'-4'-9'110'16,"1"4"-60"-16,1-2-30 0,2 7-8 0,-4-9-8 0,4 9 0 16,0 0 14-16,10-11-8 0,0 7 11 0,3-1 5 15,5 0-1-15,4-1 2 0,4 3 0 16,4-1-2-16,2-2-4 0,-3 2-2 0,1 1-2 16,-1 1-2-16,-8 1-1 0,-1 1-5 0,-2 0 1 15,0 3 1-15,-5 0-10 0,-1-1 4 0,0 3 3 0,-2 2 2 16,-1-2 9-16,-5 2 3 0,2 3 9 0,-4 0 9 15,-1 0 5-15,-1 3 6 0,0 0 5 16,0 2-13-16,-1-4-3 0,1 1-2 0,0 5-4 16,0-5-1-16,0-1-5 0,2-1-1 0,-1-4 2 15,3 3-5-15,1-3 4 0,2 0-6 0,-2-2 1 16,1 1 3-16,3-3-2 0,1-2 2 0,1 0 8 16,0-1 3-16,-1 0 3 0,1-1 7 0,2-4-2 15,-2-1-2-15,0-5 3 0,-1 3 8 0,-1 1 8 16,-1-1-1-16,-1-2-2 0,-2-1-10 0,-4-3-3 15,0 2-4-15,-1-3-6 0,-2 4-17 0,-3-3-8 0,-3 0-20 16,3 4-26-16,-3 1-15 0,-2 1-21 0,2 2-25 16,-1 1-27-16,0 2-25 0,-2 3-31 0,1 3-16 15,1 1-16-15,-2 4-12 0,4 2-172 16,0 3-427-16,2-1 189 0</inkml:trace>
  <inkml:trace contextRef="#ctx0" brushRef="#br0" timeOffset="131692.51">9031 6138 100 0,'5'-6'209'0,"0"2"3"0,0-6 1 15,-2 0-4-15,1-2-21 0,-3 1-16 0,2-1-17 0,-3 0 7 16,-2 0-14-16,-1-6-9 0,0 1-14 0,-1-2-13 16,-3 3-1-16,-1-2-15 0,0 0-6 0,0 3-6 15,0 1-1-15,1 4 0 0,1-1-2 16,-1 3-5-16,2-1-8 0,-1 4-5 0,2 1-8 15,4 4-9-15,-6-10-3 0,3 6-7 0,3 4-11 0,0 0-4 16,0 0-2-16,0 0 1 0,0 0-6 0,0 0 2 16,19-3-5-16,-6 4 1 0,5 0-4 15,-5 1-2-15,5 1 3 0,-7 1-4 0,2 1 1 16,4-1-2-16,-7 2-6 0,8 3 2 0,-8-2-2 16,1 1 2-16,-2 2-2 0,2 1 2 0,0 4-1 0,-1-1 3 15,-1-1 2-15,-2 1 4 0,-2-2-4 16,0 2 2-16,-1-2-2 0,-2 0 3 0,2-1-10 15,-4 1-26-15,1 1-39 0,2-1-42 0,-2-1-54 16,-1-11-58-16,2 18-240 0,-2-18-499 0,0 12 221 16</inkml:trace>
  <inkml:trace contextRef="#ctx0" brushRef="#br0" timeOffset="132235.13">9358 5970 189 0,'0'0'219'16,"0"0"-8"-16,0 0-3 0,8 14-8 0,-8-7-11 0,1 2-17 16,1-3-17-16,-2 7-4 0,1-4-2 15,0 2-7-15,-2 1-4 0,1-2-14 0,0-1-9 0,1 1-6 16,0-1-18-16,-1-9-5 0,2 11-5 16,-2-11-1-16,-2 9 6 0,2-9 14 0,0 0 10 15,0 0 20-15,0 0-10 0,0 0-7 0,0 0-11 0,0 0-9 16,0 0-9-16,0 0-16 0,-12-22-5 15,9 12-1-15,0 0-3 0,3-1-6 0,-2-1 3 16,3-5-15-16,0-1-9 0,1 1 6 0,2-2-10 16,-1 1-4-16,3 0-7 0,-1 2-2 0,5-1 1 15,-4 1-6-15,1 3 0 0,-1 1-5 0,3 8-1 0,1-1 1 16,-2 3-9-16,3 2-5 0,1 2 5 0,-2 1-3 16,2 3 0-16,-2 1-2 0,1 4 8 0,3 0-4 15,-3-1 3-15,-1 3 2 0,-3-3 0 16,1-1-3-16,0 5 0 0,-3-5 2 0,1 1-1 0,-2 0-3 15,-1-4 13-15,-1 0-6 0,0 1-8 0,0-1 10 16,-2-6 3-16,3 8 0 0,-3-8 7 16,1 7 3-16,-1-7-3 0,0 0-1 0,0 0 2 15,0 0-5-15,0 0 0 0,0 0 7 0,0 0 0 16,0 0-6-16,0 0 0 0,-8-22-7 0,8 13 0 0,3 0 2 16,1-3 1-16,2 1-6 0,5-6 2 0,2 3 5 15,6-4-6-15,0 0-8 0,-2 6 1 16,-1 1-4-16,-1 4 0 0,0 0-3 0,-1 3 6 0,-1 1-2 15,0 5-3-15,0-1 8 0,-2 2-8 16,2 1 14-16,-3 3-7 0,-1 1-3 0,-1 2 4 16,-2 0-5-16,-1 1-15 0,-1 1-21 0,0 4-39 0,-3 0-38 15,-1 0-67-15,-2-1-58 0,-1 2-59 16,-4 1-260-16,1-2-612 0,0-2 271 0</inkml:trace>
  <inkml:trace contextRef="#ctx0" brushRef="#br0" timeOffset="132550.54">10006 5996 172 0,'0'0'272'0,"0"0"-18"0,0 0-26 16,0 0-22-16,0 0-21 0,0 0-21 15,0 0-19-15,0 0-14 0,0 0-31 0,0 0-37 16,0 0-58-16,0 0-51 0,-11 23-62 0,6-18-68 15,-4 0-91-15,0 0-287 0,9-5 127 0</inkml:trace>
  <inkml:trace contextRef="#ctx0" brushRef="#br0" timeOffset="134060.6">10340 5902 128 0,'0'0'213'0,"-2"25"-21"0,2-18-13 0,-1 5-8 0,0 3 9 16,-2 2-8-16,3 0-15 0,-2-1-12 0,1 5-15 15,4-2-10-15,0-2-12 0,1 1-10 16,1-2-7-16,0-2-8 0,3 1-8 0,3-2-6 15,-3-5-5-15,1-1-9 0,1 1-3 0,2-3-5 0,-1-1-4 16,3-2-3-16,-1-1-5 0,1-1 1 0,-1-2-5 16,1 0 0-16,-3-1 6 0,1-2-1 0,-1-5-2 15,0 4-4-15,-2-4-4 0,-1 1 2 16,-1-2 2-16,-1-5-6 0,-2 4 0 0,-1 1-3 0,-1-3-1 16,0-1 4-16,-2-1 2 0,-2-1-5 0,0 6 4 15,0-1 2-15,1 1 8 0,-2 3 0 0,1 2 3 16,2 6-10-16,-3-9-3 0,3 9-11 0,-2-8 0 15,2 8-5-15,0 0-1 0,0 0 2 0,0 0 1 16,0 0-4-16,9 19-3 0,-7-10 0 0,5 0 2 16,-1 2-3-16,2 0 3 0,-1-3-2 0,0 4 3 15,3-2 0-15,2 1 1 0,0-2-1 0,4 0 2 16,-5-2 0-16,3-5-1 0,4 3 2 16,1-5-3-16,-6-1 1 0,5 1 1 0,-1-1-4 0,-5-2 1 15,0 1 0-15,1-1 1 0,-6-4-3 0,1 1 0 16,0-1-6-16,-2-3 0 0,-2 0-2 0,0-2 5 15,-2 0-6-15,-3-5-6 0,0 0-1 0,-5-1-1 16,0 0-2-16,-5-4 1 0,2 5-1 0,-7-5 2 16,6 6 1-16,-1 1 0 0,1 2 4 0,1 2 6 15,2 2 2-15,1 2-1 0,-1 4-1 0,2-3-4 16,5 6 3-16,-7-1-1 0,7 1-3 0,0 0 0 16,-7 14 1-16,8-8 0 0,-1-6 1 0,11 20-2 15,-6-10-1-15,4-1-3 0,4 1-1 16,1 1 7-16,5-3-5 0,0-2 1 0,9 1 2 0,1-3-1 15,-3-1 2-15,-2-3 1 0,-2-2-1 0,0-1 6 16,-1-1-3-16,0-1 3 0,-6 1 0 0,-1 0 11 16,-5 0 18-16,4-1 11 0,-8 2-1 0,2-2 11 15,-1 3 9-15,-6 2 8 0,6-8 13 0,-1 5 4 16,-5 3 0-16,5-3-14 0,-5 3-9 0,0 0-11 16,0 0-10-16,0 0-1 0,0 0 1 0,0 0-9 15,7 20-10-15,-10-9 8 0,2 1 1 0,0 1-26 16,-1 4-22-16,0 1-34 0,-1-2-30 0,1 0-45 15,-1-1-56-15,3-2-56 0,0-3-55 0,-1 0-246 16,1-10-585-16,-1 19 258 0</inkml:trace>
  <inkml:trace contextRef="#ctx0" brushRef="#br0" timeOffset="134230.09">11033 5679 2327 0,'-2'-15'57'0,"0"2"-25"0,0 3-49 0,1 3-66 16,1 7-41-16,-1-7 12 0,1 7 5 0,0 0-8 15,0 0-15-15,0 0-18 0,15 19-116 0,-9-10-285 16,4 1 126-16</inkml:trace>
  <inkml:trace contextRef="#ctx0" brushRef="#br0" timeOffset="134455.23">11321 5674 16 0,'2'-9'249'16,"-1"-3"-11"-16,-1 0-1 0,2 3 6 0,-2 4 9 15,0 5 3-15,0-12-11 0,0 12-24 0,2-9-23 16,-2 9-28-16,0 0-13 0,0 0-21 0,0 0-5 16,0 0-13-16,6 36-1 0,-3-9 2 0,1-1-19 15,-3 4-9-15,0 0-6 0,-1-2-9 16,1 2-1-16,-1-5-13 0,3 1-1 0,-3-5-9 0,3 3 1 15,-1-1-8-15,0-5-26 0,1-3-25 0,-2-2-34 16,2-2-43-16,-2 1-51 0,1-2-49 0,-1-3-51 16,0 0-284-16,-1-7-563 0,0 0 249 0</inkml:trace>
  <inkml:trace contextRef="#ctx0" brushRef="#br0" timeOffset="134882.75">11321 5785 226 0,'7'-7'204'16,"2"-1"-18"-16,5-6-20 0,-1 2-11 0,2 0 0 16,0-1-7-16,-1 2-4 0,4 1 1 0,-4-4-15 15,0 2-2-15,0-1-5 0,3 1-3 0,-4-1-6 0,-2 0-5 16,1 2-3-16,-2 3-2 0,-2-1-7 16,-2-1 1-16,-2 4-3 0,1 0 1 0,-2 2-8 15,-3 4-9-15,5-8-11 0,-5 8-10 0,6-3-12 16,-6 3-5-16,0 0-4 0,6 14 0 0,-3 4 0 15,-2 8-4-15,2 2-1 0,1 0 0 0,-2 2 1 16,-2-3-5-16,3 1 1 0,1-1-3 0,-1 0-6 16,-1-8 2-16,1 0 1 0,1-2-6 0,-2 1 5 15,-1-5-7-15,3-1 4 0,-3-2-5 0,2-4-2 16,-1 2-1-16,-2-3 0 0,0-5 3 0,2 10 0 16,-2-10 1-16,2 4 13 0,-2-4-18 0,0 0 3 15,0 0-5-15,0 0-5 0,0 0 10 0,18-16-4 16,-13 9-6-16,1-3 3 0,3-1 1 0,-1 1-4 15,1-3-1-15,-1 3-4 0,2 0 2 0,-4-1-8 16,3 5 2-16,1-2 0 0,-3 7-1 0,1-2-3 0,-1 3 2 16,-7 0 4-16,15 6-3 0,-7 0 1 0,2 2 0 15,-5 2 1-15,4 1-3 0,-5 0-4 0,3 3-22 16,0 0-27-16,3 0-48 0,-2-2-50 16,-4-2-61-16,5-1-58 0,-4 1-211 0,6-3-529 0,-2-1 234 15</inkml:trace>
  <inkml:trace contextRef="#ctx0" brushRef="#br0" timeOffset="135281.1">12347 5628 228 0,'-10'-3'281'0,"-2"1"-17"0,0 3-21 0,-1 6-25 16,-2 2-11-16,-4 7-6 0,1 4-12 0,0 3-16 15,3-2-13-15,3-3-16 0,4 0-17 0,3 1-9 0,3 1-16 16,4-4-9-16,-2 0-3 0,4-1-11 0,0-3-6 16,5 2-20-16,3-4-7 0,2-1-7 0,2-1-10 15,1-3-5-15,2-3-12 0,1-2-7 16,-1 0-5-16,0-3 0 0,-4-3-5 0,1-1 4 16,-1-2 1-16,-3 2 0 0,-3-3 3 0,-2 0 2 0,1 0 0 15,-1-2 1-15,0-2 8 0,-5-1 4 0,3-2-1 16,-3-1 11-16,-2 7 10 0,2-6-4 15,-4 6 7-15,0 0 25 0,2 4 12 0,0 7 5 16,0-11-15-16,0 11-3 0,-3-7-6 0,3 7-8 0,0 0 0 16,0 0 13-16,0 0 16 0,0 0-3 0,-1 26-6 15,2-9-4-15,-2 1-4 0,1 0-2 0,1 0-12 16,-1 0 5-16,3-1-11 0,-1 2-8 16,2 0-17-16,0-2-29 0,4 0-54 0,-3-5-36 0,1 2-62 15,1-2-71-15,4 0-81 0,2 0-55 0,1 0-188 16,6-6-604-16,7-1 268 0</inkml:trace>
  <inkml:trace contextRef="#ctx0" brushRef="#br0" timeOffset="136029.14">13216 5547 5 0,'0'0'221'0,"-15"0"0"15,15 0-12-15,-12 0-6 0,6 2-4 0,6-2-7 16,-7 2-9-16,7-2-12 0,0 0-11 0,-7 1-11 15,7-1-7-15,0 0-10 0,0 0-11 0,0 0-9 16,0 0-10-16,0 0-8 0,0 0-9 0,0 0-10 16,0 0-3-16,0 0-6 0,0 0-4 0,0 0-3 0,0 0-2 15,0 0 0-15,0 0-6 0,0 0-5 16,0 0-4-16,0 0-3 0,0 0-2 0,0 0 0 16,0 0-9-16,0 0 2 0,0 0-5 0,0 0-2 15,0 0 2-15,0 0-5 0,0 0 1 0,0 0-6 16,0 0 2-16,0 0-2 0,0 0 0 0,0 0-1 0,0 0-6 15,0 0-2-15,0 0 2 0,0 0-5 16,0 0 0-16,0 0 6 0,0 0-4 0,0 0-2 16,0 0-4-16,0 0 1 0,0 0-1 0,0 0 0 15,0 0-2-15,0 0 2 0,0 0 0 0,0 0 11 16,13 21-1-16,-15-5 1 0,2 2 0 0,2 7 4 0,-2 0 1 16,0 2 2-16,0 0 0 0,0 1 4 15,0-1-4-15,-2 0 6 0,2-7-5 0,0 4-2 16,0-5 3-16,0-2 1 0,2 1-6 0,-2-7 2 15,0 1-3-15,0-1-3 0,0-2 5 0,0-2-2 16,0-7-2-16,0 12-2 0,0-12 8 0,0 7 0 0,0-7 8 16,0 0 12-16,0 0 7 0,-2 9-13 15,2-9 4-15,0 0 4 0,0 0-13 0,0 0-7 16,-11-26 4-16,9 17-6 0,-1-2 2 0,3-2-3 16,0-2-2-16,0-3-7 0,5-2-16 0,-2 1 8 15,3-5-4-15,3-1-2 0,3 4 1 0,-1-2-6 0,0 6 4 16,2 0-3-16,0 2 1 0,1 1 3 15,-2 1-9-15,3 1 5 0,-4 5-2 0,0 4-3 16,3 1-1-16,-3 2 4 0,2 2 3 0,1 4-1 16,1 4-6-16,-3 3 6 0,1 2 14 0,-4 2-12 0,1 0 1 15,-1 1-4-15,-3 0 15 0,-2 0 3 0,4 2-4 16,-2-3-6-16,-3 1 1 0,3 0 8 0,-2-2-12 16,-3-1-37-16,3-2-37 0,-4-2-38 15,3 0-42-15,-1-1-62 0,-2-10-54 0,2 13-269 16,-2-13-590-16,0 0 262 0</inkml:trace>
  <inkml:trace contextRef="#ctx0" brushRef="#br0" timeOffset="136660.99">13654 5641 171 0,'0'0'226'0,"0"0"0"0,0 0-3 16,0 0 0-16,-13 26-1 0,6-10-11 0,0 1-12 15,0 0-11-15,1 0-17 0,3 0-9 16,-1 2-14-16,0-4-13 0,4 2-15 0,0-1-6 16,0-5-11-16,2 1-9 0,2-1-7 0,-2-2-7 15,3 3-8-15,-1-4-7 0,3-1 2 0,3 0-4 0,-2-3-5 16,1-1-6-16,3 0-7 0,-3-2-3 0,3-1-4 16,0 0-2-16,-3-1-5 0,2-2-4 15,-1-2-3-15,-2 1-6 0,1-2-6 0,-1-2-8 16,-2-1-8-16,-2-1 0 0,1 0-3 0,-3-2-2 15,-2-1-12-15,2-3-1 0,-4 0 3 0,-2 1-1 0,1 0 0 16,-3-2 2-16,2 5-2 0,-2 0 2 0,0 0 5 16,1 3-2-16,1-1-1 0,2 5 3 15,0-3 0-15,2 8 3 0,-5-9-4 0,3 4 3 16,2 5-4-16,-3-8 1 0,3 8 2 0,0 0-1 0,14-3-2 16,-14 3 4-16,23 7 2 0,-8 0 4 0,3 4 3 15,0-1 2-15,-2 1 3 0,5 7 3 0,-6-6 9 16,3 9 8-16,-7-8 2 0,0 1 0 0,1-2-4 15,-6 0 1-15,3 2 9 0,-5-5-7 0,1 1-5 16,0-4 2-16,-3 1-4 0,2-2 1 0,-3 0 8 16,-1-5 12-16,4 9 10 0,-4-9 4 0,0 0-1 15,0 0-5-15,0 0 3 0,0 0-15 0,0 0 21 16,0 0-8-16,0 0-4 0,0 0 3 16,0 0-10-16,-14-17-8 0,14 17 2 0,1-18-17 0,1 5-4 15,4-3-5-15,-1 0 3 0,1 0-11 0,1-4 1 16,7-2-2-16,1 2-9 0,-1 4-1 0,1 2 7 15,-3 3-1-15,1-1 9 0,-2 7 0 0,1 1-8 16,-3-1-1-16,5 5 1 0,-4 1 3 0,1 4 1 16,-1-1 2-16,-1 4 11 0,1 2 7 15,-3-1-10-15,0 2 20 0,0 3-10 0,-3-2 6 0,1 0-5 16,-1 4 3-16,0-2 15 0,0 2-36 0,-2 0 17 16,0-4-4-16,0-3-12 0,1 2-30 0,-2 1-48 15,2-3-47-15,-5 2-63 0,4-1-67 0,2-5-63 16,-4-5-251-16,5 10-617 0,-5-10 274 15</inkml:trace>
  <inkml:trace contextRef="#ctx0" brushRef="#br0" timeOffset="136928.91">14522 5682 2655 0,'0'0'84'0,"0"0"-24"0,4-4-45 0,-4 4 17 0,0 0 25 16,0 0 19-16,0 0 15 0,0 0 6 0,0 0-12 15,0 0 4-15,0 0-1 0,0 0 2 0,0 0-4 16,0 0 18-16,17 5 3 0,-12-5-4 0,7 0-7 16,-1 0-4-16,-3 0-15 0,4 0-1 0,-1 1-2 15,-1-1-10-15,0-1-2 0,2 4 5 0,-4-3-13 16,-8 0-1-16,16-2-9 0,-9 2 1 0,-7 0-9 16,13 0 1-16,-13 0-3 0,8-1-5 0,-8 1 0 15,8 0-4-15,-8 0-25 0,0 0-36 0,14-2-43 16,-10-1-41-16,-4 3-48 0,9-4-52 0,-2 2-69 15,3-3-60-15,-5 2-260 0,4-2-660 0,-2-1 292 16</inkml:trace>
  <inkml:trace contextRef="#ctx0" brushRef="#br0" timeOffset="138511.28">1662 7163 3 0,'0'0'200'0,"-10"2"-17"0,10-2-28 16,-6 2-12-16,6-2-8 0,0 0-11 0,0 0-1 0,0 0-4 16,16 14-1-16,-3-12-5 0,6-1-5 0,4 1-11 15,8-2-9-15,2 0-6 0,-1-3-7 0,0 2-7 16,1-1-10-16,-1 2-3 0,-1-2-5 0,-3 2-6 15,-6 1-5-15,-3-1-2 0,-1-2-7 16,-2 3 3-16,-4-1-6 0,-2-1-1 0,-3 2-3 16,1-1-4-16,-8 0 1 0,11-1-1 0,-11 1 3 15,7 1 2-15,-7-1 9 0,0 0-3 0,6 2 9 0,-6-2-8 16,0 0 3-16,0 0-6 0,-8 15-3 0,3-7 0 16,-6 10 5-16,-4 2-5 0,2 4-1 15,-3 0-2-15,-1 2-1 0,-1-2-5 0,4 4 2 16,-1-5-2-16,-3 2 1 0,2-2-6 0,-1 2 0 15,1-2-2-15,2-6 2 0,5-2-4 0,-2-2 1 0,3-3-3 16,1-2-2-16,1 0-1 0,1-2 5 0,0-1-2 16,0-1-1-16,5-4-4 0,-6 9-1 15,6-9 5-15,-3 2-2 0,3-2-2 0,0 0-1 16,0 0-3-16,0 0 6 0,9-22-9 0,0 14 5 16,0-1-6-16,2 3 5 0,0-4-4 0,3 1 6 15,2 0-2-15,-4 5-3 0,6-2 0 0,0 1 2 0,-1 3 0 16,3 0 5-16,-1 4 0 0,0-2-2 0,3 2 3 15,-2 0-1-15,2 1 1 0,-2 0 0 16,-1-2 1-16,3-1 2 0,-1 0 0 0,4-3-3 16,-4 2 3-16,0-3-2 0,-1-3 2 0,8-1 1 15,2-5 0-15,-1 0 2 0,-4-1-6 0,1-3 4 16,-3-1-6-16,-8 5 5 0,7-4-5 0,-9 4 5 0,0 0-1 16,-2-1-1-16,-1-2-5 0,-1 2 5 15,-4-1-2-15,-1 0 0 0,-3 0 9 0,0 1-2 16,-1-1-1-16,-2 0 2 0,1 4 4 0,-2 0 2 15,-2 2 6-15,-3 2-4 0,2 1 0 0,-2 2-1 16,0 2 0-16,-3 2-3 0,11 0 0 0,-22 10-6 16,7-1 5-16,0 1-4 0,-1 6 1 0,1 7-2 15,2-2 2-15,2 2-1 0,3-5-3 0,3 2 2 16,2-1-3-16,2-3 1 0,1 0 1 0,1-1-2 16,7 2 0-16,-3-2 1 0,4-1 6 0,3-1-2 15,2-1-3-15,1-5 0 0,3-1-2 0,2 0 9 16,0-2-5-16,1 0 2 0,9-4-1 0,-9 0-2 0,9-3-1 15,-10-1 2-15,7-2 0 0,-7 3 1 16,11-5-1-16,-4 1 6 0,-8-1-7 0,0 1 5 16,-3-1-14-16,3-2-5 0,-3 0-6 0,-3-1-3 15,0 1 8-15,-4 0-10 0,2-3-4 0,-5 4 5 16,-1-2-1-16,-4 0 2 0,-1-1-3 0,0 0 4 16,-3 0 7-16,-2-4-6 0,0 1 2 0,-1 2 2 0,-6-1 1 15,6 3 5-15,-2 3 0 0,0-1 8 16,-3 2 3-16,3 0 4 0,-1 1 1 0,2 2 7 15,-2 0-3-15,4 2 0 0,5 2-4 0,-8-3-1 16,8 3-7-16,-8-3 2 0,8 3-4 0,0 0 2 16,0 0-3-16,0 0 3 0,0 0-4 0,0 0 3 15,0 0-3-15,22 12 5 0,-11-9-2 0,1 0-3 16,0-2 0-16,5 5-1 0,-4-6 0 0,1 1 2 16,-1 2 1-16,1-1 0 0,-1 1 0 0,0 2-7 15,-3-1 3-15,1 1-1 0,1 0 8 0,-3 2 0 16,-1 0-9-16,-1 3 5 0,1-1-2 0,-3 4 11 15,1 1 5-15,-2 1 1 0,0 1 4 0,-3-5 4 16,4 7-1-16,-3-4-3 0,0 3 2 0,1-2-4 16,-2 2 6-16,-1-5-15 0,1 4 10 0,1-5-5 15,-2 1 1-15,2-3-18 0,1 2-22 0,-2-1-28 16,-1-10-37-16,4 14-35 0,-4-14-34 0,5 10-32 16,-5-10-32-16,9 7-24 0,-9-7-167 0,9 5-449 15,-9-5 198-15</inkml:trace>
  <inkml:trace contextRef="#ctx0" brushRef="#br0" timeOffset="138826.65">3151 7374 30 0,'0'0'225'15,"3"-7"-2"-15,-3 7-13 0,0 0-16 0,0 0-12 16,0 0-16-16,0 0 0 0,0 0 3 0,0 0-7 16,0 0-9-16,0 0-15 0,0 0-13 0,0 33-5 15,0-22-17-15,1 0-9 0,-1 0-12 0,4-2-4 16,-2-2-7-16,3 1-6 0,-5-8-7 0,9 11-3 15,-9-11-7-15,17 8-3 0,-11-5-5 0,6-1 4 16,2-1-6-16,3-2 3 0,0-1 7 0,-1-4-10 16,2 3-3-16,-3-4 2 0,2-1 5 0,-5-1-3 15,0 2 7-15,-3-1 7 0,0-1 14 0,2-4-5 16,-6 1-5-16,-1 2-4 0,-1-3 6 0,-2 4 6 16,-4-5-1-16,1 2-7 0,-2 0-12 0,-4 3-8 15,-3-3 5-15,2 2-5 0,-1 3 5 0,-2-1-8 16,1 5 0-16,11 3-9 0,-27-4-1 0,13 4-9 15,-3 2-25-15,1 2-29 0,4 2-40 0,2-3-39 16,0 4-66-16,3 1-63 0,1-3-67 0,6-5-235 16,0 0-594-16,0 0 262 0</inkml:trace>
  <inkml:trace contextRef="#ctx0" brushRef="#br0" timeOffset="139509.12">4530 7096 244 0,'-4'-7'296'0,"4"7"-11"0,-8-14-16 0,3 9-18 16,-2-1-7-16,-5 2-16 0,3 1-16 0,-3 3-17 15,-1 3-15-15,-5 6-14 0,1 1-12 0,-6 10-9 16,3 3-7-16,-1 4-11 0,0 1-10 0,2 1-9 16,3 0-16-16,3 0-13 0,6-4 1 0,2 0-16 15,2-6-6-15,3-3-5 0,3 0-3 0,2-1-11 16,-1-4 0-16,4 0-5 0,0-4-3 0,2 1-1 15,3-3-15-15,0-2 8 0,0 1-4 0,2-5-4 16,3 1-1-16,1-3-10 0,-2 0 0 0,-1-4 5 16,1-2-5-16,-4 0 1 0,-3 2-3 0,1-2 2 0,-2-4 4 15,0 2-3-15,3 0-2 0,-7-2 3 16,-1 1-1-16,0-3 4 0,0 0-7 0,-2 3 4 16,-2 3-1-16,-4-5 7 0,4 4 2 0,-1 0-1 15,1 10 24-15,-3-13-15 0,2 8-1 0,1 5 1 16,-1-10-2-16,1 10 0 0,0 0-17 0,0 0-1 0,0 0-1 15,0 0 10-15,0 0-9 0,0 0-4 16,8 30 6-16,-5-14-3 0,1 0 2 0,0 0-6 16,-2-2 6-16,1 0 6 0,1 1-7 0,0-2 1 15,1-1-4-15,0 2-35 0,4 0-28 0,-3-3-30 0,-1 0-38 16,2-2-35-16,-2 0-38 0,4-2-29 0,-3 1-35 16,2-3-38-16,-2 0-174 0,1-2-522 0,-1 2 231 15</inkml:trace>
  <inkml:trace contextRef="#ctx0" brushRef="#br0" timeOffset="140266.69">4682 7083 104 0,'0'0'214'0,"0"0"2"0,3-8 2 15,-3 8-7-15,0 0-2 0,4-6-5 16,-4 6-6-16,0 0-1 0,0 0-3 0,2-6-4 16,-2 6-8-16,0 0-2 0,0 0-13 0,3-7 0 15,-3 7-18-15,0 0-12 0,0 0-9 0,0 0-15 16,0 0-11-16,0 0-14 0,0 0-6 0,0 0-7 15,5-5-4-15,-5 5-14 0,0 0-5 0,0 0-7 16,0 0-3-16,0 0-3 0,0 0-11 0,0 0 3 0,0 0-4 16,0 0-5-16,0 0 0 0,0 0-4 0,0 0-4 15,0 0 5-15,0 0 6 0,0 0-12 0,0 0 0 16,0 0 1-16,0 0-6 0,0 0 1 16,0 0-1-16,0 0-2 0,0 0 8 0,0 0-17 0,0 0 12 15,0 0-1-15,0 0-8 0,0 0 7 0,0 0-4 16,0 0-3-16,0 0 1 0,0 0 2 0,0 0-1 15,0 0-2-15,0 0 12 0,0 0-11 0,0 0 1 16,0 0 0-16,0 0 1 0,0 0-7 0,0 0 8 16,0 0 0-16,0 0-1 0,0 0 3 0,0 0 8 15,0 0-2-15,0 0 2 0,0 0 4 0,0 0 2 16,0 0-1-16,0 0-4 0,0 0 6 0,0 0-6 16,0 0-3-16,0 0 9 0,0 0-10 0,0 0 6 15,0 0-13-15,0 0-4 0,0 0 9 0,0 0 0 16,6 16-8-16,-2-9 6 0,0 3 0 0,4 5-8 15,0 0 6-15,0 2 2 0,4 5 8 0,-2 3-11 16,3-1-3-16,-4-1 7 0,-3-5 0 0,7 6-4 16,-7-8 2-16,4 1-3 0,-3 0 4 0,-1-2 1 15,-1-2 2-15,-1-4-7 0,1 2 2 0,0-2-4 16,0 0 1-16,-1-2 1 0,0-2 0 0,0 2 16 16,0-3-21-16,-4-4 5 0,4 9 3 0,-2-5-1 15,-2-4 6-15,4 5 6 0,-4-5 4 0,0 0 3 16,0 0 2-16,0 0 3 0,0 0 0 0,14-13-5 15,-13 6-3-15,2-2 4 0,-3 0 1 0,1-4-4 16,0-5-3-16,1 2-3 0,0-9-2 0,1 6 0 16,-2-8-3-16,2 0 0 0,5 1-4 0,-2 0 3 15,-6 2-18-15,5 0-10 0,-3 6-20 0,2 3-21 16,1 0-28-16,0 4-33 0,-3 0-34 0,0 3-41 0,2 1-47 16,-1 1-39-16,-3 6-33 0,6-8-26 15,-6 8-208-15,0 0-593 0,0 0 263 0</inkml:trace>
  <inkml:trace contextRef="#ctx0" brushRef="#br0" timeOffset="140913.03">5050 7289 70 0,'5'4'249'0,"-5"-4"-2"0,9 0 3 16,-9 0-6-16,0 0 1 0,14-4-13 0,-14 4-9 15,9-6-11-15,-4 2-18 0,4-1-11 0,-1-1-16 0,0-1-18 16,-2 0-10-16,4-2-12 0,-2-2-13 0,-2 1-6 15,2-1-5-15,1 1-12 0,-1-6-7 16,-2 3-6-16,-3 2-9 0,2-5 3 0,-4 4-15 16,-1 0-8-16,0 2-4 0,-3 2-1 0,1 0-7 15,-3-2-4-15,1 5-10 0,1-2-3 0,-4 1 1 0,-1 2-8 16,2 3 4-16,6 1-4 0,-15 0-3 0,5 5-2 16,1 3 1-16,-4 2-4 0,2 5 1 15,1 1-2-15,0 2-3 0,2 0 5 0,2 1 5 0,-2 4-6 16,4-2 3-16,1-2-7 0,3-1-1 0,2 1 0 15,2-3 4-15,-2-2-2 0,2 2 2 0,1-4-2 16,0-2 5-16,3-1-6 0,1-1 22 0,0 1-14 16,2-5-1-16,6-1-3 0,1 3 1 0,-5-5 5 15,4 0-7-15,1-3 5 0,2-1-7 0,0 0 9 16,-3-1-7-16,2 1-1 0,-1-6-2 0,1 3 7 16,-4 0-5-16,3-4 14 0,0 1-15 0,-4-3 2 15,0 1-5-15,-4 0-4 0,2-3 19 16,-2 2-20-16,-2-1 6 0,-1-3-16 0,-3 3-7 0,0-2 8 15,-1 0-4-15,-2 1 3 0,-2 2-4 0,-2-4 6 16,1 4-4-16,-4 2 3 0,3 0 4 0,-4 1 0 16,2 2 5-16,-4-1 5 0,1 1-5 0,2 3 9 15,0 0-4-15,-1 0-6 0,7 4 5 0,-9-8 4 16,9 8-9-16,-7-5-1 0,7 5-1 0,0 0 4 16,-6-2-5-16,6 2-1 0,0 0 6 0,0 0 1 15,0 0-2-15,0 0 3 0,31 2 0 16,-19-3 2-16,5 1-3 0,-4-1 4 0,3-2-6 0,0 0 6 15,-2 3-2-15,-1-2-4 0,-1 2 8 0,-1-1-8 16,1 0 1-16,-2 2 0 0,0 2 9 0,-1 0-6 16,-2 1-3-16,1 1 3 0,0 4 8 0,-3-1-1 15,2 2 19-15,-2 0 4 0,0 1 3 0,-3 1 8 16,2 0-13-16,-1 0-1 0,1 4-5 0,-2-4 5 16,-1 3-8-16,-1 1 1 0,2-4-19 0,0 0-30 15,-2-1-34-15,3 0-53 0,-3 1-42 0,1 0-56 16,3-1-65-16,0-1-276 0,-3 1-601 0,3-3 267 15</inkml:trace>
  <inkml:trace contextRef="#ctx0" brushRef="#br0" timeOffset="142039.6">5969 7156 2468 0,'1'-11'109'0,"-2"1"-30"0,0 0-21 0,1 10 1 16,-3-13 6-16,2 7 12 0,-3 2-11 0,4 4-8 16,-11-5-13-16,11 5-4 0,-18 3 9 0,5 5 1 15,-4 2-3-15,1 3 0 0,-3 6-5 0,2 2 4 16,-1 1-8-16,3 2-5 0,3-7 0 0,1 5-4 16,2-5-3-16,4-3-2 0,3 2-4 0,1-2 2 15,1-4-8-15,1 0 2 0,3 1 0 0,-1-5 0 16,4 1-6-16,-1-1-1 0,5-3 0 0,1-2-6 0,-1 1 5 15,3-5-6-15,-1 3 0 0,5-3-4 16,-7-3 0-16,2-1 4 0,-3 1 0 0,3-6 0 16,-4 3-4-16,0 0 9 0,-4-3-9 0,3-1 3 15,1-2-2-15,-6 4 2 0,1-4 2 0,-1-2-4 16,-2 0-3-16,2 2 8 0,-3 4-2 0,1-1 5 16,-1-1 12-16,0 5 14 0,0 0 6 0,0 8 10 15,0-9-8-15,0 9-14 0,0 0-5 0,0 0-2 16,0 0 3-16,0 0-6 0,0 0 2 0,0 0-1 15,8 27 12-15,-3-14-3 0,-3 4-3 0,2-2-2 0,0 3 0 16,2-3-3-16,1-1-10 0,-1 2 2 16,3-2 5-16,-2-5-16 0,3 5 9 0,2-3-6 15,1-1-3-15,4-3-1 0,0-2-14 0,2-2-2 16,0-1-11-16,4-3-9 0,-1-1-1 0,1 1-2 0,-3-4 3 16,0 0-2-16,2 0 5 0,-5-1 4 15,-1-3 1-15,0 0 4 0,-1 0 5 0,-2-2 0 16,1 2 3-16,-5 0 4 0,2-5-2 0,0 0 1 0,-2-1 2 15,-2 5 4-15,-2-2 11 0,-2-1-5 16,2-1 9-16,-5 2 10 0,0-1 9 0,-1 2 11 0,-3 2 6 16,1 0 22-16,1 2-10 0,-3 1-9 15,5 6-5-15,-12-6 1 0,2 5-7 0,-2 2-7 16,1 2-4-16,-4 5 0 0,2 2-3 0,3-1-11 0,-2 6 9 16,2-2-2-16,1-3 4 0,4 2-10 0,0 4-1 15,1-5 7-15,3 0-20 0,2 0 11 0,-1-3 7 16,2 1-7-16,2-3-5 0,0 0 12 0,1 0-13 15,4-2-1-15,-2 0-7 0,0-3-9 0,1 0 0 16,5-2 0-16,-13 1 5 0,16-2 1 0,-6-1-7 16,-2-3 10-16,0 3 9 0,-2-5 3 0,2 3-13 15,-2-4 2-15,-3 3 2 0,2-2 1 0,-2 0 10 16,-2 1-4-16,-1-4 17 0,0 11 20 0,-1-14-14 16,-1 8-8-16,2 6 5 0,0-10 4 15,0 10-2-15,-1-9 0 0,1 9-3 0,0 0-4 0,0 0-7 16,0 0 2-16,0 0-4 0,0 0 2 0,-4 23 5 15,4-7-7-15,-2 4 6 0,2-1-4 0,2 12 6 16,-2-1-10-16,1 6 10 0,5 12-5 0,-4-13 5 16,3 11 3-16,3 1 1 0,-3-12 0 0,4 11-4 15,-4-11-10-15,1 1 16 0,1-2-4 0,-3-2-3 16,-1 2 3-16,0-2 7 0,-2-4-15 0,-1 2 5 16,2-3-1-16,-5-6-14 0,0-4 16 0,0 2-2 15,-3-2-3-15,-4-1 2 0,1-1 0 0,-4-4-9 16,0-2-7-16,-3-3-5 0,0 1-5 0,1-7-5 15,2 0 3-15,0-3-4 0,-1-2-4 0,3-3 0 16,0 2-5-16,-2-7-4 0,5-3-7 0,2-1-7 16,2-8-1-16,5-1-6 0,5-3-7 0,1 0 8 15,6-5-5-15,5-12 4 0,6 6 4 0,-5 8 5 16,8-11 16-16,1 4-14 0,6-4 5 0,0 6 6 16,-11 9 2-16,8-10 3 0,-8 11 10 0,0-4-7 15,0 2 6-15,-1 3-3 0,-1 1 5 0,-2-3 2 0,-2 2 2 16,-4 0 4-16,-7 1-7 0,3 2 5 0,-4 4 0 15,-3 0 9-15,-1 0-9 0,-2 2 2 16,-2 1 9-16,-1 6 3 0,-6-3 9 0,2 2-6 16,2 4-4-16,-3-1 0 0,4 3 9 0,-5 3-12 0,-3-1-1 15,1 6 3-15,2 1 2 0,2 6-4 16,-4 5-2-16,3 0 3 0,1 2-2 0,3 3-1 16,4 5 2-16,1-6-4 0,3-1-1 0,4-1-30 0,4-1-39 15,2-3-32-15,1 0-48 0,13-1-35 16,2-3-56-16,3-6-55 0,0 1-273 0,2-4-617 0,3-2 274 15</inkml:trace>
  <inkml:trace contextRef="#ctx0" brushRef="#br0" timeOffset="143229.24">7509 7025 67 0,'-3'-12'272'15,"2"2"-12"-15,-3 2-6 0,3-2-9 0,-5 4-12 0,2 1-10 16,4 5-13-16,-10-7-19 0,3 5-18 0,7 2-15 16,-18 9-12-16,7 5-6 0,-4 8-9 0,-1 0-7 15,4 5-5-15,-1 1-10 0,5-1 1 16,-1 1-10-16,5 0-28 0,2 1 1 0,2-5-12 0,4-5-4 15,-1-1 2-15,4-1-10 0,0-1-17 0,2-3-9 16,4 0-27-16,1-4-17 0,5-1-13 0,1-2-20 16,0-3-19-16,3-3-10 0,-3-2-5 0,7-3-3 15,0 0-11-15,-5-1-7 0,3-2 8 0,-7 2 8 16,0-3 12-16,-1 0 10 0,-3-3 3 0,-1 2 8 16,-1-3 10-16,-3 0 9 0,-1-2 7 0,-2 1 11 15,-3-2 11-15,1 3 23 0,-3 1 4 0,-2-6 16 16,1 2 9-16,-3 4 10 0,2 4 16 0,-3-1 10 15,4 9 4-15,-4-8 2 0,3 2-3 0,1 6-9 16,0 0-11-16,0 0-2 0,0 0 17 0,0 0-5 16,-13 15 6-16,9 1 2 0,1 3-2 0,-1-2-7 15,0 2-7-15,3-2-6 0,1 2 4 0,0-2-3 16,4 1-13-16,-2-1 2 0,3-2-1 0,0 0-6 16,3 0 4-16,2-3-3 0,0-2-2 0,1-3-3 15,3 0-3-15,3-1-9 0,1-4-2 0,0 2 5 16,0-4-7-16,0-2-11 0,1-2-14 0,-5 1-4 15,-1-1-4-15,-1 0-3 0,2 0-9 0,-4-4 0 16,0-1-5-16,-2 1-6 0,-2-2 0 0,-1-1-2 16,-2 0-2-16,-3-4 3 0,-3-4-13 0,1 3-1 15,-4 2 1-15,-1-3 1 0,-3-1 5 0,1 2 6 16,-4 1 1-16,3-1 3 0,1 2 3 0,-3 0 7 16,5 5 3-16,2-1 8 0,-1 1-2 0,4 4 2 15,2 5-1-15,0-12 3 0,0 12 6 0,9-7 6 16,2 3 7-16,3 4 5 0,4 1-1 0,4 3 8 15,-2 0 4-15,6 6 2 0,0-1 4 0,-5 7 8 16,2-2-5-16,-7-2 0 0,3 6 2 0,-6-4 4 16,1 2-1-16,-4-4 0 0,0 2-6 0,-1 2 0 15,-4-6-2-15,-1 4-3 0,0-3-3 0,0-1 9 0,-2 0 3 16,1-4 6-16,-2 1 17 0,-1-7 2 16,-1 10-4-16,1-10-1 0,-8 6-5 0,3-3 3 15,5-3-2-15,-12 3-4 0,12-3 0 0,-12-3-4 0,12 3-3 16,-11-7-9-16,8 3 5 0,-1-2-5 0,1-4-6 15,1 1 0-15,2-4-5 0,0-2 2 16,2-3-9-16,2 0-4 0,4-5-5 0,1 5 3 16,2 2-10-16,6-4 2 0,-1 5-6 0,-1 6 3 0,1-3 7 15,-3 8-11-15,5 1 11 0,-2 1-15 0,2 4-1 16,-6 0 13-16,2 3-8 0,0 5 8 0,2-2-2 16,-3 2-3-16,0 1 3 0,-3 2 1 15,-1 1 2-15,-1 1-3 0,-3-3 8 0,-1 1-9 0,0-2 1 16,1 1 4-16,-5 0-5 0,1-1 9 0,-1-2-2 15,-1-2-1-15,-2-1 6 0,3-6 7 0,-4 11-7 16,4-11 2-16,-4 8 0 0,4-8-1 0,-5 3-4 16,5-3-4-16,0 0-5 0,0 0-6 0,0 0 9 15,0 0-12-15,-6-19-9 0,6 19 2 0,8-23 6 16,-3 8-5-16,1-4-5 0,7-5-7 0,4 2 2 16,-1-2 3-16,2 6 0 0,2-1 3 0,-1 0 1 15,-3 10 4-15,-2-1-2 0,-1 5 1 0,-2-1 2 16,1 4 0-16,1 3 3 0,-2 0 5 0,2 6 6 15,-3-2 6-15,-1 4 4 0,1 0-5 0,-5 1-1 16,3 3 6-16,-3-2-4 0,2 6 0 0,-2-1 0 16,-2 1-27-16,0 1-45 0,-6-1-59 0,0 2-64 15,-2-1-85-15,1 3-66 0,-1-5-208 0,1 0-598 16,1-3 265-16</inkml:trace>
  <inkml:trace contextRef="#ctx0" brushRef="#br0" timeOffset="143637.5">9002 6832 34 0,'-4'-17'254'0,"1"-1"-6"0,-2 3 4 0,1 6 27 0,3 0 9 16,-3 2-7-16,4 7-12 0,-2-9-32 15,2 9-14-15,-4-7-30 0,4 7-17 0,0 0-22 16,0 0 15-16,5 30-18 0,-4-5 0 0,-1 23-11 0,0-13-11 15,-1 18-9-15,2 1-2 0,-2-2-11 0,0-2-12 16,1 0-8-16,0-2 5 0,-3-12-19 0,3-1-13 16,-1 10-9-16,1-10-1 0,-1 1-5 0,-2-2 1 15,1-2-8-15,-1 1-17 0,2-1-26 0,-4-3-38 16,1-3-35-16,0-7-37 0,0-1-41 0,-2 1-57 16,-1-2-58-16,3-5-47 0,-1 1-254 0,0-3-620 15,-1-3 274-15</inkml:trace>
  <inkml:trace contextRef="#ctx0" brushRef="#br0" timeOffset="143872.51">8995 7090 242 0,'19'-11'236'15,"0"3"-12"-15,1 2-5 0,0 5-13 0,0 1-13 16,0 0-20-16,0 5-7 0,-2 4-17 0,0 1-9 15,-4 4-14-15,0-1-9 0,-5 4-11 0,-2 1-5 16,-3 1-10-16,-2-1-4 0,-7 8-9 0,0-7-7 16,-4 7-3-16,-6-4-9 0,3-6-4 0,-8 3-20 15,0-2-28-15,-3-2-34 0,0-1-48 0,3-5-46 16,3-2-42-16,-2-2-60 0,-1 0-167 0,2-5-423 16,5-1 187-16</inkml:trace>
  <inkml:trace contextRef="#ctx0" brushRef="#br0" timeOffset="144659.87">9284 7119 215 0,'0'0'269'16,"0"13"-14"-16,-1-3-12 0,1 1-14 0,-3 3-18 15,1-2-16-15,-2 2-18 0,4-1-12 0,-1-2-15 16,2 1-15-16,-1 1-9 0,5-1-16 0,-2-1-9 15,2-2-11-15,0 0-6 0,0 1-5 0,0-4-10 16,0-2-4-16,5 1-9 0,-2-3-1 0,1 2-6 16,1-1-5-16,0-5-2 0,-2 2-1 0,-8 0-5 15,14-4-1-15,-6 1-4 0,-2-2-1 0,-2-1-6 16,1-2-1-16,-2-1-3 0,-1 0 0 0,-2-4-5 16,0 1 0-16,-2 0 1 0,-3-3-3 0,-2-1 7 15,1 0-12-15,-4 3 2 0,2-2-3 0,0 1 4 16,3 4-2-16,0 0-1 0,-1 3 3 0,1-1 1 15,1 4 2-15,0 0-6 0,4 4 3 0,-3-9-3 16,3 9-1-16,8-9-2 0,2 3-3 0,2 5 2 16,4-2 7-16,-2 3-8 0,6 4 8 0,0 0 7 15,0 1 7-15,0 4-3 0,-2 1 5 0,6 3 3 16,-9-1 0-16,2-1 3 0,-6 3 3 0,3 0 0 0,-3 2-5 16,-2-2 1-16,-2 0 9 0,1 0-13 15,-4-1 9-15,0-2 9 0,-3-5 3 0,1 3-16 16,0-3 10-16,-2-6 11 0,1 8 10 0,-1-8 1 15,0 0-8-15,-5 12-2 0,5-12-6 0,-4 2-4 0,4-2 10 16,-8 1-19-16,8-1 7 0,0 0-4 0,0 0-2 16,-11-14-1-16,8 9-20 0,2-2 6 0,1 7-2 15,1-19-2-15,1 5-2 0,4-1-7 16,3-4-7-16,-1 2-9 0,4-5-23 0,2-1 27 0,2 3-6 16,-2 7-1-16,-1-2-13 0,1 5 9 0,0 0 6 15,-4 5 4-15,3 1-3 0,-2 4 1 0,1 0-2 16,-1 3-4-16,-2 0 10 0,3 5-2 0,-2 0 0 15,1 5-15-15,2-1 10 0,-3 2 2 16,1 2 5-16,1-1 4 0,-1-2-2 0,-2 1-4 0,3-1-14 16,-3-4 17-16,8 1 5 0,-2 0-2 0,2-6 6 15,-4 1-2-15,6-3 1 0,-1-2-3 16,5-2-5-16,-3 0 11 0,-1-5-3 0,2 0-11 0,-5-3 13 16,1 1 3-16,-2-3-1 0,-2 3-2 0,-1-5-3 15,-4 3-1-15,-4 0 4 0,1-4 3 0,-1-1-3 16,-2-2-2-16,-2 3 5 0,0 0-5 0,-4-3 0 15,0 1 1-15,0 5-6 0,-1 2 6 0,2 1 9 16,-3 1 0-16,1 2-1 0,-4 2-12 0,9 4 3 16,-19 2 1-16,5 5-2 0,1 1-6 0,-1 2 3 15,1 5 2-15,-1 1-1 0,0 4-3 0,1 2-8 16,9-4-41-16,-2-1-24 0,0 0-42 0,2 3-39 16,1-4-42-16,6 1-36 0,1 2 9 0,1-4-6 15,4-4-23-15,7 1-34 0,1-6-35 0,1 1-177 16,1-1-537-16,0-5 238 0</inkml:trace>
  <inkml:trace contextRef="#ctx0" brushRef="#br0" timeOffset="145026.78">10233 7103 210 0,'1'-11'251'0,"3"3"0"0,-1 2 2 16,0-1-5-16,-3 7-20 0,4-7-11 0,-4 7 2 15,7 0-11-15,-7 0-13 0,0 0 2 0,15 11-13 16,-9-2-1-16,0 0-14 0,-2 4 7 0,1-2-22 15,0 3-23-15,-1-2 11 0,0 1-14 0,0 4-12 16,-3-7-9-16,3 0-11 0,-3-3-18 0,1-1 0 16,-1 1-1-16,-1-7 0 0,1 10-1 0,-1-10 8 15,1 5 3-15,-1-5-5 0,0 0-9 0,0 0-6 16,0 0-9-16,0 0-7 0,-14 0-2 0,14 0-4 16,0 0-5-16,-9-14-5 0,7 6-4 0,1-2-7 15,-1-2-3-15,5-2-6 0,-3-2-6 0,5-2-5 16,4-1-6-16,0 1-14 0,4-3 5 0,4 0-2 0,-2 6 1 15,-1 1 7-15,1 4-8 0,-1 2 0 16,-4 3 2-16,2 1-5 0,-3 2 8 0,-2 4-11 16,4 2 10-16,0 3-1 0,-3 0 6 0,1 6-1 15,-3-1 6-15,0 1-5 0,1 5-4 0,-2-1-13 0,-1-1 17 16,0 1 0-16,-2-1-21 0,3-4-20 0,0 2-40 16,-1-1-43-16,0-4-45 0,0 1-35 15,-3-4-40-15,2-1-37 0,-3-5-47 0,10 4-250 16,-10-4-630-16,0 0 279 0</inkml:trace>
  <inkml:trace contextRef="#ctx0" brushRef="#br0" timeOffset="145310.47">10726 6809 1886 0,'9'-23'158'0,"-4"5"-23"0,-1 6 3 16,-2 0-6-16,2 0 1 0,-3 3 20 0,1 0 7 15,-1 1-1-15,-1 8-4 0,3-9 0 0,-3 9-29 16,1-6-14-16,-1 6-3 0,0 0-5 0,0 0 14 15,7 19-10-15,-5-8 5 0,0 6-3 16,1-1 0-16,2 8-6 0,-5 3-2 0,2 0-3 0,-2 4-7 16,-1-2-4-16,-1 3-5 0,-1 0-3 0,-2 2-7 15,0-3-8-15,1-1-3 0,3-3-7 0,-4 1-5 16,3-2-5-16,2-1-6 0,2-5 1 16,0-4-5-16,1-3-5 0,-1-1-4 0,5-3-5 0,-2 1-4 15,1-2-7-15,2-1-12 0,-2-5-13 0,6-1-28 16,-12-1-35-16,30-5-38 0,-17 1-54 0,2-5-47 15,-2-1-51-15,1 0-60 0,-5-2-46 16,-2 2-290-16,-2-4-718 0,0-2 318 0</inkml:trace>
  <inkml:trace contextRef="#ctx0" brushRef="#br0" timeOffset="145479.25">10570 6899 3173 0,'-10'2'143'0,"1"-1"-72"0,0 0-48 0,9-1-8 15,-9 3-7-15,9-3 16 0,0 0 21 0,0 0 14 16,0 0 1-16,0 0 8 0,0 0-9 0,52-9-9 16,-22 1-4-16,0-3-42 0,5-2-46 0,-1-2-62 15,2 2-76-15,14-5-81 0,-20 4-283 0,0 1-589 16,-4-1 261-16</inkml:trace>
  <inkml:trace contextRef="#ctx0" brushRef="#br0" timeOffset="147314.62">11807 7368 174 0,'-6'2'222'15,"6"-2"-5"-15,-13-3-12 0,6 1-10 0,7 2-17 16,-7-8-18-16,7 8-5 0,0-12-10 0,0 0-14 0,2 0-9 15,6-3-11-15,-2-4 2 0,3 0-3 16,0-3-9-16,3-1-3 0,-2 0-9 0,-1 1-4 16,2-3 1-16,-3 3-16 0,2-4-8 0,0 7-1 15,-4 0-12-15,1 1 3 0,-3 0-9 0,-2-3-4 0,0 2-3 16,4 2-3-16,-6 2-2 0,0 3 5 0,0 3 0 16,0 2 2-16,0 7 2 0,0-9 2 15,0 9-15-15,0 0-5 0,0-10-9 0,0 10 0 16,0 0-4-16,0 0 5 0,0 0-4 0,0 0 2 15,-6 49-1-15,4-29 1 0,2 5-1 0,-2 0 0 16,2-7-2-16,0 7-5 0,2-6-1 0,0 0 12 0,4-2-11 16,-2-1 1-16,5-1 0 0,-2-5 4 0,3 0 0 15,0-3-4-15,3-1 1 0,-1 1-1 16,4-2 1-16,2-4-6 0,-1-1 6 0,2-1-2 0,-3-2 0 16,3-4 2-16,-2-1 2 0,-3 0-5 0,3-4 4 15,-2 1-2-15,-3-4 0 0,-1-1 0 16,2 1-2-16,-4-3-1 0,-2 1 5 0,0-1-2 15,-3-1-5-15,-4-1 6 0,2 5-3 0,-2-2 0 0,0 5 5 16,0 2 8-16,0 3 7 0,-4 0-3 0,4 7-3 16,-1-12-3-16,1 12-3 0,0 0-4 0,0 0 15 15,0 0-20-15,0 0 1 0,-8 19 2 16,6-2 1-16,-2 8 0 0,1-6 0 0,-2 0-2 0,3 8-2 16,2-4 0-16,0-2 4 0,0 2 1 0,0-3-4 15,2 3 2-15,0-4-1 0,1-2-6 0,-3 0-19 16,2-5-17-16,0 1-23 0,1-1-9 0,-3-2-33 15,-2-1-37-15,4 3-43 0,-2-5-48 0,0-7-38 16,-3 12-194-16,-1-8-503 0,4-4 223 0</inkml:trace>
  <inkml:trace contextRef="#ctx0" brushRef="#br0" timeOffset="147496.57">11889 6732 172 0,'-4'-10'284'0,"1"4"-28"16,3 6-26-16,-4-11-25 0,4 11-23 0,0 0-33 15,-2-6-52-15,2 6-32 0,0 0-24 0,0 0-36 16,0 0-57-16,22 1-48 0,-6 4-156 0,-3 0-277 16,8 1 123-16</inkml:trace>
  <inkml:trace contextRef="#ctx0" brushRef="#br0" timeOffset="148999.03">12952 6865 111 0,'-4'-8'274'0,"0"-1"-20"0,-2-1-15 16,1 4-15-16,-3 2-12 0,0-2-9 0,-1 4-14 0,-3 1-16 15,0 1-14-15,1 3-12 0,-6 3-12 0,-7 6-1 16,2 5-12-16,1 4-8 0,2 3-8 0,0 1-4 15,4 1-5-15,1-1-15 0,5 2-11 16,3-1-4-16,1-1-8 0,4-6-8 0,3 5-2 0,4-6-3 16,-1 0-3-16,7-3-23 0,3-2-15 0,6 3-20 15,4-3-18-15,2-3-30 0,0-4-24 0,5-4-27 16,-1 0-20-16,0-5-16 0,1 0-20 16,2-1-12-16,-1-5-4 0,-2 0 5 0,-1 2 13 0,-3-5 4 15,0 3 6-15,-7-1 18 0,-6-2 10 0,2 0 11 16,-3 0 27-16,-2-2 27 0,-2-3 21 0,0 2 9 15,-5 0 26-15,-1-2 19 0,-1 0 7 0,-2 1 13 16,0-1 18-16,-5 2 12 0,3-2 13 0,0 1 24 16,-2 4 2-16,1 2 2 0,-3 0-2 0,1 4 7 15,0-1 0-15,-1 3-9 0,1 0 0 0,5 4-7 16,-12-2-6-16,12 2-3 0,-15 9-5 0,4-1 0 16,0 6 0-16,-2 7-7 0,4-5-10 0,-3 7 0 15,6-4-6-15,1-2-5 0,1-1-6 0,0 0-6 16,4 2-1-16,0-5-1 0,4 0-5 0,-2-2-1 15,4-1-3-15,-1-1-3 0,3 0 21 0,0-2-4 16,-1-3-3-16,-1-1-1 0,1 0-2 0,4-3-5 16,-11 0 1-16,13 0-3 0,-4-3 0 0,-4-1 0 15,2 1-4-15,-2-2-2 0,1-3 7 0,-2 1-2 16,1-2 0-16,-3-2 0 0,1 5-3 0,1-7 2 16,-4 1-6-16,2 1-1 0,-2-1 4 0,0-1 0 15,0 2-4-15,0 2 3 0,-2-1 0 0,2 2-1 16,0 8-2-16,-2-10 8 0,2 10-9 0,-2-8-5 15,2 8-4-15,0 0-4 0,0 0 0 0,0 0 2 16,0 0-3-16,0 0 2 0,2 34-4 0,-4-21-2 16,6 0 4-16,-2 3-2 0,3 0 3 0,-3-5-1 15,2 0 2-15,3 0 3 0,2-1-3 0,-4 0-4 16,4-2 2-16,2-1 2 0,0-1-2 0,0-3 3 16,3 1 4-16,-3-4-2 0,8-2-1 0,-2-2-6 15,3 1 8-15,-2-3 2 0,2-4-1 0,-1 0 1 16,-4 0-2-16,1-4 5 0,-1 2-10 0,-1-4 7 0,-3-1-1 15,-2-1-2-15,3-6-4 0,-1-1 2 16,-11 5 2-16,2-5-4 0,2-1-2 0,-4 0 4 16,0-2-4-16,-4 0 13 0,2 1-12 0,-3-1 2 15,1 2 1-15,0 2 8 0,0 6 13 0,-2 3-3 16,4 3 10-16,-2 2 3 0,1 3 3 0,1 1-18 0,2 6-5 16,0-9-4-16,0 9-6 0,0 0 1 15,0 0 0-15,-7 20 14 0,2-2-16 0,-1 9-4 16,-1 4 1-16,3-2-6 0,0 6 11 0,3-4-5 15,1 3 2-15,0-4-2 0,1-1 3 0,3-3 6 0,2 2-5 16,1-3-2-16,-3-6-2 0,6-2 5 0,-1-1-6 16,2-3 3-16,0 0-3 0,0-4 2 15,-2-2-8-15,3 0 1 0,-1-3-1 0,7 2-6 16,-5-3-3-16,1-3-4 0,-1-1-12 0,0-2 8 0,4-3-1 16,-5-3 0-16,3 1-1 0,-2-7 8 0,1-1-11 15,-4 2 7-15,1-10 1 0,1 0 0 0,-5-4-7 16,1 5 4-16,-5-5-1 0,2-3 0 0,-5 2 13 15,0 2-13-15,-2-3 8 0,-1 4-3 16,-2 0 6-16,3 6 6 0,0 3 11 0,0 0 16 0,0 7-9 16,1 0 9-16,-1 3 1 0,2 7-7 0,-2-10-7 15,2 10-1-15,0 0-1 0,0 0-5 16,0 0 7-16,-2 39-3 0,0-12 2 0,2-1-2 0,-2 3 0 16,4 1 9-16,-2 0-5 0,0 2-3 0,4-3 0 15,1 1 11-15,1-3-5 0,1-1-5 0,2-2-4 16,0-5 4-16,4 1 0 0,-3-2 4 0,1-4-6 15,5 0 4-15,-7-5-10 0,1 0-1 0,6-1-8 16,0-4-2-16,2 0 2 0,0 0-10 0,0-5-3 16,-2-3-6-16,3 0 0 0,-2 1 9 0,0-5-8 15,2-1 0-15,-6-2 1 0,3-2 5 0,-3-3 2 16,3-5 0-16,-5 5 9 0,-2-1-1 0,-2-10-2 16,2 0 1-16,-7 7 4 0,0 2 10 0,1 2-1 15,-6-1 6-15,1 8 10 0,-2-3 7 0,1 3 0 16,-1 2-3-16,-3 1 4 0,2 0-2 0,-3 5-9 15,8 1-1-15,-19 5 3 0,6 3 2 0,3 2-4 16,-3 3-4-16,3 1-4 0,1 1-1 0,1-2-3 16,6 1-7-16,-2 1-23 0,4 1-33 0,4-2-24 15,-1-2-23-15,6-2-28 0,4 2-26 0,4-4-33 16,0-1-23-16,12-4-30 0,0-2-17 0,0-1-156 16,-8-1-456-16,8-1 202 0</inkml:trace>
  <inkml:trace contextRef="#ctx0" brushRef="#br0" timeOffset="149387.76">14469 6912 97 0,'7'-11'159'0,"0"-1"14"0,-3 2 11 16,-4 1-1-16,5 0 5 0,-8-1 10 0,1 3 10 16,2 7-10-16,-9-15-8 0,1 10 3 0,4 3 2 15,-6 0 4-15,1-1-25 0,-2 5-8 0,0 1-6 16,-1 0-7-16,-4 7-7 0,1 1-27 0,-2 0-8 16,3 4-14-16,3 0-11 0,-3 0-1 0,5 1-8 15,3-2-9-15,1-2 6 0,2 0-19 0,3 1-9 16,0-3-5-16,5 1 1 0,0-2-12 0,4 1 14 15,-1-4-8-15,4 0 2 0,-1-2-3 0,2-4-15 16,5 0-10-16,-5 0 11 0,5-3-1 0,-1-1 0 16,0-2-4-16,-1-1-1 0,-2-5 1 0,-4 4 1 15,2-5-8-15,-3-3-3 0,1 2 6 0,-1-3 1 16,-5-2-10-16,0 0 8 0,-2-7-7 0,1 2 8 16,-3-2 2-16,0-2-12 0,0-1 0 0,-3 3-1 15,-1-5-2-15,0 1 5 0,-1 2 3 0,5 9 13 16,-4 1 13-16,-1 0 15 0,5 7 16 0,-1-1-1 15,-1 4-7-15,2 1-4 0,0 7-9 0,0 0-7 0,0 0-6 16,0 0 3-16,0 0-4 0,-4 33-2 0,2-6-6 16,1 2-2-16,-1 1 0 0,-2 2-4 15,4 2 0-15,-4-2-8 0,8 0 8 0,-4 2-10 16,0-3-30-16,5-2-34 0,-4 2-51 0,0-2-53 0,1-3-55 16,-2 1-69-16,2-7-59 0,0 5-312 0,-4-8-712 15,0 1 316-15</inkml:trace>
  <inkml:trace contextRef="#ctx0" brushRef="#br0" timeOffset="150661.06">2430 8454 197 0,'0'-11'252'0,"-2"0"-8"16,2-2 11-16,-5 3-12 0,-3-2-9 0,0 3-18 16,2 0 0-16,-4 1-20 0,-6-2-8 0,5 5-15 15,-2 0-7-15,0 0-16 0,3 4-8 0,-4 0-16 0,-3 3-12 16,-1 5-11-16,1 1-15 0,-3 12-7 15,0-1-9-15,5 3-6 0,-2 5-9 0,4-1 4 16,1 0-14-16,4 0-30 0,1 0-4 0,7-8 2 16,0 10-3-16,4-12 0 0,1 4-1 0,6-3-1 0,1-2 2 15,1-2-5-15,2-3 0 0,2 0 11 0,2-4-10 16,3-3 2-16,-3-3-9 0,11-3 1 0,-1-3-1 16,0-4 4-16,-2-1-7 0,1-1 7 0,-4-4-6 15,-2 0 1-15,-5 3 2 0,-2-6 2 0,-1 2 3 16,-2 1-4-16,-3-3 5 0,-2 1 0 0,0-6-5 15,-3 5-3-15,-3-10 3 0,-2 3 1 0,-3 0-3 16,0 7 2-16,0 0 4 0,-1 3 15 0,-1 2-4 16,2 2 4-16,1 3 7 0,1 3 5 15,-1-2-6-15,3 8-19 0,-4-7-6 0,4 7 1 0,0 0 0 16,0 0-3-16,0 0 2 0,-1 26 1 0,2 0 0 16,1 8 0-16,-1 0-3 0,1 2 6 0,2-4 0 15,1-1-4-15,2-1-1 0,-1-1 4 0,3-3-3 16,4-4-1-16,-3-5 4 0,0-1-4 15,4-3-3-15,0-2 4 0,2-1-2 0,0-3 4 16,3-2 0-16,0-3-7 0,0-4-1 0,0-1 0 0,-1-3 6 16,-1 1-4-16,0-4-8 0,1-1 5 0,-3-3 2 15,2-2 0-15,0-3-2 0,-3 2 6 16,-1-6-8-16,-1 2-2 0,0-6 2 0,-3 2-5 16,-2-1 0-16,-3 1-1 0,0-3 4 0,-4 2-3 15,0 6-1-15,-3 3 6 0,3 4 3 0,0 2-4 0,-2 2 7 16,2 1 0-16,0 7 0 0,-3-11-9 0,3 11 1 15,0 0 2-15,0 0 0 0,0 0 9 0,0 0-13 16,2 28 0-16,-2-3 8 0,0 2 2 0,1-2-6 16,0 2 0-16,2 0 2 0,-2 0 0 0,2-1 1 15,0-3 4-15,1 2-4 0,-1-7 2 0,-1 0 11 16,1-1-16-16,2 0-1 0,-4-5-11 0,2 0-17 16,-1-2-16-16,0 2-22 0,-1-2-27 15,0 0-28-15,1 0-29 0,-2-4-43 0,1 1-41 0,-1-7-37 16,-1 13-166-16,-2-7-480 0,3-6 213 15</inkml:trace>
  <inkml:trace contextRef="#ctx0" brushRef="#br0" timeOffset="151099.29">4108 8257 2984 0,'7'-11'37'0,"-9"-2"-2"16,-3 4-16-16,-1 0-3 0,-2 4 7 0,-7 1 2 16,-2 5 9-16,-6 2 9 0,-5 4 9 0,-2 5 5 15,-2 7 7-15,-9 7-4 0,2 6 7 0,11-9-7 16,3 6-1-16,4-2-3 0,4 1-7 0,2-3-6 16,9 1-2-16,1-7-8 0,5 1 9 0,1-4-13 15,3 1-6-15,4-2-1 0,2-5 6 0,1 2-3 16,3-2-4-16,3-6-4 0,2 1-4 0,-1-5-5 15,1 1-6-15,3-3-1 0,-2-2-9 0,8-2 5 16,-9-4 1-16,0 3-4 0,-4-4 11 0,0 1-11 16,-5 0 3-16,3-4-1 0,-4 1 1 0,3-3 1 15,-6 0 6-15,-2 5 0 0,-2-6-3 0,2 0 2 16,-4 1-3-16,3-1 2 0,-4 0 9 0,1 5 5 16,-2 1 9-16,2 1 7 0,-1 5 13 0,1 5-10 15,0-12 0-15,0 12-10 0,0 0-10 0,1-7 2 16,-1 7 4-16,0 0 2 0,0 0 2 0,14 24-7 15,-10-11 2-15,4 5 1 0,-3-2-7 0,0 1 0 16,4 6-6-16,-1-4 2 0,-2-2-26 0,2 1-29 16,3 4-46-16,-1-6-48 0,1 1-44 0,1-1-34 15,3 0-61-15,2 3-311 0,-5-6-638 0,3 1 283 16</inkml:trace>
  <inkml:trace contextRef="#ctx0" brushRef="#br0" timeOffset="151495.76">5586 8226 24 0,'-3'-12'294'0,"1"1"-11"16,-2 1-6-16,2 2-4 0,1 2-10 0,1 6-11 16,-2-11-25-16,2 11-23 0,-3-8-31 0,3 8-16 15,0 0-14-15,0 0-4 0,8 28-4 0,-6-3-3 16,1 8 2-16,-2 2-12 0,-2 13 3 0,-3 8-14 15,3-5-4-15,-4 0-5 0,-1-3-18 0,5 0-8 16,-3-13-11-16,1-1-1 0,1-1-6 0,0-2-16 16,2-2-9-16,-4-3-26 0,3-6-30 0,-1 4-26 15,2-6-27-15,-1-2-37 0,1-5-41 0,0-2-40 16,0-1-50-16,0-8-44 0,0 9-207 0,0-9-535 16,0 0 238-16</inkml:trace>
  <inkml:trace contextRef="#ctx0" brushRef="#br0" timeOffset="151857.68">5553 8228 94 0,'8'-10'228'0,"4"-2"-12"0,-1 2-11 16,2 4-14-16,-1 1-16 0,2 2-12 0,-2 3-7 15,1 1-10-15,0 3-9 0,0 1-7 0,-3 3-13 16,4 2-9-16,-5 4-9 0,0 1-9 0,-4 1-5 15,-2-4-5-15,-1 7-9 0,-2 1-5 0,-5 3-3 16,1-1-8-16,-5 2-6 0,0-6-3 0,-1-2-4 16,-3-1-5-16,2-1-3 0,-2-1-9 0,-4 0-2 15,0-4-8-15,0-1-2 0,0-2-4 0,5-1-1 16,1-4-4-16,-3 2 5 0,4-2 0 0,2-1-6 16,0 0 3-16,8 0 0 0,-12 0-2 0,12 0-3 15,-8 2-1-15,8-2 1 0,0 0-2 0,0 0 4 16,0 0-1-16,12 18 10 0,-4-13 6 0,2 4 9 15,2 2-1-15,0 2 2 0,8 3-5 0,-7-1 0 16,1-1-2-16,0-1 0 0,2-1-3 0,2 6-9 16,-3-3-34-16,-1-2-36 0,0 1-36 0,-1-2-38 0,-1-2-34 15,3 0-35-15,-3-3-38 0,-3 4-144 16,-1-7-419-16,0 4 186 0</inkml:trace>
  <inkml:trace contextRef="#ctx0" brushRef="#br0" timeOffset="152125.68">5859 8754 176 0,'3'-7'194'0,"1"1"4"0,2-2-4 16,0-2-5-16,3 0-3 0,3-3-9 0,-1-1-8 16,3-1 1-16,0 2-5 0,-1-3-10 0,1 2-5 15,3-6-12-15,-4 4-13 0,-2 1-8 0,2-1-10 0,0 1-2 16,-3 1-4-16,-2-3-6 0,-1 6-7 0,-2 0-2 16,-1 1 4-16,-1 1 5 0,-2 4-8 15,-1 5 0-15,-1-11 2 0,1 11-8 0,-5-12-7 16,5 12-12-16,-9 0-8 0,9 0 1 0,-18 6-6 0,7 1-9 15,-4 8-1-15,-1 3-6 0,-2 2 0 16,2 0-5-16,6-2-5 0,2-1 3 0,3 2-6 16,0-2-3-16,4-1-10 0,1 0-10 0,4-1-11 15,0-4-34-15,1 1-21 0,3-3-35 0,0-1-28 0,3-1-43 16,-1 1-34-16,6-4-49 0,2 1-35 0,0-2-186 16,1-4-518-16,-1 1 230 0</inkml:trace>
  <inkml:trace contextRef="#ctx0" brushRef="#br0" timeOffset="152349.54">6349 8446 28 0,'-2'-13'264'15,"1"4"7"-15,-1 0-11 0,-2 4-13 0,0-2-6 16,4 7-12-16,-12-7-14 0,6 7-16 0,6 0-18 16,-24 14-5-16,12-2-7 0,-7 8-15 0,1 3-15 15,0 0-12-15,4 2-16 0,1 1-9 0,4 2-10 16,3-9-10-16,0 5-7 0,4-5-8 0,5 2-13 15,1-4-14-15,3-1-9 0,2-2-17 0,3-2-15 16,1 0-21-16,1-7-22 0,2 1-22 0,3-3-39 16,1-2-44-16,1-1-39 0,9-5-40 0,-2-5-37 15,-10 4-152-15,0-3-452 0,-1 0 200 0</inkml:trace>
  <inkml:trace contextRef="#ctx0" brushRef="#br0" timeOffset="152565.57">6580 8263 110 0,'-1'-10'324'16,"-1"1"1"-16,1 1-6 0,1 8-19 0,-2-8-19 16,2 8-29-16,0 0-24 0,0 0 9 0,0 0-6 15,0 0-11-15,0 0-12 0,3 39-8 0,-1-19-12 16,0 9-15-16,-3-3-13 0,0 7-8 16,2 1-14-16,-2 0-14 0,-2 0-13 0,-1 1-11 0,-1-1-7 15,3-2-9-15,-2 0-13 0,0-1-32 0,3-4-31 16,1-2-46-16,-3-5-39 0,3-4-37 0,-1 1-39 15,1-5-44-15,-2 1-43 0,2-7-62 0,0-6-52 16,-5 13-180-16,2-10-578 0,3-3 256 0</inkml:trace>
  <inkml:trace contextRef="#ctx0" brushRef="#br0" timeOffset="152811.87">6396 8548 112 0,'9'-5'231'0,"1"0"-4"0,8 0-13 16,-1-2-17-16,0-1-12 0,5 4-16 0,-1 2-13 16,0 0-12-16,0-4-9 0,1 5-8 0,-2-3-14 15,-1 6-9-15,-1-2-11 0,-1 2-2 0,-4-1 1 16,-2 4-7-16,-1-1-8 0,0 1 1 0,1 2-3 16,-4-1 0-16,0 6 2 0,0-2 3 15,0 1-12-15,-2 0-4 0,-1 3-5 0,-2-3-6 0,2 4-8 16,-3-3-11-16,1 2-28 0,2-5-27 0,-3 1-37 15,1 1-40-15,0-1-47 0,3-4-68 0,-3 2-243 16,-1-2-493-16,-1-6 219 0</inkml:trace>
  <inkml:trace contextRef="#ctx0" brushRef="#br0" timeOffset="153003.01">6652 8244 115 0,'-3'-6'337'0,"3"6"-44"0,-3-9-35 0,3 9-39 0,-2-7-38 15,2 7-39-15,0 0-29 0,0 0-40 0,0 0-42 16,0 0-55-16,14-5-57 0,-3 6-70 16,-11-1-100-16,18 4-273 0,-6-2 121 0</inkml:trace>
  <inkml:trace contextRef="#ctx0" brushRef="#br0" timeOffset="153357.57">7032 8139 158 0,'4'-10'207'0,"-1"0"0"0,-2 4 3 15,1-2 17-15,-2 8-4 0,3-12-5 0,-3 6-8 16,0 6-12-16,0 0-17 0,3-10-16 0,-3 10-17 16,0 0-8-16,0 0-11 0,0 0-4 0,0 0-2 15,-12 30 12-15,10-11 1 0,-1 7-5 0,1 3-7 16,-2 4-7-16,0 0-3 0,-1 2-5 0,2 0-9 16,3-1-1-16,0 12-6 0,-2-11-5 0,2 1 0 15,-2-1-8-15,2-3-7 0,-2 1 2 0,-1-1-16 16,3-1-7-16,-2 2-6 0,-1-2 0 0,1-4-9 15,-4 1 1-15,3-4-3 0,-1-3-7 0,-1-3 3 16,0-2-17-16,1-4-11 0,1-3-24 0,1 1-26 16,-1-5-19-16,1 2-25 0,2-7-41 0,-6 7-43 15,1-4-51-15,5-3-59 0,-14-1-38 0,5-5-253 16,-2 2-624-16,-2-4 276 0</inkml:trace>
  <inkml:trace contextRef="#ctx0" brushRef="#br0" timeOffset="153619.1">6734 8550 119 0,'15'-7'221'0,"2"0"-22"0,4 0-14 15,3-3-14-15,-2 5-16 0,7-2-9 0,2 1-8 16,-2-5-11-16,2 7-5 0,0 1-18 0,-2-3-8 16,-1 3-10-16,-7 0-7 0,7 0-7 0,-8 4-6 0,-2-1-8 15,0-1-6-15,-6 1-5 0,0 0-6 16,-1 1-5-16,-4-1-1 0,-7 0 0 0,16 2 7 15,-11 1 8-15,0 1 10 0,1 2 4 0,-1 0-7 16,2 1 3-16,-5 2-1 0,2 0-3 0,-1 1 3 0,1 2-10 16,-1 0-8-16,4-1 0 0,-5 0-6 15,2 2-33-15,-1-2-41 0,1 2-34 0,-2-1-54 0,3-3-57 16,0 1-63-16,-3 0-153 0,-1-1-432 16,-1-9 191-16</inkml:trace>
  <inkml:trace contextRef="#ctx0" brushRef="#br0" timeOffset="153780.94">7198 8304 56 0,'-3'-7'183'0,"-2"2"-69"15,5 5-65-15,-4-8-43 0,4 8-31 0,0 0-40 16,0 0-68-16,0 0 31 0</inkml:trace>
  <inkml:trace contextRef="#ctx0" brushRef="#br0" timeOffset="154385.17">7498 8513 206 0,'7'-7'267'15,"-2"-2"-3"-15,0 4 8 0,2-6-12 0,-3 1-24 16,1 0-3-16,0-1-20 0,-1-4-25 15,0-1-16-15,-1 1-14 0,0 6-17 0,-3-3-4 16,1 4-14-16,1-2-6 0,-2 3-2 0,0 7-9 0,-3-8-11 16,3 8-11-16,-6-8-10 0,6 8-5 0,-13 0-10 15,1 2-11-15,2 4 4 0,-4 3-5 16,1 6-10-16,-6 1 5 0,8 1-6 0,-1 7-4 0,1-6 1 16,2 0-2-16,3 1-4 0,3-2 0 15,0-3-1-15,1 4-6 0,2 0-2 0,2-1 6 0,1-5-8 16,2-1 0-16,0 2 0 0,3-5 3 0,5 5 3 15,-1-1-8-15,5-6 3 0,-1-1-14 0,6 0 8 16,0-4 0-16,5-1 3 0,0-2-2 0,2-2-3 16,-7 0 11-16,7-3-7 0,-1-1-2 0,-9 2-2 15,8-5 5-15,-8 3-1 0,-2-1-9 0,1-1 2 16,-2 0 0-16,-2 0 2 0,-1-2-4 0,-1 0 3 16,-3-3-1-16,-3 4-4 0,-1-7 9 0,0 2-11 15,-4 0-2-15,-2-1 2 0,1 0-5 16,-5 2 1-16,1 3 1 0,-2 2 0 0,0-3 7 0,-1 4 5 15,-2 0-5-15,2 2 0 0,-2 0 16 0,2 3 2 16,2 1-3-16,0-3-4 0,5 6 12 0,-9-3-12 16,9 3-5-16,-6-6-4 0,6 6-1 0,0 0-5 15,0 0-1-15,0 0 2 0,0 0 4 0,0 0 5 16,0 0 0-16,0 0-2 0,0 0 3 0,24 13-3 16,-13-13 1-16,0 2-2 0,4-1-1 0,-2 1 2 15,1 0-6-15,-1-1 6 0,1 0-11 0,-2 3 8 16,1-1-5-16,-1-1 8 0,-1 5-6 0,1-1-5 15,-3 2-3-15,1 1 10 0,-4 1 2 0,4 5 5 16,-1 1 1-16,-1-1 0 0,-3 2 18 0,5-1 4 16,-3 2-5-16,-2 0-8 0,0-1 5 0,-1 0-1 15,5 1-2-15,-3 1-14 0,2-5 10 0,-2 4-19 16,4-4-38-16,-3 0-65 0,-1-4-45 0,1 1-70 16,-1-1-81-16,2-5-79 0,-4 0-242 0,-4-5-672 15,7 8 298-15</inkml:trace>
  <inkml:trace contextRef="#ctx0" brushRef="#br0" timeOffset="154541.64">8309 8658 3515 0,'6'-2'198'0,"1"0"-78"0,-7 2-41 0,0 0 18 16,14-5 49-16,-12-1 11 0,-2 6-19 0,8-4-38 16,-8 4-19-16,0 0-5 0,0 0-41 0,0 0-42 0,4-14-74 15,-4 14-116-15,0 0-125 0,0 0-368 16,-20-14-746-16,20 14 330 0</inkml:trace>
  <inkml:trace contextRef="#ctx0" brushRef="#br0" timeOffset="165610.54">928 3601 139 0,'0'0'148'0,"-5"-5"-5"0,5 5 2 0,0 0-8 15,-10-11 22-15,10 11-15 0,-5-6-2 0,5 6 1 16,0 0-12-16,-11-8-8 0,9 6-10 0,2 2-5 15,-3-5-3-15,3 5-1 0,0 0-6 0,-4-8-11 16,4 8-2-16,0 0-8 0,0 0-7 0,-4-7-8 16,4 7-1-16,0 0-11 0,0 0-7 0,0 0-8 15,0 0-4-15,0 0-3 0,0 0-7 16,0 0-3-16,0 0 1 0,0 0-1 0,0 0-1 0,0 0 0 16,19 22-2-16,-11-15-2 0,2 2-2 15,-5-3-2-15,4 3-1 0,2-1 1 0,-4 2-2 16,2-2 0-16,5 3-1 0,-5-3-1 0,2 5 3 15,-2-4-2-15,2 0 2 0,-1 4-5 0,-2-3-6 0,1-2 9 16,-2 0-2-16,1 0-2 0,-1 1-22 16,0-2-20-16,0 2-25 0,-7-9-16 0,13 13-15 15,-8-7-11-15,-5-6-35 0,11 12-38 0,-9-8-41 16,3 3-112-16,-5-7-359 0,0 0 159 0</inkml:trace>
  <inkml:trace contextRef="#ctx0" brushRef="#br0" timeOffset="165888.9">1119 3462 118 0,'0'-13'160'0,"0"13"-16"16,0 0-20-16,0 0-6 0,0 0-9 15,0 0 4-15,-18 25-8 0,7-11-7 0,-5 9-8 16,-2-1-2-16,3 0-12 0,-1 0-3 0,-2-1-4 16,4 2-5-16,-3-2-10 0,3 2-2 0,1-1-8 15,-1 1-3-15,5-5-1 0,-4 6-4 0,1 0-8 16,4-5-12-16,-1-5-17 0,-1 1-13 0,1-2-32 16,9-13-24-16,0 0-40 0,-22 33-48 0,22-33-86 15,0 0-264-15,-26 19 117 0</inkml:trace>
  <inkml:trace contextRef="#ctx0" brushRef="#br0" timeOffset="166226.76">742 3646 114 0,'0'0'165'16,"0"0"-12"-16,0 0-16 0,0 0-10 0,0 0-15 15,0 0-8-15,0 0-14 0,0 0-8 0,0 0-12 16,0 0 2-16,0 0-15 0,0 0 6 0,0 0-4 16,0 0-6-16,25-2-3 0,-17 4-2 0,4-1 3 15,-1 2 1-15,8-2-1 0,-2 1-9 0,5 1 1 16,6-2-4-16,-1 3-3 0,-3-2-11 0,-1-2 5 15,-3 3-4-15,1-3-1 0,-2 0-5 0,3 2-3 16,-4-4-3-16,1 4 3 0,-1 0-3 0,-7 0-9 16,2-1-21-16,-3-1-17 0,-10 0-37 0,13 1-26 15,-13-1-42-15,14 1-147 0,-14-1-309 0,0 0 136 16</inkml:trace>
  <inkml:trace contextRef="#ctx0" brushRef="#br0" timeOffset="-141477.42">28292 4736 25 0,'0'0'37'0,"0"0"-2"0,0 0-2 16,0 0 12-16,-6-3-14 0,6 3 2 0,0 0-4 15,0 0-11-15,0 0 4 0,0 0-4 0,0 0 4 16,0 0 1-16,0 0-2 0,-5-6-3 0,5 6 3 16,0 0-5-16,0 0 0 0,0 0-2 0,0 0 3 15,0 0-5-15,0 0 16 0,0 0-22 0,0 0 0 16,-6-4 7-16,6 4-6 0,0 0-5 0,0 0 9 16,0 0 4-16,0 0-9 0,-10-2 1 0,10 2-6 15,0 0-1-15,0 0 1 0,0 0 5 0,-12 0-4 16,12 0 1-16,0 0 0 0,0 0-1 0,-13 0-1 15,13 0 1-15,0 0 0 0,-9 0 1 0,9 0 1 16,0 0 6-16,-7 3-1 0,7-3 5 0,0 0 2 16,0 0 3-16,-9 1 4 0,9-1-7 0,0 0-5 15,0 0 9-15,0 0-9 0,0 0 1 0,0 0 0 16,0 0 2-16,0 0-8 0,0 0 5 0,0 0-7 16,0 0 16-16,0 0-10 0,0 0 2 0,0 0 4 15,0 0-3-15,0 0 5 0,0 0 2 0,32-4-4 16,-22 4 1-16,0 0 3 0,3-2 1 0,-1 0-13 15,-1 0 6-15,2 1 1 0,1-1-3 0,-4 2 3 16,3 0-2-16,-2-1-3 0,2 0 1 0,0 0 9 16,-3 2-12-16,1-1-5 0,0-4-5 0,-1 3 3 15,1 1 11-15,-11 0-6 0,13-3 5 0,-13 3-11 16,9-1-9-16,-9 1-7 0,9-1-15 0,-9 1-8 16,0 0-10-16,0 0-10 0,0 0-11 0,0 0-15 15,0 0-54-15,0 0-148 0,0 0 66 0</inkml:trace>
  <inkml:trace contextRef="#ctx0" brushRef="#br0" timeOffset="-140876.89">28298 4695 8 0,'0'0'87'0,"0"0"-8"0,0 0-7 16,0 0-10-16,0 0 3 0,0 0-20 0,0 0 4 16,0 0 2-16,0 0-6 0,0 0-5 15,0 0-4-15,0 0 12 0,0 0-14 0,0 0-13 16,0 0-5-16,0 0 0 0,0 0-3 0,5 5-4 15,-5-5 3-15,0 0 13 0,0 0-14 0,0 11-3 16,0-11-1-16,0 10 0 0,0-10-6 0,-1 13 10 16,1-2-14-16,0-1 9 0,0 2 21 0,0 3 10 0,0 2 5 15,0-6-14-15,1 6-3 0,-1-1-1 16,0 2-4-16,0-1 2 0,2 0-3 0,0 1-1 16,-2-1 1-16,0-1 5 0,1 2-5 0,-1-3 6 0,1 4-5 15,-1-2-1-15,2 1-5 0,-2-1 6 0,0 0-4 16,0 1-6-16,1 0-2 0,-1 0 7 15,0 0-5-15,-1 0 2 0,1-2 2 0,0 2 3 16,-2-5-3-16,2 3 4 0,-1 1 0 0,0 0-4 16,-3-1 5-16,4 1-1 0,-3 0-1 0,1 0-9 15,-1 0 3-15,0 0-2 0,-3-2 2 0,4-2 2 0,-1 3-5 16,0-6 1-16,1 6 2 0,-1-4-3 0,2-3 1 16,-4 2 1-16,3 1 2 0,0-3-4 15,1 0 3-15,0-1-2 0,-1-1 2 0,0 1 0 16,-2 0-1-16,4-8-1 0,-2 13-1 0,2-13 1 15,0 9 2-15,-2-4-10 0,2-5 10 0,-2 8-7 0,2-8 2 16,-2 8-4-16,2-8 3 0,-1 8 1 16,1-8-1-16,0 0-2 0,0 8-3 0,0-8-9 0,0 0-16 15,-2 8-31-15,2-8-15 0,0 0-20 16,0 0-14-16,0 0-22 0,-2 8-90 0,2-8-234 16,0 0 104-16</inkml:trace>
  <inkml:trace contextRef="#ctx0" brushRef="#br0" timeOffset="-140377.12">27960 5896 50 0,'0'0'147'15,"0"0"2"-15,0 0-15 0,0 0-7 0,0 0-16 16,0 0-10-16,0 0-9 0,0 0-6 0,0 0-5 16,0 0-13-16,0 0 9 0,0 0-5 0,26 18-5 15,-22-9-5-15,1-1-3 0,0 2-6 0,-1 0-4 16,3 0 3-16,-4 2-5 0,1 4-7 0,1 0 2 15,-2-4-4-15,2-4-1 0,-3 5-6 0,2-4-1 16,-1 0-6-16,2-1-4 0,-3 2 2 0,5-2-2 16,-7-8 3-16,4 11-5 0,-2-5-3 0,-2-6 4 15,7 10 0-15,-7-10 10 0,4 7 5 0,-4-7 25 16,0 0 1-16,0 0 4 0,0 0-2 0,0 0-3 16,0 0-4-16,0 0-2 0,25-17-3 0,-19 7 1 15,0 0-2-15,1 1-5 0,-2-4-8 0,4-1 1 16,-3-1-4-16,-1 1-2 0,1 2-8 0,0-1-3 15,-1 3 2-15,-1-2-5 0,2 4-2 0,-3-1 0 16,-1 2 1-16,-1 0-4 0,-1 7-8 0,5-9-12 16,-3 5-15-16,-2 4-15 0,3-8-22 0,-3 8-27 15,0 0-21-15,0 0-37 0,0 0-26 0,0 0-6 16,0 0 2-16,0 0-16 0,0 0-118 0,0 0-333 16,0 0 147-16</inkml:trace>
  <inkml:trace contextRef="#ctx0" brushRef="#br0" timeOffset="-140067.55">28161 6108 5 0,'0'0'149'0,"0"11"-9"0,0-11 5 16,0 0-6-16,8 14-4 0,-5-9-7 0,-3-5-3 15,9 6-5-15,-2-1-1 0,-1-3-7 0,4 1-6 16,1-1-3-16,1-1-3 0,-1-1-4 0,0 2-2 15,3-2-2-15,1-2-9 0,-1 2-2 0,-1-3-6 16,-2 1-7-16,3-1 0 0,-5 0-1 0,0-1-3 16,-9 4-4-16,14-10-4 0,-8 1-7 0,-1 1-4 15,-2 2-5-15,-1-4 7 0,-2 0-14 0,-1-2-5 16,-1 3-3-16,-3-2-4 0,2 1-4 0,-4 2 1 16,0 1-5-16,-3 0 1 0,1 1-7 0,-2 2 0 15,-1 0-4-15,0 2-4 0,-2 2-14 0,-4 2-20 16,4 2-27-16,3 1-19 0,-1-1-30 0,-3 1-40 15,6 4-42-15,-3-1-182 0,-2 2-406 0,1 2 180 16</inkml:trace>
  <inkml:trace contextRef="#ctx0" brushRef="#br0" timeOffset="-139406.84">28094 6676 36 0,'0'-13'237'0,"2"5"-8"16,-2 8-11-16,-2-12-9 0,2 12-9 15,0-9-8-15,0 9-13 0,0 0 3 0,2-10-17 0,-2 10-19 16,0 0-18-16,0 0-13 0,0-9-16 0,0 9-13 16,0 0-6-16,0 0-11 0,0 0-5 0,4 22-9 15,-4-9-4-15,2 2-8 0,1 3 4 0,-2 1-11 16,-1 8 2-16,0-2-8 0,1 7-3 0,-2-3-4 15,0 1 2-15,1-1 0 0,-3 3-4 0,3 0-2 16,-2-6 4-16,0 2-5 0,2 1-1 0,-2-1-4 16,0-2 1-16,1 1 0 0,-1-2-2 0,2-1-2 15,0-4 1-15,0-1-2 0,0 0 2 0,0-1-5 16,0 2 3-16,0 0 0 0,-2-5 1 0,1 2-6 16,0-5 3-16,-1-1-4 0,0 0 5 0,2 1-5 15,0-3 6-15,-2-2-3 0,1 2 1 0,1-9-3 16,-1 10 3-16,1-10 0 0,-1 9-3 0,1-9-3 15,0 0 3-15,0 7-2 0,0-7-11 0,0 0-16 16,0 0-17-16,0 0-20 0,0 0-38 0,0 0-54 16,0 0-37-16,0 0-45 0,0 0-184 0,0 0-454 15,0 0 200-15</inkml:trace>
  <inkml:trace contextRef="#ctx0" brushRef="#br0" timeOffset="-138858.87">27937 7206 146 0,'-2'-11'172'15,"2"11"-12"-15,0 0 1 0,0 0-9 0,0 0-6 16,0 0-15-16,0 0-8 0,0 0-11 0,0 0-10 16,0 0-12-16,0 0-8 0,0 0-10 0,0 0-7 0,0 0-8 15,0 0-6-15,0 0-2 0,0 0 11 16,0 0 3-16,10 23-4 0,-7-16-6 0,2 4-3 16,-3 0 1-16,5-1 3 0,-5 1 0 0,2 1-1 15,3 1-3-15,-5-3 1 0,3 1-3 0,1 2-4 16,-3-3-7-16,3 0-2 0,-3-2 1 0,0 4-5 15,2-3 3-15,0 0-3 0,-2-1 0 0,1 2-5 16,2-2 1-16,-4-2-2 0,3 1-1 0,-2 0-2 16,3-1 2-16,-3-1-4 0,-1 1-1 0,-2-6 2 15,9 9-6-15,-5-3-1 0,-1-2-4 0,-3-4 2 0,8 6 0 16,-2-3-1-16,-6-3 1 0,6 5 3 16,-6-5 2-16,6 4 0 0,-6-4 3 0,7 1 0 15,-7-1 4-15,0 0 0 0,14-1 4 0,-14 1-5 16,10-6 1-16,-3 3-4 0,-2-1 4 0,5-3 4 0,-2-1-1 15,1 1-5-15,4-4 1 0,-4 1-3 0,3 0-1 16,2-3 1-16,-4 0-3 0,-3 3-1 0,4-3-5 16,1 1 2-16,-2 0-4 0,0-1 2 15,-1 3-2-15,-1 0-10 0,2-3-11 0,-4 2-10 16,1 1-11-16,-1-1-27 0,2 1-31 0,-3-1-26 0,1 2-39 16,-1-1-40-16,1-1-41 0,4-3-208 0,-4 3-481 15,1-3 213-15</inkml:trace>
  <inkml:trace contextRef="#ctx0" brushRef="#br0" timeOffset="-138701.39">28556 7037 5 0,'0'0'182'0,"0"0"-42"0,0 0-44 16,0 0-48-16,0 0-45 0,0 0-82 0,0 0-87 15,0 0 39-15</inkml:trace>
  <inkml:trace contextRef="#ctx0" brushRef="#br0" timeOffset="-133467.28">23448 5566 51 0,'0'0'120'0,"-4"-7"-1"15,4 7-2-15,0 0-8 0,0 0-4 0,0 0-6 16,0 0-7-16,0 0-12 0,-5-5-7 0,5 5-9 15,0 0-4-15,0 0-7 0,0 0-3 0,0 0-6 16,0 0-9-16,0 0 5 0,0 0-7 0,0 0-6 16,0 0-1-16,0 0-6 0,0 0 4 0,0 0 9 15,0 0 4-15,0 0 1 0,18-1-2 0,-18 1 1 16,10 0-1-16,-10 0-5 0,19 0 6 0,-8 0-6 16,0 0-1-16,1-1-3 0,2 1-2 0,0 0 5 15,2 0-7-15,5 1 0 0,-5-1-4 0,7 0-1 16,-4 4 4-16,2-4-8 0,1 4 2 0,7-1-1 0,-7 0-1 15,-2-1 0-15,2 0-2 0,0 2 0 16,-2 0-3-16,1 2 0 0,-2 0-2 0,0-1 0 16,0 1 1-16,-1 1 1 0,-1 1 1 0,-1 0-3 15,1 1 3-15,-2 2-3 0,1 0 1 0,-1 2-14 16,0 0 3-16,-1 0-4 0,0 1 3 0,0 2 4 0,2 4-4 16,-5-4 0-16,5 5 5 0,-1-1 0 15,-5-3 2-15,-2 1-3 0,2 4 0 0,-4-3 7 16,0 0-2-16,1 5 0 0,-1-4-7 0,-3 0 0 15,2 5 1-15,-1-8 2 0,0 4 2 0,0-2-2 16,-3 6 0-16,2 0 4 0,-2-5-2 0,0 5-3 0,-1-6 3 16,0 7 2-16,0-5-3 0,-2 4 0 15,-2-1 3-15,0 2-6 0,0 1 7 0,-2 2 0 16,-2-4-4-16,-1-1 5 0,-2 2-7 0,0 1 5 16,0-3-6-16,-3 1 6 0,2-2 2 0,-3-1-5 15,1-2 2-15,-3 2-1 0,1-4 2 0,2-3 2 16,1 2 0-16,0-3-1 0,0 1 1 0,2-3 0 0,-1-2-4 15,1-1 2-15,-2 3 4 0,4-3 0 16,0-2 0-16,-2 2-2 0,0-2 4 0,0 1-3 16,1-1-1-16,-3 1-2 0,3-4 1 0,-1 3 4 15,1-4-7-15,-1 3 3 0,-2-2-2 0,5 0-2 0,-1 0-5 16,0 0-14-16,9-4-9 0,-15 5-12 16,7-3-13-16,8-2-15 0,0 0-13 0,-19 3-22 15,19-3-16-15,0 0-8 0,-15 0-20 0,15 0-122 16,-10 0-290-16,10 0 128 0</inkml:trace>
  <inkml:trace contextRef="#ctx0" brushRef="#br0" timeOffset="-133053.66">23739 6499 70 0,'0'0'156'16,"0"0"-8"-16,4-4-7 0,-4 4-17 0,0 0-6 15,0 0-18-15,0 0-5 0,0 0-4 0,0 0-11 16,0 0-4-16,-1 23-6 0,-2-12 3 0,1 1-5 0,-3 6-4 16,-5-3-4-16,3 3-4 0,-1-1-2 15,1-1-3-15,-2 2-9 0,0-1 0 0,0-3-3 16,-4 8 7-16,3-7 1 0,1 2-6 0,-2-3 3 15,3 0-11-15,-1-2 4 0,0 2-6 0,1-4-4 16,-2 3 0-16,4-3-3 0,-3-1-1 0,4-2-5 16,-2 0-1-16,2 3-1 0,1-4-2 0,4-6-1 0,-9 10-3 15,9-10-2-15,-5 9 2 0,5-9-3 16,-2 10-1-16,2-10 1 0,-2 12 1 0,2-12-4 16,6 10 2-16,-6-10 0 0,10 14-1 0,-5-11-2 15,4 4 0-15,1-2 2 0,3-1-1 0,3 2 3 16,5-3 0-16,0 1-3 0,-1-1-12 0,8 0-19 15,-6 0-23-15,-1-2-30 0,-1 1-40 0,-3-2-32 16,0 2-32-16,-6 2-111 0,1-3-318 0,-12-1 141 16</inkml:trace>
  <inkml:trace contextRef="#ctx0" brushRef="#br0" timeOffset="-126597.09">22865 6047 1896 0</inkml:trace>
  <inkml:trace contextRef="#ctx0" brushRef="#br0" timeOffset="-123821.95">22858 6201 53 0,'-8'-5'117'0,"8"5"-10"16,-8-4 1-16,8 4-1 0,-7-5-3 0,7 5-5 15,-7-4-9-15,7 4-9 0,-5-6 1 0,5 6-6 16,-8-5-2-16,8 5-11 0,-6-6 9 16,6 6 4-16,-5-7-9 0,5 7-2 0,0 0-6 0,-5-5-3 15,5 5-10-15,0 0-14 0,0 0 6 0,0 0-10 16,0 0-2-16,14-5-4 0,-4 3-2 0,8 0-13 16,0-2 11-16,0 1-10 0,0 0-22 0,0 1-6 15,-6 1-18-15,4 1 4 0,-3 0-36 0,-1-1-14 16,-3 1 2-16,-1 1-17 0,1 1-17 0,-3-1-8 15,1 2-63-15,-7-3-202 0,2 8 89 0</inkml:trace>
  <inkml:trace contextRef="#ctx0" brushRef="#br0" timeOffset="-123393.77">22873 6156 92 0,'0'0'99'0,"0"0"-3"0,0 0-6 16,0 0-7-16,0 0-21 0,0 0-5 0,0 0-14 15,-9 7 3-15,9-7 16 0,-1 16-14 0,1-4 14 16,0 3 4-16,-1 2-8 0,1 8 5 0,-3-1-6 16,2-4-1-16,-2 7-8 0,-2-4 6 0,2-2-14 15,2 3 0-15,-2-5-5 0,1 0-7 0,1-2-1 16,1 1 0-16,-3 0 1 0,-1-3-1 0,4-3-1 16,-1 0-1-16,0-1-5 0,0-1-2 0,-1 2-8 15,4-3 7-15,-2-9-3 0,-2 11-3 0,2-5-1 0,0-6 3 16,-1 8 0-16,1-8-1 0,0 0-3 0,-1 8 2 15,1-8 2-15,0 0 0 0,0 0-1 16,-3 10-2-16,3-10-1 0,0 0-1 0,-9 0 0 16,9 0 4-16,0 0-10 0,-18-5-2 0,18 5 2 15,-11-2 0-15,11 2 3 0,-15-2 3 0,8 0-8 16,-2 0 5-16,1 2-8 0,8 0 0 0,-15-2 5 16,15 2 0-16,-10 0-1 0,10 0 1 0,-9-1-4 15,9 1-2-15,0 0 0 0,0 0 3 0,-9-2-3 0,9 2 0 16,0 0-3-16,0 0 5 0,0 0-6 0,0 0 7 15,0 0 4-15,0 0-2 0,0 0-5 0,31 2 4 16,-14-2-4-16,4-3-3 0,8 1-31 0,2 0 6 16,1-1-17-16,6-3-9 0,-2 3-18 15,0-3-26-15,1 2-16 0,-1 0-98 0,-3-2-233 0,4-1 103 16</inkml:trace>
  <inkml:trace contextRef="#ctx0" brushRef="#br0" timeOffset="-118989.88">27248 8142 16 0,'0'0'122'16,"0"0"10"-16,0 0-6 0,2-7-10 0,-2 7-6 0,0 0-9 16,0 0-11-16,0-9 6 0,0 9-1 0,0 0 1 15,0 0-8-15,0 0-3 0,2-9 1 16,-2 9-7-16,0 0 3 0,0 0 2 0,0 0-10 16,0 0-4-16,-2-10-2 0,2 10-1 0,0 0-2 15,2-7-6-15,-2 7 1 0,0 0-5 0,0 0-2 0,2-10-1 16,-2 10 1-16,0 0-2 0,0 0 5 0,0-9-13 15,0 9 4-15,0 0-4 0,0-7-1 0,0 7-5 16,0 0-3-16,2-9-1 0,-2 9-2 0,0 0 4 16,0-9-3-16,0 9-6 0,0 0 2 15,5-9-2-15,-5 9 4 0,0 0-4 0,0-6 4 0,0 6-7 16,0 0 1-16,0 0-2 0,2-8 3 0,-2 8-3 16,0 0-2-16,0 0-1 0,0 0-3 0,0 0 0 15,2-8-3-15,-2 8-2 0,0 0-2 0,0 0-3 16,0 0 0-16,0 0-4 0,0 0 2 0,0 0-2 15,0 0 4-15,0 0-8 0,0 0-2 16,0 0-2-16,0 0 4 0,0 0-4 0,0 0 2 0,0 0 0 16,0 0 1-16,0 0 0 0,0 0 0 0,0 0 2 15,2 25-1-15,-2-25 0 0,0 11-1 0,2-7 3 16,2 4 2-16,-4-8-6 0,1 13 3 0,0-8-1 16,1 3 1-16,-2-2-5 0,2 2 5 0,-2-2 4 15,2 1-6-15,0 2 2 0,-2-3 3 0,3 1-2 16,-2 3-1-16,0 0 0 0,3-1-2 0,-4 1 0 15,2-1 5-15,0 2-1 0,-2 0 1 0,2-1-3 16,0 0 5-16,-1 0-4 0,-1-1 1 0,3 1-1 16,-1 1 9-16,0-2-9 0,-2 3 4 0,0-5-7 15,2 3 2-15,-2-1 1 0,0 2 3 0,0-1-4 16,0-3 1-16,2 0 0 0,-2-7 3 0,0 19-1 16,2-10-2-16,-2 2 0 0,1-1 3 0,-1-1-5 15,0 1 10-15,0-2-8 0,0 2 2 0,2-1-4 16,-2-1 0-16,0 2 3 0,2-2 0 0,-2 1-1 15,0 0 5-15,0 2-7 0,0-2 4 0,0-1-2 16,0 2 0-16,0-1 3 0,2 0 0 0,0 1-4 0,-2-1 5 16,1 1-2-16,-2-1 0 0,2 2-3 15,-1-4 8-15,1 4-4 0,-1-11-2 0,2 15 1 16,-1-6 1-16,-1-1 2 0,-1 1 1 0,1-1 3 16,0-8 3-16,1 19-3 0,-1-10 4 0,0 1-1 0,0-2 1 15,0 1-1-15,0 1-1 0,0 0-3 0,0-1 2 16,2-3-3-16,-2-6 2 0,0 16-4 15,0-7 1-15,-2-2 3 0,2 1 0 0,0 0-1 16,0 1 1-16,0-9-2 0,0 14 5 0,-1-7-6 0,1-7 4 16,0 11-4-16,-2-3 0 0,2-8 0 0,-1 11 10 15,0-5-10-15,1-6 1 0,-2 12 0 0,0-6 0 16,2-6 5-16,0 13-3 0,0-13-3 0,-2 12 2 16,0-5 1-16,2-7 1 0,0 12-4 0,-1-7 2 15,1-5 4-15,-2 13-3 0,0-7-2 0,2-6 2 16,-2 12-4-16,0-7 4 0,2 3-3 15,0-8 1-15,-2 14-2 0,-1-8 1 0,2 2 1 16,1-8-3-16,-4 12 1 0,4-5 1 0,0-7-4 0,0 12 1 16,-2-5-1-16,0 0 3 0,2-7 1 0,0 15-1 15,0-8 0-15,-2 0 4 0,2-7-5 0,-2 15 2 16,2-8-3-16,-1 0 0 0,1-7 0 0,-4 12 4 16,4-4-2-16,-2 2 0 0,0-2-3 0,2 1 4 15,-2-2-5-15,2-7 7 0,0 14-9 0,0-7 3 16,-2 4 2-16,2-11 1 0,-2 12 0 0,-2-2 2 15,4 0 1-15,-2-3-2 0,0-2 0 0,2 4-1 16,-2 0-4-16,0-1 4 0,1-1-1 0,1-7 2 16,-4 17-4-16,4-9 3 0,0 2 3 0,0-1-3 15,0 2 3-15,-2-1 8 0,2-1-3 0,-2 1 10 16,0 0-11-16,2-1-4 0,0 3 3 0,0-2 3 16,-3 0-5-16,1 1 2 0,2-1-3 0,0 1 1 0,-2 0 5 15,2-4-5-15,-2 5 2 0,2-2 5 16,0 2-11-16,0-1 1 0,-3 1 6 0,3-2-7 15,-2 0 6-15,4 0-6 0,-4 1 3 0,2 0 1 16,0 0-2-16,0-2-1 0,0 2 1 0,0-1-2 0,0 1 0 16,-1-2 4-16,2 1 2 0,-2-1-4 0,1 2-4 15,0-2 3-15,-2 0 0 0,0-2 0 16,2 3-4-16,0-1 2 0,0-1 1 0,0 1-2 16,0 0 1-16,0-1 2 0,0 0 1 0,-2-1-7 0,4 4 3 15,-2-2 2-15,0-9 1 0,0 16 1 16,-2-7-8-16,2-1 6 0,0 3 0 0,-2-2 4 15,2 2-2-15,-2-1-1 0,2-1 5 0,0 1 0 16,-2 1 2-16,4-1-3 0,-2-1 0 0,0 5 0 0,-2-3 1 16,2-1-5-16,0 4 1 0,0-3 4 15,0 5 2-15,-1-5-4 0,-1 0-3 0,0 0 2 0,2 3 6 16,0-3-11-16,0 0 8 0,-2 1 2 0,0 1-6 16,2 0-1-16,0-1 7 0,-2 1-5 15,0-2 11-15,0 1-6 0,2 0 0 0,-4 5 0 0,2-1-2 16,0-3-1-16,2-2 7 0,-2 6-1 0,0-4 0 15,-1 3-5-15,3-4 15 0,-2 4-18 16,0-1 4-16,0-2-1 0,0 2-3 0,0-2 0 16,-1-1-1-16,0 3 6 0,1-2-4 0,2 2 3 0,-2-1 7 15,0 0-5-15,0-3-4 0,2 4-3 0,-1-3 4 16,-1 3 1-16,0-2 1 0,4-1 1 0,-4 0-4 16,0 2-5-16,2-2 7 0,-4 4 1 0,4-3-7 15,-2-1 5-15,1 2 0 0,1-5-3 0,-2 2 2 16,0 1-5-16,0 0-1 0,2-2-2 0,-3 2 1 15,1 1 2-15,4 0 6 0,-4 2-5 0,2-3 2 16,0 1-8-16,0-2 5 0,0 1 0 0,0 1 5 16,0-3 1-16,0 2-1 0,0-2 10 0,-3 1-10 15,1 0-5-15,2-1-2 0,0-1 4 0,-2 1-6 16,0 0 7-16,2-1 4 0,-2 1-8 0,1 0-2 16,0-2 1-16,0 3 1 0,1 0 2 0,-4-3-2 15,4 2 3-15,-2-1-2 0,0 2 2 0,2-3-3 16,-2 3 3-16,4-5 7 0,-5 3-11 0,2 0 3 15,-1-1-2-15,2 2 3 0,0 0 1 0,-2-1-8 16,0 0 7-16,2-2 2 0,-4 3-2 0,6-1-2 0,-4 0-1 16,2 1 12-16,0-10-13 0,-4 15 4 15,4-6-4-15,-1 0 2 0,-1 0 0 0,4 0 0 16,-2-9-1-16,-4 17 15 0,4-8-18 0,-2 1 4 16,2-1 7-16,-2-1-6 0,2 1-1 0,0 1 3 0,0-2-1 15,-2 2-1-15,2-1-2 0,0-9 1 16,0 16 0-16,-3-5 0 0,3-1-2 0,0-2-2 0,0 2 4 15,0-1 0-15,-2 1-4 0,2-1 1 16,0 0 2-16,-3 0-2 0,3 2 4 0,-2-1 2 16,2-3-1-16,0 4-1 0,-2 0 3 0,2-1 1 15,0 1 1-15,0 1 0 0,0-2-3 0,0 5-3 0,-1 1-3 16,1 0 1-16,0-3 6 0,0 2-7 16,-1 1 3-16,1-2 1 0,-3 0 2 0,3-3 4 0,0 5-7 15,-2-1-2-15,0-3 0 0,2 4-3 0,0-4 3 16,0 2 0-16,0 3 0 0,0-2 5 15,0 0 0-15,0 3-5 0,0-2 0 0,0 0 2 0,0 2-4 16,0 0 8-16,0-1-4 0,-2 0-3 0,2 1 0 16,2 0 0-16,-4-2-3 0,4 1 1 0,-2 0-1 15,2 1-1-15,-4 0 4 0,4 0 0 0,3 0 2 16,-5-3 0-16,1 1-2 0,0 3 0 0,1 0 2 16,0-3-2-16,-2 0-2 0,0 3 2 0,3 0 0 15,-1 0 1-15,1-1-3 0,-3-1 6 0,2 0-4 16,-2 10-1-16,4-7-2 0,-4-1 11 0,2 1-12 15,1 5 2-15,-1-6 3 0,0 1-1 0,-2-2 0 16,2 1-3-16,-2 0 5 0,4 0-2 0,-2 0-2 16,-2 1 1-16,2-2-2 0,2 1 3 0,-2 7-6 15,0-9 4-15,2 3 2 0,-3-1 0 0,0-2-4 16,0 2 3-16,1-1-1 0,2 1 2 0,-4 0-2 0,2-1 5 16,1-1-5-16,-1 2 2 0,1-1-1 15,-3-2-1-15,0 0 1 0,2 0-2 0,-2 2-2 16,2-2 5-16,-4 1-1 0,2-2-1 0,0-1-2 15,0 3 1-15,2-1-1 0,0 0 0 0,1 0 4 0,-5-4-5 16,4 4 3-16,0-5-1 0,-4 5 2 0,6 3-1 16,-4-1 0-16,0-3 2 0,0-3 0 0,2 4-4 15,-2 0 4-15,0 1 1 0,0-1-5 16,0-4 5-16,0 1-3 0,-2-1 0 0,4 0 0 0,-2-2 3 16,0 0-4-16,-2 1 2 0,2-1 2 0,2-1-9 15,-2 0 6-15,0 2 1 0,0-2-1 16,0-1-6-16,0 4 10 0,0-5-4 0,0-7 0 0,0 16 4 15,0-9-3-15,0-1 1 0,0-6-2 0,2 12-1 16,-2-5 4-16,0-7 2 0,-2 9-1 0,2-9 0 16,0 10-1-16,0-10 0 0,0 7-8 0,0-7-9 15,-6 8-23-15,6-8-25 0,-14 5-35 16,9-3-40-16,-4-2-38 0,9 0-37 0,-22-3-55 0,9-2-54 16,1-1-48-16,-1-6-279 0,4 0-702 0,0-6 311 15</inkml:trace>
  <inkml:trace contextRef="#ctx0" brushRef="#br0" timeOffset="-117145.73">27296 10205 67 0,'0'0'77'15,"0"0"-5"-15,0 0 1 0,-2 10-7 0,2-10-10 16,0 0 0-16,0 0-3 0,0 0 2 0,0 0-10 16,0 0 0-16,0 0 5 0,0 0-11 0,-8 7 4 15,8-7-7-15,-9 2 9 0,9-2-20 0,-12 2 15 16,5 3-8-16,-1-4 5 0,8-1 6 0,-12 1 1 0,12-1 0 16,-11 3-8-16,11-3 12 0,-5 1-11 15,5-1-1-15,-10 0 1 0,10 0 2 0,-10 2-2 16,10-2-1-16,-11 1-6 0,11-1 8 0,0 0-4 15,-8 0 0-15,8 0-9 0,0 0 5 0,0 0 5 0,-8 1 0 16,8-1-5-16,0 0 3 0,0 0-4 0,0 0 1 16,0 0-1-16,0 0-1 0,0 0-5 15,0 0 2-15,0 0 0 0,0 0-8 0,0 0 3 16,0 0-5-16,0 0 4 0,0 0 0 0,0 0-6 0,0 0 4 16,25 1 0-16,-11-2-2 0,-1 2 1 0,5 2 1 15,2-2 3-15,3 0-2 0,4 2-1 16,4-2 2-16,-1 0-2 0,1 1-5 0,4-2-1 0,-5 3 3 15,3-1-3-15,-1 1 0 0,-1-1 1 0,3-1-1 16,-1 2-5-16,-1-2 3 0,4 1 1 0,3 1 8 16,-2-2 1-16,3 2-2 0,12-2 5 0,3 2-1 15,-18-2 0-15,0 2-4 0,15-2 0 16,-13 0 3-16,12 1 2 0,0-2-1 0,-13 0 1 0,16 3-6 16,-3-3 3-16,0 0 1 0,-12 0 6 0,-1 1-6 15,3 0 2-15,10-1-5 0,-13-1 2 0,17-2-1 16,-18 5 2-16,2-2-3 0,-1 0 3 0,2-2 1 15,0 1-1-15,-3 1 1 0,2-2 2 0,1 1-5 16,-1 0 4-16,-2-2-4 0,2 3-2 0,-4-1 1 16,4 1 0-16,-1-3 15 0,-2 3 4 0,0 0-4 15,-1 0 1-15,1-1-2 0,1 0-2 0,-4 0-2 16,-2-1 1-16,2 2-4 0,-1-3 0 0,-1 4-4 16,-2-2 1-16,3 1-2 0,0-3 3 0,-2 2-8 15,-1-2 0-15,2 0 0 0,1 2 4 0,-1-1-2 16,1-1-2-16,-1 2-2 0,1-1 3 0,-1 0-2 15,-1-1-1-15,2 1 0 0,-2 0 3 0,-1 1-6 16,2 0 0-16,-3 0 1 0,0 0-2 0,0-2-2 16,0 2 7-16,2-1-3 0,-2 0-2 0,-1 0-3 15,1-1 2-15,0 3 1 0,0-3 1 0,0 1-1 16,0-1-2-16,-7 2-2 0,0 0 0 0,8-1 1 0,-8 1-1 16,-1-1-1-16,1 1 1 0,0-2-3 15,7 1 4-15,-8 1 2 0,2 1-7 0,-3-1 7 16,2-1 4-16,2 4-3 0,3-4 4 0,-4 2-6 15,-1 2 5-15,0-2-5 0,0-2-1 0,-2 2 2 16,1-2 1-16,-2 2-1 0,0-2 7 0,1 2-3 0,-1 0 2 16,1-1-3-16,-3 1 2 0,2-2-3 0,1 2 3 15,-3-2 0-15,3 1-3 0,-6 1-1 16,5-1 1-16,-1 1-1 0,-3 0 2 0,0 0-5 16,0 0 0-16,-1-2 4 0,2 2-11 0,-2-1 10 0,-1 2-4 15,5-2 8-15,-4 0-10 0,1 1 0 0,3 0 9 16,-3 0-12-16,3 1 4 0,0-1 3 15,0 1-3-15,2-1 1 0,-7 0-1 0,6 0-1 16,-1 0-2-16,-4 0 1 0,0 0 1 0,6 2 8 0,-4-4 7 16,1 1-5-16,-3 1-1 0,2 1-6 0,3-1 11 15,-7 0-1-15,2 0-4 0,1-1-2 16,-1 2 3-16,0-1 1 0,0 0-4 0,-2-1 11 0,2 4-13 16,-3-3 9-16,4 1-6 0,-4-1-1 0,3-1 4 15,-3-1 2-15,2 1 0 0,-2 1-2 0,-2-2 2 16,3 0 3-16,-2 2 8 0,1-1-18 0,-10 1 1 15,18-1-2-15,-6 0-9 0,-2 1 17 0,0 0-3 16,2-2-5-16,-2 2 1 0,0-1-1 0,2-1 1 16,-2 2 8-16,0 0-7 0,2 0-8 0,-1-2 6 15,-1 2 5-15,2 0-10 0,-1-2 6 0,-3 2 7 16,-8 0 2-16,19 0-7 0,-11 0 5 0,1-2-1 16,0 2-1-16,0-1-2 0,-9 1 0 0,17-1-10 15,-9 1 9-15,1 0-5 0,-9 0 4 0,13-2 2 16,-13 2 1-16,13 0-4 0,-5 0-15 0,-8 0 5 15,13-1 8-15,-13 1-3 0,11 0 2 0,-11 0 16 16,9 0-18-16,-9 0 1 0,10-1 1 0,-10 1-11 16,10 0 1-16,-10 0 17 0,10-2-9 0,-10 2-14 15,12 0 12-15,-12 0 5 0,9 0-2 0,-9 0 1 16,9 0-2-16,-9 0-3 0,0 0 9 0,11 0-6 0,-11 0-2 16,0 0 1-16,9 0 2 0,-9 0-3 15,0 0 3-15,0 0 6 0,0 0-7 0,8-3 5 16,-8 3-1-16,0 0-7 0,0 0 3 0,0 0 4 15,0 0-13-15,0 0 7 0,0 0 3 0,0 0-11 0,0 0-17 16,0 0-25-16,5-3-33 0,-5 3-36 0,0 0-56 16,0 0-29-16,0 0-24 0,-24-6-24 15,16 4-33-15,8 2-25 0,-14-1-193 0,5 1-544 16,0-2 242-16</inkml:trace>
  <inkml:trace contextRef="#ctx0" brushRef="#br0" timeOffset="-113381.8">26850 10246 56 0,'0'0'135'0,"-9"0"-3"0,9 0-5 0,0 0-11 0,-14 0 7 16,14 0-8-16,0 0-7 0,-13 1-7 0,13-1 1 15,-7 3-19-15,7-3-6 0,-9 2-1 0,9-2-5 16,-9 5 0-16,5-2-6 0,4-3-6 0,-12 5-4 16,8 1-4-16,-1-1 7 0,-1 2-4 0,-3 0-5 15,4-2-3-15,0 1 0 0,-3 3-1 0,3 0-3 0,-1-1-1 16,-2 1 0-16,2 0-6 0,3 0-5 15,-3 1 3-15,4 1-3 0,-2-2 0 0,-2 1-5 16,6 0-2-16,-2 1 0 0,0 0-1 0,2-2-4 0,2 0-5 16,0 1 1-16,1-3 4 0,2 1-7 15,-3-2 2-15,2 0-3 0,0-1 1 0,1 1-3 16,-1-1 0-16,2-1 2 0,0 0-1 0,1 0-3 16,-1 0 2-16,1-3-5 0,-7-1 5 0,14 2-1 15,-8-1 1-15,-6-1-3 0,17-3 9 0,-9 3-2 16,-8 0-3-16,13-4 1 0,-5 1 2 0,0-3 3 0,-3 2 2 15,3-1-1-15,-3-2-3 0,4 0 0 16,-4-2 0-16,1 2 2 0,1-3-2 0,-3 0-1 0,2-3 0 16,0 2-2-16,-2-2 1 0,-1 2-1 0,1-5 0 15,0 0 1-15,-1-1 7 0,-1 1-13 16,1 4 5-16,-3 2 0 0,2-3 2 0,-2 4-2 0,-2-2 1 16,2-1 1-16,-5 4 1 0,2 0-4 0,1-2-1 15,-2 5-2-15,-1-2 2 0,1 2-3 0,-6 0 2 16,-3 0-2-16,3 3-4 0,-2-2-1 0,1 2 12 15,0 2-10-15,-3 0 2 0,3 2-6 0,-3-1 8 16,3 2-4-16,-2 0-2 0,-1 2 1 0,3-1-10 16,-1 3-13-16,3-1-10 0,-1-1-18 0,0 0-28 15,3 2-28-15,1-2-33 0,4 0-32 0,2-5-35 16,-2 12-160-16,2-12-396 0,2 8 175 16</inkml:trace>
  <inkml:trace contextRef="#ctx0" brushRef="#br0" timeOffset="-108999.68">27254 10262 29 0,'0'0'74'0,"0"0"3"16,0 0-10-16,0 0 6 0,0 0-12 0,0 0-7 16,0 0-1-16,0 0 2 0,0 0-4 15,0 0 1-15,0 0-4 0,0 0-17 0,0 0 12 16,0 0-5-16,0 0-3 0,0 0-9 0,0 0 4 0,0 0-1 15,0 0-12-15,0 0-12 0,0 0 13 16,0 0 6-16,0 0-6 0,0 0-7 0,0 0 3 0,0 0 0 16,0 0-6-16,0 0-2 0,0 0 0 0,0 0-1 15,0 0-2-15,-4 7 0 0,4-7 3 16,0 0 1-16,0 0 4 0,0 0-10 0,0 0-1 0,-2 6 3 16,2-6 6-16,0 0 6 0,0 0-2 0,0 0 0 15,0 0 2-15,0 0 2 0,0 0-6 16,0 0 15-16,0 0 5 0,0 0 3 0,0 0-3 0,0 0-1 15,0 0 6-15,0 0-8 0,0 0 2 0,0 0-6 16,0 0 4-16,0 0 0 0,0 0 0 16,0 0 0-16,0 0-1 0,0 0-2 0,0 0 3 0,0 0-2 15,0 0 6-15,0 0-3 0,0 0 2 0,0 0 0 16,0 0 0-16,0 0-4 0,0 0-9 0,0 0 6 16,0 0-1-16,0 0 4 0,0 0-7 0,0 0-7 15,0 0 4-15,0 0 0 0,0 0 0 0,0 0-1 16,6-21-6-16,-6 21 5 0,0 0-2 0,2-8-5 15,-2 8 0-15,4-9 4 0,-4 9 1 0,3-6 0 16,-3 6-4-16,0-12 1 0,0 12 1 0,4-8-6 16,-4 8 4-16,2-10-3 0,3 6 3 0,-5 4 1 0,3-11-4 15,-1 2 3-15,0 3-1 0,-2 6 3 16,5-12 1-16,-3 9-1 0,-2 3 3 0,4-7-5 16,-4 7-1-16,2-10 8 0,-2 10-10 0,4-10 2 15,-2 6 2-15,-2 4 1 0,6-8 2 0,-4 2 1 16,-2 6 0-16,4-8-2 0,-4 8 0 0,3-12 4 15,1 8-3-15,-4 4 2 0,4-8 4 0,-4 8-1 16,4-8-4-16,-4 8 1 0,1-10-1 0,3 4 1 0,-4 6-1 16,3-9-5-16,-3 9 0 0,3-9 6 0,-2 3-6 15,-1 6 3-15,3-9 2 0,-3 9 3 16,2-10-3-16,-2 10 0 0,2-7-2 0,0 1 1 16,-2 6-5-16,4-11 5 0,-4 11-3 0,3-11-1 0,-1 8-1 15,-2 3 3-15,2-10-7 0,-2 10 2 0,2-9 2 16,-2 9 9-16,5-9-9 0,-5 9-2 0,3-9-3 15,-1 5 1-15,-2 4 2 0,2-9 2 0,-2 9-1 16,3-8 2-16,-3 8-2 0,3-7-1 0,-3 7 3 16,3-9-2-16,-3 9 0 0,2-6 4 0,-2 6 6 15,6-7-3-15,-6 7-4 0,3-9-1 0,-3 9-4 16,5-7 1-16,-5 7 1 0,4-8 2 0,-4 8-4 16,3-7-2-16,-1 2 5 0,-2 5 0 0,6-9-2 15,-6 9 0-15,3-7 1 0,-3 7 1 0,4-8-1 16,0 3-1-16,-4 5-2 0,3-8 4 0,0 3 1 15,-3 5-1-15,4-8 0 0,0 4 4 0,-4 4-6 16,4-7 4-16,-4 7-1 0,3-7 2 0,-3 7-3 16,6-6 1-16,-6 6-2 0,2-9 0 0,-2 9-3 15,6-8 5-15,-4 4-2 0,-2 4 3 0,2-7-1 16,-2 7 3-16,5-7-4 0,-5 7-3 0,4-7 3 0,-4 7-3 16,7-7-1-16,-7 7 2 0,4-9-1 15,-2 4-3-15,-2 5-2 0,9-7 3 0,-6 3 1 16,-3 4-2-16,6-8-2 0,-1 3 2 0,-1 1 0 15,-4 4-2-15,7-9 5 0,-4 6-4 0,-3 3 0 16,6-7 3-16,-6 7 0 0,7-7 4 0,-7 7 4 0,4-6 1 16,-4 6 0-16,4-4 2 0,-4 4 0 0,6-8 0 15,-6 8-3-15,4-6 1 0,-4 6-4 16,6-7 3-16,-6 7-5 0,5-7 3 0,-1 2-2 16,-4 5-3-16,7-8 3 0,-7 8 1 0,2-9-1 0,3 6-2 15,-5 3 8-15,5-9-2 0,-5 9-8 0,4-8 3 16,1 5-1-16,-5 3 4 0,4-8-3 0,-4 8 1 15,4-8-2-15,0 5 4 0,-4 3 0 16,5-8-5-16,-5 8 3 0,5-8 1 0,-3 5-4 0,-2 3-3 16,4-10 0-16,-4 10 3 0,3-7-1 0,-3 7 12 15,6-8-11-15,-3 3-5 0,-3 5 2 16,4-6 1-16,-4 6 1 0,7-7 4 0,-7 7-10 0,4-7 9 16,-1 3-6-16,-3 4 2 0,4-8-5 0,-4 8 1 15,7-8 4-15,-5 4-1 0,-2 4 0 0,2-7 0 16,-2 7 3-16,8-8 0 0,-8 8-8 0,2-7 6 15,2 3-3-15,-4 4 1 0,5-6 5 0,-1 2-5 16,-4 4 5-16,4-6-5 0,-4 6 9 16,2-8-1-16,-2 8 0 0,0 0-2 0,6-6-1 0,-6 6 0 15,4-6 2-15,-4 6 10 0,4-7-14 0,-4 7 4 16,3-5-1-16,-3 5 0 0,2-7-5 0,-2 7 3 16,6-7-7-16,-6 7 16 0,5-6-12 15,-5 6 1-15,4-8-3 0,-4 8 1 0,5-8 3 0,-5 8-5 16,6-5 5-16,-6 5-4 0,5-8 2 0,-5 8-1 15,4-3 3-15,-4 3-2 0,3-6 3 0,-3 6-1 16,4-5-4-16,-4 5 0 0,7-7 3 0,-7 7 4 16,3-6-4-16,-3 6 2 0,4-5-3 0,-4 5 11 15,5-7-7-15,-5 7-3 0,3-7-3 0,-3 7 8 16,5-6-5-16,-5 6-6 0,6-8 14 0,-6 8-3 16,6-7-3-16,-6 7-4 0,5-8-1 0,-2 2 0 15,-3 6 1-15,5-6 3 0,-5 6-2 0,6-6 14 16,-6 6-18-16,5-7-1 0,2 4 2 0,-7 3 1 15,5-8-2-15,-1 4-1 0,-4 4 14 0,5-8-10 16,-5 8-3-16,4-9 3 0,0 5-3 0,-4 4 0 16,6-12 5-16,-4 8 1 0,2-1-4 0,-4 5 15 15,5-10-10-15,-2 7-1 0,-3 3 1 0,5-9-6 16,0 4 4-16,-5 5 6 0,4-7-7 0,1 4 7 16,-5 3-6-16,6-7 2 0,-6 7 3 0,3-8-2 15,-3 8 13-15,6-7-14 0,-6 7 2 0,4-6 0 0,-4 6 0 16,3-6 9-16,-3 6-13 0,7-4 0 15,-7 4 2-15,7-7 0 0,-7 7 4 0,4-7-7 16,-4 7-3-16,6-6 2 0,-3 3-1 0,-3 3 3 16,4-5-1-16,-4 5 3 0,5-6-4 0,-5 6 4 0,5-5-3 15,-5 5 1-15,5-7 1 0,-5 7-7 16,4-6 3-16,-2 2 1 0,-2 4-2 0,9-8-4 16,-5 4 7-16,-4 4 4 0,8-6-5 0,-5 3 2 15,-3 3 2-15,7-7-2 0,-7 7-6 0,6-7 6 0,-6 7 2 16,5-4 2-16,-5 4-2 0,7-6 2 0,-7 6-3 15,5-6 1-15,-5 6 1 0,5-6-1 0,-5 6-4 16,5-5 5-16,-5 5-4 0,5-5 7 0,-5 5-4 16,5-4 0-16,-5 4-1 0,5-6 1 15,-5 6 3-15,4-6-5 0,-4 6-2 0,5-4 7 0,-5 4-10 16,6-6 3-16,-6 6 5 0,6-5-3 0,-6 5-1 16,5-6-7-16,-5 6 8 0,8-5 1 0,-8 5 15 15,3-3-25-15,-3 3 6 0,7-5-3 0,-7 5 1 16,6-6 6-16,-6 6-4 0,8-5 0 0,-3 2 1 15,-5 3 2-15,6-4-5 0,-6 4 7 16,6-4-5-16,-6 4 14 0,9-5-12 0,-9 5-5 0,8-4 4 16,-8 4-4-16,7-5 2 0,-7 5 5 0,8-5-4 15,-5 2-2-15,-3 3-2 0,6-3-1 0,-6 3 6 16,7-5-1-16,-7 5 0 0,5-3 0 0,-5 3 0 16,8-3-2-16,-8 3 0 0,6-4 4 0,-6 4 1 15,7-2-5-15,-7 2 0 0,6-4-7 0,-6 4 11 16,8-2 0-16,-8 2-1 0,5-4-1 0,-5 4 0 15,6-5 0-15,-6 5-2 0,10-3-5 0,-10 3 9 16,11-5 0-16,-6 3 0 0,-5 2 6 0,10-3-11 16,-10 3 1-16,10-4-1 0,-10 4 2 0,8-2 5 15,-8 2-6-15,7-4 4 0,-7 4-2 0,11-3 0 16,-6 0 1-16,-5 3-2 0,9 0-7 0,-9 0 5 16,10-4 3-16,-2 3 0 0,-8 1-3 0,11-5 0 15,-6 4 0-15,-5 1 14 0,14-4-14 0,-8 2 5 16,3 0-6-16,-9 2 4 0,10-1-1 0,-10 1-4 0,11-3 3 15,-11 3-1-15,8-1 1 0,-8 1 1 0,10 0 0 16,-10 0-1-16,10-2 2 0,-10 2-2 16,9 0 1-16,-9 0 4 0,9 2 0 0,-9-2-5 15,10-2-1-15,-10 2-1 0,11 0 12 0,-11 0-7 0,9 0-4 16,-3 2 0-16,-6-2-1 0,11 1 1 16,-11-1 4-16,12 1-6 0,-6 1 1 0,-6-2 4 15,12 1-2-15,-6 2 3 0,-6-3 1 0,11 2 0 16,-11-2-4-16,12 3-1 0,-7-2 1 0,-5-1-4 0,9 3 7 15,-9-3-7-15,8 2 5 0,-8-2-2 0,10 4-2 16,-10-4 5-16,9 3 0 0,-4-1-2 0,0 1 4 16,-5-3-4-16,12 3 6 0,-8 0-6 0,-4-3-1 15,9 4 0-15,-4-2 4 0,-5-2 2 16,9 3-5-16,-9-3 2 0,7 4 1 0,-1-1 0 0,-6-3-5 16,7 5 3-16,-3-3-4 0,-4-2 3 15,9 3 1-15,-9-3 0 0,9 4 3 0,-9-4-3 16,8 5 3-16,-4-3-4 0,-4-2 1 0,8 4 4 15,-8-4 7-15,8 4-12 0,-4-1 2 0,-4-3 3 0,6 3-1 16,-6-3 0-16,8 7-4 0,-8-7 0 16,8 4-3-16,-3-2 5 0,-5-2 13 0,6 7-12 15,-6-7-3-15,8 6 2 0,-2-5 10 0,-2 4-13 0,-4-5-1 16,5 7 4-16,0-4-2 0,0 1-1 0,-5-4 4 16,8 5-3-16,-3 0-3 0,-5-5 7 15,9 6-1-15,-5-3-3 0,-4-3 4 0,6 7-2 0,-2-4-5 16,1 0 4-16,-5-3 2 0,9 7-2 0,-6-3 2 15,-3-4 1-15,9 8-2 0,-7-4 1 0,2-1 2 16,0 3 10-16,-4-6-10 0,6 6 0 0,-6-6-2 16,8 6 0-16,-5-2 0 0,-3-4 0 0,6 7 6 15,-3-2-8-15,-1-1 4 0,-2-4-2 0,5 8-4 16,-1-4 6-16,0 1-1 0,-4-5-1 0,5 9 1 16,-1-5 2-16,-2 2-2 0,-2-6-4 0,6 7 0 15,-5-3 3-15,-1-4 3 0,5 8 0 0,-3-3-7 16,1 1 3-16,-3-6 3 0,4 9 2 0,0-4-7 15,-2 0 6-15,1 1 1 0,-3-6-2 0,5 11 1 16,-3-5 0-16,0 0-3 0,3 0 3 0,-5-6-2 16,5 14 19-16,-4-8-21 0,3 1 2 0,-3-2-1 15,2 2 4-15,1 0-7 0,-2 0 5 0,-2-7 2 16,4 11-9-16,-1-7 0 0,-1 4 7 0,1-2-4 16,-1-1 3-16,1 2 5 0,-3-7-2 0,4 12 1 15,-2-4-5-15,1-3 3 0,-3-5-4 0,4 12 4 16,-3-6-1-16,2-1-2 0,-3-5-2 0,3 12 1 15,1-5-1-15,-3 0 2 0,1-1 0 0,0 1-5 16,2 0 7-16,-3 1 2 0,1-1-2 0,-1 0 2 0,1 0-2 16,-2-7 1-16,2 18 0 0,-2-12-1 15,2 1-1-15,0 2-3 0,0-2 6 0,-1 0-4 16,1 2 1-16,-1-2-8 0,1 0 9 0,1-1 2 16,-2 2-7-16,1 1 7 0,-1-3-4 0,0 1 1 0,0 0 1 15,2 2-3-15,-2-2 0 0,2 0 4 16,-2 0-8-16,-1-7 7 0,1 13 1 0,1-6 4 15,-1-2-4-15,0 3 7 0,2-2-12 0,-3 2 2 0,1 1 4 16,0-2 9-16,0 0-8 0,-1-7 0 0,3 13-2 16,-3-5-2-16,1-3 0 0,1 3-1 0,-1 1 2 15,0-3 0-15,-1-6 3 0,1 14-6 16,1-7 6-16,-1 2-2 0,-1-9-2 0,1 11 2 16,0-5-3-16,1 2 4 0,-2-8 1 0,3 13 1 0,-2-8-5 15,0 1 3-15,2 0-3 0,-2 1-2 0,0 1 7 16,-1-8-2-16,3 13 0 0,-2-6-5 0,3 0 4 15,-3-1-4-15,2 1 7 0,-1-2 3 0,1 5-5 16,-2-3 4-16,0-1-5 0,3 3 1 0,-1-4 3 16,-1 3-4-16,1 0 0 0,0-3-4 0,-2 2 6 15,4 0-5-15,-3-1 4 0,1 1-6 0,-1 0 7 16,1 0 2-16,-2 0-5 0,3-2-3 0,-1 3 0 16,-1-3 5-16,1 1-1 0,1 1 0 0,-1 3 0 15,-1-3 2-15,0-1-4 0,1 1 4 0,-3-7-3 16,5 12-3-16,-4-6 0 0,3 1 3 0,-3 1 5 15,-1-8-8-15,4 9 3 0,-1-1-1 0,-1-2 2 16,2-1-4-16,-1 0-5 0,-3-5 9 0,3 12 0 16,-1-6-3-16,-2-6 8 0,5 11-6 0,-1-5 3 15,0-2-3-15,-2 2 3 0,-2-6 2 0,3 10-4 16,-1-3-3-16,2-2 11 0,-3 1-10 0,2 1 0 0,-3-7 17 16,4 11-8-16,-2-4-6 0,1-1-2 15,-1-1-2-15,0 2 7 0,0 0 2 0,1-2-3 0,-3-5-4 16,5 12 0-16,-1-4 2 0,-3-2 1 15,0 1 1-15,2 0 5 0,1 2-11 0,0-2 6 16,-2-1-1-16,-1 1-2 0,2-1-5 0,-2 1 11 16,3 1-3-16,-1 0-4 0,0 0 0 0,-1-2-4 0,3 2 8 15,-3-1 3-15,1 0-10 0,-3-7 6 16,4 10 0-16,-2-4-3 0,0 1 5 0,-2-7 0 0,4 11 3 16,-2-6 0-16,2 2-4 0,-2-1 1 0,1 0 0 15,-2 1 7-15,-1-7-5 0,3 10-1 0,-3-10 0 16,2 11 8-16,1-5-13 0,-3-6 3 0,2 11 1 15,0-6-1-15,-2-5-2 0,4 10-1 0,-4-10 5 16,0 9-5-16,2-6-2 0,-2-3-5 0,1 9 10 16,-1-9-1-16,3 9-3 0,-3-9 1 0,2 7 1 15,-2-7-4-15,0 6 3 0,0-6 6 16,3 9-8-16,-3-9-2 0,1 7 0 0,-1-7 3 0,2 6-1 16,-2-6 0-16,1 8-3 0,-1-8 6 0,1 6 6 15,-1-6-8-15,1 8 1 0,-1-8-1 0,3 8 3 16,-3-8-3-16,1 7-1 0,-1-7 4 0,2 9-7 15,-2-9 2-15,2 9-5 0,-2-9 6 0,3 9-1 16,-2-4 14-16,-1-5-10 0,3 10 0 0,-1-6 1 16,-2-4-3-16,3 10 0 0,-3-10-3 0,3 10 4 15,0-6 3-15,-3-4-4 0,4 10 1 0,-2-5-1 16,-2-5 2-16,4 9 0 0,-1-4 4 0,-3-5-3 16,4 8 1-16,-2-4-3 0,-2-4 1 0,4 7 1 15,-4-7-2-15,4 7 1 0,-4-7-11 0,5 6 9 16,-5-6 3-16,2 7-2 0,-2-7-4 0,0 0 0 15,4 3-3-15,-4-3 8 0,0 0 0 0,0 0-3 16,0 0 4-16,0 0 0 0,0 0-2 0,4 4 11 16,-4-4-7-16,0 0 1 0,0 0-4 0,0 0-8 15,0 0-31-15,0 0-47 0,0 0-35 0,0 0-41 16,0 0-48-16,-11-17-73 0,4 12-61 0,0-1-351 0,-2-2-746 16,1 1 331-16</inkml:trace>
  <inkml:trace contextRef="#ctx0" brushRef="#br0" timeOffset="-103583.56">29359 10355 60 0,'0'0'72'0,"2"-6"-1"16,-2 6-3-16,0 0 10 0,3-10-17 0,-3 10-1 15,0 0-1-15,2-8 0 0,-2 8-6 0,0 0-5 16,-2-9 7-16,2 9-13 0,0 0 2 0,2-8-4 16,-2 8-1-16,0 0-7 0,0 0 1 0,0 0 2 15,-4-10 2-15,4 10-11 0,0 0 1 0,0 0-7 16,0 0 15-16,0 0-10 0,0 0 1 0,0 0-1 15,0-10 3-15,0 10 1 0,0 0 5 0,0 0-1 16,0 0 0-16,0 0-3 0,0 0 2 0,0 0-6 0,0 0 3 16,-1-8 4-16,1 8 0 0,0 0 1 0,0 0 7 15,0 0 3-15,0 0-2 0,0 0-1 16,-2-10-9-16,2 10 6 0,0 0-4 0,0 0 0 16,0 0-2-16,-2-7 4 0,2 7-3 0,0 0-6 0,0 0-2 15,0 0 3-15,0 0-3 0,-1-10-7 16,1 10 1-16,0 0 1 0,0 0-3 0,0 0 3 15,0 0-1-15,0 0-1 0,0 0 3 0,0 0-6 0,0 0 0 16,3-9-1-16,-3 9-1 0,0 0-1 0,0 0-2 16,0 0-3-16,0 0 1 0,0 0 1 0,0 0 0 15,0 0-3-15,0 0-2 0,0 0-2 16,0 0-1-16,0 0 0 0,0 0 1 0,0 0 0 16,0 0-1-16,0 0-1 0,0 0 0 0,0 0 2 0,0 0-4 15,0 0 3-15,0 0-6 0,0 0 9 0,0 0-6 16,0 0 4-16,0 0-4 0,0 0 1 0,0 0 2 15,3 21-2-15,-3-21 0 0,0 0-3 0,0 0 9 16,0 0-2-16,0 0-3 0,0 0-1 16,0 0 2-16,0 0 1 0,-1 10 3 0,1-10-6 0,0 0 4 15,0 0 1-15,0 0-1 0,0 0 1 0,0 0-1 16,0 0 2-16,0 0-3 0,0 0 1 0,0 0-4 16,0 0 2-16,0 0 2 0,0 0 0 15,0 0 0-15,0 0-3 0,0 0-3 0,0 0 6 0,0 0 0 16,0 0 0-16,0 0 0 0,0 0-2 0,0 0 1 15,0 0 0-15,0 0 1 0,0 0-6 0,0 0 6 16,0 0-2-16,0 0 0 0,0 0 1 0,0 0-2 16,0 0 4-16,0 0-5 0,0 0 2 0,0 0 4 15,0 0-3-15,0 0-2 0,0 0 3 0,0 0-2 16,0 0 2-16,0 0 0 0,0 0-3 0,0 0 0 16,0 0 3-16,0 0 2 0,0 0-5 0,0 0 6 15,0 0-1-15,0 0 4 0,0 0 1 0,0 0 4 16,0 0 2-16,0 0-2 0,0 0-1 0,0 0 2 15,0 0 2-15,0 0-3 0,0 0 1 0,0 0-3 16,0 0 1-16,0 0 0 0,0 0-1 0,0 0-1 16,0 0 0-16,0 0 4 0,0 0-4 0,0 0-3 0,0 0 12 15,0 0 10-15,-6-23 3 0,6 23 2 16,0 0-3-16,0 0 1 0,0 0-1 0,-3-7-4 16,3 7 3-16,0 0-1 0,0 0 0 0,0 0-3 15,0 0-2-15,-2-8 0 0,2 8 0 0,0 0-2 16,0 0-7-16,0 0 0 0,0 0 3 0,0 0-6 15,0 0-1-15,0 0 0 0,0 0-2 0,0 0 1 16,0 0-1-16,0 0-2 0,0 0-2 0,0 0-2 16,0 0 2-16,0 0-5 0,0 0 1 0,0 0 1 15,0 0-2-15,0 0-5 0,0 0 1 0,0 0-3 0,0 0 1 16,0 0 2-16,0 0-2 0,0 0 1 0,0 0 1 16,0 0 0-16,0 0 2 0,0 0-2 15,0 0 2-15,0 0 0 0,0 0 1 0,0 0-2 16,0 0 1-16,-4 19 0 0,4-19 1 0,0 0-3 0,1 13 1 15,-1-13 0-15,1 10 1 0,1-5 1 0,-2-5 0 16,0 11-1-16,1-5 0 0,-1-6 2 16,2 13 0-16,0-7-3 0,-1 0-1 0,-1-6 2 15,0 14 2-15,3-5 2 0,-5 1 1 0,4 0 0 0,-1-2-1 16,0 1-3-16,2-1 5 0,-1-1-2 0,1 3 1 16,-1-4-2-16,-1 3 3 0,2 1-3 0,-2-3 5 15,1 0 1-15,-1-1-2 0,2 4-2 0,-3-10 0 16,2 10 0-16,1-4 0 0,-2 2 6 15,2-4 7-15,-2 6 1 0,1-3 3 0,1 0-8 0,-1-1-2 16,1 0-3-16,-3-6 0 0,4 13 2 0,-2-7-1 16,1 1 1-16,-1 2 1 0,1 1-2 0,0-1-1 15,-1-3-3-15,2 5 0 0,0-5 0 16,-2 4 3-16,2-1-3 0,-1 1-3 0,1-1 4 0,-3-1-2 16,4 1 2-16,-2 2-3 0,-1 0-1 0,2-2 0 15,0 1 2-15,-3-1 0 0,1-2-3 0,2 3 8 16,-1-1-6-16,0 1-1 0,0-1 1 0,-1-3 0 15,2 3-2-15,-3-4 0 0,1 3 2 0,2 0-2 16,-1-2-1-16,-1 0 3 0,2 1-1 0,0 1 6 16,-2-1-6-16,1-1 1 0,0 0-3 0,-1 1 5 15,1-1-3-15,2 0 1 0,-3 1 0 0,1 0 0 16,1 0 1-16,-3-1-3 0,2 2 0 0,0 0 5 16,0-2-2-16,1 3-3 0,0-2 5 0,-1-1 0 15,0 0-4-15,1 1 0 0,-3 0 1 0,2 0 3 16,1 0 0-16,-2-1 1 0,1 0-1 0,1 0 6 15,-2-1-9-15,3 2 2 0,-2-2 0 0,0 4 1 16,-1-3 3-16,2 0 0 0,0-2 0 0,-1 3-4 16,-3-7 4-16,4 10-3 0,-1-3 4 0,-1-2-6 15,3 0 0-15,-5-5 5 0,7 12 0 0,-2-6-1 16,0 0-3-16,-1-1 4 0,0 2 1 0,2-2-6 16,-2 1 1-16,0 0 1 0,0 0 6 0,1-2-4 15,0 3-1-15,-1-1 5 0,2 0-3 0,-1-1 2 16,0 0-3-16,0 0-5 0,-1 2 8 0,1-2 1 15,0 0-3-15,-1 1 2 0,0 0 1 0,1-1-2 16,-1-1-3-16,1 2 4 0,-1 0 0 0,2-2 2 16,-1 1 1-16,1 2-2 0,-1-3-1 0,0 1-5 15,2 1 12-15,-2-1-3 0,2-1 1 0,-2 0 2 16,3 4-7-16,-2-5 1 0,-1 1-4 0,0 2 9 16,0-3-6-16,1 1 1 0,1 3 2 0,-2-4-1 15,3 2-7-15,-3-1 3 0,2 0-7 0,-2 0 11 0,2 0-4 16,-2 0 1-16,3-1-3 0,-3 2 4 0,0-2 4 15,4 2-6-15,-2-2 9 0,-2 1 0 16,3 0 0-16,-2-1-7 0,-1 1 11 0,1 1-11 16,1-2 1-16,-1 1-4 0,2 0 3 0,-2 0 3 15,1-2-15-15,-1 0 20 0,0 1-5 0,3 1 0 16,-2-1 10-16,-1 0-13 0,1 1-1 0,1-2-5 0,0 1 3 16,-3-1 4-16,3 2 5 0,-8-4-9 0,14 4-4 15,-8-4 4-15,1 3 0 0,-1 0-8 0,-6-3 13 16,14 1 2-16,-7 1 2 0,-1 0-3 15,-6-2 7-15,15 3-4 0,-8-2 0 0,-1 0-11 16,2 0 12-16,-8-1-6 0,14 4-1 0,-7-2-20 16,-7-2 19-16,14 0 5 0,-7 0-3 0,1 2-2 0,-8-2 5 15,14 1-6-15,-6-2 2 0,3-1 1 0,-11 2-2 16,15 2 7-16,-6-4-4 0,-1 2 0 0,-2-2 2 16,-6 2-2-16,18-1-3 0,-10 0-2 15,-1-2 1-15,5 1 3 0,-3 0-3 0,0 1-2 0,0 0 7 16,1-2-7-16,-4 3 1 0,2-1-2 0,-8 1 2 15,15-4-1-15,-8 4-2 0,-1-2 6 0,-6 2-4 16,17-3 0-16,-11 2-4 0,4-1 0 0,-2 0 5 16,0 0-3-16,-1-1 3 0,1 3-2 0,1-3-9 15,-1 0 5-15,-8 3 4 0,11-2-4 0,-11 2 4 16,13-4-4-16,-7 2 3 0,1 0 2 0,0-1-8 16,2-4 2-16,-1 4-2 0,0 2 0 0,-8 1 1 15,16-6 5-15,-7 3 0 0,-4 2-1 0,3-3 8 16,-8 4-6-16,13-6-6 0,-8 4 3 0,-5 2 10 15,10-7-8-15,-4 4-1 0,-2-1 2 0,1 1-3 16,-5 3 2-16,11-6 1 0,-7 2-1 0,2 0 4 16,-1 1-1-16,0-1 2 0,-5 4-4 0,9-8-2 15,-4 4 2-15,0 1-3 0,2-2 2 0,-7 5-1 16,7-7 1-16,-3 3 3 0,3 0-8 0,-2 0 7 16,1 1-8-16,-1 0 12 0,0-1-20 0,-5 4 12 15,9-7-2-15,-4 4-8 0,2-1 13 0,-2 0-3 0,0-1 8 16,1 2-11-16,-6 3 0 0,9-9 2 15,-2 4 0-15,-2 0-1 0,2-1 0 0,-1 0 0 16,-1 2-2-16,4-2 1 0,-3 1-1 0,-1-2 8 16,3 0-3-16,-1 0-3 0,1 0-2 0,1 2 3 0,-2-2-11 15,1 0 12-15,0 0 1 0,-3 1-3 16,3-1-3-16,-1-2 4 0,0 2-12 0,-1 1 12 0,-1-2-2 16,2 0 9-16,-1 5-11 0,-1-5 9 15,-1 2-6-15,0-1 2 0,1-1-4 0,0-1-3 16,-1 2 8-16,2-1-2 0,1 1 0 0,-5 0-1 0,3 0 0 15,1-2-2-15,-1 1 1 0,1-1 2 0,-1 1-1 16,0 1-2-16,-1 2 2 0,1-4-4 0,0 0 9 16,2-1-7-16,-4 1 2 0,3-1 0 15,-2 1-3-15,-1-2-1 0,1 2 4 0,1 1-8 0,0 1-2 16,0-2 13-16,-2 1 1 0,1-2-1 0,0 2-2 16,-2 0 0-16,2 0-3 0,-1 0 0 15,2 0 4-15,-1-2-2 0,-2 1 4 0,1 2-4 0,-1-3-1 16,1-1 1-16,1 0 2 0,-3 1-2 0,2-1 0 15,-2-3 1-15,1 4-2 0,3 0-5 0,-3-1 4 16,0 3 4-16,1-2-1 0,-1 1 0 0,0 0 0 16,0-1 0-16,0 2-1 0,0-3-2 0,1 3-3 15,-2-2 4-15,3 1 3 0,-3 2-4 0,0 0 2 16,-1-3-1-16,2-1 2 0,1 1 0 0,0 0 7 16,-3 2-8-16,1-3-11 0,0 3 11 0,2-1-1 15,0-1 4-15,-3 1-3 0,0 9 2 0,0-17-4 16,1 7 4-16,0 1 4 0,2 0-7 0,-2 0 2 15,-1-3-3-15,1 1 5 0,1 1-1 0,-2-1-1 16,2 0-1-16,0 2-2 0,-1-3-4 0,0 3 4 16,0-1 2-16,2 0-4 0,-2 2 1 0,0 0 5 15,1 2 2-15,-2 6-9 0,2-16 3 0,-1 9 5 16,1-1-3-16,-1 1-1 0,-1 7 1 0,1-13 3 16,1 6-2-16,-1-1-5 0,0 0 5 0,-1 8-13 15,1-13 13-15,-1 7 1 0,3-4 0 0,-2 4-4 16,1 0 2-16,-2 6 2 0,1-16 1 0,1 7-5 15,1-1 0-15,-1 3 1 0,0 0 1 0,-1-2 1 16,0-1-1-16,2 4 3 0,-2-4-2 0,-1 2-3 16,0-2 4-16,1 1-4 0,1-1-1 0,-2 1 2 15,2-1 0-15,0 1 2 0,0 3-4 0,-2 6 8 16,1-16-13-16,-1 16 5 0,4-13-1 0,-2 4 0 16,-1 5 7-16,-1 4-5 0,0-13 3 0,2 6 3 15,-2 7-3-15,2-11-1 0,1 5 0 0,-1-2 2 16,-2 8 0-16,0-12 0 0,2 6-3 0,-1-2 2 15,2 1-2-15,-2-1 1 0,1 1-1 0,-2 7-12 16,0-14 10-16,1 6 4 0,0 1 0 0,-1 7-1 16,3-14 2-16,-1 5-1 0,1 1 0 0,-3-2-1 15,1 3 3-15,2 0-3 0,-2-2 0 0,0 1-4 16,-1 8 5-16,3-15-1 0,-1 6-2 0,1 2 5 16,-1-1-18-16,1-2 15 0,0 4 0 0,-1-1 0 15,-1-2-1-15,-1 9-4 0,3-16 8 0,-2 7-4 0,1 0 0 16,-2 1 1-16,2-2-4 0,0 1-1 15,-1 2 7-15,1-1 1 0,1-1-5 0,-2 2 1 16,0-3-10-16,1 3 9 0,-1-3 1 0,1 4 2 16,1-4-2-16,1 1-1 0,-3 1 0 0,2-1 1 15,-2 1-6-15,2-1 9 0,-1 2-5 0,1-1 1 0,-1-2 3 16,-1 4-1-16,-1 6 0 0,3-13-2 0,-3 6 3 16,2 1 5-16,1-4-19 0,1 5 11 15,1-4 2-15,-4 2-1 0,-1-1 0 0,3 0-1 16,-2 1 1-16,-1 7 9 0,3-12-11 0,-1 5 2 0,1 1-3 15,-3-3 3-15,2 1 0 0,-2 8 3 0,4-13-5 16,0 7-1-16,-1-3 0 0,0 4 3 0,-1-3 1 16,2 0-2-16,-4 8 1 0,5-14 1 15,-5 14-6-15,5-13 5 0,-3 4 3 0,-2 9-5 16,5-12 1-16,-5 12 1 0,4-12 2 0,0 6-1 16,-4 6 0-16,5-15 0 0,0 8 0 0,-5 7-2 0,7-9 5 15,-7 9-10-15,4-13 7 0,-1 7-2 16,1-2-4-16,-4 8 3 0,5-13 4 0,-5 13-3 15,6-11 2-15,-6 11 0 0,5-12-4 0,-2 6 2 0,1-1 1 16,-3 1-3-16,6-2 1 0,-3 1 1 0,-2 3 4 16,1-3-3-16,1 2 3 0,-4 5-2 0,2-13 1 15,3 6-6-15,-2 1 4 0,1 2 0 0,-4 4-2 16,7-12 0-16,-4 7 1 0,1 0 1 0,-2-2-1 16,-2 7-2-16,7-10 3 0,-5 6 3 0,2-3 1 15,0 3-7-15,0-2 0 0,0-1 3 0,1 3 4 16,-1-2-6-16,-4 6-2 0,6-11 5 0,-4 7-3 15,-2 4 1-15,8-9 0 0,-3 4 0 0,-2 1 4 16,1-1-5-16,-4 5 2 0,10-7 2 0,-6 4-1 16,0-1-10-16,-4 4 12 0,7-6-4 0,0 3-3 15,-7 3 3-15,10-8 2 0,-6 6-2 0,1-1 1 16,0 0-5-16,-5 3 1 0,10-7 3 0,-4 3-4 16,1 1 3-16,-1 0 2 0,6 0 0 0,-6-1-6 15,1 2 3-15,-1-1 5 0,4 1-3 0,-2 0-2 0,-8 2 1 16,10-3 3-16,-3 0 0 0,-7 3-2 0,12-4-2 15,-5 2-9-15,2 0 9 0,-9 2 3 16,14-2 5-16,-8 1-8 0,2-1 0 0,-8 2 0 16,15-1-3-16,-9 0 1 0,-6 1 7 0,12 0 0 0,-12 0-29 15,13 0 0-15,-13 0-2 0,13 0 6 0,-6 0 2 16,5 0-5-16,-12 0 6 0,16 0 3 0,-7 1-1 16,0 0 8-16,-1-1 0 0,0 2-2 15,3-2 4-15,-5 1-1 0,2 1-6 0,-8-2 8 0,14 0-1 16,-8 1 4-16,-6-1-5 0,13 3 3 0,-6-2 0 15,-7-1 2-15,12 2-5 0,-5-1 7 0,-7-1-2 16,10 1 3-16,-2 1 5 0,-2-2-9 0,-1 3 0 16,3-1 3-16,-2 0 3 0,2 1-6 15,-8-3 2-15,12 5 1 0,-6-3 1 0,0 0-3 0,1 2-6 16,-1-2 3-16,0 1 5 0,1 2 3 0,-2-2-7 16,1 0 7-16,-1 1-2 0,3 0 0 0,-3 0-7 15,2 0 8-15,-2-1 1 0,0 0-6 0,0 1 4 16,-1 1-2-16,-4-5 0 0,9 7 1 0,-5-4 2 15,1 4 0-15,-2-4-3 0,3 1 5 0,-2 2-5 16,-1-2 5-16,-3-4-4 0,8 9 0 0,-2-4 2 16,-3 0 0-16,1-2-3 0,-4-3 4 0,6 9-4 15,-2-5-7-15,0 1 14 0,0 2-2 0,1-3-1 16,-3 2 5-16,1 1-7 0,1-2 4 0,-4-5-7 16,2 14 4-16,2-11-8 0,-4-3 8 0,4 12-5 15,-1-7 8-15,-1 2-5 0,-2-7 4 0,5 9-8 16,-2-2 6-16,2-1-7 0,-3 1 11 0,2 2-7 15,-1-1 9-15,2 0-14 0,-2-2 10 0,-1 2-1 16,3 1 5-16,-2 0-7 0,-1 1 4 0,1-1 2 16,-1-3-2-16,1 2-4 0,-2-2 2 0,2 4 10 15,-1-1-3-15,0 1-11 0,-1-1 3 0,2-1 4 16,-2 0 1-16,0-1-4 0,0 0-1 0,2 0 4 16,-2 0-3-16,2 4-2 0,-3-5 3 0,2 3 2 0,-1-1-3 15,-1-1 3-15,0-7 9 0,3 16-11 16,-2-9 0-16,-1-2-5 0,2 3 4 0,-2-8 0 15,1 13 1-15,0-7-3 0,-1-6-1 0,0 15 2 16,3-7 0-16,-3 2-2 0,0 0 14 0,0-4-13 0,1 2 0 16,-1 0 3-16,0 0-12 0,0-8 20 0,0 14-11 15,1-4-1-15,-1-1 6 0,0-3-1 0,2 1-4 16,-2-7 1-16,0 13-1 0,2-7-2 0,-1 1 9 16,-1-7-9-16,2 12 7 0,-2-7-5 0,0-5 6 15,3 12-4-15,-1-5 1 0,-2-7 6 0,0 12-7 16,2-7 1-16,-2 3-4 0,0-8-7 0,3 11 13 15,-1-5-3-15,0 2-6 0,-2-8 5 0,1 11 2 16,0-5-5-16,1 0 15 0,-2-6-5 0,1 12-4 16,0-5-3-16,0-1 5 0,-1-6-6 0,3 11 3 15,0-6-2-15,-2 3-2 0,1-2 6 0,0 1-2 16,1-1-2-16,0 0-1 0,-3-6 3 16,4 10-1-16,-3-4-8 0,2 1 2 0,-1 0 5 0,-2-7 4 15,4 11-3-15,-3-4 8 0,2 0-9 0,-3-7-2 16,4 11 6-16,-4-11-1 0,2 9 1 0,1-3-4 15,-1 0-1-15,-2-6 1 0,0 9 1 16,0-9-6-16,4 8 6 0,-4-8 2 0,3 9 2 0,-3-9-4 16,2 6-2-16,-2-6-4 0,3 8 15 0,-3-8-11 15,1 6 2-15,-1-6-2 0,1 7 0 0,-1-7-4 16,2 9 1-16,-2-9 7 0,2 10-1 0,0-4-4 16,-2-6 0-16,1 10 4 0,0-2-1 0,0-2 1 15,1 4-1-15,-2-3-3 0,0 1 2 0,3 2 3 16,0-1-5-16,-2 0 3 0,-1-3 1 0,2 3-3 15,0-1 1-15,-1-1 4 0,-1 2-1 0,0 1 1 16,0-3-4-16,2 0 2 0,-2-7-2 0,1 11-3 16,-1-11 2-16,0 10 4 0,0-10 1 0,0 10-5 15,0-10-2-15,1 7 2 0,-1-7 2 0,3 12-1 0,-3-8 0 16,0-4 0-16,0 8-1 0,0-8 7 16,0 0-9-16,1 10 12 0,-1-10-8 0,3 7 4 0,-3-7-2 15,0 0-3-15,1 7-2 0,-1-7 4 0,0 0 0 16,1 6-5-16,-1-6-3 0,0 0 5 15,0 0 0-15,3 9-2 0,-3-9 8 0,0 0-4 16,0 0-3-16,0 7-2 0,0-7 6 0,0 0 2 0,2 7-6 16,-2-7 7-16,4 7-5 0,-4-7-1 0,0 0 2 15,1 7-3-15,-1-7 2 0,3 5 2 0,-3-5-5 16,0 0 0-16,2 10 5 0,-2-10-5 0,2 6 4 16,-2-6 2-16,1 7-6 0,-1-7 3 0,3 8 3 15,-3-8-1-15,2 5 3 0,-2-5-2 0,3 9 1 16,-3-9-1-16,2 7-6 0,-2-7 4 0,4 6-6 15,-4-6 8-15,2 7-2 0,-2-7 5 0,6 7-6 16,-6-7 3-16,4 8-3 0,-4-8 2 0,2 4 3 16,-2-4-4-16,0 0 2 0,4 7 1 0,-4-7-3 15,4 4-1-15,-4-4 1 0,0 0 0 0,0 0-19 16,2 6-16-16,-2-6-18 0,0 0-12 0,0 0-16 16,0 0-3-16,0 0-24 0,0 0-22 0,0 0-13 15,0 0-20-15,0 0-23 0,0 0-44 0,0 0-44 16,0 0-37-16,0 0-236 0,0 0-590 0,0 0 262 15</inkml:trace>
  <inkml:trace contextRef="#ctx0" brushRef="#br0" timeOffset="-102717.25">31875 10142 48 0,'0'0'71'0,"0"0"-4"0,0 0-5 0,0 0-6 0,-12 3-6 15,12-3 5-15,0 0-8 0,0 0-2 0,-8 1 3 16,8-1 1-16,0 0-5 0,0 0 8 0,-7 3 14 16,7-3-20-16,0 0 3 0,-6 2-13 15,6-2 0-15,0 0-3 0,0 0 3 0,-8 4 1 0,8-4-11 16,0 0 5-16,0 0 2 0,0 0-4 0,0 0 16 16,-6 3-4-16,6-3 2 0,0 0 6 0,0 0-7 15,0 0-3-15,0 0 9 0,0 0-6 16,0 0 5-16,0 0-10 0,0 0 10 0,20 1 3 0,-20-1 0 15,15 2-2-15,-3-2-4 0,-2 0 0 0,4 0-4 16,-1 0-3-16,6 0 2 0,-1 0-5 16,4-2-3-16,-4 2 3 0,0 0-3 0,-1 0 3 15,5 0-4-15,-1 0-4 0,-4-1 2 0,0 1-1 0,4 0 0 16,-2 0-2-16,-1-2 0 0,2 2-2 0,-3-2 2 16,-3 2 2-16,2-2-8 0,-3 1 2 0,0 1 2 15,-2 0-3-15,2 0-2 0,-4 1 1 0,5-2-2 16,-2 1-2-16,-2-1 3 0,1 2-1 0,1-1 4 15,1 1 0-15,-2-2-3 0,2 2 1 0,0-2 9 16,-3 1-5-16,3-1-3 0,0 0 0 0,-2 1 2 16,2-3-3-16,0 2-1 0,-2 0-2 0,-1 1-1 15,-1-2 3-15,-1 2-4 0,-8 0-1 16,14-2-2-16,-6 2 4 0,-1-1-5 0,-7 1 1 0,12 0 0 16,-12 0 0-16,13-2 0 0,-13 2-3 0,12-1-4 15,-12 1 8-15,11 0 1 0,-11 0-7 0,13 0 1 16,-6 0-5-16,-7 0 5 0,14 1-1 0,-6-2 0 15,-8 1 2-15,19 0-4 0,-19 0 1 0,0 0-2 16,0 0 3-16,0 0-4 0,0 0 10 0,0 0-11 16,0 0 0-16,0 0 2 0,65 6 4 0,-65-6-11 15,0 0 7-15,0 0 2 0,0 0-3 0,0 0 1 16,41-3 1-16,-41 3-6 0,0 0-14 0,0 0-12 16,0 0-22-16,0 0-28 0,0 0-33 0,0 0-45 15,0 0-15-15,28-11-25 0,-28 11-28 0,0 0-125 16,0 0-376-16,0 0 167 0</inkml:trace>
  <inkml:trace contextRef="#ctx0" brushRef="#br0" timeOffset="-100968.68">28950 10554 149 0,'0'0'159'0,"0"0"-14"0,0 0-14 0,0 0-8 16,0 0-17-16,0 0-13 0,0 0-4 0,0 0-9 0,0 0-12 16,0 0-9-16,0 0-3 0,0 0-5 15,0 0-4-15,0 0 4 0,0 0-5 0,0 0 5 16,16 14-2-16,-16-14-3 0,5 8-1 0,-2-3 0 16,-1 1-7-16,0 1-1 0,0-1-2 0,1 1-4 0,-2-1 1 15,2 3-4-15,-2-2 2 0,-1 3-5 16,3-3 6-16,-3 2-6 0,0-9-6 0,1 17 2 15,-2-11 3-15,2 3 1 0,-1-9-2 0,-3 16 6 16,2-9 0-16,-2-2 4 0,1 5-2 0,-1-6-3 0,3-4 1 16,-4 10-7-16,2-5 1 0,-2 0 0 15,-2 1-2-15,6-6-4 0,-8 7 0 0,4-4 1 0,-2 3-1 16,-1-2-6-16,-2-2 3 0,2 1-11 0,0 2-7 16,-3-3-19-16,0 1-24 0,0 1-22 0,-2-1-31 15,5 0-37-15,0 0-25 0,1-1-161 0,6-2-350 16,-14 2 156-16</inkml:trace>
  <inkml:trace contextRef="#ctx0" brushRef="#br0" timeOffset="-100601.34">29112 10572 42 0,'4'-4'194'0,"-4"4"1"16,7-6-7-16,-3 2-16 0,-4 4-9 0,0 0-19 16,7-6-10-16,-7 6-17 0,0 0-11 0,0 0-10 15,0 0-6-15,0 0 1 0,9 8-5 0,-9-8-2 16,2 11 1-16,-2-4 0 0,3 2 5 0,-5 1-1 0,2 1-5 16,0-1-8-16,-1 1-3 0,1 3-3 15,0 1 2-15,-1-2 1 0,0 2-3 0,-2-2-3 16,0 2-4-16,2-3-3 0,0 1-5 0,1-1-10 15,-1-1-2-15,-2 0 0 0,0-1-4 0,3 1-5 16,0-4-3-16,0-7-4 0,0 13-1 0,0-5 0 0,-1-1-5 16,1-7 4-16,-1 13-3 0,2-6-10 15,-1-7 1-15,-1 9-5 0,1-9-15 0,0 0-21 16,0 11-16-16,0-11-19 0,0 0-17 0,-1 7-18 16,1-7-20-16,0 0-27 0,0 0-18 0,0 0-33 0,0 0-16 15,0 0-168-15,0 0-411 0,-20-17 183 0</inkml:trace>
  <inkml:trace contextRef="#ctx0" brushRef="#br0" timeOffset="-100337.54">28815 10603 39 0,'0'0'174'16,"0"0"-8"-16,0 0-4 0,18-7-5 0,-4 6-11 15,4 0-13-15,4 0-4 0,9-2-9 0,-1-1-5 16,0 3-6-16,0-3-9 0,-2 0-9 0,-6 3-7 16,0 0-8-16,-3 1-8 0,-2-3-4 0,-3 2-2 15,-3 1-9-15,1-3-7 0,-5 3-3 0,-7 0-5 16,13-1-1-16,-13 1-6 0,12-3-13 16,-12 3-14-16,7-2-17 0,-7 2-22 0,7-2-22 0,-7 2-37 15,5-6-35-15,-5 6-17 0,4-5-31 0,-4 5-92 16,1-8-292-16,-1 8 129 0</inkml:trace>
  <inkml:trace contextRef="#ctx0" brushRef="#br0" timeOffset="-99555.06">29494 10090 7 0,'0'-8'138'0,"0"8"2"15,0 0-4-15,0 0-9 0,-4-10-8 0,4 10-9 16,0 0-1-16,-4-10-4 0,4 10 1 0,0 0-1 0,-3-8-6 15,3 8 1-15,0 0-4 0,0 0-3 0,-3-6-3 16,3 6-2-16,0 0-15 0,0 0-3 16,0 0-8-16,0 0-6 0,-4-5-5 0,4 5-8 15,0 0-5-15,0 0-4 0,0 0-3 0,0 0-2 16,0 0-4-16,-13 19 1 0,7-12 1 0,0 5 3 0,-5 1 3 16,2 2 2-16,-2 1-3 0,-5 4 2 15,4-4-2-15,0 0 1 0,-4 4 1 0,4-3 2 16,2-3 11-16,-3 1 2 0,2 1-1 0,0 0 4 15,1-1-3-15,4-1-4 0,-2-1-5 0,2-3-3 16,-1 2-5-16,1-2 0 0,1-1-5 0,0 0-2 0,0-1-1 16,1 0 0-16,0-4-6 0,0 3 1 15,4-7-5-15,-5 9 3 0,5-9-2 0,-4 7-2 16,4-7 1-16,-2 4 1 0,2-4-1 0,0 0 1 16,-4 6 4-16,4-6 4 0,0 0-6 0,0 0 5 0,0 0-2 15,0 0 5-15,0 0-6 0,0 0-5 0,0 0-6 16,0 0-13-16,0 0-20 0,0 0-26 15,-17-7-27-15,17 7-32 0,0 0-38 0,-6-5-36 0,6 5-33 16,0 0-228-16,-4-7-481 0,4 7 213 0</inkml:trace>
  <inkml:trace contextRef="#ctx0" brushRef="#br0" timeOffset="-96685.45">31189 10064 23 0,'1'-10'143'16,"-1"10"9"-16,0 0-3 0,2-9-3 0,-2 9-12 15,2-6-11-15,-2 6-11 0,0 0-12 0,0 0-4 16,-3-13 0-16,3 13-2 0,-1-7-7 0,1 7-2 16,0 0 2-16,-3-7 1 0,3 7-1 0,0 0 0 15,0 0-4-15,0 0-3 0,-4-8-3 0,4 8-2 16,0 0-2-16,0 0-2 0,0 0-1 0,0 0-3 16,0 0 0-16,0 0-1 0,0 0 0 0,-2-8-3 15,2 8-2-15,0 0-3 0,0 0-5 0,0 0 7 16,0 0-11-16,0 0-6 0,0 0-1 0,0 0-7 15,0 0-1-15,0 0-3 0,0 0-4 0,0 0-1 16,0 0-6-16,0 0 2 0,-5-5-4 0,5 5 1 16,0 0-4-16,0 0-5 0,0 0 0 0,0 0-2 0,0 0 2 15,0 0-1-15,0 0-1 0,0 0-5 0,0 0 4 16,0 0-2-16,0 0 0 0,0 0-2 16,0 0 2-16,0 0-5 0,0 0 3 0,0 0-1 15,0 0-1-15,0 0 0 0,0 0 3 0,0 0-5 16,0 0 4-16,0 0 3 0,0 0-8 0,0 0 7 0,0 0-7 15,0 0 5-15,0 0-6 0,0 0 7 16,0 0-4-16,0 0 5 0,0 0-4 0,0 0 0 16,0 0 0-16,0 0 1 0,0 0 1 0,0 0 2 0,0 0 1 15,0 0 5-15,0 0 4 0,0 0 0 0,0 0-2 16,0 0 1-16,0 0-3 0,0 0 3 0,-1-8-3 16,1 8-1-16,0 0-3 0,0 0 9 0,-7-4-9 15,7 4-5-15,0 0 5 0,-8-5 4 16,8 5-7-16,0 0-2 0,-6-6 3 0,6 6 1 0,0 0-2 15,-7-3-2-15,7 3 0 0,0 0 0 0,0 0 3 16,0 0-5-16,-7-4 1 0,7 4 2 0,0 0-3 16,0 0 1-16,0 0 2 0,0 0 0 0,0 0-1 15,0 0-3-15,0 0 2 0,0 0-1 16,0 0-2-16,0 0 1 0,0 0 1 0,0 0-1 0,0 0 3 16,0 0 0-16,0 0 0 0,-8-2-3 0,8 2-3 15,0 0 9-15,0 0-5 0,0 0 1 0,0 0 0 16,0 0 5-16,0 0-1 0,0 0 2 0,0 0 0 15,0 0 6-15,0 0-4 0,0 0 2 16,-4-6-6-16,4 6 6 0,0 0-8 0,0 0 5 0,0 0-8 16,0 0 6-16,0 0-8 0,0 0 1 0,0 0-5 15,0 0 7-15,0 0-4 0,0 0 0 0,0 0 3 16,0 0 1-16,6 24-2 0,-4-15-2 0,-1-2 4 16,2 1 0-16,2 3-1 0,-2 0-2 0,2 1 2 15,-1-1 0-15,-2 1 4 0,2 3 0 0,0-3-2 16,2 3 2-16,-1 0 8 0,3 2-4 15,-2 0 2-15,2-1 3 0,-1 0-5 0,1 0 4 0,1 0 1 16,-1 0 1-16,0 0-2 0,1-3-1 0,0 1 3 16,-3-3-3-16,1 0-6 0,-1 0 9 0,1-2-5 15,-3 1-3-15,0-1 3 0,1 0-4 0,-2-3-2 16,-1 0 3-16,3 0 2 0,-2-1-3 0,1 1 1 16,-4-6-5-16,5 10 4 0,-4-7 0 0,-1-3-1 15,0 0-1-15,2 8-20 0,-2-8-16 0,0 0-11 16,0 0-20-16,0 0-27 0,-10 9-32 0,10-9-42 15,-12 2-37-15,4-1-40 0,0 0-34 0,-3 1-186 16,11-2-499-16,-14-3 221 0</inkml:trace>
  <inkml:trace contextRef="#ctx0" brushRef="#br0" timeOffset="-96097.41">31351 10523 33 0,'0'0'217'16,"0"0"-6"-16,0 0-11 0,0 0-11 0,0 0-9 0,0 0-17 15,-8-13-13-15,8 13-12 0,0 0-12 16,0 0-6-16,0 0-7 0,0 0-5 0,22-3-15 16,-22 3-3-16,10 2-12 0,-10-2-2 0,10 5-9 15,-4-1-3-15,-6-4-4 0,3 10-5 0,0-5-4 0,1 2-5 16,-4-7-4-16,-2 15-5 0,0-5 4 15,-2 0-5-15,-1 1 0 0,0-3-6 0,-4 2 0 16,-2 0 1-16,0-1-6 0,-3-1-2 0,-2 2-1 16,3-5-2-16,-4 0-3 0,6 0 2 0,-3-3-4 15,2 2-1-15,2-2 1 0,-2-2-2 0,5 0-1 16,7 0 4-16,-16-2-9 0,16 2 6 0,-11-2-2 0,11 2-1 16,-9-1-4-16,9 1-3 0,0 0 1 15,-10-4-1-15,10 4-2 0,0 0 3 0,0 0-5 16,0 0 0-16,0 0 1 0,0 0 3 0,0 0-6 0,0 0 1 15,0 0 0-15,0 0 2 0,28 3 2 16,-21-1 1-16,1 0 4 0,-1 1 1 0,-1 1-1 0,4 0 7 16,-4 0-5-16,3 1 1 0,-1 0 4 15,2 0-6-15,-1 2-1 0,-1-3-1 0,0-2-1 16,-1 2-1-16,0 0 1 0,2 1 0 0,-2 0-20 0,1-1-21 16,-8-4-27-16,11 8-44 0,-1-4-46 0,-4-1-45 15,-6-3-37-15,10 7-180 0,-10-7-448 0,0 0 198 16</inkml:trace>
  <inkml:trace contextRef="#ctx0" brushRef="#br0" timeOffset="-95820.88">31483 10571 180 0,'3'-7'248'16,"-3"7"-10"-16,0 0-16 0,5-7-18 0,-5 7-21 15,0 0-20-15,0 0-13 0,0 0-13 0,0 0-13 16,0 0-6-16,0 0-4 0,15 14-6 16,-10-6 1-16,-1 3-5 0,-3-1-6 0,3 0-2 15,-1 2-9-15,0-1-9 0,-3 1-4 0,2-1-5 0,0 5-6 16,-1-4 1-16,2-2-9 0,-5 1-10 0,5-1-4 16,-3 0-3-16,0 0 1 0,1 0-7 0,1-2-13 15,-2 0-28-15,0-8-29 0,-3 12-26 16,3-12-30-16,-3 10-35 0,3-10-31 0,0 0-30 15,-4 11-23-15,4-11-188 0,-2 5-434 0,2-5 192 0</inkml:trace>
  <inkml:trace contextRef="#ctx0" brushRef="#br0" timeOffset="-95559.83">31674 10585 69 0,'0'0'243'0,"4"-7"-9"16,-4 7-23-16,0 0-11 0,4-6-24 0,-4 6-9 15,0 0-1-15,0 0 1 0,0 0 1 0,0 0 2 16,-4 28-12-16,0-18-11 0,3 0-10 16,-1-1-11-16,-1 8 3 0,0-5-7 0,2-2-7 0,0 3-12 15,1-2-5-15,0-2-11 0,-2 4 2 0,2-4-18 16,-1 3-6-16,1-3-6 0,0-2-4 0,0-7-3 16,0 17-4-16,0-10-6 0,0 0 4 15,0-7-15-15,0 12-15 0,0-12-22 0,0 10-22 0,0-10-18 16,-2 10-18-16,2-10-23 0,0 0-15 0,0 0-24 15,-2 7-49-15,2-7-54 0,0 0-53 0,0 0-155 16,0 0-474-16,0 0 209 0</inkml:trace>
  <inkml:trace contextRef="#ctx0" brushRef="#br0" timeOffset="-95296.86">31448 10581 66 0,'10'-4'204'0,"8"-1"-1"0,3 2-1 0,5 1-5 0,1-3-14 16,2 1-11-16,-3-1-25 0,-4 3-10 0,-2 0-10 15,0-1-9-15,-3 0-7 0,-1 1-11 0,-3 0-8 16,-2 0-11-16,-3 2-4 0,2 0-7 0,-10 0-12 16,9-1 0-16,-9 1-7 0,8-1-6 15,-8 1-3-15,0 0-3 0,7-2-6 0,-7 2-2 0,0 0-3 16,0 0-2-16,0 0-3 0,0 0-12 0,0 0-13 15,0 0-27-15,0 0-25 0,0 0-31 0,0 0-46 16,0 0-33-16,0 0-39 0,-22 8-141 0,22-8-373 16,-16 2 164-16</inkml:trace>
  <inkml:trace contextRef="#ctx0" brushRef="#br0" timeOffset="-92287.78">27235 8965 10 0,'0'0'60'0,"0"0"-7"0,0 0-2 16,0 0 0-16,0 0-9 0,0 0 9 0,0 0 2 16,0 0-6-16,-12-1-1 0,12 1-4 0,0 0 4 15,0 0-7-15,0 0 0 0,0 0 8 0,0 0-14 16,0 0 8-16,0 0-13 0,0 0 1 0,0 0-5 15,0 0-4-15,0 0 0 0,0 0 0 0,0 0 0 16,0 0 4-16,0 0-15 0,0 0 0 0,0 0 1 16,0 0-1-16,0 0 11 0,33 1-9 0,-26-1-2 0,-7 0 8 15,14 2-15-15,-14-2 4 0,13 0 1 16,-2-2-3-16,0 2 3 0,-2-1-3 0,2 0 5 16,3-1-3-16,-1 2-14 0,1-1 11 0,-1 1-3 15,1-2 7-15,-3 2 1 0,5 0-1 0,2-2 2 0,-4 1-12 16,-1-2 4-16,5 3 3 0,0-1-8 15,0 0 4-15,1 0 3 0,0 1-5 0,-1-2 8 16,0-1-10-16,0 4 9 0,0-2-2 0,0-1 3 0,-5 2 1 16,-1 0-8-16,1 0-4 0,1 0 2 0,-3 0 0 15,0 0-4-15,0 2 9 0,0-1 4 16,-5-1 0-16,5 1-18 0,-3 0 17 0,1-1-6 0,-1 2 6 16,-8-2-2-16,14 0-1 0,-4 1 0 0,1-2-3 15,-2 1-3-15,2-2-10 0,-1 1 25 0,1 1-10 16,1 0 2-16,0-2-1 0,-1 0 1 0,0 1 3 15,1-1-11-15,3-1 5 0,-3 2 8 16,1-1-13-16,-2 1 7 0,2-2-2 0,-2 3-1 0,1-1-3 16,-3 0 6-16,0 0-2 0,3 0 0 0,-4-1-7 15,-8 2 7-15,16-1-8 0,-6 1 0 0,0 0 6 16,-1 1-6-16,3-1 0 0,-1 0-8 0,-1-1 0 16,1 1 16-16,-1 0-11 0,-1 0 10 0,-9 0 1 15,16 0-3-15,-6-2-1 0,2 2 3 0,-5 2-7 16,-7-2 8-16,13 0-14 0,-13 0-4 0,14-2-3 15,-7 1-3-15,-7 1-6 0,15-1-11 16,-5-1-3-16,-10 2 2 0,15-1-4 0,-7 0-4 0,-8 1-7 16,14-1-7-16,-14 1-32 0,12-2-104 0,-12 2 46 15</inkml:trace>
  <inkml:trace contextRef="#ctx0" brushRef="#br0" timeOffset="-92031.97">28296 8893 35 0,'29'-2'87'0,"-24"1"-10"0,6 1-3 0,-1-1-4 0,2-2-5 15,1 2-7-15,1 0-3 0,-1-1-15 16,6-2 5-16,-3 1-7 0,1 1-2 0,-4 0-6 15,1-1-2-15,-3 2-8 0,2-1-10 0,-3 0 1 16,-3 2-2-16,5-2-16 0,-1 1-4 0,-11 1-14 16,11-2-11-16,-11 2-12 0,13 0-16 0,-13 0-36 0,7-3-108 15,-7 3 48-15</inkml:trace>
  <inkml:trace contextRef="#ctx0" brushRef="#br0" timeOffset="-91872.81">28645 8841 4 0,'0'0'91'0,"8"0"-15"0,-8 0-5 0,14-2-5 0,-6 0-2 15,-8 2-13-15,15-1-2 0,-6 0-23 0,-1-1-15 16,-8 2-14-16,16 0-19 0,-9 0-59 0,-7 0-88 16,9-1 39-16</inkml:trace>
  <inkml:trace contextRef="#ctx0" brushRef="#br0" timeOffset="-91593.81">28210 8855 36 0,'-10'-1'152'0,"10"1"-9"15,0 0-6-15,0 0-11 0,0 0-17 0,0 0-8 16,0 0-4-16,0 0-10 0,27-8-8 0,-10 7-11 16,2-2 3-16,2 0-9 0,8-1-4 0,3 0-19 15,-1 2 10-15,-2-2-13 0,3 3 1 0,-1-3-10 0,-1 2-15 16,1-2-7-16,0 3-8 0,-1-2-12 16,-7 0-17-16,-1 2-16 0,-1 0-19 0,-2-1-9 15,0 0-16-15,-2 1-20 0,-3 0-69 0,-4-1-197 16,3 0 87-16</inkml:trace>
  <inkml:trace contextRef="#ctx0" brushRef="#br0" timeOffset="-90658.8">26038 8700 159 0,'-6'-7'196'0,"6"7"-11"16,0-7-3-16,0 7-12 0,0 0-14 0,-4-6-10 15,4 6-15-15,0 0-16 0,0 0-11 0,0 0-15 16,0 0-11-16,0 0 0 0,0 0-15 0,0 0-5 16,0 0-6-16,13 21-3 0,-8-9-2 0,2 3-5 15,1 0 3-15,-1 3-9 0,4-2-5 0,-4 2-2 16,2-4 2-16,-2-1-6 0,0 2-3 16,-1-1 2-16,-1-2-6 0,1-1 1 0,0-2 0 0,0 1-10 15,1 0 9-15,-1-3-4 0,0 3 3 0,2-2-2 16,-4-3-1-16,1 1 2 0,-1-1-1 0,0 0 2 15,-2 0-5-15,-2-5 6 0,7 6 5 0,-7-6 4 16,6 3 11-16,-6-3 10 0,0 0 6 0,6 4 7 16,-6-4 0-16,0 0-7 0,0 0-3 0,9-12-6 15,-7 4-4-15,4 0-5 0,0 0 6 0,3-7-13 16,1 2-2-16,2-1-4 0,-3-4-4 0,2 2 0 16,0 0-2-16,-4 1-3 0,2-2-1 0,-1 1-5 15,2-1 3-15,-1 1-3 0,-3 5-1 0,1-1-5 16,-2 2-6-16,0 1-7 0,-1 2-15 0,0 1-13 15,1 2-20-15,-5 4-23 0,2-9-19 0,-2 9-15 16,0 0-3-16,0 0-31 0,0 0-8 0,0 0-6 16,12 15-1-16,-12-6-19 0,0 1-144 0,-4 1-354 15,0 1 156-15</inkml:trace>
  <inkml:trace contextRef="#ctx0" brushRef="#br0" timeOffset="-90083.55">26416 8954 49 0,'-2'10'124'0,"2"-10"6"16,0 11-9-16,0-11 1 0,2 10-10 0,-2-5-1 15,0-5 4-15,0 9-2 0,0-9-6 16,0 10-8-16,0-10-10 0,0 7-1 0,0-7-6 0,0 0-4 16,0 0 6-16,1 10 3 0,-1-10 4 0,0 0 3 15,0 0 4-15,0 0-1 0,0 0-1 0,0 0-5 16,-5 6-3-16,5-6-1 0,0 0-3 0,0 0-3 15,0 0-7-15,0 0-4 0,-16-16-8 0,16 16-4 16,-2-11-4-16,-1 5-8 0,3 6-2 0,0-17-2 16,0 6-8-16,0 1 0 0,3-1-5 0,-1 0-7 15,0-1 2-15,0 0-6 0,2 1-3 0,2 3 0 16,-2-3-3-16,3 3-3 0,2 0-2 0,-1 2 0 16,0 1-1-16,2-2-4 0,-1 5 8 0,5 1-8 15,-3 1 0-15,1 0-2 0,1 2 0 0,0 1-5 16,-1 2 4-16,-1 2-2 0,-2-1-1 0,2 2 2 0,-2 0 1 15,0 1 1-15,3-1-2 0,-4 3-2 16,-1-1 4-16,-1-2-1 0,0 1-1 0,0 0 5 16,-1-2-4-16,-3 0 2 0,0-1 4 0,2 0-4 15,-4-6-1-15,0 9 6 0,0-9-2 0,3 7 5 0,-3-7 3 16,0 0 4-16,0 0 4 0,0 0 2 16,0 0 7-16,0 0-4 0,0 0-2 0,0 0 2 15,0 0-3-15,0 0 3 0,0 0-4 0,-14-18-4 16,14 18-1-16,0-14-4 0,0 4-7 0,3 1 4 0,1-2-6 15,2-2-1-15,4-2 1 0,-3 3-7 0,6-1 5 16,-1 0-1-16,1-1-2 0,-2 8 0 0,2-2-3 16,1 0 0-16,-3 3 0 0,0 3-3 15,2 0 2-15,-3 2 2 0,1 2-2 0,-2 1-2 0,2 1-2 16,-2 4 7-16,0 0-6 0,-2 0 2 0,0 2 0 16,-1-1-3-16,1 2-16 0,-3-1-14 15,-2 1-15-15,-2 1-20 0,4 0-33 0,-4 2-50 0,-4-2-51 16,4-2-43-16,-2 0-183 0,-2-1-469 0,0 0 208 15</inkml:trace>
  <inkml:trace contextRef="#ctx0" brushRef="#br0" timeOffset="-76253.48">28337 8860 67 0,'4'-6'87'15,"-4"6"-11"-15,0 0-11 0,0 0-6 0,0 0-7 16,0 0-7-16,0 0 0 0,0 0-8 0,0 0 4 15,0 0-4-15,2-6-6 0,-2 6 2 0,0 0-7 16,0 0-4-16,0 0-4 0,0 0-11 0,0 0-2 16,0 0-10-16,0 0-5 0,0 0 0 0,0 0-7 15,11 0 1-15,-11 0-12 0,0 0-8 0,0 0-7 16,13 3-5-16,-13-3-42 0,9 3-98 0,-9-3 43 16</inkml:trace>
  <inkml:trace contextRef="#ctx0" brushRef="#br0" timeOffset="-75197.84">28420 8858 28 0,'-19'-12'87'0,"19"12"0"0,0 0-5 0,-8-3 0 0,8 3 2 15,0 0-13-15,0 0-2 0,0 0-5 0,-9-2 0 16,9 2-13-16,0 0-7 0,0 0-13 0,0 0 16 16,0 0-11-16,0 0-6 0,0 0-8 0,0 0 4 15,0 0-4-15,0 0-4 0,0 0 1 0,0 0-1 0,0 0 10 16,-6 13-10-16,6-13 5 0,-1 11-1 15,1-11-4-15,-1 14-2 0,0-6-4 0,-1 4-7 16,1-2 11-16,-1 3 7 0,0 0-12 0,2-2 8 16,-1 6-6-16,0-2 1 0,-1-1 3 0,1 3-3 0,0-2 4 15,1 1-5-15,1-1-2 0,-1-2 1 16,0 3-2-16,1-3 3 0,3 2-8 0,-4 2 9 0,2-1 2 16,0 0-4-16,3 0-4 0,-3-1 6 15,1 1-10-15,-3-4 9 0,0 1-18 0,2-1 14 0,-4 1 1 16,2-2 0-16,2 1-5 0,0 4-2 0,-1 0 5 15,-1-5 0-15,0 1 1 0,0-1-4 0,0 1-3 16,0 0 4-16,0-1 4 0,-1 0-1 0,2-1-5 16,-2 2 2-16,1-1-1 0,-2 0 1 0,2 0 3 15,0-1 1-15,-2 1-3 0,2 1 3 0,-3-3-7 16,3 2 6-16,0-2-3 0,-2 1 4 0,1-1-4 16,1 3 3-16,-1-4 2 0,1 1-2 0,0 0-3 15,-2-1 3-15,-1 0 1 0,1-1-16 16,2-7 12-16,0 15 0 0,0-7 1 0,0-2 3 0,0-6-2 15,-1 16-6-15,0-9 2 0,1-7 1 0,0 12 4 16,0-5-6-16,0-7-3 0,0 13 5 0,-2-6-5 16,4 0 6-16,-2-7-11 0,-2 13 7 0,2-13-3 15,0 13 5-15,0-5-4 0,0-8 0 0,2 13 5 16,-2-6-4-16,1-1-2 0,-1 2 2 0,0-8 4 16,1 12-5-16,-1-3 6 0,0-1-7 0,0-1 1 15,0 2 1-15,2-2 0 0,0 2 0 0,-1-3-4 16,1 4 4-16,0-3-1 0,-2-7 6 0,0 14-5 15,2-7-4-15,-2 0 2 0,0 3 1 0,0-10 3 16,3 16-1-16,-3-6-6 0,0 1 3 0,2-2 3 16,0 2 1-16,-2-1-7 0,1-4 4 0,-1 3 0 15,0-1-5-15,-1 1 4 0,1 1 3 0,0-1 2 16,-2 0-5-16,2-9 5 0,0 14-5 0,0-7 6 16,0 2-3-16,-2-2-3 0,2-7 0 0,0 13 1 15,-4-6 4-15,4-7-5 0,-1 13-1 0,0-6 4 16,-2 2-3-16,2-3 2 0,-1 1-3 0,2-7 4 0,-2 14 3 15,2-7-2-15,-2-1-7 0,0 2 5 16,2-8 0-16,-2 11-2 0,2-3 1 0,-2-2-2 16,2-6 2-16,-1 14 0 0,1-7 2 0,0-7-2 15,0 9-1-15,0-9 3 0,-2 11 0 0,2-11-2 0,0 11-7 16,0-11 11-16,0 10-4 0,0-10-5 0,2 6 6 16,-2-6-5-16,3 7 4 0,-3-7 1 15,1 7-2-15,-1-7 0 0,0 7 10 0,0-7-6 16,0 0-1-16,1 8-6 0,-1-8 2 0,0 0-5 0,4 8-7 15,-4-8-3-15,0 0-3 0,2 5 1 0,-2-5 4 16,0 0-7-16,0 0 0 0,0 0 7 16,0 0 2-16,0 0-2 0,2 7 4 0,-2-7-9 15,0 0 12-15,0 0-1 0,3 6-2 0,-3-6 6 0,0 0-3 16,0 0-2-16,0 0 10 0,1 8-4 0,-1-8 1 16,0 0-3-16,0 0 6 0,1 8-16 15,-1-8 19-15,0 0-7 0,0 0 3 0,0 0-3 16,0 0 0-16,0 7 4 0,0-7 0 0,0 0 0 0,0 0-3 15,0 0 3-15,0 0 0 0,0 8-6 0,0-8 8 16,0 0-8-16,0 0 8 0,0 0-3 16,1 8 1-16,-1-8 0 0,0 0 0 0,0 0-3 15,0 0 7-15,0 0-4 0,0 9 3 0,0-9-13 0,0 0 14 16,0 0-1-16,0 0 1 0,4 6 0 0,-4-6-3 16,0 0-1-16,0 0 0 0,0 0 5 0,0 0-13 15,0 0 2-15,0 0-12 0,0 0-20 0,0 0-4 16,0 0-16-16,0 0-19 0,0 0-35 0,0 0-87 15,0 0-215-15,0 0 94 0</inkml:trace>
  <inkml:trace contextRef="#ctx0" brushRef="#br0" timeOffset="-74520.95">28375 8999 17 0,'-8'-6'29'0,"8"6"-11"16,-5-3 5-16,5 3 5 0,0 0 2 16,-5-7 0-16,5 7 1 0,0 0-4 0,0 0-3 0,-3-8-3 15,3 8-5-15,0 0 1 0,-1-10-2 16,1 10-4-16,0 0 2 0,-2-7 1 0,2 7-2 0,0 0 6 15,2-12 0-15,-2 12-1 0,0 0 4 16,1-11 7-16,-1 11-4 0,1-9 6 0,-1 9 2 16,0 0 6-16,-1-12-1 0,1 12 5 0,0-8-1 15,0 8 0-15,-1-9-3 0,1 9 6 0,0 0 3 0,-2-11-13 16,2 11-1-16,0 0 3 0,0 0-5 0,-1-11 4 16,1 11-12-16,0 0 2 0,0 0-6 0,0 0-4 15,0 0 2-15,0 0 2 0,0 0-4 16,0 0-2-16,-24 18 7 0,14-8-7 0,3-2 2 0,-4 3-4 15,-2 2 5-15,1-2 0 0,2 1-7 0,-2-3-6 16,4-1 7-16,0 2-3 0,2-2-2 0,-2 0-8 16,2 0-31-16,-1-2-8 0,1 0-18 0,4-1-18 15,2-5-20-15,-7 7-72 0,7-7-184 0,-5 3 82 16</inkml:trace>
  <inkml:trace contextRef="#ctx0" brushRef="#br0" timeOffset="-74333.45">28350 8886 76 0,'0'0'96'0,"0"0"5"16,0 0-11-16,13 6-11 0,-13-6-6 0,9 7-6 16,-3-3-8-16,2-1-8 0,1 4-9 0,1 0-22 15,2 0-20-15,-1 5-34 0,4-4-33 0,-7 1-43 16,1-1-117-16,0 2 53 0</inkml:trace>
  <inkml:trace contextRef="#ctx0" brushRef="#br0" timeOffset="-73417.69">28200 10191 47 0,'0'0'93'0,"0"0"-8"0,0 0-4 16,0 0-3-16,0 0 11 0,0 0-6 0,0 0 7 0,0 0-5 16,0 0-1-16,0 0-16 0,0 0-1 0,-2-8-8 15,2 8-4-15,0 0-14 0,0 0 0 16,0 0-4-16,0 0-3 0,0 0 0 0,0 0-11 0,0 0 4 16,0 0-4-16,0 0 10 0,8 27-5 0,-7-21 3 15,0 4 5-15,2-1-2 0,-1-1 0 0,0 1-6 16,3 1 4-16,-3 0-2 0,5 0-2 0,-2-2-9 15,-1 1 4-15,1 1-2 0,0-2 6 0,-2 1-13 16,5-2 1-16,-4-1 1 0,3 1 3 0,-4-2-7 16,0 0 0-16,5 0-2 0,-3-1-3 0,-5-4-4 15,7 6 5-15,-1-4 1 0,-6-2-1 0,7 4 2 16,-7-4 4-16,10 0-4 0,-10 0 9 0,0 0 9 16,0 0-1-16,13-4-3 0,-13 4-8 0,8-6 8 15,-5 4-6-15,-3 2-3 0,8-5 2 0,-4 1-3 16,-4 4 2-16,7-5-2 0,-7 5-5 0,6-5 3 15,-6 5-6-15,8-1 0 0,-8 1 4 0,12-6-4 16,-5 4-1-16,-7 2-1 0,11-2-1 0,-4-1-4 16,-7 3 9-16,11-1-7 0,-6-1 4 0,-5 2-8 15,11-3 8-15,-11 3-2 0,10-2-5 0,-10 2-5 16,8-2-1-16,-8 2 0 0,11-4 0 0,-3 3-6 16,-8 1-1-16,10-7-6 0,-5 6 0 0,3-1-1 0,-1-1 3 15,-7 3-1-15,12-5 2 0,-8 2 10 16,-4 3-8-16,10-5-7 0,-6 4 5 0,-4 1-14 15,9-5-7-15,-5 1-13 0,-4 4-10 0,6-7-3 16,-6 7 0-16,5-7-9 0,-5 0-22 0,0 7-26 16,8-10-104-16,-7 5-243 0,1-1 108 0</inkml:trace>
  <inkml:trace contextRef="#ctx0" brushRef="#br0" timeOffset="-71151.58">27114 12354 42 0,'0'0'31'0,"0"0"2"0,0 0-6 0,0 0 1 16,-2 8-4-16,2-8 3 0,0 0-4 0,0 0-4 16,0 0 0-16,0 0-2 0,0 0 6 0,0 0-9 15,0 0 10-15,0 0-4 0,0 0 0 0,0 0-4 16,0 0 0-16,0 0 4 0,0 0-5 0,0 0 3 15,0 0-5-15,0 0 9 0,0 0-4 0,4 10-14 16,-4-10 12-16,0 0 0 0,6 4-1 0,-6-4-7 16,0 0 3-16,0 0-2 0,4 2 4 0,-4-2-7 15,0 0 4-15,0 0-4 0,0 0 5 0,0 0 6 16,0 0-7-16,0 0 11 0,0 0 3 0,0 0 4 16,0 0-8-16,0 0 2 0,0 0 1 0,0 0-1 15,0 0-2-15,0 0 5 0,0 0 1 0,0 0-11 16,0 0 10-16,0 0-8 0,0 0 11 0,0 0-2 15,0 0-6-15,-20 0 1 0,20 0-4 0,0 0 2 16,0 0 2-16,0 0-5 0,-11 0 5 0,11 0-3 16,0 0 4-16,-10-2-11 0,10 2 16 0,0 0 4 0,0 0-4 15,-11 0 2-15,11 0-4 0,0 0-5 16,0 0-1-16,0 0 2 0,0 0 1 0,0 0-5 0,-11 0 2 16,11 0-3-16,0 0 0 0,0 0 1 15,0 0-1-15,0 0-9 0,0 0 6 0,0 0 3 0,0 0 2 16,0 0 1-16,0 0-3 0,0 0-9 0,0 0 2 15,0 0 2-15,0 0 2 0,-9-1-7 0,9 1 3 16,0 0-1-16,0 0 6 0,0 0-10 0,0 0 4 16,0 0-6-16,0 0 4 0,0 0 0 0,0 0 1 15,0 0 0-15,26 6 0 0,-21-4 0 0,5 0 6 16,0-1-6-16,-1 0 5 0,3 1-6 0,1-1-2 16,1-1 3-16,2 1 3 0,2 1 0 0,-1-1-3 15,2 0-4-15,-1 2 4 0,1-1 0 0,0 1 1 16,2-2-6-16,-2 0 2 0,4 1-4 0,-4-2 4 15,4 1 3-15,-2-1-9 0,8 0 7 0,-9 0-2 16,9 0-6-16,-7 0 7 0,1 0-2 0,4 0-2 16,-7 2 3-16,2-2-6 0,-1-2 5 0,1 2 3 15,1-1-5-15,-3 1 1 0,0 0 2 0,0 0 0 16,1 0 4-16,1 0-7 0,-2 0 4 0,2-2-2 16,-1 2 0-16,1 0 0 0,-1-1 0 0,1 1 0 15,0-1-1-15,7 1 4 0,-1 0-10 0,3-3 8 16,2 1-8-16,7-1-6 0,-5 1-3 0,19-3-1 15,-3 3-6-15,-1-3-1 0,4 1-18 0,-5 0 2 16,3 2-13-16,-11 0 3 0,11-1-5 0,-14 1-6 0,15 0-11 16,-15-1 1-16,-2 3-12 0,6-1-18 0,-5 0-105 15,-2 1-220-15,-2-2 97 0</inkml:trace>
  <inkml:trace contextRef="#ctx0" brushRef="#br0" timeOffset="-70509.81">28501 12408 14 0,'0'0'71'0,"0"0"-5"15,0 0-6-15,0 0-6 0,0 0 3 0,0 0-5 16,0 0 4-16,0 0-1 0,0 0 0 0,0 0 2 16,0 0 2-16,28-1-3 0,-16 1-9 0,-1 0-11 15,3 0 23-15,4 0-15 0,2 1-2 0,1 1 4 16,6-1-2-16,1 0-6 0,3 0-1 0,-2 1 0 15,3 0-3-15,0-2-8 0,-1 2 0 0,3 1 1 16,-1-2 1-16,3-1-3 0,-2 1-4 0,1 1-1 16,1-2 2-16,-2 1-10 0,4-1 12 0,-2 3-3 15,3-3-2-15,-3 1 0 0,1 0 1 0,0-1 0 16,2 1-3-16,0-1 2 0,-2 0-7 0,0 0 0 16,2 2 2-16,1-2 0 0,15-3 1 0,-4 3 7 15,-11-1-7-15,11 1 1 0,0-4 2 0,4 3-5 16,-3-1 3-16,2 2-2 0,0-1-3 0,-2 0 2 15,-1-2-1-15,3 2-6 0,2-2 2 0,-2 1-1 0,0 2 0 16,4-1-1-16,0 0-1 0,1 1-3 16,-1 2-3-16,0-3-19 0,-3-1-11 0,-1 2-22 15,-2-2-11-15,-12 2-22 0,-1 0-14 0,-1-1-20 16,-3 1-102-16,-6 0-239 0,-2-3 107 0</inkml:trace>
  <inkml:trace contextRef="#ctx0" brushRef="#br0" timeOffset="-69806.55">30317 12401 82 0,'41'-3'91'0,"-41"3"1"0,24 0-11 16,-10 0 0-16,5 0-9 0,-1 0 4 0,4 0-8 15,6 0 3-15,1 0-6 0,2 0-2 0,-1 0-1 16,1 2-3-16,1-2-9 0,0 0-2 0,0-2 1 16,0 2 1-16,-1 0-15 0,0 0 8 0,-1 0 0 15,-3-3-9-15,4 3 0 0,-11-1 2 0,10 0-2 16,-2-1-7-16,1 1 8 0,1-1-7 0,-4 0 2 15,3-2-1-15,-3 4-7 0,1-1 4 0,-6 1-4 16,8-3-8-16,-2 0 3 0,1 5-1 0,-1-3-1 16,2 0 15-16,-2-2-6 0,1 2 0 0,2-1 0 15,-10 1 1-15,10 1-5 0,-2-2-1 0,-7 2 1 16,0-1-2-16,1-2-5 0,6 1 5 0,-7 2-3 16,1-3-5-16,6 0 1 0,-1 2 1 0,-8 1-4 0,3 0-3 15,-3-3 3-15,2 3 3 0,-1-4-17 16,-1 1 4-16,0 5-2 0,0-6-1 0,-1 4 3 15,0-4-5-15,-1 4-1 0,2-1 7 0,-1-2 2 16,-4 0-4-16,-1 5 5 0,1-2-3 0,-3 0 1 0,2 0-3 16,-3 0 0-16,2 0 6 0,-2 0-5 15,-2-2 3-15,-1 0 0 0,-7 2-3 0,14-1 4 16,-7 0-2-16,-7 1 0 0,0 0 5 0,14 0 4 16,-14 0-15-16,0 0-6 0,6-3-5 0,-6 3-18 0,0 0-2 15,0 0-14-15,0 0-7 0,0 0-20 0,0 0-8 16,0 0-9-16,0 0 1 0,0 0-14 15,-16-15-3-15,16 15 4 0,-11-1-2 0,11 1 12 16,-11 0-52-16,11 0-160 0,-9-2 71 0</inkml:trace>
  <inkml:trace contextRef="#ctx0" brushRef="#br0" timeOffset="-69104.94">31985 12304 462 0,'-10'-3'-43'0,"10"3"9"0,0 0 21 15,-12-1 3-15,12 1 8 0,-10-1 8 0,10 1 13 16,-9-1 2-16,9 1 9 0,0 0-8 0,-8-1 8 16,8 1 5-16,0 0-2 0,0 0-7 15,0 0 17-15,0 0-10 0,0 0 7 0,0 0-1 0,0 0-3 16,0 0 13-16,28-3-15 0,-17 3 9 0,1 0 1 15,0 0-2-15,1 0-8 0,2 0 11 0,4 0-5 16,-2 0-3-16,2 0 1 0,0 0 2 0,3-2-1 16,-2 1-2-16,0 2-1 0,8-2 9 0,-8 1-8 15,2-1-1-15,3-7-10 0,-3 9 10 0,-3-2-3 16,0 0-1-16,2-2-6 0,0 1 7 16,0 1 1-16,1-1-4 0,-1 0-4 0,1 4 4 0,-4-4 2 15,4 3 0-15,-3-2-1 0,0 1 2 0,1-3-6 16,-1 1 3-16,0 2-1 0,0-1-5 0,-6 1-3 15,-13 0 0-15,0 0-4 0,0 0-3 0,0 0-1 16,70-2 2-16,-70 2-3 0,0 0-7 0,36-1 7 16,-36 1-1-16,0 0-4 0,0 0 0 0,0 0 0 15,43 2-3-15,-43-2-4 0,0 0 3 0,0 0-11 16,0 0-12-16,0 0-6 0,0 0-16 0,0 0-14 16,0 0-25-16,0 0-11 0,35-6-14 0,-35 6-9 15,0 0 2-15,0 0 0 0,0 0 1 0,0 0 1 16,0 0 6-16,0 0 5 0,0 0 7 0,0 0 10 15,0 0 9-15,0 0 4 0,0 0 16 0,0 0 7 16,0 0 9-16,0 0 11 0,0 0 14 0,0 0 6 16,0 0 15-16,0 0 9 0,0 0 3 0,0 0 2 15,0 0 0-15,0 0 0 0,0 0 12 0,0 0 7 16,0 0-11-16,0 0 29 0,0 0-8 0,0 0-1 16,0 0 4-16,0 0-3 0,0 0 3 0,0 0-1 15,23-25-3-15,-23 25 2 0,0 0-3 0,47 0-7 16,-47 0 2-16,38 2-1 0,-38-2-10 0,0 0 0 15,54-2 1-15,-54 2-8 0,36 0-3 0,-36 0 1 16,38 2-1-16,-38-2 4 0,37 2-11 0,-37-2 1 16,0 0-5-16,44 0-5 0,-44 0-16 0,0 0-4 15,0 0-19-15,0 0 2 0,0 0-3 0,42-2-13 16,-42 2-15-16,0 0-8 0,0 0-7 0,0 0-7 16,0 0 5-16,0 0 0 0,0 0 9 0,0 0 7 15,0 0 10-15,0 0 0 0,0 0 11 0,0 0 2 16,0 0 15-16,0 0-3 0,0 0 14 0,0 0 6 15,0 0 10-15,0 0 9 0,0 0 1 0,0 0 4 16,0 0 6-16,0 0 5 0,0 0 2 0,0 0 18 0,0 0-14 16,0 0 12-16,0 0-8 0,0 0-2 0,0 0-4 15,0 0-2-15,0 0-6 0,0 0-5 16,0 0 3-16,35 2-2 0,-35-2 0 0,0 0-22 16,0 0-10-16,0 0-31 0,0 0-22 0,0 0-26 15,0 0-58-15,34-9-159 0,-34 9 71 0</inkml:trace>
  <inkml:trace contextRef="#ctx0" brushRef="#br0" timeOffset="-49377.79">27281 8022 24 0,'0'0'26'15,"0"0"0"-15,0 0-12 0,0 0 5 0,0 0-3 16,0 0-1-16,0 0-3 0,0 0-2 0,0 0-5 16,0 0 2-16,0 0-4 0,0 0 0 0,0 0-6 15,0 0 5-15,0 0-14 0,0 0 6 0,0 0-1 16,0 0-4-16,0 0-14 0,0 0-25 0,0 0 12 16</inkml:trace>
  <inkml:trace contextRef="#ctx0" brushRef="#br0" timeOffset="-48882.43">27281 8032 2 0,'0'0'6'0,"0"0"0"0,0 0 16 0,0 0 1 15,0 0 1-15,0 0 3 0,0 0-1 0,0 0-4 16,0 0-3-16,0 0-2 0,0 0 2 0,0 0-1 16,0 0 2-16,0 0 6 0,0 0 0 0,0 0-4 15,0 0 0-15,0 0 7 0,0 0-7 0,0 0 5 16,0 0-2-16,0 0-2 0,0 0-3 0,0 0 3 16,0 0-4-16,0 0-3 0,0 0 1 0,0 0 8 15,0 0-5-15,9-18 0 0,-9 18 8 0,0 0 0 16,0 0-5-16,0 0-1 0,0 0-1 0,0 0 7 15,0 0-5-15,4-6-8 0,-4 6 10 0,0 0 4 16,0 0-5-16,0 0-6 0,0 0 8 0,4-6 5 16,-4 6-3-16,0 0-2 0,0 0 10 0,3-7-7 15,-3 7-12-15,0 0 12 0,3-5-7 0,-3 5-3 16,2-6 8-16,-2 6 7 0,0 0 4 0,0 0 0 16,4-7 11-16,-4 7-6 0,0 0-8 0,0 0 2 15,0-9-4-15,0 9-6 0,0 0 4 0,0 0 4 0,0 0-13 16,2-8 5-16,-2 8 1 0,0 0-3 15,0 0-6-15,0 0 7 0,0-9-7 0,0 9 7 16,0 0-3-16,0 0-2 0,0 0 2 0,0 0-6 16,0 0 3-16,0 0 3 0,0 0-8 0,0 0-3 0,0 0 0 15,0 0-3-15,0 0-1 0,0 0 0 16,0 0-11-16,0 0 8 0,0 0-2 0,0 0 3 0,-22 17 0 16,15-8-4-16,-7 1 2 0,3 3-4 0,-2 0 3 15,-1-1 2-15,1 1 2 0,-1 0 0 0,1-1 2 16,-3-1-3-16,1 1 4 0,-1-1-4 0,4 2 3 15,2-5-9-15,0-1 7 0,3 0-4 0,-1-1 4 16,1-1-2-16,0 0-2 0,0 1 0 0,3 0-2 16,-1-3-15-16,5-3-18 0,-8 7-15 0,8-7-24 15,-5 6-10-15,5-6-18 0,0 0-12 16,0 0-21-16,0 0-122 0,0 0-273 0,0 0 122 16</inkml:trace>
  <inkml:trace contextRef="#ctx0" brushRef="#br0" timeOffset="-48676.68">27238 8006 80 0,'0'0'148'0,"0"0"-14"0,7-6-8 0,-7 6-19 15,0 0-4-15,3-7-13 0,-3 7-11 0,0 0-9 16,0 0-4-16,0 0 9 0,0 0 7 0,17 9-4 16,-9-5 0-16,-2 3-8 0,7-2-1 0,-4 1-5 15,5 2-10-15,1 2-5 0,3-1-5 0,1 1-1 16,0-1-6-16,6 3-4 0,-2 1 0 0,-6-5-20 15,2 0-29-15,-1 0-22 0,-3-2-28 0,3 2-27 16,-7-2-36-16,-2 2-119 0,-1-1-268 0,-2-3 119 16</inkml:trace>
  <inkml:trace contextRef="#ctx0" brushRef="#br0" timeOffset="-48065.87">26174 7929 46 0,'-5'-5'198'0,"5"5"-9"0,-2-9-12 0,2 9-11 0,-2-7-6 15,2 7-10-15,0 0-14 0,0 0-15 0,0-9-10 16,0 9-17-16,0 0-9 0,0 0-10 0,0 0-7 16,15 1-9-16,-15-1-2 0,14 13-8 15,-3-5-3-15,2 2-3 0,3 4-7 0,-3-4-3 0,1 3-3 16,-1 0 1-16,-1 2 0 0,4 0-4 0,-6-1-4 16,4 2 3-16,-5-3-7 0,2-2-2 0,1 1-4 15,-6-2 4-15,1-2-4 0,-1 0 0 0,2-1-4 16,-4-1 2-16,3 0-3 0,-5-4 3 0,2 3-2 15,-4-5-1-15,5 7 3 0,-5-7 0 0,7 3 10 16,-7-3 20-16,0 0 13 0,5 4 3 0,-5-4-1 16,0 0-4-16,0 0-4 0,8-15-7 0,-3 5-2 15,-1-2-7-15,1-3-2 0,0-2-1 0,-1-1-2 16,2 1-4-16,3-9 2 0,-1 0-10 0,0 3 1 16,1-4-4-16,-2 3-1 0,2 7-1 0,-2 0-7 15,-1 2-6-15,-1 5-18 0,-1 1-17 0,-2 0-30 16,1 4-38-16,-2-2-41 0,-1 7-35 0,0 0 2 15,8-5-3-15,-8 5-8 0,0 0-136 0,7 19-354 16,-5-7 157-16</inkml:trace>
  <inkml:trace contextRef="#ctx0" brushRef="#br0" timeOffset="-47735.64">26661 8152 33 0,'11'-5'203'0,"-11"5"-4"15,5-8-11-15,-1 4-9 0,0 0-10 0,1-5-10 0,0 2-3 16,-1-2-7-16,1-2-13 0,3 3 4 0,-5-3-13 16,4 0-9-16,-3 0-15 0,3 1-8 0,-1-2-11 15,-1 2-5-15,2-2-5 0,-2 2-5 16,-1 1-3-16,0-1-4 0,-4 6-1 0,4-2-7 16,-4 6-4-16,3-7-9 0,-3 7-5 0,2-7-3 0,-2 7-3 15,0 0-6-15,0 0-4 0,2-8-6 0,-2 8 4 16,0 0-9-16,0 0-3 0,0 0 1 15,0 0 0-15,0 0-1 0,-11 24 0 0,9-16-1 16,-2 2-3-16,2-2 3 0,1-1-1 0,-1 2-3 0,2-1 0 16,0-8-1-16,0 15 1 0,-2-8 2 0,2-7 1 15,2 13-2-15,3-8-2 0,-1-1-6 16,2 2-18-16,3-2-16 0,1-1-37 0,1-1-35 0,5 1-39 16,1-5-31-16,2 1-25 0,0-1-167 15,-2-4-404-15,-4 0 179 0</inkml:trace>
  <inkml:trace contextRef="#ctx0" brushRef="#br0" timeOffset="-47562.12">26924 7775 2217 0,'-3'-11'18'0,"-1"-2"68"0,0 6 6 0,-1-4-15 16,1 6-22-16,2 1-3 0,2 4-4 0,-5-11-5 16,5 11-6-16,-5-7 2 0,5 7-4 0,-4-5-5 15,4 5-5-15,0 0-6 0,0 0-14 0,0 0-23 16,0 0-19-16,0 0-13 0,0 0-20 0,0 0-37 15,0 0-37-15,22 0-39 0,-11 4-196 0,8-3-409 16,0 0 181-16</inkml:trace>
  <inkml:trace contextRef="#ctx0" brushRef="#br0" timeOffset="-44961.91">27099 11349 13 0,'0'0'154'0,"0"0"-13"16,-4-5-9-16,4 5-10 0,0 0-7 16,0 0-8-16,0 0-9 0,0 0-3 0,0 0-15 15,0 0-6-15,0 0-10 0,0 0-9 0,0 0-6 16,0 0-7-16,0 0-5 0,0 0 2 0,0 0-9 15,0 0-3-15,0 0-3 0,0 0-2 0,-10 14 4 16,8-9 3-16,-1 1-7 0,-1 0-4 0,0 0-3 16,0-1-1-16,-1 3 0 0,-1 1 6 0,0-2 2 0,-2 4-1 15,1-2 1-15,1 0-3 0,-6 3-4 0,3-3 1 16,1 4 1-16,-4-3-4 0,1 3 3 0,0-1 0 16,-1-1-7-16,-1 1 1 0,4-4-12 15,-1-1-21-15,0 2-19 0,1 0-26 0,2-5-27 0,2 0-30 16,1 2-129-16,-1-2-274 0,5-4 122 0</inkml:trace>
  <inkml:trace contextRef="#ctx0" brushRef="#br0" timeOffset="-44754.88">27212 11326 106 0,'0'0'134'0,"11"1"-3"0,-11-1-6 0,8 3-3 15,-1 0-17-15,0 3 0 0,-2-2-5 0,3 3-7 16,-1-1-13-16,1 2-4 0,-2 1-12 0,2 0-3 16,-1 1-4-16,3-2-9 0,-2 2-2 0,4 1-16 15,1 1-16-15,-4-2-32 0,0-6-34 0,2 3-36 16,-2 1-32-16,-2 1-84 0,0-4-220 0,-3 1 98 16</inkml:trace>
  <inkml:trace contextRef="#ctx0" brushRef="#br0" timeOffset="-44236.25">26157 11733 144 0,'-4'-6'196'16,"4"6"-18"-16,-2-9-12 0,2 9-11 0,4-14-13 15,1 4-11-15,0 1-2 0,0 0-7 0,1-2-7 16,0 2-8-16,3-5-12 0,3 0-5 0,-3 1-8 16,0-1-11-16,0 0-4 0,0 0-5 0,2 1-7 15,1-1 0-15,-6 3-6 0,1 0-2 0,1-3-2 16,-2 4 0-16,0 0-1 0,-4 2-2 0,0 2 0 16,-2 6-3-16,3-9-1 0,-1 4-5 0,-2 5-4 0,2-8-1 15,-2 8-8-15,0 0 0 0,0 0 0 0,2-8-12 16,-2 8 5-16,0 0-6 0,0 0 0 0,0 0 0 15,0 0-2-15,0 0-2 0,-13 23-3 16,11-14 3-16,0 2 1 0,-3-2-2 0,-2 3-2 0,3 1-2 16,3-4 4-16,-1 4-2 0,2-4-1 0,3 2 5 15,1-1-2-15,-2 0 1 0,5-1 3 16,0-2-9-16,4 1-17 0,1-2-33 0,-1 0-32 0,2-2-44 16,7-3-40-16,-5 0-23 0,-1 0-163 0,5-3-383 15,-8-1 170-15</inkml:trace>
  <inkml:trace contextRef="#ctx0" brushRef="#br0" timeOffset="-44052.38">26351 11237 118 0,'-7'-8'228'0,"2"2"-10"0,1 1-17 15,0 0-13-15,4 5-21 0,-5-6-19 0,5 6-17 16,-4-7-20-16,4 7-22 0,0 0-27 0,0 0-27 15,0 0-20-15,0 0-38 0,0 0-45 0,17 15-35 16,-7-6-46-16,-1-1-79 0,6 3-247 0,3-3 109 16</inkml:trace>
  <inkml:trace contextRef="#ctx0" brushRef="#br0" timeOffset="-42003.94">27114 12436 87 0,'0'0'76'15,"0"0"7"-15,0 0-13 0,0 0-6 0,0 0-5 16,0 0 6-16,0 0-1 0,0 0-16 0,0 0 5 15,0 0-7-15,0 0-3 0,0 0-7 0,0 0 1 16,0 0-5-16,0 0-1 0,0 0-6 0,0 0-6 16,0 0 15-16,0 0-20 0,0 0-1 0,0 0 3 15,0 0-1-15,0 0-2 0,0 0 6 0,0 0 3 16,0 0 2-16,0 0-4 0,0 0-2 0,0 0 14 0,0 0-10 16,0 0 0-16,0 0-3 0,0 0-7 15,0 0-1-15,0 0 4 0,0 0-6 0,0 0 6 16,0 0-3-16,0 0 0 0,0 0-10 0,0 0 8 15,0 0 1-15,0 0-4 0,0 0-2 0,0 0-2 0,0 0 3 16,0 0-6-16,0 0 2 0,0 0-5 16,0 0 10-16,0 0 3 0,0 0 2 0,0 0 3 0,0 0 12 15,0 0-5-15,0 0 14 0,0 0-3 0,0 0 6 16,0 0 0-16,0 0 1 0,0 0 2 0,0 0 6 16,0 0-3-16,0 0 0 0,0 0-1 0,0 0-7 15,0 0 0-15,0 0-4 0,0 0-4 0,0 0 5 16,0 0-3-16,0 0-3 0,0 0 2 0,23-1-4 15,-23 1 0-15,4-6-3 0,-4 6-1 0,3-6-6 16,-3 6 4-16,7-9-6 0,-7 9 0 0,5-7 2 16,-3 1-3-16,-2 6 3 0,4-10-3 0,0 5 4 15,-1 0-7-15,1-1 5 0,0 0-2 0,-4 6 4 16,8-10 3-16,-6 4 0 0,2 0-1 0,-2 0-4 16,-2 6 3-16,7-9 4 0,-3 4-3 0,-2-1-1 15,-2 6-3-15,6-10 2 0,-4 6-3 0,2-3-2 16,-4 7 0-16,5-9-4 0,-1 3 0 0,0-1-3 15,0 2 3-15,2 0-2 0,-2-2 0 0,-2 2-2 16,-2 5 3-16,7-11 1 0,-3 5-5 0,-1 0-3 16,-1 0 6-16,2 1-3 0,2 0 2 0,-6 5-2 15,6-12 6-15,-4 8-1 0,-2 4 3 0,6-9-2 16,-3 4 0-16,-1 0-3 0,-2 5 3 0,6-9-4 16,-3 4 2-16,2 0-1 0,-5 5 2 0,4-8-1 15,-4 8-2-15,5-9 0 0,-1 6 1 0,-4 3-1 0,5-11 1 16,-2 8-2-16,-3 3 4 0,0 0-4 15,5-10-3-15,-2 6 4 0,-3 4-2 0,4-5 4 16,-4 5-2-16,3-6-2 0,-3 6 2 0,0 0 1 16,6-9-1-16,-6 9-4 0,7-7 4 0,-7 7-4 0,4-5 0 15,-4 5 0-15,7-6 2 0,-7 6-1 16,3-8 2-16,-3 8-2 0,2-4 1 0,-2 4-3 0,0 0 0 16,8-7-2-16,-8 7 4 0,1-5 0 15,-1 5 0-15,0 0-2 0,0 0 1 0,0 0 1 0,6-6-3 16,-6 6 3-16,0 0 1 0,0 0-1 0,4-6 1 15,-4 6 2-15,0 0-4 0,0 0-2 16,0 0 3-16,3-6 0 0,-3 6 1 0,0 0 3 0,0 0-1 16,0 0 0-16,0 0 2 0,0 0-2 0,0 0 3 15,0 0-4-15,0 0 3 0,0 0-1 0,0 0-2 16,7-3-1-16,-7 3 0 0,0 0 2 0,0 0 1 16,0 0 1-16,0 0-6 0,0 0-2 0,0 0 2 15,0 0 3-15,0 0-1 0,0 0-2 0,0 0 0 16,0 0-1-16,0 0 4 0,0 0-4 0,0 0 2 15,0 0 0-15,0 0-1 0,0 0-1 0,0 0 2 16,0 0 1-16,0 0-4 0,0 0-1 0,0 0 6 16,0 0-4-16,0 0 3 0,0 0-4 0,0 0 3 15,0 0-1-15,0 0-2 0,0 0 2 0,0 0 1 16,0 0 0-16,0 0 0 0,0 0-1 0,0 0 0 16,0 0 2-16,0 0-2 0,0 0-3 0,0 0 4 15,0 0-1-15,0 0 2 0,0 0-2 0,0 0-3 16,0 0 0-16,0 0 2 0,0 0 2 0,0 0-1 15,0 0-3-15,0 0 4 0,0 0 6 0,0 0-8 16,0 0 0-16,0 0 0 0,0 0 2 0,0 0 0 16,0 0-1-16,0 0 0 0,0 0-3 0,0 0 7 15,0 0-2-15,3-8-2 0,-3 8-1 0,0 0 5 16,0 0-6-16,0 0 1 0,0 0 5 0,0 0-4 16,0 0-1-16,0 0 0 0,0 0 0 0,0 0 0 15,0 0-3-15,0 0 3 0,0 0 3 0,0 0-2 16,0 0-2-16,0 0-1 0,0 0 0 0,0 0 3 15,0 0-3-15,0 0 1 0,0 0-1 0,0 0 4 16,0 0-8-16,0 0-6 0,0 0-12 0,0 0-14 16,0 0-10-16,0 0-11 0,0 0-16 0,0 0-10 15,0 0-8-15,0 0-26 0,0 0-14 0,0 0-19 0,0 0-34 16,0 0-161-16,0 0-373 0,0 0 165 0</inkml:trace>
  <inkml:trace contextRef="#ctx0" brushRef="#br0" timeOffset="-40974.99">27327 12194 44 0,'0'0'53'0,"0"0"-1"0,0 0-1 0,0 0-9 0,0 0-3 16,0 0-2-16,0 0 11 0,0 0-16 15,0 0 0-15,0 0 5 0,0 0-3 0,0 0-1 0,0 0-10 16,0 0 3-16,0 0 10 0,0 0-14 0,1-19 7 15,-1 19 7-15,0 0-8 0,0 0 3 0,0 0 5 16,0 0-1-16,0 0 4 0,0 0 1 0,4-10 2 16,-4 10-4-16,0 0 1 0,0 0-4 0,5-5-7 15,-5 5 0-15,0 0-3 0,0 0 8 0,0 0 0 16,5-5 1-16,-5 5-4 0,0 0-1 0,4-5 10 16,-4 5-11-16,0 0 1 0,0 0 0 0,2-7-8 15,-2 7 1-15,0 0-1 0,5-6-1 0,-5 6 2 16,0 0 2-16,4-6-2 0,-4 6-1 0,0 0 5 15,4-5-1-15,-4 5-9 0,8-3 5 0,-8 3-20 16,0 0 12-16,0 0 3 0,2-8 1 0,-2 8 1 16,0 0 0-16,7-4 6 0,-7 4 3 0,2-4-2 15,-2 4 0-15,0 0 1 0,0 0-1 0,6-6-1 16,-6 6-4-16,0 0-1 0,0 0 0 0,5-5 4 16,-5 5-6-16,0 0 3 0,5-6-6 0,-5 6 1 15,0 0 5-15,0 0-10 0,4-5 4 0,-4 5-5 16,0 0 2-16,0 0-1 0,4-7 1 0,-4 7-2 15,0 0 0-15,3-6-1 0,-3 6 0 0,0 0 3 16,0 0-1-16,0 0 2 0,4-7-1 0,-4 7 1 16,0 0 0-16,0 0 2 0,0 0-3 0,4-6 1 15,-4 6 1-15,0 0 5 0,0 0-9 0,3-5 4 16,-3 5-1-16,0 0-1 0,0 0-3 0,0 0-2 16,0 0 3-16,0 0-2 0,0 0 0 0,0 0-4 0,0 0 1 15,0 0 0-15,0 0-1 0,0 0 0 16,0 0 0-16,0 0-2 0,0 0 2 0,0 0 0 15,0 0-3-15,2-8 1 0,-2 8 1 0,0 0-1 16,0 0-2-16,0 0-2 0,0 0-7 0,0 0-5 0,0 0-8 16,0 0-1-16,0 0-6 0,0 0-7 15,0 0-7-15,0 0-3 0,0 0-11 0,0 0 1 16,0 0-8-16,0 0-6 0,0 0-11 0,0 0-7 0,0 0-8 16,0 0-12-16,0 0-1 0,0 0-5 0,0 0-5 15,0 0-91-15,0 0-228 0,0 0 102 0</inkml:trace>
  <inkml:trace contextRef="#ctx0" brushRef="#br0" timeOffset="-36320.44">27245 12272 12 0,'0'0'18'15,"0"0"9"-15,0 0-9 0,0 8 0 0,0-8 1 16,0 0-3-16,0 0 5 0,0 0-7 0,-4 7 3 15,4-7-1-15,0 0-1 0,-5 5-1 0,5-5-1 16,0 0-4-16,-3 8 0 0,3-8 2 0,-2 5-7 16,2-5 9-16,-4 6-5 0,4-6-7 0,-2 7 7 15,2-7-5-15,0 0 3 0,-2 9-7 0,2-9 4 16,0 0-5-16,-1 9 4 0,1-9-4 0,0 0 6 16,0 9 3-16,0-9-10 0,0 0 4 0,-2 7 1 15,2-7 0-15,0 0 0 0,0 0 1 0,0 0-3 0,2 10 10 16,-2-10 1-16,0 0 3 0,0 0-2 15,0 0 4-15,0 0 6 0,0 0-2 0,0 0 1 16,-4 6 4-16,4-6-6 0,0 0 6 0,0 0 9 16,0 0-3-16,0 0 5 0,0 0 10 0,0 0-4 0,0 0 0 15,0 0 1-15,0 0 0 0,0 0 3 0,0 0-1 16,0 0 1-16,0 0 4 0,0 0-19 16,0 0 3-16,0 0-1 0,0 0-1 0,0 0 2 15,0 0-2-15,7-25 2 0,-7 25-2 0,4-4-1 0,-4 4 10 16,2-6-14-16,-2 6 6 0,5-7-5 0,-5 7 1 15,5-10 3-15,-3 5-6 0,2 1-3 16,-4 4-4-16,3-13 4 0,-1 8-6 0,0-2 7 0,-2 7 0 16,2-10 2-16,0 3-10 0,-2 7 1 0,5-11-2 15,-5 3 4-15,0 8-5 0,4-10 3 0,-4 4 2 16,0 6 2-16,2-9-7 0,-2 9-1 0,5-10 4 16,-4 4 2-16,-1 6-1 0,4-7-5 0,-4 7 8 15,2-8 0-15,-2 8-8 0,5-8-2 0,-5 8 7 16,1-7-5-16,-1 7 8 0,1-10-3 0,-1 10-5 15,2-6 0-15,-2 6-3 0,2-10 2 0,0 4-2 16,0 0 1-16,-2 6 2 0,4-10-5 0,-4 10 3 16,6-9-3-16,-6 4 5 0,0 5-1 0,4-9 5 15,-4 9-2-15,5-10 0 0,-5 5-5 0,0 5 1 16,6-10 0-16,-3 6 5 0,-3 4 0 0,4-10-2 16,-4 10-2-16,4-8-1 0,1 1 2 0,-5 7-2 15,3-7 11-15,-3 7-3 0,6-8 1 0,-4 3-1 16,-2 5-3-16,3-8 1 0,1 3-3 0,0-1-1 15,-4 6-7-15,6-8 7 0,-2 4-2 0,-4 4 2 16,2-12-3-16,2 7 1 0,-4 5-6 0,4-9 6 16,-4 9-6-16,3-10 5 0,-1 6-6 0,2-1 6 15,-1 0-2-15,-3 5 0 0,9-10-4 0,-6 3 4 16,1 1-4-16,0 1-2 0,-2-1 4 0,-2 6 3 16,5-10-6-16,-1 5 0 0,-2-1 4 0,-2 6-2 0,8-9-3 15,-6 5 4-15,2-2 1 0,-4 6 1 16,5-10-3-16,-3 7 0 0,-2 3-3 0,6-11 2 15,-4 6 2-15,-2 5-2 0,8-7 1 0,-6 3-2 16,-2 4 3-16,5-9 3 0,-5 9-2 0,4-7 0 0,-4 7-2 16,7-9 0-16,-3 4 0 0,-4 5 2 0,5-9 0 15,-5 9-3-15,2-8 5 0,-2 8-4 0,4-7 3 16,-4 7 0-16,5-6 2 0,-5 6-5 16,6-8 0-16,-3 3 2 0,1 1-2 0,-4 4-2 15,4-8 0-15,1 3 5 0,-5 5-7 0,5-8 5 0,-5 8-4 16,9-7 3-16,-7 3-3 0,-2 4 0 0,7-8 1 15,-2 4 2-15,-5 4-3 0,6-7 1 16,-2 3-1-16,-4 4 0 0,5-6 1 0,-5 6 1 16,0 0 0-16,4-7 4 0,-4 7-3 0,4-5 1 0,-4 5 0 15,5-7-3-15,-5 7 0 0,8-6 1 0,-6 2 0 16,-2 4 0-16,4-9-1 0,-4 9 1 0,6-5 1 16,-6 5-1-16,7-8 0 0,-5 5 3 0,3-1 2 15,-5 4-3-15,5-9-1 0,-5 9 3 0,6-7-2 16,-4 2 0-16,-2 5-1 0,7-8-2 0,-3 5 0 15,-4 3 5-15,5-10-2 0,0 7-3 0,-5 3-1 16,6-8 4-16,-3 3-6 0,1-1 1 0,2 2-1 16,-3-2 4-16,4 3-3 0,-7 3 0 15,9-9 3-15,-5 5-4 0,0 1 2 0,-4 3-1 16,7-6 0-16,-2 2 3 0,0-1-2 0,-5 5 2 0,8-5-1 16,-8 5-1-16,7-7-3 0,-2 2 2 0,-1 1-3 15,-4 4 5-15,8-5-3 0,-2 1 1 0,-6 4-1 16,7-6 3-16,-3 1-4 0,0 2 3 0,2-2-2 15,-6 5 2-15,8-6 0 0,-8 6-2 0,9-5 1 16,-5 1 5-16,1-1-7 0,-5 5 3 0,11-5 0 16,-6 2 1-16,1 1-4 0,-6 2-1 0,9-7 1 15,-1 5 8-15,-2-4-5 0,0 4-5 0,-6 2 4 16,10-7 0-16,-3 3-3 0,0 1 3 0,-2 0-1 16,-5 3 3-16,11-7-2 0,-7 5-2 0,3 0 2 15,-7 2 1-15,8-6-5 0,-3 4 6 0,-5 2 3 16,8-4-5-16,-8 4-4 0,9-1 7 0,-9 1-4 15,9-6-3-15,-6 4 9 0,-3 2-8 0,9-5 3 16,-9 5 2-16,9-3-4 0,-9 3 1 0,9-3-2 16,-2 1 2-16,-7 2 1 0,6-5-1 0,-6 5 0 15,11-3-1-15,-11 3-1 0,7-3 3 0,-1 0 1 16,-6 3 1-16,10-3-3 0,-5 1-1 0,-5 2 0 16,10-5 2-16,-5 3 0 0,-5 2-1 0,9-3 0 15,-9 3-2-15,7-4 3 0,-7 4-3 0,11-4 0 16,-6 3 6-16,-5 1-3 0,12-5 2 0,-6 3-2 15,-6 2 1-15,12-2-3 0,-12 2-1 0,8-4 1 16,-8 4 2-16,9-2 0 0,-3 0 0 0,-6 2-1 0,11-3 0 16,-6 2 3-16,-5 1-4 0,14-4 2 0,-4 1 0 15,0 0 1-15,-1 0 0 0,-1 2 1 16,0-2 0-16,-1 0 3 0,1 1 0 0,-1 1-5 16,1-1 6-16,-8 2 2 0,14-4-3 0,-9 1-2 15,-5 3-2-15,13-1 0 0,-7-1-2 0,-6 2 4 0,12-1-3 16,-7 0 2-16,-5 1 7 0,13-2-11 0,-13 2 4 15,11-3-5-15,-4 2 2 0,-7 1 0 16,12-3 0-16,-12 3 0 0,11-3 0 0,-5 3-4 16,-6 0 7-16,9-1-1 0,0-1-1 0,-9 2-4 0,10 0 4 15,-10 0-1-15,13 0 1 0,-6 0-1 0,-7 0 18 16,11-2 0-16,-2 1 0 0,-9 1-2 0,15 0 2 16,-7 0-7-16,0-1 3 0,-8 1 2 15,15 0-7-15,-15 0 0 0,13 0-1 0,-6-2 1 0,-7 2-1 16,17 0-3-16,-9 0 1 0,-8 0-3 0,12 0 6 15,-5-1-7-15,-7 1 0 0,11 0 0 0,-11 0 4 16,12-1-4-16,-12 1-1 0,15 0 1 0,-7-1 0 16,-8 1-2-16,12 1 5 0,-5-1-2 15,-7 0 3-15,14 0-4 0,-6 1-1 0,-8-1 5 0,12 3-3 16,-5-3-1-16,-7 0-2 0,14 2 0 0,-9-2 2 16,-5 0-1-16,13 2 2 0,-6 0-2 15,0-1 2-15,1-1-3 0,-2 3 5 0,5-2-5 16,-11-1 0-16,12 3 2 0,-4-2-4 0,-3 1 4 15,-5-2 1-15,14 3-2 0,-7 0-1 0,0-2 5 0,-7-1 0 16,15 5-5-16,-8-2 1 0,-1-1-3 0,0 0 3 16,2 1 0-16,-2-2 4 0,2 2-3 0,-1-1-4 15,-7-2 2-15,15 5 3 0,-9-4-5 0,1 1 2 16,-7-2 5-16,12 4-6 0,-7-1 4 0,1-1-2 16,-6-2 3-16,11 6 0 0,-6-4-3 0,-5-2 4 15,10 4 3-15,-7-1-11 0,-3-3 3 0,9 4 6 16,-9-4-6-16,9 3 0 0,-4-1 1 0,-5-2 2 15,9 3-1-15,-4 0 2 0,-5-3-4 0,9 5 1 16,-3-2 5-16,-6-3-3 0,9 4 2 0,-5-1-5 16,-4-3 5-16,9 4-4 0,-1-1 1 0,-5 0 1 15,-3-3 1-15,10 3-4 0,-10-3 2 0,7 4-2 16,-3 0 3-16,-4-4-2 0,9 4 4 0,-9-4-2 16,8 5-1-16,-3-3-2 0,-5-2 4 0,7 6-3 15,0-2 2-15,-7-4 3 0,7 4 1 0,-3-1-5 16,-4-3 2-16,5 8-3 0,1-6 0 0,-3 2 4 15,-3-4-2-15,8 7 0 0,-6-3-1 0,-2-4 1 16,7 6 1-16,-7-6-2 0,5 5-1 16,-5-5 6-16,7 4-2 0,-5 1 4 0,-2-5-3 0,6 9-3 15,-3-4 0-15,1-1-1 0,-4-4-1 0,6 9 3 16,-6-9 3-16,5 5 0 0,-2 0-4 0,-3-5-1 16,9 9 1-16,-7-4 2 0,-2-5-3 0,7 7 5 15,-3-3-1-15,-4-4-5 0,5 5 2 0,-5-5 2 16,4 9-4-16,-1-5 13 0,-3-4-9 0,8 6 1 15,-5-3-1-15,-3-3-5 0,5 7 1 0,-5-7 2 16,6 7-3-16,-3-4 7 0,-3-3-6 0,5 8-1 16,0-4 2-16,-5-4-2 0,5 7 0 0,-5-7 5 15,6 6-4-15,-3-4 4 0,-3-2-1 0,5 6-4 16,-5-6 6-16,7 6-3 0,-7-6 2 0,6 6 0 16,-2-2-4-16,-4-4 2 0,6 6 1 0,-6-6 0 15,5 5 1-15,-5-5-4 0,4 5-1 0,0 0 3 16,-4-5 1-16,5 4-3 0,-5-4 4 0,6 6-4 15,-6-6-2-15,5 5 1 0,-5-5 3 0,4 5-2 16,-4-5 1-16,5 6 1 0,-5-6 2 0,4 6-5 16,-4-6 5-16,4 8-3 0,-4-8 5 0,5 6-5 15,-5-6-2-15,4 7-1 0,-4-7 1 0,2 7 2 16,-2-7-1-16,4 8 1 0,-4-8-1 0,4 8 7 16,-4-8-3-16,3 7-7 0,-1-3 6 0,-2-4-3 15,3 6 15-15,-3-6-19 0,3 5 1 0,-3-5 3 16,1 8 1-16,-1-8 1 0,2 6 0 0,-2-6 5 15,3 7-7-15,-3-7 1 0,2 6 1 0,-2-6-1 16,3 9 5-16,-3-9-6 0,1 8 4 0,-1-8 8 0,3 9-10 16,-3-9-5-16,4 8 7 0,-4-8-7 15,0 7 4-15,0-7 6 0,2 9-5 0,-2-9-5 16,3 8 8-16,-3-8-4 0,1 8 0 0,-1-8 0 16,3 5-1-16,-3-5-2 0,2 8 3 0,-2-8 1 0,3 6 5 15,-3-6-8-15,3 6 6 0,-3-6-4 16,3 8-1-16,-3-8 4 0,3 6 0 0,-3-6-3 0,1 7 4 15,-1-7-3-15,4 9 1 0,-4-9 3 16,4 6-1-16,-2-1-5 0,-2-5 3 0,4 6 0 16,-4-6-2-16,5 7 13 0,-5-7-15 0,5 9 3 15,-4-5-1-15,-1-4 1 0,3 7-4 0,-3-7 8 16,2 7-4-16,-2-7 2 0,3 7 3 0,-3-7-2 0,3 7 0 16,-1-3-3-16,-2-4 5 0,3 6-1 15,-3-6 0-15,1 8-4 0,-1-8 0 0,3 7 0 16,-3-7 0-16,2 5-1 0,-2-5 6 0,3 6-4 0,-3-6 7 15,0 0-13-15,1 8 4 0,-1-8 1 0,1 7 5 16,-1-7-7-16,4 6 2 0,-4-6-4 16,0 0 2-16,1 10 1 0,-1-10 6 0,0 0-8 15,2 8 3-15,-2-8 0 0,2 6 0 0,-2-6-1 0,0 0 2 16,1 9-5-16,-1-9 4 0,3 7 3 0,-3-7-6 16,4 7 7-16,-4-7-8 0,1 5 5 0,-1-5-1 15,0 0 1-15,1 9-1 0,-1-9-5 16,3 5 6-16,-3-5-4 0,0 0 6 0,3 9-2 15,-3-9-1-15,1 7 1 0,-1-7 0 0,0 0 9 0,1 8-7 16,-1-8 1-16,3 5 0 0,-3-5-10 0,6 5 11 16,-6-5-4-16,0 0 7 0,3 7-6 0,-3-7 4 15,0 0-1-15,2 4 2 0,-2-4-8 0,0 0-8 16,1 8 14-16,-1-8-2 0,0 0-2 0,0 0-3 16,3 7 3-16,-3-7 6 0,0 0-1 0,0 0-7 15,3 6 4-15,-3-6-4 0,0 0 0 0,3 5 2 16,-3-5-3-16,0 0 2 0,3 6 0 0,-3-6-1 15,0 0 3-15,3 5-2 0,-3-5-2 0,0 0 4 16,0 0 11-16,5 8-9 0,-5-8-7 0,0 0 7 16,1 6-3-16,-1-6-2 0,5 3-3 0,-5-3-2 15,0 0 4-15,0 0 6 0,4 7-4 0,-4-7 0 16,0 0-6-16,2 6 5 0,-2-6-1 0,0 0-2 16,3 5 7-16,-3-5-1 0,4 5 1 0,-4-5 11 15,0 0-17-15,4 7 3 0,-4-7 3 0,5 5-2 16,-5-5-1-16,0 0-4 0,0 0 0 0,1 10 7 15,-1-10-3-15,4 5 3 0,-4-5 1 0,4 5-6 16,-4-5 10-16,2 7-6 0,-2-7-6 0,4 6 9 16,-4-6-1-16,0 0 6 0,3 11-3 0,-3-11-7 15,1 9 0-15,-1-9-2 0,1 5-2 0,-1-5 1 16,0 0 3-16,4 7 3 0,-4-7 6 0,0 0-23 16,3 7 0-16,-3-7 14 0,0 0 5 0,4 5-1 15,-4-5-4-15,0 0 6 0,0 0-7 0,0 0 8 16,2 7-4-16,-2-7 1 0,0 0-7 0,0 0 4 15,1 7 0-15,-1-7 1 0,0 0 0 0,0 0-4 16,4 7 10-16,-4-7-1 0,0 0 0 0,0 0-4 16,0 0 0-16,4 6 1 0,-4-6-1 0,0 0-3 15,4 7 6-15,-4-7 5 0,0 0-11 0,1 5 4 16,-1-5-5-16,4 7 3 0,-4-7-4 0,0 0 5 16,2 7-4-16,-2-7-1 0,3 4 3 0,-3-4-5 15,0 0 2-15,0 0 2 0,3 8 2 0,-3-8-3 16,0 0-2-16,0 0 1 0,2 5 1 0,-2-5 5 15,0 0-5-15,0 0 0 0,0 0 3 0,0 0-6 16,3 5 2-16,-3-5-3 0,0 0 10 0,0 0-6 16,0 0 0-16,0 0-2 0,1 9-2 0,-1-9-1 15,0 0 3-15,0 0 3 0,5 7-3 0,-5-7 4 0,0 0-3 16,3 5-9-16,-3-5 9 0,0 0-4 0,3 6 5 16,-3-6 1-16,0 0-3 0,4 6 7 15,-4-6 0-15,0 0-7 0,4 6 3 0,-4-6-3 16,0 0 3-16,4 4-5 0,-4-4 2 0,0 0 1 15,4 7-4-15,-4-7 9 0,0 0-9 0,4 5 1 0,-4-5 6 16,0 0-17-16,6 7 19 0,-6-7 1 16,1 6-1-16,-1-6-3 0,0 0-4 0,1 8-1 0,-1-8 4 15,3 5 1-15,-3-5-3 0,0 0 3 16,3 7-5-16,-3-7 5 0,0 0-1 0,2 7 1 0,-2-7-5 16,0 0 7-16,3 6-9 0,-3-6 6 0,0 0 1 15,0 0-4-15,4 6 4 0,-4-6-3 0,0 0-2 16,2 5 8-16,-2-5-5 0,0 0-4 15,0 0 3-15,0 0 0 0,0 8-2 0,0-8 0 16,0 0-1-16,0 0 6 0,3 7-3 0,-3-7-5 0,0 0 7 16,5 4 11-16,-5-4-15 0,0 0-1 0,0 0 2 15,4 6 5-15,-4-6-3 0,0 0 5 0,0 0-2 16,2 6 4-16,-2-6-4 0,0 0 2 0,0 0-4 16,0 0 6-16,0 0-1 0,0 0-2 0,3 7 3 15,-3-7 0-15,0 0-1 0,0 0-6 0,0 0 4 16,0 0 2-16,2 6-5 0,-2-6 5 0,0 0 7 15,0 0-9-15,0 0-1 0,0 0 2 0,0 0 0 16,0 0-16-16,0 0 15 0,0 0 4 0,0 0-4 16,0 0-1-16,0 0 10 0,0 0 0 0,0 0-6 15,0 0-16-15,0 0 16 0,0 0-1 0,0 0 0 16,0 0 4-16,0 0-5 0,0 0 11 0,0 0-24 16,0 0 15-16,0 0-1 0,0 0-12 0,0 0-26 15,0 0-29-15,0 0-37 0,2-21-33 0,-1 13-32 16,1-1-36-16,-2-1-58 0,6 1-55 0,-5-2-43 15,1 0-232-15,0 1-634 0,1 0 280 0</inkml:trace>
  <inkml:trace contextRef="#ctx0" brushRef="#br0" timeOffset="-33565.9">29623 12484 18 0,'5'3'52'0,"-5"-3"-10"15,0 0 6-15,0 0-6 0,0 0 0 0,0 0 1 16,0 0-7-16,0 0 3 0,0 0-2 0,0 0-8 16,0 0 3-16,0 0-5 0,0 0-2 0,0 0 1 15,0 0-4-15,0 0 0 0,0 0 0 0,0 0-7 16,0 0 3-16,0 0-5 0,0 0-3 0,0 0-6 15,0 0 2-15,0 0-16 0,0 0 6 0,0 0 0 16,0 0 5-16,0 0-1 0,0 0-2 0,0 0 3 16,0 0-1-16,0 0 0 0,0 0 3 0,0 0-4 15,0-15 10-15,0 15 0 0,0 0-1 0,0 0 2 16,0 0 5-16,0 0 0 0,0 0 2 0,0 0 3 16,1-7 2-16,-1 7-4 0,0 0 6 0,0 0 3 15,0 0 1-15,0 0 4 0,0 0-5 0,3-9 11 16,-3 9-4-16,0 0 2 0,0 0 4 0,0 0-6 15,0 0 7-15,0 0 1 0,0 0-2 0,0 0-3 16,0 0-2-16,0 0-6 0,0 0 2 0,-6-10-4 16,6 10-4-16,0 0 1 0,0 0 2 0,0 0-3 15,-9 0-10-15,9 0 9 0,0 0 0 0,0 0 0 16,-8-3 3-16,8 3-7 0,0 0 3 0,0 0 2 16,0 0-2-16,0 0-8 0,0 0 9 0,0 0-8 15,0 0 5-15,0 0-7 0,0 0-1 0,-8-3 4 16,8 3 3-16,0 0-7 0,0 0 4 0,0 0-4 15,0 0-2-15,0 0 3 0,0 0 2 0,0 0-5 16,0 0 4-16,0 0-4 0,0 0 1 0,0 0-3 16,0 0 7-16,0 0 1 0,0 0 9 0,0 0-8 0,0 0 4 15,0 0 0-15,0 0 0 0,0 0 0 0,4 18 0 16,-4-18-1-16,0 0 0 0,8 7 1 16,-8-7 2-16,4 4 2 0,-4-4-2 0,5 6 1 0,-5-6-3 15,6 4 1-15,-6-4-1 0,7 5 1 0,-2-3 3 16,1 1 2-16,0-1-3 0,1 1 2 15,-7-3-3-15,10 4 5 0,-4-4-3 0,-6 0 1 0,15 3 1 16,-5 0-1-16,-1-3-1 0,1 0 5 16,-2 0-6-16,3 0 5 0,-2 1-6 0,1-2 0 0,0 2 14 15,-2-1-6-15,-8 0 2 0,14-1-3 0,-5 0-3 16,-9 1-3-16,17-2 0 0,-11 2-2 0,-6 0 0 16,14-1-7-16,-14 1 0 0,13-2 0 0,-7 2-4 15,-6 0 3-15,12 0-5 0,-12 0 3 0,11-2 0 16,-11 2-3-16,14-1 0 0,-6 2-1 0,-8-1 0 15,12-1-3-15,-12 1 2 0,11 0-2 0,-11 0 3 16,9 0-2-16,-9 0-2 0,10-1 0 0,-10 1 2 16,10 1 0-16,-10-1 1 0,9 1 1 0,-9-1 1 15,11-1 1-15,-11 1 0 0,12 1 4 0,-5-1-3 16,-7 0 0-16,13-1 2 0,-13 1-1 0,12 0 2 16,-4 0 2-16,-8 0-4 0,12-3 3 0,-6 3-3 15,-6 0 0-15,14 0-2 0,-14 0 2 0,13-1 1 16,-4 1 2-16,-9 0 5 0,13 0-7 0,-7-1-2 15,-6 1 0-15,14 0-2 0,-14 0 2 0,10 0 1 16,-3-1-7-16,-7 1 2 0,0 0-1 0,15 0-3 16,-15 0 6-16,10 0-4 0,-3-2 4 0,-7 2-5 15,14 0 3-15,-8-1 3 0,-6 1-5 0,12 0 2 16,-12 0 1-16,13 0-4 0,-6-1 2 0,-7 1 1 16,10-3-1-16,-10 3 3 0,14 0-3 0,-14 0 4 15,12 0-5-15,-12 0 1 0,7 0 3 0,-7 0-4 16,12-1 3-16,-12 1-1 0,10-2-5 0,-10 2 7 15,12 0-5-15,-12 0 0 0,12-2 3 0,-12 2-5 16,11-2 2-16,-4 2-2 0,-7 0-1 0,12 0 0 16,-12 0 6-16,11 0 2 0,-3 0-6 0,2 0 5 15,-1-3-2-15,1 3-2 0,0 0 0 0,1 0 4 16,-11 0 2-16,15-3-3 0,-6 1-2 0,1 2 1 16,-1 0 0-16,-9 0 0 0,16-2 2 0,-10 4-2 15,-6-2 0-15,19-2-2 0,-19 2 3 0,12-2-2 16,-5 2 1-16,-7 0-1 0,16-1-2 0,-9 1 1 15,-7 0 2-15,14-2-2 0,-14 2-2 0,12-1 0 16,-7 0 2-16,-5 1-1 0,13-3 0 0,-13 3 3 16,11-1-5-16,-11 1 0 0,9-3 8 0,-9 3-8 15,7-2 2-15,-7 2 2 0,8-3-1 0,-8 3-2 16,11-2 2-16,-5 1-4 0,-6 1 3 0,8-2-2 16,-8 2-1-16,0 0 0 0,9-2-16 0,-9 2-10 15,0 0-11-15,0 0-13 0,7-3-16 0,-7 3-21 16,0 0-19-16,0 0-19 0,0 0-28 0,0 0-30 15,0 0-19-15,0 0-23 0,10 0-187 0,-10 0-445 16,0 0 198-16</inkml:trace>
  <inkml:trace contextRef="#ctx0" brushRef="#br0" timeOffset="-32143.33">30436 12462 96 0,'0'0'117'0,"0"0"0"16,0 0-8-16,0 0 1 0,0 0-2 0,0 0-3 16,0 0-3-16,0 0 0 0,0 0-13 0,0 0-5 15,0 0-3-15,0 0-2 0,0 0-2 0,0 0 1 16,0 0-3-16,0 0-2 0,27-6-7 0,-27 6 0 15,16-2-2-15,-8 1-1 0,-8 1-4 0,14 0 2 16,-6-3-7-16,1 1 1 0,-9 2-3 0,15 1-4 16,-5-2 0-16,-2-1-4 0,1 2 0 0,-9 0-1 15,19-2 4-15,-7 1-3 0,0 1-3 0,0-2-7 16,2 1 1-16,-3 2-7 0,-2-2 1 0,3 1-2 16,-5 0-3-16,-7 0 1 0,18-1-4 0,-6 1 0 15,-4-2 4-15,4 4-2 0,0-2-3 0,-3 0-2 16,1 0 3-16,1-2-6 0,-2 2 4 0,-9 0-2 15,16 0-2-15,-6-1-2 0,-2 1 2 0,3 0 3 16,-11 0-2-16,14-1 4 0,-3 1-5 0,-11 0-1 16,13 0 5-16,-5-2 0 0,-8 2-1 0,13 0 2 15,-4-2-5-15,-3 1 1 0,-6 1 3 0,16 1-7 16,-8-2 5-16,-8 1-2 0,15-1 4 0,-8 1 0 16,5-2-24-16,-12 2 2 0,15 0 14 0,-7 2-14 15,-8-2 5-15,13-2-3 0,-13 2 1 0,11 0 0 16,-11 0 1-16,11 0-1 0,-11 0-3 0,8-1 7 15,-8 1 2-15,11 1 3 0,-11-1 1 0,12-1 2 16,-12 1-4-16,8-2 1 0,-8 2 2 0,10 2-5 16,-10-2-1-16,10 0 1 0,-10 0-1 0,8-2-1 15,-8 2 3-15,10 2-1 0,-10-2 3 0,0 0-1 16,13-2-1-16,-13 2 2 0,8-1 0 0,-8 1-5 16,0 0 1-16,10 0 2 0,-10 0-2 0,0 0-2 15,14 0 1-15,-14 0 1 0,8-1-1 0,-8 1-1 16,10-1 10-16,-10 1-7 0,10 0 12 0,-10 0-8 15,10-2-5-15,-10 2 0 0,8-1 2 0,-8 1 1 16,0 0 5-16,0 0-1 0,11 0-3 0,-11 0 6 16,0 0 1-16,8-1-2 0,-8 1-3 0,0 0 0 15,0 0 2-15,0 0 3 0,0 0-4 0,9-3 1 16,-9 3 2-16,0 0-3 0,0 0-2 0,0 0-3 16,0 0 4-16,0 0 0 0,0 0-2 0,8-1 3 15,-8 1-2-15,0 0 1 0,0 0-2 0,0 0 0 16,10-1 3-16,-10 1-1 0,0 0 0 0,0 0 4 15,0 0 0-15,5-4-4 0,-5 4-3 0,0 0 2 16,0 0 2-16,0 0-8 0,7-3 9 0,-7 3-6 16,0 0-2-16,0 0-4 0,5-4 4 0,-5 4-2 15,0 0 2-15,0 0 2 0,0 0-4 0,10-3 2 16,-10 3-2-16,0 0 0 0,6-2 0 0,-6 2 2 16,0 0 0-16,0 0-3 0,8-3-2 0,-8 3 1 15,0 0-2-15,0 0 4 0,6-3-1 0,-6 3 9 16,0 0-10-16,7-3 10 0,-7 3-8 0,0 0 10 15,0 0-8-15,9-2 4 0,-9 2-11 0,5-4 6 16,-5 4-4-16,0 0-3 0,0 0 9 0,9-5-2 0,-9 5-4 16,0 0 6-16,4-4-4 0,-4 4 4 0,0 0-4 15,0 0 6-15,0 0 3 0,7-6 0 16,-7 6 1-16,0 0-4 0,0 0 1 0,6-2-6 16,-6 2 8-16,0 0-4 0,7-5-3 0,-7 5 0 15,0 0 1-15,5-6 6 0,-5 6-7 0,0 0 0 16,8-3-4-16,-8 3 14 0,0 0-11 0,0 0 7 0,6-4-9 15,-6 4 0-15,0 0-1 0,0 0 0 16,5-3-2-16,-5 3 1 0,0 0 4 0,0 0-3 16,4-7 0-16,-4 7-1 0,0 0-1 0,0 0 5 15,0 0 1-15,0 0-3 0,6-3 0 0,-6 3 5 16,0 0-2-16,0 0-1 0,0 0 6 0,0 0 0 16,4-3-6-16,-4 3-3 0,0 0 5 0,0 0-3 15,0 0 6-15,0 0-8 0,0 0 1 0,0 0 4 16,0 0-4-16,0 0 0 0,0 0-4 0,0 0 8 15,0 0 0-15,0 0-11 0,0 0 5 0,0 0 4 0,0 0 1 16,0 0-6-16,0 0 4 0,0 0-1 0,0 0 0 16,0 0 0-16,0 0-4 0,0 0 3 15,0 0-4-15,0 0 10 0,7-4-5 0,-7 4 2 16,0 0-3-16,0 0-1 0,0 0 3 0,0 0-1 16,0 0-1-16,0 0-2 0,0 0 4 0,0 0-4 0,0 0 7 15,0 0-10-15,0 0 7 0,0 0 2 16,0 0-3-16,0 0 0 0,0 0-2 0,6-4 2 15,-6 4 1-15,0 0 0 0,0 0-10 0,0 0 12 16,0 0-3-16,0 0 3 0,0 0-2 0,0 0-1 16,0 0 3-16,0 0-6 0,0 0 14 0,0 0-12 15,0 0-2-15,0 0 0 0,0 0 3 0,0 0-1 0,0 0-4 16,0 0 5-16,0 0-6 0,0 0 5 0,0 0 2 16,0 0-9-16,0 0 1 0,0 0 3 15,0 0 9-15,0 0-9 0,8-3 9 0,-8 3-4 16,0 0-4-16,0 0 4 0,0 0-4 0,0 0 6 0,0 0-6 15,0 0 1-15,0 0 1 0,0 0-8 0,0 0-11 16,0 0-17-16,0 0-18 0,0 0-12 0,0 0-16 16,0 0-22-16,0 0-29 0,0 0-39 0,0 0-56 15,0 0-70-15,0 0-215 0,0 0-556 16,0 0 246-16</inkml:trace>
  <inkml:trace contextRef="#ctx0" brushRef="#br0" timeOffset="-28842.79">31380 12404 12 0,'0'0'92'0,"0"0"-5"0,0 0-10 0,0 0-11 16,0 0-1-16,0 0-8 0,0 0-4 0,0 0-10 16,0 0 7-16,0 0-12 0,0 0 1 0,13-13-4 15,-13 13 2-15,0 0 0 0,0 0 5 16,0 0-6-16,0 0 5 0,0 0-2 0,0 0-5 0,0 0-1 15,0 0 1-15,0 0-2 0,0 0 2 0,0 0-2 16,0 0 14-16,0 0-13 0,0 0 4 0,0 0 7 16,0 0-4-16,0 0 5 0,0 0 3 0,0 0-5 15,0 0-5-15,0 0-1 0,0 0 3 0,0 0-10 16,0 0-1-16,0 0-4 0,0 0-3 0,0 0-4 16,0 0 7-16,0 0-12 0,0 0 2 0,0 0 5 15,0 0-7-15,0 0-2 0,0 0-6 0,0 0 5 16,0 0-1-16,0 0-6 0,0 0 2 0,0 0-1 15,0 0-2-15,0 0 4 0,0 0-3 0,4-5-4 16,-4 5 4-16,0 0-3 0,0 0 4 0,0 0 1 16,0 0 6-16,0 0 1 0,0 0 3 0,0 0-2 15,0 0-2-15,0 0 1 0,-5-13 0 0,5 13 3 16,0 0-3-16,0 0 1 0,0 0 3 0,2-7 2 16,-2 7-1-16,0 0 3 0,0 0 8 0,0 0-7 15,5-6-3-15,-5 6 5 0,0 0-1 0,0 0-5 16,0 0 5-16,0 0 8 0,0-10-5 0,0 10 0 15,0 0 1-15,0 0 2 0,0 0-3 0,0 0 0 16,-2-10-1-16,2 10-3 0,0 0-3 0,0 0-2 16,0 0 4-16,-5-7-6 0,5 7-3 0,0 0 0 0,0 0-2 15,0 0 7-15,-4-3-11 0,4 3 5 0,0 0-5 16,0 0 1-16,0 0-1 0,0 0 0 0,0 0-2 16,-6-7 4-16,6 7-5 0,0 0 1 0,0 0 8 15,0 0-11-15,0 0 0 0,-6-5 3 16,6 5-5-16,0 0 4 0,0 0 1 0,0 0-5 0,0 0-4 15,0 0-3-15,0 0-8 0,0 0-2 0,0 0-3 16,0 0-4-16,-3-5 1 0,3 5-1 16,0 0 7-16,0 0-3 0,0 0 4 0,0 0 1 15,0 0 0-15,0 0-1 0,0 0 2 0,0 0-1 0,0 0 3 16,0 0 4-16,0 0 0 0,0 0 2 0,0 0 1 16,0 0-2-16,0 0 3 0,0 0 0 0,-18 4 0 15,18-4 2-15,0 0-3 0,0 0 1 0,0 0 5 16,0 0 1-16,0 0-2 0,0 0 2 15,0 0-3-15,0 0 1 0,0 0 8 0,-8 1 4 0,8-1 6 16,0 0 6-16,0 0 4 0,0 0 0 0,0 0 3 16,0 0 2-16,0 0 3 0,0 0 1 0,0 0 4 15,0 0 8-15,0 0-3 0,0 0-1 16,0 0-3-16,0 0-3 0,0 0-4 0,0 0 0 0,0 0-5 16,0 0-4-16,0 0-1 0,0 0-1 0,4-15-3 15,-4 15 0-15,0 0-1 0,0 0 2 0,5-12-1 16,-5 12-5-16,1-10 1 0,2 5-3 15,-3 5 0-15,4-10 3 0,-3 5-7 0,-1 5-1 0,4-11 5 16,-3 5-2-16,-1 6 1 0,5-12-3 0,-4 6 1 16,-1 6 0-16,4-11-1 0,-1 7 4 0,-3 4-1 15,2-10-1-15,-2 10-1 0,3-10 4 0,-2 5-3 16,-1 5 6-16,5-8 2 0,-5 8-4 0,5-9-2 16,-5 9 2-16,2-9 0 0,-2 9-1 0,2-7 3 15,-2 7 2-15,3-9 7 0,-3 9-5 0,1-8-6 16,-1 8 5-16,1-9-2 0,-1 9-1 0,3-8-3 15,-3 8 6-15,1-8-11 0,-1 8 3 0,0-11 3 16,0 11-2-16,3-10-4 0,-3 10-5 0,0-11 3 16,1 5 0-16,-1 6-2 0,3-8 2 0,-3 8 3 15,1-11-5-15,-1 11 1 0,3-9 0 0,-3 9-2 16,2-10-3-16,-2 10 2 0,3-8 4 0,-3 8-2 0,3-9-4 16,0 5 2-16,-3 4 3 0,2-7-1 15,-2 7-2-15,2-9-4 0,-2 9 7 0,1-8-5 16,-1 8 1-16,1-9-1 0,-1 9 5 0,4-9-8 15,-3 3 3-15,-1 6 2 0,4-8 1 0,-1 3-2 0,-3 5-3 16,6-10 7-16,-2 4-4 0,-4 6 6 16,4-11-3-16,-2 4-2 0,1 1 0 0,0 0 1 15,0 0 0-15,-3 6 4 0,4-10 0 0,0 3-6 16,-3 1 7-16,-1 6-2 0,5-13-7 0,-3 10 4 0,-2 3 2 16,6-11 2-16,-5 6 1 0,2 0-2 0,0-1 1 15,-3 6 2-15,2-9 1 0,1 2-3 16,-3 7-3-16,4-12 5 0,-2 8 3 0,-2 4-3 15,5-10 2-15,-2 4-7 0,-1 0 1 0,2 1 0 0,-4 5 0 16,5-9 1-16,-3 4-1 0,0-2 2 0,2 3-4 16,-4 4-2-16,4-10 3 0,1 2 10 0,0 5-13 15,-3-4 1-15,2-2 1 0,0 4-3 0,0-1 6 16,-4 6-8-16,7-11 2 0,-4 5 10 0,1 0-13 16,0 1 3-16,-4 5 5 0,6-11-6 0,-3 6 3 15,-3 5 2-15,6-9 0 0,-2 3-5 0,-1 1-1 16,-3 5 0-16,7-7 2 0,-3 2 3 0,-4 5-1 15,7-7-7-15,-5 4 1 0,-2 3 4 0,5-7-2 16,-5 7 5-16,5-9-2 0,-5 9-4 0,8-5 7 16,-6 1 0-16,-2 4 0 0,4-6-2 0,-4 6 9 15,0 0-5-15,7-5 0 0,-7 5 3 0,6-6-7 16,-3 2 0-16,-3 4-1 0,6-6-2 0,-6 6 4 16,5-6 0-16,-5 6 2 0,7-6 0 0,-7 6-1 15,5-4-2-15,-5 4 2 0,4-4 0 0,-4 4 0 16,0 0 5-16,8-8-4 0,-8 8-4 0,6-5 4 15,-6 5 5-15,5-6-6 0,-5 6-4 0,7-4 0 16,-3 0 4-16,-4 4-6 0,9-8 8 0,-5 5-2 16,-4 3-4-16,6-4 2 0,-6 4-4 0,7-9 0 15,-7 9 7-15,6-4-4 0,-6 4-3 0,9-4 2 16,-6 0-3-16,-3 4 6 0,7-4-3 0,-7 4-1 0,7-5 4 16,-7 5-1-16,6-4 1 0,-6 4 10 15,0 0-11-15,9-7 4 0,-9 7-2 0,4-2-3 0,-4 2-3 16,0 0 0-16,8-3 3 0,-8 3-3 0,6-4-1 15,-6 4 6-15,6-4-6 0,1 0 0 0,-7 4 4 16,9-4-2-16,-4 2 2 0,-5 2 0 0,8-4-2 16,-8 4 3-16,8-2-3 0,-8 2 5 0,0 0-4 15,9-3 0-15,-9 3 1 0,7-2 1 0,-7 2-3 16,0 0 4-16,8-5-3 0,-8 5 0 0,0 0-2 16,0 0 6-16,8-2 0 0,-8 2 1 0,0 0-4 15,0 0 10-15,5-4-14 0,-5 4 1 0,0 0 5 16,0 0-2-16,0 0 0 0,8-3 5 0,-8 3-7 15,0 0 4-15,0 0 15 0,0 0-16 0,8-3-2 16,-8 3-1-16,0 0 3 0,0 0-1 0,0 0-2 16,7-4 13-16,-7 4-13 0,0 0 0 0,0 0 6 15,7-2-3-15,-7 2-10 0,0 0 7 0,5-4 1 16,-5 4 2-16,0 0 1 0,0 0-3 0,6-4 2 16,-6 4-3-16,0 0 1 0,0 0 2 0,6-3-3 15,-6 3 1-15,0 0 0 0,0 0 1 0,8-3-4 16,-8 3 17-16,0 0-17 0,7-3 3 0,-7 3 0 15,0 0-3-15,0 0 8 0,6-2-7 0,-6 2 0 16,0 0-24-16,0 0 0 0,0 0 0 0,7-4 8 16,-7 4 0-16,0 0 2 0,0 0-4 0,0 0 5 0,0 0 12 15,0 0-7-15,0 0-4 0,0 0 3 16,0 0 7-16,0 0-6 0,0 0 4 0,0 0 3 16,0 0 1-16,6-2-3 0,-6 2-2 0,0 0 3 15,0 0 4-15,0 0-7 0,0 0 6 0,8-2-2 16,-8 2 1-16,0 0 1 0,0 0-3 0,0 0 2 15,0 0 5-15,0 0-3 0,7-3-4 0,-7 3-2 16,0 0 5-16,0 0-2 0,0 0 0 0,0 0 5 16,0 0-6-16,0 0 2 0,0 0 0 0,0 0 1 0,0 0 2 15,8 0-1-15,-8 0 2 0,0 0-2 16,0 0-3-16,0 0 3 0,0 0 5 0,0 0-7 0,0 0 4 16,0 0-1-16,0 0-4 0,11 0 1 15,-11 0 1-15,0 0 3 0,0 0 2 0,0 0-4 0,0 0 2 16,0 0-2-16,0 0 1 0,0 0-4 0,0 0 4 15,0 0 1-15,0 0-4 0,0 0 4 0,0 0-5 16,0 0 3-16,0 0-1 0,0 0-1 0,0 0 2 16,0 0 5-16,0 0-8 0,0 0 15 0,0 0-9 15,0 0-3-15,0 0 0 0,0 0-2 0,0 0 1 16,0 0-1-16,0 0 6 0,0 0-3 0,0 0-4 16,0 0 5-16,0 0 2 0,0 0-7 15,0 0 3-15,0 0 3 0,0 0-3 0,0 0 1 16,0 0 3-16,0 0-2 0,0 0-2 0,0 0 1 0,0 0 10 15,0 0-12-15,0 0 2 0,0 0-2 0,0 0 3 16,0 0-1-16,0 0 3 0,0 0-6 0,0 0 4 16,0 0-2-16,0 0 3 0,0 0-4 0,0 0 4 15,0 0-2-15,0 0-3 0,0 0 0 0,0 0 3 16,0 0-2-16,0 0 2 0,0 0-1 0,0 0-5 16,0 0 4-16,0 0 3 0,0 0-5 0,0 0 1 15,0 0 1-15,0 0 4 0,0 0-5 0,0 0 2 16,0 0 1-16,0 0 10 0,0 0-8 0,0 0-4 15,0 0-3-15,0 0 8 0,0 0-3 0,0 0-3 16,0 0 3-16,0 0-3 0,0 0-1 0,0 0 4 16,0 0-1-16,0 0-4 0,0 0 4 0,0 0 0 15,0 0-1-15,0 0-1 0,0 0 3 0,0 0 1 0,0 0-5 16,0 0 4-16,0 0-3 0,0 0 1 16,0 0 1-16,0 0-1 0,0 0 1 0,0 0-1 15,0 0 0-15,0 0 1 0,0 0 1 0,0 0 0 16,0 0-3-16,0 0-1 0,0 0 6 0,0 0-1 15,0 0-4-15,0 0 4 0,0 0-4 0,0 0 3 16,0 0-1-16,0 0 1 0,0 0-1 0,0 0 5 16,0 0-6-16,0 0 0 0,0 0 1 0,0 0 2 15,0 0-5-15,0 0 5 0,0 0-3 0,0 0 2 0,0 0 0 16,0 0 0-16,0 0-3 0,0 0 1 0,0 0 4 16,0 0-1-16,0 0 2 0,0 0-4 15,0 0 2-15,0 0-4 0,0 0 0 0,0 0 7 16,0 0-6-16,0 0-1 0,0 0 3 0,0 0-2 0,0 0 1 15,0 0-4-15,0 0 5 0,0 0 3 0,0 0-2 16,0 0-2-16,0 0 7 0,0 0-6 0,0 0 1 16,0 0 2-16,0 0-5 0,0 0 9 15,0 0-10-15,0 0-3 0,0 0 10 0,0 0-8 16,0 0-11-16,0 0-11 0,0 0-17 0,0 0-12 0,0 0-19 16,0 0-17-16,0 0-27 0,0 0-32 0,0 0-44 15,0 0-46-15,0 0-45 0,0 0-150 0,0 0-470 16,0 0 208-16</inkml:trace>
  <inkml:trace contextRef="#ctx0" brushRef="#br0" timeOffset="-27297.09">31291 12269 130 0,'0'0'129'0,"0"0"-5"0,0-10-6 15,0 10-8-15,0 0-9 0,0-9-6 0,0 9 1 16,0 0 0-16,-3-10-3 0,3 10-1 15,0 0-2-15,-1-10-10 0,1 10-6 0,-1-10 2 16,1 10-1-16,-2-7-6 0,2 7 2 0,0 0-3 0,3-9-4 16,-3 9-1-16,0 0 12 0,0-9-5 0,0 9 3 15,0 0-1-15,0 0-5 0,0 0-6 0,1-9-4 16,-1 9-7-16,0 0-4 0,0 0-5 0,0 0-7 16,0 0-4-16,0 0-6 0,0 0-3 15,0 0-3-15,0 0-1 0,0 0-2 0,0 0-3 0,0 0-1 16,0 0-3-16,0 0-1 0,0 0 1 0,4 29 0 15,-1-18 3-15,-1 0 1 0,1 6 4 0,-1-2-7 16,2 2 0-16,0 0-1 0,-2 2 3 0,2-2 0 16,-1 2 3-16,0-1-6 0,-1 1 8 0,1 0 0 15,-3-1 1-15,2-1 3 0,-2-1-23 0,0 1 6 16,2-1-1-16,-2-1 0 0,1-5-3 0,-1 2 3 16,0-2 1-16,0 1-2 0,0-2 1 0,1 1 4 15,-1-3 4-15,0-7-7 0,-1 12 0 0,2-5 1 16,-1-7 1-16,-1 12-8 0,1-12-15 0,0 8-12 15,0-8-28-15,-3 6-9 0,3-6-35 0,0 0-28 16,-1 6-34-16,1-6-43 0,0 0-157 0,0 0-393 16,0 0 173-16</inkml:trace>
  <inkml:trace contextRef="#ctx0" brushRef="#br0" timeOffset="-26762.64">31318 12694 163 0,'6'-3'183'0,"-6"3"0"0,13-6-17 16,-8 4-8-16,4 0-12 0,-1 2-11 0,2 0-9 15,-10 0-9-15,15 2-6 0,-6 1-11 0,1 0-14 16,-1 2-2-16,-2 2-5 0,0 0-6 0,0-2-5 16,-2 4-8-16,0-1 2 0,-1 1-8 0,-2 0-2 15,0-2-3-15,-2 1-1 0,0-8-8 0,-6 14 1 16,3-5-8-16,-5-1-2 0,0-1 3 0,-1-1-5 15,3-2-5-15,-4 2 1 0,1-2-3 0,-1 1-2 16,2-3 0-16,0 0-4 0,-2 0 0 0,10-2 3 16,-13 0-3-16,13 0-1 0,-10-2-3 0,10 2 8 15,0 0-10-15,-11-3-3 0,11 3-2 0,-8-2 3 16,8 2 0-16,0 0-2 0,-7-7-1 0,7 7 0 16,0 0-4-16,0 0-2 0,-5-3 3 15,5 3-2-15,0 0-5 0,0 0 2 0,0 0 3 0,0 0 0 16,0 0 2-16,0 0-1 0,21 11 1 0,-17-7-2 15,-4-4 1-15,6 7 1 0,2-1 2 0,-6-3 2 16,-2-3-4-16,9 9 1 0,-4-6-1 0,-1 2-6 16,1 0-20-16,0-1-28 0,0 0-25 0,-1 1-37 15,-4-5-29-15,8 6-24 0,-5-2-43 0,-3-4-127 16,0 0-364-16,0 0 162 0</inkml:trace>
  <inkml:trace contextRef="#ctx0" brushRef="#br0" timeOffset="-26517.22">31549 12724 185 0,'0'0'208'0,"5"-7"-13"16,-5 7-20-16,0 0-1 0,0 0 1 0,0 0-8 16,0 0-6-16,0 0-13 0,9 16-1 0,-9-9-9 15,1 2-10-15,-1 0-6 0,2 1-10 0,-1 1-8 16,-1-3-9-16,1 3-7 0,-1-1-12 0,1-3-4 15,-1 1 2-15,0 2-14 0,0 0-7 0,0-10-7 16,-1 13-9-16,1-7-21 0,0-6-30 0,0 13-22 16,1-8-32-16,-1-5-32 0,0 0-33 0,-1 11-24 15,1-11-25-15,0 0-30 0,0 0-131 0,-9 3-371 16,9-3 165-16</inkml:trace>
  <inkml:trace contextRef="#ctx0" brushRef="#br0" timeOffset="-26321.17">31618 12737 39 0,'0'0'183'0,"0"0"3"16,0 0-6-16,0 0 4 0,0 0 1 0,0 0-5 15,9 19-1-15,-9-12-9 0,1 2-14 0,1 1-12 16,-2-1-10-16,1 1-10 0,0 2-16 0,0-2-7 16,-1 1-12-16,2 0-7 0,-2-2-3 0,1 0-14 15,-4 0-5-15,5-2-12 0,-2-7-35 0,-3 12-23 16,3-12-40-16,-1 12-38 0,-2-7-45 0,3-5-51 15,-6 4-187-15,-2-2-402 0,8-2 179 0</inkml:trace>
  <inkml:trace contextRef="#ctx0" brushRef="#br0" timeOffset="-26167.79">31612 12700 63 0,'12'-5'134'15,"1"1"-8"-15,4 0-16 0,-4 2-16 0,2 2-5 16,-2-3-46-16,-1 0-35 0,-4 3-31 0,0 2-85 16,-8-2-116-16,6 2 52 0</inkml:trace>
  <inkml:trace contextRef="#ctx0" brushRef="#br0" timeOffset="-25461.12">29512 12591 175 0,'0'0'184'0,"0"0"-6"16,-9-2-12-16,9 2-10 0,0 0-9 0,0 0-16 15,0 0 5-15,0 0-13 0,-7-4-13 0,7 4-12 16,0 0-8-16,0 0 0 0,0 0-10 0,0 0-2 16,0 0-4-16,0 0-4 0,0 0-7 0,17 15-4 15,-13-10-5-15,2 1-7 0,-1-3 0 0,1 5-8 16,-3-2 0-16,3 2-5 0,-3 2-3 0,0-2 0 0,2 2 1 15,-1 1-5-15,-3-1-1 0,-1-1-1 16,-2 1 4-16,0-2-7 0,-2 2 3 0,-1-1 0 16,2 0 5-16,-3-1-7 0,1-2-1 0,0 0 0 15,0-1-2-15,-4 1-3 0,1 0 1 0,3-2-4 0,0 0 1 16,5-4-2-16,-11 6-2 0,4-3-4 0,7-3-15 16,-9 4-21-16,9-4-24 0,-9 2-29 15,9-2-27-15,0 0-35 0,-12 1-30 0,12-1-38 16,0 0-145-16,0 0-387 0,0 0 171 0</inkml:trace>
  <inkml:trace contextRef="#ctx0" brushRef="#br0" timeOffset="-25215.49">29590 12679 166 0,'2'-4'213'15,"-2"4"-1"-15,7-6-5 0,-7 6-7 0,4-4-6 16,-4 4-21-16,4-5-17 0,-4 5-15 0,0 0-7 15,10-2-12-15,-10 2-10 0,0 0 2 0,7 8-9 16,-4-2-5-16,-1 1-7 0,0 1-7 0,0 1-2 16,0 0-8-16,-2 0-10 0,0 1 2 0,1-1-14 0,-1 1-6 15,1 1 5-15,-1-2-12 0,0 1 0 16,0-1-8-16,-1 0 0 0,2-2-6 0,-1-7-7 0,0 15-19 16,-1-10-29-16,1-5-25 0,0 0-33 15,-3 15-31-15,3-15-32 0,-2 8-38 0,2-8-36 16,-5 5-166-16,5-5-420 0,0 0 186 0</inkml:trace>
  <inkml:trace contextRef="#ctx0" brushRef="#br0" timeOffset="-25015.19">29575 12623 71 0,'7'-5'214'0,"2"1"-8"0,0-1-4 15,1 0-18-15,9 0-11 0,-7 3-18 16,2-1-13-16,0-1-11 0,0 3-16 0,3-3-11 16,-5 4-11-16,3 1-27 0,-3-1-39 0,-12 0-36 0,22-1-43 15,-13 1-47-15,-1 0-50 0,-8 0-114 0,0 0-284 16,0 0 126-16</inkml:trace>
  <inkml:trace contextRef="#ctx0" brushRef="#br0" timeOffset="-21861.16">27193 12150 18 0,'0'0'66'0,"0"0"-15"0,0 0 6 16,0 0-10-16,0 0 2 0,0 0-12 0,0 0-3 16,0 0-2-16,0 0-7 0,0 0 3 15,0 0-12-15,0 0 4 0,-16 0-2 0,16 0 2 16,0 0 3-16,0 0-11 0,0 0-4 0,0 0-17 0,-9 1 4 15,9-1-5-15,0 0-12 0,0 0 2 0,-8 2 1 16,8-2 3-16,0 0-4 0,0 0 7 0,0 0-3 16,-7 2 2-16,7-2 2 0,0 0 1 15,0 0 10-15,-9 3-5 0,9-3 6 0,0 0 1 0,-9 0 6 16,9 0-5-16,0 0 11 0,-9 1-1 0,9-1-1 16,0 0-2-16,0 0 1 0,0 0 0 0,0 0-2 15,0 0-2-15,-14-1-3 0,14 1 1 16,0 0-2-16,0 0 9 0,0 0-7 0,0 0-2 0,0 0-1 15,0 0 0-15,0 0-3 0,0 0 1 0,0 0-2 16,0 0 3-16,0 0 1 0,0 0 6 0,0 0-3 16,0 0 2-16,0 0-7 0,0 0 7 0,-4 4-5 15,4-4 1-15,0 0 4 0,0 0-7 0,0 0 9 16,0 0-3-16,0 0-3 0,0 0 0 0,0 0 0 16,0 0 3-16,0 0-4 0,0 0 2 0,0 0 2 15,0 0 4-15,-9 3-6 0,9-3 4 16,0 0 2-16,-9 3 5 0,9-3-6 0,-10 3 5 0,4-2 9 15,6-1 0-15,-11 1-6 0,11-1 1 0,0 0 4 16,-11 2-1-16,11-2 0 0,-5 2-6 0,5-2 9 16,0 0-2-16,0 0 2 0,0 0-6 0,-11 1 9 15,11-1 0-15,0 0 13 0,0 0-10 0,0 0 4 16,0 0-5-16,0 0 0 0,0 0 0 0,0 0-1 16,0 0 3-16,0 0 1 0,0 0-18 0,0 0 4 15,0 0 6-15,0 0-6 0,0 0-3 0,0 0-4 0,0 0 9 16,0 0-4-16,0 0-6 0,0 0 14 15,27 4-11-15,-16-2 1 0,0-4-8 0,-1 4 1 16,3-2 5-16,-1 1-2 0,1-1-3 0,-2 1 14 16,3-2-18-16,5 1 5 0,1 1 3 0,-1 0-5 0,1 1-1 15,9-2-10-15,-2 0-11 0,-4 0-2 0,4-2-6 16,2 0-2-16,0 2 5 0,1-1 1 16,-1-1-6-16,0 4 2 0,-8-4 0 0,7 2 4 15,-6-1-9-15,6-2 10 0,-11 3 3 0,6-1 0 0,-5-1 4 16,1 2 8-16,-2-3-13 0,0 2 6 0,2-1 2 15,1 2-8-15,-4-2 11 0,2 0-2 0,-1 2-6 16,-2-3 8-16,2 3 6 0,3-4-10 0,-1 2 4 16,-2 0 5-16,5-1-4 0,-4 2 4 0,2-1 5 15,-3 0-1-15,1-1-10 0,1 3 6 0,-6-3 19 16,0 2-30-16,-1-1-8 0,0 1-15 0,0 0-16 16,-1-1-13-16,0 1-14 0,-4 0-41 15,0-1-130-15,-7 2 57 0</inkml:trace>
  <inkml:trace contextRef="#ctx0" brushRef="#br0" timeOffset="-21317.82">28014 12117 23 0,'0'0'67'0,"0"0"-11"16,0 0-5-16,0 0-7 0,0 0-5 0,0 0-10 16,0 0 5-16,0 0-4 0,0 0-9 0,0 0 1 15,0 0-5-15,0 0 0 0,24-6-7 0,-24 6 3 16,16 0 1-16,-10 0-5 0,1-1-1 0,-7 1 2 0,20 0-6 15,-13 1 5-15,5-1-16 0,-3 0 16 16,1 0-3-16,2-1 2 0,-3 1-2 0,2 0 0 16,2 0-7-16,0 0 3 0,1-2-4 0,-3 2 2 15,3 0 0-15,4-1-1 0,-5 1 5 0,7 0-5 0,-1-2-1 16,0 1 2-16,0 0-3 0,-3-1 6 0,4 2-9 16,-4-1 12-16,-3-1-3 0,0 2 0 0,6-2 4 15,-6 2 3-15,1 0-13 0,-1-1 7 16,-1 1 14-16,0-1 5 0,-1 0-5 0,-1 1 4 0,1 0 0 15,1-2 0-15,0 2-15 0,0-1 14 0,-1 1-1 16,0 0 0-16,1-1 11 0,1 2-13 0,-2-2 0 16,3 1-8-16,-3-1 9 0,-1 2-15 15,4-1 6-15,-4 0 4 0,3-1-7 0,-2 1 7 0,1-1-7 16,2 0-1-16,-1 2-3 0,-1-3 4 0,0-1-2 16,1 2-3-16,5-1 6 0,-5 1-5 0,-1 0-9 15,1 2-2-15,0-2-7 0,-2 1-10 16,0-1 2-16,1 1-12 0,-4 0-8 0,2-1-2 0,-10 1-3 15,19-2-16-15,-11 2-44 0,-8 0-116 0,14-1 51 16</inkml:trace>
  <inkml:trace contextRef="#ctx0" brushRef="#br0" timeOffset="-20959.25">29102 12065 5 0,'0'0'76'0,"10"-1"-10"0,-1-1-2 16,-2 4-7-16,-7-2-3 0,17-2-8 0,-8 2-7 15,1 0 5-15,-2-3-11 0,3 2-2 0,-2 1-5 16,2 0-5-16,-4-1 1 0,5-1-2 0,-2 1-1 16,1 1-1-16,0-1 0 0,-1 2-6 0,-2-3-7 15,-8 2 4-15,16 0 4 0,-5-2-2 0,-11 2-5 16,15 0 5-16,-8 0-5 0,-7 0-5 0,16-1 2 15,-10 1 3-15,-6 0 0 0,16-2-1 0,-9 2 6 16,2-1-10-16,-9 1-1 0,14-1 6 0,-5 1-9 16,-1-2 1-16,-8 2 3 0,13 0 1 0,-6-2 0 15,2 1-5-15,-9 1 0 0,14-1-1 0,-7-2-1 16,-7 3-2-16,14-1 14 0,-7 1-12 0,-7 0 5 16,13 0-3-16,-7-2 2 0,-6 2-3 0,12 0-4 15,-12 0-5-15,10-1-8 0,-10 1-2 0,10-2-14 16,-10 2-19-16,9 0-42 0,-9 0-106 0,8-2 47 15</inkml:trace>
  <inkml:trace contextRef="#ctx0" brushRef="#br0" timeOffset="-20536.36">29620 12018 91 0,'12'0'88'15,"6"-1"-6"-15,0 1 2 0,2 0-17 0,2 1-4 16,-3-2 2-16,3 1-14 0,-1 0 2 15,6-1-16-15,-1-1 0 0,-3 2-6 0,-3-1-9 0,3 1-6 16,-3-2-11-16,3 2-27 0,-2-2 0 0,0 1-12 16,1 0-15-16,6-3-63 0,-7 1-119 0,6-2 53 15</inkml:trace>
  <inkml:trace contextRef="#ctx0" brushRef="#br0" timeOffset="-19456.25">30276 12032 46 0,'0'0'100'0,"0"0"-8"0,0 0-4 0,0 0-2 16,0 0 0-16,30 1-10 0,-18-1-3 0,6 0-8 16,1 0-8-16,-1 0-10 0,3 0-1 0,-1 0-6 15,2-1-3-15,0 1-1 0,6 0-8 0,-7 0-8 16,9-2 4-16,-2 4-7 0,0-2 0 0,2 0-9 15,0-2-1-15,0 4-9 0,-2-2-9 0,0 0-3 16,-7-2-3-16,0 2-3 0,7-2 4 0,-6 1 2 16,-1 0 0-16,-1-1 3 0,0 1-1 0,0 0 1 15,1 1 0-15,-2-1 1 0,2 1 3 0,-1-2 5 16,1 1-1-16,-1 1-6 0,-1-1 4 0,2 0-1 16,-4-1 6-16,0 2 0 0,1-1 5 0,-5 1 13 15,1 0 0-15,-1 0-15 0,6-2 8 0,-8 2 4 16,0-2 1-16,0 2-1 0,3-1-5 0,-1 1 6 15,1-1 3-15,-4-1-9 0,5 2 5 0,-2-1-5 16,0 0 2-16,1-2-4 0,-1 2-1 0,1 0-9 16,-1 0 8-16,5-2-10 0,-6 1 5 0,8 0-13 15,-8-1-2-15,2 1-5 0,-1-1 4 0,2 1-5 16,-3 0-1-16,1 0-5 0,-2 1 9 0,1 1 0 16,0-3 0-16,-1 0-4 0,-3 2 3 0,0 1-5 15,1-3-3-15,0 3-5 0,0-2-3 0,0 1-1 16,-9 1 5-16,16-1-4 0,-8 1 3 0,1-2-4 15,-2 0 3-15,3 1-9 0,-2 0 7 0,2 0 3 16,-1-2 5-16,0 2 3 0,-2 0 0 0,4-1 0 16,-1 0 2-16,0 1 10 0,2 0-3 0,-1-2 1 15,1 2 1-15,-1 1 3 0,2-2-2 0,-3 0 1 0,0-1 4 16,3 1 1-16,-3-1-3 0,3 1 8 0,-1-1-5 16,-1 2 5-16,2-1 9 0,0 0-3 15,-2-1 1-15,3 0-4 0,-2 1 11 0,0 1 3 16,0-2-3-16,2 1 6 0,-4 0-2 0,1-1 1 0,1 2 3 15,-4-2-5-15,2 0 2 0,2 2 8 0,-5 0-15 16,0-2-2-16,-7 3 12 0,16-4-8 0,-8 4-3 16,2 0 3-16,2-3 5 0,-3 2-11 15,-2 0 1-15,4-1-6 0,-4 2-7 0,4-2-5 16,-2 2 0-16,-2-2-10 0,3 0-1 0,1 1-1 0,-1 1-3 16,1-3 1-16,1 3-5 0,1 0 3 0,-2 0-3 15,1 0 7-15,0 0-3 0,-1-2 4 16,-1 2-3-16,0-1 3 0,-10 1-6 0,16 0 4 15,-9-2 6-15,2 1 2 0,0 1-3 0,0-1 1 0,2 1 7 16,0-2-1-16,0 2 5 0,-11 0-6 0,14 0 3 16,-6-1 2-16,3 0 5 0,-2 1 0 0,3-1-5 15,-1-1 3-15,1 2-2 0,-3-1 4 0,3-1-2 16,1 2 5-16,0 0-1 0,-1 0 0 0,0-2 7 16,4 2 6-16,-3 0 0 0,0-1-3 0,0 1-2 15,0 0 5-15,0 0-6 0,-1-2-15 16,-1 2 9-16,-3-2-11 0,-8 2-18 0,11 0-29 0,-11 0 13 15</inkml:trace>
  <inkml:trace contextRef="#ctx0" brushRef="#br0" timeOffset="-16918.07">28192 11318 29 0,'0'0'35'0,"0"0"-3"16,-8 1-10-16,8-1-8 0,0 0-16 0,0 0-20 16,0 0-23-16,0 0 9 0</inkml:trace>
  <inkml:trace contextRef="#ctx0" brushRef="#br0" timeOffset="-16537.88">28413 11332 9 0,'0'0'69'0,"0"0"-5"0,0 0-5 0,-23 1-13 15,23-1 4-15,-12 0-3 0,12 0-3 0,-12-3-2 16,12 3 3-16,-13 0-7 0,3-2-2 0,10 2-3 0,-15-2-6 16,6-1-7-16,1 2 7 0,0-1 0 15,-3 0-9-15,0-1-2 0,1 2-4 0,0-2 0 16,-2 1 4-16,1 0-1 0,3 0-2 0,-3 1 4 16,3 0-10-16,-3-1 7 0,-1 1-7 0,4-1-7 0,-2 2 6 15,10 0-6-15,-18 0 8 0,10 0-5 16,8 0 3-16,-14 0-3 0,14 0 2 0,-10-1-11 15,10 1 2-15,0 0-13 0,-10 1 9 0,10-1-10 0,0 0-13 16,-8 2-1-16,8-2-1 0,0 0-15 0,0 0-15 16,0 0-38-16,0 0-108 0,0 0 48 0</inkml:trace>
  <inkml:trace contextRef="#ctx0" brushRef="#br0" timeOffset="-16047.93">28265 11258 44 0,'0'0'102'0,"-12"2"-4"0,12-2-14 0,-11 4 6 16,4-3-17-16,-1 2-6 0,8-3-3 0,-19 5-1 15,9-1-4-15,-2 0-7 0,1-3-6 0,-3 3-1 16,3-1-11-16,-2-1 0 0,-1 1 5 0,5 1-14 15,-4-1-3-15,-5 0 4 0,2 1-3 16,0 1-1-16,-6-3-4 0,-1 1 2 0,5 0-2 0,-10 3-3 16,7-3 4-16,-2 2-11 0,-3-1 4 0,-1 1-2 15,-2-2-12-15,1 0 5 0,0 0 4 0,-2-2-9 16,1 1 0-16,-1 0-1 0,2-2 0 0,-2 1 5 0,1-2 6 16,0 1-11-16,0 0 10 0,1 0-9 15,-3 0 2-15,3-2-6 0,0 2 4 0,-1-1 6 16,8 2-5-16,-7-2-6 0,7 1 7 0,1 0 0 15,2-1 0-15,1 1-5 0,-4 0 1 0,8 1 2 0,-1 0-7 16,-3 1-2-16,-4-2-8 0,3 0 6 0,5-2-8 16,-6 2 11-16,2 0 3 0,-1 0 0 15,-1 0-6-15,4-1 10 0,-3 2-11 0,0-1 11 16,-3 2 0-16,1-2-6 0,0 0 2 0,-7 1-1 0,0 1 12 16,-2-2-7-16,0 1 7 0,1 0-10 0,-3 0-3 15,2-1 4-15,0 1 1 0,3 2 2 0,-2-3-5 16,4 0 6-16,3 1-8 0,2 1 8 0,-2-1 5 15,3-1-7-15,2 1-16 0,-2 1-9 0,7-2-13 16,-3 1-17-16,5 1-18 0,-2-2-58 0,0 0-145 16,2 0 64-16</inkml:trace>
  <inkml:trace contextRef="#ctx0" brushRef="#br0" timeOffset="-15170.12">26075 11243 42 0,'0'0'81'0,"-16"0"-1"15,16 0 0-15,-13-2-6 0,3 1 4 16,10 1-9-16,-9-1 6 0,9 1 2 0,-10-2 0 0,10 2-7 16,0 0-1-16,-12 0 3 0,12 0-7 0,0 0-9 15,0 0 0-15,0 0-9 0,0 0 5 16,0 0 3-16,0 0 4 0,0 0-10 0,0 0-1 0,0 0-7 16,41-5-5-16,-26 4 2 0,3 1-5 0,2-2-4 15,1 3-1-15,8-2-3 0,-9 1-4 0,0-2-1 16,7 1-8-16,-6 1-9 0,-1 1-8 0,-3-2-12 15,-2 1-18-15,-2 0-27 0,-3 0-16 0,0 0-13 16,-10 0-9-16,13 0-9 0,-13 0-8 0,9 0-68 16,-9 0-198-16,0 0 88 0</inkml:trace>
  <inkml:trace contextRef="#ctx0" brushRef="#br0" timeOffset="-14692.91">26252 11218 87 0,'0'0'90'0,"-11"0"-2"0,11 0-4 0,0 0 6 0,-7 5-3 16,7-5 12-16,-4 8-4 0,0-2 1 0,4 2 6 16,-5 1-15-16,4-1 1 0,1 5 0 0,-2-2-5 15,0 4 5-15,2 3-9 0,0-1-5 0,0 2-7 16,0 1 3-16,0 5-4 0,0-6-6 0,4-1-3 0,-3 7-6 16,4-5-2-16,-5-2-2 0,2 0 0 15,0-3-8-15,0 1-4 0,0 0-5 0,-2-3-1 16,0 1-5-16,0-3-1 0,0-1-4 0,0-2 2 15,0 1-1-15,0 1 3 0,0-3-9 0,-4 1 1 0,4-8 1 16,-2 12-9-16,0-7 6 0,-4-1-1 0,6-4 2 16,-4 7-5-16,4-7 2 0,-9 4-4 15,9-4-3-15,-11 1 2 0,11-1-4 0,-12-1-1 16,12 1-8-16,-13-5-1 0,7 1-3 0,-4 1-5 0,2-3-1 16,-1 0 6-16,1 1-3 0,2 2 2 0,-1-3 1 15,1 2 2-15,0-1 1 0,6 5 0 16,-8-5-6-16,3 0 12 0,5 5-3 0,-6-4 0 0,6 4 10 15,0 0-10-15,-7-5 3 0,7 5 6 0,0 0-6 16,0 0 6-16,0 0-2 0,-2-6-2 0,2 6 1 16,0 0-5-16,0 0-1 0,0 0 5 0,0 0 8 15,0 0-3-15,0 0 3 0,18-2 1 0,-9 2-2 16,2-2 2-16,0 2-2 0,3-2 4 0,2 0-7 16,4-1 7-16,1 0-12 0,5-1-10 0,-8 1-17 15,-2 1-14-15,-1-3-33 0,-1 3-6 0,-3-1-15 16,0 0-23-16,-1-1-6 0,1 2 1 0,-5 0-6 15,1-1-10-15,0 0-87 0,-7 3-246 0,9-3 110 16</inkml:trace>
  <inkml:trace contextRef="#ctx0" brushRef="#br0" timeOffset="-14131.81">26383 11536 55 0,'0'0'70'0,"0"0"-3"0,0 0 0 16,0 0-2-16,0 0 3 0,0 0-2 0,0 0 17 15,0 0-2-15,0 0 5 0,0 0 2 0,0 0-4 16,2 17 5-16,-2-17-7 0,2 12 1 0,-4-2-1 15,2 0-6-15,0-1 3 0,0 2-8 0,0 1-1 16,0-2-5-16,0 2 1 0,-2-4-9 0,0 3 2 16,-2-5-6-16,4 2 0 0,0-8 2 0,-2 13-1 15,2-13 2-15,0 9 2 0,0-9 5 0,-4 7 2 16,4-7 1-16,-4 6 2 0,4-6-3 0,-5 4-5 0,5-4 1 16,0 0-4-16,-13 0 2 0,13 0-11 15,0 0-5-15,0 0-2 0,-14-7-1 0,14 7-2 16,-4-9-6-16,4 9-4 0,-2-12-8 0,4 4 3 15,0-2-4-15,0 0-3 0,2-1-1 0,1 0-1 0,0 0-5 16,4-3 1-16,0 0 0 0,1 2-1 16,0 1-3-16,1 2-3 0,1 0 2 0,-3 2 0 0,4 0 0 15,-2 1-4-15,-2 4 1 0,2 0-1 16,1 4-1-16,-1 0-1 0,0 4 1 0,-2 0-3 0,0 2 3 16,4 4 2-16,-3 1-2 0,-2-2 1 0,-3 0-5 15,1-1 2-15,-1 1 6 0,2 0-5 0,-5 1 4 16,1-1-8-16,1-2 6 0,-4 2 0 15,0-4 0-15,0 1 1 0,0-8 10 0,0 11-3 0,0-11 8 16,0 8 1-16,0-8 3 0,-4 5 3 0,4-5-1 16,0 0 14-16,-7 4-9 0,7-4-3 0,0 0 1 15,0 0-10-15,0 0 5 0,-12-11-5 16,12 11 4-16,-4-10-1 0,4 3-5 0,0 7-5 0,4-17-2 16,0 6-1-16,2 0-2 0,3-1 1 0,-3 3-3 15,3-2-1-15,1 2 1 0,0 0-3 0,1 2 2 16,-1 3-6-16,3-1 4 0,-2 2-3 0,1 3 1 15,-2 0-5-15,-1 2 5 0,1 0-1 0,-1 4 2 16,-1-1-2-16,2 3 2 0,-3 1 0 0,-1 0 4 16,-2 1 6-16,1 1-11 0,-3 1-13 0,3 0-17 15,-3 0-21-15,-2-2-21 0,-2 1-40 0,0 1-56 16,-3-2-45-16,3 2-246 0,-5-1-499 0,3-2 222 16</inkml:trace>
  <inkml:trace contextRef="#ctx0" brushRef="#br0" timeOffset="-11087.47">26247 12037 41 0,'0'0'65'16,"-10"0"-8"-16,10 0-2 0,-7-2 1 0,7 2-3 15,-14 0-9-15,14 0 1 0,-13-2-3 0,13 2-5 16,-12 0 0-16,12 0-9 0,-11-1 8 0,11 1 8 16,-13-2 10-16,13 2-4 0,-14 0-9 0,14 0 6 15,-11-2-3-15,5 0 6 0,6 2-2 0,-12 0 8 16,12 0-2-16,-7-3 5 0,7 3 8 0,0 0-10 15,0 0-1-15,-12 0-4 0,12 0 3 0,0 0-3 16,0 0-1-16,0 0-1 0,0 0-3 0,0 0 1 16,0 0-3-16,0 0-9 0,0 0 1 0,0 0-8 15,0 0 2-15,0 0-4 0,28-12-7 0,-14 9 4 16,2-1-9-16,4 0-1 0,2-1 2 0,7-2-6 16,-9 4-12-16,7-2-22 0,-6 0-17 0,-1 2-11 15,-3-1-24-15,2-1-14 0,0 0-15 0,-2 2-23 16,-4 1-116-16,-1-1-265 0,-4 0 117 0</inkml:trace>
  <inkml:trace contextRef="#ctx0" brushRef="#br0" timeOffset="-10575.15">26297 11973 115 0,'0'0'120'16,"-2"10"-4"-16,0-3 7 0,0 0-2 0,-1 3-14 0,1-1-8 16,-1 1-14-16,1 0-13 0,0 3 3 15,-2-3 2-15,4 6-7 0,-1-4 6 0,1-1-9 16,-2 1-8-16,2-3-2 0,0 2-8 0,0 2 2 16,0-5-11-16,0 3 8 0,3-2-13 0,-1 1 2 15,0-5-4-15,0 3-3 0,-2-2-3 0,2 1-4 16,-2-7-2-16,0 11-7 0,0-11 9 0,3 9-11 15,-3-9 0-15,0 9 2 0,0-9-4 0,0 0 0 16,0 8 0-16,0-8 0 0,0 0 4 0,-5 9-3 0,5-9-5 16,-4 6 6-16,4-6-5 0,-7 4-1 0,-1-3-3 15,8-1-6-15,-10 4 0 0,10-4-2 0,-9 4-6 16,5-1 6-16,4-3-10 0,-11 0 4 0,11 0-5 16,-10 3 8-16,10-3-1 0,0 0-1 0,-11 0 8 15,11 0-6-15,0 0 2 0,-8 0 0 0,8 0 1 16,0 0 0-16,0 0 3 0,-12 0 0 15,12 0-8-15,0 0 15 0,0 0 1 0,0 0 3 16,0 0-5-16,-9 0 4 0,9 0 0 0,0 0-6 0,0 0 5 16,0 0-1-16,0 0-3 0,0 0 5 0,0 0 1 15,0 0-7-15,0 0 12 0,0 0-2 0,0 0-3 16,0 0 4-16,29-7-6 0,-20 5 1 0,1 1 0 16,1 1-1-16,4-2 1 0,-3 2 3 0,5 0-3 15,-5 0-8-15,1-1-23 0,1 1-16 0,-1 0-35 16,-2 1-14-16,3-2-34 0,-1 0-17 0,-3 1-122 15,0 1-282-15,2-3 125 0</inkml:trace>
  <inkml:trace contextRef="#ctx0" brushRef="#br0" timeOffset="-10060.93">26584 12209 11 0,'0'0'141'16,"0"0"2"-16,-15-8-6 0,15 8-6 0,-14-1-9 16,14 1-5-16,-13 1 0 0,4-1-4 0,0 2-7 15,9-2-1-15,-18 4-8 0,14-2-16 0,-6 2-2 16,4 0-11-16,-1-1-6 0,1 0-2 0,0 2-7 16,2 0-3-16,0-1-5 0,-1 3-3 0,5-7-4 0,-6 12-5 15,2-5 1-15,3-1-3 0,1-6-3 0,0 12-3 16,0-12-2-16,1 10 0 0,-1-10-3 15,2 8 1-15,-2-8 0 0,6 5-2 0,-6-5 3 16,9 1-4-16,-9-1-2 0,0 0-1 0,16-5-3 0,-16 5 6 16,11-3-8-16,-4-2 1 0,0 2 2 0,-3-3-1 15,1 1-2-15,-1-5-1 0,2 3 0 0,-3-4-4 16,1 0 3-16,1 0 1 0,0-2-3 0,-3 1-1 16,0 0-2-16,0-4 0 0,0 6 2 0,-2-4-1 15,1 3-3-15,1-5 0 0,-2 5 2 0,0-2 1 16,-2 2 3-16,2 1 4 0,-1 2 4 0,1 8 4 15,0-13 5-15,0 13-6 0,0-9 2 0,0 9-6 16,0-8-1-16,0 8-5 0,0 0 2 0,0 0-5 16,0 0 4-16,0 0 0 0,0 0-1 0,0 0 2 15,0 34 1-15,0-22 0 0,0-1 5 0,0 2-5 16,0-1 5-16,0 1-4 0,3 1 0 0,-5-2 1 16,4 1-1-16,0-4-3 0,-2 3 0 0,0 0-4 15,2-1 3-15,0 0 1 0,-2-2-5 0,0-1-17 16,2 0-21-16,-2-8-22 0,2 13-31 0,-1-6-26 15,4-2-28-15,-5-5-38 0,4 9-22 0,-4-4-126 16,0-5-355-16,0 0 157 0</inkml:trace>
  <inkml:trace contextRef="#ctx0" brushRef="#br0" timeOffset="-9831.36">26749 12136 199 0,'-14'7'202'0,"5"-4"-7"0,-2 2-11 16,0 3-8-16,2 0-7 0,-1 0-19 0,-1 3-15 15,3-2-12-15,3-1-6 0,-4 2-16 0,6 0-7 16,1 0-4-16,-2 0-6 0,4 0-9 0,0-10-10 16,4 11-3-16,-1-3-3 0,4-5-8 0,-1 4-17 15,3-2-21-15,2 0-32 0,3-3-34 0,-1-1-41 0,6-1-46 16,1 0-26-16,0 0-152 0,-2-1-344 15,5 1 152-15</inkml:trace>
  <inkml:trace contextRef="#ctx0" brushRef="#br0" timeOffset="-9129.11">28581 12098 64 0,'7'0'73'0,"4"0"-3"15,-2-2-18-15,2 1-13 0,-1 1-8 0,3 0-25 16,-7-1-19-16,-6 1-41 0,15-3-58 0,-7 2 26 16</inkml:trace>
  <inkml:trace contextRef="#ctx0" brushRef="#br0" timeOffset="-8948.02">29080 12041 15 0,'0'0'75'0,"9"-2"-20"16,-9 2-15-16,6-3-24 0,-6 3-32 0,8-1-16 15,-8 1-32-15,0 0 14 0</inkml:trace>
  <inkml:trace contextRef="#ctx0" brushRef="#br0" timeOffset="-8598.25">28740 12043 57 0,'-8'0'66'0,"8"0"-4"0,-13 2-4 16,6-1-2-16,7-1-9 0,-9 3-1 0,9-3-5 16,-9 1 7-16,9-1-10 0,0 0 3 0,-10 0-8 15,10 0 13-15,0 0-1 0,0 0 5 0,0 0 7 16,0 0 2-16,0 0 3 0,0 0-5 0,23 8 2 15,-13-8-8-15,0 1-5 0,4-2-4 0,-1 1-7 16,3 0 2-16,4 0-9 0,-2-1-1 0,2 1-4 16,-1 0 1-16,2 0 2 0,-2-2 0 0,1 2-9 15,0 0-6-15,0-1-8 0,2 1-8 0,-3-1-23 16,0 0 7-16,-1-1-9 0,2 2-21 0,-1 0 0 16,0 2-8-16,0-4-5 0,0 2-14 0,-1 0 12 15,0 0-5-15,0-1-10 0,-5 1-56 0,0-2-148 16,3 0 66-16</inkml:trace>
  <inkml:trace contextRef="#ctx0" brushRef="#br0" timeOffset="-8073.15">29376 12035 22 0,'11'1'23'0,"-11"-1"2"15,12 0 1-15,-12 0 4 0,11 0 3 0,-11 0 10 0,9 0-3 16,-9 0-1-16,11-1-3 0,-11 1-4 0,10 0 9 16,-10 0 2-16,12 0 5 0,-5-2-8 0,-7 2-4 15,17-3-5-15,-9 3 3 0,1-2-7 16,-9 2 2-16,15-1-3 0,-5 0 0 0,0-2-10 0,2 2 5 15,-3 0-17-15,4-1 7 0,0 1-2 0,4 0-7 16,-4 1-3-16,5-1 3 0,0-1 0 0,1 2-9 16,-1 0-8-16,0 0 13 0,0 0 5 15,-1-1-12-15,-2 2 3 0,1-2-2 0,-2-1-2 0,1 2-4 16,2 0-2-16,-4 0-1 0,6-2-2 0,-3 4-1 16,2-4 0-16,-6 1 4 0,1 0-2 0,0 1 6 15,-2-2 0-15,-2 2 11 0,3 0 4 16,-2 3 5-16,-10-3-1 0,17-1 10 0,-11-1 4 15,-6 2 1-15,14-1 9 0,-14 1-10 0,10 0 11 0,-10 0-2 16,9-3 7-16,-9 3-7 0,10-1 1 0,-10 1 1 16,11-1-2-16,-11 1-5 0,9-2 1 0,-9 2-1 15,12-2-22-15,-6 1 11 0,1 1 5 0,-7 0-2 16,15-2-13-16,-4 0-1 0,0 2-7 0,3-3-5 16,-1 3-19-16,6-2-9 0,-2 0 2 0,2 0-8 15,1 1-11-15,0-1 6 0,1 0 6 0,0 1-12 16,-2 1 6-16,3 0 0 0,-2 0 2 0,0 0 6 15,-3 1 1-15,2-2 2 0,-6 2 5 0,0-1 1 16,0 0 8-16,-4 0 2 0,-1-1 12 0,-8 1 7 16,15 0 14-16,-9 0 1 0,-6 0 11 0,10 0 5 15,-10 0 0-15,9 0 5 0,-9 0-5 0,0 0-8 16,11-3 3-16,-11 3-1 0,7-1-3 0,-7 1 3 16,9-2-5-16,-9 2 3 0,12-1-4 0,-12 1-2 15,11-4-6-15,-2 3 4 0,-3 0-13 0,2 0-8 16,-8 1-5-16,13-4-17 0,-4 4-8 0,4-2-7 15,1 2-52-15,2-4-103 0,5 3 46 0</inkml:trace>
  <inkml:trace contextRef="#ctx0" brushRef="#br0" timeOffset="-7161.09">30920 11978 29 0,'-14'0'125'15,"7"0"-14"-15,7 0 3 0,-12 3-9 0,12-3-14 16,-9 1-10-16,9-1-5 0,-9 0-9 0,9 0-5 15,0 0-8-15,0 0-7 0,-10 1-5 0,10-1 0 0,0 0-8 16,0 0-4-16,0 0-4 0,-7 3 1 16,7-3-8-16,0 0 8 0,0 0-12 0,0 0 4 15,0 0-9-15,0 0 5 0,0 0-19 0,23 8 4 16,-16-8 5-16,4 1-16 0,-2-1-3 0,4 0-4 16,-1 2-10-16,0-4-2 0,1 2-16 0,-1 3-7 0,2-3-6 15,-1 0-3-15,-1 1-8 0,1-1-5 0,1 1 6 16,-2 0 4-16,1 1-2 0,-1-2 8 0,1 2 7 15,1 0-31-15,-1-2 77 0,0 0-29 16,2 2 11-16,-1 0 10 0,3-2 2 0,-5 0 8 16,2 0 8-16,3-2 8 0,-3 4-1 0,0-2 3 0,4-2 2 15,-6 4 1-15,2-2 7 0,-2 0-4 16,7 2 2-16,-6-4 3 0,6 2 1 0,-2 2 6 0,1-4 6 16,-5 2-3-16,1 2 6 0,-1-1 1 15,7-2-8-15,-2 2 1 0,0-1-5 0,-5 0 2 0,5 0-5 16,-1 0 3-16,1 0-7 0,-2 0 7 0,-4 0-3 15,6 0 4-15,-1 0-2 0,-3 0-2 0,-1-1-7 16,1 1 7-16,2-2-4 0,-3 2 5 0,4-2-4 16,1 1-1-16,-5-2-11 0,-1 3 6 0,2-1-7 15,-1 0 3-15,0-1-6 0,0 2 3 0,-1-1 1 16,-1 0-4-16,-2 1 4 0,2-1-5 0,-1 1-7 16,-2-1 11-16,-8 1-10 0,17 0 2 0,-11-2 6 15,3 1-13-15,1 2 3 0,-10-1-9 0,16-1 3 16,-9 1-4-16,6-2-8 0,-4 1 0 0,3 0-3 15,0 2-4-15,-2-1 0 0,2-1 8 0,2 1-6 16,-4-2 5-16,2 2-1 0,-1-1 1 0,0 0 16 16,-3 0-9-16,1-1 0 0,-9 2 2 0,16-1-4 15,-7 0 13-15,-2 0-6 0,5-1 4 0,-12 2-7 16,13-2 11-16,-7 1-9 0,-6 1 6 0,13-2-2 16,-4 2 0-16,-9 0 13 0,14-4-11 0,-5 3 2 15,-2-1-1-15,4 1 4 0,-4-1-2 0,2 0-7 16,3 0 6-16,-1 1-2 0,3 0 1 0,-3-1 10 15,-4 1-9-15,5 1 0 0,-3-1-5 0,1-1-7 16,-1 1-11-16,0-2-4 0,-9 3-13 0,13-2-21 16,-7 1-20-16,-6 1-45 0,11-5-137 0,-5 2 60 15</inkml:trace>
  <inkml:trace contextRef="#ctx0" brushRef="#br0" timeOffset="-6949.73">32460 11884 6 0,'0'0'78'0,"9"1"-12"0,-9-1-14 0,13-1-19 16,-7-1-15-16,-6 2-19 0,17-1-23 0,-8-1-14 15,2-2-42-15,0 2 19 0</inkml:trace>
  <inkml:trace contextRef="#ctx0" brushRef="#br0" timeOffset="-6782.21">32731 11851 8 0,'0'0'138'0,"0"0"-14"0,0 0 0 0,0 0-12 0,0 0-10 16,0 0-10-16,0 0-17 0,0 0-4 0,0 0-7 15,49-10-5-15,-49 10-5 0,0 0-12 0,0 0-13 16,0 0-18-16,0 0-27 0,39-5-12 0,-39 5-23 16,0 0-21-16,0 0-13 0,32-6-58 0,-32 6-154 15,0 0 69-15</inkml:trace>
  <inkml:trace contextRef="#ctx0" brushRef="#br0" timeOffset="-6641.63">32963 11824 81 0,'0'0'93'0,"0"0"-6"0,0 0-5 16,0 0-6-16,0 0-8 0,0 0-11 0,0 0-2 16,0 0-10-16,0 0-18 0,0 0-15 0,0 0-16 15,0 0-19-15,0 0-22 0,0 0-58 0,0 0-109 16,0 0 49-16</inkml:trace>
  <inkml:trace contextRef="#ctx0" brushRef="#br0" timeOffset="-6483.96">33135 11804 125 0,'0'0'124'0,"0"0"-24"0,0 0-1 0,0 0-21 16,0 0-12-16,0 0-17 0,0 0-29 0,0 0-25 16,0 0-12-16,0 0-28 0,0 0-54 0,0 0-108 15,0 0 48-15</inkml:trace>
  <inkml:trace contextRef="#ctx0" brushRef="#br0" timeOffset="-4405.13">32941 12126 76 0,'0'0'118'0,"0"0"-8"16,0 0 2-16,0 0-10 0,-50-9-7 0,50 9 0 15,0 0-9-15,0 0-1 0,0 0 2 0,0 0-9 0,0 0-1 16,0 0-8-16,0 0-1 0,0 0-5 15,-49 6-2-15,49-6-7 0,0 0-4 0,0 0-2 16,0 0 0-16,0 0-2 0,0 0-8 0,0 0-4 16,0 0-3-16,0 0 10 0,0 0-4 0,0 0-3 15,0 0 0-15,0 0-4 0,0 0-3 0,0 0-6 0,0 0 1 16,0 0 2-16,0 0-2 0,0 0-8 0,0 0 1 16,74 48-1-16,-74-48-1 0,0 0-5 15,34 18 5-15,-34-18-4 0,20 14-1 0,-20-14-7 16,0 0 4-16,21 24-3 0,-21-24-1 0,12 22 3 15,-12-22 5-15,0 0-11 0,0 42 4 0,0-42 2 0,0 0-10 16,-25 44-16-16,12-29-27 0,13-15-16 0,-31 36-41 16,19-21-26-16,-9 3-26 0,21-18-110 0,-34 30-290 15,34-30 128-15</inkml:trace>
  <inkml:trace contextRef="#ctx0" brushRef="#br0" timeOffset="-248.96">32389 10510 32 0,'0'0'55'15,"0"0"-9"-15,0 0-6 0,0 0-2 0,0 0-5 16,0 0-7-16,0 0-4 0,0 0 9 0,0 0-8 15,0 0-12-15,0 0 9 0,0 0 2 0,0 0-9 16,0 0-4-16,0 0 1 0,0 0 0 0,0 0-7 16,0 0 4-16,0 0-3 0,26 3-5 0,-26-3 3 15,0 0-4-15,0 0-2 0,0 0-4 16,0 0 2-16,0 0 4 0,0 0 2 0,0 0 5 0,0 0-9 16,0 0 2-16,11-4 6 0,-11 4-5 0,0 0 1 15,0 0 1-15,2-6 6 0,-2 6 6 0,0 0 2 16,0 0 4-16,0 0 5 0,0 0 1 0,0-11-6 15,0 11 3-15,0 0 8 0,0-9 3 0,0 9-6 16,0 0 3-16,2-8-2 0,-2 8 16 0,0 0-9 16,0 0 1-16,-3-11 8 0,3 11 0 0,0 0 4 15,0 0 6-15,0 0-4 0,0 0 3 0,0 0-2 16,0 0-1-16,-1-8-9 0,1 8-6 0,0 0 0 16,0 0-5-16,0 0 0 0,0 0 8 0,0 0 2 15,0 0-2-15,0 0-8 0,-14 16 3 16,10-11 9-16,-1 0 0 0,0 4 2 0,-3 0 3 0,4 1-3 15,-6-1-9-15,3 0 7 0,-2 2-3 0,3-1 4 16,-5 3-7-16,3-3 0 0,0 0-1 0,-4 2-5 16,4-1-4-16,0-3-1 0,-2 1-1 0,0-2 0 15,2 3 0-15,-2-3-2 0,-2 0 2 0,1 2-4 16,-1-6-1-16,2 5-3 0,1-3 2 0,-1 0-2 16,2-1-1-16,1 0-4 0,0-1 6 0,-2-1-5 15,3 1 0-15,1-1-1 0,5-2-2 0,-12 2 2 16,12-2 5-16,0 0 0 0,-12 0-1 0,12 0 1 15,-8-3-3-15,8 3 0 0,-8-6-3 0,8 6 0 16,-5-9 2-16,2 3-4 0,3 6-1 0,-3-11 2 16,1 5-3-16,2 6-1 0,3-14 5 0,-3 8-6 15,0 6 2-15,4-13 6 0,0 6-14 0,-1-2 2 16,0 3 2-16,0-2-2 0,-1 2-3 0,2 0 6 16,0 1-5-16,0-1 0 0,-4 6 3 0,10-9-2 15,-5 4 4-15,1 2-3 0,1-1 1 0,-1 1-2 16,-1 0 2-16,-5 3 2 0,17-6-7 0,-12 4 0 15,3 1 3-15,-8 1-3 0,11-1 4 0,-4-1-3 16,-7 2 1-16,11 0 4 0,-11 0-4 0,12 4-3 0,-7 0 6 16,1 1 0-16,0-2-3 0,2 1 6 15,-4 1-1-15,1 1 1 0,2 0-4 0,0 1 5 16,-2 0-7-16,-1-1 7 0,2 3 1 0,0-2-2 16,-1 3 8-16,1-1-3 0,0 1 0 0,-2 1 0 15,0-1 0-15,1-1 4 0,-1 4 2 0,1-6-2 0,-1 4-6 16,0-3 3-16,1 2-5 0,-1-1 3 15,-3-1 0-15,2 1-3 0,-1-2 1 0,1 1 3 0,-1-2-3 16,2 2 1-16,-1-3-2 0,-3-5 2 16,1 13-2-16,1-10-11 0,-2-3-20 0,3 9-15 15,-3-9-23-15,1 6-19 0,-1-6-19 0,0 0-11 16,0 0-12-16,0 0-42 0,3 5-34 0,-3-5-117 16,0 0-344-16,0 0 153 0</inkml:trace>
  <inkml:trace contextRef="#ctx0" brushRef="#br0" timeOffset="-25.95">32477 10654 154 0,'0'0'192'15,"0"0"-9"-15,0 0-8 0,0 0-14 0,0 0-14 0,9-3-11 16,-9 3-13-16,10-3-11 0,-5 1-8 0,4 2-7 15,-9 0-12-15,14-1-12 0,-6 1-9 16,3-2-12-16,-3 1-27 0,-8 1-23 0,19 0-35 16,-11 0-38-16,-2-1-10 0,-6 1-30 0,17 1-27 15,-11-2-105-15,-6 1-261 0,8 1 116 0</inkml:trace>
  <inkml:trace contextRef="#ctx0" brushRef="#br0" timeOffset="136.98">32518 10703 114 0,'0'0'111'15,"0"0"2"-15,0 0-7 0,0 0-7 0,0 0-13 16,0 0-10-16,20 7-21 0,-14-7-36 0,2 1-28 16,-8-1-42-16,18 3-70 0,-13 0-129 0,-5-3 58 15</inkml:trace>
  <inkml:trace contextRef="#ctx0" brushRef="#br0" timeOffset="2258.38">32638 12662 137 0,'0'0'177'0,"0"0"1"0,-12 25-6 16,5-14-5-16,-5 0-9 0,-2 4-14 0,-4 4-10 15,4-6-8-15,-4 7-7 0,-2-2-2 0,-1-1-9 16,2-1-7-16,3-3-11 0,0 0-6 0,0-2-5 16,2 0-4-16,2-5-4 0,-2 3-1 15,5-5-2-15,-1 1 2 0,2-3 2 0,3 1 4 0,-1 0 0 16,6-3-5-16,-12-2 5 0,12 2-12 0,-7-5-10 15,7 5 1-15,-7-8-3 0,5 2-6 0,2 6-7 16,1-18-3-16,0 6 0 0,0 2 1 0,6-6-4 16,-2 6-4-16,5-5-7 0,0 2-3 15,-2 3 0-15,1 0 1 0,4-2-5 0,-4 2-3 16,0 4-1-16,1-1-2 0,-2 1 2 0,1 2-6 0,1 1-2 16,0 2 4-16,0 1-2 0,2 1-6 0,-2 0-1 15,-2 3 5-15,2 0-4 0,-1 2 1 16,0-1-1-16,-3 4 2 0,3 0-1 0,-5 1 2 15,2 0-9-15,-1 3 7 0,1-1 3 0,-4-1 1 16,4 1-1-16,-1-2-2 0,-2 1-1 0,0-1 0 16,0 0-4-16,1-1 8 0,-1 2 5 0,1-3-4 0,-2 2-5 15,3-5-10-15,-2 2-28 0,1-2-32 16,-4-5-31-16,5 9-40 0,-3-5-33 0,-2-4-48 0,7 6-47 16,-7-6-140-16,7 1-441 0,-7-1 195 15</inkml:trace>
  <inkml:trace contextRef="#ctx0" brushRef="#br0" timeOffset="2427.8">32877 12756 50 0,'0'0'175'0,"0"0"-9"0,0 0-19 15,0 0-12-15,0 0-20 0,0 0-14 0,48-7-28 16,-48 7-37-16,0 0-38 0,0 0-31 0,0 0-29 15,0 0-89-15,0 0-162 0,0 0 72 0</inkml:trace>
  <inkml:trace contextRef="#ctx0" brushRef="#br0" timeOffset="2577.44">32852 12833 66 0,'0'0'148'0,"0"0"-7"0,0 0-1 0,0 0-8 16,0 0-11-16,0 0-10 0,0 0-5 0,0 0-16 15,0 0-11-15,0 0-37 0,0 0-36 0,0 0-3 16,0 0-66-16,57 25-28 0,-57-25-82 0,0 0-185 16,0 0 83-16</inkml:trace>
  <inkml:trace contextRef="#ctx0" brushRef="#br0" timeOffset="3025.87">33049 12767 2 0,'0'0'176'0,"0"0"-3"0,0 0-6 0,0 0-12 16,0 0-6-16,0 0-7 0,0 0-7 0,0 0-11 16,0 0-4-16,0 0-12 0,0 0-3 0,0 0-7 15,0 0-3-15,0 0-3 0,16 70-3 16,-16-70-3-16,0 0-4 0,0 0-5 0,24 16-3 0,-24-16 0 16,0 0-7-16,0 0-4 0,36 2-5 0,-36-2-4 15,0 0-4-15,0 0-5 0,0 0-2 0,0 0-4 16,50-11-5-16,-50 11-27 0,0 0-3 0,0 0 3 15,24-18-2-15,-24 18 1 0,0 0-4 0,0 0 3 16,0 0-1-16,19-21-3 0,-19 21 4 16,0 0-9-16,0 0 3 0,0 0-4 0,0 0-2 0,0 0-2 15,0 0 1-15,0 0 2 0,0 0 4 16,0 0-2-16,0 0-1 0,0 0 2 0,0 0 0 16,0 0 3-16,0 0-1 0,0 0-4 0,0 0 3 0,0 0 5 15,0 0-1-15,32 40 3 0,-32-40-1 0,0 0 2 16,0 0 2-16,0 0 1 0,37 4 1 15,-37-4 1-15,0 0 4 0,0 0 6 0,0 0 2 16,0 0 5-16,45-15-2 0,-45 15-4 0,0 0 1 16,0 0-2-16,16-21-5 0,-16 21 1 0,0 0-6 15,0 0 3-15,0 0-3 0,0 0-7 0,0 0-20 16,0 0-15-16,0 0-26 0,0 0-13 0,0 0-28 0,-33-62-17 16,33 62-25-16,0 0-18 0,0 0-9 15,0 0-30-15,-28-10-140 0,28 10-364 0,0 0 162 16</inkml:trace>
  <inkml:trace contextRef="#ctx0" brushRef="#br0" timeOffset="3257.42">33428 12695 130 0,'0'0'218'0,"0"0"-14"0,0 0-16 0,0 0-13 15,0 0-7-15,0 0 6 0,0 0-7 0,0 0-9 16,0 0-3-16,0 0-14 0,0 0-9 0,0 0-10 15,18 54-8-15,-18-54-9 0,0 0-10 0,0 0-10 16,-7 46-7-16,7-46-5 0,0 0-7 0,0 0-9 16,-4 42 1-16,4-42-11 0,0 0-14 0,0 0-23 15,0 0-21-15,0 0-26 0,-2 35-26 16,2-35-26-16,0 0-26 0,0 0-38 0,0 0-35 0,0 0-33 16,0 0-125-16,0 0-376 0,0 0 167 0</inkml:trace>
  <inkml:trace contextRef="#ctx0" brushRef="#br0" timeOffset="3395.18">33428 12750 54 0,'0'0'169'15,"0"0"-10"-15,0 0-21 0,0 0-8 0,0 0-14 16,0 0-10-16,0 0-16 0,40-29-28 0,-40 29-26 16,21-12-22-16,-21 12-28 0,0 0-34 0,32-19-35 0,-32 19-73 15,17-17-167-15,-17 17 75 0</inkml:trace>
  <inkml:trace contextRef="#ctx0" brushRef="#br0" timeOffset="4315.05">32863 10599 14 0,'0'0'163'0,"0"0"-18"0,0 0-9 0,0 0 0 0,0 0-7 16,0 0-6-16,0 0-15 0,0 0 1 0,0 0-4 15,0 0-4-15,0 0-16 0,0 0-5 0,0 0-4 16,-5 63-4-16,5-63-7 0,0 0-1 0,0 0-8 16,0 0-7-16,10 48-6 0,-10-48 0 0,0 0 5 15,0 0-5-15,15 23-2 0,-15-23 0 0,0 0-7 16,0 0 4-16,20 16-6 0,-20-16-2 0,0 0-4 15,0 0-5-15,0 0 0 0,0 0-2 0,38 1-1 16,-38-1-1-16,0 0-4 0,0 0 0 0,0 0-3 16,0 0 2-16,0 0-1 0,0 0-2 0,35-29-2 15,-35 29 2-15,0 0 0 0,0 0-1 0,0 0-4 16,0 0-5-16,0 0 4 0,0 0-6 0,0 0-3 16,0 0 6-16,0 0-3 0,0 0 0 0,0 0 1 15,0 0 0-15,0 0 1 0,0 0 4 0,36 19-3 16,-36-19 3-16,0 0-2 0,14 28 0 0,-14-28-1 15,0 0 3-15,18 18 0 0,-18-18-2 0,0 0 4 16,27 11 0-16,-27-11-5 0,0 0 3 0,0 0-2 16,0 0-1-16,0 0 4 0,55-14 3 0,-55 14-2 15,0 0 2-15,18-25 3 0,-18 25-1 0,0 0-4 16,14-30 5-16,-14 30-3 0,0 0 4 0,4-32-7 16,-4 32 4-16,0 0-3 0,0 0-2 0,-5-43 4 15,5 43-2-15,0 0-6 0,0 0-4 0,0 0-16 16,0 0-14-16,-14-30-13 0,14 30-17 0,0 0-23 15,0 0-24-15,0 0-37 0,0 0-26 0,0 0-135 16,0 0-334-16,0 0 148 0</inkml:trace>
  <inkml:trace contextRef="#ctx0" brushRef="#br0" timeOffset="4624.72">33309 10615 191 0,'0'0'238'0,"0"0"1"0,0 0-6 0,0 0-15 16,0 0 0-16,0 0-21 0,0 0-15 0,0 0-19 15,0 0-19-15,0 0-13 0,0 0-13 0,0 0-16 16,0 0-7-16,0 0-12 0,0 0-2 0,0 0-11 16,0 0 5-16,0 0-3 0,0 0 2 0,0 0-5 15,0 0-7-15,0 0-6 0,0 0-3 0,0 0 1 16,15 74-7-16,-15-74-8 0,0 0 0 0,0 38-1 15,0-38-4-15,0 0-6 0,1 31-3 0,-1-31 4 16,0 0-4-16,0 0-6 0,0 0-1 0,8 36-10 16,-8-36 4-16,0 0-21 0,0 0-22 0,0 0-25 15,15 23-29-15,-15-23-33 0,0 0-33 0,0 0-39 16,0 0-35-16,0 0-31 0,0 0-154 0,0 0-444 16,0 0 196-16</inkml:trace>
  <inkml:trace contextRef="#ctx0" brushRef="#br0" timeOffset="4776.69">33268 10667 160 0,'0'0'181'0,"0"0"-13"15,0 0-7-15,0 0-7 0,0 0-12 16,0 0-10-16,0 0-8 0,0 0-15 0,0 0-10 0,0 0-23 16,0 0-30-16,82-14-47 0,-82 14-42 15,39-3-49-15,-39 3-144 0,37 0-256 0,-37 0 113 16</inkml:trace>
  <inkml:trace contextRef="#ctx0" brushRef="#br0" timeOffset="5417.16">32707 10146 69 0,'0'0'77'0,"0"0"-12"0,0 0-1 15,0 0-5-15,-10-4 0 0,10 4-2 0,0 0-4 16,0 0 1-16,-10-3-3 0,10 3-3 0,0 0 2 16,0 0-12-16,0 0-4 0,0 0 1 0,0 0-7 15,0 0-2-15,-13 0 5 0,13 0-4 0,0 0 2 16,0 0 9-16,0 0-11 0,0 0-5 0,0 0 1 16,0 0-7-16,0 0 7 0,106-3-6 0,-106 3-3 15,42-4-16-15,-42 4-15 0,38 0-21 0,-38 0-17 16,37-3-24-16,-37 3-79 0,0 0-170 0,0 0 76 15</inkml:trace>
  <inkml:trace contextRef="#ctx0" brushRef="#br0" timeOffset="26836.33">3278 9712 169 0,'-3'-9'218'16,"2"2"-9"-16,1 7-11 0,-3-14-10 0,1 8-3 15,2 6-18-15,-2-12-8 0,0 7-12 0,2 5-13 16,0 0-16-16,2-9-14 0,-2 9-10 0,0 0-13 15,0 0-6-15,0 0-10 0,0 0 11 0,0 0-11 16,0 0-5-16,14 21-6 0,-5-5-7 0,-2 0-3 16,1 1-4-16,2 6 0 0,-1 3-7 0,-2-1-5 15,0-6-2-15,1 7-1 0,-4-1-4 0,0-6-2 16,0 1 1-16,0 5-2 0,1-6-3 0,-2-1 1 0,0-1-1 16,-1 1 5-16,0-5-7 0,1 0-4 15,-2-2-3-15,0 0 3 0,1-1-4 0,0-3 2 16,-2 0 0-16,1 0-1 0,-1-7-2 0,4 12-1 15,-2-7 0-15,-2-5 1 0,1 7 1 0,-1-7 1 16,0 0 2-16,5 5-1 0,-5-5 2 0,0 0-2 0,10 1 0 16,-10-1 0-16,13-10-1 0,-5 1 1 15,2 2-4-15,1-4 1 0,1-3-3 0,1 1 1 16,3-6-8-16,3-2-1 0,-1-1-1 0,0-2-2 16,0 1 0-16,-2 0-3 0,1 1-1 0,-2-1 2 0,1 2-1 15,-3-3 1-15,-1 2 2 0,-4 4-3 16,0 0 3-16,-3-1-1 0,-1 2 1 0,-2 0-3 15,2 0 4-15,-4 0 0 0,-1 1-1 0,0 1 1 16,-1 3 6-16,-1 1-6 0,0 1 4 0,-2-1-3 16,1 2 5-16,2 3-4 0,-4-1-1 0,2 3 0 15,1-2 1-15,3 6-2 0,-12-7 1 0,12 7 1 16,-15 0-1-16,6 1 0 0,-3 5 1 0,2 0 1 0,-1 0-2 16,1 1 0-16,0 2 3 0,2 1-3 15,1-1 2-15,1 1-1 0,2-2 1 0,1-1 4 16,3 3-3-16,2-1 1 0,2 1 1 0,2-3 0 0,2 1 4 15,8 0 0-15,1 2-8 0,10-2-14 0,2-3-21 16,1-1-27-16,0-2-32 0,2-2-46 0,0 0-40 16,-4 0-179-16,-7-1-395 0,2 1 175 0</inkml:trace>
  <inkml:trace contextRef="#ctx0" brushRef="#br0" timeOffset="27152.85">3943 9909 145 0,'2'-8'252'0,"-2"8"-5"0,-2-7-14 0,2 7-9 15,0 0-16-15,2-8-11 0,-2 8-19 0,0 0-15 16,0 0-22-16,0 0-14 0,-2-9-15 0,2 9-12 0,0 0-13 15,0 0-10-15,0 0-9 0,0 0-5 0,0 0-7 16,-2 42-3-16,2-26-6 0,-3 1-1 0,2 2-2 16,-2 0-7-16,2-2-4 0,-1 2-2 15,-1-2-4-15,-1 1-1 0,3-1-4 0,0-1 0 16,1 0-4-16,-3 0 0 0,2-3-8 0,-2-2-16 0,3 0-31 16,-1-1-25-16,1 0-32 0,0-10-40 0,-1 16-41 15,2-10-49-15,-1-6-173 0,0 0-430 0,0 0 191 16</inkml:trace>
  <inkml:trace contextRef="#ctx0" brushRef="#br0" timeOffset="27338.18">3938 9665 100 0,'0'0'145'0,"0"0"-21"0,7-4-32 0,-7 4-38 0,0 0-55 16,16 6-85-16,-5-4-93 0,1 0 41 15</inkml:trace>
  <inkml:trace contextRef="#ctx0" brushRef="#br0" timeOffset="27557.19">4443 9900 254 0,'0'0'288'0,"8"4"-12"0,-8-4-16 16,0 0-14-16,0 0-20 0,7 0-19 0,-7 0-22 16,9 0-20-16,-9 0-17 0,17-1-16 0,-5-1-11 15,0 0-11-15,6-1-10 0,3 1-18 0,-1-2-27 16,-1 0-37-16,0 1-42 0,-6 1-63 0,6 1-61 15,-6 1-50-15,-3-2-205 0,2 2-436 0,-4 0 192 16</inkml:trace>
  <inkml:trace contextRef="#ctx0" brushRef="#br0" timeOffset="27733.29">4437 10043 231 0,'-8'3'253'0,"8"-3"-5"0,0 0-6 0,-5 4-10 15,5-4-15-15,0 0-25 0,0 0-14 0,0 0-20 16,0 0-12-16,0 0-16 0,0 0-9 0,29 6-14 16,-12-6-31-16,2-1-36 0,2 2-46 0,-1-1-60 15,2 0-70-15,6-6-57 0,-9 9-169 0,0-3-392 16,2-2 173-16</inkml:trace>
  <inkml:trace contextRef="#ctx0" brushRef="#br0" timeOffset="28979.28">5311 9707 120 0,'0'0'186'0,"-4"-7"-9"0,4 7-16 0,-5-7-2 0,5 7-8 16,-3-6-2-16,3 6-2 0,0 0-2 0,-3-10-9 16,3 10 8-16,0 0-14 0,0 0-12 0,-3-6-9 15,3 6-14-15,0 0-12 0,0 0-8 16,0 0-7-16,0 0-9 0,0 0-9 0,0 0-6 0,0 0-3 15,0 0-4-15,8 22-2 0,-3-11 3 0,0-2-9 16,2 6-1-16,1 0 6 0,-1 2-7 0,0 1 4 16,1-2-6-16,0 1 5 0,-2 1-5 0,0-1-1 15,1 2-2-15,-1-1 1 0,-2 2-2 0,4 3 0 16,-1 2 0-16,1-7-2 0,-3 0-2 0,2-2 0 16,-2-1-2-16,0-4-6 0,-1 6 3 0,2-7 0 15,-2 2-5-15,0-1 3 0,-1-1 0 0,0 0-5 16,0-3 3-16,1-2-2 0,-3 3-1 0,3-5 3 15,-4-3 1-15,3 9 0 0,-3-9 2 0,3 6 6 16,-3-6 10-16,4 3 0 0,-4-3 3 0,0 0 1 16,0 0-5-16,5-15 0 0,-3 4-5 0,1 0-1 15,2-7-3-15,0-2 1 0,4-3 0 0,-2-2-7 16,-1-2 3-16,2-1-5 0,2 1-4 0,-1 1 1 16,1-1 0-16,-2-1 1 0,1 5-2 0,-2-2 1 15,2 0-2-15,-2 6-2 0,-1 3 6 0,0-1-6 16,0 0-2-16,-3 6 0 0,1 0 0 0,1 2 0 15,-2 2-2-15,1 0-3 0,-2 0-13 0,-2 7-17 16,7-7-17-16,-7 7-10 0,7-4-12 0,-7 4-18 16,10 1-23-16,-10-1-27 0,12 7-41 0,-3-2-23 15,-1 4-14-15,-1 2-174 0,-4 1-428 0,2 4 190 16</inkml:trace>
  <inkml:trace contextRef="#ctx0" brushRef="#br0" timeOffset="29546.68">5749 10074 67 0,'-1'10'182'0,"1"-10"-2"16,1 8-5-16,-1-8-11 0,0 8-9 0,0-8-11 16,0 0-3-16,0 0-8 0,1 9-2 0,-1-9-1 15,4 4-1-15,-4-4 0 0,0 0-2 0,0 0 5 16,0 0 3-16,0 0 6 0,0 0 0 0,0 0-10 15,0 0-17-15,0 0-7 0,0 0-5 0,0 0-14 16,0 0-3-16,0 0-10 0,0 0-8 0,-9-29-6 16,7 18-6-16,2-2-6 0,2-2-5 0,2-1-5 15,-1-3-3-15,-1 2-2 0,6 0-8 0,-3 0-1 16,0 0-4-16,3 7 0 0,-3-1-8 0,1 1-2 16,2 3-2-16,1-1-2 0,1 3 0 0,1 2-4 15,0 3-2-15,0 3 2 0,1 0-3 0,2 7 0 16,-2 2 0-16,2 3 3 0,-3 1-4 0,-2 2 2 15,2-2-1-15,-4 2-2 0,1-3 4 0,-1 0 0 16,0 4-2-16,-4-3-2 0,0-6 2 0,-2 1-2 16,2-2 1-16,-3 0-1 0,1-3 8 0,0 0 1 0,-1-6 0 15,2 8 3-15,-2-8 7 0,0 0 0 16,0 0-11-16,-7 6-3 0,7-6 6 0,0 0 5 16,0 0-4-16,0 0 8 0,-15-11-9 0,13 4-2 15,-1 0 0-15,2-5-4 0,1 1 4 0,0-6-10 16,4-1-5-16,1 1 5 0,5-7-7 0,-4 6-1 15,2 0 2-15,2 1-2 0,0 1 4 0,-1 4-2 16,-1 2-4-16,-1 3 3 0,1-1 2 0,-1 5 3 16,2-1-8-16,-1 4 0 0,0 0 3 0,1 2 3 15,3 4-3-15,-2 1 1 0,-2-3-1 0,-1 3 7 16,2 4-5-16,0 3 2 0,-1 1-1 0,-1-1 3 0,0 2 3 16,-1 0-3-16,-2-6 4 0,-1 2-9 15,1 1-18-15,-2-4-32 0,1 3-32 0,-1-1-36 16,-1 0-44-16,2-1-48 0,-2 1-39 0,0-3-201 0,1-1-497 15,-1-2 220-15</inkml:trace>
  <inkml:trace contextRef="#ctx0" brushRef="#br0" timeOffset="30138.9">6654 9710 195 0,'0'-6'257'0,"-1"-5"-17"0,-2 2-17 15,2-1-9-15,1 10-5 0,-3-9-7 16,1 3-7-16,2 6-11 0,-4-8-24 0,4 8-14 0,-9-5-15 15,9 5-11-15,-11 1-16 0,0 3-10 0,-5 4-6 16,2 2-12-16,-3 0-6 0,0 2-5 16,-2 6-11-16,4-4-3 0,3 0-7 0,3-1-4 15,1-2-6-15,4 0 0 0,3 1-4 0,-2 0-2 0,4 0-6 16,2 0 0-16,6 4-3 0,-3-2-1 0,4-1-1 16,4-1 1-16,0 3-6 0,2-6 3 0,-6-3-3 15,5 6 1-15,2 0-6 0,-4-1 2 0,-1 0-4 16,0-1-6-16,-6 0-2 0,3-3 1 0,-1 1-1 15,-3 0-2-15,0 2 2 0,-1-2-2 0,-3-2 2 16,-1 2 1-16,-5-1-2 0,3-1 4 0,-9 1-2 16,1 0 1-16,-4 0 1 0,-5 0 3 0,1-1-4 15,0-1-3-15,5-2-11 0,-4-1-11 0,1 0-22 16,2-2-22-16,1 2-28 0,1-2-22 0,1 0-27 16,11 0-52-16,-14-2-45 0,7 3-169 0,7-1-446 15,0 0 197-15</inkml:trace>
  <inkml:trace contextRef="#ctx0" brushRef="#br0" timeOffset="30380.5">6867 9913 236 0,'4'-6'276'0,"0"2"-8"0,-4 4-12 15,5-6-23-15,-5 6-17 0,0 0-26 0,7-5-20 16,-7 5-22-16,0 0-15 0,0 0-8 0,0 0-14 15,3 15-8-15,-3-15-9 0,-1 19-2 0,2-8-13 16,-2 2-10-16,1-2-5 0,0 7-6 0,0-6-4 16,-1 6-7-16,1-7-3 0,2 6-3 0,-2-5-7 15,2 0-22-15,-1 0-22 0,2 0-24 0,-2-3-31 16,0 3-38-16,0-1-43 0,1-6-49 0,0 2-35 16,-2 1-165-16,0-8-429 0,-1 9 190 0</inkml:trace>
  <inkml:trace contextRef="#ctx0" brushRef="#br0" timeOffset="30823.36">7132 10092 122 0,'0'0'284'0,"0"0"2"0,0 0-3 15,0 0-9-15,0 0-14 0,0 0-3 0,0 0-2 0,0 0 6 16,0 0-20-16,0 0-16 0,-17-14-12 0,17 14-16 15,2-10-20-15,-2 10-22 0,6-14-7 0,-1 5-17 16,2-3-31-16,2-1 2 0,1-2-8 0,2 1-12 16,3 1-5-16,-3-1-7 0,0 2-15 15,-2 3-4-15,3 3-3 0,-4-2-17 0,1 3 1 16,1 3-7-16,1-1-1 0,-4 3-6 0,3 3 8 0,-3-1-10 16,1 5-7-16,1-1 2 0,-2 3-3 0,-3 2 2 15,1 1-3-15,-1 2-3 0,-1 0 1 0,2 2-14 16,-3-3-12-16,-2 2-29 0,1 0-23 0,-1 1-28 15,-2 1-33-15,-1-3-42 0,2-4-55 0,-1-1-67 16,2 4-55-16,-3-4-185 0,3-2-584 0,-1-7 259 16</inkml:trace>
  <inkml:trace contextRef="#ctx0" brushRef="#br0" timeOffset="31296.78">8041 9773 271 0,'0'0'317'0,"0"-11"-13"0,0 11-26 0,-4-6-27 15,4 6-20-15,0 0-20 0,-18 5-7 0,8 3-13 16,-6 5 0-16,-4 4-15 0,0 6-14 0,-2 1-19 16,0 1-10-16,2 4-15 0,4 0-12 0,1-3-9 15,1 2-9-15,2-2 0 0,1-3-2 0,3-5-17 16,1 0-13-16,2-5-1 0,-1-3-7 0,1 2-4 15,0-4 7-15,1 0-13 0,0-1 3 0,1-1-1 16,3-6 21-16,-8 7-10 0,3-6-6 0,5-1 4 16,-12-1-4-16,12 1-12 0,-19-7 4 0,10 1-6 0,-1-1-5 15,2-2-2-15,1 0-4 0,1-3 6 16,-1-3-11-16,1-1-5 0,3-1-4 0,2-1-7 16,-1-2-5-16,4-1 6 0,-1 1-10 0,3-6 3 0,1 9 0 15,1-2 1-15,2 1-4 0,0 3 2 0,-1 2-12 16,1 1 22-16,0 3-11 0,-1 1 0 15,0 1 2-15,-1 2 6 0,0 1-12 0,1 3-3 16,-7 1 2-16,13-1 4 0,-6 4-4 0,1 4 5 0,2-2 7 16,-1 5 1-16,4 2 7 0,-4 2 8 0,2-1 8 15,-2 3 4-15,2 0 14 0,-4-2-16 0,2 1 3 16,0 0-6-16,-1-1 2 0,3 2-1 0,-3-2-4 16,3 2 2-16,1-4 5 0,-1 1-6 0,1 1-16 15,1-4-42-15,-2 2-48 0,1-5-54 0,0 4-63 16,-1-3-70-16,1-1-83 0,-4-1-243 0,2 0-649 15,2-1 287-15</inkml:trace>
  <inkml:trace contextRef="#ctx0" brushRef="#br0" timeOffset="31441.99">8236 10163 41 0,'0'0'263'16,"0"0"-23"-16,0 0-34 0,0 0-34 0,8-4-43 15,-8 4-58-15,0 0-59 0,0 0-68 0,5-4-124 16,-5 4-195-16,0 0 86 0</inkml:trace>
  <inkml:trace contextRef="#ctx0" brushRef="#br0" timeOffset="34792.34">2902 10830 129 0,'0'0'155'0,"0"0"-7"0,0 0-11 0,0 0-14 0,0 0-5 15,0 0-11-15,0 0-8 0,0 0-15 0,0 0-2 16,0 0-9-16,0 0-3 0,0 0-7 0,0 0 1 16,0 0-1-16,0 0-3 0,0 0 3 0,0 0 3 15,0 0-2-15,0 0 4 0,0 0 5 0,0 0-3 16,0 0 6-16,0 0 0 0,0 0 3 0,0 0-5 15,0-9 0-15,0 9-14 0,0 0-3 0,0 0-8 16,0 0-1-16,-3-11-5 0,3 11-5 0,-4-9-2 16,4 9 0-16,-2-9-5 0,2 9-2 0,-4-7 6 15,4 7 0-15,-3-7 0 0,3 7 0 0,0 0-7 16,-2-7-1-16,2 7-4 0,0 0-3 0,0 0-4 16,0 0-8-16,0 0-2 0,0 0 1 0,0 0-1 15,0 0 2-15,4 33-4 0,-3-8-3 0,2 5 7 16,-3 1 2-16,0 2-2 0,-3 3-16 0,2-1-1 15,-3 11 8-15,3-11 0 0,-1-3 3 0,0 0-2 16,-1-3 1-16,1-2 0 0,2 0 9 0,-1-8-2 16,1 2 3-16,-3-4-5 0,3 0 5 0,0 1-5 15,0-6 2-15,-3 5 0 0,3-6-5 0,0-2 4 16,2 1-2-16,-4 0 0 0,2-2-1 0,0-8-3 16,0 13-10-16,0-13-23 0,0 10-10 0,0-10-22 15,-2 7-24-15,2-7-28 0,0 0-42 0,-7 5-51 16,7-5-203-16,0 0-444 0,-15-9 197 0</inkml:trace>
  <inkml:trace contextRef="#ctx0" brushRef="#br0" timeOffset="35474.71">2794 11081 125 0,'7'-3'153'0,"-7"3"-12"15,9-3-16-15,-9 3-3 0,15-4-6 0,-3 0-12 16,2-1-12-16,-1 1-3 0,4-1-4 0,1-3-10 16,1 2-7-16,1-3-14 0,-2 2 5 0,1 1-8 15,-3-3-8-15,2 2-3 0,-6 0 0 0,4-2-7 16,-3-1-4-16,-4 4 3 0,2 1-6 0,-3-1 4 16,1-1 5-16,-4-1-5 0,2 0-1 0,-2-1-6 15,-1 3 5-15,1-2 3 0,-1 0 7 0,-2 1 1 16,-2 7 0-16,4-15 6 0,-3 11 3 0,-1 4-3 15,3-7-2-15,-3 7-4 0,0 0-6 0,1-9-8 16,-1 9-4-16,0 0 4 0,0 0-6 0,8 24 0 16,-4-5 3-16,-2 8 5 0,-1 3 5 0,5 4-2 15,-8 0-2-15,2 3-3 0,-5 9 1 0,1-14 1 16,4-1-6-16,-4 0 2 0,2-6-1 0,-1 2 0 16,2-4-1-16,-3-4-2 0,3-2-1 0,1-2-5 15,-1-2 1-15,3-3-4 0,-2-1 5 0,0-2-4 16,0-7-1-16,-2 11 0 0,2-11 4 0,0 8-3 15,0-8 3-15,0 0-2 0,-2 6 7 0,2-6-6 16,0 0-1-16,0 0 0 0,0 0-2 0,0 0 0 16,0 0-2-16,13-25-5 0,-6 11-9 0,-1-1-2 15,2-1-2-15,-1 6-4 0,2 0-4 0,-1 0 2 16,0 3-2-16,3-1 2 0,2 3 1 0,1 3 5 16,-3 2-2-16,0 0 0 0,3 4 1 0,-1-1 3 15,4 5-1-15,0-1 0 0,1 1 4 0,0 0-1 16,-2-1 9-16,3 0-5 0,-2 1-1 0,2-4 0 15,-3 0-1-15,4 0 2 0,-2-1 5 0,3-3 0 16,-4-1-2-16,1-1 0 0,1 1 5 0,-1-1-6 16,-2-3 2-16,0-1 2 0,-4 0-2 0,-2-1 2 15,3 0 1-15,-4-1-1 0,-3 1-1 0,2-2-6 16,-5-2-1-16,1 0 8 0,-2 0-1 0,-1 1-2 16,-2-3-2-16,1-2-4 0,-4 4 4 0,0-1-1 15,-2 3-2-15,2-1 3 0,-1 2-4 0,2 2-1 16,3 6 1-16,-6-9-4 0,6 9 3 0,-10 0 1 15,10 0-1-15,-15 9-2 0,8 2-1 0,-3 4 3 16,-1 1-1-16,1 6-21 0,4-5-18 0,-2-2-24 16,4 2-32-16,2-2-36 0,2-2-23 0,4 2-30 15,-2-3-139-15,2 0-356 0,5-3 159 0</inkml:trace>
  <inkml:trace contextRef="#ctx0" brushRef="#br0" timeOffset="36111.11">4098 11194 76 0,'0'-6'242'15,"0"6"-10"-15,-5-12-6 0,1 7-8 0,-5 2-11 16,0-1-11-16,-2 2-9 0,-3 2-14 0,-4 2-13 16,0 2-11-16,0 1-15 0,-1 3-13 0,1 1-8 15,0 2-11-15,2 2-8 0,1-1-4 0,1 3-17 16,3-1-6-16,3 0-8 0,3-1-5 0,-1-3-1 15,2 2-9-15,3-2-2 0,-1 3-4 0,5-3-7 16,-1-1-1-16,1 0-1 0,6-3-6 0,0 1-1 16,0-3-2-16,3-1-1 0,3 0-4 0,-1-5 5 15,4 1-12-15,1-3-4 0,-6 0 0 0,6-4-7 16,-4 0 1-16,0 0 1 0,-1-5-2 0,0 4 3 16,-3-5 0-16,0-3 1 0,-1 4-1 0,-1-5-5 15,-1-6 2-15,1-1-3 0,-5-4 2 0,1 0-2 16,1-2-1-16,-2 0 4 0,-1-1 0 0,2 1-2 15,-4 0 8-15,-2 0-5 0,1 5 3 0,0 1 5 16,1 10 11-16,0 4 4 0,1 0 9 0,-2 11-2 16,-2-15-7-16,2 15 1 0,0-11-6 0,0 11-8 15,0 0 4-15,0 0-1 0,0 0 0 0,0 0-1 16,2 48-4-16,-1-18 1 0,-1 1-4 0,-1 1 2 16,-3 3 1-16,1 0-1 0,-1-2-2 0,3-2 5 15,0-2 3-15,-2 1-10 0,6-3 8 0,-2-3-4 16,3-5-2-16,0-1-1 0,0-2 2 0,1-1-2 15,-3-2-3-15,6-3 2 0,-3 2 0 0,4-6 5 16,-3 3 0-16,5-4 3 0,-1 0-7 0,1 0 7 16,1-2 0-16,1-6-1 0,-2 3-5 0,2-2 4 15,1-3 4-15,0-2-3 0,1-2-5 0,-2 0 1 16,1-2-6-16,-4-2 2 0,-2 1-4 0,2 0 2 16,-3-2 0-16,-3 1 0 0,-1 1-1 0,0 1-4 15,-2-1 4-15,2 4 2 0,-2 1 2 0,-1 7 1 16,0-11 3-16,0 11 4 0,1-6-13 0,-1 6-1 15,0 0-1-15,0 0 0 0,0 0 7 0,0 0-6 16,0 0 1-16,-5 27 2 0,5-18 4 0,0 1-15 16,0-1-24-16,0 3-20 0,0-2-33 0,0 0-31 15,0-10-31-15,2 16-58 0,1-6-56 0,-3-3-188 16,0-7-491-16,0 0 216 0</inkml:trace>
  <inkml:trace contextRef="#ctx0" brushRef="#br0" timeOffset="36267.85">4337 10955 36 0,'0'0'130'0,"0"0"-44"16,0 0-26-16,0 0-41 0,0 0-44 0,0 0-26 15,0 0-56-15,10 46 25 0</inkml:trace>
  <inkml:trace contextRef="#ctx0" brushRef="#br0" timeOffset="36556.93">4595 11278 103 0,'3'7'220'0,"-3"-7"-11"0,2 7-12 0,-2-7-13 15,3 9-13-15,-1-5-12 0,-2-4-10 0,4 6-14 16,-4-6-7-16,5 7-5 0,0-4-9 0,1-1-6 15,-6-2-5-15,11 4-12 0,-5-1-8 0,2-3-7 16,-8 0-7-16,22-5-5 0,-12 2-8 0,3 0-2 16,-2-1-1-16,0-3-9 0,-2-1 1 0,-1 0-8 15,0-2-2-15,-1 0-6 0,-4 0-2 0,0-2-2 16,1 2 0-16,-4-3-9 0,0 0 8 0,-4 3-10 16,-1-1 1-16,0 0-4 0,-2 2-3 0,0 3-1 15,0 1-19-15,0 0-15 0,0 2-13 0,7 3-19 16,-18 1-18-16,7 4-24 0,-1 3-32 0,2 0-36 15,1 2-34-15,-1 2-162 0,1 0-396 0,5-2 175 16</inkml:trace>
  <inkml:trace contextRef="#ctx0" brushRef="#br0" timeOffset="37173.17">4990 11217 211 0,'0'-7'246'0,"0"7"-1"15,0 0-4-15,0 0-16 0,-13-10-22 0,13 10-7 16,-14 0-21-16,5 1-14 0,0 5-16 0,-3-3-11 16,3 5-11-16,0 0-10 0,-3 1-8 0,1 2-11 15,2-2-8-15,0 1-8 0,2 0-8 0,4-1-10 16,-3 1-5-16,5-3-6 0,1-7-6 0,0 18-4 16,0-18 1-16,7 11-2 0,-2-6-5 0,-5-5-6 15,16 5-1-15,-4-3-4 0,-2-4-5 0,-10 2-8 16,26-3-2-16,-14-2 0 0,0-1-3 0,3-3 1 15,-1-3 3-15,-1-1-8 0,0 0 7 0,-3-2-6 16,-1-3 3-16,-1-1 5 0,-1-5-8 0,0-3 3 16,-2 0 1-16,-3-4 5 0,1 0-10 0,2 0-1 15,-5-2 0-15,0 2 1 0,0-1-3 0,-1 4 4 16,-3 1 10-16,3 9 5 0,-2-2 12 0,2 3 8 16,-2 4 8-16,3 2 4 0,0 11-7 0,-1-16-9 15,1 16-11-15,0 0 2 0,0 0-1 0,0 0-4 16,0 0-5-16,0 0-1 0,8 52-1 0,-3-21 2 15,-1 2-3-15,-2 3-4 0,-1-2 2 0,1-1-1 16,0 0-3-16,0-3 4 0,0-3 1 0,2 0-8 16,-1-6 1-16,3 1 3 0,0-4-2 0,1-3-3 15,0-1 6-15,1-1 2 0,2-3-2 0,-1-2-1 16,3 0-2-16,2-1 3 0,0-3-2 0,5 2 3 16,-1-4-1-16,1-2-10 0,3 0 0 0,-3-5 1 15,1 1-3-15,1-3-1 0,-3-2-3 0,1-1-5 16,-1-3-7-16,-3-1-2 0,-2-1 6 0,0-2-5 15,-3-1 5-15,-4 1 3 0,1 1 1 0,-5-1-5 16,-2-1 8-16,-1 7-2 0,-2 0 14 0,-2 1 2 16,2 3 5-16,-4 0 2 0,2 2-1 0,-3 4-2 15,8 1 2-15,-24 6 0 0,7 3-3 0,-1 1 1 16,-5 7-2-16,2 0 2 0,7-2 0 0,-3 6-1 16,7-6-4-16,3 1-3 0,5 1-22 0,2-2-17 15,2 1-33-15,6-1-32 0,1-1-31 0,6-2-46 16,11 1-44-16,0-3-41 0,-1-1-183 0,3-3-487 15,8-2 216-15</inkml:trace>
  <inkml:trace contextRef="#ctx0" brushRef="#br0" timeOffset="38760.65">6310 11086 1716 0,'5'-15'-10'0,"-1"-1"55"0,-4 4 24 15,0-1 2-15,-2 4-11 0,-2-2 7 0,-3 2 6 0,2 0-2 16,-5 2-4-16,2 1 5 0,-2 2 3 0,-1 1-5 16,-2 4 0-16,-2 1-9 0,-1 5 0 15,-8 5-2-15,2 4-7 0,3 2 0 0,1 4-2 16,3 0-4-16,-2 0-8 0,8 1-3 0,3-5 2 15,-2 6-4-15,7-5-5 0,2-1-1 0,3 0-3 0,4-2-2 16,1-1 0-16,10 2-1 0,-6-4-4 0,3-2 0 16,2-1-3-16,4-3-3 0,3 0-5 0,2 0-6 15,-6-6-9-15,-1-1-1 0,3 0-5 16,-4-4-5-16,1 0 1 0,0-1-7 0,7-2 1 0,-9-1 6 16,1 0-1-16,-6-2 3 0,2 0 2 0,-2-3 2 15,-3-1 4-15,5-1-4 0,-8-1 5 0,2-1 1 16,-3-1 1-16,0 0 0 0,-2-1-2 15,0 0 7-15,1 0 5 0,-3 3 8 0,-1 3 10 16,0 3 7-16,0 0 6 0,1 4 0 0,-1 0-3 0,-1 6-1 16,2-10-14-16,-2 10-2 0,0 0-1 15,0 0 0-15,0 0-2 0,0 0-2 0,-2 40 2 16,1-21-2-16,1 0-2 0,1 6-1 0,1-5-1 0,0-2 0 16,1 1 3-16,1-1-2 0,1 0 2 0,1-4-6 15,3 2 2-15,-1-3 2 0,1-3-2 0,0-1 0 16,2-3 2-16,-2 1-1 0,2-4 4 0,0 1-2 15,1-2 1-15,0-2-4 0,0 0 0 0,0-3 3 16,-1-1-1-16,-2-1-1 0,0-1-1 16,-1-1-1-16,1-2 2 0,-1 2-4 0,-3-4-1 0,1 0 3 15,0-3 0-15,-2-4-2 0,-1 3 0 0,1-3-1 16,-1-2-4-16,-1 2-3 0,2 0 1 0,-2 0-3 16,0 5 6-16,0 0-2 0,-1 2 0 0,1 3-1 15,-2 1 3-15,0 7-3 0,2-10-2 16,-2 10-1-16,3-6-7 0,-3 6 4 0,0 0 4 0,0 0-1 15,6 18 3-15,-5-6 0 0,1 3 1 16,0 1 5-16,2 1-1 0,-3 0 2 0,1 0 2 0,1 0 4 16,1-2-1-16,3-1 0 0,-6-2-2 0,3-1 3 15,1 1-4-15,1-2 4 0,2-1-1 0,1-1 6 16,0-2-1-16,-1 0-4 0,3-3 1 0,-1 0 1 16,2-1 0-16,-1 0 1 0,-1-2 0 0,3-2 2 15,1 0-3-15,-3-2 2 0,0-1-5 0,-1-1 4 16,-1 0-4-16,1-1 0 0,-2-4-1 0,0 1-3 15,-2-2-4-15,-3 0-14 0,2-4 3 0,-3-1-7 16,-1 2-3-16,-2-6 0 0,-4 2 3 0,3 0 1 16,-6 0-1-16,3 2 0 0,-3 1 2 0,-1 0 2 15,2 3 4-15,0 4-3 0,-1 2 6 0,0 2-2 16,1 0 2-16,1 2-1 0,-2-1 5 0,8 4-3 16,-11-2-2-16,11 2 2 0,0 0 1 0,-11 8 0 15,9-2 0-15,2-6 2 0,1 10 9 0,-1-10-8 16,8 9 2-16,1-3-1 0,1 0 3 0,2-1-4 15,5-1 4-15,-1 2 0 0,2-2 0 0,1-3 0 16,-3 1 0-16,3-1-3 0,-3 0 0 0,-2 0 1 16,-3 0-2-16,0 0 4 0,0 1-3 0,-3 0 0 15,-2 1 0-15,1-2-1 0,-1 3 1 0,-2 2 0 16,0 0 6-16,-1 1 0 0,0 1 9 0,1 0 1 16,-4 3-1-16,1 0 2 0,-2-1-4 0,1 3 5 15,0-1-5-15,0-3 0 0,0 2-1 0,0 0 2 16,1 0-3-16,-1 0-2 0,3-3 4 0,-2-1-2 15,4 3-1-15,-1-2-2 0,0-2 0 0,1 0 4 16,0-1-3-16,4 0 0 0,-1-2 4 0,2 0-4 16,-1-1 1-16,3 0 0 0,-1 0-1 0,0-2 3 15,1-3 0-15,-5 3 0 0,4-3-4 0,-4 0-4 16,4-3 2-16,-2 0-8 0,-3-1-7 0,1-4-5 16,-1 2 1-16,-2-1-1 0,-2 0 0 0,1-4-5 15,-2-2-2-15,-2 1 2 0,-2 0 3 0,-1-2 1 0,2 4 0 16,-4-3 0-16,3 4 4 0,-2 2-1 0,1-1 5 15,1 3-1-15,1 2 0 0,-1 0 1 16,3 6-2-16,-1-8 2 0,1 8 1 0,0 0-3 16,-1-9 3-16,1 9-1 0,0 0 3 0,14 0 0 15,-3 1 3-15,1 3-4 0,2-1 3 0,-3 1-4 0,7 1 5 16,-3 2-2-16,2 1 3 0,-3 2-3 0,1-1 0 16,-2 1-2-16,-2-1 0 0,-3 1 3 15,-1 1 3-15,-1-1-6 0,1 1 6 0,-1 0 0 16,0-1 1-16,-3 1 1 0,-1 0 4 0,1 0-2 15,-2 0 4-15,2-3-5 0,-1 2 0 0,2-2 3 0,-1-2 0 16,-1 1-3-16,1-4 3 0,2 2 1 16,-5-5 4-16,9 9-1 0,-3-7 11 0,1 1-3 15,4-3 1-15,1-1 0 0,2-1 2 0,-1-1-2 16,1-1 1-16,2-2-2 0,0 0 3 0,0-4-3 0,-2 0-6 16,3-3 0-16,-3 3 0 0,0-4-2 15,-4 0 2-15,2 0 0 0,-3-1-5 0,-4-2 5 16,-1 2-7-16,-2-2 3 0,0 5 0 0,-2 1-3 15,-2-1 11-15,1 2 5 0,0 4 8 0,1 6 1 16,-6-13-7-16,6 13 0 0,-7-3-2 0,7 3-5 16,-18 9-5-16,9-1 2 0,-4 6-2 0,2 1 2 0,-1 0-1 15,-4 6-3-15,8-4-6 0,3 2-23 16,0-2-29-16,1-1-41 0,3 1-47 0,-1-2-59 0,2-2-45 16,3-3-48-16,-3 3-158 0,6-3-485 0,1-1 215 15</inkml:trace>
  <inkml:trace contextRef="#ctx0" brushRef="#br0" timeOffset="39138.45">7940 11136 160 0,'0'0'226'0,"0"0"1"0,0 0 5 0,11 9-5 15,-8-2-10-15,-1 3-14 0,1 1-14 16,2-1-4-16,-5 2-12 0,1-2-18 0,0 2-8 15,1-3-10-15,-1 2-11 0,0-3-14 0,1-2-13 0,0-1 3 16,-2-5-4-16,3 9-5 0,-3-9 2 16,1 10 8-16,-1-10 12 0,0 0 6 0,0 0 0 15,1 6-10-15,-1-6-5 0,0 0-14 0,0 0-9 16,0 0-8-16,0 0-4 0,0 0-3 0,3-26-5 0,1 17-3 16,0 0-6-16,2-2-9 0,2-3-6 0,2-3-7 15,3-5-5-15,2 2-16 0,-2 3-4 0,5-2-11 16,-3 6-4-16,-1 3-11 0,-4 3 12 0,3 0-3 15,-4 4 2-15,1 1-5 0,2 2 2 0,-12 0-3 16,16 6 9-16,-6 0 0 0,-3 2-5 0,1 2 1 16,1 3 6-16,-6-2-5 0,0 1 3 0,1 6-1 15,-2-4 4-15,1 2-1 0,1 2 8 0,-3-8-19 16,0 2-35-16,2 0-32 0,-1-2-47 16,0 1-50-16,-2-11-63 0,0 15-67 0,-2-10-270 0,2-5-625 15,0 0 277-15</inkml:trace>
  <inkml:trace contextRef="#ctx0" brushRef="#br0" timeOffset="39446.11">8493 10799 111 0,'0'-7'341'15,"1"0"-25"-15,-1 7-27 0,2-10-31 0,-2 10-27 16,0 0-23-16,0 0 6 0,0 0-6 0,0 0-6 15,0 36-7-15,-2-12-2 0,0 3-14 0,0 1-13 16,0 0-3-16,-2 0-8 0,3 3 0 0,-2-1-23 16,2-1-8-16,1-1-3 0,0 0-12 0,0-1-10 15,0-3-9-15,1-5-5 0,2 0-6 0,1-3-24 16,-2 2 11-16,2-2-6 0,-3-2-1 0,3-3-3 16,0-2-11-16,1 3-8 0,-2-4-2 0,1-2-1 15,2 0-7-15,-1-2-15 0,0 2 5 0,0-4-19 16,2 0-32-16,3 1-28 0,-10-3-32 0,14-3-29 15,-8 1-24-15,4-2-37 0,0 0-45 0,-3-3-47 16,0-2-47-16,0 1-253 0,0-4-623 0,-1-3 276 16</inkml:trace>
  <inkml:trace contextRef="#ctx0" brushRef="#br0" timeOffset="39622.84">8313 10994 2491 0,'-12'-3'42'0,"1"2"7"0,3 0-26 15,0-1-22-15,8 2 3 0,-12-2 13 0,12 2 14 16,0 0 11-16,-10-1 0 0,10 1 7 0,0 0 6 16,0 0 4-16,0 0 2 0,0 0-2 0,0 0-4 15,41 3-8-15,-19-6-21 0,9 0-46 0,1-3-55 16,3 2-79-16,2-5-78 0,1-2-214 0,9-1-482 16,-11 0 213-16</inkml:trace>
  <inkml:trace contextRef="#ctx0" brushRef="#br0" timeOffset="41975.28">10699 11162 180 0,'0'0'210'0,"0"0"-4"0,0 0-11 0,0 0-11 16,0 0-13-16,0 0-7 0,0 0-11 0,0 0-6 15,0 0-9-15,0 0-8 0,0 0-9 0,0 0-5 16,0 0-5-16,-27 0-7 0,27 0-1 0,0 0-5 16,-13 0-6-16,13 0-3 0,0 0-2 0,-10 2-6 15,10-2-5-15,0 0-3 0,0 0 5 0,0 0-15 16,-8 0 0-16,8 0-8 0,0 0-2 0,0 0-5 16,0 0-2-16,0 0-4 0,0 0 9 0,0 0-21 0,0 0 4 15,0 0-8-15,0 0-1 0,0 0-1 16,0 0-2-16,0 0 0 0,0 0-6 0,0 0-3 15,27-4 3-15,-14 3-6 0,-1 0-10 0,0 0-13 16,0-2-21-16,1 1-28 0,1 2-30 0,-1-2-32 0,3-1-35 16,-2 3-46-16,0-2-27 0,-1 0-42 0,-4 2-155 15,4 0-464-15,-6 0 205 0</inkml:trace>
  <inkml:trace contextRef="#ctx0" brushRef="#br0" timeOffset="42196.89">10588 11291 166 0,'-10'5'200'0,"3"-4"-13"16,1 2-12-16,6-3-11 0,-9 3-11 0,9-3-18 16,0 0-5-16,-5 4 4 0,5-4-1 0,0 0-10 15,0 0-10-15,24 3-10 0,-10-3-9 0,8-1-10 16,3-1-10-16,4-1-23 0,-8 0-36 0,1 3-39 15,6-4-53-15,-9-1-43 0,9 3-53 0,-6-1-134 16,-4-2-332-16,4 1 146 0</inkml:trace>
  <inkml:trace contextRef="#ctx0" brushRef="#br0" timeOffset="43086.88">11602 10878 80 0,'4'-4'177'0,"-4"4"-4"16,0 0-6-16,0 0-10 0,0 0-10 0,0 0-9 16,0 0-7-16,0 0-11 0,0 0-8 0,0 0-3 15,0 0-7-15,0 0-5 0,0 0-9 0,0 0-11 16,0 0-4-16,0 0-6 0,0 0-5 0,0 0-9 15,-20-2 6-15,20 2-3 0,-10 0-4 0,10 0 3 16,0 0 2-16,-17 3-4 0,17-3 2 0,-10 0-3 16,5 2-6-16,5-2-3 0,-13 1 3 0,13-1-7 15,-9 3 2-15,9-3 7 0,0 0-8 0,-9-2-4 16,9 2 0-16,0 0-1 0,0 0-9 0,-8 3 1 16,8-3-7-16,0 0 1 0,0 0-3 0,0 0 1 0,0 0-4 15,0 0-2-15,0 0 3 0,38-4-3 16,-19 1-2-16,9 0 5 0,-8 2-7 0,8-2-4 15,0 2-15-15,2-2-14 0,-1 1-21 0,-11 0-24 16,2 1-29-16,-4 0-26 0,-2 1-28 0,0-1-36 0,-3 1-21 16,1 0-173-16,-12 0-414 0,14 1 184 0</inkml:trace>
  <inkml:trace contextRef="#ctx0" brushRef="#br0" timeOffset="43520.39">11673 10830 60 0,'0'0'164'0,"0"0"1"0,0 0-4 15,-7 7-2-15,7-7-4 0,-2 14-4 0,2-3-5 16,0 6-1-16,0 3-8 0,0 4-11 0,1 3-4 16,2 0-6-16,-3 0-10 0,0-1-4 0,0 0-10 15,0-2-6-15,1 1-5 0,-1-6-5 0,0 8-8 16,0-9-4-16,0-2-8 0,0-5-3 0,0 3-8 15,0 2-3-15,0-7-3 0,-1 2-5 0,1-2-1 16,1 1-2-16,-1-3-4 0,0 0-1 0,0-7-3 16,0 12 7-16,0-12-11 0,0 10-1 0,0-10 0 15,-3 6 7-15,3-6-11 0,0 0-4 0,-4 7-11 16,4-7-8-16,-8 1-16 0,8-1-1 0,-13-1-8 16,13 1-5-16,-19-4 1 0,8 2-2 0,1-3-1 15,-1 3 4-15,0-1 5 0,0 2 0 0,-1-2-1 16,0 0 6-16,0 1 3 0,2 2 3 0,2 0-2 15,8 0-2-15,-12 0 7 0,12 0 0 0,-9-2-1 16,9 2 5-16,-9 3 6 0,9-3-3 0,0 0 5 16,-3 6 9-16,3-6 5 0,0 0 0 0,14 7 3 15,-7-5 4-15,5 1-3 0,1-3 2 0,5 1-4 16,5-1-4-16,-5 0-6 0,9-2-23 0,1-1-27 16,0 2-35-16,-8-1-33 0,2-1-28 0,-3-1-30 15,-2 2-144-15,-3 0-344 0,-1-3 152 0</inkml:trace>
  <inkml:trace contextRef="#ctx0" brushRef="#br0" timeOffset="44074.73">11876 11275 129 0,'0'0'175'16,"2"11"-7"-16,-2-11-5 0,0 10-2 0,0-10-6 15,0 13-3-15,0-7-4 0,0 0-3 0,0-6-5 0,0 11-9 16,0-11-12-16,0 10 0 0,0-10-7 15,0 8 2-15,0-8 5 0,0 0 0 0,0 8 1 16,0-8 10-16,0 0-4 0,0 0-1 0,0 0-8 16,0 0 4-16,0 0-19 0,0 0-10 0,0 0-7 0,0 0-14 15,-17-14-2-15,14 9-3 0,3 5-7 0,-2-14-4 16,2 4-8-16,0-1-5 0,1 1 2 0,0-2-6 16,2-3-4-16,2-1-5 0,2 1-8 15,0 1 1-15,0-1-4 0,1 3-7 0,2 3-2 0,-3-1-8 16,3 2 6-16,1 0 9 0,1 2-2 0,-1 2-17 15,1 3 6-15,-2 1-9 0,1 2 6 0,2 1-4 16,-1 5-2-16,2 1 0 0,-1 2 0 0,-4-2 3 16,1 5 11-16,1-1-11 0,-4-4-3 0,1 7 4 15,-2-8-1-15,2 6-2 0,-5-2 3 0,1-3 4 16,-2-1-2-16,0-1 9 0,2 2-10 0,-4-2 4 16,0-7 17-16,0 9-15 0,0-9 5 0,1 7 7 15,-1-7 5-15,0 0 4 0,0 0 5 0,0 0-5 16,0 0-5-16,0 0 2 0,0 0-13 0,0 0 4 15,0 0 5-15,0 0-5 0,0 0-2 0,0 0-3 16,-5-23-5-16,5 23 3 0,7-20-8 0,2 7 1 16,-2-2-10-16,5-1-3 0,-1 3 8 0,2-1-6 15,2 2 0-15,-1 1 3 0,0 3-2 0,-2 2-2 16,2 1-1-16,-4 1 8 0,0 3-6 0,-1 2 0 16,3 2 1-16,-3 0 3 0,1 4 0 0,0-2 2 15,-3 2-3-15,1 2 4 0,-1-1-3 0,-2 3-2 16,0 0 18-16,1-2-12 0,-3 3-13 0,0-3-21 15,2 2-33-15,-3-2-35 0,-2 2-51 0,0-1-53 16,0 0-56-16,0-2-57 0,-2 2-173 0,4-1-535 16,-2-3 236-16</inkml:trace>
  <inkml:trace contextRef="#ctx0" brushRef="#br0" timeOffset="44666.64">12881 10918 135 0,'0'-8'240'0,"0"8"-6"0,0 0-16 16,-6-13-12-16,6 13-19 0,-5-3-14 0,5 3-7 16,0 0-13-16,-20 7-10 0,11-1-16 0,-1-1-9 15,-2 3-5-15,5 1-17 0,-4 3-10 0,1-4-6 16,4 3-7-16,2 1-6 0,-1 0-8 0,3 0-3 0,2 1-2 16,4 1-4-16,1-1-12 0,4 0-2 15,4 2-8-15,0-1 3 0,1-1-3 0,2 0-5 16,6 1 0-16,-6-3 3 0,0 0-8 0,-1 0-6 15,-3 0 8-15,1-2-12 0,-3 1 0 0,-2-3-5 0,-1 1 6 16,-1 1-1-16,-3-4 0 0,-1 2-1 0,0-1 3 16,-2-6-4-16,-6 13 0 0,-1-8 1 15,0 2 8-15,-5-1-3 0,-3 0 1 0,-5-1-2 16,2-1 5-16,-2 0-6 0,-1 0 2 0,2-3-1 0,-2 2-2 16,4-2 1-16,3-1-5 0,1 0-14 0,1 0-29 15,1 2-30-15,4-1-32 0,7-1-39 0,-14 1-40 16,14-1-39-16,0 0-211 0,0 0-464 15,0 0 206-15</inkml:trace>
  <inkml:trace contextRef="#ctx0" brushRef="#br0" timeOffset="44884.65">13086 11162 123 0,'4'-3'271'15,"-4"3"-6"-15,7-7-7 0,-7 7-15 0,6-5-19 16,-6 5-19-16,6-4-23 0,-6 4-20 0,0 0-17 15,0 0-16-15,0 0-13 0,8 10-4 0,-5-5-7 16,-1 2-9-16,2 3-10 0,-4 1-8 0,0-2-5 16,2 3-10-16,-2-1-3 0,0 1-10 0,2 1-5 15,-2-3-20-15,0 2-16 0,1-2-20 16,1 2-30-16,1-1-33 0,-1-1-27 0,-2-3-38 0,2 1-26 16,-2-1-36-16,0-7-199 0,0 12-431 0,0-12 191 15</inkml:trace>
  <inkml:trace contextRef="#ctx0" brushRef="#br0" timeOffset="45029.85">13183 10879 14 0,'0'0'78'15,"0"0"-29"-15,16 9-31 0,-10 0-45 0,-1 7-28 16,-1 2 12-16</inkml:trace>
  <inkml:trace contextRef="#ctx0" brushRef="#br0" timeOffset="45280.62">13324 11265 177 0,'0'0'253'0,"1"-11"-8"15,1 3-13-15,0 2 4 0,2-3-14 0,0-3-10 16,3-2-19-16,1-1-15 0,2 0-11 0,1 0-8 15,3 1-9-15,-1 0-10 0,4 4-2 0,-2 1-22 16,1 1-8-16,-5 4-15 0,5 2-2 0,-5 3-10 16,2 0-6-16,-1 2-7 0,1 2-8 0,-1 2-2 0,-4 1-8 15,1 1-4-15,-2 1-5 0,2 5-4 0,-2-1-1 16,-3-1-6-16,-2 3-5 0,1-3-8 16,-1-1-26-16,-2 5-25 0,0-6-40 0,-2 3-33 15,1-1-48-15,-1-2-48 0,0 1-51 0,0-2-229 0,2-1-524 16,0-2 232-16</inkml:trace>
  <inkml:trace contextRef="#ctx0" brushRef="#br0" timeOffset="45772.99">14052 11049 126 0,'4'-9'276'0,"1"4"-6"0,-2-2-7 0,-3 7-11 16,2-7-20-16,-2 7-18 0,4-6-21 0,-4 6-19 16,0 0-18-16,0 0-2 0,0 0-4 0,0 0-6 15,-14 32-13-15,5-15-9 0,1 0-7 0,-1-1-10 16,-5 6-9-16,0-1-9 0,3-3-7 0,-2 2-2 16,1-4-5-16,3 0-10 0,1 0-5 0,-3-1-8 15,1-1-5-15,1-2-9 0,1-2 5 0,-2 3-2 16,4-6-11-16,-1-1 4 0,0 1 1 0,-2-3-2 15,4 1-1-15,-3-1 2 0,-1-1-1 0,-1-2-6 16,4 0-2-16,-3 1-4 0,9-2 1 0,-16-4-6 16,9 3 0-16,-1-3 3 0,-1 0 12 0,-1-2-21 0,4 2 6 15,-1-5-4-15,1 1 1 0,3-3 10 16,-4-1-15-16,7-4-5 0,0 1 20 0,0-1-20 16,2 0-4-16,4-1 3 0,0 1 2 0,1 0 1 15,3 2 11-15,-2 5-19 0,3-5 2 0,-3 6 3 0,2 1-3 16,-1 1-4-16,0 1 8 0,-1 1-8 15,2 4 3-15,-1 0 1 0,3 4 4 0,-2 1 3 16,-1 5 6-16,0-3 3 0,5 7 3 0,-5-2 21 16,-1 2-17-16,2 0-2 0,-1 1-8 0,-3 0 16 0,3 1-10 15,-2 0-2-15,0 0-12 0,2-2 13 0,-1 3-3 16,0-3-24-16,2-2-32 0,1 4-32 16,1-5-37-16,-1-1-47 0,3 1-47 0,1-1-41 15,2-2-53-15,-2-1-255 0,3-2-601 0,-2 0 265 0</inkml:trace>
  <inkml:trace contextRef="#ctx0" brushRef="#br0" timeOffset="45921.35">14378 11339 9 0,'0'0'275'0,"0"0"-25"16,2-7 2-16,-2 7-5 0,0 0-13 0,0 0-20 16,0 0-19-16,4-6-21 0,-4 6-20 0,0 0-24 15,0 0-34-15,0 0-38 0,0 0-46 0,0 0-46 16,0 0-57-16,0 0-57 0,0 0-191 0,0 0-365 15,0 0 162-15</inkml:trace>
  <inkml:trace contextRef="#ctx0" brushRef="#br0" timeOffset="50963.34">15254 11088 126 0,'-3'-7'198'16,"3"7"-8"-16,0 0-10 0,0 0-10 0,-2-6-10 15,2 6-8-15,0 0-11 0,0 0-12 0,0 0-10 16,0 0-5-16,-1-8-5 0,1 8-11 0,0 0-2 16,0 0-3-16,0 0-9 0,0 0-7 0,0 0-5 15,0 0 2-15,0 0-12 0,0 0-8 0,0 0-4 16,0 0 2-16,0 0 0 0,0 0-1 0,-16 11-2 16,11-6-6-16,-2-1-2 0,2 3-1 0,0-4-2 15,-3 7 1-15,2-3-6 0,-2 2 10 0,3-2-15 16,-1 3 4-16,-1 1 1 0,1 0-5 0,1 0-7 15,2 1 3-15,-2-2-4 0,0 2 0 0,2-1 1 16,1 0-3-16,-1 1-1 0,-1-2-3 0,2 1 2 16,2-1 11-16,0 0-16 0,-1 0 1 0,4-1-1 0,-1-1 1 15,2 0 6-15,-2-3-7 0,2 1-2 0,0 1 2 16,4 2-1-16,1-3 0 0,1 0-1 0,1-3 4 16,1 1-7-16,1-2 0 0,1 1 1 15,1-3 0-15,2 1-4 0,-5-1 3 0,1-1-2 0,1-2 5 16,-1 1-7-16,1 0 1 0,-2-1 15 0,-1-2-10 15,0-2-1-15,0 1-3 0,-3-1 9 16,2 1-8-16,-3-1 5 0,1-4-7 0,-3 0 4 16,4-2-2-16,-6 1-2 0,0-3-1 0,0-3 4 0,-2 1-4 15,-1 1-4-15,-1-2 8 0,-3 0-7 0,0-1 2 16,-2 2-1-16,0 0 8 0,0 0-7 0,-1 2 2 16,-2 0-5-16,-1 2 1 0,2 1-1 0,0 5-1 15,-6-4-1-15,5 4 1 0,-5 0 2 0,-1 2-1 16,2 1-2-16,0 2-3 0,0 2-2 0,-3 0-7 15,-1 2-13-15,3 1-13 0,3 2-23 0,-2-1-24 16,3 1-29-16,-3 2-14 0,5 3-34 0,4-4-45 16,-1 3-13-16,-1-1-196 0,2 2-454 0,3-4 200 15</inkml:trace>
  <inkml:trace contextRef="#ctx0" brushRef="#br0" timeOffset="51588.36">15960 10962 161 0,'-2'-8'222'0,"2"8"-4"0,0 0-9 16,-2-8-13-16,2 8-10 0,0 0-18 0,0 0-13 0,2-9-18 15,-2 9-14-15,0 0-12 0,0 0-11 0,0 0-7 16,0 0-4-16,0 0-5 0,0 0 1 0,-21 14-8 16,17-5-3-16,-3-2-6 0,0 1-2 15,0 0 2-15,-6 3-2 0,3 2-6 0,1-3-3 0,-3 1-2 16,1 1-2-16,2-2-2 0,-1-1-3 0,1 1 3 16,-3 1-12-16,1-3-5 0,3-1-2 0,-1 1 0 15,-2-1-4-15,3 0-4 0,-1-2-2 16,0 1-5-16,0-2 5 0,4 0-1 0,-3-1-8 0,4 1 2 15,4-4 0-15,-11 4-2 0,7-1 0 0,4-3-3 16,0 0 4-16,-9 3-4 0,9-3 1 0,0 0-2 16,-5 4 1-16,5-4-2 0,0 0 2 0,0 0-3 15,0 0-6-15,0 0 2 0,0 0 0 0,0 0-3 16,0 0-1-16,0 0 2 0,0 0-3 0,14 7-1 16,-9-3 2-16,3-1-1 0,-2-2 0 0,1 2 1 15,2 0 2-15,1 2 2 0,0-1 1 0,-1-1-4 16,2 1 0-16,0-1 1 0,-1 1 3 0,1 0-6 15,0 1-7-15,0-2-22 0,-1 2-15 0,2-3-28 16,-3 2-28-16,1 1-39 0,-1-2-25 0,0 1-25 16,2 3-37-16,-2-4-203 0,-2 2-464 0,0 0 205 15</inkml:trace>
  <inkml:trace contextRef="#ctx0" brushRef="#br0" timeOffset="51808.85">15706 11394 106 0,'-9'0'191'0,"1"3"-15"0,3 0-8 15,5-3-11-15,-9 4-10 0,9-4-8 0,-4 3-4 16,4-3-6-16,0 0-5 0,0 0-4 0,0 0-9 16,0 0-4-16,17 10-5 0,-6-10-10 0,0 1-10 15,4-1-8-15,2 4-7 0,2-4-6 0,-1 0-18 16,1-1-22-16,0-1-31 0,0 1-39 0,-1 1-43 15,0-4-35-15,-1 3-43 0,-1 1-148 0,-2-3-344 0,3 0 153 16</inkml:trace>
  <inkml:trace contextRef="#ctx0" brushRef="#br0" timeOffset="52795.45">16452 10982 26 0,'0'0'190'0,"4"-10"-12"0,-3 3 2 0,-1 7-8 0,5-7-9 15,-5 7-8-15,3-9-4 0,-3 9-9 0,2-6-8 16,-2 6-9-16,0 0-6 0,2-7-7 0,-2 7-9 16,0 0-9-16,0 0-4 0,0 0-14 0,4-7-5 15,-4 7-8-15,0 0-7 0,0 0-5 0,0 0-5 16,0 0-1-16,0 0-6 0,0 0-9 0,0 0 0 15,0 0-6-15,0 0 2 0,0 0-5 0,0 0-2 16,0 0-2-16,0 0 3 0,0 0-6 0,0 0 0 16,0 0-5-16,0 0 1 0,0 0-4 0,0 0 0 15,0 0-1-15,0 0 3 0,0 0-3 0,0 0 2 16,0 0-2-16,0 0 7 0,0 0-9 0,0 0-1 16,0 0-1-16,0 0 2 0,0 0-1 0,0 0 0 15,0 0-3-15,0 0 6 0,0 0-5 0,0 0-1 16,0 0-1-16,0 0 1 0,0 0 2 0,0 0-1 15,0 0-3-15,0 0 4 0,0 0 0 0,0 0 1 16,0 0 0-16,0 0-2 0,0 0-1 0,0 0-1 0,0 0-3 16,0 0-2-16,0 0-9 0,0 0 1 15,0 0-3-15,0 0-5 0,0 0 0 0,0 0 4 16,0 0 1-16,0 0 1 0,0 0 6 0,0 0 0 16,0 0 5-16,0 0-2 0,0 0 4 0,0 0 3 0,0 0 3 15,0 0 10-15,0 0 7 0,0 0 12 0,5-5 2 16,-5 5 6-16,0 0-1 0,0 0 5 15,0-10 2-15,0 10 7 0,0 0 3 0,0 0-2 16,0 0 11-16,-1-9-13 0,1 9-9 0,0 0-8 0,0 0 1 16,0 0-8-16,0 0-2 0,0 0-1 0,0 0 0 15,-12 21 1-15,4-8-1 0,1-1 9 16,-2 5-8-16,-3 0 3 0,-1 5 3 0,-1-1-3 16,3-3-5-16,1-2 5 0,-1 2 0 0,0-3-2 0,-1 0-7 15,0 1 3-15,0-1 3 0,2-2 7 0,-3 0-16 16,2-1 0-16,0 0 1 0,0-3-2 0,2-1-2 15,-1 1 3-15,1-3 4 0,0 0 5 0,-1-2-14 16,1 2-8-16,0-2 7 0,2-1 1 0,1 1 1 16,0-1 0-16,6-3 3 0,-9 2-8 0,9-2 1 15,0 0-2-15,0 0 7 0,-17-7 0 0,14 4-5 16,3 3-4-16,-5-15-3 0,5 4-2 0,0 0 7 16,3-1-10-16,2-2 9 0,1-1-5 0,0-1 4 15,3 0 7-15,-2 0-8 0,2 4-6 0,-3 0 6 16,1 4-4-16,2-1-2 0,-3 0-1 0,1 2 3 15,-2 3-5-15,1 0 5 0,-1 0-8 0,3 1 0 16,-8 3 2-16,11-1-3 0,-11 1 4 0,16 5 1 16,-10-1 1-16,3 0 2 0,-1 2-5 0,1 4 2 15,-2-4 1-15,2 3 5 0,-1-2-8 0,1 3 4 16,-1-1 3-16,-1 1-3 0,0-1-3 0,1 2 3 16,-1-3 1-16,1 0-23 0,-1 1-19 0,2-1-31 15,-1 0-26-15,0 1-34 0,2 0-36 0,-1-1-33 16,1-1-41-16,3-1-29 0,-3 1-184 0,2 0-494 15,0-4 219-15</inkml:trace>
  <inkml:trace contextRef="#ctx0" brushRef="#br0" timeOffset="53170.34">16838 10972 2 0,'0'0'248'0,"0"0"-10"0,1-10-17 16,-1 10-7-16,2-6-22 0,-2 6-15 0,0 0-5 16,0 0-11-16,0 0-7 0,0 0-12 0,-15 22-6 0,9-13-14 15,0 1-11-15,-1 1-8 0,-1 3-9 0,-3-1-10 16,1-1-6-16,-1 3-5 0,0-2-8 16,0-1-6-16,-1 0-7 0,5-1-4 0,-7 0-2 15,-2 0-4-15,3 0-7 0,1-4-2 0,4 0-2 0,-2 0-6 16,1-2-1-16,3-1-6 0,0-1 1 0,6-3-2 15,-7 6-2-15,3-3 8 0,4-3-9 0,-8 2 0 16,8-2-2-16,0 0-3 0,0 0-1 16,0 0-3-16,0 0 1 0,0 0-1 0,0 0-1 0,0 0 1 15,0 0-7-15,0 0 4 0,0 0-4 0,0 0 0 16,0 0 1-16,30-4-2 0,-21 7 0 0,1-1 4 16,-1 3-2-16,2-1 2 0,0 3-5 0,-1-1 0 15,4 3-21-15,-4-2-33 0,0 0-35 0,2 1-45 16,-2 0-41-16,-1-2-43 0,0 3-216 0,0-2-473 15,-1-1 209-15</inkml:trace>
  <inkml:trace contextRef="#ctx0" brushRef="#br0" timeOffset="53377.7">16680 11403 118 0,'0'0'239'0,"-12"0"0"16,12 0-10-16,0 0-7 0,0 0-22 0,-6 2-19 15,6-2-18-15,0 0-13 0,0 0-13 0,0 0-8 16,0 0-10-16,0 0-5 0,0 0-9 0,10 12-9 16,-10-12-9-16,14 4-9 0,-5-1-15 0,0-1-21 15,5 0-25-15,-1 0-27 0,2-4-36 0,-2 2-39 16,1-1-22-16,3-2-44 0,2 1-46 0,-6-1-159 16,1 0-384-16,-2 0 170 0</inkml:trace>
  <inkml:trace contextRef="#ctx0" brushRef="#br0" timeOffset="53752.83">17278 11046 119 0,'0'0'230'0,"-5"-11"-8"0,2 5-8 16,3 6-6-16,-2-8-7 0,2 8-9 0,0 0-19 15,0-8-14-15,0 8-19 0,0 0-16 0,0 0-9 16,0 0-12-16,0 0-7 0,14 1-2 0,-14-1-7 16,12 12-8-16,-4-3-2 0,0 0-2 0,-2 3-9 15,2 3-1-15,-1-1 1 0,-1 1-3 0,-3 1-3 16,0 0-4-16,-2-3-4 0,1-3-6 0,-2 2-3 15,-2 0-1-15,1-1 0 0,-3 0-6 0,-1 0-2 16,-1-1 3-16,-1-1-3 0,0 1-1 0,-2-1-8 16,-2 0 1-16,1-3-4 0,1 0-18 0,0 0-20 15,0-1-28-15,4-1-33 0,0 0-32 0,5-4-43 16,-10 2-39-16,10-2-38 0,0 0-42 0,0 0-142 16,0 0-445-16,0 0 198 0</inkml:trace>
  <inkml:trace contextRef="#ctx0" brushRef="#br0" timeOffset="54020.95">17483 11075 264 0,'4'-4'265'0,"-4"4"2"0,6-8-5 16,-6 8-5-16,2-5-9 0,-2 5-19 0,4-5-22 16,-4 5-11-16,0 0-29 0,0 0-12 0,0 0-11 15,0 0 0-15,0 0-4 0,6 12-8 0,-2-2-1 16,-4-2 11-16,0 4-24 0,1 0-7 0,-1-2-2 15,0 3-8-15,0 0-16 0,-1-2 2 0,1 6-9 16,-2-6-5-16,0 1-7 0,0-1-3 0,2 2-9 16,0-2-9-16,-1 0-1 0,1-2-11 0,-2 1 12 15,1-4-11-15,0 2-24 0,1-8-26 0,0 13-23 0,0-13-28 16,0 12-21-16,-2-7-29 0,2-5-34 0,0 0-34 16,-1 12-32-16,1-12-41 0,0 0-27 15,-2 6-230-15,2-6-555 0,0 0 245 0</inkml:trace>
  <inkml:trace contextRef="#ctx0" brushRef="#br0" timeOffset="54289.83">17339 11073 105 0,'-5'-8'241'0,"5"8"-10"15,-3-7-15-15,3 7-7 0,0 0-10 0,18-8-12 16,-1 0-10-16,3 5-5 0,6 0-16 15,4-1-14-15,-1 0-12 0,3 1-11 0,-1-1-12 0,-2 2-11 16,-2-2-5-16,-6 2-12 0,-3-1-2 0,1 2-10 16,-6-1-3-16,-4 0-7 0,3 1-6 0,-5 0-2 15,1-1-4-15,-8 2-4 0,8 0-5 16,-8 0-3-16,0 0-2 0,10 0-7 0,-10 0-1 0,0 0-7 16,0 0-18-16,0 0-22 0,0 0-21 15,0 0-31-15,0 0-39 0,0 0-43 0,0 0-38 0,0 0-37 16,0 0-171-16,-18 10-438 0,18-10 195 15</inkml:trace>
  <inkml:trace contextRef="#ctx0" brushRef="#br0" timeOffset="55489.95">27216 10279 70 0,'0'0'106'0,"0"0"5"15,0 0-18-15,0 0-12 0,0 0-21 0,0 0 10 16,0 0-15-16,0 0-5 0,0 0 2 0,0 0-9 16,0 0-6-16,0 0-21 0,0 0-7 0,0 0-18 15,0 0-24-15,0 0-12 0,0 0-20 0,0 0-53 16,0 0-126-16,0 0 56 0</inkml:trace>
  <inkml:trace contextRef="#ctx0" brushRef="#br0" timeOffset="56255.09">29403 10290 5 0,'0'0'142'0,"0"0"-8"0,0 0-11 0,0 0-1 16,0 0-3-16,0 0-8 0,0 0-1 0,0 0-3 16,0 0-6-16,0 0-6 0,0 0 0 0,0 0-5 15,0 0-6-15,0 0-4 0,0 0-1 0,0 0-6 16,0 0 1-16,0 0 1 0,0 0-5 0,0 0 0 16,0 0-1-16,0 0-2 0,0 0-4 0,0 0-1 15,0 0-2-15,0 0-4 0,0 0-5 0,0 0-3 0,0 0 0 16,0 0-2-16,0 0-2 0,0 0-1 15,0 0-7-15,0 0-2 0,0 0-2 0,0 0-4 16,-14-15-4-16,14 15-1 0,0 0-4 0,0 0-2 16,0 0-4-16,0 0-2 0,0 0-14 0,0 0-12 0,0 0-16 15,0 0-11-15,0 0-20 0,0 0-17 0,0 0-13 16,0 0-30-16,0 0-31 0,0 0-37 0,0 0-154 16,-13-3-373-16,8 0 164 0</inkml:trace>
  <inkml:trace contextRef="#ctx0" brushRef="#br0" timeOffset="57596.71">10726 12114 181 0,'-5'3'206'0,"5"-3"-6"16,-11 0-9-16,11 0-11 0,-12 2-8 0,12-2-2 15,-9 3-6-15,9-3-16 0,-11 1-3 0,11-1-10 16,-10 3-9-16,10-3-4 0,0 0-13 0,-6 1-7 16,6-1-7-16,0 0-8 0,0 0-5 0,0 0-11 15,0 0-2-15,-5 4-5 0,5-4-6 0,0 0-4 16,0 0-2-16,19 4-6 0,-11-3-1 0,3 0-8 15,2 1 7-15,5-2-12 0,0 1-9 0,1-2-21 16,0 1-31-16,0-2-27 0,-5 4-33 0,0-4-41 16,-1 1-33-16,5 0-29 0,-7-1-25 0,1 2-173 15,-1-2-422-15,-4 1 187 0</inkml:trace>
  <inkml:trace contextRef="#ctx0" brushRef="#br0" timeOffset="57782.61">10700 12217 106 0,'-5'2'206'0,"5"-2"-4"0,-8 3-10 15,8-3-11-15,0 0-7 0,-6 5-9 0,6-5-12 16,0 0-9-16,0 0-12 0,15 6-12 0,-2-4-17 16,4 0-6-16,2-2-20 0,1 0-30 0,1-1-45 15,7 1-53-15,0-4-45 0,-1 2-45 0,-5-1-162 16,-1 2-327-16,8-4 146 0</inkml:trace>
  <inkml:trace contextRef="#ctx0" brushRef="#br0" timeOffset="58856.99">12493 12076 129 0,'0'0'200'0,"0"0"-14"0,0-8-8 0,0 8-4 16,0 0-12-16,0 0-7 0,0 0-7 15,0 0-11-15,-9-8-7 0,9 8-12 0,0 0-5 0,0 0-7 16,0 0-4-16,0 0-8 0,-16 6-1 0,16-6-5 16,-8 7-5-16,2-3-1 0,6-4-4 0,-12 9-2 15,7-4 6-15,1 2-7 0,-4 2-4 16,1-1-3-16,1 1 0 0,-2 0-8 0,1 2-7 0,0-1 0 15,0-1 0-15,1 3 0 0,-1-3-7 0,0 3 0 16,2 1-3-16,-2-2-2 0,3 4-8 0,0-4 3 16,0 0-2-16,-2 1 1 0,0-3-2 0,4 4-3 15,-1-3-1-15,1 2-1 0,0-1-1 0,0 0-5 16,-1-1 11-16,3-1-13 0,0 2-3 0,0 0 1 16,1 0 9-16,1-2-17 0,0 2 5 15,2-4-5-15,-1 3 1 0,0-2-4 0,2 1 4 0,2 0 1 16,-2 0-4-16,3-3-2 0,-1 2 5 0,3-2-3 15,-2 0-2-15,1-1 5 0,1-1-7 0,-1 0 2 16,3-2 1-16,-1-1-1 0,1 1 4 0,-3-1-4 16,3 2-1-16,1-3 2 0,-2-2-2 0,1 2 0 15,1-1 2-15,1-2-2 0,-1 0 4 0,-2-1-3 16,3 0 4-16,-3-1 13 0,3 1-14 0,-4-2-2 16,2 0-2-16,-1-1-1 0,-2 0 6 0,-1 0 0 15,2-2 1-15,-1-1-4 0,-3-5 4 0,3 1 2 16,-1 0-1-16,-2-1-1 0,1-2-8 0,-1 2 3 15,-3 0 3-15,2-2-4 0,-1 1 3 0,-2 0 6 16,-2 4-7-16,1-6 3 0,-2 1-4 0,1 3 3 16,1-2 1-16,-2 0-6 0,-1 5 10 0,0-1-8 15,-2-1 13-15,1 2-14 0,0 0-3 0,-3 0 6 0,-1 3-7 16,-1-3 0-16,-2 2-2 0,-1-4 1 0,2 5-2 16,-5-2 3-16,-3 3-2 0,5 1 1 15,-3-2 8-15,-4 5-8 0,4-3-4 0,1 1 4 16,1 3-4-16,-1-1 0 0,1 3 0 0,0-1 3 0,-6 1-3 15,4 0 3-15,3 1-7 0,1 1-3 0,0 1 18 16,0 1-17-16,-2 3-19 0,3-4-33 16,-1 4-37-16,2 3-33 0,0-1-37 0,2 0-36 15,3 0-40-15,0 0-56 0,1-4-215 0,3 2-557 0,0-7 248 16</inkml:trace>
  <inkml:trace contextRef="#ctx0" brushRef="#br0" timeOffset="60841.37">14836 12369 69 0,'0'0'209'0,"0"0"-8"0,0 0-9 16,0-11-19-16,0 11-13 0,0 0-19 15,0 0-12-15,5-9-12 0,-5 9-11 0,6 0-13 16,-6 0-7-16,14 1-4 0,-14-1-5 0,15 2-3 16,-6 1-7-16,0 2-2 0,-2 1-6 0,3 1-3 15,-4 1-2-15,2 1-5 0,-2 1-2 0,0 0-6 16,-2-1 2-16,1 1-6 0,-3 0-2 0,-1 0-2 16,0 0-2-16,2 0-4 0,-3 2 5 0,0-3 0 15,-4 1-3-15,2 1 2 0,-1-3-1 0,0-2 15 0,-1 4-7 16,-3-4 0-16,2 0-1 0,-1 1-6 0,1-4-2 15,-2 2-1-15,3-2-6 0,4-3-21 0,-10 7-29 16,4-4-34-16,6-3-29 0,-11 4-40 16,11-4-33-16,-7 1-33 0,7-1-188 0,-10 0-415 15,10 0 184-15</inkml:trace>
  <inkml:trace contextRef="#ctx0" brushRef="#br0" timeOffset="61089.05">15098 12343 109 0,'2'-4'238'0,"-2"4"-7"0,5-7-14 0,0 2-19 0,-5 5-17 15,0 0-23-15,0 0-12 0,9 0-17 0,-9 0 2 16,0 0-3-16,2 14-2 0,1-5-13 16,-3 3-1-16,-1 2-4 0,2 1-9 0,-4 2-11 0,3-1-7 15,-3 0-8-15,2 0 1 0,-1-1-13 0,0 0-7 16,1-1-3-16,-1 0-6 0,0-1-2 0,-1-1-5 15,2-1-8-15,1 0-23 0,0-1-31 16,-3-3-24-16,3 0-25 0,-2 0-34 0,2-7-40 0,-1 9-24 16,1-9-41-16,-2 7-170 0,2-7-412 0,0 0 182 15</inkml:trace>
  <inkml:trace contextRef="#ctx0" brushRef="#br0" timeOffset="61253.61">14928 12318 56 0,'0'0'153'0,"0"0"-11"15,0 0-18-15,11-7-12 0,-1 7-11 0,5-2-24 16,5 1-37-16,7-2-44 0,0 1-39 0,2 3-84 16,2-4-137-16,-1 0 61 0</inkml:trace>
  <inkml:trace contextRef="#ctx0" brushRef="#br0" timeOffset="62376.71">16190 12150 129 0,'0'0'193'0,"3"-6"-9"0,-3 6-18 0,0 0-23 15,0 0-5-15,0 0-22 0,0 0-8 0,0 0-10 16,0 0-7-16,0 0 2 0,0 0-9 0,-18 21 0 15,13-11-10-15,-3 1-5 0,-3 1-4 0,3 3-6 16,-4-2-5-16,0 2-3 0,1-2-6 0,-1 1 5 16,-4-4-5-16,3 2-2 0,-2-1-3 0,2 1-7 15,3-6-1-15,1 3-3 0,3-4 0 0,1-2-1 16,-2 1-3-16,0-1-2 0,2 0 7 0,5-3 2 16,-7 4 4-16,7-4 5 0,-6 3-1 0,6-3-2 15,0 0 3-15,0 0-2 0,-10 1-3 0,10-1-3 16,0 0-5-16,0 0-2 0,0 0-5 0,0 0-1 15,0 0-4-15,0 0 1 0,0 0-4 0,19 5 0 16,-19-5-4-16,10 1 3 0,-1 1-4 0,0 0 0 16,2 0-2-16,2 1 1 0,0-1-4 0,1 2-12 0,-1-2-23 15,0 3-25-15,3 0-22 0,-2 3-37 16,0-3-27-16,-3-1-39 0,0 2-35 0,-1-3-144 16,-2 2-389-16,-2 0 173 0</inkml:trace>
  <inkml:trace contextRef="#ctx0" brushRef="#br0" timeOffset="62575.24">15921 12589 163 0,'-8'5'179'0,"8"-5"-4"0,0 0-6 0,0 0-13 15,15 5-12-15,-3-5-13 0,-2 0-12 16,7 1-12-16,2-2-11 0,9 0-7 0,0-2-14 0,1 2-31 15,-1-1-33-15,2 0-33 0,-2-1-34 0,-6 2-37 16,-1-2-40-16,1 0-93 0,-3 1-244 0,3-1 107 16</inkml:trace>
  <inkml:trace contextRef="#ctx0" brushRef="#br0" timeOffset="68268.22">16788 12171 160 0,'0'0'158'0,"0"0"-13"15,2-9-8-15,-2 9 1 0,0 0-7 0,0 0-9 0,0 0-6 16,1-7-6-16,-1 7-10 0,0 0-10 15,0 0-8-15,0 0-9 0,0 0-11 0,0 0-11 0,0 0-3 16,0 0-1-16,0 0-1 0,0 0-2 16,-9 20-4-16,6-11 1 0,-2 2 0 0,1-1-3 0,-3 2-3 15,2-1-3-15,-3 4-2 0,0-4-4 16,1 4 1-16,0-1 1 0,0 1-7 0,-2 0 3 0,0-5-1 16,0 2-2-16,1-2-3 0,0-2-3 0,-2 1 2 15,1 0-2-15,0-2 0 0,-1 1-3 0,2-1 0 16,-1-2-4-16,3 1 1 0,0-3 2 0,-1 1-3 15,7-4 0-15,-11 3-7 0,4-2 8 0,7-1 1 16,-12 2 1-16,12-2 0 0,-11-2-2 0,11 2-2 16,-9-4 3-16,3 0 1 0,6 4-5 0,-8-11 3 15,5 5 1-15,-3-1-5 0,3-3 1 0,0 5 0 16,2-5-3-16,-2 1 0 0,3-3 0 0,0 1 0 16,4 1 4-16,-3 2-5 0,3-3-3 0,1 1 1 15,0-1 0-15,1 3 0 0,0 1 1 0,1-1-2 16,0 1 0-16,-1 2-1 0,2 1-1 0,0 0 1 15,-8 4-4-15,16 0 3 0,-7 2 0 0,3 0-4 16,-3 2 6-16,0 4-3 0,1-2-1 0,-1 1 0 16,-1 3 4-16,2-1 0 0,-3 1-1 0,1-1 2 15,-1 2 1-15,3 2-1 0,-4-2 0 0,3 3-11 16,-3-4-12-16,3 3-22 0,0 1-27 0,-4-4-26 16,3 1-36-16,1-3-29 0,-1 3-35 0,-3-2-101 15,3-1-321-15,-1-1 142 0</inkml:trace>
  <inkml:trace contextRef="#ctx0" brushRef="#br0" timeOffset="70706.12">17274 12182 8 0,'0'0'135'0,"0"0"-5"16,0 0-8-16,5-7-11 0,-5 7-8 0,0 0-3 15,0 0-4-15,0 0-15 0,0 0 6 0,0 0-8 16,0 0-17-16,0 0-8 0,0 0 6 0,0 0-17 16,0 0 5-16,0 0-7 0,0 0-2 0,-14 20 0 15,8-15-5-15,1 4 5 0,-3 1-3 0,1-2-1 0,0 1-8 16,-2 0-1-16,1 0 6 0,-1-1 0 0,-2 5-8 16,2-5-3-16,-2 1 3 0,1-1 1 15,1 0-6-15,-1-2 1 0,1 1-5 0,2 0-1 16,0-2-3-16,2-2-1 0,-1 1 6 0,-1-1-3 15,7-3 2-15,-10 6 4 0,6-5 4 0,4-1-1 16,-9 5 4-16,9-5-1 0,0 0-3 0,-11 2 5 0,11-2-4 16,0 0 2-16,0 0-1 0,-8 0-4 15,8 0-2-15,0 0-1 0,0 0 0 0,0 0 1 0,0 0-4 16,0 0-2-16,0 0-1 0,0 0-3 0,0 0-4 16,0 0 1-16,0 0 1 0,0 0-2 15,0 0-3-15,22-8-1 0,-22 8 3 0,14 0 1 16,-4 1-4-16,0-1 3 0,2 2-4 0,1-1 3 0,-1 1-2 15,0 2-5-15,1-1-18 0,-3 1-31 0,4 1-14 16,-5 1-32-16,1-2-27 0,0 0-31 0,-1 1-142 16,-4-1-323-16,1 0 144 0</inkml:trace>
  <inkml:trace contextRef="#ctx0" brushRef="#br0" timeOffset="70908.82">17068 12533 80 0,'-5'2'165'0,"5"-2"-16"15,0 0-2-15,0 0-7 0,0 0-14 0,0 0-11 16,0 0-9-16,19 5-3 0,-7-4-15 0,1 1-18 16,4-2-29-16,3 0-22 0,-1 0-42 0,4-2-23 15,-3 1-38-15,1-2-32 0,-1 3-64 0,-2-2-195 16,1-1 86-16</inkml:trace>
  <inkml:trace contextRef="#ctx0" brushRef="#br0" timeOffset="72036.75">17481 12133 76 0,'0'0'178'16,"-8"-6"-1"-16,5 3-14 0,3 3 0 0,-7-6-10 16,7 6-6-16,-4-7-11 0,4 7-5 0,0 0-11 15,-2-6-11-15,2 6-10 0,0 0-11 0,0 0-6 16,11-10-2-16,-4 9-7 0,4-2-5 0,2 5-5 0,1-2-3 16,0 1-7-16,3 3-2 0,-1-1-7 15,-3 1 4-15,0 1-3 0,-2 0-1 0,-1 3-4 16,1-4-8-16,-3 5 1 0,0-1-2 0,-1 1-5 15,-2 0 3-15,-4-3 0 0,-1 3-2 0,0 1 0 16,-2 1 1-16,-4 0 0 0,0-1 1 0,-4 3-1 16,-2-1-5-16,1 0-1 0,-3-3-2 0,-4 4-4 15,1-4 2-15,-2-2-4 0,2-2-1 0,0 4 0 16,0-4 0-16,3-2-4 0,1 0 1 0,2-1 2 0,0 0-1 16,4-2 0-16,0 1-1 0,7-1 3 0,-11 0 0 15,11 0-3-15,0 0 1 0,-10-3-3 16,10 3-1-16,0 0-3 0,-3-7-1 0,3 7 6 15,0 0-10-15,0 0 6 0,17-9-4 0,-10 8-3 0,0-2 1 16,-7 3-4-16,14 0 2 0,-14 0-1 16,16 4 0-16,-7-1 4 0,2 0-3 0,-1-1 3 0,-2 4-2 15,2-3 1-15,-1 2 1 0,0 0 0 16,-2 0 1-16,2 1 1 0,0 0-1 0,-1-2 0 0,0 3-9 16,-2-3-21-16,3 1-24 0,-1 3-34 0,-2 0-32 15,2-3-33-15,0 1-31 0,-2-2-32 0,-1 1-164 16,-1-2-410-16,2 0 182 0</inkml:trace>
  <inkml:trace contextRef="#ctx0" brushRef="#br0" timeOffset="72306.92">17861 12069 162 0,'0'0'238'0,"1"-7"-21"15,-1 7-15-15,2-8-22 0,-2 8-20 0,0 0-14 16,0 0-1-16,0 0-2 0,0 0-2 0,0 0-9 16,7 25 3-16,-7-15-13 0,1 1-7 0,0 0-11 15,-1 0-7-15,0-1-8 0,0 1-7 0,3 1-11 16,-3-2-5-16,1 0-8 0,-1 1-7 0,0 1-3 16,0-1-2-16,0-1-6 0,0 1-3 0,0-2-11 15,-1 1-18-15,0-3-26 0,1-7-32 0,0 13-34 16,0-7-33-16,0-6-30 0,0 11-21 0,0-11-22 15,0 8-17-15,0-8-140 0,0 0-376 0,0 0 167 16</inkml:trace>
  <inkml:trace contextRef="#ctx0" brushRef="#br0" timeOffset="72514.12">17946 12094 119 0,'0'0'207'15,"1"-9"-12"-15,-1 9-16 0,0 0-14 0,3-7-14 0,-3 7-7 16,0 0 8-16,0 0-3 0,0 0-13 15,0 0-5-15,6 25-4 0,-6-14 0 0,2-1-6 0,-1 2-9 16,0 3-5-16,-2-3-11 0,2 6-8 0,-1-3-5 16,0 0-13-16,-2-3-4 0,2 4-3 0,-2 0-8 15,1-3-8-15,1-3-9 0,-2 3-23 16,2-3-24-16,-2 0-28 0,2 1-24 0,-1-3-27 16,1-8-46-16,-1 13-34 0,1-13-32 0,-3 9-175 0,3-9-406 15,-4 3 181-15</inkml:trace>
  <inkml:trace contextRef="#ctx0" brushRef="#br0" timeOffset="72670.16">17811 12086 126 0,'7'-14'148'0,"-2"11"-14"0,6 0-19 0,-2-1-3 15,5 1-14-15,2-1-17 0,5 1-29 0,6 0-34 16,2-3-47-16,2-1-41 0,1 1-62 0,0-2-141 15,-2 0 64-15</inkml:trace>
  <inkml:trace contextRef="#ctx0" brushRef="#br0" timeOffset="88429.58">15918 5214 3 0,'0'0'10'0,"-8"-5"0"0,8 5-3 16,0 0 2-16,0 0-6 0,-6-4 7 0,6 4-6 16,0 0 1-16,0 0-4 0,0 0 4 15,-6-3-1-15,6 3-1 0,0 0 1 0,0 0 0 0,-7-3 0 16,7 3-1-16,0 0 3 0,0 0-2 0,0 0 4 15,0 0 3-15,-8-3-1 0,8 3-3 16,0 0 5-16,0 0-6 0,0 0 0 0,0 0-2 16,0 0 4-16,0 0-1 0,0 0-5 0,0 0 1 15,-8-3-1-15,8 3 1 0,0 0 1 0,0 0 0 0,0 0-3 16,0 0 1-16,0 0 7 0,-12 2-9 16,12-2-1-16,0 0 7 0,0 0-8 0,0 0 3 0,-12 0-2 15,12 0 0-15,0 0 1 0,-11 1-3 16,11-1 3-16,-6 3 0 0,6-3-2 0,-9 0 4 15,9 0-4-15,-9 0 0 0,9 0-4 0,-12 3 4 0,12-3-2 16,-10 0 2-16,10 0-1 0,-9 0-3 16,9 0 3-16,0 0 3 0,-11 2 3 0,11-2-6 15,0 0 6-15,0 0 0 0,-9 1-3 0,9-1 2 16,0 0-1-16,0 0 4 0,0 0-1 0,0 0 2 0,0 0 1 16,0 0 1-16,0 0 1 0,0 0-4 0,0 0 2 15,0 0 3-15,0 0-4 0,0 0-6 0,0 0 3 16,0 0 2-16,0 0-3 0,0 0 0 0,0 0 1 15,0 0-1-15,0 0 2 0,0 0-1 0,32-6 1 16,-25 6-7-16,0-2 0 0,4 1 1 0,1 0 1 16,0-1 1-16,1 1-2 0,6-2 2 0,-1 1-2 15,4 2 5-15,1-1-6 0,-4-2 3 0,3 2 0 16,5-2-2-16,-7 2 0 0,-1 0 3 0,-1-1-2 16,2 0 2-16,-3 1-2 0,-4 1-5 0,5 0 3 15,-5 0 2-15,-1-2-3 0,0 4-1 0,0-2-1 16,-1-2-3-16,1 1-2 0,-1 2-3 0,-2-1-3 15,1-1-15-15,-10 1-33 0,17-1 14 0</inkml:trace>
  <inkml:trace contextRef="#ctx0" brushRef="#br0" timeOffset="89824.73">28364 8945 14 0,'0'0'23'0,"0"0"-11"16,-4-6-8-16,4 6-14 0,0 0-9 0,0 0 5 16</inkml:trace>
  <inkml:trace contextRef="#ctx0" brushRef="#br0" timeOffset="90079.27">28137 8919 10 0,'0'0'35'0,"0"0"-4"16,-9-5-1-16,9 5 4 0,0 0-7 0,0 0-4 0,0 0-2 16,0 0-4-16,0 0-3 0,0 0 3 15,18-5-10-15,-18 5 11 0,15-1-13 0,-1 1 1 16,-1 0-13-16,6 0 7 0,-2 0-4 0,1-2 1 15,-1 2-3-15,2 0-8 0,-1 0 1 0,0 0 1 0,2-2-3 16,-6 1-1-16,4 1-3 0,-6 0-12 0,2-2-35 16,0 0 16-16</inkml:trace>
  <inkml:trace contextRef="#ctx0" brushRef="#br0" timeOffset="90503.98">28307 8846 8 0,'0'0'20'0,"0"0"5"0,0 0-5 0,0 0 2 0,0 0-2 16,33-4-4-16,-25 3-1 0,-1-1-1 0,-7 2-4 15,20 0-1-15,-13 0 2 0,-7 0 4 0,11-3-7 16,-11 3-3-16,10 0 8 0,-10 0-5 0,0 0-3 16,11-1 3-16,-11 1-1 0,0 0-5 15,0 0-11-15,0 0 6 0,8 0 3 0,-8 0-1 0,0 0 1 16,0 0-4-16,0 0 3 0,0 0-1 0,0 0 1 16,0 0 6-16,0 0-3 0,0 0-5 0,0 0 1 15,-30 2 4-15,30-2-2 0,-10-1 4 0,10 1 0 16,0 0 3-16,-9-3 0 0,9 3 0 0,0 0-5 15,0 0 5-15,-6-4 1 0,6 4 1 16,0 0-5-16,0 0-3 0,0 0 2 0,0 0-4 0,0 0 1 16,20-4 6-16,-20 4-3 0,13 0-1 0,-13 0 0 15,14 1-1-15,-14-1-1 0,13 0-3 0,-7 2-2 16,1-1-8-16,-7-1-2 0,7 2-7 0,-7-2-22 16,0 0-48-16,0 0 22 0</inkml:trace>
  <inkml:trace contextRef="#ctx0" brushRef="#br0" timeOffset="175190.11">24188 4808 17 0,'0'0'43'0,"0"0"-2"0,0 0-10 0,0-9 0 16,0 9-3-16,0 0-3 0,0 0-5 0,0 0-7 15,0 0-13-15,0 0-5 0,0 0-6 0,0 0-29 16,0 0-41-16,0 0 19 0</inkml:trace>
  <inkml:trace contextRef="#ctx0" brushRef="#br0" timeOffset="198096.7">23562 4766 20 0,'0'0'36'0,"0"0"4"0,0 0 0 0,0 0 3 16,0-20-7-16,0 20-4 0,0 0-1 0,0 0 3 0,0 0-1 15,0 0-4-15,0 0 0 0,0 0-2 0,0 0 7 16,0 0-6-16,0 0-4 0,0 0 11 16,0 0-9-16,-4-8-4 0,4 8 9 0,0 0-5 15,0 0 6-15,0 0-9 0,0 0 1 0,0 0-5 16,-3-5-1-16,3 5-3 0,0 0 0 0,0 0-1 0,0 0 6 15,0 0 0-15,0 0-5 0,0 0 0 0,0 0-18 16,0 0 1-16,0 0-9 0,0 0-6 0,0 0-11 16,0 0-18-16,0 0-13 0,-4-6-61 15,4 6-130-15,0 0 57 0</inkml:trace>
  <inkml:trace contextRef="#ctx0" brushRef="#br0" timeOffset="211303.84">25005 4688 7 0,'0'0'18'16,"0"0"-5"-16,0 0 1 0,0 0-7 0,0 0 2 16,0 0-1-16,0 0-1 0,0 0 0 0,0 0 4 15,0 0-2-15,0 0-1 0,0 0 2 0,0 0-6 16,0 0 4-16,0 0 1 0,0 0-6 0,0 0 2 15,0 0 1-15,0 0-1 0,0 0-5 0,0 0 5 16,0 0-4-16,0 0-5 0,0 0 4 0,0 0-2 16,0 0 5-16,0 0-3 0,0 0 3 0,0 0-1 15,0 0 2-15,0 0-5 0,0 0 4 0,0 0-2 16,0 0 1-16,0 0-3 0,0 0-1 0,0 0-2 16,0 0 3-16,0 0-3 0,0 0 6 0,0 0-6 15,0 0 4-15,0 0-1 0,0 0-3 0,0 0-1 16,0 0-2-16,0 0-2 0,0 0-1 0,0 0 0 15,0 0-12-15,0 0-22 0,0 0 10 0</inkml:trace>
  <inkml:trace contextRef="#ctx0" brushRef="#br0" timeOffset="36231.65">9923 11422 18 0,'0'0'104'0,"-2"-5"7"0,2 5-8 16,0 0-14-16,-5-7 0 0,5 7-13 0,0 0-3 15,-3-7-7-15,3 7-10 0,0 0-3 0,0 0-5 16,0 0-8-16,-5-6-5 0,5 6-26 0,0 0-10 0,0 0-13 16,0 0-18-16,0 0-5 0,0 0-11 15,0 0-19-15,0 0-62 0,0 0-139 0,0 0 61 16</inkml:trace>
  <inkml:trace contextRef="#ctx0" brushRef="#br0" timeOffset="47276.33">27063 10837 12 0,'0'0'16'0,"9"-1"-7"0,-9 1-4 15,0 0-12-15,0 0-9 0,4-6 4 0</inkml:trace>
  <inkml:trace contextRef="#ctx0" brushRef="#br0" timeOffset="47546.93">27116 10797 76 0,'0'0'81'15,"0"0"1"-15,0 0-17 0,0 0 12 0,0 0-8 0,0 0 6 16,0 0-1-16,0 0-15 0,0-7 1 0,0 7-6 15,0 0-6-15,0 0 0 0,0 0 0 0,0 0-7 16,3-8 0-16,-3 8 8 0,0 0-4 0,0 0 7 16,0 0-6-16,0 0 1 0,0 0 5 0,0 0-5 15,0 0-1-15,0 0-1 0,0 0 3 0,0-7-1 16,0 7 2-16,0 0-4 0,0 0-3 0,0 0-1 16,0 0-5-16,0 0-1 0,0 0-6 0,0 0-1 15,0 0-6-15,0 0 2 0,0 0-2 0,1-8 3 16,-1 8-5-16,0 0-3 0,0 0-3 0,0 0-8 0,0 0 5 15</inkml:trace>
  <inkml:trace contextRef="#ctx0" brushRef="#br0">27003 10912 1758 0,'-5'3'90'0,"0"1"-208"0,1 3 85 16,-1-4 88-16,1 1-87 0,2 2 60 0,-3-2-65 15,1 2 55-15,4-6-145 0,-8 11-35 0,8-11-34 16,-6 7 22-16,6-7-85 0,-4 8 17 0,4-8-7 15,-3 6 8-15</inkml:trace>
  <inkml:trace contextRef="#ctx0" brushRef="#br0" timeOffset="48392.77">27204 10796 33 0,'0'0'94'0,"0"0"-24"0,0 0 3 16,0 0-4-16,0 0-5 0,0 0 0 0,0 0 1 15,0 0-10-15,0 0 5 0,0 0-8 0,-7-13 0 16,7 13-3-16,0 0-4 0,0 0-6 0,0 0 1 16,0 0-2-16,-6-6-1 0,6 6-1 0,0 0-2 15,0 0-10-15,0 0 0 0,0 0-1 0,0 0 0 16,0 0-2-16,0 0 2 0,0 0-6 0,-4-5 4 15,4 5-6-15,0 0-3 0,0 0-6 0,0 0 5 16,0 0 1-16,0 0-5 0,0 0 8 0,0 0-6 16,0 0 2-16,-10 11 6 0,10-11-7 0,-2 5 5 15,2-5 0-15,-9 6 2 0,5-3-7 0,4-3 1 16,-6 8 4-16,3-3 1 0,-4-1-8 0,7-4 4 16,-11 9-4-16,7-6-3 0,-1 4 2 0,-3-1-2 15,0-2 12-15,2 3-9 0,-1-2-4 0,0 2 6 16,2-1-4-16,-1 0-3 0,-1 1 3 0,1-2 2 0,-3 0-12 15,3 4 5-15,0-4 2 0,-1 2 2 0,-1-1-2 16,2-1 1-16,-2-1-3 0,3 0 0 16,1 1 1-16,-2 0 2 0,-2 0 2 0,4-2-5 0,-1 2-8 15,-1 0-7-15,6-5-10 0,-9 6-5 0,9-6-11 16,-7 4-2-16,7-4-12 0,0 0 1 0,-5 3-22 16,5-3-16-16,0 0-15 0,0 0-72 0,0 0-194 15,0 0 86-15</inkml:trace>
  <inkml:trace contextRef="#ctx0" brushRef="#br0" timeOffset="48660.6">27166 10783 7 0,'9'-1'114'0,"-9"1"2"0,0 0-15 16,14 8-7-16,-8-4 3 0,-1 1-10 0,3 1-9 16,0 3-4-16,-1 1-9 0,1-1-7 0,2 4-3 15,1 1-2-15,-3 0 3 0,1 0-16 0,1-1 0 16,-1 0-8-16,-3-1-11 0,4 1 5 0,-2 1 4 16,-1-3-13-16,1 0-17 0,-3-1-8 0,3 1-21 15,0-3-21-15,-1 2-26 0,3-2-32 0,-6-1-57 16,5 0-179-16,-7-3 79 0</inkml:trace>
  <inkml:trace contextRef="#ctx0" brushRef="#br0" timeOffset="49448.82">26352 10627 34 0,'-3'-3'147'0,"3"3"-16"0,-7-6-12 0,7 6-18 0,-7-4-8 16,7 4-17-16,0 0-23 0,0 0-7 15,0 0-20-15,0 0-18 0,0 0-34 0,0 0-41 16,16 25-57-16,-9-18-134 0,2 1 59 0</inkml:trace>
  <inkml:trace contextRef="#ctx0" brushRef="#br0" timeOffset="92732.76">29668 12485 44 0,'0'0'53'0,"0"-8"0"0,0 8-1 0,0 0-1 16,0 0-2-16,-4-8-5 0,4 8-2 16,0 0-5-16,-5-6-7 0,5 6-2 0,0 0-7 0,-7-4 11 15,7 4-10-15,-6-3 0 0,6 3-5 0,0 0-6 16,0 0 2-16,-8-3-4 0,8 3 1 0,0 0-9 16,0 0 3-16,0 0-11 0,-7-3 1 0,7 3 2 15,0 0-9-15,0 0 3 0,0 0 4 16,0 0 3-16,0 0-12 0,0 0 16 0,0 0-10 0,0 0 6 15,0 0-2-15,0 0-4 0,0 0-1 0,23 6 1 16,-13-3 0-16,3-2-4 0,3 1-1 0,3-2-3 16,1 3 3-16,1-1-14 0,1 0 0 15,5 2-5-15,1-2-5 0,1 0-20 0,-2 0-61 0,3-2 27 16</inkml:trace>
  <inkml:trace contextRef="#ctx0" brushRef="#br0" timeOffset="93131.87">31776 12389 27 0,'0'0'74'0,"0"0"-11"0,0 0-12 15,0 0-3-15,0 0-16 0,0 0-5 0,0 0-9 16,0 0-13-16,-29 2-12 0,23-2-9 0,6 0-38 16,-16 3-58-16,7-2 26 0</inkml:trace>
  <inkml:trace contextRef="#ctx0" brushRef="#br0" timeOffset="93575.8">29778 12503 12 0,'0'0'84'0,"0"0"-10"15,0 0-3-15,7-13-14 0,-7 13-6 0,0 0-4 16,9-4-5-16,-9 4-13 0,0 0-6 0,0 0-15 15,17 4-5-15,-17-4-15 0,14 4-11 16,-3-3-13-16,2 2-36 0,1 0-78 0,4-3 35 16</inkml:trace>
  <inkml:trace contextRef="#ctx0" brushRef="#br0" timeOffset="93943.95">31498 12414 32 0,'0'0'39'0,"0"0"-4"16,0 0 2-16,0 0-10 0,0 0-13 0,0 0-2 15,0 0-8-15,0 0-7 0,0 0-13 0,-28 3-15 16,28-3-32-16,0 0 14 0</inkml:trace>
  <inkml:trace contextRef="#ctx0" brushRef="#br0" timeOffset="94276.15">29780 12472 31 0,'35'-7'57'0,"-35"7"-2"0,15 3-15 0,-15-3-12 16,22 1-11-16,-9 1-19 0,1 0-20 15,3 0-12-15,0 0-38 0,2 0 17 0</inkml:trace>
  <inkml:trace contextRef="#ctx0" brushRef="#br0" timeOffset="94515.73">31209 12411 24 0,'0'0'54'0,"0"0"-14"0,0 0-4 0,0 0-14 0,0 0-14 16,0 0-18-16,0 0-19 0,0 0-32 0,0 0 14 15</inkml:trace>
  <inkml:trace contextRef="#ctx0" brushRef="#br0" timeOffset="99802.1">27470 12354 17 0,'0'0'62'0,"-2"-7"-8"0,2 7-12 16,0 0 2-16,0 0-16 0,0 0-30 0,0 0-40 15,0 0-44-15,0 0 21 0</inkml:trace>
  <inkml:trace contextRef="#ctx0" brushRef="#br0" timeOffset="100307.76">29706 12579 73 0,'0'0'75'0,"0"0"-2"0,0 0-9 0,0 0-14 16,0 0-3-16,0 0 1 0,0 0-9 0,0 0-16 15,0 0 0-15,0 0-13 0,0 0-9 0,0 0-17 16,-18-11 4-16,18 11-10 0,0 0-7 0,-13 0-8 15,13 0-32-15,-10 0-74 0,10 0 33 0</inkml:trace>
  <inkml:trace contextRef="#ctx0" brushRef="#br0" timeOffset="100917.64">26881 12454 34 0,'0'0'79'0,"0"0"-8"0,0 0-4 0,0 0-4 16,7-3-9-16,-7 3-9 0,0 0-1 16,0 0-9-16,0 0-3 0,0 0-11 0,0 0-17 0,0 0-4 15,0 0-12-15,0 0-12 0,0 0-12 16,0 0-11-16,0 0-25 0,9 4-78 0,-9-4 35 0</inkml:trace>
  <inkml:trace contextRef="#ctx0" brushRef="#br0" timeOffset="102270.48">26915 12498 56 0,'0'0'84'0,"0"0"-2"0,0 0-4 0,-2-9 10 15,2 9 3-15,0 0-8 0,-3-5-2 0,3 5-7 16,0 0-9-16,-6-5-2 0,6 5-7 0,-7-4-3 16,7 4-12-16,0 0-6 0,-9-2-2 0,9 2-3 15,0 0 8-15,0 0-6 0,-15 4-9 0,9-2 1 16,6-2 9-16,-11 6-12 0,7-2-4 0,0-1 0 16,-1 3-4-16,0-3 6 0,0 4-3 0,1-1 6 15,0 2-4-15,0 2-8 0,-1-2 7 0,1 2 1 16,2-1 1-16,-4-2-2 0,6 2 2 0,-2-2-2 15,2-7-9-15,-2 16 6 0,2-9-2 0,4-1-4 16,-2 1-7-16,2-1 14 0,4 1-4 0,-1-1-1 16,1 2-8-16,0-3 4 0,3-1 9 0,0 0-5 15,1-2-4-15,-1 2 8 0,5-3-1 0,-3 0-7 16,0-1 3-16,1 0 0 0,-3-4-4 0,3 2-1 16,-3 0 7-16,2-3-1 0,1 2 10 0,-3-4 6 15,-3-1-1-15,2 0-4 0,-1-1 1 0,-1 2-4 16,-2-4 2-16,-2 1-7 0,1-1-3 0,-3-5 7 15,0 4-6-15,0 1 1 0,-2-1-6 0,-2 1 3 16,0-2-1-16,0 3-4 0,-3-2 0 0,-3 2 2 16,0 0-1-16,1 2-3 0,-3 0-3 0,0 3 6 0,1 0-6 15,1 2-2-15,-4 1-8 0,1 3-4 16,2 0-18-16,-3 2-6 0,1 2-18 0,3 0-21 16,-2 2-23-16,1 0-13 0,3 1-31 0,-3 3-83 15,2-3-247-15,4-1 109 0</inkml:trace>
  <inkml:trace contextRef="#ctx0" brushRef="#br0" timeOffset="102990.46">29486 12418 8 0,'0'0'94'0,"4"-11"1"0,-4 11-8 0,0 0-1 0,0 0-5 16,0 0-11-16,0 0-3 0,0 0-9 15,0 0 1-15,0 0-7 0,-4-7-4 0,4 7-12 16,0 0 9-16,0 0-5 0,0 0-15 0,0 0-6 16,0 0-4-16,0 0-11 0,0 0-11 0,0 0-10 15,0 0-25-15,0 0-7 0,0 0-29 0,0 0-55 16,-5-6-144-16,5 6 64 0</inkml:trace>
  <inkml:trace contextRef="#ctx0" brushRef="#br0" timeOffset="104477.86">15575 12500 59 0,'0'0'51'16,"0"0"-16"-16,0 0-6 0,0 0-23 0,0 0-10 15,0 0-26-15,0 0-32 0,0 0 15 0</inkml:trace>
  <inkml:trace contextRef="#ctx0" brushRef="#br0" timeOffset="-169992.66">10089 11582 16 0,'0'0'9'16,"0"0"0"-16,0 0 2 0,0 0 0 0,0 0-2 15,0 0 1-15,0 0-4 0,0 0-7 0,0 0 2 16,0 0 4-16,0 0-5 0,0 0 1 0,0 0 3 15,0 0-2-15,0 0 1 0,0 0 2 0,0 0-8 16,0 0 3-16,0 0 5 0,0 0-1 0,0 0-3 0,0 0 3 16,0 0-4-16,0 0 0 0,0 0-3 0,0 0 3 15,0 0 1-15,0 0-4 0,0 0 3 16,0 0 2-16,0 0-7 0,0 0 2 0,0 0-15 16,0 0-18-16,0 0 9 0</inkml:trace>
  <inkml:trace contextRef="#ctx0" brushRef="#br0" timeOffset="-168785.82">13522 11053 34 0,'0'0'52'0,"0"0"-1"0,10-2 9 0,-10 2 3 0,0 0-22 15,0 0 18-15,0 0 3 0,0 0-5 16,0 0-7-16,0 0-7 0,0 0 5 0,0 0-4 16,0 0-15-16,0 0 1 0,0 0-7 0,0 0 6 15,0 0-10-15,0 0 0 0,-21 10-1 0,21-10 2 0,0 0-12 16,0 0 1-16,-5 3 9 0,5-3-7 0,0 0-5 15,0 0 0-15,0 0-1 0,-7 3-7 0,7-3 5 16,0 0-2-16,0 0 7 0,0 0-6 16,0 0-3-16,0 0 2 0,0 0 2 0,0 0 0 0,0 0-6 15,0 0 3-15,0 0 3 0,0 0 2 0,-7 4-7 16,7-4 9-16,0 0-5 0,0 0-6 0,0 0 3 16,0 0-1-16,-6 4 3 0,6-4-1 0,0 0 1 15,0 0 6-15,0 0-10 0,0 0 9 0,0 0-7 16,0 0 7-16,0 0-6 0,0 0 0 0,0 0 3 15,0 0 0-15,0 0-3 0,0 0-6 0,-7 2 9 16,7-2 2-16,0 0-1 0,0 0 3 0,0 0-8 16,0 0 11-16,0 0-7 0,0 0 6 0,0 0-4 15,0 0-4-15,0 0 1 0,0 0 1 0,0 0-4 16,0 0-3-16,0 0 3 0,0 0 2 0,0 0 1 16,-7 1 4-16,7-1-8 0,0 0 6 0,0 0-4 15,0 0 8-15,0 0-5 0,0 0-8 0,0 0 5 16,0 0-3-16,0 0 5 0,0 0-5 0,-7 3 6 15,7-3-4-15,0 0-1 0,0 0 0 0,0 0 5 16,0 0 3-16,0 0-8 0,0 0 5 0,0 0 3 0,0 0-2 16,0 0-5-16,0 0 8 0,0 0-9 15,0 0 1-15,0 0-8 0,0 0 21 0,0 0-6 16,0 0-11-16,0 0 4 0,0 0-3 0,0 0 8 16,0 0-5-16,0 0-1 0,0 0 7 0,0 0-7 15,0 0 0-15,0 0-2 0,0 0 3 0,0 0 2 16,0 0-9-16,0 0 10 0,0 0-5 0,0 0-8 15,0 0 0-15,0 0-3 0,0 0-8 0,0 0-6 16,-6 2-10-16,6-2-12 0,0 0-14 0,-7 4-7 16,7-4-48-16,-8 3-129 0,8-3 58 0</inkml:trace>
  <inkml:trace contextRef="#ctx0" brushRef="#br0" timeOffset="-157386.6">14472 11265 48 0,'0'0'48'0,"0"0"0"16,0 0-18-16,0 0-5 0,0 0-10 0,0 0-1 0,0 0-3 16,0 0-1-16,0 0-9 0,0 0 2 0,6 12-12 15,-6-12-13-15,1 7-15 0,-1-7-41 0,0 0 18 16</inkml:trace>
  <inkml:trace contextRef="#ctx0" brushRef="#br0" timeOffset="-61781.56">26226 10664 66 0,'0'0'95'0,"0"0"-7"0,0 0-5 16,0 0-6-16,-27-2-2 0,27 2 4 0,-10 0 5 15,10 0-5-15,-11 0 1 0,3 0 6 0,8 0-1 16,-15 0-6-16,7 2-1 0,1-1 0 0,7-1-10 16,-16 0-5-16,9 0-7 0,7 0-5 0,-11 0-1 15,11 0-5-15,0 0 0 0,-11 2-4 0,11-2 0 16,0 0 2-16,0 0 2 0,0 0-5 0,0 0-3 16,0 0 3-16,0 0 0 0,0 0-1 0,0 0-1 0,0 0-2 15,0 0-5-15,35-2-1 0,-21 2-4 16,7-1-6-16,-4 1 2 0,4-2-1 0,-1 2-1 15,0 0-9-15,-1-2-12 0,0 2-17 0,-1 0-15 0,-5 0-21 16,1 0-24-16,-1 0-25 0,2 0-27 16,-5 2-27-16,1-2-117 0,-1 0-295 0,-4 0 131 0</inkml:trace>
  <inkml:trace contextRef="#ctx0" brushRef="#br0" timeOffset="-61301.67">26252 10708 61 0,'0'0'161'0,"0"0"-15"0,0 0-7 16,0 0-10-16,0 0-4 0,-5 5 0 0,5-5-13 16,0 0 3-16,-2 10-8 0,2-10-1 0,-4 12-7 15,2-3-4-15,2 1-5 0,-2 1-5 0,-1 2-5 16,-1 3-8-16,0-1-2 0,4 4-6 0,-3-2-4 15,0 0-1-15,3-1-14 0,-2 2-3 0,-2-2-2 16,2 1-3-16,2-1-5 0,0-3-2 0,0-2-6 16,0 1 1-16,0-1-4 0,-2 0-1 0,1-1-3 15,1-2-2-15,-2-1 0 0,2-7-3 0,0 14 0 16,-2-9 1-16,2-5 1 0,0 9-5 0,0-9-1 16,-2 9-1-16,2-9 3 0,0 0-2 0,0 0 1 15,0 0 2-15,-4 8-3 0,4-8-5 0,0 0-3 0,0 0-1 16,0 0-7-16,0 0 2 0,-19-14-1 15,15 11 2-15,4 3 4 0,-9-7-5 0,5 4 5 16,4 3-6-16,-8-4 4 0,8 4 0 0,-6-3 1 16,6 3-4-16,0 0 2 0,-7-6 0 0,7 6 3 0,0 0-2 15,0 0-1-15,0 0 0 0,0 0-1 0,-6-5 2 16,6 5-2-16,0 0 1 0,0 0 1 16,0 0 1-16,0 0 7 0,0 0-1 0,0 0 1 0,0 0 0 15,0 0-1-15,33 5 1 0,-22-5-11 0,0 0-13 16,3 2-16-16,4-4-25 0,2 1-17 0,-2-1-31 15,0 2-20-15,2-1-26 0,-4 1-19 0,2-1-121 16,-2 2-317-16,-5-1 142 0</inkml:trace>
  <inkml:trace contextRef="#ctx0" brushRef="#br0" timeOffset="-56861.45">26794 11227 6 0,'0'0'12'16,"-5"-5"-6"-16,5 5-10 0,-4-9 7 0,4 9-4 16,-8-8-3-16,4 3-4 0,0 0 2 0</inkml:trace>
  <inkml:trace contextRef="#ctx0" brushRef="#br0" timeOffset="-52023.47">10275 11249 45 0,'0'0'99'0,"0"0"-21"16,0 0-9-16,6 6-35 0,-6-6-40 0,0 0-48 0,3 7-57 15,-3-7 25-15</inkml:trace>
  <inkml:trace contextRef="#ctx0" brushRef="#br0" timeOffset="-34620.36">9734 11501 98 0,'0'0'138'0,"0"0"-14"15,0 0-8-15,-1-8-11 0,1 8-1 0,0 0-6 16,1-11-9-16,-1 11 1 0,1-13-4 0,1 6-4 16,2-1-10-16,1-3 6 0,2-4-7 0,1 0-9 15,2-1 1-15,0 0-11 0,4-6-4 0,-3 6-3 16,3-8-2-16,-1 2-2 0,3 0-3 0,-4 0 3 15,0 0-9-15,-3 4 2 0,2-5 3 0,-5 6-6 16,1-2-1-16,-3 2-4 0,0 2-1 0,0 3 0 16,-1 1-8-16,-2 0 10 0,2 1-1 15,-2 4-3-15,-1 6-3 0,1-13-3 0,0 9-3 16,-1 4 4-16,0 0-8 0,0-10-3 0,0 10-6 0,0 0 2 16,0 0 4-16,0 0-7 0,0 0 4 0,0 0-5 15,0 0 6-15,-15 27 0 0,11-13-3 0,-5 4-4 16,2 0 0-16,-1 6 3 0,1-5 2 0,4 1-2 15,-4-2-1-15,2-2-5 0,3 1 3 0,-1-2 0 16,3-4 2-16,1 2 0 0,2-4-2 0,1 1 1 16,2 0 3-16,0-1-1 0,2-1-1 0,1-2-7 15,4-1-14-15,-2-1-24 0,5-1-27 0,-4-3-33 16,8 0-30-16,-8 0-21 0,4-2-124 0,-3-2-304 16,2-2 135-16</inkml:trace>
  <inkml:trace contextRef="#ctx0" brushRef="#br0" timeOffset="-34432.51">9820 10857 26 0,'-8'-4'194'0,"0"1"-17"0,3-1-17 0,-1 1-16 15,6 3-14-15,0 0-17 0,-10-3-13 0,10 3-8 16,0 0-12-16,0 0-27 0,-7 11-24 0,7-11-45 0,10 13-42 15,-2-6-54-15,2 1-74 0,2-1-201 16,-1-3 89-16</inkml:trace>
  <inkml:trace contextRef="#ctx0" brushRef="#br0" timeOffset="-29770.85">9477 5279 5 0,'0'0'8'0,"0"0"-7"16,0 0 4-16,5-3-3 0,-5 3 2 0,0 0-1 15,0 0-1-15,0 0 1 0,0 0-1 0,0 0 1 16,0 0-2-16,0 0 0 0,0 0 4 0,0 0-6 16,0 0-2-16,0 0 1 0,0 0-5 0,0 0-7 15,0 0 3-15</inkml:trace>
  <inkml:trace contextRef="#ctx0" brushRef="#br0" timeOffset="-24387.2">9317 7467 7 0,'0'0'34'0,"0"0"-2"0,0 0-3 16,0 0-4-16,0 0-1 0,0 0-1 0,0 0-9 16,0 0-6-16,0 0 2 0,0 0-1 0,0 0-3 15,13-7-2-15,-13 7-3 0,0 0 6 0,0 0-3 16,0 0-7-16,0 0 5 0,0 0-1 0,0 0-2 15,0 0-1-15,0 0-2 0,0 0 0 0,0 0-3 16,0 0 6-16,0 0-6 0,0 0 1 0,0 0 3 16,0 0 1-16,0 0-4 0,0 0-4 0,0 0-1 15,0 0-3-15,0 0-13 0,0 0-28 0,0 0 12 0</inkml:trace>
  <inkml:trace contextRef="#ctx0" brushRef="#br0" timeOffset="-17189.19">28364 11339 23 0,'-4'-13'33'0,"4"13"-2"0,0 0 0 15,0 0-3-15,0 0-8 0,0 0 2 0,0 0 1 16,0 0 0-16,0 0-1 0,0 0 1 0,0 0-1 16,0 0-5-16,0 0-4 0,-5-6 4 0,5 6 1 15,0 0-2-15,0 0-2 0,0 0 7 0,0 0-8 16,0 0-12-16,0 0 12 0,0 0-4 0,0 0-2 0,0 0 3 16,0 0-6-16,0 0 0 0,0 0 2 0,-2-6-9 15,2 6 3-15,0 0-14 0,0 0 5 16,0 0-13-16,0 0-5 0,-12-1-5 0,12 1-32 15,0 0-67-15,-11 0 30 0</inkml:trace>
  <inkml:trace contextRef="#ctx0" brushRef="#br0" timeOffset="-15012.25">27088 12162 3 0,'0'0'18'0,"0"0"0"16,0 0 6-16,0 0-8 0,0 0 5 0,0 0-5 0,0 0 3 16,0 0-5-16,0 0 0 0,0 0-2 0,0 0-3 15,0 0 2-15,0 0-2 0,0 0 3 0,0 0-2 16,0 0-6-16,0 0-1 0,0 0 1 16,0 0-2-16,0 0 4 0,0 0 2 0,0 0-7 0,0 0 4 15,0 0 0-15,0 0-3 0,0 0 1 0,0 0 3 16,0 0-6-16,0 0 3 0,0 0-3 15,0 0 2-15,0 0-1 0,0 0 0 0,0 0-5 16,0 0 3-16,0 0-3 0,0 0 1 0,0 0-3 0,0 0 1 16,0 0-1-16,0 0-10 0,0 0-1 0,0 0 0 15,0 0-18-15,0 0-35 0,0 0 15 0</inkml:trace>
  <inkml:trace contextRef="#ctx0" brushRef="#br0" timeOffset="86448.23">28451 11287 10 0,'0'0'47'0,"0"0"-2"0,0 0 2 0,0 0 0 0,0 0-12 15,0 0 5-15,0 0-8 0,-1-9 1 16,1 9 5-16,0 0-13 0,0 0 3 0,0 0-2 0,0 0-1 16,0 0-2-16,0 0 1 0,0 0-6 0,0 0-2 15,0 0 1-15,0 0 5 0,2-7-3 16,-2 7-8-16,0 0-2 0,0 0 4 0,0 0 4 16,0 0-3-16,0 0-2 0,0 0 1 0,0 0 1 0,0 0-2 15,0 0-5-15,0 0-6 0,0 0 7 0,0 0-1 16,0 0-3-16,0 0-2 0,0 0 7 0,0 0-1 15,0 0 1-15,0 0-10 0,0 0 10 0,0 0-3 16,0 0-5-16,0 0-3 0,0 0 6 0,0 0-6 16,0 0 5-16,0 0-6 0,0 0 3 0,0 0 3 15,0 0-7-15,0 0 6 0,0 0 0 0,0 0 3 16,0 0 1-16,0 0-3 0,0 0-3 0,0 0 3 16,0 0-5-16,0 0 6 0,0 0-5 0,0 0 3 15,0 0 2-15,0 0-5 0,0 0 6 0,0 0-2 16,0 0-3-16,0 0 3 0,0 0-3 0,0 0 5 15,0 0-5-15,0 0-3 0,0 0 2 0,-9-6 2 16,9 6-6-16,-10-1 5 0,10 1 3 0,-11-2-6 16,11 2 10-16,-14 0-11 0,5 0-11 0,-2 2 18 15,-1-2-4-15,-5 0-1 0,-2 1 1 0,2-1-8 16,-1 3 8-16,-1-2 1 0,6 2 0 0,1-2-3 16,0 1 3-16,1-2 0 0,3 2 1 0,-1 0-4 0,9-2 9 15,-11 2-12-15,11-2 0 0,-8 1 7 16,8-1-4-16,0 0 2 0,-5 3 1 0,5-3-9 15,0 0 5-15,0 0 3 0,0 0 0 0,0 0-4 16,18 4 5-16,-9-4-5 0,3 0 0 0,-1 0-6 0,3 0 8 16,-2-2-6-16,1 1 9 0,1 1 1 0,2-1-6 15,-2 0 2-15,-1-1-4 0,-1 2-1 0,1 0 5 16,-2 0-3-16,-2 0 7 0,-2-1-5 16,-7 1 4-16,13-2-3 0,-4 1 1 0,-9 1 3 0,10-1 0 15,-10 1-3-15,0 0 7 0,8-2-14 0,-8 2 9 16,0 0-2-16,0 0-1 0,0 0 0 0,0 0 2 15,0 0 3-15,0 0-2 0,0 0 4 0,0 0-9 16,0 0 9-16,-27-10-3 0,20 10-6 0,7 0-6 16,-14 0 14-16,6-1-3 0,8 1 0 0,-11 0-2 15,11 0 5-15,-9-2-2 0,9 2 5 0,0 0-9 16,-11-2 5-16,11 2 2 0,0 0-4 16,0 0-6-16,0 0 3 0,0 0-2 0,0 0 9 0,0 0-10 15,0 0 5-15,0 0 4 0,0 0-3 0,0 0-4 16,0 0 4-16,31 0 4 0,-31 0-4 0,12 2 0 15,-12-2-4-15,9 0-6 0,-9 0 12 0,0 0 3 16,11 0-8-16,-11 0 11 0,0 0-3 0,0 0-4 16,0 0 4-16,0 0-7 0,0 0 4 0,0 0 3 15,0 0 3-15,0 0-9 0,0 0 4 0,-32-4-5 16,32 4 9-16,-11-2-5 0,11 2 8 16,-9-1-8-16,9 1 5 0,0 0 3 0,-9-1-7 0,9 1 1 15,0 0 4-15,0 0-4 0,-10 0-3 0,10 0 3 16,0 0 0-16,0 0 0 0,0 0-9 0,0 0-8 15,0 0 6-15,0 0-23 0,0 0-19 0,-8 5-63 16,8-5-122-16,0 0 54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6T03:37:30.4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17834 8009 1745 0</inkml:trace>
  <inkml:trace contextRef="#ctx0" brushRef="#br0" timeOffset="24967.18">27277 5144 3 0,'2'3'6'0,"-2"-3"5"0,7 9-9 16,-5-5 3-16,-2-4-2 0,6 9 0 0,-4-4 0 0,-2-5 8 15,5 8-11-15,0-4 5 0,-1 1-3 0,-4-5 1 16,5 8-1-16,-1-3 0 0,-4-5 5 15,6 6-3-15,-4-1-5 0,-2-5 1 0,5 6 3 16,-2-2 1-16,-3-4-3 0,4 7 1 0,-4-7 3 16,3 6-2-16,-3-6-1 0,0 0 2 0,6 8-3 0,-6-8 2 15,4 4 1-15,-4-4-3 0,0 0 6 16,7 6-3-16,-7-6 6 0,0 0-2 0,6 4-1 16,-6-4 2-16,0 0 2 0,0 0 0 0,4 3 0 15,-4-3-5-15,0 0 5 0,0 0-6 0,0 0 0 0,0 0 1 16,17-6 1-16,-17 6 2 0,7-3-4 0,-7 3 2 15,10-3-3-15,-10 3-7 0,8-4 1 0,-2 0 6 16,-6 4-3-16,12-5 5 0,-7 2-8 0,-5 3 4 16,10-6-2-16,-5 2 6 0,3 0 1 15,-4 1-12-15,0-1 0 0,3-2-4 0,2-1-4 16,0 2-2-16,-2-2-5 0,1 0 1 0,1 2-11 0,1-2-33 16,-2 1 14-16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7T07:18:23.1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27057 12221 14 0,'0'0'39'0,"0"0"0"0,0 0 1 0,0 0-4 15,0 0-4-15,0 0-3 0,-4-7-5 0,4 7 3 16,0 0-12-16,0 0-1 0,0 0 0 0,0 0 3 0,0 0-4 16,0 0 0-16,0 0-2 0,0 0 4 0,0 0-2 15,0 0-2-15,-1-9 3 0,1 9 1 16,0 0 1-16,0 0-1 0,0 0 0 0,0 0-1 16,0 0 1-16,0 0-1 0,0 0 0 0,0 0 2 0,0 0-3 15,0 0 0-15,0 0 3 0,0 0 0 16,0 0-10-16,0 0 11 0,0 0-6 0,0 0-4 15,0 0 0-15,-3-7-2 0,3 7-2 0,0 0 1 16,0 0 3-16,0 0-4 0,0 0-1 0,0 0 5 0,0 0-5 16,0 0 7-16,0 0-10 0,0 0-1 0,-6-6 3 15,6 6 4-15,0 0-2 0,0 0 3 0,0 0-8 16,-5-3 8-16,5 3-3 0,0 0 2 0,0 0-8 16,0 0 1-16,-8-4 11 0,8 4-9 0,0 0 5 15,0 0-1-15,0 0 1 0,0 0-3 0,0 0-2 16,-10-3-4-16,10 3 9 0,0 0-2 0,0 0 7 15,0 0 3-15,0 0-5 0,0 0-3 0,0 0 2 16,0 0-5-16,0 0 6 0,0 0 1 0,0 0 2 16,0 0-2-16,0 0-12 0,0 0 16 0,0 0-4 15,0 0 0-15,0 0-7 0,0 0 10 0,0 0-3 16,0 0 5-16,0 0-5 0,0 0-6 0,0 0 4 16,0 0-7-16,0 0 3 0,0 0 1 0,0 0-3 15,0 0-1-15,0 0-2 0,0 0 5 0,0 0-7 16,0 0 4-16,0 0 5 0,0 0-7 0,0 0-3 15,0 0 11-15,0 0 1 0,0 0-6 0,27 0 3 16,-27 0-10-16,10 0-1 0,-10 0 5 0,10-1-2 16,-10 1 0-16,9 1 3 0,-9-1 7 0,14-1-2 15,-14 1-11-15,13-2 8 0,-8 2-1 0,-5 0 4 16,16 0-4-16,-8-1 4 0,-1 0-3 0,-7 1 0 16,16-2-5-16,-9 2 8 0,-7 0-2 0,13-2 5 15,-3 1-6-15,-10 1 2 0,13 1-3 0,-7-2 10 16,-6 1-23-16,14-1 10 0,-5 1 4 0,-9 0 0 15,18-2 1-15,-11 2-1 0,-1-1 1 0,-6 1 2 16,17-1-2-16,-9-1-6 0,3 2 9 0,-4-2-15 16,-7 2 16-16,18-1-6 0,-10 1 0 0,0 0 6 0,-8 0-4 15,16-2-7-15,-10 2 8 0,-6 0-4 16,14-1 2-16,-6 0-8 0,-8 1 7 0,11-2 2 16,-3 4-3-16,-8-2-2 0,13 1 3 0,-13-1 3 15,11 0-2-15,-2-1 6 0,-9 1-5 0,12 0-4 0,-6-2 2 16,-6 2 6-16,14 0-12 0,-7-1 6 15,-7 1 0-15,13 0 5 0,-13 0-4 0,14 0-6 0,-8 0 4 16,-6 0 1-16,16 1 0 0,-9 1-2 16,1-1 1-16,-8-1 6 0,15 3 2 0,-9-3-7 0,3 0 5 15,-9 0 4-15,16 0-18 0,-9 1 7 0,5-2 7 16,-12 1-5-16,19 0 0 0,-11 0-1 0,1 0 5 16,-9 0-4-16,15 0-3 0,-9 0-1 0,-6 0 12 15,13 0-1-15,-13 0 0 0,14 0-3 0,-6 0-5 16,-8 0 2-16,13-2 5 0,-13 2-13 0,15-1 7 15,-7 0 5-15,0-1-14 0,3 1 9 0,-2-1-3 16,2 2 3-16,-2-2 3 0,-2 1 2 0,-7 1-6 16,16-1 5-16,-8 0-9 0,2-1 6 0,-4 0-6 15,-6 2 10-15,14 0-8 0,-14 0 3 0,15 0-3 16,-5-1-2-16,0 1 9 0,-1 0-1 0,1-2-11 16,-1 0 7-16,3 0 7 0,-4 1 8 0,3 0-20 15,0 1 11-15,1-2-12 0,-2 2 10 16,2-1 0-16,-5 0-6 0,2 0 10 0,3 0-1 0,-4-1 1 15,4 1-5-15,-4-1-10 0,4 2 20 0,-1-2-9 16,-1 2-2-16,-3-1-5 0,3-2 4 0,-10 3 0 16,15 0 2-16,-5 0 0 0,-1-3-4 0,-9 3 1 15,17-1 5-15,-10 0-4 0,0 1-2 0,-7 0 7 16,15-1-6-16,-6 0-4 0,-1 0 2 0,-8 1-3 16,14-2 10-16,-4 4-7 0,-2-2 3 0,2-2 0 15,-1 1 4-15,-9 1-1 0,16 0-8 0,-4-2 7 16,-6 1 2-16,6 1-5 0,-2 0-1 0,1-3 7 15,0 2-11-15,-2-1 13 0,3 2-7 0,-1 0-3 16,0-2-1-16,-2 0-1 0,0 3-2 0,5-1 3 16,-14 0-4-16,13-1-1 0,-4 0-12 0,-9 1 1 15,15-2-15-15,-8 2-4 0,-7 0 9 0,12-1-10 0,-12 1-12 16,13-1-7-16,-13 1-11 0,12-1-35 16,-12 1-113-16,7-1 50 0</inkml:trace>
  <inkml:trace contextRef="#ctx0" brushRef="#br0" timeOffset="567.59">28372 12107 20 0,'0'0'64'0,"0"0"-2"16,0 0-4-16,0 0-4 0,0 0-9 0,0 0 3 15,0 0-1-15,0 0-1 0,0 0-16 0,23 4 9 16,-17-4-10-16,-6 0-3 0,16 1 3 16,-7-1 1-16,2-1-2 0,3 2-2 0,0-1-13 0,4-2 6 15,-1 2-14-15,1-2 8 0,1 2 2 0,-6 0 1 16,7 2-8-16,-2-4-3 0,5 1 5 0,5-1 5 15,-6 1-16-15,3 0 4 0,-2-2 1 0,8 1-8 16,-3 2 10-16,-1 0-1 0,4-2-5 0,-8 2-1 16,-3-2 4-16,7 1 3 0,-5-1-6 15,-2 4-2-15,-1-4-1 0,2 2 6 0,-1-1-3 0,-2-1 3 16,2 2-6-16,2-1 1 0,-4 0-2 0,2 0 10 16,0 2-17-16,-1-2 8 0,1-1-4 0,-3 1 8 15,2 0-6-15,-1-2 3 0,-5 2-7 0,0 1 3 16,-1 0-3-16,0 0 2 0,-1-1 0 0,2 2-1 15,-3-2-6-15,-1 0-9 0,-9 1-17 0,17 1-7 16,-11-1-10-16,-6 0-38 0,12 0-102 0,-12 0 46 16</inkml:trace>
  <inkml:trace contextRef="#ctx0" brushRef="#br0" timeOffset="1316.24">30308 12016 3 0,'37'-2'16'0,"4"2"-5"0,-3 0-3 0,15-3-15 16,-18 1-7-16,4 2 4 0</inkml:trace>
  <inkml:trace contextRef="#ctx0" brushRef="#br0" timeOffset="2215.89">30934 11980 53 0,'0'0'71'0,"0"0"-5"0,16 1-1 0,-11-1 1 0,-5 0-13 16,14 1 3-16,-4-1-5 0,-2 0-8 16,4 1-7-16,0 1 0 0,0-1 1 0,1-1-13 15,4 1-4-15,-3 2-11 0,-1-5 16 0,5 1-3 0,-7 2-7 16,7-1 0-16,-5 2 0 0,2-2-14 0,2 0 0 16,-2-2-5-16,2 2-2 0,-1-1-1 0,-3 1-8 15,6-1 5-15,-6 1-4 0,3 0-4 16,-4 0 3-16,4-1 5 0,-3-1-5 0,4 1 1 15,-4 2 1-15,-1-2 1 0,0 1 4 0,-1 0 3 0,-1 0-3 16,1-1-1-16,-3 1 4 0,1-1 0 0,-9 1-1 16,15 1 5-16,-8 0-11 0,-7-1 18 0,14-1-3 15,-8 2-8-15,-6-1 4 0,12-2 4 0,-12 2 5 16,10 1-8-16,-2 0 11 0,-8-1 0 0,11 1 10 16,-11-1 1-16,14-1-4 0,-14 1 8 0,12 1-5 15,-5-1-4-15,1 0 7 0,-8 0-7 0,17 0 2 16,-11 0-4-16,3 2 0 0,1-4-7 0,-2 4 4 15,-8-2 3-15,19 1-14 0,-9 0 14 0,-1-1-7 16,3 0-5-16,-1 1 11 0,0 1-18 0,1-2 13 16,0 0 7-16,0 1-15 0,1-2-2 0,-1-1 0 15,0 2 3-15,1 0 3 0,3 0 1 0,-2-1 0 16,0 0-4-16,0 1-4 0,-1-3-1 0,1 2 1 16,0 1-1-16,0 0 3 0,3-2-6 0,-4 0-6 15,-1 2-6-15,2-2 0 0,-1 1-7 0,-2 1 2 16,3-2-1-16,-1 1-3 0,6 1 3 0,-6-1 8 15,1 1-5-15,-1-2 7 0,0 2-6 0,-2 0 0 16,0 0-2-16,1-1 0 0,0 1 7 0,-3-2-5 16,2 1 9-16,-3 0 1 0,-8 1-6 0,18 0 3 15,-11-1-1-15,-7 1 0 0,13 0 0 0,-13 0 0 16,15 0-9-16,-8 0 10 0,-7 0-6 0,12 0-1 16,-12 0-1-16,13 1 1 0,-13-1-3 0,12 0 3 15,-7 0 3-15,-5 0 5 0,13 1-2 0,-13-1 2 16,11 0 1-16,-4 1 1 0,-7-1 0 0,15 0-2 15,-15 0 8-15,10 0 1 0,-10 0 5 0,13-1-5 16,-13 1 4-16,9 1 3 0,-9-1-1 0,10-1 4 16,-10 1 3-16,12 0-2 0,-12 0 1 0,9 0 8 15,-9 0 2-15,10-1-6 0,-10 1 6 0,15 1-2 16,-8-2 7-16,-7 1-10 0,14-2-3 0,-5 1 21 16,-9 1-4-16,14 0-3 0,-7 0-4 0,2-2 2 15,0 1-3-15,-9 1 6 0,19-1-5 0,-11 1 1 16,0 0-5-16,2-2 0 0,-1 2-2 0,-9 0 0 15,17 0-5-15,-11 0 0 0,-6 0-3 0,17-1 6 16,-11 1-16-16,-6 0-8 0,13-3-6 0,-13 3-9 16,7-1-17-16,-7 1-58 0,6-4-110 0,-6 4 48 15</inkml:trace>
  <inkml:trace contextRef="#ctx0" brushRef="#br0" timeOffset="3839.95">27090 12482 2 0,'0'0'87'0,"0"0"-12"0,0 0-5 16,0 0-12-16,0 0-13 0,0 0-5 16,0 0-16-16,0 0-20 0,0 0-15 0,0 0-20 15,0 0-30-15,0 0-66 0,0 0 30 0</inkml:trace>
  <inkml:trace contextRef="#ctx0" brushRef="#br0" timeOffset="5664.42">27090 12162 5 0,'0'0'11'15,"0"0"3"-15,0 0 1 0,0 0 0 0,0 0-7 16,0 0-1-16,-9-2 0 0,9 2-3 0,0 0-3 16,0 0 3-16,0 0 9 0,0 0 2 0,0 0-8 0,0 0-1 15,0 0-2-15,0 0 3 0,0 0-3 16,0 0 1-16,0 0 6 0,0 0 3 0,0 0 3 0,0 0 1 15,0 0-5-15,0 0 0 0,0 0 3 16,0 0-2-16,0 0-4 0,0 0 3 0,0 0-2 16,0 0-4-16,0 0 7 0,0 0-6 0,0 0 3 0,0 0-1 15,0 0 1-15,0 0-5 0,0 0-2 0,0 0 11 16,0 0-4-16,0 0 6 0,-7-2 0 16,7 2-4-16,0 0 2 0,0 0-3 0,0 0-1 15,0 0 3-15,0 0-2 0,0 0-3 0,0 0-4 16,0 0-3-16,0 0 1 0,0 0 8 0,0 0-5 0,0 0-6 15,0 0-5-15,0 0 12 0,0 0-5 0,0 0-1 16,0 0 10-16,0 0-8 0,0 0-3 16,0 0-2-16,0 0 2 0,0 0 5 0,0 0-2 15,0 0-2-15,0 0-1 0,0 0-1 0,0 0-4 16,0 0 7-16,0 0-1 0,0 0-2 0,0 0 4 0,21 11-3 16,-21-11 3-16,10-1-3 0,-10 1 3 15,13 0 0-15,-7 1-1 0,-6-1-4 0,15 2-6 16,-10-1 13-16,-5-1-1 0,16 0-7 0,-7 1 2 15,-1-1-3-15,-8 0 2 0,14 2-1 0,-7-4-2 16,-7 2 1-16,14 0 2 0,-6 2 3 0,1-4-4 0,3 4-1 16,-12-2 3-16,13-2 0 0,-4 1-5 0,-9 1 0 15,14-1 6-15,-8 2-8 0,1 0 5 0,-7-1 5 16,16 0-5-16,-10 0-4 0,-6 0 6 16,12 0-3-16,-6 2 2 0,-6-2 0 0,16-2-3 0,-5 2-9 15,-2 2 4-15,1-4 3 0,-2 1 3 0,4 0 2 16,-1-2-11-16,-1 3 2 0,3-3 8 0,-5 3-1 15,3 0-5-15,-3-2 1 0,-8 2 4 0,15-1-10 16,-7 1 14-16,-8 0 5 0,14-2-12 16,-9 1 4-16,-5 1 3 0,11 0-7 0,-11 0 9 0,12 1-5 15,-12-1 5-15,0 0-6 0,10-2 0 0,-10 2 7 16,7 2-9-16,-7-2 2 0,0 0 4 0,0 0-4 16,0 0 7-16,0 0-2 0,0 0 3 15,12-1-10-15,-12 1 1 0,0 0 3 0,0 0-1 16,0 0 6-16,8 1 0 0,-8-1 2 0,0 0-7 15,0 0 4-15,0 0 0 0,12-1-3 0,-12 1 2 0,9-1 0 16,-9 1-1-16,0 0 0 0,13 0 1 0,-13 0 4 16,9 0-5-16,-9 0-1 0,11-2 1 0,-11 2 0 15,10-1 1-15,-10 1 0 0,12-2-3 0,-12 2 2 16,12-2 4-16,-7 1-3 0,-5 1 2 16,12-1 1-16,-4 1-4 0,-8 0 4 0,13-1-2 0,-13 1-1 15,13-2 0-15,-5 2 2 0,-8 0 4 0,15 0-6 16,-8 0 3-16,-7 0-1 0,14-2-8 0,-14 2 6 15,11-1 2-15,-11 1-1 0,13 0 4 16,-13 0-4-16,9-2-1 0,-9 2-1 0,9 0 5 16,-9 0-8-16,8-1 7 0,-8 1-2 0,0 0 3 0,11 0-8 15,-11 0 6-15,0 0-1 0,0 0 2 0,8-1-3 16,-8 1-4-16,0 0 3 0,0 0-2 0,0 0 4 16,11 0-2-16,-11 0 1 0,0 0-1 0,0 0 2 15,0 0 0-15,0 0-1 0,10 0-10 16,-10 0 1-16,0 0-6 0,0 0-10 0,0 0-10 0,0 0-27 15,0 0-66-15,0 0 30 0</inkml:trace>
  <inkml:trace contextRef="#ctx0" brushRef="#br0" timeOffset="26771.9">16732 6109 27 0,'0'0'26'0,"0"0"2"0,0 0-5 0,0 0-1 16,0 0-4-16,0 0-3 0,0 0 0 0,0 0 0 15,0 0-3-15,0 0 2 0,0 0-3 0,0 0-1 16,0 0-4-16,0 0-5 0,0 0 3 0,0 0 2 16,0 0 1-16,0 0-5 0,0 0 1 0,0 0-8 15,0 0-7-15,0 0-8 0,0 0-18 0,0 0-42 16,0 0 19-16</inkml:trace>
  <inkml:trace contextRef="#ctx0" brushRef="#br0" timeOffset="30549.5">16834 6115 8 0,'0'0'11'0,"0"0"3"0,0 0-2 16,0 0 8-16,0 0-13 0,0 0 0 0,0 0-4 15,0 0-4-15,0 0-4 0,0 0-8 0,0 0-14 16,0 0 7-16</inkml:trace>
  <inkml:trace contextRef="#ctx0" brushRef="#br0" timeOffset="41112.5">16676 6037 5 0,'0'0'7'0,"0"0"3"0,0 0 0 0,0 0 0 0,0 0-5 16,0 0 1-16,0 0-3 0,0 0 2 16,0 0 0-16,0 0 0 0,0 0-1 0,0 0-3 15,0 0 0-15,0 0 0 0,0 0 0 0,0 0-2 0,0 0 2 16,0 0 6-16,0 0-4 0,0 0-1 0,0 0-3 15,0 0-1-15,0 0 2 0,0 0-3 16,0 0 7-16,0 0-6 0,0 0 5 0,0 0-3 16,0 0 3-16,0 0-5 0,0 0 7 0,0 0-1 15,0 0-3-15,0 0-5 0,0 0-1 0,0 0 4 16,0 0 1-16,0 0-3 0,0 0-12 0,6 24-16 16,-6-24 7-16</inkml:trace>
  <inkml:trace contextRef="#ctx0" brushRef="#br0" timeOffset="72952.53">29576 6211 2 0,'0'0'7'0,"-8"2"-2"16,8-2 2-16,0 0-3 0,0 0 0 0,0 0 0 15,0 0-5-15,0 0 2 0,0 0-2 0,-9 0 4 16,9 0 4-16,0 0-3 0,0 0 0 16,0 0 3-16,0 0-1 0,0 0 0 0,0 0 0 15,0 0 3-15,0 0 5 0,0 0-7 0,0 0-1 0,0 0-5 16,0 0 3-16,0 0 7 0,0 0-6 0,0 0-1 15,-11-2-3-15,11 2 2 0,0 0-3 16,0 0 2-16,0 0-3 0,0 0 3 0,0 0-2 16,0 0 3-16,0 0 3 0,0 0-2 0,-8 2-1 15,8-2-2-15,0 0-1 0,0 0 0 0,0 0 0 16,0 0 3-16,0 0-3 0,0 0 1 0,0 0 2 0,0 0 1 16,0 0-4-16,0 0 3 0,0 0-4 0,0 0-2 15,0 0 2-15,0 0 1 0,0 0 1 0,0 0-2 16,0 0 3-16,0 0 2 0,0 0-5 15,0 0 3-15,0 0-1 0,0 0-5 0,0 0 3 16,0 0 5-16,0 0-4 0,0 0 1 0,0 0 3 0,0 0-5 16,0 0-3-16,0 0-1 0,0 0 7 0,0 0-2 15,0 0 1-15,0 0 1 0,0 0-4 0,0 0 4 16,0 0-1-16,0 0-1 0,0 0 1 16,0 0-3-16,-8 2 5 0,8-2-9 0,0 0 5 15,0 0-3-15,0 0 5 0,0 0 4 0,0 0-6 16,0 0-3-16,0 0 5 0,0 0 3 0,0 0-7 15,0 0 1-15,0 0 4 0,0 0-3 0,0 0-6 0,0 0 8 16,0 0 1-16,0 0-4 0,0 0 6 0,0 0-2 16,23 3-5-16,-23-3 1 0,0 0 3 15,0 0 1-15,12-1-1 0,-12 1-3 0,8 0 6 16,-8 0-6-16,0 0 5 0,15-2-2 0,-15 2 0 0,8 0-1 16,-8 0-3-16,9-1 4 0,-9 1 3 0,11 0-8 15,-11 0 3-15,9-2 1 0,-9 2 4 16,8-1 0-16,-8 1-2 0,11-2-2 0,-11 2 3 15,9 0-1-15,-9 0-2 0,10-2-3 0,-10 2 0 16,9-2 4-16,-9 2-1 0,9 0 2 0,-9 0-3 16,0 0-4-16,13-1 5 0,-13 1-2 0,9-2 7 15,-9 2-5-15,7 0-1 0,-7 0 1 0,0 0-3 16,11-1 1-16,-11 1 6 0,8-2-4 0,-8 2 3 0,10-2-3 16,-10 2 2-16,0 0 0 0,12 0-2 15,-12 0 0-15,9-2-4 0,-9 2 1 0,10 0 2 0,-10 0-1 16,11-2 4-16,-11 2-4 0,9 0 7 0,-9 0-3 15,10 0-4-15,-10 0 2 0,9 0 3 16,-9 0-3-16,6 3 0 0,-6-3 1 0,0 0 0 16,12 3-3-16,-8 0 2 0,-4-3 5 0,0 0-8 15,10 2 5-15,-10-2-2 0,6 2-1 0,-6-2 4 16,8 1-3-16,-8-1-1 0,9 3 2 0,-9-3-2 16,8 3 3-16,-8-3 1 0,9 1 0 0,-9-1-4 15,10 3-3-15,-10-3 1 0,9 1 6 0,-9-1-3 16,9 0-1-16,-9 0 2 0,10 1-4 0,-10-1 6 15,9 2-2-15,-9-2-2 0,9 2-2 0,-9-2 3 16,9 1 0-16,-9-1 0 0,11 0 0 0,-11 0-3 0,9 3 4 16,-9-3-1-16,8 1-2 0,-8-1 2 0,9 1-2 15,-9-1 2-15,7 2-2 0,-7-2 0 16,7 0 0-16,-7 0 7 0,8 1-9 0,-8-1 7 16,8 2-4-16,-8-2-1 0,9 0 5 0,-9 0-6 15,8 4 2-15,-8-4 2 0,7 0-1 0,-7 0 0 16,0 0 0-16,10 4-3 0,-10-4 4 0,7 3-2 0,-7-3 4 15,7 0 0-15,-7 0-3 0,0 0 3 16,11 1-5-16,-11-1-2 0,8 0 4 0,-8 0 1 16,0 0-1-16,10 1-5 0,-10-1 4 0,0 0 3 15,13 0 4-15,-13 0-4 0,7 0-2 0,-7 0 0 16,9 1 1-16,-9-1-1 0,8 0 7 0,-8 0-3 0,0 0-4 16,12 0-3-16,-12 0 1 0,7 0 4 15,-7 0 0-15,0 0-6 0,9 0 3 0,-9 0-2 16,0 0 4-16,8 2 1 0,-8-2-2 0,0 0-5 15,0 0 4-15,10 0-1 0,-10 0 5 0,0 0-1 16,0 0-1-16,0 0-3 0,0 0 3 0,10 0-4 16,-10 0 3-16,0 0 1 0,0 0-1 0,0 0 2 0,0 0 1 15,9-3 0-15,-9 3-1 0,0 0 1 0,0 0 0 16,9-1-6-16,-9 1-2 0,0 0 4 16,0 0 0-16,0 0-2 0,0 0 5 0,12 0-2 15,-12 0 0-15,0 0 3 0,9 0-2 0,-9 0 1 16,0 0-2-16,10 0-4 0,-10 0 6 0,0 0 2 15,8-1-3-15,-8 1 2 0,0 0-3 0,0 0 2 0,0 0-7 16,9-3 5-16,-9 3 1 0,0 0 0 16,0 0-1-16,10 0 0 0,-10 0-7 0,0 0 3 15,0 0 9-15,0 0-4 0,10 0-4 0,-10 0-4 16,0 0 9-16,6-2-3 0,-6 2 4 0,0 0-3 16,0 0 0-16,11 0 3 0,-11 0 0 0,0 0-1 15,11-2-4-15,-11 2 4 0,0 0-2 0,9-2 4 16,-9 2 1-16,0 0-4 0,9 0 2 0,-9 0-3 15,0 0 1-15,11 0 2 0,-11 0 2 0,0 0-1 16,9-2 4-16,-9 2 0 0,0 0-4 0,10 0 1 16,-10 0 1-16,0 0-2 0,0 0-6 0,8 0 5 15,-8 0-2-15,0 0-3 0,8-3 5 0,-8 3-2 0,0 0-1 16,9 0 6-16,-9 0 1 0,0 0-1 0,0 0-1 16,13-2 1-16,-13 2-3 0,0 0-2 15,9 0-2-15,-9 0 3 0,0 0 3 0,7-2-2 16,-7 2-3-16,0 0 6 0,8-3-2 0,-8 3 0 15,0 0 5-15,0 0-4 0,10 0-3 0,-10 0-2 16,0 0 4-16,0 0-2 0,0 0-2 0,9-2 1 16,-9 2 3-16,0 0 2 0,0 0-2 0,0 0 4 15,8-3 1-15,-8 3-8 0,0 0 4 0,0 0 0 16,0 0-5-16,9-1-3 0,-9 1 8 0,0 0 1 16,0 0-1-16,0 0-2 0,0 0-3 0,7-1-2 15,-7 1 2-15,0 0 2 0,0 0 2 0,0 0 0 16,0 0 0-16,8-3 5 0,-8 3-5 0,0 0-2 15,0 0 2-15,0 0 1 0,0 0 2 0,0 0-10 16,9 0 13-16,-9 0-14 0,0 0 6 0,0 0-3 16,0 0 2-16,10-2-4 0,-10 2 4 0,0 0 4 15,0 0-2-15,8-1-1 0,-8 1 1 0,0 0-3 16,0 0 0-16,0 0 4 0,9-1-4 0,-9 1 4 16,0 0-5-16,0 0-5 0,0 0 10 0,10 0-2 15,-10 0-4-15,0 0 6 0,0 0-7 0,0 0 0 16,0 0 0-16,9-1 4 0,-9 1 1 0,0 0 2 15,0 0-6-15,0 0 5 0,0 0 1 0,10 0-7 16,-10 0 5-16,0 0-2 0,0 0 0 0,0 0 6 16,9 1 7-16,-9-1 4 0,0 0-7 0,0 0 3 15,0 0 0-15,0 0-5 0,9 0-1 0,-9 0-6 16,0 0 3-16,0 0 0 0,0 0-3 0,0 0 7 16,0 0-4-16,0 0 3 0,0 0-4 0,0 0 3 15,0 0 0-15,0 0-1 0,9 0-7 0,-9 0 5 16,0 0 1-16,0 0-4 0,0 0 0 0,0 0 3 15,0 0-3-15,0 0-2 0,0 0 0 0,0 0 6 16,0 0 1-16,8 1-1 0,-8-1-1 0,0 0-1 16,0 0-13-16,0 0 14 0,0 0-3 0,0 0 6 15,0 0 3-15,0 0-1 0,0 0-3 0,0 0-1 16,0 0 1-16,0 0 6 0,0 0-6 0,0 0-7 16,0 0 6-16,0 0-2 0,0 0 10 0,0 0-1 15,0 0 0-15,0 0-5 0,0 0 12 0,0 0-9 16,0 0 3-16,0 0-3 0,0 0-6 0,0 0 7 15,0 0 1-15,0 0-5 0,0 0-2 0,0 0 1 16,0 0 7-16,0 0-2 0,0 0 0 0,0 0-2 16,0 0-4-16,0 0 6 0,0 0-5 0,0 0 3 15,0 0 4-15,0 0-10 0,0 0 8 0,0 0 2 16,0 0-10-16,0 0 5 0,0 0-4 0,0 0 2 16,0 0-2-16,0 0 8 0,0 0-13 0,0 0 6 15,0 0 3-15,0 0 0 0,0 0 10 0,0 0-3 16,0 0-11-16,0 0 9 0,0 0-3 0,0 0-1 15,0 0-10-15,0 0 4 0,0 0 0 0,0 0 2 16,0 0-4-16,0 0 10 0,0 0-29 0,0 0-18 16,0 0-26-16,0 0-90 0,0 0-164 0,0 0 72 15</inkml:trace>
  <inkml:trace contextRef="#ctx0" brushRef="#br0" timeOffset="163391.81">30576 6172 16 0,'0'0'13'0,"0"0"-4"0,0 0-2 0,0 0-3 16,0 0 0-16,0 0-1 0,0 0 0 0,0 0-6 15,0 0 1-15,0 0-7 0,0 0-10 0,0 0 4 16</inkml:trace>
  <inkml:trace contextRef="#ctx0" brushRef="#br0" timeOffset="181791.84">28368 8931 25 0,'-4'-5'30'0,"4"5"-20"0,0 0-22 15,0 0-11-15,-9-4 6 0</inkml:trace>
  <inkml:trace contextRef="#ctx0" brushRef="#br0" timeOffset="182031.84">28292 8871 32 0,'0'0'56'0,"0"0"-7"0,0 0-6 0,0 0-4 0,0 0-5 16,0 0 1-16,0 0-5 0,0 0-16 0,0 0 3 16,0 0 3-16,0 0-1 0,0 0-6 0,0 0 2 15,0 0-7-15,0 0-6 0,0 0-4 0,0 0-8 16,0 0-13-16,0 0-43 0,0 0-70 0,0 0 31 15</inkml:trace>
  <inkml:trace contextRef="#ctx0" brushRef="#br0" timeOffset="183404.19">28487 8946 11 0,'0'0'48'0,"0"0"-3"16,0 0-4-16,0 0-6 0,0 0-8 0,0 0-6 15,0 0-5-15,0 0-12 0,0 0-2 0,0 0-22 16,0 0-19-16,0 0-42 0,0 0 20 0</inkml:trace>
  <inkml:trace contextRef="#ctx0" brushRef="#br0" timeOffset="183881.36">26796 8024 24 0,'0'0'28'0,"0"0"-16"0,0 0-15 0,0 0-8 15,0 0-11-15,0 0 6 0</inkml:trace>
  <inkml:trace contextRef="#ctx0" brushRef="#br0" timeOffset="184577.11">26421 9033 53 0,'0'0'94'0,"0"0"3"15,0 0-12-15,0 0-6 0,2-7-2 0,-2 7-5 16,0 0-12-16,0 0-2 0,0 0-6 0,0 0-8 16,0 0 0-16,0 0-4 0,0 0-12 0,0 0 6 15,0 0-4-15,0 0-9 0,0 0-1 0,0 0-4 16,0 0-4-16,0 0 3 0,0 0-2 0,0 0-10 15,0 0-8-15,0 0-9 0,0 0-2 0,0 0-14 16,0 0-14-16,0 0 1 0,0 0 1 0,0 0-11 16,0 0-9-16,0 0-61 0,0 0-134 0,0 0 59 15</inkml:trace>
  <inkml:trace contextRef="#ctx0" brushRef="#br0" timeOffset="193117.33">28346 11307 9 0,'0'0'27'0,"0"0"-4"15,0 0-3-15,0 0-3 0,0 0 0 0,0 0-4 16,0 0-2-16,0 0 5 0,0 0-2 0,0 0 1 16,0 0 6-16,0 0-2 0,0 0 3 0,0 0 3 15,0 0-4-15,0 0-5 0,0 0 11 0,0 0-9 16,0 0 4-16,0 0-2 0,0 0-5 0,0 0 7 15,-7-13 2-15,7 13-7 0,0 0 0 0,0 0 2 16,-4-5-4-16,4 5-3 0,0 0 5 0,0 0 0 16,-5-7-5-16,5 7 6 0,0 0 2 0,0 0-4 15,-4-5 4-15,4 5 1 0,0 0 2 0,-4-5-3 16,4 5 0-16,0 0-1 0,0 0-5 0,0 0-5 16,-6-7 5-16,6 7 2 0,0 0 4 0,0 0-5 15,0 0-5-15,-3-7 3 0,3 7-7 0,0 0 6 16,0 0 3-16,0 0-1 0,-2-8 11 0,2 8-9 15,0 0 11-15,0 0-15 0,0 0 3 0,0 0-8 16,0 0 4-16,-3-7-2 0,3 7 7 0,0 0-7 16,0 0 2-16,0 0 0 0,0 0 6 0,0 0-10 15,0 0-3-15,0 0 0 0,0 0 0 0,0 0-6 16,0 0-2-16,0 0 4 0,0 0 0 0,0 0 1 16,0 0 1-16,0 0-4 0,0 0 4 0,0 0-2 0,0 0-5 15,0 0 6-15,0 0-4 0,0 0-1 16,0 0 4-16,0 0-1 0,0 0 3 0,0 0-12 15,0 0 11-15,0 0 0 0,0 0-1 0,0 0 4 0,-5 21 0 16,5-21-4-16,0 9 5 0,0-9 3 0,0 9-15 16,0-9 6-16,0 12-3 0,0-12 2 0,0 9 5 15,0-9 5-15,0 11-12 0,0-11 6 16,0 9-5-16,0-9 8 0,0 13-5 0,0-13 0 0,0 9 0 16,0-9-3-16,0 13 9 0,0-8-11 0,0-5 7 15,2 10 1-15,-2-3-7 0,0-7 0 0,3 12-2 16,-2-5 3-16,1-1 3 0,-2-6 9 0,0 13-8 15,1-5-8-15,0-1 8 0,-1-7-2 16,0 13-3-16,1-4-1 0,-1-2 12 0,0 0-7 0,2 1 4 16,-2-8-7-16,0 16 6 0,0-9-4 0,-2 1 1 15,2 2-1-15,0-10 0 0,0 13-7 0,0-5 2 16,0-8-8-16,2 11 20 0,-2-11-5 0,-2 12-3 16,2-6 1-16,0-6 9 0,-1 13-5 0,0-8-3 15,1-5 4-15,0 12-4 0,0-12-1 0,-1 11 4 16,1-11-6-16,1 11 5 0,-1-11-1 0,-1 10-2 15,2-3 2-15,-1-7 1 0,0 0-7 0,0 13 5 16,0-13-2-16,1 9 1 0,-1-9-5 0,0 8 0 16,0-8-1-16,0 8-8 0,0-8 13 0,1 7 4 15,-1-7-14-15,2 9 10 0,-2-9-1 0,0 9-2 16,0-9 0-16,3 9-1 0,-3-9 11 0,2 7-3 16,-2-7 2-16,0 8-10 0,0-8 14 0,1 11-16 15,-1-11 5-15,1 8 12 0,-1-8-12 0,0 11 2 16,0-5-1-16,0-6-1 0,2 11-1 0,-2-11 5 15,0 12-1-15,0-12 2 0,1 12 5 0,-1-6-4 16,1 0-2-16,-1-6-3 0,-1 12 0 0,2-5-4 16,0-1 1-16,-1-6 8 0,2 13-11 0,-2-8 9 15,0-5-7-15,2 12 10 0,-2-12 2 0,2 11-6 16,-2-5-4-16,0-6-10 0,1 11 17 0,-1-11-2 16,1 11 0-16,-1-11-4 0,1 10-3 0,-1-10 8 15,-1 10-1-15,1-10 0 0,0 11-3 0,0-11 0 16,0 9 4-16,0-9-3 0,0 12 3 0,0-12-2 15,1 8-4-15,-1-8 3 0,0 8-4 0,0-8 1 16,-1 9 1-16,1-9 2 0,-1 9 4 0,1-9-5 16,0 10 8-16,0-10-6 0,0 10-6 0,0-10 14 15,0 0-11-15,0 11 0 0,0-11 8 0,0 10-9 0,0-10 8 16,0 9-2-16,0-9 1 0,-1 9-3 16,1-9-12-16,1 9 6 0,-1-9 5 0,-1 10 4 15,1-10-4-15,1 11 2 0,-1-11-4 0,-1 11 4 16,1-11-7-16,0 11 0 0,0-11 6 0,-2 10-1 15,2-10-3-15,-2 11 6 0,2-11-3 0,0 12 4 16,-2-7-3-16,2-5-5 0,2 10 2 0,-2-10-8 16,-3 12 6-16,3-12-2 0,0 9-3 0,0-9 1 15,0 12-3-15,0-12 8 0,-1 11 4 0,1-3-6 16,0-8-5-16,-3 11 5 0,3-3 9 0,-1-2-7 0,1-6 2 16,-1 14-1-16,1-7 6 0,-2 2-19 15,-1-3 12-15,0 3 6 0,3-9-7 0,-1 10 0 16,1-10-2-16,-1 14 7 0,1-7-7 0,0-7 7 15,-2 12-4-15,2-6 3 0,0-6-6 0,-1 13-3 16,0-7 1-16,1-6 3 0,-4 14 4 0,6-7-10 0,-2-7-2 16,-2 12 4-16,2-6 1 0,0-6-9 0,0 12 6 15,0-12-6-15,0 11 1 0,0-11 1 16,-1 10 2-16,1-10 2 0,0 10-1 0,0-10 1 16,0 8-1-16,0-8 3 0,0 9-2 0,0-9 7 15,-2 8-1-15,2-8-2 0,0 0-1 0,-1 10-2 0,1-10-1 16,0 0 1-16,0 0 0 0,0 9 0 15,0-9 3-15,0 0-2 0,1 7 5 0,-1-7-2 0,0 0-6 16,0 0 6-16,2 8 1 0,-2-8-10 16,0 0 2-16,0 0 6 0,0 0-2 0,0 0 5 0,0 9-7 15,0-9 6-15,0 0-8 0,0 0-3 0,1 8 0 16,-1-8-3-16,0 0-4 0,0 0-23 0,0 7-50 16,0-7 22-16</inkml:trace>
  <inkml:trace contextRef="#ctx0" brushRef="#br0" timeOffset="195880.01">27231 12580 45 0,'0'0'50'0,"0"0"-1"0,0 0-16 0,0 0-11 16,0 0-16-16,0 0-17 0,0 0-22 0,0 0-35 15,0 0 16-15</inkml:trace>
  <inkml:trace contextRef="#ctx0" brushRef="#br0" timeOffset="206083.63">1458 7865 78 0,'0'0'71'0,"0"0"-3"0,0 0-1 15,0 0-11-15,0 0-12 0,0 0-6 16,0 0 0-16,0 0-6 0,0 0 1 0,0 0 8 16,10-10 1-16,-10 10-7 0,9-1 0 0,-9 1-7 15,18-2-5-15,-7 1 3 0,2-3 1 0,5 3-6 16,2-3 14-16,0 2-20 0,3-2 8 0,6 0-6 16,2 0 3-16,-1 0-4 0,4 2 2 0,-1-2 2 15,3 2 8-15,-1-2-12 0,4 0-5 0,-1 1 7 16,2 0-7-16,-2 0 2 0,1 0-7 0,1 0 19 15,0 2-21-15,-1-1 5 0,-3 0-1 0,1 1 0 16,-3 0-5-16,1 2 4 0,0 2-5 0,-2-1 6 16,-3 1-3-16,-2-1 0 0,-7 0 3 0,0-1 4 15,-3-1-7-15,1 0 0 0,-3 2-3 0,-3-4 8 16,-1 4-2-16,-1-4 12 0,-11 2 5 0,21-3 2 16,-15 2-4-16,3 1 2 0,-9 0-5 0,10 1 0 15,-10-1 12-15,9-1-17 0,-9 1-5 0,0 0 3 16,0 0 2-16,15-1-9 0,-15 1 9 0,7 1-5 15,-7-1-12-15,0 0-5 0,14 0-38 0,-8 0-13 16,-6 0-15-16,12 4-23 0,-6-1-9 0,2 2-78 16,1 5-198-16,-2-3 89 0</inkml:trace>
  <inkml:trace contextRef="#ctx0" brushRef="#br0" timeOffset="206700.37">6225 7946 17 0,'0'0'59'0,"0"0"-10"0,0 0-8 15,0 0-3-15,21-7-3 0,-8 6-4 0,5 1-2 16,1-1 1-16,9 0 5 0,3 1-15 0,5-1 0 16,-2 1-2-16,16-2 4 0,3 1-2 0,4 0-2 15,4-2 2-15,3 3-2 0,30-4-11 0,-2-1 6 16,1 1 10-16,1-2 5 0,0 0 4 0,4-1-18 15,7 1-4-15,8-6 7 0,4 3 3 0,3-5 0 16,4-1-9-16,-2 2 1 0,1-1-5 0,-2-2 2 16,0 0 6-16,2-4 0 0,-5 4-3 0,-2-2 5 15,-6-2-20-15,-8 3 14 0,-3 1 1 0,-2-3 2 16,-5 2-5-16,-28 10 4 0,26-11-4 0,-28 10 4 16,2-2-9-16,-2 0 2 0,-1 4-2 0,-2-3 4 15,-9 2-5-15,-9 4 4 0,-4-3-3 0,-1 5-10 16,-2-4 11-16,-3 2-1 0,-2 2-3 0,-1 1 8 15,-10 0-5-15,-5-2-5 0,0 7-11 0,-3-5-7 16,-10 0-20-16,11 6-10 0,-11-6-28 0,6 8-46 16,-6-8-133-16,0 0 59 0</inkml:trace>
  <inkml:trace contextRef="#ctx0" brushRef="#br0" timeOffset="-155230.59">11739 11317 39 0,'0'0'55'0,"0"0"-3"0,0 0-7 16,0 0-6-16,0 0-3 0,0 0-6 16,0 0-6-16,0 0-4 0,0 0-12 0,0 0-19 15,0 0-14-15,0 0-27 0,14-4-57 0,-14 4 25 16</inkml:trace>
  <inkml:trace contextRef="#ctx0" brushRef="#br0" timeOffset="-154527.28">13710 11399 22 0,'0'0'47'0,"0"0"-4"16,0 0-1-16,0 0-2 0,0 0-6 0,0 0-1 16,0 0-7-16,0 0 2 0,0 0-8 0,0 0 3 15,0 0-2-15,0 0 0 0,0 0-5 0,0 0-1 16,-15-8 1-16,15 8-5 0,0 0 4 0,0 0-6 16,0 0 2-16,0 0-3 0,0 0-3 0,-7-4-1 15,7 4 1-15,0 0-3 0,0 0 3 16,0 0 7-16,0 0-7 0,0 0-2 0,-7-4-11 15,7 4 14-15,0 0 0 0,0 0-4 0,0 0 6 0,0 0 0 16,0 0-10-16,-6-3-1 0,6 3 5 0,0 0-4 16,0 0 8-16,0 0-3 0,0 0-1 0,0 0 1 15,0 0 0-15,0 0 2 0,0 0-8 0,0 0 2 16,0 0 3-16,0 0 1 0,0 0-3 0,0 0-2 16,0 0 2-16,-9-2-1 0,9 2 2 0,0 0 0 15,0 0 0-15,0 0 1 0,0 0-1 0,0 0-1 16,0 0-2-16,0 0 3 0,-5-5 6 0,5 5-10 15,0 0 1-15,0 0-9 0,-9-1 11 0,9 1 2 16,0 0 1-16,0 0-3 0,0 0-5 0,0 0 0 16,-9-1-8-16,9 1 5 0,0 0-10 0,0 0-18 15,0 0-4-15,0 0-37 0,-11 4-81 0,11-4 37 16</inkml:trace>
  <inkml:trace contextRef="#ctx0" brushRef="#br0" timeOffset="-153920.52">13174 11447 19 0,'0'0'23'0,"0"0"-7"0,0 0-5 0,0 0-9 0,0 0-6 16,0 0-8-16,0 0-12 0,0 0 6 0</inkml:trace>
  <inkml:trace contextRef="#ctx0" brushRef="#br0" timeOffset="-149977.47">27112 12482 26 0,'0'0'37'0,"0"0"-5"16,0 0-4-16,0 0-2 0,0 0-1 0,0 0-2 15,0 0-3-15,0 0 5 0,0 0-8 16,0 0-1-16,0 0 6 0,0 0-3 0,0 0 0 0,0 0-6 15,0 0 1-15,0 0-2 0,0 0 3 0,0 0-1 16,0 0-2-16,0 0 5 0,0 0-6 0,0 0 4 16,0 0 2-16,0 0-6 0,0 0 0 0,0 0 3 15,0 0-5-15,0 0-6 0,0 0 8 16,-4-9-1-16,4 9-9 0,0 0 5 0,0 0-3 0,0 0 0 16,0 0-6-16,0 0-4 0,0 0-11 0,0 0-1 15,0 0-32-15,0 0-26 0,0 0-83 16,0 0 37-16</inkml:trace>
  <inkml:trace contextRef="#ctx0" brushRef="#br0" timeOffset="-148186.33">29631 12473 22 0,'0'0'45'0,"0"0"0"0,0 0-6 0,0 0-2 16,0 0 8-16,0 0-7 0,0 0-7 0,0 0 6 15,0 0-5-15,0 0-4 0,0 0 2 0,0 0 5 16,0 0-7-16,0 0 1 0,0 0-4 0,0 0 12 0,0 0 2 15,0 0-14-15,0 0-2 0,0 0 1 16,0 0 0-16,0 0-3 0,0 0 4 0,0 0-1 16,0 0 7-16,0 0-7 0,0 0 3 0,0 0-8 15,0 0 4-15,0 0-1 0,0 0 2 0,0 0 2 16,0 0-2-16,0 0-2 0,0 0-5 0,0 0 13 0,0 0-9 16,0 0 1-16,0 0-5 0,0 0-6 0,0 0 1 15,0 0-4-15,0 0 1 0,0 0 2 16,0 0-1-16,0 0-2 0,0 0 5 0,0 0-7 15,0 0 0-15,0 0 1 0,0 0-1 0,0 0 1 16,0 0 1-16,0 0-3 0,0 0 4 0,0 0-6 16,0 0 6-16,0 0-4 0,0 0 0 0,0 0-4 0,0 0 3 15,0 0 0-15,0 0-2 0,0 0-2 0,0 0 12 16,0 0-10-16,0 0 3 0,0 0-4 16,0 0 2-16,0 0-3 0,0 0 5 0,0 0 2 0,0 0-11 15,0 0 1-15,0 0 12 0,0 0-10 16,0 0-1-16,0 0-3 0,0 0-5 0,0 0-7 15,0 0-10-15,0 0-15 0,0 0-16 0,0 0-16 16,0 0-17-16,0 0-79 0,0 0-183 0,0 0 81 0</inkml:trace>
  <inkml:trace contextRef="#ctx0" brushRef="#br0" timeOffset="-147299.52">29640 12543 57 0,'0'0'72'0,"0"0"-8"16,0 0-6-16,0 0-2 0,0 0-1 0,0 0 1 16,0 0-5-16,0 0 9 0,0 0-1 0,0 0-3 15,0 0 4-15,0 0-5 0,0 0 7 0,0 0-8 16,0 0 3-16,0 0-1 0,0 0-7 0,0 0 4 16,0 0-2-16,0 0-1 0,5 3-6 0,-5-3-5 15,0 0-10-15,0 0 2 0,0 0 0 0,0 0-9 16,0 0-1-16,0 0-2 0,0 0-4 0,0 0-5 15,0 0-7-15,0 0-20 0,0 0-8 0,0 0-25 16,0 0-23-16,0 0-17 0,0 0-13 0,0 0-81 16,0 0-197-16,0 0 88 0</inkml:trace>
  <inkml:trace contextRef="#ctx0" brushRef="#br0" timeOffset="-146444.36">31499 12455 92 0,'0'0'105'0,"0"0"-12"0,0 0-3 0,0 0-2 0,0 0-6 16,0 0-13-16,0 0-1 0,0 0 6 0,0 0-10 16,0 0-2-16,0 0-4 0,0 0 3 0,0 0-4 15,0 0-4-15,0 0-7 0,0 0 0 0,0 0-4 16,0 0-1-16,0 0-10 0,0 0-2 0,0 0 1 16,0 0-4-16,0 0-3 0,0 0-1 0,0 0-9 15,0 0 0-15,0 0-2 0,0 0-11 0,0 0-16 16,0 0-27-16,0 0-23 0,0 0-15 0,0 0-36 15,0 0-78-15,0 0-211 0,0 0 95 0</inkml:trace>
  <inkml:trace contextRef="#ctx0" brushRef="#br0" timeOffset="-145795.47">29725 12426 24 0,'0'0'115'0,"0"0"2"0,0 0-11 0,0 0-15 16,0 0-6-16,0 0-4 0,0 0-5 0,0 0-6 15,0 0-7-15,0 0-10 0,0 0-10 0,0 0-5 16,0 0 3-16,0 0-10 0,0 0-10 0,0 0 0 15,0 0-14-15,0 0-14 0,0 0-8 16,0 0-19-16,0 0-8 0,0 0-11 0,0 0-8 16,0 0-10-16,0 0-63 0,0 0-144 0,0 0 64 0</inkml:trace>
  <inkml:trace contextRef="#ctx0" brushRef="#br0" timeOffset="-144936.95">31255 12398 40 0,'0'0'93'0,"0"0"-6"0,0 0-7 16,0 0-19-16,0 0 9 0,0 0-5 0,0 0-7 16,0 0 2-16,0 0-6 0,0 0-4 15,0 0-1-15,0 0-27 0,0 0 14 0,0 0 12 16,0 0-17-16,0 0 10 0,0 0-1 0,0 0-17 0,0 0-4 15,0 0 12-15,0 0-13 0,0 0-2 16,0 0 6-16,0 0 2 0,0 0-11 0,0 0 2 16,0 0 5-16,0 0-4 0,0 0-3 0,0 0-2 15,0 0 10-15,0 0-11 0,0 0 9 0,0 0-7 16,0 0-1-16,0 0 2 0,0 0-5 0,0 0 3 0,0 0-1 16,0 0-7-16,0 0 1 0,0 0 4 0,0 0-7 15,0 0 1-15,0 0 5 0,0 0-7 0,0 0 4 16,0 0-10-16,0 0-7 0,0 0-12 15,0 0-15-15,0 0-10 0,0 0-16 0,0 0-13 16,0 0-19-16,0 0-68 0,0 0-180 0,0 0 81 0</inkml:trace>
  <inkml:trace contextRef="#ctx0" brushRef="#br0" timeOffset="-143480.43">31408 12436 74 0,'0'0'89'0,"0"0"-9"0,0 0 6 16,0 0-6-16,0 0-7 0,0 0-4 0,0 0-5 15,0 0-4-15,0 0-3 0,0 0-3 0,0 0 3 16,0 0-8-16,0 0-3 0,3-6-7 0,-3 6 0 15,0 0-1-15,0 0-6 0,0 0-4 0,0 0-2 16,0 0-1-16,0 0-4 0,0 0-6 0,0 0 9 16,0 0 1-16,0 0-5 0,0 0-6 0,0 0-9 15,0 0 12-15,0 0-5 0,0 0-1 0,0 0 0 16,0 0-1-16,0 0-6 0,0 0-4 0,0 0-14 16,0 0-14-16,0 0-19 0,0 0-25 0,0 0-18 15,0 0-17-15,0 0-59 0,0 0-181 0,0 0 80 16</inkml:trace>
  <inkml:trace contextRef="#ctx0" brushRef="#br0" timeOffset="-142846.72">29793 12396 49 0,'0'0'67'0,"0"0"-4"15,0 0-5-15,0 0-5 0,0 0-1 0,0 0-10 16,0 0-4-16,0 0-2 0,0 0-1 0,0 0-11 16,0 0-9-16,0 0 7 0,0 0-22 0,0 0-3 15,0 0-16-15,0 0-10 0,0 0-10 0,0 0-39 16,-6 8-84-16,6-8 38 0</inkml:trace>
  <inkml:trace contextRef="#ctx0" brushRef="#br0" timeOffset="-142216.52">31331 12400 22 0,'0'0'107'0,"0"0"-3"16,0 0-10-16,0 0-8 0,0 0-7 0,0 0 7 16,0 0-28-16,0 0-3 0,0 0-12 0,0 0-9 15,0 0-17-15,0 0-27 0,0 0-25 0,0 0-32 16,0 0-46-16,0 0-121 0,0 0 54 0</inkml:trace>
  <inkml:trace contextRef="#ctx0" brushRef="#br0" timeOffset="-141096.25">15124 12763 32 0,'0'0'153'0,"0"0"-6"16,-6-13-6-16,6 13-1 0,0 0-1 0,0 0-10 0,0 0-11 15,0 0-5-15,0 0-10 0,0 0-15 0,0 0-4 16,0 0-8-16,0 0-12 0,0 0-4 0,0 0-9 15,0 0-4-15,0 0-5 0,0 0-4 0,0 0-3 16,0 0-2-16,0 0-2 0,0 0-3 0,0 0-6 16,0 0 3-16,0 0-10 0,0 0-2 0,13-7 2 15,-13 7-17-15,9-2-10 0,-9 2-14 0,0 0-19 16,13 0-12-16,-13 0-23 0,12 2-6 0,-12-2-18 16,16 0-15-16,-11 3-20 0,4-1-80 0,0 0-237 15,-2-1 105-15</inkml:trace>
  <inkml:trace contextRef="#ctx0" brushRef="#br0" timeOffset="-140190.37">18322 12762 81 0,'0'0'84'0,"0"0"1"0,0 0 2 0,0 0 1 16,0 0 2-16,0 0-9 0,0 0-2 0,0 0-1 15,0 0 0-15,0 0-3 0,0 0-3 0,0 0 1 16,0 0-4-16,0 0-9 0,0 0-1 0,0 0-4 15,0 0-1-15,0 0-7 0,0 0-4 0,0 0-2 16,0 0-3-16,0 0-5 0,0 0 0 0,0 0-3 16,0 0-8-16,0 0 0 0,0 0-1 0,0 0 8 15,0 0-6-15,0 0-5 0,0 0 6 0,0 0-1 16,0 0 4-16,0 0-1 0,0 0-1 0,0 0 5 16,0 0-4-16,0 0 2 0,0 0 0 0,0 0-6 15,0 0 1-15,0 0-1 0,0 0-3 0,0 0-4 16,0 0 1-16,0 0 1 0,0 0-2 0,0 0-6 15,0 0 2-15,0 0-4 0,0 0 2 0,0 0-4 16,0 0-1-16,0 0 2 0,0 0-2 0,0 0 0 16,0 0 4-16,0 0-5 0,0 0 0 0,0 0-1 15,0 0 4-15,0 0-3 0,0 0-3 0,0 0 2 16,0 0-4-16,0 0 2 0,0 0 1 0,0 0 1 16,0 0-2-16,0 0-1 0,0 0-4 0,9-18 4 15,-9 18-6-15,0 0-2 0,0 0-9 0,0 0-5 16,0 0-4-16,0 0-9 0,0 0-9 0,0 0-11 15,0 0-3-15,0 0-31 0,0 0-19 0,0 0-24 16,4-5-134-16,-4 5-290 0,0 0 128 0</inkml:trace>
  <inkml:trace contextRef="#ctx0" brushRef="#br0" timeOffset="-137083.85">27292 12486 7 0,'0'0'108'0,"0"0"-7"0,0 0-3 16,0 0-13-16,0 0-14 0,0 0-6 0,0 0-2 16,0 0-15-16,0 0-7 0,0 0-8 0,0 0-10 0,0 0-7 15,0 0-12-15,0 0-10 0,0 0-17 0,0 0-10 16,0 0-17-16,0 0-14 0,23 3-35 15,-23-3-105-15,12 3 47 0</inkml:trace>
  <inkml:trace contextRef="#ctx0" brushRef="#br0" timeOffset="-106445.33">29874 12333 20 0,'0'0'58'0,"-9"-6"-5"0,5 2-3 0,4 4-6 15,-10-5-8-15,10 5 0 0,-8-4 2 0,8 4-13 16,-9-3 1-16,9 3-10 0,-11 0-7 0,11 0-1 0,-11 2 6 15,11-2-11-15,-14 3-8 0,4-1 4 16,0 2-8-16,-1 1 4 0,1 0-6 0,1-1 11 16,-1 1-10-16,3-1 2 0,-1-2 2 0,-1 3-4 15,0 0 1-15,-1-2 2 0,-1 1 6 0,2 0-4 16,1 0 2-16,2-1 1 0,-3 1 4 0,0 0-5 0,-1 1 6 16,4-2-5-16,-3 2 0 0,1-3-2 0,1 4-2 15,0-3-2-15,1 1-1 0,-1-1 2 16,0 1-1-16,0-1-2 0,2 0 4 0,5-3-3 15,-10 5 1-15,10-5 5 0,-10 3-2 0,10-3 3 0,-7 3 3 16,7-3-1-16,-6 4 3 0,6-4 9 0,-5 4 4 16,5-4-11-16,0 0 0 0,0 0-6 15,-5 3 5-15,5-3 3 0,0 0-2 0,0 0 1 0,0 0-3 16,0 0-4-16,0 9 0 0,0-9 1 0,0 0-5 16,0 0-3-16,7 8 2 0,-7-8-2 15,8 2 4-15,-1 2 2 0,-1-2-1 0,3 0-2 16,-3 2 1-16,5-2-2 0,-1 0 1 0,-1 1 1 15,0-2-4-15,3 1-35 0,-3 1-45 0,2-2 20 16</inkml:trace>
  <inkml:trace contextRef="#ctx0" brushRef="#br0" timeOffset="-105556.5">31081 12495 8 0,'0'0'18'16,"0"0"13"-16,0 0-1 0,0 0 1 0,0 0-6 15,0 0-3-15,0 0 2 0,0 0-6 0,0 0 0 16,0 0-3-16,0 0-2 0,0 0-2 0,0 0 0 16,0 0 1-16,0 0-5 0,0 0 2 0,0 0-6 15,0 0 3-15,0 0-4 0,0 0 2 0,0 0 1 16,0 0 3-16,0 0-5 0,0 0 0 0,0 0 1 15,0 0 6-15,0 0-5 0,0 0 0 16,0 0 0-16,0 0-1 0,0 0 8 0,0 0 10 16,0 0-8-16,0 0 0 0,0 0-4 0,0 0 1 0,0 0-2 15,0 0 6-15,0 0-4 0,0 0-1 0,0 0-8 16,0 0 2-16,0 0-1 0,0 0 2 0,0 0 0 16,0 0 4-16,0 0-7 0,0 0 0 0,0 0 10 15,0 0-8-15,0 0 0 0,0 0 5 0,0 0-3 16,0 0-6-16,0 0 7 0,0 0-7 0,0 0 9 15,0 0 1-15,0 0-5 0,0 0-1 0,0 0 2 16,0 0-1-16,0 0 2 0,0 0 2 0,0 0-3 16,0 0 0-16,0 0-9 0,0 0 8 0,0 0-2 15,0 0 2-15,0 0-4 0,0 0 2 0,0 0-3 16,0 0 3-16,0 0-5 0,0 0 8 0,0 0-5 16,0 0 1-16,0 0 1 0,0 0-2 0,0 0 3 15,0 0-5-15,0 0 3 0,0 0-3 0,0 0 4 16,0 0-4-16,0 0 6 0,0 0-12 0,0 0-6 15,0 0-11-15,0 0-11 0,0 0-4 16,0 0-7-16,0 0-40 0,0 0-93 0,-14-14 41 16</inkml:trace>
  <inkml:trace contextRef="#ctx0" brushRef="#br0" timeOffset="-79429.49">15981 6082 8 0,'13'1'8'0,"0"2"0"0,0-2-10 0,3 1 8 15,-4-2-8-15,2 2 1 0,-2 0 3 0,1 0-1 16,-1 0 2-16,0 0-5 0,3-2 3 0,-2 0-2 16,-1 3 2-16,0-3-3 0,0 3 4 0,1-2-3 15,-2 2 2-15,0-2 2 0,0 3-9 0,-1-3 5 16,0 2-1-16,2-3 6 0,-3 1-9 0,1 1 9 15,3 0-7-15,-3-1-1 0,3 3-5 0,-3 0 2 16,0-2 11-16,4 1-3 0,-2-3-3 0,-1 1-2 16</inkml:trace>
  <inkml:trace contextRef="#ctx0" brushRef="#br0" timeOffset="-77761.71">16857 6070 9 0,'0'0'17'0,"0"0"2"0,0 0 2 0,0 0-3 16,0 0 2-16,0 0-6 0,0 0 1 0,0 0-6 16,0 0 5-16,0 0-5 0,0 0 6 0,0 0-2 15,0 0 2-15,0 0-2 0,0 0 0 0,0 0 0 16,0 0-5-16,0 0 4 0,0 0-2 0,0 0-2 15,0 0 1-15,0 0-2 0,0 0 1 0,0 0-2 16,0 0 2-16,0 0-6 0,0 0 2 0,0 0-4 16,0 0 6-16,0 0-6 0,0 0-2 0,0 0 1 15,0 0 5-15,0 0-5 0,0 0 3 0,0 0-2 16,0 0 3-16,0 0-6 0,0 0-5 0,0 0 12 16,0 0-4-16,0 0 2 0,0 0-2 0,0 0 2 15,0 0-2-15,0 0 2 0,0 0-1 0,0 0-1 16,0 0-3-16,0 0 3 0,0 0 3 0,0 0-1 15,0 0-3-15,0 0 2 0,0 0-2 0,0 0 3 16,0 0 4-16,0 0-6 0,0 0 0 0,0 0-3 16,0 0 6-16,0 0-1 0,0 0-4 0,0 0-3 15,0 0 12-15,0 0-9 0,0 0 1 0,0 0 2 16,0 0 5-16,0 0-4 0,0 0-10 0,0 0-2 16,0 0 10-16,0 0-1 0,0 0 6 0,0 0-1 15,0 0-8-15,0 0 6 0,0 0-4 0,0 0 0 16,0 0 1-16,-12-13 4 0,12 13-5 0,0 0 0 15,0 0 3-15,0 0-4 0,0 0 5 0,0 0-5 16,0 0 4-16,0 0-5 0,0 0 6 0,0 0-2 16,0 0 2-16,0 0 1 0,0 0 2 0,0 0-4 0,0 0 1 15,-7-3 1-15,7 3-5 0,0 0 1 0,0 0-1 16,0 0 0-16,0 0 2 0,0 0 1 16,-6-4-3-16,6 4 4 0,0 0 0 0,0 0-6 15,0 0 6-15,0 0-2 0,0 0 4 0,0 0-6 0,0 0 4 16,0 0-2-16,-6-5-3 0,6 5 3 0,0 0-3 15,0 0 1-15,0 0 3 0,0 0-4 16,0 0 1-16,0 0 1 0,0 0-2 0,0 0 3 16,0 0 0-16,0 0-4 0,0 0 10 0,0 0-9 15,0 0 3-15,0 0-1 0,0 0 0 0,0 0 0 0,0 0 4 16,0 0-6-16,0 0-2 0,0 0 4 0,0 0 2 16,0 0-3-16,0 0 0 0,0 0 6 0,0 0-2 15,0 0-3-15,0 0-2 0,0 0 7 16,0 0-6-16,0 0 4 0,0 0-3 0,0 0 0 0,0 0 0 15,0 0-3-15,0 0 3 0,0 0 3 0,0 0 1 16,0 0-8-16,0 0 5 0,0 0-3 0,0 0 3 16,0 0-2-16,0 0 4 0,0 0-2 15,0 0-2-15,0 0-5 0,0 0-6 0,0 0-4 0,0 0-4 16,0 0-4-16,0 0-14 0,0 0-42 0,0 0 20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8T10:21:17.7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30041 11376 67 0,'-12'0'68'15,"12"0"-4"-15,0 0-9 0,0 0 6 0,-7-3-10 16,7 3-6-16,0 0-3 0,0 0-6 0,0 0 1 16,0 0-2-16,0 0-5 0,0 0-8 0,-12-1-2 15,12 1-7-15,0 0 3 0,0 0-6 0,0 0-4 16,0 0-12-16,-7 4-6 0,7-4-15 0,-4 5-14 15,4-5-58-15,-4 7-107 0,4-7 47 0</inkml:trace>
  <inkml:trace contextRef="#ctx0" brushRef="#br0" timeOffset="1121.91">30064 11397 50 0,'0'0'79'16,"-9"-2"-14"-16,9 2 0 0,-9-1-6 0,9 1-7 15,-10 0-6-15,10 0-3 0,-10-4-4 0,10 4-8 16,-9-3 1-16,2 1 2 0,7 2-6 0,-12-4 5 0,5 3-8 15,-1-1 0-15,8 2-1 0,-17-3-7 16,8 1 9-16,-2 0 0 0,1-1-8 0,0-1 0 0,-3 1-20 16,3 0 24-16,-3 0-11 0,-2 2-1 15,5-4-2-15,-4 2 1 0,-3 0-3 0,3-1 1 0,0 2-7 16,-3-2 8-16,0 1 1 0,4 0 2 0,1-1-5 16,-8 1-6-16,2 0 7 0,0 0 6 0,-1-2-8 15,2 0 1-15,-2 2-2 0,2-1-3 0,2 1-1 16,-1-1-5-16,1 1 5 0,2 1 6 0,-1-1-12 15,3 2 5-15,-1-2 2 0,-2 0 2 0,3 3 2 16,-2-2 2-16,-1 0-3 0,2 0-5 0,-2 1 3 16,2 0-5-16,-2 1 2 0,-1-2 2 0,-1 1-1 15,-1-1 5-15,-3 2-5 0,1-3 2 0,1 2-2 16,-1-1 1-16,1 1-1 0,-1-1 0 0,1-1 11 16,-2 1-8-16,3 2-7 0,-1-2 7 0,0 1 0 15,4 1-8-15,-4 0 0 0,4-2 6 0,-4 2-2 16,0 0 3-16,-1 2-3 0,1-4 2 0,0 2 0 15,4 0-3-15,0 0 3 0,0 0 1 0,1 0-2 16,13 0 2-16,-27 0-4 0,14-2 1 0,-1 1 9 16,-2 1-9-16,2-1-5 0,-3 1-1 0,3 0 9 15,1 0-3-15,-2-2-4 0,-2 2 12 0,-3-1-12 16,1 0 0-16,2-1-2 0,-1 1 2 0,4 0 4 16,-4 0 1-16,1-2-2 0,-1 2 1 0,-3-2-5 15,4-1 5-15,0 2 3 0,-3-1 2 0,1-1-1 16,5 1-2-16,-5 1-12 0,0 0 11 0,0-3-3 15,-3 3 7-15,2 0-19 0,0-1 19 0,0 1-8 16,1 1 6-16,-1 0-1 0,2-1-3 0,1-1 7 16,1 0-11-16,4 1 3 0,-6-2 4 0,5 3 3 15,-5 0-10-15,5-1 5 0,1 1 3 0,-1-2-8 16,-1 0 11-16,3 3-14 0,-2-3 6 0,1 2-1 16,-1-3 5-16,4 2-5 0,-5 0-4 0,1 1 3 15,-1-3 1-15,-4 0 2 0,4 0 0 0,-1 0 5 16,-3 0 1-16,5 1-2 0,-3 0-4 0,-2-1 2 15,0-1-6-15,5 4 1 0,-5-3 2 0,0 2-2 16,2-2 1-16,-2 0-3 0,1 2-5 0,0-3 2 16,4 3 0-16,-5-2-2 0,3 0 5 0,-2 0-8 0,4 1 2 15,-5 0 5-15,1 0 6 0,0-1-3 16,-1 0 4-16,2 1-3 0,-2 0 4 0,1-1-4 16,3 2 4-16,-2-2 0 0,2 2 1 0,1-1-4 15,-2 0 6-15,2 1-7 0,2 0 4 0,-3 1-4 16,1-1-3-16,0 0 5 0,0 2 2 0,0-1-3 0,-1 0 1 15,2 2-6-15,-2-2 8 0,2 1-7 16,-2 0 7-16,1 1 0 0,2-1-6 0,-2-1 10 16,1 1-16-16,-1 0 12 0,2 0-2 0,0 0-4 15,-3 1 9-15,3-1-7 0,-1 0 7 0,1 1-2 0,0 1 1 16,-3 0-5-16,1-1 2 0,-1 1 1 16,1-1-2-16,-2 0 1 0,1 1 3 0,3-2-5 0,-3 0 4 15,1 0-7-15,-1 3 6 0,-3-1 3 16,-2-1 3-16,6 0 2 0,-1 2-8 0,1-2 5 15,-1 2-2-15,1-2-1 0,2 0 0 0,1 0 5 0,-3-2-1 16,3 2-14-16,-2 1 9 0,3-2-8 0,9 0 9 16,-16 0 4-16,9 0-1 0,7 0-6 0,-13 1 14 15,13-1-7-15,-12-1-4 0,12 1 4 0,-10 0-1 16,10 0-8-16,-7 1 2 0,7-1 6 0,0 0-2 16,-12-1 0-16,12 1-1 0,0 0-6 0,0 0-1 15,-9 1 4-15,9-1-9 0,0 0-6 0,0 0-6 16,0 0-1-16,-6 3-12 0,6-3-9 15,0 0-63-15,0 0-115 0,0 0 51 0</inkml:trace>
  <inkml:trace contextRef="#ctx0" brushRef="#br0" timeOffset="1859.86">26580 10894 2 0,'0'0'82'0,"0"0"0"15,0 0-9-15,0 0-5 0,-6-3-4 0,6 3 1 16,0 0 8-16,0 0-7 0,0 0-7 0,0 0 1 15,0 21-14-15,0-21 10 0,2 15-8 0,-4-5-6 16,2-1-3-16,0 4-1 0,0-1 9 0,0 1-12 16,0-1 2-16,0-1-7 0,0 0-1 0,0-1-3 15,0 1-4-15,0-5 3 0,0-6-4 0,0 13-8 16,2-7 0-16,0 1 2 0,-2-7 1 0,0 9-10 16,0-9 11-16,0 0-17 0,0 8 10 0,0-8 8 15,0 0 3-15,2 6 1 0,-2-6-2 0,0 0 7 16,0 0 7-16,0 0-4 0,0 0-4 0,0 0-4 15,0 0 1-15,0 0-7 0,0 0 0 0,0 0 3 16,7-21-5-16,-5 11 1 0,0 2-7 0,1-2-7 0,1 0 11 16,-1-2-3-16,1 2-1 0,2-6-3 0,-3 5 1 15,3 0-1-15,-1 1-2 0,-2-1-2 16,3 2 7-16,-2 1-6 0,-1 0 4 0,-1 5-8 16,-2 3-12-16,4-11-5 0,-4 11-22 0,5-5-19 15,0 2 5-15,-5 3-17 0,0 0-13 0,9-2-12 0,-9 2-5 16,0 0-95-16,10 5-211 0,-10-5 94 15</inkml:trace>
  <inkml:trace contextRef="#ctx0" brushRef="#br0" timeOffset="2314.02">26666 11101 95 0,'0'0'87'0,"0"0"3"0,-3 6-11 0,3-6 2 16,0 0-15-16,0 0 11 0,0 0 4 16,0 0-8-16,0 0-3 0,-2 7-5 0,2-7-6 0,0 0 3 15,0 0-14-15,0 0-8 0,0 0 7 0,0 0-10 16,0 0-1-16,0 0-10 0,2-27 5 0,-2 27-10 16,0-10 2-16,3 4-4 0,1-1 2 0,-4 7-1 15,4-11-4-15,-1 4-9 0,1 1 4 0,-4 6-6 16,9-8 1-16,-6 5-2 0,-3 3 0 0,10-3-1 15,-10 3-5-15,9-1 4 0,-9 1 1 0,12 3-7 16,-7-1 17-16,-5-2-9 0,10 9-2 0,-5-6 4 16,2 1-3-16,-7-4-4 0,7 9 4 0,-3-5-4 15,-2 1 7-15,-2-5-10 0,7 7 5 16,-7-7 0-16,2 6 7 0,-2-6-3 0,0 0 7 0,4 4-12 16,-4-4 10-16,0 0-4 0,0 0 5 0,0 0-8 15,0 0 1-15,0 0 4 0,0 0-5 0,0 0 5 16,0 0-3-16,-2-22-3 0,2 22-1 0,0-13-1 15,2 7 4-15,-2 6-5 0,4-11-2 0,-2 7 1 16,-2 4-1-16,4-10 4 0,-4 10-1 0,4-6-4 16,-4 6 4-16,9-2 1 0,-9 2-5 0,0 0-8 15,14 2-12-15,-8 2-3 0,1-2-22 0,-1 3-26 16,6 1-24-16,-5 1-107 0,0 2-222 0,1-2 99 16</inkml:trace>
  <inkml:trace contextRef="#ctx0" brushRef="#br0" timeOffset="3036.91">30161 11414 109 0,'0'0'102'0,"0"0"-12"16,0 0-4-16,0 0-8 0,0 0-10 0,0 0 2 15,0 0-15-15,0 0-7 0,0 0 0 0,0 0-18 16,0 0-6-16,0 0-10 0,0 0-6 0,0 0-18 16,0 0-19-16,0 0-22 0,0 0-73 0,0 0-133 15,-13 8 58-15</inkml:trace>
  <inkml:trace contextRef="#ctx0" brushRef="#br0" timeOffset="3188.04">30167 11428 7 0,'0'0'80'0,"0"0"-10"0,0 0-8 15,0 0-3-15,0 0-7 0,0 0-14 0,0 0-14 0,0 0-40 16,0 0-47-16,0 0-68 0,0 0 30 16</inkml:trace>
  <inkml:trace contextRef="#ctx0" brushRef="#br0" timeOffset="3357.63">30192 11423 26 0,'0'0'104'0,"0"0"1"0,0 0-31 0,0 0-26 15,0 0-27-15,0 0-29 0,0 0-20 0,0 0-29 16,0 0-62-16,0 0 27 0</inkml:trace>
  <inkml:trace contextRef="#ctx0" brushRef="#br0" timeOffset="3523.61">30192 11423 106 0,'0'0'110'0,"0"0"-25"0,0 0-4 16,0 0-6-16,0 0-8 0,0 0-15 0,0 0-15 15,0 0-17-15,0 0-17 0,0 0-14 0,0 0-21 16,0 0-24-16,0 0-34 0,0 0-97 0,0 0 44 16</inkml:trace>
  <inkml:trace contextRef="#ctx0" brushRef="#br0" timeOffset="3830.11">30187 11400 37 0,'0'0'106'0,"0"0"-12"0,0 0 2 16,0 0-16-16,0 0-7 0,0 0-3 0,0 0-12 16,0 0-5-16,0 0-11 0,0 0-9 0,0 0-6 15,0 0 0-15,0 0-4 0,0 0-9 0,0 0 8 16,0 0-7-16,0 0 6 0,0 0-6 0,0 0-2 16,0 0-5-16,0 0-1 0,0 0 4 0,0 0 5 15,0 0-11-15,0-9 6 0,0 9-4 0,0 0-2 16,0 0 7-16,0 0-7 0,0 0 2 0,0 0 2 15,0 0 1-15,1-9 2 0,-1 9-3 0,0 0 1 16,0 0-8-16,0 0 10 0,0 0-5 0,0 0 4 16,0 0 4-16,0 0-11 0,0 0-9 0,0 0 8 15,0 0-9-15,0 0 0 0,0 0-5 0,0 0-18 16,0 0-13-16,0 0-11 0,0 0-11 0,0 0-8 16,0 0-3-16,0 0-51 0,0 0-136 0,0 0 60 0</inkml:trace>
  <inkml:trace contextRef="#ctx0" brushRef="#br0" timeOffset="3972.67">30162 11385 1 0,'0'0'45'0,"-7"5"1"16,7-5 0-16,0 0-1 0,0 0 0 0,0 0-5 0,0 0-3 15,0 0-5-15,-5 4-5 0,5-4-9 0,0 0 4 16,0 0 2-16,-6 6-8 0,6-6 1 16,0 0-11-16,-2 7-7 0,2-7-10 0,0 0-8 15,0 0-6-15,0 0-11 0,0 10-27 0,0-10-67 0,0 0 29 16</inkml:trace>
  <inkml:trace contextRef="#ctx0" brushRef="#br0" timeOffset="4199.87">30143 11435 2 0,'0'0'15'0,"0"0"1"0,3 5-1 0,-3-5-2 16,0 0 0-16,0 0 3 0,0 0-2 0,0 0 7 15,0 0 2-15,0 0 8 0,0 0 6 0,0 0 1 16,0 0 5-16,0 0 2 0,0 0 1 0,0 0-2 15,0 0-3-15,0 0-5 0,0 0-1 0,0 0 15 16,0 0-5-16,0 0-14 0,0 0 7 0,0 0-7 16,0 0 11-16,0 0-1 0,0 0-8 15,0 0-10-15,0 0-2 0,0 0-6 0,0 0-2 16,0 0-11-16,0 0-19 0,0 0-20 0,0 0-30 0,0 0-68 16,0 0-146-16,0 0 65 0</inkml:trace>
  <inkml:trace contextRef="#ctx0" brushRef="#br0" timeOffset="4350.31">30146 11440 73 0,'0'0'104'0,"0"0"-25"0,0 0-10 0,0 0-20 0,0 0-16 15,0 0-24-15,0 0-24 0,0 0-53 0,0 0-71 16,0 0 31-16</inkml:trace>
  <inkml:trace contextRef="#ctx0" brushRef="#br0" timeOffset="4491.74">30156 11426 64 0,'0'0'68'0,"0"0"-11"0,0 0-16 16,0 0-24-16,0 0-26 0,0 0-31 0,0 0-43 15,0 0 19-15</inkml:trace>
  <inkml:trace contextRef="#ctx0" brushRef="#br0" timeOffset="4997.68">30153 11447 50 0,'0'0'104'0,"0"0"-18"0,0 0-8 0,0 0-15 16,0 0-27-16,0 0-24 0,0 0-34 0,0 0-47 15,0 0-73-15,0 0 34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5T10:27:35.5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8175 5851 2 0,'0'0'14'0,"0"0"-2"0,0 0-4 16,0 0 6-16,0 0-3 0,0 0 6 16,0 0-11-16,0 0 0 0,0 0 5 0,0 0-3 15,0 0 1-15,0 0-3 0,0 0 7 0,0 0-7 0,0 0 4 16,0 0-3-16,0 0-1 0,0 0 2 0,0 0 1 16,0 0-2-16,0 0 0 0,0 0-5 0,0 0 1 15,0 0 1-15,0 0 6 0,0 0-7 16,0 0 5-16,0 0 1 0,0 0-1 0,0 0 3 0,0 0-4 15,0 0 2-15,0 0-3 0,0 0 1 0,0 0-1 16,0 0 1-16,0 0 2 0,0 0-6 0,0 0 5 16,-4-6 1-16,4 6-3 0,0 0-1 0,0 0 3 15,0 0-4-15,0 0 2 0,0 0 5 16,0 0-3-16,0 0-1 0,0 0 5 0,0 0-3 0,0 0-2 16,0 0 6-16,0 0-3 0,0 0-1 0,0 0-3 15,0 0 7-15,0 0-6 0,0 0 3 0,0 0-3 16,0 0 2-16,0 0 5 0,0 0-8 0,0 0-3 15,0 0-1-15,0 0 0 0,0 0-3 16,0 0 5-16,0 0 1 0,0 0-6 0,0 0 3 0,0 0 1 16,0 0-4-16,0 0 2 0,0 0 1 0,0 0-7 15,0 0 2-15,0 0-2 0,0 0 4 0,0 0 1 16,0 0-2-16,0 0 7 0,0 0-2 0,0 0-6 16,0 0 6-16,0 0 1 0,0 0-8 0,0 0 2 15,0 0 6-15,0 0-2 0,0 0-1 0,0 0-2 16,0 0-3-16,0 0 7 0,0 0 0 0,0 0-3 15,0 0 0-15,0 0-8 0,0 0 15 0,0 0-11 16,0 0 3-16,0 0 4 0,0 0-1 0,0 0 1 16,0 0-5-16,0 0-1 0,0 0 0 15,0 0 7-15,0 0-1 0,0 0-7 0,0 0 8 0,0 0-3 16,0 0-3-16,0 0 7 0,0 0 4 0,0 0-1 16,0 0-7-16,0 0 0 0,0 0 14 0,0 0-9 15,0 0-1-15,0 0-3 0,0 0 0 0,0 0 0 16,0 0 5-16,0 0-4 0,0 0-3 15,0 0 4-15,0 0-2 0,0 0-1 0,0 0 5 0,0 0-3 16,0 0-2-16,0 0 2 0,0 0 0 0,0 0 11 16,0 0-12-16,0 0-1 0,0 0-3 0,0 0-2 15,0 0 5-15,0 0 2 0,0 0-5 0,0 0-2 16,0 0 1-16,0 0-7 0,0 0 5 0,0 0-11 16,0 0-1-16,3-12-6 0,-3 12-8 0,0 0-6 15,0 0-45-15,0 0-88 0,1-10 40 0</inkml:trace>
  <inkml:trace contextRef="#ctx0" brushRef="#br0" timeOffset="4490.1">8158 11465 37 0,'0'0'33'0,"0"0"6"0,0 0-5 0,0 0-10 16,0 0 0-16,0 0-4 0,0 0-2 0,0 0-1 15,0 0-1-15,0 0-8 0,0 0 0 0,0 0 1 16,0 0-3-16,0 0 6 0,0 0-4 0,0 0 2 0,0 0-4 15,0 0-2-15,7-3 3 0,-7 3 0 16,0 0-7-16,0 0 5 0,0 0 3 0,0 0-4 0,0 0-2 16,0 0 3-16,0 0-2 0,0 0 0 15,0 0 1-15,0 0 2 0,0 0 1 0,6-3 0 0,-6 3-6 16,0 0 4-16,0 0-3 0,0 0 4 16,0 0 1-16,0 0-5 0,0 0 2 0,0 0-1 0,0 0-5 15,0 0 7-15,0 0-7 0,0 0 3 16,0 0 2-16,0 0-2 0,0 0 1 0,0 0 1 0,5-4-2 15,-5 4-5-15,0 0 3 0,0 0-5 0,0 0-1 16,0 0-2-16,0 0 3 0,0 0 1 0,0 0-6 16,0 0 8-16,0 0 1 0,0 0-2 0,0 0-1 15,0 0-1-15,0 0 1 0,0 0 4 16,0 0 2-16,0 0 4 0,0 0 2 0,0 0 8 0,0 0-7 16,0 0-1-16,0 0 1 0,0 0-5 15,0 0 2-15,0 0 0 0,0 0 0 0,0 0-3 0,6-4 3 16,-6 4-11-16,0 0 5 0,0 0 2 0,0 0-5 15,0 0 2-15,2-8-4 0,-2 8-2 0,0 0 3 16,2-8-6-16,-2 8 4 0,0 0 1 0,0 0-6 16,4-5 6-16,-4 5-1 0,0 0 5 0,0 0-9 15,4-8-1-15,-4 8 5 0,0 0-2 0,4-8-2 16,-4 8-3-16,3-5 3 0,-3 5-6 0,5-4 2 16,-5 4-5-16,5-8-20 0,-5 8-42 0,2-6 19 15</inkml:trace>
  <inkml:trace contextRef="#ctx0" brushRef="#br0" timeOffset="18487.34">8149 5814 8 0,'0'0'22'0,"0"0"-1"0,0 0-8 0,0 0-2 0,0 0-9 16,0 0-7-16,5-4-7 0,-5 4-13 0,0 0 5 15</inkml:trace>
  <inkml:trace contextRef="#ctx0" brushRef="#br0" timeOffset="22685.32">8313 5469 10 0,'0'0'26'0,"0"0"-1"0,0 0-2 0,0 0-1 15,0 0 2-15,0 0 3 0,0 0-5 0,0 0 1 16,0 0 8-16,0 0-3 0,0 0 1 0,0 0 2 15,0 0 2-15,0 0 1 0,0 0 2 0,0 0-11 16,0 0 6-16,0 0-6 0,0 0 6 0,0 0-4 16,0 0-2-16,0 0 3 0,0 0-5 0,0 0 11 15,0 0-14-15,0 0 0 0,0 0-6 0,0 0 11 16,0 0-12-16,0 0 7 0,0 0-3 0,0 0-7 16,0 0 3-16,0 0-8 0,0 0 7 0,0 0-2 15,0 0 1-15,0 0-3 0,0 0-1 0,0 0 1 16,1-10-2-16,-1 10 0 0,0 0-3 0,0 0 2 15,0 0-4-15,0 0-4 0,0 0 3 0,0 0-2 16,0 0 5-16,0 0-10 0,0 0 0 0,0 0 3 16,0 0-3-16,0 0-8 0,0 0 3 0,0 0-4 15,0 0 2-15,0 0 2 0,0 0 3 0,0 0-5 0,0 0 5 16,0 0 4-16,0 0-1 0,0 0 6 16,0 0 3-16,0 0 4 0,0 0 4 0,0 0 5 15,0 0 6-15,0 0 1 0,0 0 2 0,0 0 1 16,0 0 5-16,0 0 0 0,0 0-1 0,0 0-3 15,0 0-3-15,0 0-1 0,0 0 5 0,0 0 0 16,0 0 6-16,0 0-5 0,0 0 4 0,0 0-1 16,0 0 6-16,0 0 2 0,0 0-1 0,0 0 6 15,0 0 1-15,0 0 4 0,0 0 1 0,0 0-6 16,0 0 2-16,0 0 1 0,0 0-3 0,0 0 0 16,0 0 5-16,0 0-5 0,0 0-3 0,0 0 3 0,0 0 1 15,0 0 1-15,0 0-2 0,0 0 2 16,0 0-1-16,0 0-2 0,0 0-1 0,0 0-2 15,0 0 0-15,0 0-4 0,0 0-1 0,0 0-6 16,0 0-2-16,0 0-5 0,0 0-2 0,0 0-3 0,0 0-3 16,0 0-2-16,0 0-1 0,0 0-3 0,0 0 1 15,0 0-2-15,0 0 2 0,0 0-3 0,0 0 2 16,0 0-5-16,9 18 3 0,-5-13 4 0,-1 0-3 16,0 3 1-16,1-2-1 0,-1 1-1 15,-1-1-3-15,2-1 0 0,-1 3-2 0,-1 0 2 16,1-2 1-16,-1 2-2 0,1-3 0 0,-3-5-1 0,5 12 4 15,-3-8-4-15,-2-4-1 0,3 9 1 0,-2-3 1 16,-1-6 0-16,6 8-1 0,-4-5 0 16,-2-3 3-16,3 8-3 0,-3-8 1 0,2 7-1 15,-2-7 2-15,0 0-2 0,2 6-2 0,-2-6 2 0,0 0-1 16,1 7 1-16,-1-7 0 0,0 0 0 0,0 0-1 16,0 0 5-16,0 0-2 0,0 0 2 0,0 0-2 15,4 5 2-15,-4-5 3 0,0 0 3 0,0 0-3 16,0 0 6-16,0 0-2 0,0 0 8 0,0 0 3 15,0 0 1-15,0 0 2 0,0 0 0 0,0 0 0 16,0 0-4-16,0 0 2 0,0 0-5 0,0 0-3 16,0 0 0-16,0 0-1 0,-9-20-3 0,9 20-2 15,-2-11 1-15,0 5-2 0,2 6-2 16,-1-11-1-16,-2 4 1 0,3 7-1 0,-1-14-2 0,-1 4 0 16,1 2 0-16,-3 0-4 0,-1-1 2 0,1 2 4 15,2-3-3-15,1 1 0 0,-2 3 0 0,3 6-2 16,-4-15 1-16,2 7-3 0,0 2 3 0,2 6 0 15,-5-11-3-15,3 4-1 0,2 7-1 0,-5-9 1 16,2 3-4-16,3 6 0 0,-4-11 6 0,0 6-1 16,4 5 2-16,0 0 0 0,-2-12-4 0,2 12 2 15,-4-7 2-15,4 7-3 0,0 0 2 0,-3-10 2 16,3 10-3-16,-4-5-1 0,4 5 7 0,0 0-5 16,-3-7 0-16,3 7 3 0,0 0 3 0,0 0-4 15,0 0 3-15,0 0-4 0,-4-7 1 0,4 7 2 16,0 0-4-16,0 0-2 0,0 0-2 0,0 0 0 15,0 0 3-15,0 0 0 0,0 0-3 16,0 0 0-16,0 0 3 0,0 26-1 0,0-19 0 0,4 2-5 16,-3 1 3-16,0 0-1 0,-1 2 4 0,3-2 1 15,-2 2-2-15,2 0 0 0,-3-2 2 0,2 2-2 16,1-1 1-16,1 0 0 0,-2 1 6 0,0-2-7 16,-2 0 0-16,2-1 2 0,1-1-1 0,-1-1 0 15,-1-1 0-15,-1-6 1 0,3 11-3 0,-3-11 3 16,1 8 0-16,2-3 1 0,-3-5-3 0,5 6-1 15,-5-6 2-15,0 0 0 0,0 0 0 0,1 8 2 16,-1-8 0-16,0 0 3 0,1 6-3 0,-1-6 2 16,0 0 1-16,0 0 5 0,0 0-4 0,0 0 7 15,0 0 3-15,0 0 9 0,0 0 8 0,0 0-3 16,0 0-3-16,0 0-5 0,0 0 1 0,0 0-4 16,0 0-1-16,0 0-1 0,-7-25-4 0,3 18 1 15,0-1-3-15,2-2-4 0,-1 2 1 0,1-5-5 16,-1 4 6-16,0-2-2 0,1-2 3 0,-1 5-6 15,1-3 0-15,-1 2 2 0,2-2-6 0,-2 2-2 16,2-1 2-16,0 0 1 0,-3 1 0 0,1 2 1 16,2-1 0-16,1 8-1 0,-2-12-1 0,2 12-1 15,-2-11 1-15,2 4 1 0,0 7 0 0,-2-11-4 16,2 11 2-16,-2-9-1 0,2 9 6 0,0 0-5 16,0-9 2-16,0 9-1 0,0 0-4 0,0 0 4 15,-2-7 3-15,2 7 3 0,0 0-12 0,0 0 2 16,0 0-1-16,-3-8-1 0,3 8 0 0,0 0 1 15,0 0 1-15,0 0-1 0,0 0 1 0,0 0-2 16,0 0 3-16,21 15-4 0,-16-6 0 0,0-2 4 16,1 2 0-16,0 3 1 0,-1 0 1 0,1 0 1 15,0 3-3-15,-1 0 0 0,2 2 3 0,2-3-3 16,-3 0 3-16,-1 1-2 0,-1-3 2 0,-1 0 2 16,2 0-1-16,2-1-2 0,-2-1-3 0,-2 1 4 0,2 0 1 15,-2 0 2-15,-1-3-5 0,2 1-1 16,0-1-1-16,-1-2 3 0,-1 0 4 0,-2-6-1 15,3 9-2-15,-3-9 1 0,3 7-2 0,0-2 1 16,-3-5 5-16,0 0-4 0,0 0 2 0,1 8 0 0,-1-8-1 16,0 0 3-16,0 0 4 0,0 0 6 0,4 6 7 15,-4-6 9-15,0 0 7 0,0 0-3 0,0 0 6 16,0 0-11-16,0 0-2 0,0 0-3 16,0 0-2-16,0 0-1 0,-10-27-3 0,6 19 2 15,2-2-6-15,-2 3-3 0,0-3 0 0,0-1 2 0,0-1-8 16,2 2 4-16,-4-2-6 0,3 2 0 0,-4-3 5 15,2 1-2-15,1 0 0 0,2 1 3 16,-1-1-5-16,-2 2-2 0,1-1-5 0,-2 1 5 16,2-1-4-16,0 2 3 0,2-1 3 0,-3-1-5 0,-1 2 0 15,4-2-2-15,-1 3 0 0,-2-2 1 0,2 3 1 16,3 7-7-16,-4-11 3 0,2 5 2 0,2 6 4 16,-2-8 1-16,2 8-4 0,0 0 2 0,-4-8-4 15,4 8 6-15,0 0-8 0,-3-6-1 0,3 6-3 16,0 0-1-16,0 0 5 0,0 0-3 0,0 0 4 15,0 0-5-15,0 0 0 0,0 0 3 0,7 29 1 16,-6-20 2-16,2 1 3 0,-2 1-8 16,2 0 7-16,-2 0-1 0,5 3 0 0,-2 4 3 0,-2-3-6 15,2 0 6-15,-1 1-2 0,-2-4 1 0,2 5 0 16,-2-5-5-16,2-1 7 0,-2 3 1 0,1-3-1 16,-2-1-4-16,2 3 2 0,-1-5 3 0,0-2-5 15,3 2 1-15,-2-5 1 0,-2-3 1 0,3 13 4 16,-3-13-9-16,0 8 9 0,0-8-4 15,1 6 0-15,-1-6 4 0,0 0 2 0,0 0-3 0,2 8 1 16,-2-8-4-16,0 0 4 0,0 0 4 0,0 0-2 16,0 0-2-16,0 0 7 0,0 0-10 0,0 0 4 15,0 0 0-15,0 0 1 0,-7-22-3 0,7 22 0 16,-2-13-2-16,-5 2-3 0,4-1 4 0,-1 1-1 16,0-2 1-16,0-1-1 0,1 1-1 0,2 2 2 15,0-3-1-15,-2 3-7 0,0 0 11 0,0-3-6 16,1 4 3-16,-1-1-1 0,2 1-4 0,-1 1 13 15,0 0-14-15,-1 0-1 0,2 2 0 0,0-2 2 16,-2-1 1-16,3 10 1 0,-3-10-3 0,3 10 1 16,-1-10-2-16,1 10 7 0,-2-6-6 0,2 6-5 15,0 0 3-15,-4-6 2 0,4 6 0 0,0 0-5 16,0 0 3-16,0 0 1 0,0 0-6 0,0 0 6 16,0 0-5-16,0 0 2 0,0 0 2 0,10 23-3 15,-7-15 5-15,-1 2-1 0,1 0 5 0,1 1-6 16,1 1 2-16,2 4 2 0,-4-4-2 0,1 4 3 15,1-6 0-15,-3 0 5 0,4 3-9 0,-3-2 5 16,1-2-5-16,0 1 4 0,0-1-2 0,-3 1-1 16,2-2 4-16,-2-1 0 0,0 0-5 0,2-1 6 15,-3-6 1-15,1 10-6 0,2-6 6 0,-3-4-2 16,0 0 0-16,1 9-2 0,-1-9 4 0,0 0 2 16,3 6 2-16,-3-6 2 0,0 0-1 0,0 0 4 15,0 0-4-15,0 0-2 0,0 0-1 0,0 0 2 16,0 0 0-16,0 0 2 0,0 0-7 0,0 0 7 15,-11-26-5-15,10 16-2 0,-3 1-8 0,0-1 6 16,-1 0-1-16,1-4 2 0,1 4-1 0,-1-3 2 16,-1 3-1-16,1 0-2 0,0-2 3 0,-2 3 3 15,3-1-8-15,1 3 0 0,-2 2 9 0,4 5-6 0,-3-11 0 16,3 11 1-16,-4-8-8 0,4 8 3 0,-1-6-3 16,1 6-4-16,0 0 0 0,0 0 4 0,0 0 1 15,0 0-1-15,0 0-3 0,0 0 0 16,0 0-1-16,0 0-11 0,0 0-7 0,0 0-13 15,0 0-13-15,5 23-20 0,-5-23-24 0,1 10-30 0,-1-10-32 16,3 12-42-16,-2-8-48 0,-1-4-39 16,2 12-148-16,-2-12-475 0,1 8 210 0</inkml:trace>
  <inkml:trace contextRef="#ctx0" brushRef="#br0" timeOffset="25351.58">10422 5429 57 0,'0'0'56'16,"1"-9"6"-16,-1 9-12 0,0 0 0 0,0 0 0 15,0 0-8-15,0 0 2 0,0-9 1 0,0 9-3 16,0 0-3-16,0 0 18 0,0 0-14 0,0-8 1 16,0 8-13-16,0 0 14 0,0 0-8 0,0 0 9 15,0 0 3-15,-3-8-8 0,3 8-6 0,0 0-3 16,0 0-2-16,0 0-1 0,0 0-1 0,0 0 2 16,0 0-4-16,2-9-1 0,-2 9-6 0,0 0 7 15,0 0 1-15,0 0-5 0,0 0 2 0,0-10 0 16,0 10 3-16,0 0 8 0,0 0-5 0,0 0 6 15,1-7-6-15,-1 7 1 0,0 0-4 0,0 0 2 16,0 0-8-16,1-9 5 0,-1 9-5 0,0 0-3 16,0 0 1-16,0 0-4 0,0 0-4 0,0 0 0 15,-1-10-2-15,1 10 2 0,0 0-1 0,0 0 0 16,0 0-2-16,0 0-3 0,0-10 2 0,0 10 1 16,0 0-2-16,0 0 2 0,0 0-3 0,0 0 1 15,4-9-1-15,-4 9 2 0,0 0 1 0,0 0-5 16,0 0-2-16,0 0 3 0,0 0 2 0,0 0 6 0,0 0-14 15,0-10 7-15,0 10 3 0,0 0 5 16,0 0 2-16,0 0 4 0,0 0 7 0,0 0 2 16,0 0 0-16,0 0 3 0,0 0-2 0,0 0 8 15,0 0-4-15,0 0 1 0,0 0-3 0,0 0-2 16,0 0 13-16,0 0-12 0,0 0-4 0,0 0-4 16,0 0-1-16,0 0-6 0,0 0 0 0,0 0 1 15,0 0 3-15,0 0-7 0,0 0 0 0,0 0-2 16,0 0 2-16,0 0 2 0,0 0 0 0,0 0-1 0,0 0 3 15,0 0-1-15,0 0 2 0,0 0-4 16,0 0 6-16,0 0-7 0,0 0 2 0,0 0 1 0,0 0-2 16,0 0 1-16,0 0 0 0,0 0-4 15,0 0-1-15,0 0-2 0,0 0-2 0,0 0 3 16,0 0-2-16,0 0-3 0,0 0 2 0,0 0 1 16,0 0-1-16,0 0-1 0,0 0 5 0,0 0-7 15,0 0-2-15,0 0 1 0,0 0 1 0,0 0-2 16,0 0 2-16,0 0 4 0,0 0-3 0,0 0 1 15,3-6 1-15,-3 6-3 0,0 0-1 0,0 0-2 0,0 0 6 16,0 0-2-16,4-4-2 0,-4 4-1 0,0 0 5 16,0 0-4-16,3-6 0 0,-3 6 1 0,0 0 0 15,0 0 0-15,0 0 3 0,0 0 5 16,0 0 1-16,0 0 1 0,0 0 6 0,0 0 2 0,0 0-1 16,0 0 3-16,0 0 0 0,0 0 3 15,0 0-2-15,0 0-1 0,1-7-1 0,-1 7-2 0,0 0 0 16,0 0-2-16,0 0-3 0,0 0 1 0,0 0-2 15,0 0-3-15,0 0-2 0,0 0 0 0,0 0-6 16,0 0-2-16,0 0 0 0,0 0-3 0,0 0 2 16,0 0 2-16,0 0 0 0,0 0 0 0,0 25 0 15,0-25 0-15,-1 14 2 0,0-4-2 0,1 0-1 16,0 0 3-16,-2 1-2 0,2 0 1 0,0-1 3 16,-1-2-5-16,0 3 3 0,1-2-2 0,-2 1 2 15,2-2-2-15,0-8-1 0,0 15 0 0,0-9 2 16,0-6-3-16,-1 14 4 0,1-8-3 0,0-6 3 15,0 13-2-15,0-13 2 0,-1 10 2 0,1-10-2 16,0 7-1-16,0-7 1 0,0 0-3 0,0 12 5 16,0-12-4-16,0 0 3 0,-1 6-4 0,1-6 0 15,0 0 4-15,0 0-1 0,0 0 0 0,1 8 5 16,-1-8-5-16,0 0 1 0,0 0 3 0,0 0 5 16,0 0 7-16,0 0 1 0,0 0 16 0,0 0-6 15,0 0-5-15,0 0 1 0,0 0-2 0,0 0-1 16,0 0-7-16,0 0 1 0,0 0-1 0,-5-24 1 15,5 24-5-15,-1-9-2 0,1 9 0 0,0-13-4 16,0 3-1-16,0 1 7 0,0-2-7 0,0 4-3 16,0-5 0-16,0 3 3 0,0-2-4 0,0 2 1 15,1-2 3-15,-1 2-3 0,1-1 0 0,-1 3 0 16,0-4-2-16,0 2 0 0,0 9 0 0,0-13 2 16,3 7-1-16,-3 6 1 0,0-11-2 0,0 11 1 15,0 0 4-15,0-10-4 0,0 10 0 0,1-6 0 16,-1 6 1-16,0 0-1 0,0 0-2 0,0 0-4 15,0 0-1-15,0 0 2 0,0 0-7 0,0 0 2 16,0 0 4-16,0 0 2 0,0 0-3 0,0 0 0 16,0 0 3-16,-4 32 0 0,2-19 0 0,-1 3 4 15,1 0-2-15,-1 3-1 0,-2 1 2 0,1-2-1 16,1-1-2-16,0-1 6 0,-1-1-6 0,0-2 5 16,0 2-4-16,2-2 1 0,0-1 2 0,1-1 2 15,0 1 1-15,-1-2-5 0,1-1 0 0,0-1 5 16,0-2-4-16,1-6 1 0,-3 11 0 0,3-11-1 15,-1 8 2-15,1-8-5 0,-2 6 7 0,2-6-4 16,0 0 3-16,0 0 2 0,-2 9 5 0,2-9 0 16,0 0 5-16,0 0 10 0,0 0 9 0,0 0-1 15,0 0-1-15,0 0-2 0,0 0-1 0,0 0-6 16,0 0-1-16,0 0 9 0,1-28-15 0,-1 18-4 16,1-1 1-16,-1-2-6 0,3 2 2 0,-3-2 3 15,3-3-5-15,-2 5-3 0,1-1 9 0,0 2-8 0,-2 0-5 16,1-2 3-16,-1 2 0 0,1 0-2 15,1 2 4-15,-2-1-3 0,0 0-1 0,0 9-1 16,1-12 3-16,-1 12 1 0,1-12-1 0,-1 12 3 16,-1-7 2-16,1 7-11 0,0 0 1 0,0 0 2 0,-1-11-1 15,1 11 1-15,0 0-5 0,0 0 3 0,2-6-1 16,-2 6-4-16,0 0-3 0,0 0 0 16,0 0 0-16,0 0-2 0,0 0 3 0,0 0 2 15,0 0 0-15,0 0 3 0,1 25-2 0,1-15 5 16,-2-10 2-16,-2 17-1 0,4-7-3 0,-4 2 8 0,2-1-12 15,-1 0 9-15,1-1-7 0,-1 0-1 16,1 0 3-16,-1-1 3 0,-1-1-3 0,2 0 4 16,0-8-2-16,0 11 4 0,0-11 6 0,0 9-9 15,0-9 2-15,-1 7-4 0,1-7 10 0,0 0-5 16,0 0 2-16,-1 8 1 0,1-8 5 0,0 0-5 0,0 0 11 16,0 0-16-16,0 0 6 0,0 0 5 15,0 0-8-15,0 0 2 0,0 0 0 0,0 0-3 0,0 0 4 16,0 0-3-16,0 0-3 0,-4-25-2 15,3 17-1-15,1 8-6 0,0-21-1 0,0 15-7 0,1-4-3 16,-1 4 2-16,0 6 1 0,1-13 3 0,-1 13-5 16,0-8-5-16,0 8-15 0,0 0-17 0,0 0-17 15,-1-10-22-15,1 10-21 0,0 0-28 16,0 0-35-16,0 0-42 0,0 0-41 0,0 0-185 16,-18 18-481-16,13-13 214 0</inkml:trace>
  <inkml:trace contextRef="#ctx0" brushRef="#br0" timeOffset="27785.71">8386 5516 12 0,'0'0'22'0,"0"0"-20"0,0 0-8 0,0 0-7 16,0 0 3-16</inkml:trace>
  <inkml:trace contextRef="#ctx0" brushRef="#br0" timeOffset="28468.45">7827 11503 8 0,'0'0'59'15,"16"-2"-14"-15,-7-2-8 0,0 0-27 0,1-1-15 16,-3 0-21-16,1-3-28 0,0-2 12 16</inkml:trace>
  <inkml:trace contextRef="#ctx0" brushRef="#br0" timeOffset="30661.29">8395 5524 44 0,'0'0'88'0,"0"0"-13"0,0 0-6 0,0 0-5 0,0 0-14 15,0 0-4-15,0 0-2 0,0 0-1 16,0 0 3-16,0 0-10 0,0 0 12 0,0 0 2 0,0 0-3 16,0 0-7-16,0 0 6 0,0 0-8 0,-14-14-4 15,14 14-8-15,0 0-3 0,0 0 9 0,0 0-8 16,-5-5 3-16,5 5 1 0,0 0 3 0,0 0-4 15,0 0 2-15,0 0 4 0,-7-4-7 0,7 4-7 16,0 0-2-16,0 0 8 0,-9-5-10 0,9 5-4 16,0 0 6-16,0 0-9 0,-9-3-8 0,9 3 17 15,0 0-34-15,0 0 8 0,-7-1 0 0,7 1-13 16,0 0 3-16,0 0-9 0,0 0 12 0,0 0 3 16,0 0 5-16,0 0-16 0,-9-1 10 0,9 1-3 15,0 0 7-15,0 0-6 0,0 0 3 0,0 0 0 16,0 0 7-16,0 0 2 0,-7-5-1 0,7 5-2 15,0 0 3-15,0 0 2 0,0 0-4 0,0 0 10 16,0 0-10-16,-1-8 2 0,1 8-2 0,0 0 10 16,0 0 3-16,-1-9-5 0,1 9 5 0,0 0-6 15,0 0 4-15,-4-6 0 0,4 6 13 0,0 0-10 16,0 0 4-16,0 0-1 0,0 0 2 0,0 0-2 16,-5-4-2-16,5 4-3 0,0 0 9 0,0 0-9 15,0 0-4-15,0 0 0 0,0 0 3 0,0 0 6 16,0 0-4-16,0 0-5 0,0 0 4 0,0 0 2 15,0 0-17-15,0 0 10 0,0 0 3 0,0 0-1 16,0 0-1-16,0 0-3 0,0 0 6 0,0 0-1 16,0 0 2-16,0 0-6 0,0 19 3 0,0-19 4 15,0 0 1-15,0 0-7 0,1 13 9 0,-1-13-10 16,1 8 10-16,-1-8-10 0,0 7 5 0,0-7 0 16,2 10 0-16,-2-10-1 0,1 11 0 0,0-6 4 0,-1-5-2 15,2 6-1-15,-2-6-6 0,1 13 8 0,0-7-5 16,0 1-2-16,-1-7 4 0,4 14-1 15,-3-6-1-15,-2-1 3 0,2 0-3 0,1 0-4 16,-2-7-11-16,1 14 16 0,-1-7-3 0,1-1 6 0,-1-6-4 16,0 16 1-16,3-10-4 0,-2 1 3 0,3 0-2 15,-2 0 5-15,1-1-4 0,-2 0 6 0,1 1-4 16,-2-7 2-16,2 12-1 0,-1-7-19 0,-1-5 21 16,3 12-1-16,-2-6-5 0,-1-6-1 15,3 8 4-15,-3-8-1 0,1 11 3 0,-1-5-5 0,0-6 9 16,1 10 1-16,-1-10-9 0,0 11 1 15,0-5-7-15,0-6 3 0,0 10 10 0,0-10-9 16,1 11-9-16,-1-11 11 0,-1 11 5 0,1-11-2 16,1 8-3-16,-1-8 6 0,0 10-1 0,0-10-1 0,-1 8 0 15,1-8-10-15,0 10 15 0,0-10-8 16,0 9 4-16,0-9-4 0,1 9 3 0,-1-9 3 16,0 9-1-16,0-9-2 0,2 9 6 0,-2-9-5 0,1 8 0 15,-1-8 3-15,1 7 2 0,-1-7-6 0,0 9 0 16,0-9 2-16,2 6 4 0,-2-6 2 0,0 8-2 15,0-8-1-15,1 9 1 0,-1-9 1 0,0 0-9 16,0 9 6-16,0-9 9 0,0 7-12 0,0-7 5 16,0 9-8-16,0-9 11 0,1 8-6 0,-1-8-2 15,2 9-3-15,-2-9-1 0,0 0 5 0,0 12 0 16,0-12-6-16,-2 9 3 0,2-9 0 0,0 9-1 16,2-2-3-16,-2-7 0 0,0 11 2 0,0-11-3 15,1 10 6-15,-1-10-6 0,-1 11 7 0,1-11-6 16,0 10 4-16,0-10-2 0,0 12-6 0,0-12 8 15,0 11-2-15,0-4 1 0,0-7 1 0,0 12-3 16,-2-7 0-16,2-5 1 0,2 12-8 0,-2-12 14 16,1 11-11-16,-1-11 7 0,0 10-5 0,0-10-2 0,-1 12 2 15,-1-7 3-15,2-5-1 0,2 12-4 16,-2-4 4-16,0-8 1 0,0 11-1 0,1-5 3 16,-1-6-1-16,1 13-1 0,-1-8-1 0,0-5-3 15,1 12 3-15,-2-4 3 0,1-8-7 0,-1 11 6 0,1-11-6 16,-1 13 1-16,1-4 7 0,1 0-1 15,-2-1 3-15,-1-1-19 0,2-7 10 0,2 17 3 16,-1-7-1-16,-1-3-1 0,1 0 2 0,0 3 7 16,1-2-11-16,-4 3 3 0,2-2-6 0,2 1 0 15,-1 0 4-15,0 0 3 0,1-1-2 0,-1 4 3 0,-1-1 1 16,1-1 4-16,0 1-3 0,2 4-1 16,1-1 3-16,-2-3-13 0,-2 4 11 0,1 0 2 15,2 1-7-15,0 0-4 0,-1 0-16 0,1-1-3 16,1 3-20-16,0 2-19 0,1-4-21 0,-2 10-24 0,-1-8-26 15,0 6-80-15,-1 0-233 0,-1 1 103 16</inkml:trace>
  <inkml:trace contextRef="#ctx0" brushRef="#br0" timeOffset="31566.08">8468 6473 5 0,'0'0'62'0,"0"0"-17"16,0 0 1-16,-6-6-3 0,6 6-4 0,0 0-8 15,0 0-5-15,0 0-6 0,0 0-2 0,0 0-16 16,0 0-4-16,0 0 0 0,0 0-2 0,0 0 4 15,0 0-6-15,0 0 8 0,0 0-8 0,0 0 2 16,0 0-2-16,0 0 2 0,0 0 0 0,0 0-12 16,0 0-3-16,0 0-26 0,0 0-48 0,-17 8 22 15</inkml:trace>
  <inkml:trace contextRef="#ctx0" brushRef="#br0" timeOffset="35125.44">8406 6457 19 0,'0'0'59'0,"0"0"-11"16,-2-7 6-16,2 7-1 0,0 0-6 0,0 0 2 16,0 0 1-16,0 0-6 0,0 0 0 0,-2-8-3 15,2 8-3-15,0 0 3 0,0 0-5 0,0 0-6 16,0 0 4-16,0 0 2 0,0 0 6 0,0 0-7 16,0 0-3-16,-1-7 8 0,1 7-23 0,0 0 3 15,0 0 5-15,0 0-4 0,0 0-7 0,0 0 3 0,0 0 9 16,0 0-11-16,0 0 0 0,0 0-6 0,0 0 2 15,0 0-18-15,0 0 10 0,0 0 5 16,0 0-2-16,0 0-1 0,0 0-1 0,0 0-1 16,0 0 2-16,0 0 1 0,0 0 6 0,0 0 3 15,0 0 6-15,10 16 1 0,-10-16-5 0,4 6 0 0,0-2-5 16,-4-4 4-16,6 9 0 0,-3-3-1 16,-3-6 8-16,2 10-7 0,0-6 1 0,-2-4 6 15,2 12-5-15,0-6-1 0,-2-6 0 0,2 10-4 16,-2-10 7-16,1 11-2 0,-1-5 0 0,0-6-5 0,2 8-5 15,-2-8 5-15,2 9-1 0,-2-9 2 16,0 8-4-16,0-8-11 0,3 10 14 0,-3-10 1 16,0 9-3-16,0-9-9 0,0 7 12 0,0-7-5 15,-1 9 0-15,1-9 0 0,1 10-2 0,-1-10 2 0,0 8 2 16,0-8 3-16,-1 10-2 0,1-10 2 0,-2 9-10 16,2-9 6-16,0 10-4 0,0-10 5 15,-2 5-5-15,2-5 5 0,-2 10 3 0,2-10-6 16,2 10 6-16,-2-10-5 0,0 9 5 0,0-9-6 0,1 7 1 15,-1-7-1-15,-1 9 0 0,1-9-6 0,-2 10 5 16,2-10 2-16,0 0-4 0,2 12 2 0,-2-12-2 16,1 7 0-16,-1-7 4 0,1 8-9 0,-1-8 5 15,0 0-4-15,-1 9-1 0,1-9 3 0,0 0 1 16,1 12 2-16,-1-12 2 0,0 6-2 0,0-6 5 16,0 0-1-16,-1 9-7 0,1-9 1 15,0 9-1-15,0-9 1 0,1 8 1 0,-1-8-1 16,0 10-2-16,0-10 7 0,0 10-1 0,0-10-4 0,0 9 0 15,0-9 2-15,0 9-1 0,0-9 4 0,-1 9-4 16,1-9-2-16,-3 9 2 0,3-9-2 0,-1 12-3 16,0-8 2-16,1-4 1 0,0 0 0 0,1 13-1 15,-1-13 2-15,-2 6-4 0,2-6 0 0,0 0 2 16,2 10-3-16,-2-10 5 0,0 9 1 0,0-9 2 16,0 10 0-16,0-10-4 0,-1 12-3 0,1-12 2 15,1 11-5-15,-1-5 6 0,0-6-5 0,0 8 4 16,0-8-2-16,1 11 2 0,-1-11-3 0,0 10-2 15,2-5 6-15,-2-5 1 0,-2 13-6 0,4-8 3 16,-2-5-3-16,-2 10 2 0,2-10 6 0,0 13-5 16,3-6-2-16,-2-1 2 0,-1-6 0 0,2 16-4 15,0-9 0-15,-1 2 2 0,-1 0 0 0,2-1 1 16,-1 1 0-16,0 0 2 0,3-2 2 0,-4 5-4 16,1-6 0-16,2 4 3 0,-2-3-4 0,-1 1 4 15,3 3-1-15,-3-1-1 0,1 0-1 0,0 0 0 16,2-1 3-16,-2 0-2 0,-1 1-2 0,-1-1 10 15,2 1-6-15,-1-2-4 0,1 2 1 0,-1 2-1 16,2-2-1-16,-2 0 3 0,2-2 2 0,-2 1-3 16,2 0 0-16,-1-1-4 0,-1-8 3 0,1 14 0 15,0-4 4-15,1-1-2 0,-1-2-3 0,0 0-3 16,-1-7 5-16,0 15 4 0,3-8-3 0,-3 1 0 0,0-8-5 16,1 12 6-16,0-4-1 0,-1-8 5 15,1 14-6-15,-2-8 0 0,1-6-1 0,1 16 3 16,-3-10 0-16,3 1 4 0,-1-7-6 0,-2 13 6 15,2-6-4-15,0-7-5 0,-3 15 3 0,3-8 2 0,-1 1 1 16,1-8-5-16,0 14 4 0,0-14-1 0,1 11 2 16,-2-5-3-16,1-6-3 0,1 12 3 0,-1-6-3 15,0-6 5-15,3 12-2 0,-3-12-1 16,1 12 3-16,-1-12 0 0,0 11-5 0,0-4 4 0,0-7-1 16,1 11 4-16,-1-5-3 0,1 0 0 0,-1-6 1 15,-1 13-2-15,1-6 0 0,0-7-2 0,-1 13-1 16,1-7 6-16,-4 4-3 0,4-10 2 0,0 14-4 15,0-8 4-15,0-6-1 0,-1 13-1 16,0-7-1-16,1-6-1 0,0 12 2 0,0-12 5 0,-2 11-1 16,1-3 4-16,1-8-8 0,-1 12-1 0,0-7-4 15,1-5 5-15,0 13-3 0,0-13 0 16,0 10 7-16,0-10-3 0,-2 10-2 0,1-4 7 0,1-6-6 16,-1 12-4-16,-1-6-6 0,2-6 8 0,0 10 3 15,0-10-1-15,0 11 2 0,0-11-2 0,-1 9-2 16,0-4 5-16,1-5-1 0,-1 11-5 0,1-11 8 15,-4 10-7-15,4-10 5 0,-2 10-3 0,1-4 3 16,1-6-6-16,-1 10 2 0,0-4 3 0,1-6-4 16,-2 13 5-16,2-7-1 0,0-6-4 0,-1 13 1 15,0-7-1-15,1-6 2 0,-4 13 1 0,4-5-1 16,-1 1-4-16,1-9 6 0,0 13-3 0,-3-3-2 16,3-4 4-16,0 6-2 0,0-2 1 0,0-3-1 15,-1 3 2-15,1-3 4 0,0 3-6 0,-3-1 2 16,3 1 3-16,-1 0-5 0,1-2-2 0,1 3 6 15,1-1-2-15,-2 0 0 0,0-1 2 0,0 0-2 16,0 2-3-16,1-2 6 0,-1 1-5 0,1-1-5 16,-1 1 5-16,1-1 5 0,1 2-3 0,-2 0-2 15,1-1 1-15,-1-2-2 0,0 4 1 0,1-2 4 16,-2 2-1-16,2 0-1 0,3-2-2 0,-3 1 2 16,-2 0-1-16,1 0-2 0,0 0 4 0,-1 3-6 0,2-3 3 15,-1 2 7-15,1-2-2 0,-1 1-1 0,0 1 2 16,0 1 0-16,0-3-2 0,0 0 3 15,2 0-5-15,-2 5 7 0,1-5-4 0,0 4 0 16,-1-1-3-16,0-5 2 0,0 2-1 0,-1 2 0 0,2-1 3 16,0 0-1-16,1 0-1 0,-2-2 4 0,0 2-2 15,0-2 3-15,1 3-9 0,0-1 6 0,-1-1-2 16,2 0 4-16,-1-1-7 0,0 4 3 16,-1-2 0-16,3-2 1 0,-3 2-3 0,1 0 4 15,0-1-1-15,1 1-1 0,0-2-1 0,-1 0 4 0,-1 0-2 16,2-1 0-16,-2 3-2 0,0-4-3 0,0 1 5 15,-3 1-1-15,4-1-4 0,-1 0 0 0,0-1 4 16,2 1 0-16,-2-2 4 0,0-7-3 0,0 15 2 16,0-8-6-16,1 3 2 0,-1-10 3 0,-1 14-1 15,1-5 2-15,1-1-5 0,-1 1 1 0,0-9 0 16,-1 14 1-16,1-5 1 0,0-1-2 0,0-8 0 16,0 13 0-16,-2-6 2 0,1 0-4 0,1-7 3 15,0 13 0-15,-1-6 0 0,0 2 2 0,-1-2-2 16,2-7 3-16,-1 14-2 0,1-8-3 0,0-6 6 15,0 14-2-15,0-9-4 0,0-5 2 0,3 14 0 16,-5-7 2-16,2-7-1 0,0 12-2 0,0-12 2 16,-1 11-3-16,1-11 3 0,0 9-1 0,0-9-5 15,0 13 7-15,0-7-2 0,0-6 0 0,0 12 0 16,0-12-2-16,0 9 2 0,-1-3-3 0,1-6 2 16,-3 9 2-16,3-9-3 0,0 9 2 15,0-9 0-15,-1 8-4 0,1-8 2 0,-1 7-1 0,1-7 0 16,0 0 0-16,-2 12 0 0,2-12 2 0,-1 8-1 15,1-8 1-15,-1 10-2 0,1-10 4 0,-2 9-2 16,2-9 4-16,0 11-6 0,0-11 2 0,-1 10 0 16,1-10-2-16,-1 7 3 0,1-7-2 0,0 9 0 15,0-9 0-15,1 9 1 0,-1-9 2 0,-1 8-1 16,1-8 0-16,-3 10-2 0,3-10 1 0,-1 8-2 16,1-8-2-16,-1 7 4 0,1-7-2 0,-3 7-5 15,3-7 4-15,0 0 1 0,0 10 2 0,0-10 2 0,0 0-6 16,3 9 4-16,-3-9-1 0,0 0 1 15,-3 9-1-15,3-9 0 0,0 0 1 0,3 7 0 16,-3-7-1-16,0 0 0 0,-4 10-2 0,4-10 5 16,0 0-2-16,-1 9 0 0,1-9 1 0,0 0-2 0,-2 10 2 15,2-10-4-15,-2 7-1 0,2-7 2 16,0 10 0-16,0-10 5 0,-3 9-4 0,2-4 0 16,0 3 1-16,1-8 0 0,-4 9-1 0,3-4-1 15,1-5 2-15,-2 12-3 0,1-4 0 0,-3-2 1 16,2 2 2-16,0-1 2 0,1 2-2 0,-3-2 1 15,3 1-6-15,0 1 6 0,-2 1 0 0,1-2 0 16,2 2-3-16,-3-1 3 0,2 1-1 0,-2-1 1 16,4 1 5-16,-3 0-1 0,2-2-1 0,1 4-4 15,-2-3 3-15,0 0 0 0,-1 1-4 0,1-1 2 0,0 0-1 16,1 0-1-16,-2 0 4 0,1 0-4 0,1 0 1 16,1 0 1-16,-2 0 0 0,2 0-1 0,-1-9 0 15,-1 14 0-15,0-6-3 0,0 3 2 0,-1-2 0 16,2 1 1-16,0-2-3 0,-2 1 2 0,1-1 4 15,1-8-3-15,-2 17 4 0,1-8-6 16,2-2 0-16,-1 3-1 0,0-10 3 0,-2 16-3 0,1-6 6 16,1-10-3-16,-2 14 0 0,2-14-1 15,-1 12-2-15,1-12 6 0,-3 13-5 0,3-4-1 0,0-9 3 16,0 15 3-16,0-15-6 0,-2 16 3 0,2-11 0 16,0-5-2-16,1 14 2 0,-2-7-5 0,3 1 4 15,-2 0 1-15,0-8-4 0,0 13 3 0,-1-6-2 16,1 2 0-16,0-9 1 0,0 14 2 0,-1-7-3 15,1-7 0-15,1 12 3 0,-1-5-1 0,0 0 0 16,0-7-3-16,-1 16 2 0,1-6 0 0,-1-2 2 16,-1 1-3-16,2 1 2 0,0-2-2 0,-1-2 1 15,1-6 0-15,1 16 3 0,-1-9 0 0,-1 3-3 16,0-3 0-16,3 1 4 0,-2-1-5 0,0-7-2 16,-2 17 5-16,3-10-2 0,-2 3-2 0,1-2 2 15,0 2-2-15,0-10 1 0,-2 15 1 0,2-5 1 16,-1-5-2-16,2 3 4 0,-1-8 0 0,-1 17 0 15,2-9-3-15,-1-1 0 0,0 3 0 0,2-2 2 16,-2 1-2-16,2 0 6 0,-2 1-6 0,2-3 1 16,-2 3 2-16,-2-2-1 0,4-1-4 0,-2-7 4 15,-2 13 0-15,2-5-2 0,0-8 0 0,2 12 0 16,-2-3 3-16,1-3-1 0,-1-6 1 0,1 13-6 16,-1-7 5-16,0-6 2 0,-2 13-3 0,2-13 4 15,0 13-7-15,1-7 0 0,-1 1 3 0,0-7 2 16,0 10-3-16,0-10 3 0,0 10-3 0,0-4 4 0,0-6-4 15,-1 11-1-15,1-11-1 0,0 9 4 0,0-9 1 16,0 0-3-16,-3 11 3 0,3-11-3 16,0 8 1-16,0-8 2 0,-1 8-3 0,1-8 2 15,-2 9-1-15,2-9-1 0,0 0-2 0,3 5 4 16,-3-5-4-16,0 0 0 0,0 0 3 0,0 0-3 0,0 0 0 16,-1 10 1-16,1-10-1 0,0 0-1 0,0 0 5 15,0 0-1-15,-2 7 0 0,2-7 4 0,0 0-5 16,0 0 1-16,0 0 0 0,0 0 2 15,0 0-3-15,0 0 2 0,0 0-4 0,0 0 2 0,0 0-1 16,2 8 2-16,-2-8-1 0,0 0 1 0,0 0 0 16,0 0-2-16,1 9 2 0,-1-9 0 15,0 0-4-15,0 0 3 0,0 0 0 0,1 11 2 16,-1-11-2-16,0 0 3 0,0 7-4 0,0-7 2 0,0 0-3 16,0 0 2-16,3 9 0 0,-3-9 0 0,0 0 0 15,0 7 0-15,0-7 3 0,0 0-3 0,0 11 1 16,1-5 0-16,-1-6 1 0,1 12-3 0,-1-12 8 15,2 13 5-15,-2-6-1 0,0-7 0 0,0 16-2 16,0-9 1-16,0-7 0 0,-2 14-1 0,4-4 1 16,-4-2-4-16,2-8 0 0,0 15 0 0,-1-10-3 15,1-5 0-15,1 12 0 0,-1-6 3 0,0-6-3 16,0 14 6-16,0-14-6 0,2 12-3 0,-4-6 3 16,2-6 0-16,0 8-1 0,0-8-4 0,2 9 3 15,-2-9 2-15,0 8-2 0,0-8 0 0,0 8 1 16,0-8 1-16,0 9-3 0,0-9 4 0,1 7-3 15,-1-7-1-15,0 0 1 0,0 9 2 0,0-9-2 16,0 0 0-16,0 9 5 0,0-9-6 0,0 0 1 16,0 8-2-16,0-8-1 0,1 6 4 0,-1-6-2 15,0 0 2-15,-1 13-2 0,1-13 3 0,0 0-5 16,0 7 5-16,0-7-3 0,-1 8 1 0,1-8-2 16,0 0 0-16,0 10 0 0,0-10 3 0,0 0-2 15,-2 9 0-15,2-9 3 0,-2 7 0 0,2-7-6 16,0 0 4-16,0 12-2 0,0-12 1 0,-1 6 1 15,1-6 1-15,0 0-2 0,-2 9 1 0,2-9 0 16,0 0-1-16,0 10 0 0,0-10 0 0,0 0-2 0,2 13 2 16,-2-13 0-16,-2 9 0 0,2-9 2 15,-1 10-1-15,1-10 0 0,-1 10 0 0,1-10 2 16,1 10-3-16,-1-10 1 0,-1 11 1 0,1-11 0 16,0 11 2-16,-3-4-4 0,3-7 2 0,-1 12-2 0,1-6 0 15,0-6 0-15,1 11-1 0,-1-11 3 0,-1 12 1 16,2-6-2-16,-1-6 2 0,-3 11 0 15,3-11-2-15,0 10 1 0,0-10 2 0,-1 11-2 16,1-11 1-16,-2 7-3 0,2-7 2 0,0 7-1 0,0-7 2 16,0 0 1-16,-3 13-5 0,3-13 0 0,0 7 4 15,0-7-6-15,0 9 5 0,0-9 0 16,0 0-1-16,3 10-3 0,-3-10 4 0,-4 9-4 16,4-9 4-16,0 0-3 0,0 11 1 0,0-11-1 0,0 9 1 15,0-9-1-15,1 8 4 0,2-2-3 0,-3-6 5 16,-3 9-2-16,3-9 0 0,-1 10-1 0,1-10 2 15,-1 10-2-15,1-10 0 0,1 11 0 16,-1-11-1-16,-1 8-2 0,1-8 4 0,0 10-2 0,0-10-2 16,-2 8 2-16,2-8 1 0,0 0-2 0,-1 9 2 15,1-9-1-15,0 0 4 0,3 9-4 0,-3-9 3 16,0 0-3-16,0 10-1 0,0-10 0 0,1 5 4 16,-1-5-1-16,0 0 1 0,0 0-6 0,-4 9 7 15,4-9-4-15,0 0-1 0,0 0 0 0,0 0-1 16,0 0 2-16,0 0 1 0,0 0 0 0,0 0 2 15,0 0-5-15,0 0 4 0,0 0-1 0,0 0 0 16,0 0-1-16,0 0 0 0,0 0 0 0,0 0 0 16,0 0 0-16,0 0 5 0,0 0-1 0,3 8-2 15,-3-8 1-15,0 0-2 0,0 0 2 0,0 0-1 16,0 0-5-16,0 0 7 0,0 0-16 0,0 0-9 16,0 0-31-16,0 0-32 0,0 0-39 0,0 0-47 15,0 0-41-15,0 0-187 0,-20-17-431 0,20 17 191 16</inkml:trace>
  <inkml:trace contextRef="#ctx0" brushRef="#br0" timeOffset="36136.04">8347 11246 42 0,'0'0'105'0,"9"-7"-7"16,-9 7-11-16,0 0 6 0,0 0-7 0,0 0-3 15,0 0-10-15,0 0 5 0,0 0 4 16,0 0 5-16,0 0-13 0,0 0 4 0,-10-6 2 16,10 6-4-16,0 0-5 0,0 0-1 0,0 0-9 0,0 0-5 15,0 0-11-15,0 0-2 0,0 0-10 0,0 0 0 16,0 0-3-16,0 0-4 0,0 0-2 0,0 0 1 15,-6-3-7-15,6 3 0 0,0 0-4 0,0 0 5 16,0 0-6-16,0 0 1 0,0 0-2 0,0 0 0 16,0 0-1-16,0 0-3 0,0 0-2 0,0 0-1 15,0 0-2-15,0 0 2 0,0 0 1 0,0 0-3 16,0 0-1-16,0 0 4 0,0 0 8 0,0 0 5 16,0 0-2-16,2 20-7 0,-2-20 6 0,0 12-5 15,2-5-1-15,-2-7 3 0,0 13-1 0,-2-3-2 16,4-1 2-16,-2-2 3 0,0-7-2 0,1 17-3 15,1-7 2-15,0-3 1 0,-2-2 1 0,0-5-4 16,4 12 3-16,-2-7-5 0,1 2 2 0,-3-7-2 16,1 10 2-16,0-5-3 0,-1-5 0 0,4 6 3 15,-4-6-1-15,0 0-4 0,1 11 1 0,-1-11 0 0,0 0 0 16,3 6-1-16,-3-6 0 0,0 0-4 16,0 0-3-16,0 0-11 0,0 0-15 0,0 0-12 15,0 0-31-15,0 0-29 0,0 0-31 0,0 0-43 16,0 0-110-16,0 0-308 0,0 0 137 0</inkml:trace>
  <inkml:trace contextRef="#ctx0" brushRef="#br0" timeOffset="37244.08">8144 11460 60 0,'0'0'72'0,"0"0"-21"0,0 0 4 16,0 0 4-16,0 0-7 0,0 0-1 0,0 0-8 16,0 0 0-16,0 0 3 0,0 0-12 0,0 0-4 15,0 0-1-15,0 0 4 0,0 0-11 0,0 0 4 16,0 0 0-16,0 0-4 0,0 0 0 0,0 0-1 16,0 0-7-16,0 0-1 0,0 0-1 0,0 0-7 15,0 0 1-15,0 0 5 0,0 0 6 0,0 0-5 16,0 0 1-16,0 0-12 0,13-17 4 0,-13 17 6 15,0 0-5-15,0 0 0 0,0 0 5 0,0 0-5 16,-8-13-1-16,8 13 9 0,0 0 4 0,-5-8 1 16,5 8-1-16,-2-5 1 0,2 5 10 0,-5-4-3 15,5 4 16-15,0 0-2 0,-6-8 0 0,6 8-3 16,0 0-2-16,0 0 6 0,-3-8-11 0,3 8 6 16,-4-3-7-16,4 3 1 0,0 0 0 0,0 0-3 15,0 0 5-15,0 0 4 0,-4-7 1 0,4 7-2 16,0 0 1-16,0 0-3 0,0 0 1 0,0 0-3 15,0 0-4-15,0 0-5 0,0 0 10 0,0 0-5 16,0 0-6-16,0 0 2 0,-4-6-1 0,4 6-2 0,0 0-3 16,0 0 0-16,0 0 2 0,0 0-2 15,0 0 0-15,0 0 0 0,0 0 2 0,0 0-2 16,0 0 1-16,0 0-1 0,0 0-1 0,0 0-3 16,0 0 2-16,0 0-2 0,0 0 2 0,0 0 0 0,0 0 0 15,0 0 4-15,0 0 1 0,0 0-2 0,0 0-3 16,0 0 1-16,0 0-3 0,0 0-1 15,0 0-2-15,0 0 0 0,0 0 2 0,0 0 1 16,0 0-5-16,0 0 7 0,0 0 0 0,0 0 6 16,0 0 3-16,0 0-4 0,0 0 5 0,0 0 0 15,14 13-2-15,-14-13 2 0,0 0 1 0,0 0 2 16,0 0-3-16,0 0 8 0,7 3-3 0,-7-3 3 16,0 0-2-16,0 0-2 0,0 0-2 0,0 0 4 15,11 0-2-15,-11 0-1 0,0 0 2 0,8 0 2 16,-8 0 4-16,0 0-8 0,9 2 3 0,-9-2 0 15,0 0-6-15,9-2 4 0,-9 2-7 0,0 0-2 16,12-3-3-16,-12 3 2 0,7-2-2 0,-7 2-1 16,8-2-1-16,-8 2 1 0,10-2-6 0,-10 2 3 0,11-3-4 15,-4 1 2-15,-7 2 1 0,11-3-4 0,-6 1 4 16,-5 2-4-16,12-2 7 0,-7 1-9 0,-5 1-1 16,12-4 0-16,-12 4 0 0,11-3 1 0,-11 3 5 15,9-3-5-15,-4 2-4 0,-5 1 0 0,0 0 2 16,13-3 11-16,-8 1-7 0,-5 2 1 0,0 0-1 15,9-3 3-15,-9 3-2 0,7-1 0 0,-7 1-1 16,0 0 0-16,8-2-1 0,-8 2-1 0,0 0-2 16,0 0 2-16,0 0 2 0,8-3-4 0,-8 3 0 15,0 0 3-15,0 0 3 0,0 0 0 0,0 0 3 16,0 0 15-16,9-3-9 0,-9 3-5 0,0 0 5 16,0 0 2-16,0 0 1 0,0 0-3 0,0 0-6 15,7-2-5-15,-7 2 6 0,0 0 1 0,0 0-4 16,0 0-5-16,0 0 3 0,8-2-2 0,-8 2-6 15,0 0 4-15,0 0 5 0,0 0-5 0,0 0-1 16,0 0 3-16,6-4-4 0,-6 4 0 0,0 0-2 16,0 0-7-16,0 0-10 0,0 0-9 0,0 0-13 15,0 0-10-15,0 0-16 0,0 0-16 0,0 0-17 16,0 0-16-16,0 0-23 0,0 0-22 0,0 0-17 16,0 0-32-16,0 0-12 0,0 0-12 0,0 0-155 15,-24 7-418-15,24-7 185 0</inkml:trace>
  <inkml:trace contextRef="#ctx0" brushRef="#br0" timeOffset="37785.08">8090 11457 118 0,'0'0'129'0,"-11"-2"3"0,11 2 2 16,0 0 1-16,0 0 2 0,0 0-9 0,0 0-5 16,0 0 1-16,0 0-6 0,0 0-6 15,0 0-10-15,0 0-7 0,0 0-12 0,0 0-5 16,0 0-7-16,0 0-5 0,0 0 4 0,0 0-3 16,0 0 3-16,0 0-1 0,0 0 1 0,0 0-7 15,0 0 4-15,0 0-5 0,28-2-2 0,-28 2-3 0,10-3-1 16,-10 3 0-16,12-3 2 0,-12 3-4 15,13-1-2-15,-6 0 2 0,0-1-11 0,-7 2-3 16,10-3 4-16,-10 3-4 0,14-4-4 0,-6 3-1 0,-8 1-5 16,15-3 4-16,-5 1-5 0,0 0 0 15,-1 0 3-15,2 0-6 0,0 0 7 0,-1 1-11 0,0-2-1 16,1 1-3-16,-5 0-1 0,4 1-2 16,-10 1 0-16,14-4 0 0,-6 4-3 0,-1-2 5 0,-7 2 7 15,15 0-10-15,-15 0-1 0,10-2-1 0,-2 1 3 16,-2-2-2-16,-6 3 0 0,9-1 2 0,-9 1-1 15,9-1 2-15,-9 1-2 0,0 0-2 16,11-2 1-16,-11 2-2 0,0 0-3 0,8-3 6 0,-8 3-1 16,0 0-4-16,0 0 0 0,0 0 0 0,9 0 1 15,-9 0-3-15,0 0 2 0,0 0-2 0,0 0-1 16,0 0-1-16,0 0 5 0,0 0-5 0,0 0 0 16,0 0-10-16,0 0-10 0,0 0-9 0,0 0-22 15,0 0-30-15,0 0-17 0,0 0-26 0,0 0-35 16,0 0-10-16,0 0-12 0,0 0-24 0,0 0-10 15,-33 5-13-15,27-4-160 0,-4 2-414 0,10-3 184 16</inkml:trace>
  <inkml:trace contextRef="#ctx0" brushRef="#br0" timeOffset="38280.58">8099 11458 34 0,'-7'1'129'0,"7"-1"14"16,0 0 1-16,0 0-3 0,0 0-1 0,0 0-9 16,0 0-1-16,0 0-2 0,0 0-4 0,20 3 7 15,-20-3-4-15,9 2-5 0,-9-2-6 0,10 0-1 16,-10 0-2-16,11 0-9 0,-11 0-2 0,12-2-4 15,-12 2-5-15,11-3-3 0,-5 3-4 0,-6 0-3 16,15 0-3-16,-6-2-8 0,0 0-3 0,-1 0-1 16,2 1-3-16,0-2-8 0,1 0-1 15,-2 0-4-15,2 1-1 0,-3 0-4 0,-2 0 0 0,-6 2-2 16,13-4 0-16,-7 4 1 0,-6 0 2 0,0 0-1 16,17-3 1-16,-17 3-3 0,13-2-5 0,-13 2 2 15,10-2 2-15,-10 2-9 0,0 0 6 0,9-4 12 16,-9 4-17-16,8-5 0 0,-8 5 4 0,0 0-7 15,0 0-1-15,12-4 1 0,-12 4 3 0,0 0-7 16,0 0 4-16,9-3-7 0,-9 3 0 0,0 0-8 16,0 0 3-16,7-6-12 0,-7 6 2 0,0 0 5 15,0 0-4-15,0 0 1 0,0 0-6 0,9-4 10 16,-9 4-15-16,0 0-6 0,3-3-12 0,-3 3-11 0,0 0-14 16,0 0-9-16,0 0-17 0,0 0-13 0,0 0-15 15,0 0-17-15,0 0-22 0,0 0-26 16,0 0-29-16,0 0-16 0,0 0-18 0,0 0-16 15,-25 0-4-15,25 0-169 0,-13 3-445 0,13-3 196 0</inkml:trace>
  <inkml:trace contextRef="#ctx0" brushRef="#br0" timeOffset="38701.11">8169 11439 81 0,'-7'4'118'0,"7"-4"0"16,0 0-13-16,0 0 3 0,0 0-2 16,0 0 6-16,0 0 2 0,0 0 3 0,0 0 0 0,0 0 0 15,0 0 1-15,0 0 1 0,13 10-4 0,-13-10-3 16,0 0-2-16,13 0 3 0,-13 0 0 16,7 1-6-16,-7-1 4 0,11 0 0 0,-11 0 7 0,14-1-15 15,-7-1 0-15,2 1-11 0,3-3 2 0,-3 1-7 16,0 1-2-16,2-2-3 0,-1 0-3 0,1-1 2 15,0 1-11-15,-1-1-3 0,1 0 1 0,0 1-8 16,1-1-3-16,-2-1-2 0,-1 1-9 0,-2 2 3 16,2-2 0-16,-1 1-3 0,-4 0 0 0,0-1 2 15,2 1-1-15,-6 4-3 0,9-6-1 0,-4 4-1 16,-5 2-5-16,6-5 0 0,-6 5 0 0,6-3-3 16,-6 3 2-16,0 0-4 0,6-4-1 0,-6 4-8 15,0 0 16-15,0 0-22 0,0 0 2 16,0 0 1-16,0 0-11 0,0 0-1 0,0 0-10 0,5-4-9 15,-5 4-3-15,0 0-26 0,0 0-23 0,0 0-17 16,0 0-26-16,0 0-31 0,0 0-31 0,0 0-27 16,-27 10-20-16,27-10-24 0,-14 7-19 0,4-5-19 15,-8 5-170-15,6-3-483 0,-1-1 215 0</inkml:trace>
  <inkml:trace contextRef="#ctx0" brushRef="#br0" timeOffset="39058.18">8192 11449 27 0,'0'0'156'0,"0"0"1"0,0 0-2 16,0 0-6-16,0 0-9 0,0 0 13 0,0 0-4 16,0 0-4-16,9 8-1 0,-9-8-2 0,0 0-8 15,11 0 3-15,-11 0-4 0,0 0-2 0,13-2-1 16,-13 2-5-16,10-1-5 0,-1 0 9 0,-9 1-20 15,11-3-1-15,0-1-5 0,-4 1-6 0,2-1 1 16,2 0-5-16,-1-1-2 0,-1 2-4 0,0-2-13 16,2 1 1-16,-5 0 0 0,2 1-6 0,-4-1-5 15,2 1 0-15,2 0-8 0,-8 3-1 0,8-7-2 16,-3 4-7-16,-5 3 0 0,0 0-5 0,8-4-5 16,-8 4 1-16,0 0-7 0,6-2 1 0,-6 2-2 0,0 0-12 15,0 0 10-15,6-4-16 0,-6 4-3 0,0 0-15 16,0 0-21-16,0 0-22 0,0 0-28 0,0 0-25 15,0 0-30-15,0 0-19 0,0 0-27 16,0 0-28-16,-33 4-20 0,33-4-18 0,-17 5-12 0,7-1-180 16,-2-1-474-16,2-1 211 0</inkml:trace>
  <inkml:trace contextRef="#ctx0" brushRef="#br0" timeOffset="39289.44">8212 11447 8 0,'0'0'181'0,"0"0"-1"0,0 0 1 16,0 0-5-16,0 0-2 0,0 0-7 16,0 0-1-16,0 0-4 0,0 0-6 0,0 0-9 0,0 0-9 15,29-10-7-15,-24 6-13 0,3 1-4 0,1-3-10 16,-1 0-14-16,-2 2-6 0,1 1-6 16,0-1-9-16,0 1-8 0,-7 3-8 0,11-4-12 15,-11 4-8-15,9-5-24 0,-9 5-17 0,5-3-24 0,-5 3-22 16,0 0-26-16,0 0-22 0,0 0-24 0,0 0-32 15,13-5-9-15,-13 5-37 0,0 0-111 0,0 0-342 16,0 0 151-16</inkml:trace>
  <inkml:trace contextRef="#ctx0" brushRef="#br0" timeOffset="40598.01">10387 5453 20 0,'0'0'18'0,"0"0"-11"16,0 0-8-16,0 0-7 0,0 0-7 16,0 0 3-16</inkml:trace>
  <inkml:trace contextRef="#ctx0" brushRef="#br0" timeOffset="40895.85">10443 5444 16 0,'0'0'95'0,"0"0"-12"0,0 0-3 15,0 0-7-15,0 0-6 0,0 0-8 16,0 0-1-16,0 0 1 0,0 0-14 0,0 0 8 0,0 0-20 16,0 0 9-16,0 0-17 0,0 0 6 0,0 0-25 15,0 0-12-15,0 0-8 0,0 0-17 0,0 0-18 16,0 0 1-16,0 0-11 0,0 0-44 0,0 0-113 15,0 0 50-15</inkml:trace>
  <inkml:trace contextRef="#ctx0" brushRef="#br0" timeOffset="41150.58">10452 5468 4 0,'0'0'46'0,"0"0"-9"0,0 0-18 16,0 0-17-16,0 0-20 0,0 0-20 0,0 0 9 15</inkml:trace>
  <inkml:trace contextRef="#ctx0" brushRef="#br0" timeOffset="41358.07">10424 5461 7 0,'0'0'66'0,"0"0"-12"0,0 0-8 15,0 0-10-15,0 0-10 0,0 0-11 0,0 0-8 16,0 0-11-16,0 0-5 0,0 0-7 0,0 0-5 16,0 0-14-16,0 0-37 0,0 0 17 0</inkml:trace>
  <inkml:trace contextRef="#ctx0" brushRef="#br0" timeOffset="41849.54">10629 5715 33 0,'0'0'45'0,"0"0"-14"0,0 0-15 0,0 0-12 16,0 0-16-16,0 0-8 0,0 0-21 16,0 0 10-16</inkml:trace>
  <inkml:trace contextRef="#ctx0" brushRef="#br0" timeOffset="42537.15">10653 5795 108 0,'0'0'95'0,"0"0"-3"0,0 0-15 15,0 0-5-15,0 0-11 0,0 0-10 0,0 0-18 16,0 0-17-16,0 0-13 0,0 0-19 0,0 0-13 15,0 0-16-15,0 0-42 0,0 0-94 16,-18-15 43-16</inkml:trace>
  <inkml:trace contextRef="#ctx0" brushRef="#br0" timeOffset="43666.25">10419 5645 14 0,'1'5'8'0,"-1"-5"4"0,2 10-2 0,-2-10-1 15,0 10-4-15,0-10 1 0,1 13-2 0,-1-7 1 16,0-6 2-16,0 12-4 0,0-5 2 0,0-7-1 15,-1 12 2-15,1-12-7 0,-3 12-1 0,2-6-15 16,-2-1-16-16,3-5 8 0</inkml:trace>
  <inkml:trace contextRef="#ctx0" brushRef="#br0" timeOffset="43924.95">10405 5767 16 0,'0'0'-3'0,"0"0"3"0,-9 0 0 0,9 0 0 16,0 0-3-16,0 0 9 0,-9-10-2 0,9 10 1 16,-5-6-2-16,5 6-1 0,-5-7 3 0,5 7-2 15,-3-8 2-15,3 8 2 0,-5-9 5 0,5 9-4 16,-4-7 0-16,4 7 1 0,-1-10 3 0,-3 6-5 15,4 4 5-15,-3-10 8 0,3 10 0 0,-2-10-1 16,2 10 3-16,-1-8 0 0,1 8 5 0,0 0 3 16,-1-8 0-16,1 8 4 0,0 0-11 0,0 0-6 15,0 0-1-15,0-9 1 0,0 9-7 0,0 0 4 16,0 0-6-16,0 0-2 0,0 0 2 0,0 0 1 16,0 0 2-16,0 0-5 0,0 0-2 0,0 0-3 15,0 0 2-15,11 22 1 0,-11-22-2 0,4 9 3 16,-3-5-3-16,3 2 3 0,-1 0-2 0,-1 1-5 15,-1-1-8-15,2 1-7 0,1 2-9 0,-3-3-3 16,2 1-7-16,-1-1-30 0,1 1-72 0,1-2 32 16</inkml:trace>
  <inkml:trace contextRef="#ctx0" brushRef="#br0" timeOffset="44404.28">10369 5651 26 0,'0'0'37'0,"0"0"-2"0,0 0-5 0,0 0-3 15,-5-6 1-15,5 6-11 0,0 0 0 0,0 0 2 16,0 0-5-16,0 0-3 0,0 0 1 0,0 0 1 16,0 0-2-16,0 0 6 0,0 0-8 0,0 0-2 15,0 0-1-15,0 0-2 0,0 0-2 0,0 0 5 16,0 22-3-16,0-22 6 0,0 11-7 0,0-11 5 15,1 11 3-15,-1-2 6 0,2 0-6 0,-1 1 9 16,0 0 0-16,-1 0 0 0,3 2 2 0,-2-1 2 16,0-1-10-16,-1 2 1 0,2-2-2 0,-1 0 0 15,1 2-3-15,0-1 0 0,0 2 1 0,0 2-3 16,0 1 1-16,1 0 1 0,-2 1-2 0,-1-5-2 16,4 5-2-16,-4-2 3 0,2 2-2 0,-2-1-3 15,0 2 5-15,2 2-5 0,-1-3 6 0,-1 3-1 16,2 5-2-16,-2-5-5 0,0-1 4 0,0 0 2 15,0 5-5-15,2-4 2 0,-2 1 1 0,1-2 0 16,0 1 4-16,1-1-4 0,-1 2-2 0,0 3-2 16,0-5 8-16,1 6-9 0,-2-4 5 0,0-2-7 15,0 5 9-15,0 0-3 0,-2 0-5 0,2-3 4 16,-1-1-5-16,1 3-6 0,-1 4 9 0,2-3-1 16,0-4 4-16,5 4-9 0,-1 1 3 0,3-1 0 15,-1-7-3-15,1 2-2 0,4 4-13 0,1 0 4 16,1 2-8-16,-1 0-7 0,0-2-10 0,3 3-13 15,-3-4-32-15,-1 3-94 0,-2 0 43 0</inkml:trace>
  <inkml:trace contextRef="#ctx0" brushRef="#br0" timeOffset="45740.23">10373 6490 8 0,'0'0'17'0,"0"0"-4"0,0 0-5 0,5-8 5 0,-5 8 1 16,0 0-4-16,0 0 5 0,0 0 2 0,7-4 5 16,-7 4-3-16,0 0-1 0,7 0-5 0,-7 0 2 15,0 0 2-15,0 0 7 0,14 1 0 0,-14-1-4 16,8 2 0-16,-8-2-1 0,6 2-2 0,-6-2 0 16,8 5-6-16,-8-5 3 0,5 4-1 0,-5-4 0 15,5 7-5-15,-1-4-2 0,-4-3 5 0,3 6-10 16,-3-6 6-16,2 6-1 0,-2-6-1 0,3 7-6 15,-3-7 6-15,0 8 2 0,0-8 2 0,0 9-2 16,0-9-1-16,0 10-2 0,0-10 1 0,-1 12 4 16,-1-5-1-16,1 0 4 0,1-7 0 0,1 17-1 15,-1-8 3-15,0 1-6 0,0 0 6 0,0 2 2 16,0-2 3-16,0 2-5 0,0-3 2 0,3 4-2 16,-3-2-5-16,2 1-1 0,1-1 5 0,1 6-1 15,-2-6 5-15,1 2-1 0,1 3 0 16,-2-1 4-16,2-1 3 0,0 5 4 0,0 1-1 0,-2-2-1 15,2-1 5-15,-1 2-13 0,-1-1 7 0,1 0-6 16,1 1 12-16,-1 7-14 0,-1-7 2 0,0 1-8 16,1 3 8-16,-3 2-2 0,1 1 2 0,2-1-3 15,-2 2-3-15,0-1 1 0,-1 2-4 0,0 0-2 16,0-2 0-16,0 1-4 0,0-1 11 0,3 1-5 16,-3 0 6-16,0-1-8 0,0 0-1 0,-3 1-1 15,3-2 1-15,-1 0-3 0,0 1 2 0,1 0-2 16,-2 0 7-16,1-5-9 0,1 4-4 0,0 1 9 15,0-9-5-15,1 7-3 0,-2 2 6 0,1-7 0 16,0 7-3-16,-1-7 2 0,-2 9-2 0,2 0-2 16,-2-2 6-16,0-1-1 0,-1 3-1 0,4-2-5 15,0 3 6-15,-3-2-1 0,2 0 4 0,2 0-5 16,-1-1-1-16,0-1 6 0,1 0 1 0,-1 0-7 16,0-6 1-16,2-2-2 0,-1-2 2 0,-2 5-7 15,1-6 8-15,0 2-3 0,0-3 1 0,0 2-2 16,-2 1 3-16,1-1-2 0,-1 2-3 0,2 1-1 15,-2 0 8-15,0 1-1 0,-2 2 4 0,3-3-4 16,-3 7 1-16,1-1 2 0,-1-5 2 0,2 0-11 16,-1 0 5-16,1-1-7 0,0 1 1 0,1-2 2 15,0 1-11-15,0-3-1 0,1 2 3 0,0-2-26 16,1-2-10-16,0-3-7 0,0 0-3 0,2 0-9 16,-2 0-10-16,1-4 0 0,-2-6-69 0,1 12-157 15,0-8 71-15</inkml:trace>
  <inkml:trace contextRef="#ctx0" brushRef="#br0" timeOffset="46254.46">10342 6902 43 0,'0'0'39'0,"-1"-7"-4"0,1 7-2 0,0 0-10 15,0-10-2-15,0 10-7 0,0 0 1 0,0 0-4 16,0 0 2-16,-1-9-6 0,1 9-2 0,0 0 3 16,0 0-8-16,0-9-2 0,0 9 0 0,0 0-2 15,2-13-9-15,-2 13-28 0,2-8-45 0,-2 8 19 16</inkml:trace>
  <inkml:trace contextRef="#ctx0" brushRef="#br0" timeOffset="46793.87">10335 6606 53 0,'0'0'53'0,"0"0"-2"0,0 0-8 15,0-9-11-15,0 9-11 0,0 0 3 0,0 0-5 16,0 0 2-16,0 0-6 0,0 0-1 0,0 0 1 16,0 0-6-16,0 0 4 0,1 30-5 0,-1-19 1 15,0 1 4-15,0 1-4 0,-1 2 8 0,1 0-3 16,-2 5 3-16,2-1-3 0,-3 5 0 0,1-1 6 16,1 5-2-16,0-4-3 0,1 4 5 0,0-1 0 15,-1-1 5-15,1 1-5 0,2 1 8 0,1 1-8 16,0 0 13-16,-1 1-4 0,1 1-5 0,4 0 3 15,-2 1-2-15,2 1 0 0,-2-1-5 0,0 1 5 16,-2 0-2-16,1 1-5 0,0 0 6 0,-3-1-5 16,2 0 4-16,-2 13-6 0,2-15-1 0,-2 3 5 15,-1 1-2-15,0 12 1 0,0-14-2 0,0 2 3 16,-1 12-8-16,0-15 3 0,-2 2 6 0,2 2-10 16,-2-2 3-16,1 13 8 0,-2-13 0 0,1 1-2 15,1 2-4-15,-6 8 2 0,3-11 6 0,1 2-7 16,-1 11-8-16,2-11 3 0,1 10 2 0,-2 0 2 15,-1 0 2-15,1-10-4 0,2 10 4 0,0-11-10 16,1 0 1-16,1 2 0 0,0 8 1 0,1-12-2 16,2 3 0-16,-2-4 3 0,3 1-8 0,0-2 2 15,1-1 2-15,0-1 0 0,-1-1-4 0,2-3-8 16,-3-5 8-16,1 5-2 0,1-6 0 0,-2 0-7 16,1-2 2-16,1 0 2 0,-1 0 1 0,0 1-12 15,0 0-6-15,0 0-5 0,0-6-13 0,-2 4-2 0,1 1-5 16,-1-1-8-16,1 0-6 0,-3-4-2 15,0 1-3-15,0 3-4 0,-1-1-12 0,1-2-14 16,0-1-63-16,-2 1-165 0,0-2 73 0</inkml:trace>
  <inkml:trace contextRef="#ctx0" brushRef="#br0" timeOffset="47600.52">10290 8786 79 0,'0'0'75'0,"0"0"-5"0,0 0-6 0,-1-9-2 16,1 9-10-16,0 0-7 0,0 0-10 0,0 0 3 16,0 0-13-16,0 0 7 0,0 0-10 0,0 0 9 15,0 0-3-15,0 0-5 0,0 0 0 0,9 28 2 16,-8-18-2-16,3 6 16 0,-3 1-3 0,2 2-6 15,-2 0-5-15,-1 6 19 0,2 3-18 16,0-2 5-16,0 1-3 0,0 2 0 0,-1-3-2 0,1 4-5 16,2 0 8-16,0 2-1 0,-3-3-3 0,2 0-3 15,3 3 4-15,-5 0 0 0,5 0-4 0,-4 1 2 16,-1 1-3-16,3-1 7 0,-1 0-4 0,1-1-3 0,0 3-3 16,-1-1-5-16,1-3-1 0,-1 1 4 15,2 0 1-15,-1-3-8 0,1 1 6 0,-1-1-6 16,1 0 3-16,-1-3-8 0,-1 1 5 0,-3-1-2 0,3-2-1 15,1 1 2-15,-2-6-2 0,0-1 0 16,-1-1-3-16,2 7 6 0,-2-7-7 0,0 2-3 16,-1 1 7-16,0-1-5 0,1 0 7 0,-1-2-6 15,2 4 1-15,-1-2-3 0,-2 5 1 0,1 1 1 0,0-6-5 16,-2 0 3-16,0 5 3 0,-1-3 1 0,1-2 10 16,0 2-13-16,-1-2-2 0,-1 4 1 15,0-4 4-15,1 0 4 0,1 5-8 0,-2-6 0 16,3 0 1-16,-1 1 0 0,2-2 1 0,0-2-8 0,0-1 3 15,2-2-3-15,-2 0-11 0,1-2 4 0,0 0 1 16,2 1-7-16,-1 0-7 0,0-4-2 0,0-1-5 16,1 1-4-16,-1-2 2 0,1 2-4 0,-3-7-13 15,4 11-5-15,-3-5-5 0,-1-6 1 0,3 8-13 16,-3-8 0-16,1 11-1 0,-1-11-74 0,0 6-160 16,0-6 71-16</inkml:trace>
  <inkml:trace contextRef="#ctx0" brushRef="#br0" timeOffset="48006.03">10419 10375 96 0,'0'0'117'0,"0"0"-9"0,0 0-7 15,-11 17-3-15,11-17-2 0,-2 12-3 0,2-5-6 16,-1 3-8-16,1-1-5 0,-1 0 5 0,2 3 3 16,0 0-5-16,1 0-8 0,-1 0-10 0,1 5-1 15,2-2-7-15,-1 1 0 0,-2-2-6 0,2 1-5 16,-1 3-4-16,1-1 0 0,-1 1 1 0,-1 1-4 0,2 0-4 16,-3-1 2-16,3 3 9 0,-3 5 16 15,0 1 0-15,1 1 0 0,-1 1-8 0,-1-1-1 16,-2-2-6-16,0-2-5 0,1 4-6 0,-2-3 7 15,2 2-5-15,0-4-4 0,0-5-3 0,1 1-1 16,1 1-1-16,0-3-6 0,0 2 1 0,1-2-1 16,0-3-1-16,2 0-4 0,-2-1-6 0,0-2 6 15,2 1-1-15,-1-2-6 0,2-1-11 0,-1 1-5 16,-1-4-6-16,0-2-8 0,-2-4-13 0,3 9-11 16,-3-9-12-16,3 7 0 0,-3-7-18 0,0 0-15 15,3 5-37-15,-3-5-32 0,0 0-124 0,0 0-311 16,0 0 138-16</inkml:trace>
  <inkml:trace contextRef="#ctx0" brushRef="#br0" timeOffset="48633.05">10451 11039 68 0,'0'0'72'0,"0"0"5"0,0 0-16 16,0 0-4-16,0 0-15 0,0 0 1 0,0 0-3 16,0 0-4-16,0 0-13 0,0 0 5 0,0 0-9 15,0 0 2-15,0 0-2 0,0 0-6 0,0 0-1 16,0 0-6-16,0 0 0 0,0 0 1 0,0 0-15 16,-6 23-5-16,6-23 0 0,-4 6-10 0,4-6-6 15,0 0-6-15,-4 10-5 0,4-10-42 0,-1 8-89 16,1-8 41-16</inkml:trace>
  <inkml:trace contextRef="#ctx0" brushRef="#br0" timeOffset="49272.33">10381 11149 28 0,'0'0'73'16,"0"0"-3"-16,-7 3-9 0,7-3-2 0,0 0-3 15,0 0 1-15,0 0-7 0,-6 2-2 0,6-2-10 16,0 0 13-16,0 0-1 0,0 0-8 0,-8 3-2 16,8-3-4-16,0 0 0 0,0 0-4 0,0 0 2 15,0 0 4-15,0 0-5 0,0 0 0 0,0 0 3 16,0 0-2-16,0 0 0 0,0 0 3 0,0 0 6 16,0 0 1-16,0 0 4 0,0 0 1 0,0 0 4 15,0 0 0-15,0 0-5 0,0 0-3 0,0 0-6 16,0 0-2-16,0 0-8 0,0 0 3 0,27-3-1 15,-27 3-5-15,10-1 8 0,-10 1-11 0,11 0-6 16,-11 0 5-16,11 0-3 0,-11 0 5 0,13 0-2 16,-13 0 0-16,11 1 2 0,-4 0-3 0,-7-1 4 15,14 3-3-15,-8-1 7 0,1 0-3 0,0 0 3 16,3-1-5-16,-2 1 2 0,-1-1 0 0,-1 2-2 0,1-2-7 16,0 2 2-16,1-1-4 0,-2 2 2 15,0-2-4-15,1 1 1 0,-1 0-2 0,1-1 5 16,-2 2-2-16,2 1 4 0,-2-1-2 0,2-1 3 15,-3 0-2-15,1 1-1 0,0 0-3 0,-5-4 3 16,9 8-1-16,-4-4 3 0,-1-1 5 0,1 1-3 0,-5-4-1 16,9 9-3-16,-4-7 0 0,-1 1 8 0,0 2-5 15,-4-5-1-15,5 6 0 0,-1-3-1 16,-4-3-2-16,7 8-2 0,-2-6 1 0,-5-2-1 16,5 7-5-16,-5-7 2 0,7 7-3 0,-7-7 3 0,6 5 0 15,-6-5-1-15,4 6 2 0,-4-6 0 0,4 7 0 16,-4-7 2-16,5 6-1 0,-5-6 2 0,5 5-6 15,-5-5 2-15,3 4-2 0,-3-4 3 0,4 5-3 16,-4-5-2-16,0 0-2 0,0 0-4 0,0 0 6 16,2 8 1-16,-2-8 2 0,0 0-5 0,0 0 1 15,0 0-4-15,0 0 3 0,0 0 2 0,0 0-2 16,0 0-7-16,0 0-8 0,0 0-23 0,0 0-30 16,0 0-21-16,0 0-14 0,0 0-9 0,-19 0-6 15,19 0-13-15,0 0-10 0,-14-5-7 0,9 2-7 16,5 3 2-16,-13-6-23 0,7 3-91 0,-2-1-284 15,0-1 127-15</inkml:trace>
  <inkml:trace contextRef="#ctx0" brushRef="#br0" timeOffset="49590.47">10468 11237 47 0,'0'0'126'0,"0"0"-4"16,-13-1-1-16,13 1-12 0,0 0-12 0,-9 0-10 15,9 0-10-15,0 0 1 0,0 0-13 0,0 0-3 16,0 0-3-16,0 0 1 0,0 0 9 0,0 0 2 16,0 0 2-16,0 0-4 0,0 0 3 0,0 0-1 0,0 0-7 15,24 9-2-15,-16-8-5 0,1 1-4 16,-3 0-4-16,2 1 0 0,0-2-5 0,-1 1-9 16,1 2-1-16,0-2-3 0,-2 1-2 0,0 0 1 0,1 1-5 15,-1-1 0-15,-1 1-9 0,2-1 7 0,-2 0-6 16,1 2 1-16,-6-5-1 0,8 7-3 15,-4-3 0-15,-4-4-2 0,6 7-2 0,-3-2-1 16,-3-5 6-16,2 6-5 0,-2-6-2 0,0 0-3 0,3 7-10 16,-3-7-6-16,0 0-18 0,0 0-18 0,0 7-22 15,0-7-32-15,0 0-33 0,-8 6-29 16,8-6-130-16,-12 5-315 0,2-5 140 0</inkml:trace>
  <inkml:trace contextRef="#ctx0" brushRef="#br0" timeOffset="49766.37">10521 11282 25 0,'0'0'127'0,"4"5"-6"0,-4-5-12 0,4 7-10 16,-4-7-12-16,5 4-13 0,-5-4-29 0,5 5-27 15,-5-5-24-15,0 0-30 0,5 6-75 16,-5-6-119-16,0 0 52 0</inkml:trace>
  <inkml:trace contextRef="#ctx0" brushRef="#br0" timeOffset="65970.02">995 7350 97 0,'3'-5'84'0,"-3"5"-5"15,0 0-7-15,0 0-5 0,0 0 7 0,0 0-4 16,0 0-7-16,0 0-8 0,0 0 2 0,0 0-7 15,0 0 1-15,0 0-9 0,0 0 5 0,0 0-7 16,0 0 3-16,0 0-1 0,0 0-1 0,0 0 1 16,-5-13-7-16,5 13-4 0,0 0 5 0,0 0-5 15,0 0-7-15,0 0 4 0,0 0-4 0,0 0 0 16,0 0 3-16,0 0-4 0,0 0 11 0,0 0-10 16,0 0-2-16,0 0-1 0,0 0-1 0,0 0-1 15,0 0-3-15,0 0-1 0,0 0-3 0,0 0-4 16,0 0 10-16,0 0-7 0,0 0 11 0,0-9-13 15,0 9 5-15,0 0-4 0,0 0 1 0,0 0-4 16,0 0 4-16,0 0-1 0,0 0 3 0,0 0-1 16,0 0-4-16,0 0 1 0,0 0 1 0,0 0-2 15,0 0-2-15,0 0-5 0,0 0 4 0,0 0-4 16,0 0 1-16,0 0 1 0,0 0-1 0,0 0 4 16,0 0-3-16,0 0 10 0,0 0-12 0,0 0-4 15,0 0 3-15,0 0-5 0,0 0 6 0,0 0-5 16,0 0 5-16,0 0 0 0,0 0-1 0,0 0-2 15,0 0 4-15,0 0 5 0,0 0-3 0,0 0-4 16,0 0 3-16,0 0-4 0,0 0 3 0,0 0 2 16,0 0-6-16,0 0 2 0,0 0 3 0,0 0-3 15,0 0 7-15,0 0-5 0,0 0 1 0,0 0-1 16,0 0 1-16,0 0-2 0,0 0 0 0,0 0 1 16,0 0-1-16,0 0-3 0,0 0 2 0,0 0-3 15,0 0 3-15,0 0-2 0,0 0 3 0,0 0-4 16,0 0 1-16,0 0 1 0,0 0-3 0,0 0 0 15,0 0 3-15,0 0-6 0,0 0 7 0,0 0-4 16,0 0 5-16,0 0-2 0,0 0-2 0,0 0 1 16,0 0 0-16,0 0-2 0,0 0 10 15,0 0-5-15,0 0 2 0,0 0-3 0,0 0 3 16,0 0-1-16,0 0 1 0,0 0-2 0,0 0-3 0,0 0 3 16,0 0-1-16,0 0 0 0,0 0 0 0,0 0-1 15,0 0 11-15,0 0-12 0,0 0 1 0,0 0-2 16,0 0 0-16,0 0 3 0,0 0 5 0,0 0 1 15,0 0-12-15,0 0-5 0,0 0-3 0,0 0-5 16,0 0-1-16,0 0-7 0,0 0-6 16,0 0-2-16,0 0-4 0,0 0-7 0,0 0-4 15,0 0-7-15,0 0-13 0,0 0-2 0,0 0-13 0,0 0-15 16,0 0-93-16,0 0-207 0,0 0 92 0</inkml:trace>
  <inkml:trace contextRef="#ctx0" brushRef="#br0" timeOffset="69555.08">1876 6731 54 0,'0'0'147'16,"0"0"-9"-16,-4-10-3 0,4 10-11 0,-2-6-10 0,2 6-1 16,0 0-4-16,-1-10-7 0,1 10-8 0,0 0-3 15,-2-6-11-15,2 6-7 0,0 0-6 16,0 0-11-16,0 0-4 0,0 0-8 0,0 0-7 15,0 0-1-15,0 0-5 0,0 0-6 0,0 0-3 16,7 23 0-16,-2-7-3 0,1 0-2 0,-1 1-1 0,1 1-6 16,2 10 11-16,-2 1-6 0,1-1 1 0,-1-1-4 15,0 3 0-15,-1-2-1 0,0-1 2 0,1 0-2 16,-1-2-4-16,2 2 2 0,-3-6 3 16,1-2-8-16,2-3 4 0,-1 1 1 0,-3-1-2 15,3-5-1-15,-3 1-3 0,0-3 0 0,-1-2 3 0,-1-1 2 16,-1-6 12-16,4 10 23 0,-4-10 26 0,1 5 12 15,-1-5-4-15,0 0-3 0,0 0-1 16,7-15-6-16,-6 2-5 0,1-6-6 0,1 2-4 16,-3-2-8-16,5 0-5 0,-3-6 0 0,1 5-7 15,0-9-1-15,-2 10-1 0,3-8-6 0,-2 8 0 16,1-9-5-16,1 5 2 0,1 3-7 0,-1 1 6 0,-2 0-13 16,-1 2 3-16,1 5-2 0,2 0-1 15,-3 0-2-15,1 3-3 0,1 0-4 0,-2 3-15 0,-1 6-15 16,2-11-19-16,-2 11-14 0,4-5 2 15,-4 5-5-15,0 0-24 0,11 2-15 0,-11-2-33 16,10 8-17-16,-1 0-18 0,-5 2-23 0,5 6-120 16,-4 0-344-16,-1 0 153 0</inkml:trace>
  <inkml:trace contextRef="#ctx0" brushRef="#br0" timeOffset="70088.6">2148 7320 112 0,'0'0'135'15,"1"7"5"-15,-1-7 3 0,0 0 0 0,0 9 5 16,0-9 2-16,0 0 3 0,0 0 1 0,1 7 5 16,-1-7 1-16,0 0-8 0,0 0-13 0,0 0-14 15,0 0-3-15,0 0-9 0,0 0-13 0,-7-21-9 16,3 12-8-16,1-1-8 0,2-2-12 0,1 0-1 15,0-3-10-15,1-4-3 0,1 1-10 0,3-1 0 16,-2 0-7-16,4 1 0 0,-1 0-9 0,2 1 1 16,1 3-5-16,-1 4-3 0,-1 3 5 0,1-1-13 15,2 3-5-15,-2 3 1 0,2 1-4 0,-1 4 0 16,4-2-3-16,-3 6 3 0,1 2 0 0,1 1 0 16,-2 5 0-16,2 0-4 0,-2 0 11 0,-2 0-9 15,-1-1 2-15,-2-1-1 0,1-1-2 0,-3-2 6 16,0 1-4-16,-2-3 4 0,2 0 0 0,-3-2 2 15,0-6-4-15,0 12 5 0,0-12-1 0,0 6 2 16,0-6 0-16,0 0 2 0,0 0 1 0,0 0-1 16,0 0-2-16,0 0-2 0,0 0 1 0,-17-12 0 15,17 12-1-15,-3-16-2 0,2 4-2 0,2 0-1 16,3-6-1-16,3 2 0 0,-1-3-3 0,6-4 0 16,-2 6-2-16,3-5-2 0,-2 9-3 0,-1 0 3 15,2-2-1-15,-2 8 2 0,0-1-2 0,-3 5 0 16,4-1 0-16,-1 2 1 0,2 4-1 0,-1 2 1 15,0 0-1-15,-1 6 5 0,1 1-2 0,0 3 4 16,-2 0-4-16,-1 2 2 0,-1 0 3 0,-1-1-3 16,0 3-5-16,-4 0-21 0,2-1-17 0,-2 2-35 15,-2 1-33-15,-2-4-54 0,2-3-60 0,0 2-163 16,-1-4-424-16,1-11 188 0</inkml:trace>
  <inkml:trace contextRef="#ctx0" brushRef="#br0" timeOffset="70264.42">2679 7119 1674 0,'7'-8'33'0,"-3"3"-20"15,0 2-1-15,-4 3-6 0,6-7-8 0,-6 7 1 16,5-7-3-16,-5 7 13 0,5-3 6 0,-5 3-6 16,7-2 0-16,-7 2 5 0,14-1-6 0,-2 0 0 15,2-2-22-15,4 2-30 0,4-4-51 0,6 0-53 16,0 0-103-16,2-3-271 0,-5-2 120 0</inkml:trace>
  <inkml:trace contextRef="#ctx0" brushRef="#br0" timeOffset="70641.58">3194 6609 98 0,'0'0'151'0,"0"0"-5"0,0 0 5 15,0 0-16-15,0 0 14 0,7 25-5 0,-1-12-9 16,2 5-10-16,2 4-2 0,0 2-11 0,1 0-7 16,0 2-4-16,-4-9-6 0,2 1-9 0,-1 1-5 15,0-2-1-15,0 1-7 0,-2-1-6 0,-1-6-3 16,2-1 0-16,-1-1-7 0,-2 3-3 16,2-3-6-16,-3-3-4 0,1-1-7 0,1-2 0 0,-4 3-3 15,-1-6 5-15,5 7 18 0,-5-7 23 0,4 5 7 16,-4-5-2-16,0 0-11 0,0 0-3 0,10-19-10 15,-5 8-7-15,2-6-4 0,3-5-7 0,-1-3-3 16,2-2-2-16,0 0-4 0,-1-2-6 0,3 0-2 16,-3-1-3-16,0 2-5 0,1-1 0 0,0 0-1 15,-1 3-3-15,-1 0-3 0,1 3 3 0,-2 6-4 16,1 2-3-16,-3 4-2 0,-1 0-13 0,0 2-16 16,-1 5-17-16,0-1-15 0,5 3-10 0,-9 2-22 15,12 7-30-15,-3-1-31 0,-4 4-18 0,3 6-30 16,-1 2-34-16,-2 9-179 0,-8-1-443 0,1 3 197 15</inkml:trace>
  <inkml:trace contextRef="#ctx0" brushRef="#br0" timeOffset="71042.42">3549 6886 21 0,'3'-9'193'16,"-3"9"-2"-16,3-10-5 0,-2 4-10 0,-1 6-2 15,4-8-11-15,-4 8-13 0,2-6-15 0,-2 6-15 16,0 0-14-16,0 0-7 0,11 0-9 0,-11 0-6 16,13 6-3-16,-3 4-10 0,1 0 0 0,0 5-6 15,0-2-2-15,-1 1-5 0,2 2-8 0,-2-3-2 16,-2 3-2-16,1-2-4 0,-3-3-5 0,0 1-1 16,-1-3-2-16,-1 0-3 0,2 1-1 0,-4-4-7 15,3 0 4-15,-2-2 11 0,0 1 8 0,-3-5 16 16,6 7 15-16,-6-7 6 0,0 0-1 0,0 0 6 15,0 0-21-15,0 0-7 0,0 0-5 0,3-18 5 16,-1 8-19-16,-1 0-2 0,0-2-2 0,2 0-9 16,2-6-1-16,0 0-5 0,-1 0 0 15,2-1-3-15,5-4 3 0,-1-2-7 0,0 1 0 0,-2 7 8 16,1 1-12-16,-1-1-4 0,4 3-3 0,-6 3 11 16,3 1-4-16,-2 1-13 0,-2 1-7 0,0 3-10 15,0 1-10-15,-1 0-17 0,3 1-17 0,-7 3-27 16,10-3-17-16,-10 3-22 0,12 4-24 0,-12-4-22 15,13 13-30-15,-9-4-14 0,-2 3-18 0,-2-1-146 16,0-11-414-16,-6 27 183 0</inkml:trace>
  <inkml:trace contextRef="#ctx0" brushRef="#br0" timeOffset="71230.62">3726 6978 73 0,'-5'5'174'0,"0"3"3"16,1 0-9-16,-1 2-4 0,0-1 5 0,1-2-9 15,1 3 2-15,1 0-1 0,-1 0-11 0,3 0 1 16,0 0-17-16,-1 2-12 0,2 0-10 0,2-1-7 16,-1 1-10-16,1 4-10 0,1-4-5 0,0-1-13 15,0 5-12-15,-1-1-32 0,-1-4-34 0,-1 3-51 16,-1 3-48-16,-1-1-52 0,-2-1-59 0,-6 1-117 16,0 2-364-16,-1-2 162 0</inkml:trace>
  <inkml:trace contextRef="#ctx0" brushRef="#br0" timeOffset="71771.59">1834 7958 164 0,'0'0'201'0,"0"0"-1"0,44-3-11 16,-5-3-8-16,24-5-14 0,37-8-11 16,7-3-11-16,7-2-9 0,15-2-17 0,6 1-10 15,1-4-9-15,0 4-13 0,-7-5-3 0,-5 2-10 16,-4 5 2-16,-5 1-8 0,-5 3-8 0,-12-2 5 15,-2 3-6-15,-32 8 1 0,1-4 2 0,-2 1-1 16,-3 0-1-16,-5-2-2 0,-5 6-2 0,-12-2-4 0,-4 3-1 16,-2 1 10-16,-2-3-12 0,-10 6 1 15,-2 0-5-15,-5 1 8 0,-3 0 5 0,-2 1 2 16,-8 2 2-16,11-4-2 0,-11 4-9 0,7-5-5 16,-7 5-5-16,0 0-13 0,0 0-12 0,0 0-25 0,0 0-29 15,0 0-35-15,-35-4-45 0,20 8-48 16,-3 0-53-16,0 1-58 0,-4 0-170 0,3 2-484 15,1-3 214-15</inkml:trace>
  <inkml:trace contextRef="#ctx0" brushRef="#br0" timeOffset="95926.5">8149 11451 42 0,'0'0'44'0,"0"0"-2"0,0 0-1 16,0 0 1-16,0 0-4 0,0 0-11 0,0 0 1 15,0 0 0-15,0 0-4 0,0 0 0 0,0 0 0 16,0 0 7-16,0 0-5 0,0 0 3 0,11-8-3 16,-11 8 0-16,0 0-7 0,0 0-3 0,0 0 2 15,2-8-8-15,-2 8 6 0,0 0-1 0,0 0-1 16,0 0 1-16,0 0 2 0,-2-13 0 0,2 13-1 16,0 0-11-16,0 0 7 0,-4-8-4 0,4 8 0 15,-4-5-2-15,4 5 4 0,0 0-6 0,-5-8 10 16,5 8-7-16,-8-4 0 0,8 4-3 0,-6-2 0 15,6 2-2-15,0 0 2 0,-11-3-1 0,11 3 6 16,-6-4-11-16,6 4 4 0,0 0-1 0,-9-3-2 16,9 3 8-16,0 0-3 0,-9-3-3 0,9 3-2 15,0 0 3-15,-10-1-5 0,10 1 2 0,0 0 5 16,-11-1-5-16,11 1 0 0,0 0 0 0,0 0 6 0,-9-2 0 16,9 2-6-16,0 0 5 0,0 0 0 15,0 0-4-15,0 0 4 0,0 0-2 0,0 0 0 0,0 0 1 16,-8-2-1-16,8 2 8 0,0 0-9 0,0 0-2 15,0 0-7-15,0 0 14 0,0 0-8 0,0 0 4 16,0 0 3-16,0 0-2 0,0 0 7 16,0 0 4-16,0 0-3 0,0 0 0 0,0 0 1 15,0 0-7-15,0 0 9 0,0 0-6 0,17 14 11 16,-17-14 1-16,8 4 3 0,-8-4-8 0,8 1 1 16,-8-1 0-16,10 2 5 0,-10-2-10 0,9 4 3 0,-9-4 7 15,13 0-6-15,-13 0 2 0,12-2 3 0,-12 2 6 16,14 0-2-16,-8 0-1 0,2-2-2 0,-8 2-3 15,16 0 0-15,-8-2-2 0,1 1 1 0,-3-1 0 16,6 2-7-16,-12 0 2 0,14-1 2 0,-3 0-2 16,-4-1-1-16,-7 2-8 0,13-1 10 0,-13 1-7 15,13-1 4-15,-7 0-3 0,-6 1-1 0,0 0 0 16,11-2-1-16,-11 2-5 0,0 0 3 0,12-2-3 16,-12 2 6-16,0 0-8 0,10-1 7 0,-10 1-3 15,0 0 4-15,9 0-9 0,-9 0 6 0,0 0-4 16,0 0 1-16,0 0 1 0,11 0-7 0,-11 0-14 15,0 0-17-15,0 0-16 0,0 0-6 0,0 0-17 16,0 0-2-16,5 3-12 0,-5-3-92 0,0 0-196 16,0 0 87-16</inkml:trace>
  <inkml:trace contextRef="#ctx0" brushRef="#br0" timeOffset="96251.59">8070 11426 5 0,'0'0'90'0,"0"0"3"0,0 0-8 15,0 0-4-15,0 0-8 0,0 0-5 0,23-8-3 16,-15 7 7-16,1-2-9 0,2 0-5 0,-2 3-1 0,3-4-4 15,-2 4-10-15,1-3-6 0,1 2 0 16,2-1-1-16,-1 0-8 0,-1 0-7 0,-1-1 2 16,-1 0 0-16,3-1-2 0,-4 2 4 0,1 0-5 0,-3 1-1 15,1 0-5-15,-8 1 2 0,12-3-6 0,-12 3 7 16,10-3-13-16,-10 3-8 0,6-2 3 0,-6 2-24 16,0 0-8-16,8-2-17 0,-8 2-16 0,0 0-6 15,0 0-10-15,0 0-72 0,0 0-168 0,0 0 75 16</inkml:trace>
  <inkml:trace contextRef="#ctx0" brushRef="#br0" timeOffset="96467.47">8152 11439 2 0,'0'0'93'0,"14"-4"-15"0,-5 1-4 0,2 1-12 16,0-2-9-16,0 1 11 0,-2-1-12 0,0 1-7 16,0 1-6-16,-1-2-4 0,-2 1-15 0,2 1-6 15,-8 2-15-15,11-4-10 0,-3 2-18 0,-8 2-21 16,6-5-40-16,-6 5-98 0,0 0 43 0</inkml:trace>
  <inkml:trace contextRef="#ctx0" brushRef="#br0" timeOffset="96639.9">8182 11413 23 0,'13'-3'65'0,"-5"2"-2"16,1-1-9-16,-1 0-3 0,1 0-9 15,-2 0-12-15,1 0-21 0,-8 2-13 0,14-2-12 16,-8 0-38-16,-6 2-57 0,10 0 27 0</inkml:trace>
  <inkml:trace contextRef="#ctx0" brushRef="#br0" timeOffset="96792.87">8336 11386 8 0,'11'-1'-2'0,"-11"1"-1"0</inkml:trace>
  <inkml:trace contextRef="#ctx0" brushRef="#br0" timeOffset="97361.54">8291 11421 21 0,'0'0'80'0,"0"0"-1"0,0 0-12 16,0 0-3-16,0 0 2 0,22-10-18 0,-22 10-2 15,10-2-6-15,-10 2 0 0,13-2-6 0,-8 0-6 16,-5 2 1-16,13-2 4 0,-8-1-14 15,-5 3-1-15,13-3-4 0,-13 3 1 0,7-3-9 0,-7 3-3 16,9-3 2-16,-9 3-4 0,8-4 4 0,-8 4-7 16,6-5 3-16,-6 5-2 0,5-6 5 0,-5 6-2 15,6-3-3-15,-6 3 8 0,0 0-1 0,0 0-7 16,6-6 4-16,-6 6-8 0,0 0 6 0,0 0 1 16,5-5 2-16,-5 5-4 0,0 0-2 0,0 0 0 15,4-6 1-15,-4 6-3 0,0 0 5 0,0 0-3 16,0 0 6-16,2-6-2 0,-2 6 2 0,0 0 0 15,0 0 1-15,0 0-1 0,0 0-3 0,0 0 6 16,3-7-1-16,-3 7-2 0,0 0-4 0,0 0 3 16,0 0-2-16,0 0 6 0,3-7-1 0,-3 7-3 15,0 0-1-15,0 0-10 0,0 0 14 0,0 0 1 16,1-10 0-16,-1 10 3 0,0 0 9 0,0 0-13 16,0 0 3-16,2-7-7 0,-2 7 10 0,0 0-7 0,0 0 1 15,4-6 4-15,-4 6 0 0,0 0-1 16,0 0 3-16,0 0-3 0,0 0-6 0,3-9 3 15,-3 9-4-15,0 0 8 0,2-6-2 0,-2 6-9 16,0 0 4-16,4-4 0 0,-4 4-2 0,0 0 2 0,0 0 7 16,5-7-2-16,-5 7-5 0,0 0-3 0,0 0-5 15,0 0-9-15,0 0-5 0,0 0-6 16,0 0-18-16,0 0 5 0,0 0-3 0,0 0-8 0,0 0-4 16,0 0-8-16,0 0-52 0,0 0-123 0,0 0 55 15</inkml:trace>
  <inkml:trace contextRef="#ctx0" brushRef="#br0" timeOffset="97940.88">8368 11343 65 0,'0'0'89'0,"6"-6"1"16,-3 2-10-16,-3 4-6 0,4-8-4 0,-4 8-6 16,4-7-4-16,-4 7-2 0,5-8 2 0,-5 8-10 15,3-9-4-15,0 5 2 0,-3 4-11 0,4-10-10 16,-3 5 8-16,-1 5-4 0,4-13-9 0,-2 9 14 16,-2 4-14-16,6-11 1 0,-4 6-7 0,-2 5 5 15,3-8-5-15,-3 8-1 0,2-9-6 0,-2 9 10 16,7-6-6-16,-7 6-2 0,1-8-4 0,-1 8 0 15,2-8 0-15,-2 8 3 0,0 0-3 0,3-7 2 16,-3 7-2-16,0 0 1 0,3-6-5 0,-3 6 5 16,0 0-5-16,0 0 6 0,0 0-3 0,1-7 4 15,-1 7-2-15,0 0-3 0,0 0-3 0,0 0 8 16,0 0-8-16,0 0-1 0,0 0 4 0,0 0-3 16,0 0 0-16,0 0-2 0,0 0 1 0,2-7 4 0,-2 7-15 15,0 0 14-15,0 0 6 0,0 0-8 0,0 0 7 16,0 0-7-16,0 0-5 0,0 0 12 15,0 0-8-15,2-11-4 0,-2 11-9 0,0 0 17 16,0 0-7-16,2-7 3 0,-2 7-1 0,0 0 11 0,3-6 6 16,-3 6-13-16,0 0 5 0,0 0 5 0,1-9 0 15,-1 9-5-15,0 0-4 0,0-10 4 16,0 10 1-16,0 0-7 0,3-7 1 0,-3 7 6 16,0 0-9-16,0 0-2 0,0-7 4 0,0 7 0 0,0 0 1 15,0 0-4-15,0 0 1 0,0 0 2 0,0 0-6 16,0 0-2-16,0 0-7 0,0 0-13 0,0 0-5 15,0 0 0-15,0 0 2 0,0 0-15 16,0 0-17-16,0 0-13 0,0 0-2 0,-7 23-16 0,3-17-8 16,-1 1-56-16,-1 2-165 0,2-1 73 15</inkml:trace>
  <inkml:trace contextRef="#ctx0" brushRef="#br0" timeOffset="98391.1">8344 11326 50 0,'0'0'110'0,"0"0"-9"16,0 0-2-16,0 0-6 0,0 0 3 0,0 0-6 16,0 0-7-16,0 0-7 0,0 0 1 0,6-21-9 15,-6 21-11-15,1-7-6 0,-1 7 2 0,4-7 3 16,-4 7-3-16,3-9 3 0,-1 2 0 0,3 3-2 15,-5 4-9-15,4-11-8 0,-3 5 2 0,-1 6-12 16,3-11 1-16,0 5-2 0,-3 6-2 0,2-11-4 0,1 5 2 16,-3 6-3-16,1-10-9 0,-1 10 2 15,3-9-1-15,-3 9-1 0,2-10-2 0,-2 10-1 16,3-9 5-16,-3 9-9 0,1-10 4 0,-1 10 2 0,4-8-1 16,-4 8 2-16,2-7-5 0,-2 7-1 0,0 0-1 15,4-10-1-15,-4 10 1 0,0 0-5 16,0-7 7-16,0 7-6 0,0 0 1 0,0 0 5 15,0 0-4-15,3-7-4 0,-3 7-2 0,0 0 2 0,0 0-1 16,0 0 3-16,0 0-1 0,0 0-5 0,0 0 8 16,0 0-2-16,0 0-4 0,0 0 8 0,0 0-14 15,0 0-2-15,0 0-11 0,0 0 4 16,0 0-11-16,0 0-10 0,0 0-8 0,13 10-2 0,-13-10-13 16,0 0-2-16,2 9-2 0,-2-9 3 0,3 5-7 15,-3-5 3-15,0 0-8 0,2 8-8 0,-2-8-1 16,0 0 1-16,0 0-48 0,0 0-143 0,-4 12 64 15</inkml:trace>
  <inkml:trace contextRef="#ctx0" brushRef="#br0" timeOffset="105847.86">10327 11126 6 0,'-2'-7'23'0,"2"7"-6"16,0 0-2-16,0 0 2 0,0 0-3 0,-3-8-4 0,3 8 1 15,0 0 0-15,0 0-1 0,0 0-12 0,0 0 10 16,-3-6 0-16,3 6-3 0,0 0 5 0,0 0-4 16,0 0 1-16,0 0-3 0,0 0-4 15,-2-8 3-15,2 8-1 0,0 0 8 0,0 0-9 0,0 0 1 16,0 0 4-16,2-11-4 0,-2 11 3 0,0 0-5 16,0 0 5-16,2-8-1 0,-2 8 1 0,0 0 2 15,0 0 4-15,0 0-1 0,0 0-2 16,2-7-8-16,-2 7 8 0,0 0-5 0,0 0 3 15,0 0 3-15,0 0-9 0,0 0 3 0,0 0 2 0,0 0 1 16,0 0-3-16,0 0-3 0,0 0-2 0,0 0 6 16,0 0-5-16,0 0 3 0,0 0-2 0,0 0-2 15,0 0-7-15,0 0-4 0,0 0 0 16,0 0-7-16,0 0-3 0,0 0-16 0,0 0-40 0,0 0 18 16</inkml:trace>
  <inkml:trace contextRef="#ctx0" brushRef="#br0" timeOffset="112648.92">10451 11187 3 0,'0'0'18'0,"0"0"-8"16,0 0-4-16,0 0-7 0,0 0 1 0,0 0-6 0,0 0-7 15,0 0 3-15</inkml:trace>
  <inkml:trace contextRef="#ctx0" brushRef="#br0" timeOffset="113069.55">10406 11133 5 0,'0'0'3'0,"0"0"1"0,0 0-2 16,0 0 4-16,0 0-8 0,0 0 3 0,0 0 2 15,0 0-2-15,0 0 6 0,0 0-6 0,0 0 4 16,0 0-7-16,0 0 4 0,0 0-3 0,0 0 6 15,0 0-3-15,0 0 1 0,0 0-4 0,0 0-2 16,0 0 8-16,0 0-4 0,0 0 0 0,0 0-4 16,0 0 0-16,0 0-1 0,0 0-3 0,0 0-7 15,0 0 4-15</inkml:trace>
  <inkml:trace contextRef="#ctx0" brushRef="#br0" timeOffset="114007.06">10516 11400 20 0,'0'0'6'0,"0"0"-11"0,0 0-4 16,-9-3 2-16</inkml:trace>
  <inkml:trace contextRef="#ctx0" brushRef="#br0" timeOffset="124356.04">166 9910 7 0,'0'0'104'0,"0"0"-3"0,0 0 2 0,0 0 1 16,0 0 3-16,0 0-12 0,0 0 2 0,0 0-9 16,0 0 6-16,0 0-3 0,-19-39-10 0,19 39-5 0,0 0-11 15,0 0 4-15,0 0-11 0,0 0-6 0,0 0-1 16,0 0-6-16,0 0-5 0,0 0-5 15,0 0 2-15,0 0 19 0,33-39-5 0,-33 39-4 16,41-25-8-16,-14 12-2 0,4 0-2 0,0-3-3 16,3 4-6-16,2-2-5 0,-1 1-9 0,0-1-17 15,-1 2-12-15,0 2-10 0,-1-1-16 0,0 1-24 0,-3-1-19 16,1 4-18-16,-31 7-5 0,36-9-18 16,-36 9-102-16,0 0-248 0,32-5 111 0</inkml:trace>
  <inkml:trace contextRef="#ctx0" brushRef="#br0" timeOffset="125146.27">544 9686 85 0,'0'0'81'0,"0"0"-7"16,0 0 8-16,0 0-1 0,0 0-8 0,0 0 3 15,-24 45 2-15,24-45-2 0,-5 43-5 0,3-14 2 16,2-29-7-16,0 64 3 0,-2-30-8 0,2 0 5 15,2 12-17-15,-2-13 0 0,4-1-8 0,-1 3-1 16,-3-35-9-16,4 63-1 0,-2-36-6 0,3 1 2 16,-5-28-8-16,6 44 6 0,-6-44-6 0,7 36 1 15,-7-36-5-15,0 0 0 0,3 38-5 0,-3-38 2 16,0 0-12-16,0 0 0 0,-2 31-11 0,2-31 2 16,0 0-12-16,0 0 6 0,0 0-13 0,-30 16 10 15,30-16 9-15,0 0-9 0,0 0 5 0,0 0 4 16,-54-11-2-16,54 11 9 0,0 0 1 0,0 0 15 15,0 0 10-15,0 0 3 0,-46-14-4 16,46 14-3-16,0 0-7 0,0 0 2 0,0 0 0 0,0 0-4 16,0 0 0-16,0 0-6 0,0 0 0 0,0 0 2 15,0 0-4-15,0 0-6 0,0 0-6 0,0 0-1 16,0 0-11-16,0 0-6 0,0 0-20 0,122 0-20 16,-122 0-7-16,43-6-11 0,-43 6 1 0,47-7 2 15,-47 7 1-15,43-9-5 0,-43 9 9 0,38-12 5 16,-21 3 10-16,0 1 8 0,-1-3 17 15,-1 3 6-15,-1-3 7 0,-1-1 13 0,-6 3 10 0,5-2 8 16,-6 3 11-16,0-1 11 0,-1 0-2 0,0 3 10 16,-5 6-1-16,3-16 7 0,-2 9 35 0,-1 7-4 15,0 0 0-15,-1-16 1 0,1 16-4 0,0 0-7 16,-6-10-11-16,6 10-3 0,0 0-5 0,0 0-2 16,0 0 2-16,0 0 2 0,0 0-8 0,-56 40 0 15,56-40-7-15,-26 34 1 0,16-18-5 16,10-16-2-16,-25 39-2 0,25-39-5 0,-11 26 2 0,11-26-5 15,-8 22 1-15,8-22-5 0,0 0 0 0,0 0 5 16,-5 31-7-16,5-31 0 0,0 0 4 16,0 0 0-16,0 0-2 0,0 0 3 0,0 0 0 15,0 0-5-15,0 0 2 0,0 0 2 0,0 0 1 16,0 0-4-16,65-52-2 0,-65 52 1 0,11-36-1 16,-4 11-3-16,-7 25 1 0,9-46 0 0,-8 20-3 15,-1 26 4-15,4-54-3 0,-2 29-4 0,-2 25 5 0,0-50-5 16,0 50 2-16,0-51-1 0,0 51 6 15,2-28 4-15,-2 28 4 0,0 0 0 0,0 0 1 16,0 0-2-16,2-34-5 0,-2 34-4 0,0 0-2 16,0 0-5-16,0 0 2 0,5 7 5 0,-5-7-4 15,4 36 4-15,-2-15 4 0,4 6-3 0,-4 2 2 16,2 0 3-16,-2 3-1 0,2-2-4 0,-2-2 0 16,-2 3 3-16,3-4-3 0,1 2-3 0,0-3 2 15,-1 1-6-15,0-6-18 0,1 2-33 0,1-5-39 16,-1 1-44-16,0 5-40 0,-4-5-91 0,2-6-288 15,0 0 128-15</inkml:trace>
  <inkml:trace contextRef="#ctx0" brushRef="#br0" timeOffset="125370.37">1110 10180 56 0,'4'-7'181'0,"-4"7"-30"15,0 0-4-15,0 0-17 0,0 0-16 0,0 0-7 16,0 0-16-16,0 0 2 0,0 0-17 0,0 0-9 16,3 23-4-16,-3-23-10 0,0 11-6 0,2-4-3 15,-2-7-12-15,2 12-14 0,-2-12-13 0,7 11-25 16,-4-6-11-16,-3-5-9 0,10 10-21 16,-5-4-15-16,-5-6-6 0,11 6-5 0,-8-3-9 15,2 1-68-15,-5-4-178 0,5 3 80 0</inkml:trace>
  <inkml:trace contextRef="#ctx0" brushRef="#br0" timeOffset="125723.3">1173 10279 489 0,'0'0'-30'0,"0"0"16"0,0 0 18 15,0 0 17-15,-15 9 2 0,15-9 13 0,-12 3 11 16,12-3 13-16,-19 3 11 0,9-2 8 16,10-1 10-16,-15 2 10 0,8 0 3 0,-1-2 4 15,8 0-5-15,-9 2-8 0,9-2-5 0,0 0-15 16,-10 2-5-16,10-2-7 0,0 0-9 0,0 0-4 0,0 0-12 16,0 0-13-16,0 0-4 0,0 0-5 0,0 0-6 15,0 0-5-15,0 0-17 0,0 0-6 0,0 0 7 16,0 0-20-16,0 0 1 0,27-16 6 15,-27 16 3-15,0 0-8 0,7-8-4 0,-7 8 0 16,6-8-1-16,-6 8-1 0,0-10 8 0,0 10 4 16,2-9 9-16,-2 9 7 0,0 0 6 0,-2-16 4 15,2 16-1-15,0 0 5 0,-4-12 11 0,4 12 6 0,0 0 4 16,-3-9 0-16,3 9-3 0,0 0-5 16,0 0-3-16,0 0 0 0,0 0-3 0,0 0 3 15,0 0-6-15,0 0-2 0,0 0 8 0,-16 14-2 16,12-6-5-16,1 2 1 0,-1 2 0 0,2 0 1 15,-2 3-1-15,0 0 6 0,0-3-7 0,-2 4 1 16,6-4 1-16,-2-2-3 0,1 3-1 0,2-4 0 16,-1 1 0-16,2-1 0 0,2 2 1 0,3-5 5 15,-2 2-15-15,3-3-25 0,1 1-18 0,1-2-33 16,3-1-31-16,0-3-32 0,3 0-95 0,2-6-256 16,-2 0 113-16</inkml:trace>
  <inkml:trace contextRef="#ctx0" brushRef="#br0" timeOffset="125899.51">1508 10056 157 0,'0'0'181'16,"2"-11"-24"-16,-2 11-10 0,0 0-21 0,0 0-18 15,0 0-6-15,0 0-16 0,10-9-31 0,-10 9-31 16,0 0-44-16,26 0-45 0,-26 0-112 0,20 3-191 15,-20-3 85-15</inkml:trace>
  <inkml:trace contextRef="#ctx0" brushRef="#br0" timeOffset="126057.65">1495 10197 8 0,'0'0'181'0,"0"0"-19"0,0 0-12 0,-5 7-13 16,5-7-12-16,0 0-13 0,0 0-8 15,0 0-11-15,0 0-10 0,0 0-12 0,47-5-25 16,-34 3-38-16,6-1-52 0,3 0-48 0,-3-2-99 16,8-3-207-16,-7 1 92 0</inkml:trace>
  <inkml:trace contextRef="#ctx0" brushRef="#br0" timeOffset="127560.07">2550 9410 8 0,'0'0'18'0,"0"0"-1"0,-6-5-3 16,6 5-1-16,0 0-3 0,0 0 5 0,0 0 1 16,-10-4-1-16,10 4-1 0,0 0 3 0,-4-5-1 15,4 5 5-15,0 0-3 0,0 0 6 0,-6-3 0 16,6 3 5-16,0 0 0 0,-4-6 2 0,4 6-3 15,0 0 1-15,-8-6 3 0,8 6 7 0,-6-5 4 16,6 5-2-16,0 0 1 0,-5-8-1 0,5 8 3 16,-4-5 0-16,4 5-13 0,-5-6 14 0,5 6 8 15,-3-7-2-15,3 7-12 0,-4-7 6 0,4 7 3 16,-4-8 1-16,4 8 3 0,-6-6-2 0,6 6 4 16,-4-6 3-16,4 6-5 0,0 0 4 0,-2-8 1 15,2 8-1-15,0 0-6 0,0 0-4 0,-2-8-8 16,2 8-1-16,0 0-10 0,0 0-4 0,0 0-3 15,0 0 2-15,0 0-5 0,0 0 1 0,16 19-4 16,-9-9-2-16,1 8-2 0,2-1 3 0,4 3-1 16,-2 7 1-16,2-4-1 0,-3 3 1 0,1-2-1 15,-3-6-4-15,0-1-1 0,2 6-2 0,-2-7 1 16,0-1 0-16,-2-3-2 0,0 3 0 0,-1-5 2 16,1 1-3-16,-2-2 3 0,-1 0-1 0,0-3-2 15,-2 0 0-15,3-2 3 0,-5-4-1 0,5 9 3 16,-5-9 1-16,4 6 17 0,-4-6 15 0,0 0 5 15,0 0-5-15,0 0-4 0,0 0 0 0,0 0 1 16,0 0-1-16,0 0 1 0,2-20-2 0,-2 10-5 16,-2 0-3-16,4-1-2 0,-4-5-3 0,1-1-2 15,1-1-4-15,0-1-3 0,1 0 3 0,2-7-8 16,-2 2 5-16,2 5-3 0,-3-1-1 0,1 1-3 16,-1 0 0-16,4-1-2 0,-3 2-2 0,1 6 0 15,-1-5 2-15,3 7 2 0,-2-1-6 0,-1 4-1 16,-1 1-17-16,0 6-19 0,2-10-17 0,-2 10-16 15,0 0 2-15,5-6-13 0,-5 6-6 0,0 0-18 16,0 0-5-16,10 12-16 0,-7-2-12 0,-2-1-19 16,0 3-116-16,0 4-294 0,-2-4 131 0</inkml:trace>
  <inkml:trace contextRef="#ctx0" brushRef="#br0" timeOffset="128081.78">2895 9487 5 0,'0'0'166'15,"0"0"-8"-15,4-8-12 0,-4 8-8 0,0 0-15 16,-2-11-8-16,2 11-9 0,0 0-6 0,-4-10-7 16,4 10-8-16,-8-5-12 0,8 5-4 0,-11-3-12 15,11 3-3-15,-12 0-2 0,12 0-12 0,-14 5 0 16,5-2-4-16,0 3-6 0,-1-1-2 0,0 4-4 15,2 0-3-15,-3 5-4 0,1 0 0 0,0 0 3 16,3-1-4-16,-2 1-7 0,3-2 0 0,0-2-1 16,5 2 3-16,0-2-1 0,0 3-2 0,2-4 0 15,0 1 0-15,2-3-5 0,-1 0 0 0,2-1 0 16,2 0 2-16,-2-2 1 0,3 2-3 0,0-3-1 16,0 0 4-16,4-3-4 0,-1 0 3 0,1-3-1 15,1 0 3-15,-1-1-9 0,-2-2 8 0,1 0-3 16,-1-1-1-16,-1-1 1 0,0-1 4 0,-1-2-4 15,-1-6 0-15,2 2 1 0,-2-3-1 0,1 0 8 16,-4-2-10-16,0 0 0 0,0 1-1 0,-1-6-1 16,-1 6-2-16,1-1 3 0,-2 1 3 0,0-5-2 15,-2 8 1-15,1-1-2 0,0 5 10 0,-2-2-5 16,2 3 5-16,-2-1-7 0,2 1 5 0,1 6 2 16,0 5-3-16,-4-11-3 0,3 5 1 0,1 6-8 15,0 0 3-15,0 0-1 0,0 0 6 0,0 0-11 0,0 0 5 16,0 0-2-16,10 22 1 0,-7-11-1 15,1 7 3-15,1 1 0 0,-1 4-2 0,2 3 1 16,-2-1 4-16,1-1 1 0,-2-5-2 0,2 1 0 16,0-1-16-16,-1 1-22 0,3 5-21 0,-3-6-27 15,2-3-31-15,-2-2-35 0,2 3-116 0,-5-5-289 0,3-1 128 16</inkml:trace>
  <inkml:trace contextRef="#ctx0" brushRef="#br0" timeOffset="128321.97">3244 9363 99 0,'0'0'146'0,"-21"14"8"0,8-4-18 15,1 2-8-15,0-1-12 0,1 5-12 0,2-1-4 16,-1 2-10-16,4 0-9 0,-1-1-8 0,4-1-6 15,1 1-7-15,2-1-6 0,4-2-1 0,1 1-11 16,0-3-2-16,8 4-15 0,0-5-24 0,5 1-34 16,1-4-31-16,8 1-24 0,1-3-33 0,1-1-90 15,-8-3-228-15,-2 0 101 0</inkml:trace>
  <inkml:trace contextRef="#ctx0" brushRef="#br0" timeOffset="128540.21">2677 10013 92 0,'0'0'152'16,"0"0"-10"-16,0 0-20 0,52-8-4 0,-16-3-13 15,18-5-10-15,3-2-9 0,5 0-12 0,25-6-7 16,-29 10-18-16,1 0-34 0,0-1-17 0,-6 3-21 15,-2 5-17-15,-13 1-21 0,-6 3-16 0,-2 2-76 16,-10 1-165-16,-6 1 73 0</inkml:trace>
  <inkml:trace contextRef="#ctx0" brushRef="#br0" timeOffset="128825.81">2893 10231 123 0,'0'0'122'0,"-7"2"-11"15,7-2-6-15,0 0-3 0,0 0-4 0,0 0-6 16,3 14-13-16,0-6-8 0,0 2-2 0,1 1-9 16,0 1 0-16,0 4-12 0,0 0-4 0,0 5-2 15,-2 3-4-15,-1-4 0 0,1 0-6 0,-2 4-6 16,1-4 2-16,-1-1-7 0,-1 0 1 0,1-1-5 15,-2-1-2-15,1 0-11 0,0 1 5 0,-3-3-24 16,0 1-19-16,3-4-6 0,0-4-9 0,-1 4-10 16,0 0-10-16,2-12-4 0,-4 14-11 0,1-9-8 15,3-5-69-15,-3 8-173 0,3-8 77 0</inkml:trace>
  <inkml:trace contextRef="#ctx0" brushRef="#br0" timeOffset="129174.06">2886 10175 55 0,'-2'-12'145'0,"2"0"-10"0,0 3-8 16,0 9-5-16,1-13-5 0,0 7-18 0,-1 6-9 16,3-9-12-16,-3 9-5 0,5-5-14 0,-5 5-1 15,8-1-7-15,-8 1-10 0,0 0 0 0,16 11-9 16,-9-4 5-16,-1 2-5 0,-2 0 0 0,0 2-4 15,1-1-4-15,-4 2-2 0,0-1 0 0,1 1-1 16,-2 2 1-16,-2-4 7 0,0 1-17 0,1-1 1 16,-3-1 2-16,1-1-4 0,1 1 6 0,-1-4-6 15,3-5 2-15,-4 11 2 0,4-11 6 0,-2 6-6 16,2-6 2-16,-1 6-1 0,1-6 0 0,0 0-7 16,0 0-3-16,0 0-2 0,0 0 1 0,3 11 2 15,-3-11 5-15,8 5-5 0,0-2-6 0,-1-2 2 16,5 3-8-16,1-1-17 0,3 2-16 0,0-5-18 15,3 1-13-15,0-1-20 0,1 3-16 0,-2-2-16 16,1 0-10-16,-6 1-70 0,0-2-217 0,-1 0 96 16</inkml:trace>
  <inkml:trace contextRef="#ctx0" brushRef="#br0" timeOffset="129433.64">3225 10246 105 0,'0'0'142'0,"0"0"-24"15,1-11-9-15,-1 11-14 0,0 0-14 0,0 0 3 16,0 0-2-16,0 0-10 0,0 0 7 0,0 0-1 16,12 27 14-16,-12-15 1 0,0 4 0 0,1-1-14 15,-1 0-1-15,0 4-10 0,-2-3 0 0,-1 1-9 16,2-2-4-16,0-1-2 0,-1-2-7 0,1 0-3 16,1-2-4-16,-1-3-3 0,-1 0-2 0,2-7-5 15,0 12 0-15,0-12 1 0,3 8-5 0,1-4-2 16,-4-4 0-16,9 5-4 0,2-2-1 0,1-3 0 15,7-1-8-15,2-4-21 0,7-2-27 0,2-2-33 16,5-4-35-16,12-4-37 0,-11 3-28 0,0 0-107 16,-4-2-301-16,2-2 134 0</inkml:trace>
  <inkml:trace contextRef="#ctx0" brushRef="#br0" timeOffset="130322.95">4006 9575 8 0,'0'0'137'16,"-9"0"-9"-16,9 0 1 0,0 0-3 0,-14-1 5 0,14 1-2 15,0 0-2-15,0 0-8 0,-6-3-15 16,6 3-1-16,0 0-15 0,0 0-11 0,0 0-5 0,0 0-3 15,0 0-12-15,0 0-3 0,0 0-20 16,24-8-15-16,-10 4-22 0,4 0-24 0,0 0-38 0,-2 2-28 16,2 0-31-16,-6 2-110 0,-4 0-252 15,-1 2 111-15</inkml:trace>
  <inkml:trace contextRef="#ctx0" brushRef="#br0" timeOffset="130467.87">3887 9773 95 0,'0'0'142'0,"0"0"-19"16,0 0-8-16,0 0-13 0,0 0-4 0,27 0-13 0,-8-4-8 15,2 0-14-15,8-1-37 0,4-1-32 0,2 0-44 16,-3 0-95-16,0 1-158 0,-3-1 70 0</inkml:trace>
  <inkml:trace contextRef="#ctx0" brushRef="#br0" timeOffset="174939.07">10276 11455 10 0,'13'-8'57'0,"-13"8"-13"0,19-11-3 0,-9 7-7 16,-10 4-43-16,17-8-21 0,-17 8-32 0,18-7 15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7T07:22:03.4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8217 11309 54 0,'0'0'118'0,"0"0"-9"0,0 0-21 0,0 0-3 0,-8-2-8 16,8 2-13-16,0 0 4 0,0 0-18 0,0 0-7 16,0 0-6-16,0 0-20 0,0 0-25 0,0 0-19 15,0 0-30-15,0 0-63 0,0 0-130 0,0 0 58 16</inkml:trace>
  <inkml:trace contextRef="#ctx0" brushRef="#br0" timeOffset="525.54">10652 11419 68 0,'0'0'123'0,"0"0"-6"16,0 0-16-16,0 0-2 0,0 0-18 0,0 0-6 16,0 0-6-16,0 0-14 0,0 0 1 0,0 0-9 0,0 0-9 15,0 0-10-15,0 0-12 0,0 0-18 16,0 0-22-16,0 0-5 0,0 0-7 0,0 0-25 15,0 0-77-15,0 0-148 0,0 0 67 0</inkml:trace>
  <inkml:trace contextRef="#ctx0" brushRef="#br0" timeOffset="1702.31">9765 11222 56 0,'0'0'61'0,"0"0"-9"0,0 0-6 16,0 0-5-16,0 0-6 0,0 0-8 0,7 1-9 16,-7-1-9-16,0 0-11 0,4 6-23 0,-4-6-28 15,5 7-58-15,-5-7 25 0</inkml:trace>
  <inkml:trace contextRef="#ctx0" brushRef="#br0" timeOffset="2292.63">13650 11239 2 0,'0'0'82'0,"0"0"-2"0,0 0 0 0,0 0-7 0,11 0-1 15,-11 0 0-15,0 0-13 0,0 0-4 0,0 0 17 16,0 0-7-16,0 0-4 0,0 0-4 0,0 0 2 16,0 0-2-16,0 0-1 0,0 0-2 0,0 0-4 15,0 0-2-15,0 0-5 0,0 0-6 0,0 0 6 16,0 0-6-16,0 0-10 0,0 0-2 0,0 0-3 16,0 0-2-16,0 0 1 0,0 0-3 0,0 0-4 15,0 0 5-15,0 0-5 0,0 0-3 0,0 0 2 16,0 0-5-16,0 0-11 0,0 0-24 0,0 0-13 15,0 0-19-15,0 0-18 0,0 0-19 0,0 0-25 16,0 0-64-16,0 0-198 0,0 0 88 0</inkml:trace>
  <inkml:trace contextRef="#ctx0" brushRef="#br0" timeOffset="3225.13">18276 11226 50 0,'5'-4'172'0,"-5"4"-13"0,0 0-14 15,0 0-10-15,0 0-2 0,0 0-5 0,0 0-3 16,5-4-7-16,-5 4-2 0,0 0-15 0,0 0-10 16,0 0-7-16,0 0-10 0,0 0-8 0,0 0-4 15,0 0-7-15,0 0-5 0,0 0-4 0,0 0-5 16,0 0-5-16,0 0-2 0,0 0-1 0,0 0-5 15,0 0-7-15,0 0-1 0,0 0-5 0,0 0 0 16,0 0-6-16,0 0-13 0,0 0-16 0,0 0-22 16,0 0-15-16,0 0-20 0,0 0-16 0,0 0-28 15,0 0-30-15,0 0-116 0,-16 17-288 0,10-15 128 16</inkml:trace>
  <inkml:trace contextRef="#ctx0" brushRef="#br0" timeOffset="3930.5">10498 11582 25 0,'0'0'58'0,"0"0"-6"16,0 0-14-16,0 0-12 0,0 0-19 0,7 18-42 16,-6-9-37-16,0 0 16 0</inkml:trace>
  <inkml:trace contextRef="#ctx0" brushRef="#br0" timeOffset="5007.89">16871 11577 25 0,'-9'0'53'0,"9"0"-6"0,0 0-15 15,0 0-10-15,0 0-4 0,18 15-32 0,-10-9-17 16,0-3-33-16,2 1 15 0</inkml:trace>
  <inkml:trace contextRef="#ctx0" brushRef="#br0" timeOffset="5805.44">21797 11939 79 0,'-3'-11'134'0,"3"11"-3"0,0 0-10 16,0 0 0-16,0 0-18 0,0 0-7 0,0 0-14 15,0 0-3-15,0-9-12 0,0 9-5 16,0 0-15-16,0 0-12 0,5-5-6 0,-5 5-13 0,0 0-16 15,9-3-14-15,-9 3-8 0,9 0-10 0,-9 0-17 16,13 0-20-16,-5 0-24 0,-8 0-62 0,15-2-165 16,-6-2 73-16</inkml:trace>
  <inkml:trace contextRef="#ctx0" brushRef="#br0" timeOffset="15486.83">24579 10483 52 0,'-1'-6'80'0,"1"6"-15"16,0 0-3-16,0 0-24 0,0 0-3 0,0 0-13 16,0 0-24-16,0 0-15 0,0 0-40 0,0 0-60 15,8 20 28-15</inkml:trace>
  <inkml:trace contextRef="#ctx0" brushRef="#br0" timeOffset="15707.04">25091 10823 71 0,'0'0'116'0,"0"0"-15"0,3 5-23 0,-3-5-7 16,0 0 4-16,0 0-13 0,0 0-15 0,0 0-21 15,6 5-17-15,-6-5-32 0,0 0-18 0,0 0-58 16,0 0-107-16,0 0 47 0</inkml:trace>
  <inkml:trace contextRef="#ctx0" brushRef="#br0" timeOffset="16089.62">23788 10709 45 0,'0'0'62'15,"-4"-6"-14"-15,4 6-15 0,0 0-26 0,0 0-23 16,0 0-15-16,-10-2-31 0,10 2 14 0</inkml:trace>
  <inkml:trace contextRef="#ctx0" brushRef="#br0" timeOffset="16489.39">23304 10758 93 0,'0'0'99'0,"0"0"1"0,0 0-15 0,0 0-2 15,0 0-3-15,0 0 4 0,0 0-6 0,0 0-2 16,0 0-3-16,0 0-6 0,0 0-5 0,0 0-6 16,0 0-6-16,0 0-4 0,0 0 7 0,0 0-7 15,0 0-2-15,0 0-6 0,0 0 0 0,0 0-3 16,0 0-8-16,0 0 2 0,-7-9-4 0,7 9-6 15,0 0 1-15,0 0-3 0,0 0-9 0,0 0 8 16,0 0-5-16,0 0-1 0,0 0-2 0,0 0 4 16,0 0-7-16,0 0 7 0,0 0-4 0,0 0-1 15,0 0-3-15,0 0 5 0,0 0-6 0,0 0-16 0,0 0-2 16,0 0-17-16,0 0-10 0,0 0-16 0,0 0-19 16,0 0-16-16,0 0-23 0,0 0-83 0,0 0-215 15,0 0 96-15</inkml:trace>
  <inkml:trace contextRef="#ctx0" brushRef="#br0" timeOffset="17471.98">26221 10833 42 0,'0'0'112'16,"0"0"-13"-16,9 3-2 0,-9-3-5 0,0 0 3 0,0 0-5 15,0 0 0-15,0 0-10 0,0 0-6 16,0 0-2-16,0 0 2 0,0 0-8 0,0 0-9 0,0 0-4 16,0 0-2-16,0 0-13 0,0 0 0 15,0 0-1-15,0 0-5 0,0 0-7 0,0 0 3 0,0 0-6 16,0 0 0-16,0 0-7 0,0 0-4 0,0 0 1 15,0 0-6-15,0 0 18 0,0 0-23 16,0 0-1-16,0 0-2 0,0 0-16 0,0 0 10 16,0 0-10-16,0 0-2 0,0 0-10 0,0 0-7 0,0 0-8 15,0 0-14-15,0 0-6 0,0 0-23 16,0 0-9-16,0 0-81 0,0 0-194 0,0 0 86 16</inkml:trace>
  <inkml:trace contextRef="#ctx0" brushRef="#br0" timeOffset="19688.8">21139 10843 59 0,'0'0'72'0,"0"0"0"0,0 0-5 0,0 0-11 15,0 0-10-15,0 0-11 0,0 0 5 0,0 0-14 16,0 0-7-16,0 0-9 0,0 0-6 0,0 0 3 16,0 0-5-16,0 0-4 0,0 0 1 0,0 0 8 15,0 0-11-15,0 0 3 0,0 0 2 0,0 0-4 16,0 0 2-16,0 0 2 0,0 0-6 0,0 0 4 15,0 0-2-15,0 0 2 0,0 0 0 0,0 0 4 16,0 0 0-16,0 0-4 0,0 0-9 0,0 0 12 16,0 0 1-16,0 0-1 0,0 0 1 0,0 0 0 15,0 0 3-15,-3-11-1 0,3 11 1 0,0 0-10 16,0 0 10-16,0 0 2 0,0 0-3 0,0 0 3 0,0 0-1 16,0 0 4-16,0 0-5 0,0 0-8 0,0 0 8 15,0 0-3-15,0 0 0 0,0 0-3 0,0 0 5 16,14-8-2-16,-14 8-3 0,0 0-8 15,0 0 10-15,0 0-1 0,0 0 1 0,0 0 6 0,0 0-2 16,0 0-10-16,0 0 6 0,0 0 4 0,0 0-7 16,0 0 4-16,0 0-6 0,0 0 1 0,0 0 3 15,0 0 0-15,0 0-3 0,0 0 1 16,0 0 0-16,0 0 6 0,0 0-4 0,0 0-2 0,0 0-1 16,0 0 6-16,0 0-1 0,0 0-4 0,0 0-1 15,0 0 5-15,0 0-1 0,0 0-6 0,0 0 7 16,8-3-3-16,-8 3 1 0,0 0-3 15,0 0 2-15,0 0 0 0,0 0-2 0,6-3 5 0,-6 3-2 16,0 0-2-16,0 0 4 0,0 0 1 0,0 0-5 16,0 0-4-16,0 0 3 0,0 0 2 15,0 0 1-15,0 0 6 0,0 0-10 0,0 0-1 0,0 0 5 16,0 0-2-16,0 0 2 0,0 0-2 0,0 0 2 16,0 0 2-16,0 0-2 0,0 0-5 0,0 0 0 15,5-7 4-15,-5 7 1 0,0 0-5 0,0 0 6 16,0 0 1-16,0 0 1 0,0 0-7 0,0 0 7 15,0 0 1-15,0 0-1 0,0 0-3 0,0 0 3 16,0 0 5-16,5-4-1 0,-5 4-6 0,0 0 3 16,0 0-1-16,0 0-4 0,0 0 6 0,0 0-3 15,0 0 5-15,0 0-8 0,0 0 3 0,0 0 5 16,0 0-8-16,0 0 2 0,0 0-1 0,0 0 6 16,0 0-6-16,0 0 2 0,0 0-2 0,0 0 2 15,0 0-2-15,0 0-2 0,0 0 1 0,0 0 2 16,0 0-5-16,0 0 3 0,0 0 2 0,0 0 3 15,0 0-6-15,0 0 0 0,0 0 0 0,0 0 2 0,0 0-3 16,0 0-1-16,0 0 7 0,0 0-4 16,0 0-3-16,0 0 12 0,0 0-9 0,0 0 0 15,0 0 0-15,0 0-4 0,0 0 11 0,0 0-9 16,0 0 0-16,0 0 0 0,0 0 7 0,0 0-5 0,0 0 0 16,0 0-3-16,0 0 3 0,0 0-1 0,0 0 2 15,0-10-2-15,0 10 2 0,0 0-1 16,0 0-12-16,0 0 9 0,0 0 4 0,0 0 0 15,0 0-2-15,0 0 6 0,0 0-4 0,0 0-3 0,0 0 2 16,0 0 1-16,0 0-6 0,0 0 2 0,0 0 3 16,0 0 2-16,0 0-7 0,0 0 8 0,0 0-8 15,0 0 7-15,0 0-5 0,0 0 3 16,0 0 9-16,0 0-4 0,0 0-14 0,0 0 14 0,0 0 0 16,0 0 3-16,0 0-11 0,0 0 4 0,0 0-2 15,0 0-7-15,0 0 1 0,0 0 7 0,0 0 0 16,0 0-8-16,0 0 8 0,0 0-16 0,0 0-3 15,0 0 5-15,0 0-6 0,0 0 5 0,0 0-9 16,0 0-2-16,0 0-2 0,0 0-5 0,0 0-8 16,0 0-1-16,0 0-26 0,0 0-74 0,0 0 32 15</inkml:trace>
  <inkml:trace contextRef="#ctx0" brushRef="#br0" timeOffset="21925.32">7527 10758 2 0,'0'0'49'15,"-4"-4"-5"-15,4 4-2 0,0 0-9 0,0 0-1 16,0 0-1-16,0 0-3 0,0 0-5 0,0 0-3 16,0 0-1-16,0 0-3 0,0 0 0 0,0 0-3 15,0 0 3-15,0 0-3 0,0 0-4 0,0 0-1 16,0 0-6-16,0 0 3 0,0 0-1 0,0 0 4 15,0 0 0-15,0 0-6 0,0 0 4 0,0 0-5 16,0 0 4-16,0 0-3 0,0 0 5 0,0 0-4 16,0 0-1-16,0 0-1 0,0 0 2 0,0 0-2 15,0 0 0-15,0 0-2 0,0 0 5 0,0 0 0 16,0 0 1-16,0 0-5 0,0 0 2 0,0 0-1 16,0 0-2-16,10-10 1 0,-10 10 0 0,0 0 1 15,0 0 1-15,0 0 1 0,0 0-4 0,3-8-4 16,-3 8 3-16,0 0 2 0,0 0 3 0,1-8 0 15,-1 8 0-15,0 0-4 0,0 0 1 0,0 0 6 16,0 0-4-16,0 0-2 0,0 0 3 0,0 0-9 16,0 0 9-16,4-5-6 0,-4 5 7 0,0 0-2 0,0 0 1 15,0 0 0-15,0 0 3 0,0 0-4 16,0 0-1-16,0 0 2 0,3-5 0 0,-3 5 3 16,0 0-6-16,0 0 4 0,0 0-2 0,0 0 0 15,3-5-3-15,-3 5-1 0,0 0 7 0,0 0-2 0,0 0 2 16,0 0-5-16,0 0 2 0,0 0-9 0,0 0 5 15,0 0-5-15,6-6-10 0,-6 6-4 16,0 0-8-16,6-4-17 0,-6 4-25 0,0 0-77 16,9-3 35-16</inkml:trace>
  <inkml:trace contextRef="#ctx0" brushRef="#br0" timeOffset="26921.12">22987 15507 95 0,'0'0'144'0,"0"0"-12"16,0 0-3-16,0 0-10 0,0 0-6 0,0 0-8 16,0 0-7-16,0 0-9 0,0 0-9 0,0 0-6 15,0 0-11-15,0 0-8 0,0 0-6 0,0 0-15 16,0 0-13-16,0 0-11 0,0 0-29 15,0 0-24-15,0 0-19 0,0 0-15 0,0 0-10 16,0 0-15-16,0 0-68 0,0 0-185 0,0 0 82 16</inkml:trace>
  <inkml:trace contextRef="#ctx0" brushRef="#br0" timeOffset="29658.02">7699 14115 46 0,'0'0'77'0,"0"0"-17"0,0 0-2 16,0 0-5-16,0 0-4 0,0 0-4 0,0 0-3 16,0 0 8-16,-9 19 2 0,7-8-7 0,-3-1 8 15,1 7-16-15,0-1-2 0,-2 0-7 0,1 2 10 16,-1 0-4-16,-1 0 4 0,-1 0-2 0,2 1 5 16,-1-1-10-16,2 1 7 0,-2-1 5 0,3-2-5 15,-1 4-9-15,-2-2-8 0,1-1 6 0,0 1 0 16,1 0-3-16,2-3-1 0,-3 2 4 0,0 1-7 15,2-2 0-15,1-5-8 0,-1 2 2 0,1-2-2 16,0-3 3-16,1-2-4 0,0 2 2 0,2-8-3 16,-4 9 7-16,3-4 13 0,1-5 12 15,-4 6 0-15,4-6-2 0,0 0-7 0,0 0-2 0,0 0-3 16,0 0-4-16,-5-32 2 0,5 17-9 16,0-4 0-16,-2 0 0 0,5-10-11 0,-2 0 0 0,0 0 1 15,2-1 1-15,-2-2 0 0,1 0-8 0,-2-4-6 16,1 4-12-16,-1-5 5 0,1 2-3 15,-2-10 1-15,1 8 4 0,-1 6-6 0,-1 1 2 0,2 0 2 16,0 0 5-16,0 6 5 0,-1 7-6 0,0-1 2 16,-1 3 2-16,0 3-5 0,1 3 7 15,-1 2 5-15,2 7-7 0,-1-10 0 0,0 2-3 0,1 8-1 16,0 0 3-16,0 0 0 0,0 0-4 0,0 0 4 16,-7 27 4-16,6-2 5 0,0 5 9 0,-2 6-10 15,3 12-3-15,-4 7-5 0,1 0 13 0,0-4-6 16,0 1 7-16,-3 0 7 0,2-1-10 0,1-5 8 15,0-11-12-15,3-3 6 0,-1 2 0 16,-1-3 1-16,1 0-1 0,0-2 4 0,1-2-3 0,1-4 9 16,-2-3-7-16,1-2 0 0,0-1-3 0,1-2-1 15,0-4-1-15,1 0 1 0,-4-5 4 16,5 0 9-16,-3-6 18 0,0 9 12 0,0-9 14 16,1 8 5-16,-1-8 0 0,0 0-8 0,0 0-7 0,0 0-5 15,0 0-4-15,2-27-4 0,0 10-4 0,-1-3-3 16,3-9-7-16,-3-3-1 0,3 3-2 0,0-2-8 15,0-5 0-15,0-8-1 0,1-3-2 16,1 0-3-16,-1 13-6 0,3-18-1 0,-2 1-8 16,1-4-1-16,-3 6-3 0,2 3 3 0,-2 10-1 0,-2 5 2 15,0-1-1-15,0 2 0 0,0 5 1 0,-1 7 5 16,0 0-7-16,-1 3 0 0,-1 4 5 0,2 0-2 16,-1 1-1-16,1 3 0 0,-1 7-3 15,0-9 1-15,0 9 0 0,0 0 2 0,0 0 5 16,0 0-4-16,0 0 0 0,17 25-4 0,-12 0 7 0,0 5-1 15,-1 6 0-15,0 12-1 0,0 2 2 0,-3 1-1 16,-1-3 0-16,1 0-1 0,-2-13 0 0,1 0 2 16,-1-2-1-16,-2-1 2 0,3-5 0 0,0 1 2 15,0-8-2-15,0 0 4 0,-1-5-4 16,2 0 1-16,-2-5-3 0,0 1 3 0,1-3-1 16,0-8-1-16,-2 10 5 0,2-10-2 0,3 9 4 0,-3-9-2 15,0 0 0-15,-3 9 8 0,3-9 0 0,0 0 8 16,0 0-7-16,0 0-4 0,0 0-2 0,-9-23-1 15,5 12-1-15,2-10 1 0,-3-5-2 0,4-2 0 16,-1-4 1-16,2-2-3 0,0-1 0 0,-1-14-1 16,-1 1-3-16,7 0-1 0,-2 2-2 0,0 10 2 15,-2 4 0-15,2-3-3 0,-1 9-4 0,0 6 7 16,-1 5-1-16,0 1-2 0,-1 6-2 0,-1 2 0 16,1 6-2-16,0 0 2 0,0 0 3 0,0 0-3 15,-1 25 5-15,-5 4 0 0,-2 18-3 0,-1 2-4 16,2 5 7-16,3-1 0 0,-3 8 2 0,2-7-3 15,2-1 1-15,3 4 3 0,4-3 8 0,1-4-7 16,1-4-3-16,-2-17 5 0,4-1 2 0,0-3 0 16,-1-6-3-16,-2-4-3 0,-1-3 1 0,0-2 4 15,-1-3-2-15,0-2 3 0,0 0-3 16,-3-5 4-16,4 9 1 0,-4-9-2 0,0 0 3 0,0 0 0 16,0 0-6-16,0 0 2 0,0 0-5 15,-10-27 7-15,6 8-2 0,2 0 0 0,-1-7 1 16,-1-3-1-16,1 0-1 0,2-1 0 0,0-1-3 0,1-1-1 15,1-4 4-15,0 2-1 0,-1-3-6 16,1 4 5-16,1 1 0 0,-1 5-6 0,-1 10 3 16,3-1 0-16,-2 8 1 0,-1 0-6 0,0 5 3 15,0 5-2-15,0 0-1 0,0 0 2 0,0 0 6 16,-7 26-9-16,0 1 5 0,-1 3 0 0,-1 3 0 16,-1 13 1-16,-3 3 3 0,7 2-1 0,-3-2 0 0,5-14 1 15,-4-2-19-15,5-3-9 0,0-3-17 0,-2-2-32 16,7-7-27-16,0-1-33 0,-1-6-27 15,2 1-115-15,-3-2-302 0,0-10 134 0</inkml:trace>
  <inkml:trace contextRef="#ctx0" brushRef="#br0" timeOffset="35849.51">9376 14690 32 0,'0'0'37'0,"0"0"-4"0,0 0-6 0,0 0-4 15,0 0 1-15,0 0-4 0,0 0 0 0,0 0-8 16,0 0-7-16,0 0 8 0,0 0-8 0,0 0 1 16,0 0 2-16,0 0 5 0,0 0-7 0,0 0 3 15,0 0-4-15,0 0 2 0,0 0-3 0,0 0 0 16,0 0-6-16,0 0 0 0,0 0-15 0,0 0-32 16,0-13-53-16,0 13 24 0</inkml:trace>
  <inkml:trace contextRef="#ctx0" brushRef="#br0" timeOffset="36916.75">9341 14607 24 0,'0'0'37'0,"0"0"-6"16,-6-7-1-16,6 7-6 0,0 0-5 0,0 0 4 16,0 0-8-16,0 0 1 0,0 0 5 15,0 0-4-15,0 0-3 0,0 0-1 0,0 0 1 0,0 0-1 16,0 0 2-16,0 0-2 0,0 0-3 15,-7-7-2-15,7 7 4 0,0 0 1 0,0 0-10 16,0 0 3-16,-9-4-4 0,9 4 4 0,0 0-4 16,0 0 4-16,0 0-2 0,-17 0 1 0,17 0-4 15,0 0 4-15,0 0-2 0,-13-3 2 0,13 3 0 16,0 0-3-16,-14-1 4 0,14 1-4 0,0 0 0 16,0 0 4-16,-24-1-3 0,24 1 5 0,-13 0-1 15,13 0 4-15,-13-2-1 0,13 2-3 0,-14 0 3 16,14 0-3-16,-14-1 10 0,14 1-7 0,-16 0-4 15,16 0 4-15,-21-1-13 0,12 1 4 0,9 0-2 16,-21 1 6-16,10-1-3 0,1 1 3 0,10-1-3 16,-19 0 6-16,19 0-8 0,-17 0 4 0,6 0 6 15,11 0-9-15,-17 0 3 0,6 0 8 0,11 0-7 16,-20 0 3-16,9-1-3 0,11 1 4 0,-18 1-4 16,8-1 7-16,10 0-9 0,-22 3 6 0,11-3 3 15,-1 2-8-15,1-2 3 0,11 0-3 0,-22 2 1 16,9-2 0-16,3 2 5 0,-2 0-2 15,0-1-4-15,0 0-4 0,-1 0 10 0,13-1-8 0,-23 0 2 16,11 3 3-16,1-2-1 0,0-1 0 0,11 0-5 16,-23 0 2-16,14 0 5 0,9 0-3 0,-22-1-1 15,12 1 8-15,10 0 4 0,-17-1-5 0,17 1-7 16,-19-5 11-16,12 3-6 0,7 2 0 16,-16-2-6-16,16 2 2 0,-15-3 0 0,15 3 2 0,-16-4-3 15,6 3 1-15,10 1-2 0,-15-1-1 0,15 1 0 16,-15-4 28-16,15 4-29 0,-14-1-4 0,14 1 4 15,-16-2 4-15,16 2-4 0,-11-1-3 0,11 1-1 16,-13-3 5-16,13 3-8 0,0 0 4 0,-19 0 3 16,19 0 5-16,-13 2 3 0,13-2-12 15,-14 1 2-15,14-1 2 0,-10 4-1 0,10-4-6 16,-14 3 18-16,14-3-15 0,0 0-1 0,-22 3 7 16,22-3-1-16,-10 4-2 0,10-4 3 0,-12 3-7 0,12-3 6 15,0 0-6-15,-19 4 6 0,13-2 3 0,6-2-8 16,-12 4 4-16,12-4 0 0,-14 3 1 0,14-3 11 15,-14 0-7-15,14 0 1 0,-13 3 2 16,13-3 1-16,-10 2 0 0,10-2-2 0,0 0 1 16,-14 2 2-16,14-2-4 0,0 0 1 0,-13 2-4 15,13-2 3-15,0 0 1 0,-13 1-2 0,13-1 7 16,0 0 0-16,0 0-8 0,0 0 4 0,-15-3 6 16,15 3 0-16,0 0 0 0,0 0 0 0,0 0 3 15,-10-5 0-15,10 5 2 0,0 0-6 0,0 0 11 16,0 0-3-16,0 0 1 0,-8-5-7 0,8 5 8 15,0 0-8-15,0 0 6 0,0 0-3 0,0 0 2 16,0 0-1-16,-4-9-1 0,4 9-1 0,0 0-5 16,0 0 1-16,0 0-1 0,0 0-2 0,-7-8 1 15,7 8-6-15,0 0 5 0,0 0-8 0,0 0 8 16,0 0-4-16,0 0-2 0,0 0 1 0,-5-6-1 16,5 6-2-16,0 0-1 0,0 0-3 0,0 0 1 15,0 0-1-15,0 0 7 0,0 0-6 0,0 0 0 16,0 0-3-16,0 0-1 0,0 0-17 0,0 0-10 15,0 0-14-15,0 0-23 0,0 0-11 0,0 0-20 16,0 0-110-16,0 0-227 0,0 0 101 0</inkml:trace>
  <inkml:trace contextRef="#ctx0" brushRef="#br0" timeOffset="39326.87">9342 10013 19 0,'0'0'43'0,"0"0"-9"0,0 0 8 16,0 0-12-16,0 0-5 0,0 0 0 0,0 0-5 16,0 0 4-16,4-6-5 0,-4 6 1 0,0 0-7 15,0 0-1-15,0 0-1 0,0 0-6 0,0 0 7 16,0 0-5-16,0 0 3 0,0 0-3 0,0 0-2 16,0 0-5-16,0 0 8 0,0 0-4 0,0 0-5 15,0 0 4-15,0 0 6 0,0 0-5 0,0 0-1 16,0 0 3-16,0 0-3 0,0 0-6 0,0 0 2 15,0 0 2-15,0 0-3 0,0 0 3 0,0 0-6 16,0 0 6-16,0 0-1 0,0 0 5 0,0 0-10 16,0 0 13-16,0 0-3 0,0 0 1 0,0 0 3 15,0 0-3-15,0 0-1 0,0 0 0 0,0 0-2 16,0 0 6-16,0 0-4 0,0 0 4 0,0 0 9 16,0 0-9-16,0 0-2 0,0 0-4 0,-18 0 8 15,18 0-5-15,0 0 9 0,-8-3-8 0,8 3 5 16,-8-4-2-16,8 4 7 0,0 0-7 0,-12-4 0 15,12 4-4-15,-8-3-4 0,8 3 3 0,-10-3 2 16,10 3 5-16,-11-3-7 0,5 2 0 0,6 1 5 16,-14-3 3-16,4 1-5 0,-1 0 3 0,0 1-2 0,0 1-3 15,-1 0 4-15,1 0-5 0,-1 0 6 16,-2-1-4-16,1 2-4 0,-1-1-3 0,0 0 8 16,1 0-6-16,-2 1 0 0,-2-3 2 0,-2 2 5 15,1 0-4-15,0 1-4 0,-2 0 6 0,2-1-1 0,-4 0-1 16,2 0-1-16,1 2-1 0,-3-1-4 0,-1 0 0 15,1-1 6-15,2 0 0 0,-1 3-10 16,-2-3 8-16,3 0 3 0,-1 0-3 0,0 1-4 16,0-6 6-16,1 6-4 0,-2 1-4 0,2-4 6 0,-2 5 6 15,-1-4-7-15,4 2-3 0,-3 0-1 0,0 2 7 16,-1-3-9-16,-2 0 9 0,-3 3 1 16,-1-1-10-16,8 3 5 0,-1-5-2 0,1 1 2 15,1 1 5-15,0-4-1 0,0 5-8 0,1-2 6 0,0-1 0 16,1 0 0-16,-1-1 0 0,2 2-5 0,0-1 0 15,2 2 3-15,0-2 0 0,2 0-1 0,-1-2-3 16,2 2 9-16,0-1 1 0,1 1 2 16,0-1-12-16,2-2 12 0,9 3 2 0,-16-1-3 0,8-1-4 15,8 2 0-15,-16-1 1 0,9 0-1 0,7 1-3 16,-14 0 0-16,7-1 0 0,7 1-1 0,-15 0 4 16,8 0 2-16,7 0-1 0,-17 0-10 0,8 0 4 15,-2 0 5-15,0 1-1 0,1-1-3 0,-3 1 5 16,3 2-5-16,0-3 0 0,-1 1-2 0,0-2-1 15,2 2 12-15,9-1-6 0,-16 1-2 0,8 1 8 16,8-2-11-16,-14 1 10 0,6 0 6 0,8-1 4 16,-10 2-8-16,10-2 5 0,-11 0 8 0,11 0-6 15,-8 0-6-15,8 0-1 0,0 0 12 0,0 0-15 16,0 0-3-16,-12 0 2 0,12 0 1 0,0 0-1 16,0 0 0-16,0 0-4 0,0 0 1 0,0 0 3 15,0 0 4-15,0 0-6 0,0 0 4 0,0 0-19 16,0 0 19-16,0 0 5 0,0 0-8 0,0 0-4 15,-9 0-8-15,9 0 16 0,0 0-2 0,0 0-7 16,0 0 6-16,0 0 4 0,0 0-1 0,0 0-1 16,0 0 2-16,0 0-5 0,0 0-5 0,0 0 7 15,0 0 0-15,0 0-5 0,0 0 8 0,0 0-3 16,0 0-6-16,0 0 2 0,0 0-8 0,0 0 9 16,0 0-5-16,0 0 2 0,0 0-7 0,0 0 4 0,0 0 3 15,0 0 2-15,0 0-1 0,0 0 6 0,0 0-5 16,0 0 3-16,0 0-5 0,0 0-4 15,0 0 4-15,0 0-6 0,0 0 3 0,0 0 6 16,0 0-5-16,0 0 1 0,0 0 6 0,0 0-7 0,0 0 3 16,0 0 1-16,0 0-5 0,0 0-3 0,0 0 9 15,0 0-3-15,0 0-2 0,0 0 7 0,0 0-5 16,0 0-2-16,0 0-4 0,0 0-2 16,0 0 7-16,0 0 1 0,0 0-15 0,0 0 17 0,0 0-3 15,0 0 1-15,0 0 0 0,18-11-6 0,-18 11 4 16,0 0-6-16,0 0 7 0,0 0-4 0,0 0 13 15,0 0-6-15,6-3-2 0,-6 3-7 16,0 0 0-16,0 0-9 0,0 0-18 0,0 0-19 0,11-2-23 16,-11 2-17-16,0 0-77 0,0 0-183 0,10 5 82 15</inkml:trace>
  <inkml:trace contextRef="#ctx0" brushRef="#br0" timeOffset="41535.92">23467 15603 62 0,'1'-7'77'0,"-1"7"-3"0,0 0-6 0,0 0-9 16,0 0-5-16,0 0-18 0,0 0-10 0,0 0-21 15,0 0-24-15,0 0-25 0,0 0-23 0,0 0-72 16,0 0 33-16</inkml:trace>
  <inkml:trace contextRef="#ctx0" brushRef="#br0" timeOffset="42097.02">24621 15541 34 0,'0'0'51'0,"0"0"1"16,0 0-8-16,0 0 0 0,0 0-7 0,0 0 2 15,0 0-8-15,0 0 0 0,0 0-3 0,0 0 1 16,0 0 4-16,0 0-13 0,0 0 4 0,0 0 0 16,0 0 0-16,0 0-4 0,0 0 6 0,0 0-6 15,0 0-9-15,3 10 3 0,-3-10 1 0,0 0 5 16,0 0-9-16,0 0 9 0,0 0-8 0,0 0 0 15,0 0-3-15,0 0 6 0,0 0-6 0,0 0 4 16,0 0-3-16,0 0-3 0,0 0 1 0,0 0-3 16,0 0-1-16,0 0 15 0,0 0-20 0,0 0 4 15,0 0-17-15,0 0-13 0,0 0-5 0,0 0-12 16,0 0-75-16,0 0-128 0,0 0 57 0</inkml:trace>
  <inkml:trace contextRef="#ctx0" brushRef="#br0" timeOffset="-75987.36">20984 15683 20 0,'0'0'13'0,"0"0"2"0,0 0-2 0,0 0-5 16,0 0 2-16,0 0 7 0,0 0-14 0,0 0 6 16,0 0-6-16,0 0-1 0,0 0 0 0,8-4 1 15,-8 4 2-15,0 0 0 0,0 0-4 0,0 0 8 16,0 0 5-16,3-6 8 0,-3 6-10 0,0 0 11 15,0 0-3-15,2-7-1 0,-2 7 7 0,0 0 1 16,0 0 1-16,0 0 3 0,4-5 9 0,-4 5-22 16,0 0 9-16,0 0-8 0,0 0 3 0,0 0-1 15,0 0-3-15,0 0-7 0,2-7 3 0,-2 7-6 16,0 0 3-16,0 0 3 0,0 0-7 0,0 0-4 16,14 4-8-16,-14-4 0 0,14 1-12 0,-6 2-7 15,-2-1-10-15,6 0-15 0,1 0 5 0,1 0-26 16,4 0-74-16,3-1 33 0</inkml:trace>
  <inkml:trace contextRef="#ctx0" brushRef="#br0" timeOffset="-75569.45">24174 15668 26 0,'0'0'49'0,"0"0"2"16,0 0-10-16,0 0-4 0,0 0 3 0,0 0-21 15,0 0-1-15,8-2-7 0,-8 2-7 16,0 0-10-16,0 0-17 0,0 0-22 0,0 0-48 0,0 0 21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8T10:19:21.7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21747 15703 4 0,'0'0'37'0,"0"0"-8"0,0 0 1 0,-10-1-4 16,10 1-9-16,0 0 7 0,0 0-3 0,0 0-7 16,-7-4 3-16,7 4-8 0,0 0 5 15,0 0-5-15,0 0 4 0,0 0-8 0,0 0 0 0,0 0 11 16,0 0-13-16,-6-5-4 0,6 5-4 0,0 0-2 15,0 0 0-15,0 0-6 0,0 0-5 0,0 0-5 16,0 0-14-16,0 0-40 0,0 0 19 16</inkml:trace>
  <inkml:trace contextRef="#ctx0" brushRef="#br0" timeOffset="188.45">21808 15648 12 0,'0'0'17'0,"14"-1"-3"0,-14 1-9 16,12 0-6-16,-12 0-8 0,14 0-8 0,-6 0 5 15</inkml:trace>
  <inkml:trace contextRef="#ctx0" brushRef="#br0" timeOffset="128554.69">11714 7038 59 0,'0'0'59'16,"0"0"-2"-16,0 0-3 0,0-13 1 0,0 13-10 16,0 0-3-16,0 0-5 0,0 0 2 0,0 0-8 15,0 0-2-15,0 0-1 0,0 0-8 0,0 0 1 16,0 0-6-16,0 0 5 0,0 0-4 0,0 0-7 15,0 0-2-15,0 0-6 0,0 0-3 0,0 0-3 16,0 0-6-16,0 0 2 0,0 0-2 0,0 0 3 16,0 0 0-16,0 0-2 0,0 0 0 0,0 0-1 15,0 0-1-15,0 0 3 0,0 0-3 0,0 0 4 16,0 0-17-16,0 0-10 0,0 0-42 0,0 0-82 16,0 0 36-16</inkml:trace>
  <inkml:trace contextRef="#ctx0" brushRef="#br0" timeOffset="128893.42">11698 7071 31 0,'0'0'38'0,"0"0"-7"0,0 0-8 0,0 0 4 15,0 0 3-15,0 0-5 0,0 0-13 16,0 0 1-16,0 0 1 0,0 0-4 0,-23-4 3 16,23 4-9-16,0 0 6 0,-9 1-8 0,9-1-2 0,-6 1-3 15,6-1-6-15,-11 0 1 0,4 2 4 0,7-2-2 16,-13 2 3-16,5-1-4 0,-2 2-6 15,0-2 2-15,-1 0 2 0,2 3-2 0,-2-3 6 16,-1 1-8-16,0 0 7 0,2-1-1 0,-4 2 2 16,1-2-23-16,-5 2 28 0,3 0-23 0,-4-2-24 15,1 2 11-15</inkml:trace>
  <inkml:trace contextRef="#ctx0" brushRef="#br0" timeOffset="129039.81">11310 7118 27 0,'-21'3'-5'16,"-2"-1"-5"-16,-5 0 18 0,-1 2-2 0,1-2 3 15,1-2-5-15,0 1 2 0,-1 1 2 0,0 0 0 16,-3 0-3-16,4 0 2 0,-2-1-7 0,-3 3-3 15,1 0-9-15,2-2 19 0,-3-2 0 0,1 3-3 16,2 0-1-16,-2 1-1 0,2-1 0 0,-1 2-1 0,2-3-1 16,-1 4-6-16,1-2 1 0,-2-1-8 15,1 2-12-15,-2-1 5 0,-1-1 49 0,2 3-37 16,-1-5-7-16,-1 2 3 0</inkml:trace>
  <inkml:trace contextRef="#ctx0" brushRef="#br0" timeOffset="129664.39">8992 7235 5 0,'-27'1'24'16,"5"1"-2"-16,3-1-2 0,-3 1-1 0,-1 0-4 16,-4-2 4-16,7 3-3 0,-7-2-3 0,4 2 2 15,-4-6 2-15,7 3 0 0,-2-1-6 0,2 1 20 16,1-3-16-16,-2 2-4 0,2 0 3 0,1-2-3 15,0 1 6-15,0 1-10 0,4 0 3 0,1 1-2 16,-2-2 4-16,2 2-4 0,-1-3-5 0,1 3 5 16,2-1 2-16,-2 0-4 0,3-1-5 0,-2 2 1 15,1-2 6-15,0 1-4 0,11 1-4 0,-23-3 5 16,12 2 2-16,0 0-5 0,0-1 7 0,1 1-1 16,1 0 2-16,9 1 4 0,-14-1-5 0,8-2 3 15,-2 0-6-15,8 3 8 0,-12-1-6 0,12 1 2 16,-11-5-9-16,5 4 5 0,6 1 0 0,-11-3 11 15,5 0-5-15,6 3-7 0,-9-1 5 0,9 1 0 16,-11-5 1-16,11 5-5 0,-9-1 0 0,5-3 4 16,4 4-3-16,-12-2-2 0,12 2-3 0,-9-3 2 15,9 3-1-15,-10-4-1 0,4 1 2 0,-2 0 7 16,8 3-1-16,-11-4 0 0,5 1-4 0,6 3 16 16,-14-3-15-16,7 0 3 0,-1 0-8 0,0-1 6 15,-2 0-3-15,2 2 7 0,1-1-4 0,-1 1-4 16,-1 1 6-16,9 1-2 0,-13-4-7 0,7 2 11 15,6 2-7-15,-11-4-5 0,4 4 3 0,7 0-3 16,-9-3 8-16,9 3-8 0,0 0 1 0,-10-1 2 16,10 1-7-16,0 0-11 0,0 0-9 15,0 0-14-15,-8-3-11 0,8 3-2 0,0 0-54 16,0 0-112-16,0 0 49 0</inkml:trace>
  <inkml:trace contextRef="#ctx0" brushRef="#br0" timeOffset="130276.93">7384 7300 11 0,'0'0'112'0,"-5"-7"-11"0,5 7-3 16,-7-6-5-16,7 6 0 0,-3-6-5 0,3 6-9 0,0 0 5 15,-6-4-22-15,6 4-2 0,0 0-3 0,0 0-19 16,0 0-1-16,0 0-6 0,0 0 0 16,0 0-6-16,0 0-4 0,0 0-5 0,0 0 8 15,0 0-8-15,16 14 12 0,-11-8-17 0,0-1-3 16,0-1 1-16,0 3-6 0,0-2 6 0,3-1-5 15,-3 1 11-15,0 1-4 0,0-1-3 0,0-1-2 16,2 1 6-16,-4-2-7 0,-3-3 3 0,8 7-3 16,-4-3-3-16,-4-4 1 0,7 6-6 0,-7-6 8 15,6 3 1-15,-6-3-7 0,0 0-2 0,7 4 6 16,-7-4 4-16,0 0-4 0,0 0-4 0,0 0 8 16,0 0-8-16,0 0 9 0,11-7-2 0,-11 7 1 15,5-13-5-15,-1 4 0 0,0-1 9 0,1-2-10 16,0-3 3-16,-3 0-9 0,2-1 8 0,0 0-7 15,-1 0-1-15,0-2 11 0,-1 1-2 0,0 0-5 16,1 5-2-16,-1 0 2 0,0 2-3 0,-1 1-6 16,-1 9-29-16,1-14-19 0,0 9-19 15,-1 5-32-15,2-6-72 0,-2 6-196 0,0 0 87 0</inkml:trace>
  <inkml:trace contextRef="#ctx0" brushRef="#br0" timeOffset="130833.7">7583 7411 30 0,'0'0'52'0,"0"0"7"0,0 0 8 0,0 0 1 16,0 0 0-16,0 0 9 0,0 0 14 0,0 0 2 15,0 0-7-15,0 0-5 0,0 0-8 0,0 0-8 16,0 0-4-16,0 0-9 0,0 0 0 0,-6-25-10 16,5 17-8-16,-1 0-3 0,2-1-3 0,2-1-2 15,0-2-9-15,-1 0 7 0,3 0-2 0,1 1-7 16,2 0 2-16,-2-1-5 0,1 4-10 0,-1-1 4 16,2 0 4-16,2 1-6 0,-3 4 0 0,0 0 2 15,1 1-7-15,-1 1 9 0,4 0-4 0,-10 2 6 16,16 2 1-16,-7 0-7 0,0 3-5 0,-3 1 1 15,2 1-7-15,1 0 6 0,-4-1 0 0,0 1 2 16,1 0-2-16,-2 1 0 0,0-1 7 0,0-1-8 16,-4-6 0-16,3 8 4 0,-3-8-4 0,3 7 5 15,-3-7 9-15,4 4-4 0,-4-4 8 0,0 0 14 16,0 0-6-16,0 0 4 0,0 0-15 0,0 0 5 16,0 0 0-16,0 0-2 0,0 0 0 0,0 0-4 15,0 0-7-15,0 0 4 0,-9-24-4 0,9 24 1 16,4-18-2-16,0 9 1 0,2-3 0 0,2-3 1 15,1 0-9-15,0 0 3 0,1 1 0 0,-2 5 3 16,2 2-6-16,-1 1-3 0,-2-1 4 0,4 2 2 16,-2 1 0-16,-2 2 0 0,1 0-4 0,-8 2-1 15,14 2 4-15,-8-1-3 0,1 4-1 0,-3 1 1 16,2 2 1-16,-2 2-5 0,-3 1-2 0,-2 1-19 16,-1 1-3-16,0 4-12 0,-4-1-10 0,-1 2-22 15,0-1-8-15,-1-1-21 0,-2 2-92 0,-1-2-214 16,0-2 94-16</inkml:trace>
  <inkml:trace contextRef="#ctx0" brushRef="#br0" timeOffset="188864.13">11723 7028 8 0,'0'0'29'15,"0"0"-2"-15,0 0-1 0,0 0-4 0,2-7 1 16,-2 7 2-16,0 0-8 0,0 0-8 0,0 0 6 15,0 0-3-15,0 0 0 0,0 0-2 0,0 0-2 16,0 0-2-16,0 0 5 0,0 0-6 0,0 0 3 16,0 0-6-16,0 0 4 0,0 0 2 0,-9-9 1 15,9 9-2-15,0 0-5 0,0 0 0 0,0 0-2 16,0 0-2-16,0 0 4 0,0 0-2 0,0 0-2 16,-7-2-1-16,7 2-5 0,0 0-1 0,0 0-1 15,0 0-3-15,0 0 5 0,0 0 2 0,0 0-2 16,0 0-4-16,0 0 7 0,0 0-3 0,0 0-5 15,0 0 0-15,0 0-4 0,0 0-12 0,0 0-32 16,0 0 14-16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4T05:22:26.2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933 3779 9 0,'0'0'75'0,"0"0"-5"0,0 0-6 0,0 0 0 16,0 0 0-16,-3-11 2 0,3 11 17 0,0 0 6 16,0-9-5-16,0 9-1 0,0-8-10 0,0 8 8 15,0-10 5-15,0 1 9 0,0 9-10 0,-2-14-6 16,0 7 14-16,2 7-7 0,-3-15 10 0,2 8-8 16,-1 2-5-16,2 5-3 0,-5-15-4 0,5 15-5 15,-2-13-7-15,2 13-2 0,-2-10 2 0,2 10-9 16,-4-12 29-16,4 12-11 0,-4-7-8 0,4 7-3 15,0 0-8-15,0 0-6 0,-4-12-4 0,4 12-5 16,0 0-4-16,0 0-8 0,0 0-13 0,0 0 6 16,0 0-4-16,0 0-1 0,0 0 0 0,0 0-3 15,-2 38-2-15,2-22-1 0,0 3 3 0,0 6-1 16,0 2-2-16,0 3 3 0,0-2-2 0,2 3 0 16,-2-5-1-16,-2 0-1 0,2-2 0 15,0 1-2-15,0-8 0 0,0 2 0 0,0-3-1 16,0 0 0-16,0-4-1 0,0 1 1 0,0-1-1 15,0 0-1-15,0 0-12 0,0-12-17 0,0 19-13 16,0-10-26-16,0-9-22 0,0 0-29 0,0 18-22 16,0-18-31-16,0 9-14 0,0-9-170 0,0 0-380 15,0 0 169-15</inkml:trace>
  <inkml:trace contextRef="#ctx0" brushRef="#br0" timeOffset="490.27">966 3407 59 0,'-7'-9'132'0,"-3"-1"-11"16,1 1-3-16,-1 2 2 0,0 1-22 0,-4 3-6 16,14 3-13-16,0 0-2 0,0 0-5 0,-89 22 4 15,62-8-9-15,-3 7 1 0,-1 1-3 16,-10 11-1-16,5-1-3 0,2 4-10 0,0-1 5 0,3 1-4 15,0 1-5-15,10-6-1 0,-6 15-9 16,5-1 0-16,-2-1-4 0,5 1-4 0,4 0 0 16,3-11-5-16,5 13 1 0,1-11-2 0,6 0-5 15,0 0-8-15,2-1 5 0,5-3-5 0,4 1 10 16,3-2-4-16,4-2-1 0,2-2 5 0,2-1-2 16,5-4 3-16,3-4-1 0,3-1 1 0,1-4-2 0,2-1-1 15,1-3 0-15,0-7-1 0,16 1-1 16,-13-3-3-16,11-4-2 0,0-4 4 0,-17 0 2 15,4-2-8-15,10-9 0 0,-2 0 6 0,-13 0-2 16,-1 0 4-16,1-2-3 0,4-11 1 0,-11 7-2 16,-7-4-4-16,6-11-5 0,-9 7-1 0,-3-15-2 15,-4 2 0-15,1 0-5 0,-8-1 3 0,-3-6 0 16,-8 4-8-16,0-2 4 0,-6 4-1 16,-3 2 0-16,-3 4 1 0,-4-2-4 0,-6 5 2 0,-2 2 0 15,5 12 1-15,-12-7-7 0,9 12 5 16,-1-1 1-16,-2 6 5 0,1 4-5 0,0 4-3 15,-3 6-2-15,36 0 2 0,-75 14-14 0,26 2-7 16,4 6-25-16,0 3-19 0,4 4-28 0,1 1-42 16,4 3-149-16,1 2-318 0,14-6 141 0</inkml:trace>
  <inkml:trace contextRef="#ctx0" brushRef="#br0" timeOffset="1015.98">2423 3733 86 0,'-2'-17'240'0,"2"5"-15"0,-1 1-13 16,1 0-10-16,-3 1-10 0,3 10-18 0,0-11-16 16,-2 5-16-16,2 6-18 0,0 0-15 0,0 0-11 15,0 0-11-15,0 0-7 0,0 0-9 0,0 0-5 16,6 33-7-16,-6-1 0 0,-4 1-2 0,1 15 3 16,-1 3-6-16,5-1-1 0,-2-1-1 15,-4-2-4-15,6 0-6 0,-4-14-1 0,0 1-4 16,1-1 1-16,0-1-7 0,-1-1 0 0,6-2-8 0,-3-3 0 15,0 0-1-15,-2-6-1 0,1 5-2 0,0-9-3 16,1 0 1-16,0-4-25 0,0 2-19 0,0-2-23 16,-3-1-22-16,2 2-28 0,1-3-9 0,0-10-38 15,-2 15-43-15,-1-7-29 0,-1-2-140 0,4-6-386 16,-13 6 170-16</inkml:trace>
  <inkml:trace contextRef="#ctx0" brushRef="#br0" timeOffset="1304.25">2369 3724 54 0,'17'-13'177'16,"0"1"-3"-16,6-2-6 0,0 2-5 15,-3 4-11-15,-1 0-13 0,0 2-4 0,0 2-12 0,-5 3-11 16,7 1-7-16,-2 1-11 0,0 5-4 15,-1 1-11-15,-4 1-7 0,-3 1-4 0,0 3-9 16,-5 5-4-16,-2 1-5 0,-2 9-5 0,-7-2 1 16,-1 4-5-16,-6-3-4 0,-4 3-1 0,-2-2-2 0,-3-1-5 15,-3-3-4-15,4 1-2 0,-6-4-1 0,-1 2-2 16,3-3-8-16,-1-5-13 0,1 1-27 0,10-3-33 16,-1-3-40-16,2-1-50 0,4-2-48 15,0 4-118-15,-1-5-342 0,6-1 151 0</inkml:trace>
  <inkml:trace contextRef="#ctx0" brushRef="#br0" timeOffset="1887.59">2673 4434 154 0,'4'-3'209'0,"1"-4"-7"0,4 0-13 0,0-1-11 15,4-3-9-15,1 1-18 0,1-2-15 0,-2 0-10 16,2-1-8-16,4-4-10 0,-3 4-10 15,-1-1-5-15,3-4-11 0,-3 4-8 0,-1 0-5 16,-3-3-7-16,1 0 1 0,0-4-10 0,-2 3-5 0,-1-6-6 16,-3 0-5-16,-2 5-5 0,-1 2-5 15,-1-2-3-15,-2 3-1 0,-1 0-2 0,0 1 0 0,0 5-2 16,-2-1-6-16,-1 3 1 0,2 1-3 0,-1 1 0 16,3 6-5-16,-6-9-2 0,6 9 0 15,-13 0-2-15,13 0 1 0,-18 11-5 0,3 2 3 16,-2 6-1-16,-2 1 2 0,2 3-2 0,3-1-3 0,0 0 12 15,5 3-11-15,3-7 1 0,3 1 4 16,1-2-3-16,3 2 0 0,3 0-8 0,1 0-17 16,1-4-23-16,6 2-21 0,1 0-30 0,7-3-51 15,-2-3-31-15,8 0-21 0,-6-4-119 0,2-3-346 16,3 0 153-16</inkml:trace>
  <inkml:trace contextRef="#ctx0" brushRef="#br0" timeOffset="2299.88">3198 4131 172 0,'-7'-7'194'0,"-3"0"-7"0,1 4-14 15,-2 0-4-15,1 3-14 0,10 0-10 0,-19 6-11 16,4 2-9-16,-6 8-8 0,-1 5-8 0,2-2-11 16,2-2-8-16,0 5-10 0,4 1-6 0,3-6-10 15,7 1-5-15,-1-1-5 0,2-2-7 0,2 0-4 16,1-1-2-16,5-3-1 0,-1-2-6 0,2 1-4 15,4-3 2-15,1 0-7 0,-1-1-2 0,2-2-2 16,1-2-4-16,1-1-1 0,7-1-5 0,-7-1 3 16,-1-2-2-16,1-2-1 0,-3 0-2 0,0-2 1 15,0 1-3-15,-2-4 4 0,-3 1-3 0,1-2 3 16,-3-1-3-16,1 0 1 0,-3 1 0 0,1-5 1 16,-3 3-1-16,0 1-1 0,0 2 6 0,0-2 10 15,0 2 6-15,0 10 6 0,-2-12 1 0,2 12 0 16,0-11-9-16,0 11-8 0,-1-6-3 0,1 6 0 15,0 0-4-15,0 0-2 0,0 0 2 0,0 0-5 16,-4 25 3-16,4-14 0 0,2 0 2 16,0 0-4-16,1 1-3 0,-2 1 1 0,3-1-1 15,1-2 3-15,4 4-7 0,0 0-7 0,-1-4-23 0,-1 0-22 16,2-2-17-16,3 0-28 0,-2-2-18 0,1-1-30 16,2-2-22-16,3 0-28 0,-2-3-11 0,2-1-137 15,-3-1-368-15,-1-5 163 0</inkml:trace>
  <inkml:trace contextRef="#ctx0" brushRef="#br0" timeOffset="2505.98">3486 4032 150 0,'1'-19'176'15,"-1"1"10"-15,0 2 18 0,0 5 6 0,2 0-2 0,-4 4-14 16,2 7-17-16,0-9-21 0,0 9-18 0,0 0-16 16,0 0-13-16,0 0 0 0,0 0 10 15,-5 27 0-15,1 1-5 0,0-1-4 0,-2 7-6 16,0 0-8-16,1 0-7 0,-2 1-9 0,-1 1-7 15,-2-1-6-15,6-3-7 0,-2 1-4 0,2-4-6 16,-1 1-17-16,-1-3-28 0,1-2-22 0,5-1-45 16,-2-7-35-16,2-1-51 0,2 1-64 0,1-7-37 0,0 2-173 15,-3-12-457-15,2 12 203 0</inkml:trace>
  <inkml:trace contextRef="#ctx0" brushRef="#br0" timeOffset="2793.33">3765 4063 1700 0,'16'-23'161'16,"-7"8"-43"-16,-1 1-50 0,-2 5-28 0,-3 4-6 16,0-1-11-16,-3 6-7 0,0-6 3 0,0 6-11 15,0 0 4-15,-24 7 2 0,8 3 0 0,-7 2 0 16,-3 2 1-16,-1 1 1 0,4 1-2 0,0 0-2 16,1-2 2-16,5-5 3 0,4 3-9 0,0-5 0 15,4 0 1-15,0 0 3 0,3-4 1 0,-2 0 0 16,4 1 7-16,4-4 9 0,-7 5 7 0,7-5 1 15,-6 4-2-15,6-4-2 0,0 0-9 0,-5 3-3 16,5-3-9-16,-5 4 4 0,5-4-7 0,0 0 4 16,8 17-4-16,-3-8 0 0,1 1 1 0,2 0 3 15,5 4-5-15,0-1 1 0,-1 3-16 0,2-2-23 16,3 0-22-16,4 1-39 0,0 1-32 0,5-1-48 16,2-2-30-16,-1-3-143 0,-2 3-371 0,7-5 164 15</inkml:trace>
  <inkml:trace contextRef="#ctx0" brushRef="#br0" timeOffset="3112.14">4478 3857 2 0,'0'0'285'0,"-2"-11"-15"0,2 11-15 16,2-15-26-16,-1 5-16 0,0 4-24 15,8-3-19-15,1 1-19 0,8-2-15 0,12 0-15 16,1-2-11-16,4 1-10 0,0 2-14 0,0 2-21 15,1 0-34-15,0 0-32 0,-7 6-43 0,1 0-43 16,-1-1-39-16,-7 4-43 0,-2 2-22 0,-9-1-109 0,-4 0-324 16,-7-3 144-16</inkml:trace>
  <inkml:trace contextRef="#ctx0" brushRef="#br0" timeOffset="3490.89">4751 3779 121 0,'-8'-1'186'15,"8"1"-21"-15,0 0-17 0,0 0 0 0,-10 5-3 16,8 3-6-16,-3 6 5 0,1 4 8 0,-1 6 3 16,-1 2-11-16,3 4-9 0,-1 1-11 0,0 3-7 15,-1-3-9-15,4 2-4 0,-2-2-14 0,2 1-7 16,0-3-11-16,1-1-6 0,-2-1-5 0,1 0 0 16,1-3-12-16,0-5-4 0,0-2-3 0,1-1-5 15,-1-3-2-15,2-2-3 0,-2 1 1 0,1 0-7 16,-1-2-1-16,1-3-11 0,-1-7-3 0,-1 12-10 15,1-12 1-15,0 9 2 0,0-9 1 0,0 0-2 16,-4 8-6-16,4-8-18 0,-8 1-2 0,8-1 4 16,-15-1-1-16,5-1 2 0,2-3 1 0,-1 2 3 15,-2 0-2-15,2-1 4 0,0 0-1 0,1 2 6 16,2 0 4-16,6 2 4 0,-11-4 1 0,11 4-1 16,-7-2 1-16,7 2-5 0,0 0 1 0,-9-2-3 15,9 2 0-15,0 0 1 0,0 0 3 16,0 0-1-16,0 0-1 0,1 14 4 0,-1-14 0 0,15 3 0 15,-4 1-2-15,3-2-8 0,2 1-27 0,5-2-28 16,-1-2-32-16,10-2-49 0,-3 1-34 0,2-2-38 16,-7 1-131-16,-1-2-376 0,-3 0 167 0</inkml:trace>
  <inkml:trace contextRef="#ctx0" brushRef="#br0" timeOffset="3806.15">4963 4251 11 0,'0'0'172'0,"0"0"-17"16,0 0-10-16,0 0 9 0,0 0 8 0,0 0 7 15,14 14 1-15,-14-7-11 0,0-7-5 0,-2 13-9 16,2-13-4-16,-4 17-6 0,4-17-8 16,-1 15-9-16,1-15-3 0,0 13-2 0,0-13-11 15,0 0-2-15,0 12-4 0,0-12 0 0,0 0 8 16,0 0 2-16,-3 9 16 0,3-9-4 0,0 0-7 16,0 0-11-16,0 0-6 0,0 0-11 0,0 0-7 15,0 0-10-15,-5-34-2 0,5 34-26 0,9-26 15 16,0 7-9-16,-1 0-9 0,6-7-1 0,1 1-9 15,0 0 0-15,7 0-3 0,-3 4-4 0,0 2-9 16,-2 7 4-16,-3 0-6 0,3 3 2 0,-7 5-7 16,3 2-6-16,-1 0 9 0,0 6-7 0,-1 2 1 15,0 1-1-15,1 3-17 0,-1 6 17 0,-2-1 1 16,0 2 3-16,-3 3-1 0,-1-2-28 0,-2 8-19 0,-2 0-43 16,-2 1-25-16,-5-1-52 0,1 1-67 15,0-8-61-15,-2 7-228 0,-1-2-564 0,3 1 251 16</inkml:trace>
  <inkml:trace contextRef="#ctx0" brushRef="#br0" timeOffset="4303.71">5496 4219 1532 0,'8'-27'88'15,"-6"1"-7"-15,-3 7 0 0,1-5-2 0,-1-1 7 16,-1 9 5-16,2 0 0 0,-1 5 9 0,0-1-2 15,2 2 10-15,-1 0 7 0,0 10-22 0,-1-12-16 16,1 12-10-16,0 0-5 0,0 0-12 0,0 0-4 16,14 22-2-16,-4 1-7 0,-1 3 3 0,1 1-6 15,-2 2 0-15,2 2-6 0,-3-2 3 0,2 0-6 16,-2-3 3-16,1 1-4 0,2-3 2 0,-6-5-3 16,3-1 0-16,-2-3-4 0,2-1-2 0,-2-2 1 15,-2-1-5-15,2-3 4 0,0-2-7 16,-2 1 8-16,1-3 0 0,-4-4 0 0,2 9 16 15,-2-9 17-15,0 0 16 0,9 2-12 0,-9-2-7 0,9-10 4 16,-3 0-13-16,5-6 0 0,-1-1-6 0,3-8-4 16,1-2 2-16,-1-2-3 0,-1-1-4 0,4-3-4 15,4-10-8-15,3 2-10 0,-9 10-13 16,5 1-3-16,-1 2-28 0,-3 3-5 0,-2 4-19 0,-4 7-29 16,-1 4-50-16,-2 3-66 0,2-1-59 0,-4 6-28 15,-4 2-179-15,0 0-515 0,0 0 229 0</inkml:trace>
  <inkml:trace contextRef="#ctx0" brushRef="#br0" timeOffset="5487.44">5910 4373 2093 0,'7'1'27'0,"-1"0"-4"0,-6-1-15 0,15-2 28 0,-7-1-27 16,2-1 16-16,0-2 20 0,2 1 19 0,-2 0 4 15,3-3 2-15,-3 0-1 0,5-5 1 16,-3 3-5-16,1-2-7 0,0-2-4 0,-4 6-5 15,5-4-3-15,-4-4-5 0,0 1-5 0,0 1-5 16,-2-3 0-16,-4-1-3 0,2 2-5 0,-3-1-6 16,-1-1 5-16,-2 7-7 0,-2 0-4 0,1 0 1 0,-3 2-4 15,-1 0 1-15,-1 1-7 0,-1 1 6 16,0 5-3-16,0-2-5 0,-1 2-4 0,8 2 3 0,-20 3-2 16,7 2 1-16,-4 2 3 0,2 6-6 15,0 1 2-15,-3 5 0 0,1 2-2 0,4 2 0 16,-1 0 6-16,5-6-1 0,1 1 2 0,1-2-4 15,3 1 1-15,3 1 6 0,0-3 2 0,1 1 0 16,0-4-2-16,5 5-6 0,2-6 10 0,1 3 0 0,2-2 0 16,0-4 2-16,1 1 0 0,-1-2-2 15,4-4 2-15,3 4-2 0,0-2 2 0,3-1 0 16,0-1 1-16,2-2-6 0,-3-1 4 0,0-3-1 16,0 2 0-16,-1-1 0 0,1-1 4 0,2-2-6 15,-3-4 3-15,-1-1-3 0,-1-4-3 0,7 0-1 16,-10-1-3-16,3-6-15 0,-4 6 7 0,-1-2 0 0,0-6 0 15,-2 0-2-15,-6 4 3 0,-1 0 1 16,-2-1-2-16,-3 2-4 0,-1 3 8 0,-1-3 9 16,1 4 2-16,-2 4 1 0,2 0-1 0,-5 3 0 15,3-1 4-15,-1 1-2 0,1 2 3 0,-2 0-6 16,3 1 1-16,5 4-4 0,-10-5-2 0,10 5 2 16,-7-4-6-16,7 4-3 0,0 0 1 0,-6-4 2 15,6 4 0-15,0 0 1 0,0 0-1 0,0 0-2 16,0 0 5-16,19 9 1 0,-7-5 0 0,-1-2 1 15,2 1-1-15,6 1-1 0,3-4 6 0,-2 0-5 16,0 0 2-16,-1-2-2 0,-3 2 2 0,2 2-2 16,-6-1-2-16,-2 1-3 0,-1 0 4 0,-3-2-4 15,2 4 0-15,-2-1-1 0,2 0 8 0,-3 4-5 16,0 3 4-16,-2 0 3 0,-1 2 3 0,-2 4 1 16,0 1 0-16,-2 2 0 0,-1 0 4 0,1-2-2 15,-2 2 4-15,1-2-3 0,1 1-2 0,-2 0 1 16,0-1-5-16,2 0 7 0,2-5-4 0,0 0-1 15,1-1-4-15,0-1-1 0,2 0 2 16,-2-1 2-16,3-2-3 0,-2-1 2 0,2 0-1 0,0 0-1 16,2-2 4-16,2-3 3 0,1 2-5 0,-1-2 2 15,-8-1 1-15,16-1-3 0,-2-3-1 0,-2 0 0 16,1-2 0-16,-1-3-3 0,1-4-3 0,0 1-7 16,-3-2-3-16,4-2-9 0,-1-7-9 0,0-3-10 15,-2 1 1-15,-2 1 3 0,-1-1 5 0,-3 6 3 16,0-6 2-16,-2 5 0 0,-1 7 2 0,0-4 5 15,-2 6-2-15,1 1 6 0,0 4 4 0,-1-3-4 16,0 9-1-16,0-9-1 0,0 9 2 0,0 0 2 16,0 0-1-16,0 0 1 0,-31 26 0 0,17-5 5 15,2 1-3-15,3 1 1 0,0-1 2 0,2-4-2 16,5 3 5-16,-2 4 1 0,4-6-2 0,1 1 4 16,3-1-1-16,-1-1 0 0,-2 0 3 0,5 1-2 15,-1-3 2-15,3 0-3 0,-2-2 0 0,5 2 1 16,-8-6 4-16,1 1-5 0,-1 0 3 0,1-4-6 15,-4 4-9-15,0-11-10 0,-2 17-6 0,2-17-3 16,-6 11-10-16,1-6-7 0,-3 0 3 0,8-5 4 16,-11 8 3-16,4-4 7 0,7-4 0 0,-14 1 8 15,14-1 4-15,0 0 2 0,0 0-3 0,-16-1 3 16,16 1 4-16,0 0-3 0,2-16 4 0,-2 16-2 16,13-17 2-16,0 4 1 0,2 1 3 0,6-6-1 15,-1 1 2-15,2-2 1 0,5 0-1 0,-2 0-1 16,2 2 6-16,0-2-2 0,1 1 1 0,0 0 5 15,-4 0-3-15,-1 0 16 0,-1 0-7 0,-8 4 11 16,1 0 4-16,-3 0 6 0,-2-1 7 16,-2 0 7-16,-2 1 10 0,-3 2-1 0,-1 3 1 0,-2 2 0 15,0 7-3-15,-5-13-2 0,1 8-4 0,-3-1-5 16,-5 3-4-16,-1 1-3 0,-1 4 1 0,-5 3-6 16,-6 5 0-16,2 4-6 0,0 0 0 0,7 0-3 15,2-1 2-15,1 1-1 0,4 2 3 16,-1 0-3-16,3 0-2 0,3-1-1 0,3 2 0 15,2-2-16-15,4 1-19 0,1-4-30 0,4 1-31 0,3-1-37 16,5-1-46-16,8 1-38 0,1-2-37 0,3 2-153 16,5-5-424-16,2-1 187 0</inkml:trace>
  <inkml:trace contextRef="#ctx0" brushRef="#br0" timeOffset="5994.16">7537 4206 85 0,'3'-13'272'0,"-1"2"-4"16,-2 0-1-16,3 2-5 0,-2 0-24 0,-1 9-3 15,0-10-24-15,0 10-23 0,3-7-22 0,-3 7-19 16,2-5-20-16,-2 5-15 0,0 0-13 0,9 17-7 16,-1-2-10-16,1 3-5 0,0 7-4 0,3 0-5 15,-3-1-9-15,-1 0-7 0,0-5-4 0,-2-1-3 16,2 1-9-16,-2-1 4 0,-1-1-6 0,3-2-2 15,-3-2-4-15,-1-1-5 0,0-1-12 0,1-1 12 16,-2-3-1-16,0 0-1 0,0-2 2 0,1-2 6 16,-4-3 2-16,5 8 13 0,-5-8 23 0,0 0 7 15,7 0-6-15,-7 0 3 0,0 0-11 0,13-18-4 16,-3 6-6-16,-1-5-8 0,4-6-5 0,1-2-6 16,0-1-2-16,2-4-5 0,-1 0-21 0,5-13 13 15,-4 11-1-15,-1-1-3 0,2 2-13 0,-3 0-13 16,2 3-4-16,-4 5-8 0,-3 5-17 0,1 5-18 15,-5 3-33-15,0 2-44 0,-1 3-50 16,-1 2-26-16,-3 3 2 0,0 0-2 0,0 0-14 0,15 9-8 16,-11 1-10-16,1 6-153 0,-5 2-432 0,0 0 191 15</inkml:trace>
  <inkml:trace contextRef="#ctx0" brushRef="#br0" timeOffset="6303.65">8006 4255 67 0,'0'0'135'0,"0"0"-8"15,0 0 3-15,3 10 13 0,-3-10 4 0,-2 10 21 16,1-2-15-16,0 2-8 0,1 1-15 0,-3 0-3 16,2 1-3-16,1 0-9 0,-1 0-10 0,1 0-11 15,2-1-6-15,1-3-4 0,2 2-1 0,-1-2 0 16,1 2-8-16,3-3-6 0,-2 0-1 0,3 0-4 16,1-4-1-16,3 1-6 0,0-1 4 15,1-2-3-15,0 0-5 0,0-2-4 0,-1-1 6 0,2 0-7 16,-2-2-2-16,1-3 2 0,-3-1 1 0,4-2-5 15,-4-4-3-15,-3 0-2 0,-1-3-6 0,0 0-10 16,-5-2 9-16,1 0-4 0,-3-7-3 16,-3 9-11-16,-2-3 5 0,0 1-5 0,-3 5-2 0,3 2-1 15,-4-1 0-15,4 4-10 0,-5 3-5 0,0 2-12 16,-3 2-15-16,1 5-17 0,-4 2-17 0,-3 4-16 16,1 3-23-16,-5 5-44 0,3 1-45 0,4 2-41 15,-1 1-189-15,5-6-458 0,3 0 204 0</inkml:trace>
  <inkml:trace contextRef="#ctx0" brushRef="#br0" timeOffset="6559.42">8411 4105 92 0,'4'-14'276'0,"-2"1"-12"0,0 4 3 0,-2 2-6 16,3-3-3-16,-3 10-18 0,2-11-26 15,1 8-22-15,-3 3-35 0,1-8-8 0,-1 8-19 16,0 0-11-16,0 0-16 0,1 29-5 0,-1-6-8 16,0 2-8-16,-1 4-8 0,-2-1-5 0,2 0-9 15,-4 0-3-15,5 1-3 0,0-3-2 0,-2 3-9 16,-2-1-4-16,0-1-7 0,1-1-4 0,-1-1-31 0,2-4-37 16,-1 3-40-16,-1 3-42 0,1-9-42 0,1 0-50 15,1 0-56-15,-3-3-165 0,4-5-470 16,0-10 207-16</inkml:trace>
  <inkml:trace contextRef="#ctx0" brushRef="#br0" timeOffset="6801.73">8705 4083 149 0,'1'-17'273'0,"2"8"1"0,-2-2-8 15,1 5-18-15,-1 0-22 0,-1 6-25 0,2-9-23 16,-2 9-14-16,0 0-16 0,0 0-9 0,0 0 5 15,-1 49-6-15,-1-25-24 0,0 7 4 0,0-1 7 16,-3 0-20-16,-2-2-8 0,4 1-30 0,-1-4 12 16,-1 2-7-16,1-2-10 0,0 2-4 0,-1-1-15 15,0-1 9-15,2-7-7 0,-1 1-25 0,3-4-27 16,-3 4-32-16,2-3-40 0,-1-4-39 0,0-1-23 16,2-1-35-16,1-10-30 0,-5 15-29 0,5-15-8 15,-6 8-151-15,6-8-427 0,0 0 190 0</inkml:trace>
  <inkml:trace contextRef="#ctx0" brushRef="#br0" timeOffset="8009.08">8496 4298 98 0,'-3'-5'219'0,"3"5"-19"16,-3-8-16-16,3 8-13 0,-1-7-19 0,1 7-11 16,7-6-20-16,-7 6-2 0,26-6-7 15,-6 3-14-15,8-1-10 0,3 0-8 0,2 2-7 0,0-2-7 16,4 2-8-16,-1-1-3 0,-2-2-5 0,1 3-8 15,-1-1-4-15,-3-4-2 0,-4 4-4 0,-7-2-4 16,0 3-2-16,-1-2-3 0,-9 1 1 0,4 0-4 16,-5 1 8-16,-3 0 6 0,-6 2 5 0,12-2 0 15,-12 2-3-15,7-3-1 0,-7 3-7 16,4-7 2-16,-4 7-9 0,0 0-1 0,0 0-7 0,0 0 0 16,0 0-3-16,-23 10-1 0,12 0 3 15,-3 2-3-15,2 3 3 0,-7 3-1 0,2 3 3 0,-3-1-2 16,4-1-3-16,5-4 1 0,1 0-1 15,1-2 0-15,4-2-1 0,0 1-3 0,3-1 3 0,2-2 1 16,0-1-3-16,0-8 2 0,3 13 0 16,1-5-2-16,0-5 0 0,3 4 2 0,2-3 1 0,0-3-2 15,4 0 3-15,-1-1 0 0,3-1 1 0,-5-2-3 16,0 0 2-16,2-3-2 0,-3 1-2 0,1-1 1 16,-1-3 0-16,-3 0 1 0,1 0-2 15,-1-2 0-15,0 1 0 0,-3-2-2 0,1 0 1 0,0 1 2 16,-3 2 3-16,1-1 3 0,1 0 3 15,-3 4 3-15,0 6 0 0,1-8-4 0,-1 8-5 0,2-8-4 16,-2 8-6-16,0 0 1 0,0 0-3 16,0 0 3-16,0 0 3 0,0 0 2 0,0 0 0 15,-4 28-3-15,1-18 4 0,3-3-2 0,0 4 3 16,1-1-5-16,1-2 8 0,2 0-3 0,0 2 0 0,4-2 1 16,1 1-5-16,5 0 4 0,6-2 3 15,2-3 0-15,9-1 0 0,2-3-3 0,5 2-4 0,0-6 1 16,13 0-1-16,-14 1 3 0,-1-5-4 0,-2 2 3 15,0-3-1-15,-4-1-1 0,-2 2-4 0,-1-4 4 16,-1-1 3-16,-2-1 1 0,-9 3-1 0,8-8 2 16,-7 5-2-16,-2 0 6 0,-5-1 7 15,0-1-1-15,-4 0 5 0,-1 0-2 0,-4 5 1 16,0-1 5-16,-3 1 0 0,-1-1-16 0,-5 4 10 16,0 1-2-16,-2 3 0 0,-7 1-7 0,0 5-1 0,-10 1-1 15,1 5-5-15,0 3 2 0,2 3-1 16,-1-2-5-16,4 3-2 0,4-3 4 0,2 0-2 15,3 0-2-15,4 0 0 0,0-2-1 0,3 1 2 16,3-1 2-16,1 1 0 0,2-3-2 0,1 2-1 16,0-3-4-16,6 1-8 0,0-1 6 0,2-2-5 15,2 1-6-15,-1-3-2 0,2 1-2 0,1-3 0 16,0 1-1-16,-3-2 4 0,3-3-3 0,-4 3 5 0,1-4 0 16,-2 2 9-16,-1-2-5 0,-7 4 6 15,12-11-1-15,-7 7 7 0,0-2-6 0,0 1 5 16,-2-1-3-16,-3 6 7 0,6-12 8 0,-3 7 9 15,-3 5 1-15,2-9 2 0,-2 9-5 0,2-6-3 16,-2 6-1-16,0 0-10 0,2-7-2 0,-2 7-2 0,0 0 2 16,0 0-3-16,4 34 4 0,-2-8 8 15,-1 0 2-15,-1 8-3 0,-1 12 1 0,1 2 2 16,-2 1 2-16,2 2 5 0,-2 2 10 0,4 0-3 16,-3-3 3-16,1 1 0 0,3-1 0 0,-1 1 8 15,1-6-3-15,-3-9 2 0,3 0-7 0,-3 0-4 16,2-1 8-16,-1 1-5 0,0-2-3 0,-1-2-5 15,-1-4 12-15,-3-2-9 0,-1-1-10 0,0-6 8 16,-3-2-7-16,-2-2 7 0,-3-1-12 0,-1-4-9 16,-1-1-6-16,-2 2 6 0,3-7-19 0,1-2 2 15,-1-2 0-15,14 0-10 0,-23-10 6 0,13 1-10 16,2-2 0-16,3-3-1 0,4-3-3 0,2-8 1 16,3-3-4-16,6-1 8 0,7-3 0 0,8-9 0 0,7-2 1 15,6 1 1-15,3-3 1 0,19-17 4 16,-16 19 2-16,20-13 1 0,-20 19-4 0,7-1 0 15,-5 0 1-15,0 1-2 0,0-4 4 0,-3 3 2 16,-3-4-8-16,-3 6 12 0,-3 4 1 0,-5 6 0 16,-7 0 0-16,0-1 1 0,-6-1 3 0,0 2 2 15,-4 2-4-15,-3-1-1 0,-3 6 5 0,-4 1 0 16,-2-1 3-16,-1 4 0 0,-3 4 0 0,-2 1-2 16,-3 2 4-16,-3 3-9 0,0-1 7 0,-2 5 0 15,-7 2 1-15,3 5 0 0,-6 4 9 0,1 6 2 16,1 1-2-16,4 1-1 0,3-3 9 0,4 6-7 15,3-3-2-15,2 6 3 0,3-6-9 0,3 6 11 16,3-6 4-16,7 4-6 0,0 2-12 16,8-3-23-16,0 0-31 0,6-4-36 0,0 1-52 0,2-6-38 15,3 3-55-15,-2-3-213 0,-2-2-487 0,1 0 215 16</inkml:trace>
  <inkml:trace contextRef="#ctx0" brushRef="#br0" timeOffset="9261.67">2463 5053 55 0,'-20'-3'142'0,"1"-2"7"0,0 0-1 0,2-1-6 0,-1 1 3 15,7 1-3-15,-1 0-15 0,1 0-5 0,2-1-3 16,-1 2-6-16,1-1-5 0,2 1-7 15,2 0-5-15,5 3-8 0,-9-4-10 0,9 4-10 0,-6-2-7 16,6 2-7-16,0 0-9 0,0 0-1 0,0 0-6 16,0 0 1-16,27-5-3 0,-7 6 4 15,9-2 1-15,6 2 0 0,2 1-2 0,17-1-2 0,2 2 2 16,1 0-3-16,4-3 2 0,1 2-8 0,0 2 1 16,1-2-3-16,4-2-1 0,-2 1 0 15,1 1-2-15,-2 0 1 0,3 1 0 0,26 0-7 16,-28-2 7-16,25 4-5 0,2 1 0 0,-30-4-6 0,4 1 0 15,27 3 2-15,-29-3-2 0,28 1 1 0,-31 0-2 16,2 0 0-16,3 0-5 0,25 1 9 0,-30-2-5 16,6 0-9-16,-3 2 7 0,2-1-1 15,-1 1 1-15,-1 0-3 0,0-2-1 0,-1 4 1 16,-1-4-3-16,4 2 1 0,-3-1 1 0,27 0 3 16,-29-2-2-16,4-2 2 0,25 3 1 0,-30-2-2 15,5-1 0-15,28 0-5 0,-30 2 4 0,28-2 0 16,-2-3 1-16,-26 1 3 0,30-1 0 0,-31 1-4 15,35-1 4-15,-4 1 0 0,1-3 0 0,-28 2-1 16,29-1-2-16,-5 3 0 0,-24-1 1 0,28 2 6 16,-2-4-3-16,-2 4-3 0,-26-1 4 0,27 1 3 15,1 1-6-15,-25-2 2 0,26-1 2 0,-2 2-1 16,-29-1 1-16,30-1-3 0,-28 2 4 0,3 0-5 16,26 0-2-16,-2-1-1 0,-27-2 4 0,25 1-7 15,-24 3 4-15,25-1 0 0,-32 0-4 0,4-3 0 16,-1 3-2-16,3-1-9 0,0 2 16 0,-1-3-6 15,-2 1 0-15,0-2 5 0,-1 0-7 0,-1 2 0 16,1-1 1-16,-2 0 0 0,-6 0-6 0,-1-1 9 16,0 0-5-16,-12 3 0 0,0-2 0 0,1 1 0 15,-2-1 3-15,14 1 0 0,-14 0 0 0,-1 0-3 16,-4-1 3-16,3 0-5 0,-3 2 3 0,1-1-2 16,-2-1 6-16,-2 2 0 0,-1-1 1 0,1 1 3 15,-7 0-3-15,3-1 7 0,-4 1-2 0,6 0 7 16,-8-2-1-16,-1 2-4 0,-3 0 5 15,3 2-16-15,-3-4 6 0,-16 2 3 0,25 0-4 0,-11 0 3 16,-14 0-3-16,22-1 0 0,-22 1-15 0,14 0-25 16,-14 0-26-16,0 0-34 0,17-2-34 15,-17 2-38-15,0 0-75 0,12-3-273 0,-12 3-552 0,0 0 244 16</inkml:trace>
  <inkml:trace contextRef="#ctx0" brushRef="#br0" timeOffset="9816.52">10995 3949 128 0,'4'-5'235'0,"0"2"-8"0,-4 3-13 16,5-7-18-16,-5 7-10 0,0 0-21 0,7-6-16 15,-7 6-17-15,0 0-15 0,0 0-18 0,0 0-14 16,0 0-13-16,0 0-9 0,0 0-6 0,0 0-9 15,0 0 1-15,-13 33-10 0,6-7-6 0,0 3 1 16,-5 5 0-16,3 11-6 0,-2 2-3 16,4-14 0-16,-1 2-3 0,2-1-2 0,3 2-1 0,1-2 0 15,1-1-3-15,4 2 0 0,-1-2 0 0,3 0 0 16,1-3 3-16,3 1 0 0,0-1 0 0,1-3 0 16,5 0-26-16,-2-2-24 0,4-4-33 0,2-1-34 15,-4-5-30-15,6 0-28 0,1 1-24 0,-3-6-153 16,-1 2-361-16,1-6 160 0</inkml:trace>
  <inkml:trace contextRef="#ctx0" brushRef="#br0" timeOffset="10090.12">11572 4279 2214 0,'5'-28'57'0,"-1"4"-17"0,-2 4-3 15,0 2 5-15,-1 2 12 0,-1 6 10 16,0 0-2-16,0 3 8 0,0 7-2 0,0-12 0 0,0 12 1 15,0-10-6-15,0 10-9 0,0 0-7 0,1-10-13 16,-1 10-6-16,0 0-7 0,0 0 5 0,0 0-9 16,2 31-2-16,-2-12-3 0,1 5 4 0,1 3-3 15,-2 1-2-15,2 1 1 0,-2-2-2 16,3 4-1-16,-3-4 3 0,0 3-1 0,0-3-4 0,0 0 2 16,0 2 0-16,-5-1 1 0,5-5-2 0,-2-3-13 15,2-1-23-15,0 0-15 0,-1 0-20 0,-2-1-26 16,2 0-30-16,-1-2-18 0,0 0-26 0,-1-4-19 15,2 2-24-15,0-4-172 0,-1 2-409 16,2-12 181-16</inkml:trace>
  <inkml:trace contextRef="#ctx0" brushRef="#br0" timeOffset="10362.67">11546 4206 1982 0,'-3'-29'-3'0,"-1"2"0"0,1 8 11 16,4 0-4-16,-1 2 1 0,4 1 0 0,-1 5-4 0,1-1 2 16,4-3 2-16,4 2-5 0,1 1 4 0,0 3-3 15,3 1-1-15,2 4-2 0,2 0 1 0,-2 4 1 16,3 0-5-16,-2 6 3 0,0 1 4 16,-3 3-5-16,1 0 1 0,-1 4 0 0,0 5 0 15,-7-2 2-15,-2 2-2 0,-3-1 4 0,-1 5 0 0,-3-4-1 16,-3 7 2-16,-4-9 3 0,-1-2 3 0,-1 1-10 15,-8 4 2-15,-5-1-23 0,1-2-26 0,2-4-24 16,-4 1-29-16,-1-1-37 0,-3-1-135 16,0-4-295-16,4-1 130 0</inkml:trace>
  <inkml:trace contextRef="#ctx0" brushRef="#br0" timeOffset="10655.77">12127 4095 123 0,'0'0'155'0,"0"0"-2"0,2-10-13 0,-2 10-17 16,0 0-15-16,7-6-9 0,-7 6-9 16,18-1-14-16,-5-2 0 0,8 2-14 0,8-2-5 0,2-2-15 15,-2 3-21-15,1-3-33 0,-1 2-2 0,-7-1-33 16,-3 1-34-16,1-1-11 0,-2-1-89 0,0 2-194 16,-8-1 86-16</inkml:trace>
  <inkml:trace contextRef="#ctx0" brushRef="#br0" timeOffset="11059.47">12354 4059 41 0,'-3'11'102'0,"-1"4"-4"0,-2 1-11 0,1 2-3 16,0 1-9-16,0 10 6 0,1 2-3 15,-2 2 6-15,1-1-9 0,1 0-5 0,-1-2-3 0,0 4-9 16,3-4-5-16,-2 2-2 0,1-1-5 0,-1-5-4 15,4 1-8-15,-2-2 0 0,-2-5-3 0,3-4-5 16,-1 3 6-16,-1-3-13 0,1-1 1 0,0-1 1 16,0-3-3-16,2-2 2 0,-3-2-17 15,1-1 16-15,-2 1-8 0,0-2-3 0,-2-1-1 16,3 2-6-16,-7-4 1 0,1-2-8 0,9 0 3 0,-20-5 0 16,9 1-19-16,2 2 12 0,-2-4 8 15,2 0 14-15,-2-1-12 0,0 0 3 0,6-2 12 16,-4 3 9-16,5 1 9 0,0-4 2 0,4 9 4 0,-8-5 2 15,8 5-1-15,-4-6-6 0,4 6-3 16,-7-4-3-16,7 4-5 0,0 0-2 0,0 0-4 16,0 0-1-16,0 0 6 0,0 0-3 0,0 0 9 15,0 0-2-15,32 10 3 0,-16-8-5 0,1 0-6 16,11-1 4-16,-1 2-4 0,4-2 0 0,-2-2-21 0,2-2-13 16,1 2-14-16,-1-1-35 0,3-3-43 15,6 0-31-15,-1-1-20 0,-5-1-103 0,-1-3-283 16,-3 2 126-16</inkml:trace>
  <inkml:trace contextRef="#ctx0" brushRef="#br0" timeOffset="11489.25">12787 4231 236 0,'0'0'253'0,"-2"-12"-8"0,2 12-5 16,0-9-10-16,0 9-13 0,0 0-12 0,0-12-29 15,0 12-20-15,0 0-18 0,0 0-17 0,0 0-14 16,2-7-14-16,-2 7-12 0,0 0-6 0,0 0-11 16,10 20-4-16,-2-3-7 0,-5 1 3 0,7 7-10 15,0-1-3-15,-3 1-7 0,-1 1-3 0,-1-1-8 16,1-1 0-16,-2-4-2 0,2 3-2 0,-2 4 0 16,-2-8-3-16,3 5 0 0,-5-7-2 0,2 0-2 15,2 0 0-15,-2-6 0 0,0 1-3 0,-1-2-1 16,1 0 1-16,0-1-7 0,1-2 2 0,-3-7-1 15,2 10 1-15,-2-5 1 0,0-5-2 0,3 6 3 16,-3-6 8-16,0 0 5 0,0 0 16 0,0 0-11 16,0 0-2-16,14-14-1 0,-9 5-2 0,5-6 1 15,0-3-7-15,3-6-3 0,4-3 1 0,-2 0 0 16,-1-4-6-16,3 3-1 0,-2-4-6 0,7-9-8 16,-7 9 4-16,0 0-1 0,2 1 1 0,-3-1 1 15,-1 5-1-15,-4 0-1 0,5 6 2 0,-8 3-9 0,1 3-3 16,-3 4-6-16,3-4-7 0,-4 5-17 15,-1 4-17-15,0-1-22 0,-2 7-30 0,2-8-40 16,-2 8-45-16,0 0-28 0,0 0-16 0,0 0-134 16,0 0-409-16,0 0 180 0</inkml:trace>
  <inkml:trace contextRef="#ctx0" brushRef="#br0" timeOffset="11761.76">13434 3973 41 0,'0'0'209'0,"6"-7"-25"0,-6 7-21 16,8-3-14-16,-8 3-20 0,0 0-10 0,20 12-4 16,-6 0-8-16,1 8-14 0,1 7-5 0,1 5-8 15,8 9-7-15,-6 5-7 0,-2-1 1 0,-1 1-13 16,-9-11-6-16,1-1-1 0,-6 0-1 0,-2 0-6 15,1 12-4-15,-2-1 0 0,-3-11 1 0,-2-3-7 16,1 0 2-16,-6 0-7 0,-2 1-3 0,-12 7-33 16,3-9-16-16,-17 7-15 0,-1-4-57 0,-2-2-41 15,-10-5-39-15,-3 3-94 0,-3-5-296 0,-30 6 131 16</inkml:trace>
  <inkml:trace contextRef="#ctx0" brushRef="#br0" timeOffset="12243.29">10006 4998 19 0,'0'0'119'0,"0"0"3"0,0 0-4 16,26 2-9-16,-6 0 12 0,12-2-8 0,6 0-6 15,15 2-9-15,-2-2-14 0,1 1-10 0,5-1-7 16,-4 1-30-16,2 2-15 0,4-1-2 0,2 1-15 15,2-2-12-15,32 5-8 0,1-3-16 0,-2-2 0 16,3 3-17-16,3-2-18 0,2 1-2 0,2 4-5 16,-2-8-15-16,-2 3-47 0,3-1-146 0,3-2 65 15</inkml:trace>
  <inkml:trace contextRef="#ctx0" brushRef="#br0" timeOffset="12693.02">12075 4970 22 0,'52'-1'149'0,"-3"-2"-8"16,5 1-10-16,-18-1-14 0,-5 2-19 0,0 1-9 16,-1 1-28-16,-8 1 3 0,-1-1-18 0,1 1-20 15,-2 0-25-15,10-1-31 0,-3-1-34 16,2-1-10-16,2 1-56 0,1-7-141 0,0 2 64 0</inkml:trace>
  <inkml:trace contextRef="#ctx0" brushRef="#br0" timeOffset="13177.3">14162 4299 191 0,'0'0'181'0,"0"0"-19"0,5-3-22 0,-5 3-12 16,0 0-14-16,0 0-8 0,0 0-22 0,0 0-31 16,0 0-40-16,0 0-9 0,0 0-34 0,0 0-32 15,-7 21-119-15,0-11-196 0,0 0 87 0</inkml:trace>
  <inkml:trace contextRef="#ctx0" brushRef="#br0" timeOffset="13344.18">14079 4714 72 0,'0'0'226'15,"4"7"-16"-15,-4-7-20 0,0 0-15 0,4 4-16 16,-4-4-17-16,0 0-16 0,0 0-31 0,0 0-36 15,0 0-51-15,0 0-57 0,0 0-48 0,0 0-123 16,0 0-237-16,0 0 104 0</inkml:trace>
  <inkml:trace contextRef="#ctx0" brushRef="#br0" timeOffset="13517.34">14493 4515 169 0,'0'0'281'0,"4"-5"-33"16,-4 5-20-16,0 0-18 0,6-7-19 0,-6 7-18 16,0 0-18-16,0 0-21 0,4-5-39 0,-4 5-45 15,0 0-53-15,0 0-79 0,0 0-70 0,3-6-132 16,-3 6-305-16,0 0 135 0</inkml:trace>
  <inkml:trace contextRef="#ctx0" brushRef="#br0" timeOffset="123958.4">18680 5232 124 0,'0'0'131'0,"-5"-12"5"16,2 7-11-16,3 5-2 0,-4-11 6 0,2 6 0 16,0-3-8-16,2 8-9 0,-3-9 2 0,0 1-2 15,3 8-7-15,-4-10-1 0,4 10-5 0,0-9-2 16,0 9-4-16,-4-10-1 0,4 10-7 0,-1-8-2 16,1 8-4-16,-4-10-6 0,4 10-1 0,0 0-3 15,-1-8-6-15,1 8-2 0,0 0-8 0,0 0-7 16,-1-8-2-16,1 8-4 0,0 0-12 0,0 0 0 15,0 0-5-15,0 0-8 0,0 0-2 0,0 0-1 16,0 0-2-16,0 0-4 0,0 0 1 0,7 25 0 16,-5-15-1-16,1 3-1 0,1 5 1 0,1 0-2 15,3 8 0-15,1 0-3 0,-3 1 4 0,1 3 1 16,-1-2-6-16,-3 3 1 0,2-2 3 0,0-1-7 16,-4-1-9-16,2 0-6 0,1 0-5 0,-3-3-13 15,0 1-12-15,-2-6-12 0,2-2-14 0,2 1-19 16,-2-1-14-16,2-1-25 0,-1-2-14 0,1 0-25 15,-2-2-160-15,0 0-358 0,-1 0 159 0</inkml:trace>
  <inkml:trace contextRef="#ctx0" brushRef="#br0" timeOffset="124251.3">18674 5147 133 0,'1'-15'144'16,"5"-2"-18"-16,2 3-11 0,1-1-8 0,0 1-13 15,6-2-10-15,-1 5-16 0,1 0-7 0,3 1-10 16,0 4 8-16,1 3-15 0,1 2-1 0,0 5-9 16,-1-1 5-16,-1 7-6 0,1-1-4 0,-3 2 2 15,-4 7-9-15,-1-2-5 0,-6 9 16 0,-3 3-17 16,-6 0 6-16,-2 1-2 0,-8 1-4 0,-1 2 0 15,-6-2-2-15,3-5-1 0,-6 0-4 0,4 1-2 16,-1-1-11-16,-2-4-6 0,4-2-11 0,5-3-20 16,-3-3-27-16,6-1-18 0,2-4-31 0,-1-2-76 15,2-2-207-15,3-2 92 0</inkml:trace>
  <inkml:trace contextRef="#ctx0" brushRef="#br0" timeOffset="124465.49">19166 5180 146 0,'12'-14'161'15,"0"8"-24"-15,13-4-17 0,1-2-23 0,2 1-10 0,3-1-23 16,0 2-23-16,0 1-38 0,0-1-26 15,0 3-15-15,-2 1-25 0,-8 2-59 0,-2 0-133 16,-7 0 59-16</inkml:trace>
  <inkml:trace contextRef="#ctx0" brushRef="#br0" timeOffset="124829.01">19476 5069 112 0,'0'0'98'0,"0"0"-29"0,0 13 16 0,-1-7 4 15,2 5-11-15,3 0 4 0,-2 2 0 0,0 5-9 16,-1 1 12-16,1 0-12 0,0 1-3 0,0-1 3 0,2 0-18 16,-1-4-8-16,1 6 1 0,-3-5-9 15,1 2 6-15,1 0-8 0,-2-2 1 0,2-1 3 16,-2 2-12-16,-1-4-5 0,0-3-9 0,0 2 5 16,-4 0 5-16,2-1-4 0,-3 1 0 0,-1 2 5 15,-1-3-19-15,0-2-13 0,-4-1-17 0,2 0-1 16,0-2 4-16,-2-1-16 0,0 0 10 0,0-1 0 15,1-2 1-15,1-2 7 0,0 1-1 0,-1 1 3 16,2-2 2-16,8 0 5 0,-11 0 4 0,11 0 15 16,-8 1-7-16,8-1 3 0,0 0-6 0,-11 0 5 15,11 0-7-15,0 0-3 0,0 0 7 0,0 0-4 0,0 0 11 16,0 0-3-16,0 0 4 0,45-1-5 16,-26-1 4-16,2-1 0 0,8-1-6 0,-2-1 5 15,4 0-4-15,-1 1-12 0,0-4-5 0,-1 1-36 16,-2 0-26-16,-5 4-14 0,4-4-12 0,-6 0-81 15,-5 2-195-15,2-2 87 0</inkml:trace>
  <inkml:trace contextRef="#ctx0" brushRef="#br0" timeOffset="125158.33">19758 5209 30 0,'0'-7'170'0,"-3"-3"1"0,3 10-1 0,-3-10-5 16,3 10-13-16,-1-9-20 0,1 9-16 0,0 0-15 15,0 0-9-15,0 0-9 0,0 0-10 0,0 0-11 16,19 13 1-16,-13-2-6 0,6 6-7 0,-2-2 0 16,0 2-7-16,4 3-6 0,-6 0-1 0,5 1-3 15,-3-3-4-15,-1-1-2 0,-1 1-7 0,1-4 4 16,-2 1-4-16,0-3-2 0,2 1-1 0,-3-2 2 16,0 1 0-16,2-3-5 0,-3 1-1 0,2-2 2 15,-1 1 8-15,-1-3 8 0,-1-2 1 0,0 0-3 16,-4-4 4-16,7 5-2 0,-7-5-1 0,8-1-1 15,-8 1 1-15,10-9 4 0,-3 2-3 0,-4-2-1 16,4-1-4-16,3-3-1 0,-4-5-3 0,2-1 0 0,0-5-5 16,2 1-2-16,-1-2-3 0,-3 8-8 15,1-1-24-15,0 2-20 0,0-1-34 0,0 3-18 16,-1 2-38-16,-1 4-44 0,1-1-23 0,-2 6-120 16,0-2-344-16,-4 5 153 0</inkml:trace>
  <inkml:trace contextRef="#ctx0" brushRef="#br0" timeOffset="125326.84">20528 5289 90 0,'6'-1'135'0,"-6"1"-11"0,10-1-15 15,-10 1-16-15,12-1-39 0,-12 1-29 0,13-1-26 16,-13 1-23-16,10 3-27 0,-5-2-42 0,-5-1-100 15,9 6 45-15</inkml:trace>
  <inkml:trace contextRef="#ctx0" brushRef="#br0" timeOffset="125452.9">20525 5450 22 0,'0'0'101'0,"-1"7"-13"0,1-7 1 0,0 0-11 15,6 9 4-15,1-7-14 0,3 0-3 0,4 1-20 16,4-4-29-16,10-2-47 0,0 0-74 0,3 0-112 15,1-5 51-15</inkml:trace>
  <inkml:trace contextRef="#ctx0" brushRef="#br0" timeOffset="125863.93">21394 5107 2644 0,'0'0'-94'15,"1"-14"97"-15,-1 5 21 0,0 9 17 0,2-14-19 16,-1 10 2-16,-1 4-10 0,0-9-1 0,0 9-7 16,0 0-4-16,0 0-2 0,4-6 5 0,-4 6-4 15,0 0-1-15,18 18 6 0,-8-5-1 0,0-2-4 16,3 5 0-16,2 7 0 0,2 0 8 0,1 4-9 16,-2-3 3-16,0 4 3 0,-2-5-4 0,-1 3-1 15,2-3 4-15,-3 0-3 0,0-2 3 0,-3-5-6 16,-1 1 3-16,-3-7-1 0,2 3 1 0,-1-2 2 15,-1-3-1-15,0 1-4 0,0-2 4 0,-1-1 0 16,0 0-1-16,0-2 1 0,-4-4-2 0,6 9-2 16,-6-9 10-16,4 3-2 0,-4-3 3 0,0 0-2 15,0 0 0-15,17-16-1 0,-7 4 1 0,-3 0-3 16,2-4 2-16,4-9 0 0,-3 0 4 0,1-6-5 16,3 1 0-16,0 1-7 0,2-3 3 0,2-10-2 15,-5 9 1-15,1 1 0 0,1 1 0 0,-2 1 0 16,-3 2 4-16,-1 1-10 0,-2 4 0 0,-2 5-7 15,3 2-3-15,-6 7-12 0,3-1-25 0,-2 5-33 16,-1 0-41-16,-2 5-25 0,0 0-12 0,7-4-17 16,-7 4-164-16,0 0-372 0,6 22 165 0</inkml:trace>
  <inkml:trace contextRef="#ctx0" brushRef="#br0" timeOffset="130701.34">21825 5686 51 0,'0'-7'71'0,"0"7"-13"15,1-15 1-15,-1 7-6 0,1-1-8 0,1-1 2 16,0 0-5-16,0 2 4 0,1 0-9 0,0-1-3 16,0-1 1-16,-2 3-9 0,4-3-2 0,-1 2 1 0,-2 0-7 15,2 2 1-15,-1 0 0 0,2 1-5 16,-3 0-10-16,-2 5-5 0,9-8 1 0,-6 4-5 0,-3 4-1 16,9-4 5-16,-9 4-4 0,6-2 5 15,-6 2-1-15,0 0 2 0,8-1 2 0,-8 1-3 16,0 0-3-16,0 0-4 0,0 0 4 0,0 0 0 15,10 0 2-15,-10 0-2 0,0 0 8 0,0 0-9 0,0 0 5 16,0 0-5-16,0 0 6 0,5-4-6 0,-5 4-6 16,0 0-5-16,0 0-9 0,0 0-2 15,0 0-1-15,0 0 3 0,0 0 2 0,0 0 10 16,0 0-4-16,0 0-1 0,0 0 9 0,0 0-6 16,0 0 13-16,0 0 1 0,0 0 6 0,0 0 3 15,0 0 3-15,0 0 0 0,0 0 0 0,0 0-3 0,3-6-1 16,-3 6-7-16,0 0 5 0,0 0 1 15,0 0-1-15,0 0 3 0,0 0 2 0,0 0-1 16,0 0 2-16,4 15 15 0,-4-15 0 0,-2 11 0 16,2-11 2-16,0 12 11 0,0-5-6 0,0 3 1 15,0-3-6-15,0-7 9 0,-1 13 3 0,0-5-5 16,1-8-8-16,0 13 19 0,0-7-8 0,0-6 8 16,0 11-9-16,0-11-6 0,1 10-4 0,-1-10 9 15,0 7-4-15,0-7 1 0,-1 10-5 0,1-10 2 16,0 0-5-16,-2 7 10 0,2-7 6 0,0 0 6 0,0 0 11 15,0 0 6-15,0 0 13 0,0 0-18 0,0 0-4 16,0 0-3-16,0 0-8 0,0 0-2 0,-8-19-6 16,8 10-7-16,-2-4 1 0,1-2-8 15,1-1 2-15,3-1-2 0,-1-2-8 0,2 3-2 16,0-1-1-16,1-1 5 0,3 4-2 0,-2-2-4 0,0 5 0 16,5-2 5-16,-6 5-11 0,1-1-2 15,6 5 0-15,-3 0-3 0,1 1 3 0,2 2-1 16,-1 1-2-16,3 1 1 0,-1 4-1 0,2 1 2 15,0 5-4-15,-2-1 2 0,0 4 2 0,-3-1-2 16,-1 1 0-16,2 1 2 0,-4 1 0 0,1-2-1 0,-3 1 0 16,1 1 9-16,-1-1-8 0,-1-2 2 0,-1-2-3 15,-2-2 1-15,-1 1 1 0,0-3-1 16,0-1-1-16,0-6 2 0,0 13 0 0,0-13 2 0,-1 9 5 16,1-9-3-16,-3 7 2 0,3-7 0 15,0 0 2-15,-9 1 1 0,9-1 6 0,0 0-11 0,-11-13 5 16,7 5-2-16,2-1-3 0,1-2-2 0,1-5 2 15,-1-2-1-15,5-5-5 0,0 4-1 0,0 0 5 16,4-5-6-16,1 7-1 0,0-1 0 16,3 4 0-16,-3 1-4 0,0 5 2 0,5-3-2 15,-4 6 1-15,0 1-1 0,4 4 6 0,-1 4-3 0,1-1-3 16,3 3 2-16,-1 4 2 0,0 2-1 0,-1 2 0 16,-2 0 1-16,-2 1 2 0,2 2 2 0,-5 1-2 15,1 0-14-15,-1 7-13 0,-5 0-29 16,0 1-26-16,-3 1-39 0,-3-2-37 0,-2 2-169 0,-6-2-355 15,2-1 157-15</inkml:trace>
  <inkml:trace contextRef="#ctx0" brushRef="#br0" timeOffset="194977.45">17890 4995 52 0,'-3'-10'160'16,"2"-1"-7"-16,-3 3-4 0,2-2-8 0,-2 0-7 16,1 1-14-16,2 2-1 0,-1-2 1 0,2 9-7 15,-3-10-11-15,3 10-11 0,-3-6-14 0,3 6-10 16,0 0-7-16,0 0-7 0,0 0-3 0,0 0-12 15,0 0 2-15,-1 29-7 0,1-11-6 0,3 8-1 16,-2 5-1-16,-2 1-3 0,1 1-1 0,0 16-6 16,1 1 0-16,0 8 1 0,1-6 6 0,1 29-5 15,0-30-3-15,1 3 3 0,0 1-1 0,-2-2-4 16,2 4 1-16,1-7-4 0,0 0 0 0,2-6 5 16,-2-12-5-16,0 1-1 0,0 0 5 0,-1-2-4 15,1-4 2-15,-1 0-2 0,-2-7-5 0,5-1-4 16,-5 6-12-16,1-7-9 0,-1-2-8 0,0-5-17 15,-1 1-22-15,0-3-10 0,-1-9-29 0,1 11-20 16,1-4-11-16,-2-7-133 0,0 0-291 0,0 0 129 16</inkml:trace>
  <inkml:trace contextRef="#ctx0" brushRef="#br0" timeOffset="196303.49">17968 4818 44 0,'-4'-8'125'0,"4"8"-4"0,0 0-19 15,0-8-10-15,0 8-8 0,17-6-11 0,4 2 1 0,16 0-7 16,22-5-2-16,5 0-8 0,37-4-1 0,-2 2-7 15,0-2-3-15,10-5-1 0,5 4-9 16,3-2-4-16,5 1 0 0,0 2-5 0,-3-2-9 16,8 6-6-16,-2-3-2 0,3 4-3 0,1-7-3 15,-1 9-9-15,-7-4-6 0,-1 1-4 0,4-3 0 0,-5 2-2 16,-4-2-5-16,-3 0-2 0,-3 4 3 0,-5 0-7 16,-7 2-2-16,-8-4 8 0,-24 7-2 15,31-4 9-15,-32 3-5 0,-1 0 2 0,26-4 21 16,-29 2-12-16,2 0-4 0,0 2-2 0,-3-1 9 15,0 3-5-15,-7-3 3 0,-15 2 8 0,2 1-3 16,-5 0-3-16,1 1 4 0,-3-1 2 0,1-1-6 0,-13 3 8 16,8-1-5-16,-9 1 2 0,-2 1 0 15,2-2 0-15,-6 2-7 0,0 0 11 0,-2 1-3 16,0-2 7-16,0 2 0 0,-1-1 2 0,-2-1-12 16,0 3-2-16,-3 1-1 0,1 0 0 0,1-2-4 15,-2 1 10-15,1 0-7 0,0 5 5 0,0-3 5 16,0 2-4-16,-2-3 2 0,0 4-2 0,2 2 1 15,-2-2-3-15,0 2-5 0,1 1 2 0,0 1 9 16,-1-1 3-16,2-1-11 0,0 2 8 0,0-1 2 16,1 0 1-16,0 3-5 0,3-1 6 0,-2 1 3 15,-1-4 3-15,0 1 5 0,0 0-9 0,1 2 12 16,-2-2-6-16,1-1-9 0,0 2 7 0,0-3 0 16,3 6 0-16,-1 1 0 0,0 0 7 0,-1 0-7 15,-1 2-1-15,0-1 13 0,2 0 1 0,-2 2-2 16,1-3 2-16,0 0-10 0,0 1 7 0,-1 1-1 15,-1-1-3-15,0 0-10 0,1-1 0 0,-1 1 3 16,1 2-1-16,-2-1-6 0,0 0 9 0,0 3-2 16,-1-2-8-16,2 6 2 0,-2 0-2 0,-1-6 8 15,-1 2-7-15,2 6-1 0,-1-1 8 0,-1 2-12 16,1 0 7-16,1 1 1 0,-2-5 5 0,-2 5-5 16,1-4 11-16,2 0-13 0,0-4 0 0,-2-2-2 15,-1 5-1-15,1-5-1 0,-1 0 3 0,0-1-1 0,-1 2 1 16,0-2 1-16,-1 7 3 0,-2-7 2 15,2 0-3-15,-4-3-3 0,3-3-4 0,1-1 3 16,-2 5 6-16,1-3-10 0,-2-3 9 0,2 0-2 16,0-1-2-16,-1 1-2 0,-3-2-10 0,5 1 13 15,-2-1 2-15,1-4-1 0,0 2-5 0,0 0-4 0,-1-2-8 16,4-4 8-16,-4 10 10 0,2-4 0 0,2-6-8 16,-6 7 5-16,6-7 2 0,-4 8-3 15,4-8-5-15,-2 7-1 0,2-7 6 0,-4 6-7 16,4-6 7-16,-3 8-8 0,3-8 6 0,-6 8 1 0,5-2 1 15,1-6-4-15,-6 8 7 0,3-2-7 0,1 0 1 16,-1 1 1-16,1 0-1 0,-2 2 0 16,1-2 11-16,2 3-14 0,-3-1 4 0,3 2-2 15,-2 1-1-15,-2-2 0 0,3 6 5 0,0-4 2 16,0-2-4-16,1 7-3 0,-2-2 7 0,0 1-4 0,2-4-6 16,0 2 9-16,0-4-4 0,-1 3 7 0,1-2-5 15,-2 2-2-15,1-2 2 0,-1 1-6 16,1-1 7-16,-2-1-4 0,-1 0-7 0,1-1 0 15,0 0 4-15,-1-2 14 0,-1 1 4 0,-4-1 2 16,-1-1 2-16,1-2-6 0,-3 1 4 0,-5-1-1 0,-3 1-5 16,-7-1 5-16,-7-2-2 0,-1 0-4 0,-15 0 6 15,-2-6-5-15,-3 4 1 0,1 2 1 16,-1-4-4-16,-1 2 1 0,1-2 1 0,1 2-2 16,2-1 0-16,1 1-3 0,-1-2-1 0,3 4 4 15,15-4-5-15,-6 4 6 0,-10-2-7 0,-4-2 5 0,14 1 7 16,-13 2-1-16,-1-3-7 0,2 3 2 0,-5-2 1 15,-2-2 2-15,-4 1 3 0,-2 5-1 0,-24-6-3 16,1 4 3-16,24 0 0 0,-29-1-4 16,0 0 6-16,-1 1-8 0,4-1 3 0,1 2-6 15,-2-2 2-15,2 2 0 0,0 0 2 0,24-2 2 0,-24 3 1 16,30-5 8-16,-4 2-4 0,1-1-1 0,4-1 2 16,-1 0 4-16,6-3-6 0,1 1 5 15,2-1-3-15,12 3-2 0,1-2 6 0,-16-1-6 0,16 2 1 16,-13-3-6-16,11 6 0 0,-11-5 0 15,13 4-2-15,-1-3-1 0,0 2 0 0,0 2 1 0,2-2-3 16,4 0 5-16,0 2-4 0,2 0-2 0,-1 0-3 16,4-1 3-16,1 3-4 0,7 1-3 0,1-2-9 15,0 2-6-15,1-2-16 0,5 2-9 0,-1-1-8 16,0-1-11-16,2 0-11 0,1-1-9 16,11 0-13-16,-17 2-12 0,12-1-18 0,5-1-10 0,-10 1-18 15,10-1-95-15,-9 4-266 0,9-4 117 0</inkml:trace>
  <inkml:trace contextRef="#ctx0" brushRef="#br0" timeOffset="197419.61">18151 5889 8 0,'-8'-11'61'0,"8"11"-9"15,0 0-4-15,0 0-20 0,-9-2-13 0,9 2-9 16,0 0-6-16,-14 0-2 0,14 0-4 0,-10 0-6 16,10 0 6-16,-12 1 4 0,12-1-1 0,-10 0-4 15,10 0 4-15,0 0 3 0,-11 1 0 0,11-1-1 16,-8 4-6-16,8-4-1 0,-9 1-1 0,9-1 5 15,0 0 1-15,-9 2-2 0,9-2-2 0,0 0 3 16,-9 1-1-16,9-1 7 0,0 0-5 0,0 0 0 16,-11 0 1-16,11 0 2 0,0 0 2 0,-9 0 4 15,9 0 3-15,0 0 2 0,0 0 2 0,-11-4 5 16,11 4 1-16,0 0-2 0,0 0 11 0,-6-4-2 16,6 4 5-16,0 0 1 0,-6-3-8 0,6 3 0 15,0 0-4-15,0 0-3 0,-7-5 5 0,7 5-6 16,0 0 5-16,-5-4 1 0,5 4-12 0,0 0-3 15,0 0 1-15,-6-6-2 0,6 6 1 0,0 0-3 16,0 0 4-16,0 0-5 0,0 0 0 0,0 0-4 16,0 0 8-16,0 0 0 0,0 0-14 0,0 0 14 15,0 0-7-15,0 0 0 0,0 0 0 0,-14 3-2 16,14-3 4-16,0 0 2 0,0 0 1 0,0 0-5 16,-8 4-11-16,8-4 14 0,0 0-1 0,0 0-5 15,0 0 6-15,-4 4 1 0,4-4 1 0,0 0-15 16,0 0 6-16,0 0 3 0,-6 6-1 0,6-6 0 15,0 0 3-15,0 10 5 0,0-10 3 0,0 10-9 16,2 2 0-16,-2-2 9 0,3 0-2 16,-2 6-2-16,0-4 2 0,2 4 7 0,0 2 3 0,-1 0-1 15,-2-2 3-15,3 2 1 0,-3-1-12 0,1 0 3 16,0-1 0-16,3 0 11 0,-3-4-12 0,2 1 6 16,1 3-5-16,-3-5 6 0,2 2-8 0,-1-2-2 15,2-3 1-15,-1 0 22 0,2-2 7 0,0-1 7 16,0-2 12-16,0 1 1 0,5-2 3 0,3-4-16 15,1 0-6-15,5-1-2 0,2-2-6 0,6-3 3 16,2-2-7-16,3-2 5 0,0 1-11 0,-1 2-3 16,2 1 2-16,4-2-4 0,-2 1-5 0,0 1-1 15,-2 3 2-15,4 1-8 0,-1 2-3 0,0-1-11 16,1 3-16-16,0 1-18 0,0-2-7 0,-1 2-20 16,1 1-11-16,0 3-7 0,1-2-88 0,-1 1-192 15,-2 0 86-15</inkml:trace>
  <inkml:trace contextRef="#ctx0" brushRef="#br0" timeOffset="199323.9">24082 5070 90 0,'0'0'139'0,"0"0"-10"0,0 0-3 0,0 0-2 15,0 0-16-15,0 0-3 0,0 0 2 0,0 0-8 16,0 0-11-16,0 0-3 0,0 0-2 0,0 0-5 15,0 0-11-15,0 0 0 0,0 0 2 0,-8-13-4 16,8 13-2-16,0 0 2 0,0 0-4 16,0 0 1-16,0 0-8 0,0 0-3 0,0 0-6 15,0 0-6-15,0 0-2 0,0 0-7 0,0 0-3 0,13-2-3 16,0-2-1-16,7 3-6 0,7-4 0 0,2 0-2 16,2-1-5-16,-1 1-5 0,0 0-10 0,1 2-17 15,-12-1-16-15,2 1-25 0,-4 3-26 0,-2-2-34 16,-3 1-26-16,-3 0-149 0,-2 1-323 0,-7 0 144 15</inkml:trace>
  <inkml:trace contextRef="#ctx0" brushRef="#br0" timeOffset="199581.77">24050 5078 91 0,'0'0'134'0,"-5"10"-7"0,2-2 18 16,-1 3-6-16,2 1-13 0,-1 5-12 0,1 0-8 16,-2 0-7-16,3 2-9 0,1 5-7 0,-4-6-6 15,3 0-1-15,-2-1-8 0,3 0-8 0,-3 2-2 16,3 0-7-16,-2-3 5 0,2-2-16 0,-3 4-3 16,1-3-1-16,2-4-5 0,-4 2 3 0,3-2-10 15,1-3-22-15,-2 3-22 0,2-4-23 0,0-7-5 16,-2 18-53-16,2-15-23 0,0-3-16 0,-3 11-98 15,3-11-259-15,0 0 115 0</inkml:trace>
  <inkml:trace contextRef="#ctx0" brushRef="#br0" timeOffset="199980.2">24000 5343 81 0,'30'-2'122'0,"0"4"-7"15,2-5-15-15,0 3-6 0,-1 0-7 0,0 0-5 16,-3 0-8-16,-2 0-1 0,3-3 0 0,-8 2-9 0,-2-1-10 16,-2 0 3-16,-4 2-10 0,1 0 9 15,-4-1 0-15,-10 1 1 0,12-2 8 0,-12 2 2 16,0 0 2-16,15 2 6 0,-15-2-5 0,6-2 3 16,-6 2-9-16,0 0-6 0,0 0-5 0,0 0-8 15,0 0-4-15,0 0-4 0,-18 12 0 0,12-7-11 0,-3 0-4 16,1 0-3-16,1 4 0 0,0 0 0 0,2 1-2 15,-1-3 1-15,2 3-3 0,1-1-4 0,3 1 1 16,-2-1-1-16,2 1-5 0,2 0 1 16,1 0 0-16,2-3 1 0,2 1 1 0,1-2-1 15,0-1-1-15,1-1 0 0,0-1 1 0,2 2 2 16,-3-3-4-16,3 0 1 0,-5-1 1 0,1-1-4 0,-7 0 2 16,15-1 4-16,-15 1-4 0,11-5 1 15,-8 1-5-15,-1-3-9 0,-2 7-3 0,1-17-2 16,-2 6-10-16,1 11-9 0,-5-23-11 0,1 12-18 15,0-1-12-15,2 1-20 0,-1 0-14 0,1 1-4 16,2 10-19-16,-3-13-13 0,3 13-114 0,0 0-277 0,0 0 123 16</inkml:trace>
  <inkml:trace contextRef="#ctx0" brushRef="#br0" timeOffset="200334.15">24638 5515 138 0,'4'-9'178'0,"-2"-1"-2"15,2 0-18-15,-4-2-12 0,4-2-16 0,-2 0-4 16,0 2-7-16,0-4-6 0,0 0-6 0,0 0-9 16,-2 3 2-16,0 1 3 0,0 1 1 0,0 1 0 15,0 1-13-15,0-1-5 0,0 10-11 0,0-14-7 16,0 14-11-16,0-8-1 0,0 8-8 0,0-10-8 15,0 10-5-15,0 0-11 0,0-8-11 0,0 8-6 16,0 0-10-16,0 0 0 0,5-5-2 0,-5 5 0 16,12 2 1-16,-12-2 2 0,21 5-1 0,-13-2 0 15,4 2-3-15,-3-1 1 0,0 3 4 0,-2 0-5 0,3 1 4 16,-2 2-1-16,-1-3-2 0,0 1 1 16,-1 3 4-16,1 1-1 0,-2-3-2 0,-1 3 2 15,0 0 1-15,3-2-3 0,-2 2-22 0,1-1-15 16,1 4-22-16,-3-4-34 0,6 0-52 0,-1 3-51 15,-1-4-112-15,7 0-336 0,1-1 149 0</inkml:trace>
  <inkml:trace contextRef="#ctx0" brushRef="#br0" timeOffset="200695.57">25587 5331 143 0,'-4'-3'222'16,"-6"0"-22"-16,10 3-20 0,-15-1-19 0,7 4-13 16,-2 1-9-16,1 1-16 0,-2 2-9 0,1 0-15 15,-2 6-7-15,0-2-8 0,5-1-6 0,0 2-9 0,1 2-9 16,6-3-4-16,0 2-4 0,0-3-5 16,3 1-2-16,0-2-7 0,2 1-3 0,1-2-3 15,2-1-3-15,-4 1-10 0,3-3-8 0,-2-1 1 16,1 1 0-16,-1-2 0 0,-5-3 1 0,9 2-1 15,-9-2-1-15,0 0 1 0,13-5-2 0,-13 5-5 16,5-7 2-16,2-2 4 0,-5 1-5 0,2-1 3 0,-1-1-2 16,-1 1 5-16,2-1 5 0,-4 5 7 15,0 5 10-15,4-10-5 0,-4 10 0 0,2-9-5 16,-2 9-10-16,0 0-2 0,3-5-1 0,-3 5-1 16,0 0 0-16,0 0-1 0,0 0 1 0,7 18-13 15,-4-9-25-15,-2 1-26 0,2 2-39 0,1 1-36 16,0-2-48-16,1 5-186 0,2-6-393 0,-3 2 174 15</inkml:trace>
  <inkml:trace contextRef="#ctx0" brushRef="#br0" timeOffset="200957.18">26201 5351 1841 0,'11'-30'26'16,"-2"4"55"-16,2-3 20 0,-2 5 15 0,-7 7 15 15,2 2-12-15,-4 4-17 0,1-2-3 0,1 5-6 0,0 0-3 16,-2 8-12-16,0-9-10 0,0 9-6 16,2-6-14-16,-2 6-5 0,0 0-6 0,0 0-1 15,3 22-3-15,-1-7-2 0,0 2-1 0,-2 8-3 16,5 1-1-16,-1 1-1 0,-2 0-4 0,1-1 0 0,1 0 0 16,-2 0-9-16,-4-1 5 0,9-1-15 15,-4-5-18-15,-1 0-26 0,2-1-35 0,-4 0-44 16,4-4-40-16,-1 4-14 0,-6-2-55 0,3-3-20 15,-4-2-145-15,0 0-427 0,-4-4 190 0</inkml:trace>
  <inkml:trace contextRef="#ctx0" brushRef="#br0" timeOffset="201263.45">26187 5477 149 0,'2'-7'188'0,"3"1"-17"15,0-2-18-15,6 2-19 0,-1-2-11 0,9 2-8 0,-4-2-17 16,12 1-7-16,-6 1-12 0,-1 1-5 0,7 0-8 15,1 0-10-15,-1 1-4 0,1 0-8 0,-6 1-8 16,-1-2-7-16,-2 2-7 0,0 0-1 0,-6-1 1 16,-1 0-4-16,-1-2-4 0,-3-2 2 0,2 2 2 15,-3-1-9-15,-3-2 1 0,2-2-2 0,-3 0 3 16,-1 3 11-16,-2-3 4 0,2 0 2 0,-4 2-3 16,2 2 12-16,2-5 15 0,-2 12 10 0,0-11 1 15,0 11-6-15,-2-8-12 0,2 8-3 16,0 0-5-16,0 0-4 0,0 0-3 0,0 0-1 0,0 0 2 15,-2 31 0-15,2-15 1 0,-3 4-2 0,1-1-6 16,0 1 0-16,2 5-3 0,0-2-1 0,0-3-9 16,0 0-34-16,0 4-37 0,0-4-33 15,4-2-53-15,-1 0-60 0,-6 0-147 0,6-2-380 16,-6-3 169-16</inkml:trace>
  <inkml:trace contextRef="#ctx0" brushRef="#br0" timeOffset="201427.8">26708 5534 185 0,'4'-10'260'0,"-4"10"-10"15,3-8-22-15,-3 8-17 0,3-7-22 0,-3 7-21 16,0 0-19-16,2-7-43 0,-2 7-49 0,0 0-61 16,0 0-60-16,0 0-35 0,0 0-61 0,0 0-86 15,0 0-267-15,0 0 118 0</inkml:trace>
  <inkml:trace contextRef="#ctx0" brushRef="#br0" timeOffset="201878.51">26928 5400 1752 0,'0'-11'86'0,"5"5"-13"0,-5-4-5 16,0 10-15-16,4-9-7 0,-4 9-14 0,1-7-10 15,-1 7-9-15,0 0-3 0,4-4 0 0,-4 4 7 16,0 0 4-16,0 0-2 0,-2 30 2 0,2-14-2 15,2 0-1-15,-2 0-1 0,0 0-3 0,2 1 0 16,3 1-1-16,-1-5-2 0,2 2 0 16,-3-4 1-16,4 1 0 0,0-2-3 0,1-1 2 0,-1 0 2 15,3-2-6-15,-6-4 2 0,2 1-1 0,-1-1 2 16,-5-3 1-16,8 1 2 0,-8-1-2 0,0 0-1 16,17-6-2-16,-13 0-3 0,4-4 2 15,0 2-1-15,1-6-3 0,-3 3 4 0,-2 1-2 16,1-2 0-16,3 5 1 0,-2-1 4 0,-4 3 12 0,1-2-8 15,-3 7-1-15,2-9-5 0,2 6-5 0,-4 3 1 16,0 0-6-16,0 0 3 0,0 0-1 0,0 0 0 16,10 11 2-16,-10-11-3 0,2 13 3 15,2-4-2-15,0-1 3 0,1-1 1 0,-1 1 0 0,1 1-1 16,2-3 1-16,0 0-1 0,1 0 1 0,3-1-1 16,-3-3 5-16,-2 1-2 0,0-2 8 0,1 1 7 15,-7-2 8-15,14 0 2 0,-7-3 5 0,1-1 0 16,0-2 5-16,-1-2-5 0,-1-1-6 0,0-1-2 15,1-5-1-15,0 0-3 0,-2-1-10 0,-1 0-13 16,1 2-18-16,-1-5-15 0,0 3-21 0,-4 6-24 16,2-2-42-16,1 4-46 0,-3 0-35 0,0 1-196 15,0 7-428-15,0 0 190 0</inkml:trace>
  <inkml:trace contextRef="#ctx0" brushRef="#br0" timeOffset="202036.45">27411 5550 273 0,'4'7'258'16,"-4"-7"-1"-16,2 6 6 0,-2-6 6 0,0 0-7 16,1 7-7-16,-1-7-31 0,0 0-22 0,0 0-16 15,0 0-48-15,0 0-54 0,6 5-71 0,-6-5-96 16,0 0-115-16,0 0-203 0,0 0-434 0,0 0 192 16</inkml:trace>
  <inkml:trace contextRef="#ctx0" brushRef="#br0" timeOffset="202677.96">28013 5818 184 0,'2'-8'211'16,"3"-1"17"-16,1-3-1 0,-1-3-8 0,2-2-23 0,2 2 0 16,4-8-21-16,-6 6-7 0,6-6-4 15,-5-3-12-15,0 4-17 0,3-2-10 0,-4 5-9 16,-1-8-9-16,-3 8-16 0,3-7-8 0,-3 1-5 16,-3 7-2-16,0 1-6 0,-2-1 6 0,1 7-5 15,-1-1-7-15,-2 5-7 0,2-2-6 0,1 1-2 0,1 8-4 16,-2-9-7-16,2 9-9 0,-2-9-4 0,2 9-3 15,0 0-7-15,-2-6-3 0,2 6 0 0,0 0-3 16,0 0-1-16,0 0-11 0,0 0-11 16,0 0 0-16,-13 15-4 0,13-15 1 0,0 0-2 0,0 0 5 15,13 18 3-15,-7-12 0 0,4-2 3 0,2 1-1 16,-1-1 3-16,-1 0-2 0,2-2 1 0,1 1 0 16,-1 0-1-16,-1 0 2 0,0 0 0 0,0-1-4 15,-6 2 0-15,1-2 2 0,1 2-1 0,-1 0 1 16,0 4-2-16,-2 0 2 0,2 3 1 0,-3 1-16 15,4 2 8-15,0 1-9 0,-2 2 14 0,-2 1-6 16,2 0 0-16,0-3 6 0,-1 1-3 0,3-2 7 16,-1-2 2-16,-1-2 3 0,2 0-5 15,2 0 3-15,2-1 0 0,0-3 1 0,8 0 2 16,-2-2 1-16,1-4-4 0,3 0 9 0,-4 0-2 0,5-4-9 16,-7 0 4-16,4-2 2 0,-3-1-2 0,-1-5 1 15,-3 4 1-15,0-5-1 0,-3 0 1 0,1 0-1 16,-2-2 2-16,0-1 1 0,-4-2-5 0,-1-1 3 15,-1 4-1-15,2 0-3 0,-6 3 4 0,0 1 0 16,2 4-2-16,0-1 2 0,0 8-2 0,0-10-3 16,0 10-7-16,-4-5 3 0,4 5-1 0,0 0 4 15,-24 15-4-15,11-2 6 0,-8 6-2 0,3 0 1 16,-2 5-6-16,3 0-24 0,2-4-30 0,6-2-34 16,2-1-27-16,4 0-48 0,-1 1-16 15,8-1-36-15,-1-2-143 0,1-4-399 0,4-2 177 16</inkml:trace>
  <inkml:trace contextRef="#ctx0" brushRef="#br0" timeOffset="202901.67">28847 5482 83 0,'-2'-9'232'0,"-3"2"-18"0,0 1-12 15,1 2-18-15,-5 1-5 0,9 3-15 0,-17 3-17 16,4 4-10-16,-3 0-13 0,-1 5-12 0,-5 3-12 15,8-1-10-15,0 3-9 0,-1 5-8 0,6-5-7 16,1-2-4-16,6 5-7 0,-1-3-6 16,5 0-15-16,1-2-21 0,5 3-18 0,1-4-20 0,5-1-23 15,4-2-26-15,-1 0-25 0,8-4-34 0,4 2-16 16,0-4-22-16,0-1-113 0,-2-4-305 0,-9 0 135 16</inkml:trace>
  <inkml:trace contextRef="#ctx0" brushRef="#br0" timeOffset="203132.05">29105 5425 27 0,'7'-24'166'0,"-2"-4"9"0,-1 5-4 16,1 5 18-16,-3 3 22 0,0 5 4 15,-1-1-1-15,0 4-11 0,-1 1-27 0,0 6-17 16,2-10-22-16,-2 10-19 0,0 0-10 0,0 0-15 16,0 0-3-16,-7 22 0 0,-3 0-4 0,0 4-8 0,1 1-8 15,-4 1-6-15,3 1-7 0,-2 0-4 0,0-2-8 16,3 4-1-16,2-4 0 0,-1 0-8 0,1 0 3 15,6-1-7-15,-2-1-5 0,3-7-17 0,1 0-21 16,-1-2-19-16,2-1-26 0,-1-4-28 16,-1 1-40-16,2-2-23 0,-2 0-30 0,3-3-25 0,-3-7-17 15,2 9-145-15,-2-9-392 0,0 0 174 0</inkml:trace>
  <inkml:trace contextRef="#ctx0" brushRef="#br0" timeOffset="203381.72">28920 5559 188 0,'-4'-7'192'0,"4"7"-9"0,-2-7-10 0,2 7-16 0,0 0-21 16,5-11-11-16,0 8-8 0,8 0-17 0,2 3-10 15,9-1-8-15,7-3-10 0,-2 5-11 16,3-1-2-16,-1 0-4 0,-2 1-2 0,0 1-11 16,-9-1 4-16,0 3-6 0,-2-2-3 0,-5-1-4 0,0 2-8 15,-3-1-11-15,0 0 14 0,-3 1-8 0,-1 1 3 16,-6-4-1-16,8 7 2 0,-4-4-3 0,-2 4 2 15,1-2-1-15,-3 3 1 0,0 2-1 0,-1 1-3 16,-1 0 2-16,1-1-4 0,-3 1-20 0,1 0-28 16,0 1-31-16,-2 0-42 0,3-2-38 0,0 1-48 15,-3 0-116-15,2-3-331 0,-1 0 147 0</inkml:trace>
  <inkml:trace contextRef="#ctx0" brushRef="#br0" timeOffset="203824.57">29692 5287 174 0,'-5'-14'234'0,"4"7"7"16,-2 1 3-16,3 6-3 0,-1-9-23 0,1 9-30 15,0 0-21-15,-5-9-16 0,5 9-22 0,0 0-13 16,-13 14-15-16,7 1-6 0,-6 10-3 15,-1 3-8-15,2 4-11 0,2 1-3 0,-5 1-6 16,-3 9-10-16,6-10-2 0,-1 11-3 0,6-11-7 0,-2 1 0 16,4-2-4-16,-2-1-7 0,2 1-1 0,1-3-4 15,0 0-1-15,0-5 0 0,-1 2-5 16,3-8-1-16,-1 0-4 0,0-3 5 0,1 2-14 16,1-2-15-16,-1-1-8 0,-1-3-23 0,1-1-29 15,0 0-33-15,-2-1-10 0,1-4-18 0,2-5-22 0,-6 9-36 16,6-9-41-16,-11 0-126 0,11 0-384 0,-15-9 169 15</inkml:trace>
  <inkml:trace contextRef="#ctx0" brushRef="#br0" timeOffset="204078.21">29378 5632 137 0,'4'-4'148'0,"2"0"-8"0,5 1-19 15,1-1-9-15,6-1-16 0,0 3 1 16,2-1-14-16,3 3-10 0,3-2-3 0,3 2-10 15,2 0-6-15,-2 0-2 0,-1 0 2 0,-6 0-15 16,6 1-2-16,-10 0-5 0,-4-1 1 0,3 0-16 0,-6 0 6 16,-1 0 8-16,-3 0 5 0,-7 0 6 0,12-1-2 15,-12 1 2-15,10 1-10 0,-10-1-3 16,9 0-2-16,-9 0-6 0,0 0-3 0,8 5-1 16,-5-2 0-16,-3-3-3 0,4 16 0 0,-4-7-3 0,1 1 1 15,0 4-3-15,-1 1-1 0,0 1-34 0,-1 0-52 16,2-3-37-16,-1-1-50 0,-2-1-88 0,-1-1-273 15,2 1 121-15</inkml:trace>
  <inkml:trace contextRef="#ctx0" brushRef="#br0" timeOffset="204235.55">29771 5370 11 0,'3'-10'101'16,"1"3"-41"-16,1 2-44 0,1 2-33 0,2 1-12 0,-8 2-31 16,0 0 14-16</inkml:trace>
  <inkml:trace contextRef="#ctx0" brushRef="#br0" timeOffset="204840.55">29964 5708 25 0,'5'-3'194'0,"3"-4"1"16,1-2 0-16,0 2-10 0,0-3-6 16,4-2-12-16,-2-1-15 0,0 0-15 0,0-2-7 15,-2 3-13-15,1-2-11 0,-2-1-3 0,1 3-3 16,-2-2-14-16,0 0-10 0,-2 1-6 0,-1 4-1 0,-3-2 3 16,0 2-1-16,0 2-5 0,1 0-7 15,-2 7-7-15,-2-9-7 0,2 9-7 0,-6-7-7 0,6 7-3 16,-11-3-4-16,11 3-4 0,-20 5 0 15,4 2-4-15,-3 3 5 0,-4 6-8 0,1 1-3 0,2 2 7 16,2 0-9-16,0 1-3 0,6-4 0 0,2-1 4 16,2 1-4-16,2-1-3 0,2 2 4 0,3 1 1 15,-1-2-1-15,5 0-2 0,0-3-1 0,1-3 3 16,3 5-2-16,5-3 3 0,3 1 0 16,0-2-1-16,2-3-2 0,1 1 1 0,0-3-2 15,1 0 1-15,3-1 0 0,-3-2-1 0,0 0 3 0,1-1 1 16,-3-4-7-16,2 1 8 0,0-6-7 0,-2 1 9 15,0 0-4-15,-2-4 3 0,-1-1 0 16,0 1-5-16,-2-3 0 0,2 0 4 0,-3-9-5 0,-2 7 0 16,1-4 3-16,-3 0-3 0,-5 0 5 15,1-1-4-15,-3 2-3 0,1 0 2 0,-2 2 0 0,-2 4-1 16,2 0-1-16,-3 2 2 0,1 1 1 0,0-1 2 16,-2 5-2-16,2-3 1 0,3 8-4 15,-5-8 1-15,5 8-4 0,-3-7 1 0,3 7-1 16,0 0-2-16,-2-8-5 0,2 8 1 0,0 0-4 15,0 0 3-15,0 0 0 0,0 0-1 0,0 0 1 0,20 10 5 16,-9-6-1-16,8 1-3 0,-1 0 2 0,1 2 4 16,1-4-2-16,-3 5 1 0,1-2-5 15,-7-1 1-15,0 2-3 0,0-2 3 0,-3 2 1 16,-2 2 1-16,0-2 0 0,-3 3 2 0,1 0-2 16,-3 1 3-16,0 1 3 0,-1 4-3 0,0 0 5 0,-1-1-3 15,0-3 0-15,-3 4-7 0,-1 0-19 16,2 0-31-16,-1 1-36 0,2 0-28 0,-1-1-31 0,1 0-30 15,0 1-43-15,0-6-127 0,-2 2-381 16,-2-3 169-16</inkml:trace>
  <inkml:trace contextRef="#ctx0" brushRef="#br0" timeOffset="205302.05">26598 6172 157 0,'18'9'192'0,"13"-5"-14"15,5-3-8-15,30 0-19 0,41-2-11 16,8-3-9-16,17 0-3 0,15 0-8 0,14-1-11 0,8 0-13 16,17 1-5-16,7-2-7 0,9 2-9 0,-1-4-8 15,0 4-10-15,-1-2-20 0,-11-3-10 0,-5 4-13 16,-18 2-4-16,-14-7-5 0,-10 14 3 0,-14-3-1 15,-12-2 2-15,-10 0-6 0,-7 1 4 0,-35-2 0 16,-6 4 7-16,-1-6 6 0,-19 5 5 0,-4-4 13 16,-4 1 12-16,-13 2 15 0,0-1 9 0,-8 1 14 15,0-2 9-15,0 1 1 0,-9 1-11 0,9-4-8 16,-9 4-9-16,9-3-7 0,-9 3-24 0,4-4-25 16,-4 4-33-16,0 0-48 0,0 0-56 0,-15-8-56 15,1 6-257-15,-6 4-472 0,-10-5 209 0</inkml:trace>
  <inkml:trace contextRef="#ctx0" brushRef="#br0" timeOffset="210170.06">19750 5174 15 0,'0'0'82'0,"0"-11"-9"16,0 11-7-16,0 0-4 0,0 0 2 0,0 0-9 16,0 0-6-16,0 0 0 0,-2-10 0 0,2 10 0 15,0 0-4-15,0 0-5 0,0 0 0 0,0 0-6 16,0 0-4-16,0 0 0 0,-2-7-3 0,2 7 11 16,0 0-1-16,0 0-9 0,0 0 4 0,0 0-3 15,0 0 3-15,0 0 2 0,0 0-3 16,-4-5 0-16,4 5 1 0,0 0 1 0,0 0-4 0,0 0 12 15,0 0-9-15,0 0-6 0,0 0 6 0,0 0-3 16,0 0-3-16,0 0 1 0,0 0-4 0,0 0 10 16,0 0-13-16,0 0-3 0,0 0 0 0,0 0 0 15,0 0-9-15,0 0 4 0,0 0-1 0,0 0-6 16,0 0 4-16,0 0-4 0,0 0 4 0,0 0-6 16,0 0-1-16,0 0-1 0,0 0-4 0,0 0 7 15,0 0-8-15,0 0 6 0,10 18-3 0,-10-18 2 16,6 7-5-16,-3-1 5 0,1 0-3 0,-4-6 4 15,5 9-6-15,0-3 8 0,-2 0-3 0,2 0-1 16,0 3 0-16,-1-3 2 0,-1-1 1 0,1 3-6 16,0 0 9-16,3 1-1 0,-4-2 4 0,1 2 1 15,4 3-12-15,-4-1 12 0,1-2 4 0,0 0 3 16,0 1-6-16,3 0-3 0,-5-1 2 0,3 1-3 16,-4-3-2-16,3 4 2 0,-2-3-5 15,1 2 6-15,-2-3-2 0,2 0-3 0,-1-1 5 0,0 2 1 16,0 0-6-16,0-3 5 0,-1 0 0 0,-2-5 0 15,3 10 0-15,-2-4-7 0,-1-6 7 0,1 11-10 16,1-6 8-16,-2-5 9 0,3 10 3 0,0-6-1 16,1 1-3-16,-4-5 0 0,5 10-1 15,-4-7 2-15,3 2 0 0,-4-5 0 0,4 8 2 0,-4-8-13 16,5 6 10-16,-5-6-6 0,3 7 2 0,-3-7 1 16,3 3-5-16,-3-3 2 0,0 0 1 0,5 7-2 15,-5-7 2-15,0 0-8 0,4 6 4 0,-4-6 0 16,0 0 0-16,0 0-1 0,0 0 1 0,4 4-3 15,-4-4-3-15,0 0 0 0,0 0 4 0,0 0 0 16,4 5 3-16,-4-5-1 0,0 0-2 0,0 0-1 16,3 7 0-16,-3-7 4 0,0 0-2 15,0 0-4-15,0 0 1 0,6 3-2 0,-6-3 1 16,0 0 0-16,0 0 1 0,0 0 1 0,0 0 3 16,0 0-2-16,0 0 2 0,0 0 7 0,6 3 7 0,-6-3 4 15,0 0 9-15,0 0 0 0,0 0 10 0,0 0-2 16,0 0 1-16,0 0 1 0,0 0-6 0,0 0-7 15,9-9-4-15,-9 9-1 0,4-5-5 0,-4 5-4 16,3-5 4-16,-3 5-7 0,2-6 3 0,-2 6 2 16,5-8-7-16,-5 8 2 0,4-8-6 0,-1 4 8 15,-3 4-3-15,5-6-8 0,-5 6 3 0,5-6-4 16,-5 6 1-16,5-8-1 0,-1 4 0 0,1-1-3 16,-1 0 3-16,1 1-4 0,-5 4 5 0,9-9-1 15,-5 5 3-15,1-1-4 0,-1-1 2 0,1 1-3 16,1-3 4-16,-1-1-2 0,2 1-1 0,-1-2-2 15,-1 0 3-15,5-3-1 0,-3 1 0 0,-2-3 0 16,3 2 3-16,-3 1-1 0,1 1-2 0,-1 0 0 16,-2 1 1-16,3-1-5 0,-1-2 4 0,0 4-2 15,0-3 1-15,-1 2 1 0,0 1 1 0,-1-1-1 16,1 0-1-16,-2 2 0 0,2 0 0 0,0 3 0 16,-2-3-1-16,3 2 4 0,-5 6 1 0,4-10 2 15,-4 10 1-15,3-7-1 0,-3 7-1 0,2-6 0 16,-2 6 0-16,3-7 0 0,-3 7 5 0,4-4-6 15,-4 4 0-15,0 0-5 0,2-8 5 0,-2 8-2 16,0 0-3-16,3-7 4 0,-3 7 0 0,0 0-2 16,0 0 4-16,0 0 0 0,4-5 2 0,-4 5-6 15,0 0 2-15,0 0 1 0,0 0 9 0,0 0-9 16,0 0-1-16,0 0 1 0,5-5 5 0,-5 5-3 16,0 0 0-16,0 0-1 0,0 0 2 0,0 0-2 15,0 0 1-15,0 0 0 0,0 0-5 0,0 0 2 16,0 0 3-16,0 0-6 0,0 0 3 0,0 0-4 15,0 0 3-15,0 0-5 0,0 0 5 0,0 0-2 16,0 0-1-16,0 0-1 0,0 0 0 0,0 0-1 16,0 0 5-16,0 0-5 0,0 0 2 0,0 0-1 15,0 0 1-15,0 0-17 0,0 0-13 0,0 0-30 16,0 0-19-16,0 0-24 0,0 0-22 0,0 0-17 16,0 0-36-16,0 0-27 0,-19 17-126 0,12-11-360 15,-2 0 160-15</inkml:trace>
  <inkml:trace contextRef="#ctx0" brushRef="#br0" timeOffset="211655.1">6827 7138 130 0,'0'0'130'0,"0"0"-12"0,0 0-10 16,0 0-6-16,7 27-11 0,-4-18-7 15,-2 3 0-15,3 5-8 0,-1-2-8 0,0 2-6 16,0-2-2-16,2 2-6 0,-4-5 3 0,2 0-9 0,-1 0-3 16,0 2-5-16,0-4 0 0,-1 0-1 0,1-4 8 15,-2 0 0-15,0-6 2 0,2 8 12 16,-2-8 8-16,0 8 29 0,0-8 9 0,3 5 7 16,-3-5 1-16,0 0-9 0,0 0-11 0,0 0-10 15,0 0-3-15,0 0-8 0,0 0-10 0,-21-22-8 0,15 10-3 16,4-1 1-16,-5-4-4 0,3 0-12 0,0-1-1 15,2-7-9-15,1-3-1 0,1 2-7 0,2-5 1 16,3 4-5-16,3-1-2 0,1 1 0 16,2 3-3-16,0 6-2 0,5-3-2 0,1 1 0 0,-1 7-7 15,0 4-1-15,0 4 3 0,4 0-4 0,1 2-1 16,1 5 2-16,0 4 1 0,3 2-1 0,1 0-2 16,-1 6 1-16,-2 1 2 0,0 2 5 15,-3 1-7-15,-1 0-1 0,-8-2 3 0,3 0 3 16,-5-2-2-16,0 2-3 0,3-2 1 0,-6 3-1 0,-1-4 0 15,-1-2 2-15,-1-2-1 0,-1 3 2 0,1-3-4 16,-2-1 3-16,-1-8 1 0,-4 12 2 16,0-7 1-16,4-5 2 0,-9 8 4 0,3-5-3 15,6-3 2-15,-11 0 0 0,11 0-3 0,-11-5-1 16,11 5 3-16,-9-13-2 0,8 5-5 0,0-3 4 0,2-6-5 16,3-2-1-16,5-7 1 0,1 0-7 0,4 0 6 15,0 1-7-15,3 2-1 0,-1 4 1 0,1 5 1 16,-3 2-1-16,3 1-1 0,-1 4-1 0,1 2 1 15,-3 4-2-15,5 2 2 0,-1 4 1 0,-3 0 0 16,2 7 4-16,-4-1-4 0,5 10 1 0,-7-4 1 16,-1-1 1-16,-2 3-4 0,0 5-9 0,-3 3-16 15,0-3-21-15,-1-4-17 0,-2 5-27 16,0-6-37-16,-1 3-39 0,0-4-45 0,2 7-150 0,-2-9-399 16,-1-4 177-16</inkml:trace>
  <inkml:trace contextRef="#ctx0" brushRef="#br0" timeOffset="212031.52">7853 7060 203 0,'-13'-4'214'16,"-4"-2"-9"-16,5 5-18 0,-4 1-11 0,0 2-15 15,-2 3-15-15,0 3-12 0,3 3-13 0,-1 2-7 16,2 1-16-16,1 1-7 0,-1 6-11 0,5-3-9 15,4 0-7-15,0 0-6 0,4-2-2 0,0 0-8 16,1-1-6-16,5-2 0 0,-2-1-5 0,3-2-5 16,1-3-10-16,0 1-7 0,3 0-4 0,-1-3-10 15,3-1-1-15,0-1-3 0,-2-3 1 0,1-1-4 16,1-1 2-16,-3-4 3 0,3 2-3 0,-3-3 9 16,-2-2-7-16,4-3 5 0,-1-1 0 0,-6 1-1 15,2-6-2-15,-3 2 1 0,2 0-1 0,-4 4 14 16,2 0 6-16,-2 2 2 0,3 1 7 0,-2 1 1 15,-2 8-1-15,3-8-8 0,-3 8-4 0,0-7-7 16,0 7 1-16,0 0-2 0,0 0 1 0,0 0 0 16,18 15-3-16,-13-6 2 0,2 4-3 0,3 2 6 15,-1-1-7-15,-1 3-15 0,0 1-31 0,1-1-41 16,-1-1-36-16,2 1-47 0,-2 0-49 0,-3-1-130 16,1 0-373-16,-2-5 166 0</inkml:trace>
  <inkml:trace contextRef="#ctx0" brushRef="#br0" timeOffset="212267.39">8134 7031 273 0,'0'-7'273'16,"0"-1"-26"-16,0 8-23 0,-1-10-28 0,1 10-24 15,0 0-17-15,5-4-10 0,-5 4 3 0,0 0-8 16,24 16-12-16,-12-3-8 0,3 0-5 0,-2 2-12 15,6 4-12-15,1 2-8 0,-2-2-7 0,0 1-6 16,0-1-10-16,-3-3-2 0,-2-2-7 0,1 2-3 16,0-2-23-16,0 1-36 0,-5-2-32 0,2-1-47 15,-3-1-44-15,-1-1-42 0,-1-2-44 0,-2 2-169 16,-1-4-419-16,-1-2 186 0</inkml:trace>
  <inkml:trace contextRef="#ctx0" brushRef="#br0" timeOffset="212435.09">8388 7055 197 0,'-1'-6'240'0,"1"6"-25"16,-4-11-23-16,4 11-14 0,-9 2-10 0,9-2-3 15,-21 17-6-15,9-1-16 0,-7 7-8 0,2 2-12 16,-2 4-14-16,4 1-13 0,-2-1-14 0,2 1-32 16,-1-2-33-16,4-2-40 0,-2 2-41 0,2-3-44 15,7-8-44-15,-4 1-169 0,4-3-347 0,4-2 154 16</inkml:trace>
  <inkml:trace contextRef="#ctx0" brushRef="#br0" timeOffset="212600.2">8497 7169 283 0,'0'0'260'0,"3"-6"-18"15,-3 6-16-15,0 0-19 0,2-6-20 0,-2 6-22 16,0 0-25-16,0 0-32 0,0 0-35 0,0 0-49 15,0 0-53-15,4 17-48 0,-1-7-82 0,-2 2-116 16,0-2-299-16,4 1 133 0</inkml:trace>
  <inkml:trace contextRef="#ctx0" brushRef="#br0" timeOffset="213090.08">9314 7100 160 0,'0'-12'211'0,"0"-3"-6"16,0 2 1-16,0 0 2 0,0-2-7 0,0 5-5 15,-2 0-12-15,1 0-15 0,1 1-7 0,0 9-14 16,-2-12-12-16,2 12-15 0,-3-11-13 0,3 11-12 15,0 0-14-15,-1-7-14 0,1 7-4 0,0 0-6 16,0 0-6-16,0 0-3 0,1 32-5 0,-1-9-5 16,0 4-5-16,0 1 0 0,-1 5-2 0,-2-1-2 15,-1 4 0-15,2-4-4 0,0 3 0 0,2-3-9 0,-2-3 4 16,0 0-4-16,1-5-2 0,-1 2-1 16,-1-2 3-16,6-5-8 0,-3-1 3 0,1-3-3 15,-1 5-5-15,0-4-26 0,1 1-24 0,2-2-19 16,-3-2-22-16,0-2-30 0,1 1-28 0,-1 0-22 0,-1-2-29 15,-1 0-9-15,1 0-173 0,0 0-409 0,-3-5 181 16</inkml:trace>
  <inkml:trace contextRef="#ctx0" brushRef="#br0" timeOffset="213361.6">9237 7025 171 0,'12'-22'169'0,"8"2"-10"16,-1-2-8-16,3 4 3 0,-1 4-12 0,0 5-16 15,-4 1-8-15,2 5-11 0,-1 1-14 0,1 5-8 16,1 5-8-16,-3-4-5 0,5 12-8 0,-10-3-4 16,4 9-6-16,-5 0-5 0,-4 2-8 0,-2 4 0 15,-9 0-7-15,-1 2 3 0,-4-1-7 0,-2 0 2 16,-2-2-2-16,-3 0-5 0,-2-2-1 0,0-2 0 15,-2-1-9-15,-3 0-12 0,5-3-24 0,-4 0-39 16,6-6-26-16,2-3-32 0,0 0-45 0,3-1-128 16,2-5-313-16,-1-1 139 0</inkml:trace>
  <inkml:trace contextRef="#ctx0" brushRef="#br0" timeOffset="213646.41">9490 7327 55 0,'0'0'164'16,"3"9"-20"-16,-2-4-6 0,-1-5-12 0,1 13 4 16,0-9-12-16,-1-4-8 0,4 10-5 0,1-4 5 15,-2 0 2-15,2-1-11 0,0 0 3 0,5-2 5 16,0 0-4-16,2-2 3 0,2 2 0 0,4-6-9 16,1-1 17-16,0 1-9 0,8-6-17 0,-8 1-3 15,2 2-3-15,-5-7-4 0,0 5 2 0,-1-3 5 16,-5 3 1-16,-1-6-10 0,0 0-8 0,-5 2-5 15,-3-5-11-15,-2 1-3 0,-3 1-8 0,-4 0-8 0,-2-3-22 16,-1 5-8-16,-2 2-8 0,-1 2-14 16,0 0-15-16,1 4-27 0,0 5-34 0,-4 0-30 15,0 8-22-15,-2 2-26 0,-3 3-23 0,3 6-23 16,-2 4-155-16,3 1-402 0,4-2 179 0</inkml:trace>
  <inkml:trace contextRef="#ctx0" brushRef="#br0" timeOffset="214252">9674 7460 57 0,'15'-11'210'0,"6"-3"-3"16,0-4-3-16,0-4-1 0,-3 3-6 0,2-3-6 0,-2-3-14 15,1 0-13-15,2-1-12 0,-3-1-11 16,1-2-14-16,-5-1-14 0,3-2-7 0,2-10-8 16,-8 11-8-16,2 1-5 0,0 4-6 0,-6-3-1 15,1 5 1-15,-8 7 6 0,3 6 3 0,-2 0-4 0,0 3-11 16,-1 2-5-16,0 6-13 0,-1-9-11 0,1 9 0 15,0 0-10-15,0 0-8 0,-17 15-3 0,8-1 1 16,-3 11-7-16,0 4-11 0,1 3-10 16,4-3-11-16,5 1-2 0,0 1-3 0,1-2 0 15,5 1 5-15,1-4-1 0,4 3 1 0,-3-6 8 0,3 1-5 16,0-4 7-16,-1-3-7 0,0 0 0 0,-2-3 5 16,2 3-10-16,-2-6 0 0,-2 1-2 0,-3-2 1 15,2 0-1-15,-1-1-4 0,-2 0 1 16,-1-2 6-16,1-7 1 0,-4 11-1 0,2-5 3 0,2-6 5 15,-3 8 3-15,3-8 2 0,0 0 1 0,0 0 2 16,0 0-1-16,0 0 0 0,0 0 3 0,0 0-3 16,3-28 2-16,3 16-5 0,3-5 4 0,5-6 0 15,-1 0 0-15,2 1-3 0,0-7 0 0,5 2 3 16,-2 0 0-16,1-2 0 0,0 1 6 0,0 2-9 16,-4 0 6-16,1 4 8 0,-6 6 5 0,1-1 9 15,-4 7 6-15,-3 0 2 0,0 1-3 0,-2 3 6 16,-1-2-2-16,-1 8 1 0,2-11-5 0,-2 11-2 15,1-9-11-15,-1 9-2 0,0 0-3 0,0 0 0 16,0 0-1-16,-10 24-4 0,3-9 7 0,3 3-8 16,2-1 3-16,-2 9-6 0,3-2-4 0,1-6-2 15,0-1-3-15,2 2-1 0,3-3-2 0,2 2 1 16,-2 0 1-16,3-2-1 0,-1 0 4 0,2 0-4 16,-1 0 3-16,-2-3-1 0,1-2 1 0,-4 0 1 15,4 0-1-15,-5-2-1 0,2-1-2 0,-2 0-1 16,0-3-3-16,1 0 1 0,-3-5 6 0,-3 11-4 15,3-11-2-15,-6 11-12 0,3-8-18 0,-3 1-16 16,1 0-17-16,-2 1-21 0,7-5-25 0,-10 4-25 16,10-4-28-16,0 0-30 0,0 0-15 0,-12-7-140 15,12 7-387-15,0 0 172 0</inkml:trace>
  <inkml:trace contextRef="#ctx0" brushRef="#br0" timeOffset="214417.68">10406 7205 116 0,'5'-10'182'0,"-1"1"5"15,0 2 0-15,-1 2-9 0,-3 5-10 0,5-7-17 16,-5 7-17-16,3-6-16 0,-3 6-11 0,0 0-2 16,0 0-4-16,0 0-6 0,7 25-7 0,-6-15-9 15,1 7-1-15,-4-2-13 0,4 4-8 0,-5-5-3 16,3 4-6-16,-3-1-22 0,2-2-43 0,1 3-44 16,-1 0-44-16,1-5-58 0,-3 1-167 0,1-1-357 15,-2 0 158-15</inkml:trace>
  <inkml:trace contextRef="#ctx0" brushRef="#br0" timeOffset="-214548.78">10725 6955 44 0,'0'0'236'0,"0"0"-12"16,3-9-28-16,-3 9-21 0,0 0 5 0,0 0 1 15,3 26-9-15,-2-7-16 0,2 9-11 0,-2 7-13 16,0 10-15-16,-1-10-9 0,-1-2-10 0,0-5-10 16,1 0-9-16,-3-4-6 0,3-4-8 0,-1-4-1 0,-2-2-11 15,3-3-5-15,0-1-2 0,0-3-4 16,0-7 3-16,2 12 17 0,-2-12 16 0,-3 8 13 16,3-8-16-16,0 0-5 0,0 0-11 0,0 0-1 15,0 0-9-15,0 0-7 0,4-37-3 0,1 18-2 16,3 3-7-16,1-10-2 0,3 3-4 0,4 1-1 0,-1-1-4 15,-1 8-3-15,8-2-6 0,-5 8 1 0,-2 2-4 16,0 1 6-16,0 3-9 0,2 3 1 0,-3 3-5 16,-4 0 1-16,2 3-1 0,-2 1-2 15,-4 5 4-15,3 4 1 0,-3 1-5 0,-4-1 2 0,-2 1 3 16,0 1-2-16,-5-1-1 0,0 2 6 0,-3-3-4 16,0-1 0-16,0 1-2 0,-3-1-17 0,1-2-19 15,-1 0-34-15,-2-3-39 0,-2 2-54 16,4-4-71-16,1-2-65 0,-6 3-153 0,5-5-487 0,0-1 215 15</inkml:trace>
  <inkml:trace contextRef="#ctx0" brushRef="#br0" timeOffset="-214146.69">10993 7035 2253 0,'5'-17'34'0,"0"-2"8"15,-2 8 7-15,-1 0-16 0,1 3-16 0,-1 0-4 16,-2 8-5-16,4-7-8 0,-4 7 3 0,0 0 17 15,0 0 13-15,10 16 7 0,-7 0 14 0,1 10 4 16,0 2-4-16,1 2-5 0,-5 5-3 0,2-2-3 16,-2-1-7-16,0 1-2 0,0-4-1 0,-1-1-1 15,2-1-9-15,-1-3-3 0,1-4 2 0,1-3-5 16,-1-4 3-16,3-1-4 0,-1 0 1 0,3-5-5 16,-3 1 3-16,3-1 0 0,4 0 0 0,0-6-1 15,4 1-2-15,2-2 1 0,4-2-2 0,-2-3 0 16,2-3-1-16,7-5-4 0,-1 0 5 15,1-3-3-15,-2-2 0 0,1-2 0 0,-2-2-2 0,-5 0-3 16,0-2 3-16,-3-1-1 0,-3 2 1 0,-1-1 3 16,-4 7 11-16,-2 1 9 0,-2-1 12 0,-2 7 6 15,-2-2 4-15,0 1 2 0,-2 4-1 0,2 7 3 16,-4-10-13-16,-1 6-11 0,5 4 2 0,-15 1-3 16,3 6-2-16,-4 4-2 0,-2 7-7 15,-5 3 3-15,0 2-1 0,5 0-3 0,3 0-3 0,-2-1 4 16,6 3-20-16,3-9-31 0,4 2-27 0,2-2-40 15,0 1-43-15,6-1-45 0,3-2-44 0,6-2-41 16,0-3-220-16,6-3-533 0,2-1 235 0</inkml:trace>
  <inkml:trace contextRef="#ctx0" brushRef="#br0" timeOffset="-212597.43">11983 7183 170 0,'-2'-9'167'0,"2"9"-3"0,-3-7-1 0,3 7-5 16,-1-8-15-16,1 8-10 0,0 0-9 0,-3-10-7 16,3 10-11-16,-1-8-6 0,1 8-11 0,0 0-7 15,0 0-7-15,0 0-6 0,0 0-4 0,-3-9-6 16,3 9-5-16,0 0-3 0,0 0-6 0,0 0-7 15,0 0 5-15,0 0-5 0,0 0-5 0,0 0 0 16,0 0-2-16,0 0 12 0,0 0-15 0,0 0 3 16,0 0-4-16,0 0 2 0,0 0 2 15,0 0-3-15,0 0 0 0,0 0 1 0,0 0-3 16,0 0-1-16,0 0 2 0,0 0 2 0,0 0-6 0,0 0 6 16,0 0-2-16,0 0-1 0,0 0 2 0,0 0 2 15,0 0-2-15,0 0 0 0,0 0-2 0,0 0-1 16,0 0 2-16,0 0-5 0,0 0-1 0,0 0-1 15,0 0 0-15,0 0-6 0,0 0 3 0,0 0-9 16,0 0-2-16,0 0 0 0,0 0-5 0,0 0 4 16,0 0-5-16,0 0 5 0,11 21 0 0,-7-9-4 15,3 5 3-15,6 4 3 0,-5-2-6 0,2-2 2 16,0 1 1-16,3 5 1 0,-3-6 0 0,2 1 2 16,-2-1-5-16,1 0 2 0,-2-1 1 0,2 0 1 15,0-1 0-15,-2 0-1 0,0-1-2 0,-5-1 3 16,4-4-6-16,-2 1 5 0,3 0-1 0,-7-1-2 15,1-4 1-15,1 2 0 0,-2 0-2 0,3-3 2 16,-3 2 0-16,-2-6 1 0,3 5-1 0,-3-5 3 16,4 6 15-16,-4-6 11 0,0 0 24 0,0 0 6 15,0 0-2-15,0 0-8 0,0 0-2 0,0 0 1 16,7-15 4-16,-3 3-19 0,-2-5 3 0,0-1-9 16,5-8-5-16,-2-2-3 0,6-2 2 0,-3-1-5 15,9-2-5-15,-9 1-3 0,1 0-1 0,1-1 2 16,1 3-4-16,-4 1 1 0,4 0-2 0,-2 1 2 15,-1 5-3-15,-1 4-3 0,-3 2 13 0,2 4-13 16,-2 3-6-16,-2-2 0 0,0 3-9 0,1 2-14 16,1 3-18-16,-4 4-28 0,2-7-36 0,-2 7-15 15,0 0-28-15,0 0-27 0,0 0-22 0,21 10-34 16,-15-2-45-16,-4 3-154 0,0 4-470 0,4 3 208 16</inkml:trace>
  <inkml:trace contextRef="#ctx0" brushRef="#br0" timeOffset="-212230.77">12511 7321 170 0,'0'0'227'0,"4"6"-11"0,-4-6-5 16,0 0-7-16,0 0-7 0,0 0-19 0,0 0-14 15,-9 12-16-15,7-5-12 0,2-7-15 0,-8 12-10 16,5-2-9-16,-1-2-13 0,-1 1-10 0,4-1-8 0,0 3-4 15,1-1-7-15,0-1-4 0,0-9-6 0,2 14-5 16,3-9-5-16,-1 1-1 0,1 0-2 0,3 1-4 16,1-4-2-16,-1 0-2 0,3-2-1 15,2 1-3-15,5-2 0 0,1-3-2 0,-2 0 6 16,3-1-7-16,-3-6-6 0,4 2 2 0,-5 1-1 0,-1-5 0 16,-2 2-1-16,2-3-1 0,-7-1 4 15,4-1 1-15,-5-2 0 0,-3 1-5 0,-2-2 2 0,0 0-2 16,-2-2-1-16,-2 2-1 0,-4 0-3 15,-1 1-2-15,0 5 0 0,-2 1-4 0,1 4-1 0,3-2 0 16,-3 5-5-16,2 2-11 0,-5 2-16 0,-1 2-23 16,-3 5-20-16,-1 2-30 0,-1 2-25 15,3 1-30-15,5 2-35 0,-2 2-33 0,4-1-169 0,0-2-426 16,2-1 189-16</inkml:trace>
  <inkml:trace contextRef="#ctx0" brushRef="#br0" timeOffset="-211998.64">12875 7159 1759 0,'4'-27'31'0,"0"8"57"0,-4 3 8 15,0 1-1-15,0 3-4 0,0-1-2 0,0 5 9 16,0-3-1-16,-2 4-10 0,2 7-10 0,-2-10-5 16,2 10-10-16,0 0-5 0,0 0 3 0,0 0 6 15,4 26-1-15,-3-8-1 0,1 9-1 0,0 0-9 16,-2 5-4-16,0-2-6 0,3-2-4 0,-1 2-4 15,-2-1-1-15,0 0-5 0,2-1-2 0,-1-4-21 16,0 0-34-16,0 0-28 0,-1-4-30 0,0-2-52 16,0-1-43-16,2-2-40 0,0 3-237 0,-2-6-493 15,0-2 218-15</inkml:trace>
  <inkml:trace contextRef="#ctx0" brushRef="#br0" timeOffset="-211765.47">13095 7218 1968 0,'2'-32'19'16,"0"2"49"-16,0 5 41 0,-4 7 10 0,4 5 1 16,-4 1-17-16,2 2-8 0,2 3-16 0,-2 7-14 15,-2-11-10-15,2 11-3 0,0 0 5 0,0 0 28 16,0 0 8-16,4 37-2 0,-4-9-4 0,0 1-12 16,-2 3-3-16,0-1-5 0,-2-1 7 0,2 2-20 15,-1 0-6-15,-1-2-1 0,2-4-3 0,-2 0-9 16,1 1 7-16,3-2-14 0,-5-5-30 0,8-2-27 15,-6 0-32-15,1-1-41 0,0-2-44 0,2-3-34 16,-2-2-32-16,1-1-38 0,-1-1-229 0,0-2-518 16,2-6 230-16</inkml:trace>
  <inkml:trace contextRef="#ctx0" brushRef="#br0" timeOffset="-210699.62">12956 7293 150 0,'11'-4'207'16,"7"2"-24"-16,8-3-5 0,2 2-25 0,1 0-19 16,2 0-9-16,0 0-11 0,-1 0-9 0,1 3-10 15,-1-3-13-15,1 0-6 0,-4 3-6 0,2-4-6 16,-8 1-9-16,-2 3-5 0,-2-3-2 0,-5 3-9 16,1-1-2-16,-5 1 1 0,-8 0 0 0,13-3 9 15,-13 3 4-15,0 0-1 0,0 0-1 0,0 0-3 16,0 0-1-16,0 0 6 0,0 0-8 0,-33 21 5 15,20-9 3-15,-4 1-3 0,-2 4-5 0,2-2-7 16,0 3 3-16,3-3-5 0,3 0-3 0,-3-1-5 16,8 1-2-16,1-3-4 0,3-1 0 0,0-1 0 15,2 0-1-15,0-1-3 0,2-2 1 0,0-1-4 0,5 0 1 16,2-2-2-16,0 2 1 0,2-4-1 0,3-2-1 16,-1-3 0-16,6-2-2 0,-2 0 2 15,-1-2-2-15,-5 3 3 0,3-3-3 0,-1-5-3 16,0 2 3-16,1-3-1 0,-5 0 1 0,-3-1-4 0,2 2 3 15,-6 2 0-15,2-5 0 0,-1 5 11 0,-3-2 5 16,2 2-1-16,-2 4 6 0,0-2-9 16,0 8-2-16,4-10-2 0,-4 10-8 0,0 0 0 15,0 0-2-15,0 0-1 0,0 0 10 0,0 0-10 16,0 0 0-16,-4 28-3 0,4-16 2 0,2-2 4 0,0 1-5 16,3-1 1-16,-1 0 1 0,5 1 1 0,-4-2 3 15,6-3-4-15,5 2 6 0,1-2-7 16,2-3 3-16,6-1-3 0,-4 0 3 0,7-5-1 15,3 1 3-15,-2-1-2 0,0-3-3 0,-2 0-1 0,0-1 2 16,-8 2 1-16,-4-3-1 0,1 1 3 0,-3-2 0 16,-4 1 0-16,1-3 0 0,-1 4 3 0,-3-5 3 15,-2 0 6-15,1 0 6 0,0-2 9 16,-5-2-10-16,-2 4-1 0,-1 0 4 0,-2 2 2 0,1 0 12 16,-1 0-17-16,-5 4 6 0,0 1-6 15,-3 0-4-15,-1 4-4 0,-3 2-4 0,3 2 2 0,-4 4 6 16,0-1-11-16,3 5 0 0,-4 0-3 0,6 0 1 15,-1 4-2-15,6-7-4 0,-1 2-5 0,4 1-8 16,-2-2-5-16,3 1-4 0,1 0-1 0,3-2-6 16,0 0-4-16,3-1-2 0,1-1-3 0,-4-6 4 15,7 10 1-15,0-7 4 0,1-2 3 0,3 2 1 16,-1-3 0-16,-1 0 5 0,0 0 1 0,2-3 4 16,-2 3-1-16,-9 0 1 0,15-3 2 0,-9 2 1 15,-6 1 3-15,11-2 1 0,-7 1-4 0,-4 1 1 16,0 0 0-16,14 0 1 0,-14 0 2 0,9 7 3 15,-5-3 8-15,4 5 0 0,0 0 5 0,-1 6 4 16,3 9 3-16,-3-2 3 0,1 6 2 0,0 3 7 16,-3 1 1-16,1 1 10 0,-2 0-12 0,-1 2 5 15,-3 0-11-15,3-1-1 0,-3 1 4 0,-4 11-2 16,0-14 5-16,-2-2-13 0,-1 1 4 0,-2-2 2 16,-5 0-5-16,-1-2 0 0,-3-4-2 0,3-1-2 15,-2-5 2-15,4-2-4 0,-1-5-3 0,4-1 4 16,-2-2-6-16,3-2 0 0,-2-3-13 0,4 0-3 15,-2-1-10-15,9-1-2 0,-17-5-2 0,11-1-2 16,4-3 0-16,2-7-1 0,0-3-2 0,8-6 1 16,3-4-1-16,4-1 2 0,7-10 2 0,-1 9 3 15,10-11 0-15,3 1 3 0,2 0 1 0,-1-2 4 16,2 3 1-16,-1 0 0 0,0 3 4 0,-3 0-6 16,-1 0 8-16,-9 14-3 0,3-4 0 0,-8 2 4 15,2 1-3-15,-6-2 5 0,-1 3 3 0,-4 7 4 16,-4-1 0-16,3 1 7 0,-3 1 13 0,-4 4 14 15,3 1 1-15,-4 0 3 0,2 5-6 0,-2 5-1 16,-2-13 0-16,2 13-9 0,-4-5 0 0,4 5-6 16,0 0-1-16,-27 17-5 0,13-4 2 0,-4 4-3 15,2 5 3-15,3-5-3 0,5 1-2 0,-3 3-10 16,3-2-22-16,6-2-26 0,4 3-30 0,-2-3-43 16,8-1-44-16,1-1-62 0,14 1-51 0,-7-7-204 15,15 1-523-15,1-3 233 0</inkml:trace>
  <inkml:trace contextRef="#ctx0" brushRef="#br0" timeOffset="-210286.68">15027 7210 2398 0,'12'-32'19'0,"-1"-1"-13"16,-5 2 30-16,0 6 2 0,-2 9 7 0,-3 3 9 0,1 3-7 15,1 0-7-15,-2 4-10 0,-1 6-1 0,3-9-5 16,-3 9-7-16,0 0-3 0,0 0 2 16,0 0 19-16,1 24 0 0,-1 1 5 0,-5 7 7 15,0 2-7-15,4 13-1 0,-3 2-7 0,-2-3 0 0,4-10 0 16,1-3 1-16,-2 1-7 0,1-2-4 0,-1-2-4 16,3-1 3-16,3-1-3 0,-2-10-5 15,-1 7-20-15,1-9-23 0,0 2-25 0,1-7-28 16,-4 3-34-16,2-5-27 0,-1 0-30 0,0-2-40 0,1-7-16 15,-4 11-144-15,-1-8-405 0,5-3 179 0</inkml:trace>
  <inkml:trace contextRef="#ctx0" brushRef="#br0" timeOffset="-209333.08">14997 7422 193 0,'2'-17'177'0,"3"1"-10"16,0 0-20-16,2-3-6 0,3 4-18 0,0-3 4 15,3 3-14-15,-2-2 0 0,0 2-8 0,5-5-5 16,1 0-4-16,-3 5-4 0,6-2-1 0,-2-1-7 15,-5 4 0-15,1 0 4 0,-1 1-3 0,1-1-1 16,-2 2 3-16,-4 3-5 0,0-2-3 0,1-2-7 16,-5 2-4-16,4-5-7 0,-2 5 0 0,-2 0-5 15,0 1-4-15,-1 3-3 0,1 1-4 0,-1 0-10 16,-3 6-4-16,3-7-12 0,-3 7 0 0,0 0-2 16,0 0-3-16,7 14 6 0,-4 4-7 0,-2 8-1 15,0 7 3-15,-1 15-3 0,-2 0 7 0,-2 1-5 16,-1-3-3-16,2-10 3 0,-3 8-5 0,1-12-1 15,5-1 0-15,-3-6 1 0,0 3-1 0,3-2-1 16,0-10-1-16,0 3 1 0,0-8 1 0,0 0-4 16,2-1-1-16,-4-3-2 0,2-7 3 0,2 11-3 0,-2-11 6 15,0 7-1-15,0-7-4 0,0 0-1 0,0 0-2 16,0 0-5-16,14-13 3 0,-8 1 0 16,4-1-2-16,2-3-4 0,3-6-1 0,0 2-5 15,6 0 5-15,-7 8-3 0,0 2 0 0,0 0-1 0,-1 5 1 16,-1 0 1-16,-1 1 0 0,3 2 0 0,-4 2 1 15,4 1 2-15,-2 2-1 0,6 1 1 0,0 1 4 16,-1 0 0-16,1 3 2 0,0-2 0 16,0-2 3-16,3 2-1 0,-1 0 1 0,1-3 2 0,2-2 2 15,-2-1-1-15,6-2 0 0,0-3-4 0,-4 2 5 16,-3-2 4-16,7 0-6 0,-3-6 2 16,-7 4-1-16,0-3 3 0,-7 3-5 0,4-6 4 0,-6 4 5 15,3-4-1-15,-7 3 2 0,0-2-1 0,1-4 5 16,-5 6-1-16,0 0 8 0,-1 0 4 0,1-1-1 15,-7 3-5-15,1 1 2 0,0 4-4 0,-2 0 1 16,-6 5-5-16,-2 0-1 0,-1 5-3 0,0 3-2 16,-1 3-2-16,-5 3 3 0,10-4-1 0,-2 4 0 15,6-1-5-15,1 1 0 0,2-3-3 0,3-1 4 16,1-1-5-16,2 0 2 0,4 0-2 0,1-4-11 16,0-1-4-16,3 0-2 0,3-2-8 0,1 0-1 15,-1-3-1-15,3-1 5 0,-2-1 1 0,-2 0 3 16,1-3 0-16,-2 0 4 0,-1 0 5 0,2-2-3 15,-2 1 8-15,-3-1-5 0,-1-3 1 0,0 3 5 16,-2-3-4-16,2 1 8 0,-1 5 5 0,-3 3 2 16,2-11 5-16,-2 11 1 0,1-7-4 0,-1 7-5 15,0 0-3-15,0 0-1 0,0 0 0 0,0 0 4 16,0 0 0-16,0 0-4 0,0 0 0 0,0 0-1 16,7 21-1-16,-3-14 4 0,0-2-1 0,3 0 4 15,2 2 1-15,1-1 3 0,-1-1 4 0,5-1-3 16,4-1-1-16,3-2 0 0,0-2 9 0,0-1-8 15,-1-2-2-15,1-2 4 0,-2-1-6 0,1-2 6 16,-3 1-3-16,-2-3 8 0,1 0-1 0,-5-3 0 16,1 0 0-16,-3 0 3 0,-2-5 3 0,0 0 0 15,-2-6 0-15,1 1 0 0,0-2-3 0,-3-3 0 16,1 3-2-16,-4-6-6 0,4 3 1 0,-3 0 2 16,3 2 8-16,-3 8 15 0,2-3-11 0,-2 6 8 15,0 5 4-15,-1 3-4 0,2 1-4 0,-2 7-9 16,2-9-4-16,-2 9-8 0,0 0 4 0,0 0 0 0,1 29 2 15,1-3 9-15,-7 6-11 0,2 1 0 0,1-1 0 16,-4 13 2-16,0-11-4 0,1-1-5 16,-3-1 4-16,2-1 4 0,1-2-3 0,1-1-1 15,0-2-9-15,1-1-14 0,1-1-22 0,1-5-35 0,-1 0-40 16,4-3-42-16,-1-4-48 0,0-2-50 0,0 0-43 16,-1-4-196-16,0-6-529 0,3 10 234 15</inkml:trace>
  <inkml:trace contextRef="#ctx0" brushRef="#br0" timeOffset="-209176.46">16166 7264 170 0,'0'0'217'0,"8"-6"-17"0,-2 4-25 16,7 0-16-16,-2 0-17 0,10-3-23 0,8 4-37 15,3 2-40-15,3-1-45 0,16-1-49 16,2 2-37-16,2 4-105 0,4-3-210 0,1-2 93 0</inkml:trace>
  <inkml:trace contextRef="#ctx0" brushRef="#br0" timeOffset="-208833.29">17156 7238 38 0,'0'0'240'0,"-15"-13"3"0,8 13-6 0,-6 0-4 0,-3 0-4 15,-3 7-11-15,0 3-13 0,-7 3-14 0,-2 3-8 16,4 2-15-16,1 3-14 0,0 1-13 0,0 0-15 15,4-2-10-15,6-3-13 0,3-2-7 0,1 1-13 16,2-1-4-16,5-3-12 0,1 0-6 0,1-3-1 16,5 3-6-16,2-3-7 0,1-3-4 0,2 1-7 15,3-5-14-15,0 1-6 0,5-2-5 0,-5-1 3 16,1-1-11-16,-3-3 3 0,1-1 0 0,-1 0-6 16,-1-2 7-16,2-2-7 0,-2 0-2 0,-1 0 4 15,-1-2-3-15,-1 2 3 0,1-7-1 0,-2 1-2 16,1-2-3-16,-2 7-2 0,0 1 7 0,-1 0 4 15,-2 2 4-15,1 1 0 0,-3 6-4 0,5-5-6 16,-5 5-1-16,0 0 2 0,0 0 6 0,0 0 3 16,0 0 1-16,0 0 0 0,3 24 0 0,-6-13-2 15,3 0 0-15,0 6-3 0,1-3 6 0,3 3-39 16,0-3-39-16,1 1-39 0,4 1-44 0,0-2-46 16,6-1-44-16,-1-2-235 0,3 1-512 0,2-6 227 15</inkml:trace>
  <inkml:trace contextRef="#ctx0" brushRef="#br0" timeOffset="-208065.57">18322 7265 16 0,'-3'-15'255'15,"-2"-1"-14"-15,-4 1-5 0,3 4-12 0,-3 2-11 16,-4-3-13-16,-1 5-14 0,-1 0-15 0,-3 3-14 15,-2 4-17-15,-1 5-11 0,-3 7-14 0,-3 2-9 16,1 4-9-16,2 3-10 0,1 1-11 0,1 4-5 16,6 0-9-16,3-1-6 0,5 0-6 0,2 1-4 15,1-8-5-15,5 0-1 0,5-1-4 0,1 1-8 16,2-5 2-16,1 2-2 0,6 0-3 0,2-5-3 16,2-4 4-16,-1 0-14 0,4-4-3 0,6 0 10 15,-1-2-12-15,-7-2-4 0,1-5 3 0,-1 1-1 16,-2-4-5-16,-2-1 6 0,1-4-3 0,-4 1 0 15,1-8 2-15,-1-3-2 0,-3-1-3 0,1-4-2 16,-4-3 5-16,-1-2-3 0,1-12 11 0,-5 11-6 16,1-10 1-16,-2 10 2 0,0-10 7 0,2-1 3 15,-7 14-1-15,4 1 2 0,-2 1 5 0,-1 4 19 16,3 10 13-16,-1-1-3 0,-1 6-5 0,1 1 10 16,1 2-23-16,0 2-4 0,0 7-10 0,-1-9-2 15,1 9-3-15,0 0-1 0,0 0-1 0,0 41-3 16,-2-8-2-16,1 15-1 0,0 2 0 0,-2 3-3 15,3-1 4-15,0-1 2 0,2-3-2 0,1-12-2 16,1-1-3-16,0-2 5 0,5-1-7 0,1-3 4 16,-1-6-1-16,4-1 1 0,-3 4 0 0,-1-12-3 15,4-1 2-15,-5-3 13 0,1-1-20 0,1-1-1 0,-1-3-2 16,-3-1-3-16,2-2 4 0,1-1-4 16,1-1 14-16,-1-2-11 0,0-3-9 0,2-2-8 15,0-5-4-15,-1-2 3 0,0-1 4 0,-2-2 4 0,1-1-3 16,2-6-1-16,-1 1 6 0,-4 4-5 0,-6 1 3 15,3 3 7-15,0 3 4 0,2 3-1 0,-4 1 6 16,-1 8-8-16,4-10 3 0,-1 7-6 16,-3 3-1-16,0 0 0 0,0 0 4 0,0 0 5 0,0 0-6 15,1 28 4-15,-1-15-5 0,1 1 7 0,-1 2-1 16,3 0-1-16,-2-5-7 0,0 2-27 0,3 3-34 16,-2 0-25-16,5-2-51 0,-3-3-42 15,1-3-48-15,0 3-37 0,-2-4-154 0,-3-7-463 16,8 9 206-16</inkml:trace>
  <inkml:trace contextRef="#ctx0" brushRef="#br0" timeOffset="-207907.81">18615 6992 83 0,'0'0'97'0,"0"0"-21"0,0 0-19 0,0 0-36 15,0 0-20-15,10 32-58 0,-1-19-60 0,-3 4 28 16</inkml:trace>
  <inkml:trace contextRef="#ctx0" brushRef="#br0" timeOffset="-207759.2">18767 7228 109 0,'0'0'100'0,"0"0"-5"15,0 0-26-15,6 7-20 0,-6-7-16 0,5 3-21 16,-5-3-17-16,7 5-14 0,-4-2-21 0,-3-3-28 16,6 8-73-16,-1-4 33 0</inkml:trace>
  <inkml:trace contextRef="#ctx0" brushRef="#br0" timeOffset="-207479.38">18916 7342 118 0,'-4'12'180'0,"4"-12"1"0,-2 9-7 0,2-9-11 16,-1 10-5-16,1-10-9 0,-3 7-15 0,3-7-9 16,0 9-10-16,0-9-9 0,0 0-12 0,3 11-3 15,-1-7-1-15,-2-4-6 0,8 6-5 0,-3-3-6 16,1-1-3-16,2 0-6 0,1 0-9 0,1-2-2 16,0-2-1-16,-1 0-8 0,3-2 4 0,-1-1-4 15,-3-1 0-15,-3 1-2 0,3-1 0 0,-5-3 0 16,0-1 0-16,-3-2-6 0,0 1-4 0,-1-1 4 15,-8-5-14-15,0 1-1 0,1 7-3 0,-2-5-7 16,-4 3 0-16,0 1-18 0,-1 3-16 0,3 3-24 16,-1 2-24-16,-1 2-13 0,-1 2-22 0,0 5-22 0,4-4-22 15,0 5-18-15,4 1-29 0,1 0-130 16,2 1-355-16,4-4 157 0</inkml:trace>
  <inkml:trace contextRef="#ctx0" brushRef="#br0" timeOffset="-207027.39">19292 7295 44 0,'0'0'229'16,"1"-9"3"-16,-1 9-7 0,0 0 7 0,-7-12-6 15,7 12-16-15,-7-7-15 0,-1 5-19 0,8 2-17 0,-19 2-20 16,9 5-7-16,-9 1-9 0,4 3-12 0,-3 2-13 16,0 4-8-16,-3 1-11 0,7-5-7 15,4 3-8-15,0-3-6 0,0 0-6 0,6-2-8 16,1 1 0-16,2-3-5 0,1 4-4 0,1-6-1 15,2 2-3-15,3 1-3 0,1-4-2 0,0 0-4 0,4-2-9 16,1 0-3-16,0-4-2 0,2 0-3 0,-3-4-1 16,7-1-2-16,-2-3 5 0,-5-1-4 0,4-4-7 15,-3 2 4-15,-1-6-4 0,-3-1-1 16,2-8 3-16,-1-1-1 0,1-3 0 0,-3-2 0 0,-2 0-3 16,-2 0 4-16,-1-4 0 0,-1 5-2 0,1-16 1 15,-1 13 5-15,1 0 7 0,-2 2 2 0,-2 0 2 16,1 5 11-16,-1 2 21 0,1 10-8 0,0 0 5 15,1 2-2-15,-1 3 7 0,-1 5-12 0,2 5-2 16,-1-11-9-16,1 11-11 0,0 0 2 0,0 0-2 16,0 0-2-16,-1 30 2 0,1-6-2 0,0 7-4 15,-4 1 1-15,3 1 1 0,-5 14 0 0,3-1 2 16,1-14 1-16,0 1-5 0,-1 2-1 0,2-7 2 16,5 2 0-16,-2-1-11 0,2-4-1 0,5-1-22 15,-4-7-13-15,3 1-15 0,2-5-25 0,-2 1-16 16,5-2-12-16,-3-4-17 0,0-2-20 0,7 0-15 15,1-2-31-15,-4-2-31 0,-2-4-6 0,1 1-159 16,-1-2-417-16,-3-2 185 0</inkml:trace>
  <inkml:trace contextRef="#ctx0" brushRef="#br0" timeOffset="-206671.96">19494 7365 87 0,'0'0'148'0,"-7"-4"-16"0,7 4 12 16,-6-6-5-16,6 6-7 0,0 0-7 0,0 0-9 15,-6-3-10-15,6 3-12 0,0 0-15 0,0 0-6 16,0 0-6-16,0 0-3 0,0 0-7 0,0 0 13 15,0 0 10-15,0 0 6 0,0 0 7 0,0 0 7 16,0 0-3-16,0 0 2 0,0 0 4 0,0 0 2 16,0 0-4-16,0 0-2 0,19-5-4 0,-19 5-3 15,6-5-3-15,-6 5-3 0,7-6 2 0,-7 6-4 16,6-8-2-16,-3 5-2 0,0-3-5 0,1 0-10 16,-4 6 4-16,5-13-12 0,-3 6-9 0,0 0-4 15,2-2 4-15,-1 0-8 0,0 1-11 0,0-2 5 16,-2-1-3-16,2 1 2 0,-2 3-4 0,-1-3 3 15,0 1 2-15,0 9-7 0,0-11-2 0,0 11 1 16,-1-12-6-16,1 12-6 0,-4-7 1 0,4 7 0 0,-5-6-4 16,5 6-5-16,0 0 1 0,-15 4-5 0,4 3 4 15,-4 5-2-15,1 3-3 0,-7 5 10 16,6 2-13-16,0 1 1 0,6-6-3 0,-1 2 0 16,5-2 1-16,3 2-6 0,4 0-13 0,0-3-26 0,10 0-27 15,0-3-21-15,14 1-45 0,1-2-45 0,9-3-57 16,1-3-45-16,1-1-217 0,13-5-547 0,-14 2 242 15</inkml:trace>
  <inkml:trace contextRef="#ctx0" brushRef="#br0" timeOffset="-205955.25">20481 7112 210 0,'-4'-7'279'0,"-3"-2"-11"0,0 2-15 16,2 4-16-16,-1-1-25 0,-4 4-18 0,-1 4-11 15,-1 0-16-15,-3 12-14 0,-7 3-11 0,2 6-11 16,-1-1-12-16,5 4-12 0,0-3-11 0,6 2-8 15,4-1-11-15,3-2-10 0,4 1-2 0,4-5-6 16,2-2-9-16,4-2-14 0,6 5-22 0,2-1-28 16,4-6-21-16,4-2-24 0,0-1-23 0,6-4-31 15,2-1-15-15,0-3-24 0,2-1 0 0,-2-4 2 16,1-1 11-16,-4-1 11 0,-3-2 7 0,-1-3 14 16,-2 0 21-16,-8 2 31 0,-2-3-5 0,2 0 13 15,-5-4 22-15,-3 0 16 0,2-3 11 0,-5-2 10 16,-3 1 8-16,0-6 11 0,-3-2 16 0,-3 7 6 0,-2 1 17 15,0 2 11-15,-1 0 9 0,-5 3 7 0,1 3 6 16,0 2-5-16,-3 4-2 0,0 1-7 16,-1 4-3-16,-6 4 2 0,-6 8-4 0,0 3-8 15,3 3-5-15,0 1-9 0,3-1-5 0,6-5-5 0,2 2 1 16,2 0-14-16,2 1-1 0,4-3-7 0,1-3 3 16,4 2-6-16,0-2 2 0,3-3-5 0,3 2-2 15,3-2-1-15,1-2-1 0,1-1-4 0,0-3-1 16,-1 1-2-16,2-5 3 0,1 2-6 15,-3-2 0-15,0-1-1 0,-1-2 0 0,2 0-2 0,-1-1 0 16,-1-2-1-16,-2 2 4 0,0-2-6 0,-1 2 2 16,0 0 0-16,-2 3-4 0,-1-3-3 0,-5 6 0 15,5-6-2-15,-5 6-24 0,6-1-5 0,-6 1-2 16,0 0-21-16,0 0-26 0,7 16-39 0,-7-8-51 16,1 3-57-16,-1 4-236 0,-1-4-501 0,-1 6 222 15</inkml:trace>
  <inkml:trace contextRef="#ctx0" brushRef="#br0" timeOffset="-205735.59">20973 7406 239 0,'6'-16'264'0,"5"-9"-7"16,-3 7 0-16,1-1-3 0,0 2-18 0,1 2 15 15,2 0-24-15,-2 1-13 0,-1 4-23 0,0 4-14 16,1-2-27-16,1 4-11 0,0 1-14 0,0 1-9 15,2 3-11-15,-3 1-13 0,2 3-8 0,-3 3-10 16,1-2-7-16,-4 5-6 0,3-2-26 0,-1 1-29 16,1 3-39-16,-1 2-48 0,-2-1-57 0,-2 3-66 15,2-4-86-15,-2-3-190 0,-3 0-519 0,2 1 231 16</inkml:trace>
  <inkml:trace contextRef="#ctx0" brushRef="#br0" timeOffset="-205006.89">21919 7358 1810 0,'-2'-12'94'0,"1"-1"-26"15,-1 0-8-15,1 1 3 0,1 1-1 0,0 1 15 16,0 1 4-16,0 9 5 0,-2-13-4 0,2 13 8 15,0-10-8-15,0 10-8 0,0-8-10 0,0 8-9 16,0 0-10-16,0 0-2 0,0 0-9 16,0 0 5-16,-5 21-10 0,3-10 0 0,2 1-1 0,-1 0-4 15,2 0-7-15,1 0 3 0,0 0-1 0,-1 0-4 16,4-2-3-16,0 0 7 0,1 0-5 0,3 1 1 16,-3-3 1-16,4-2 0 0,2 1-1 0,-2-5-3 15,3 2-1-15,-3-1-3 0,3-3 5 0,-3-2-1 16,2-1-1-16,-1 0 0 0,-1-2-8 0,0-2 2 15,2-2 4-15,-3 3 0 0,-1-3-3 0,2-1 0 16,-4-4 0-16,2 1-5 0,-3 0 2 0,0 2 0 16,0 2 0-16,-1 0 9 0,-3 3-7 0,2-1 1 15,-3 7-8-15,4-8-2 0,-4 8 2 0,0 0 3 16,0 0-6-16,0 0 5 0,0 0 0 0,11 17 2 16,-6-9 2-16,-1 3-4 0,0 0 3 0,2 3 0 15,2 1 0-15,1-1-2 0,0-4 1 0,1 3 6 16,5-2 3-16,-1-2-4 0,4-1-1 0,0-3 9 15,3-1-9-15,2-1 2 0,2-2-2 0,-3-2 12 16,-3-2-8-16,-1-1-4 0,0 0-3 0,-4-3 6 0,-1-1-5 16,-3-1 2-16,-1 2 3 0,-1-4-8 15,-3 0 3-15,-1-4 1 0,-2-2-1 0,-2 1-3 0,-2-4-1 16,-2 2 2-16,-3 1-2 0,-4-9-4 16,2 9-3-16,-1 1 8 0,0 1-2 0,-1 3-5 0,3 1 8 15,1 4-6-15,1-2 5 0,0 5-6 0,3-1-1 16,3 5 2-16,-7-4-4 0,7 4 3 0,0 0 0 15,0 0 2-15,0 0-3 0,0 0 1 0,0 0 11 16,8 21-4-16,2-15-5 0,5 2 1 0,5-2 1 16,1-2 3-16,7-1-1 0,4 1-4 0,-2-4 4 15,-2 0 3-15,0 0-5 0,1-3 9 0,-11 2-7 16,-4 1-2-16,-2-2-2 0,1 2 17 16,-7-1-9-16,-6 1 1 0,13 0-2 0,-4-1 13 0,-9 1-15 15,7 1 1-15,-7-1-4 0,6 3-1 0,-6-3 1 16,3 9 2-16,0-4-1 0,-3 4 2 0,1 4-1 15,-1 2 1-15,2 2-4 0,-2-1-10 0,-2 0-30 16,2 0-37-16,-1-4-40 0,0 5-58 0,1-5-64 16,0-1-248-16,-2 2-530 0,4-4 234 0</inkml:trace>
  <inkml:trace contextRef="#ctx0" brushRef="#br0" timeOffset="-204834.42">22565 7068 2603 0,'-10'-31'1'0,"1"5"-4"0,2 8 9 15,3 3-20-15,2 4-9 0,-1 1-40 0,0 4-34 16,3 6-13-16,2-9-12 0,-2 9-24 0,14-5-20 16,-3 6-145-16,8-1-338 0,0 0 150 0</inkml:trace>
  <inkml:trace contextRef="#ctx0" brushRef="#br0" timeOffset="-204607.17">23040 7032 75 0,'0'0'227'0,"0"0"-17"0,6 3 7 0,-6-3 19 16,0 15-7-16,0-2-5 0,0 3-10 0,1 11-8 15,-2 3-12-15,-2 1-12 0,3 2-17 0,-5-1-19 16,5 0-13-16,-1-1-9 0,1-3-15 0,1 1-10 0,0-1-6 15,-1-2 0-15,1 0-19 0,1-3-7 0,-2-4-14 16,2 2-15-16,0-6-30 0,-1 0-37 16,0 1-40-16,-1-3-25 0,0-3-30 0,0-1-26 15,0-9-29-15,-2 12-14 0,0-7-46 0,2-5-152 0,-10 2-421 16,10-2 187-16</inkml:trace>
  <inkml:trace contextRef="#ctx0" brushRef="#br0" timeOffset="-204210.69">22980 7377 207 0,'5'-10'190'0,"4"-5"-19"0,0 2-13 0,3 1-12 16,3-2-11-16,1 0-11 0,0 4-3 0,2-1-7 16,1 1-5-16,4-3-4 0,-5 5-1 0,1 0-5 15,-1 1-3-15,-3-1-4 0,2 2 2 0,-8-2-5 16,1 3 1-16,0-4-6 0,-1 2-1 0,-1 0-1 16,-1 2-2-16,-1-2-7 0,0 0-2 0,1 0-10 15,-4 1-4-15,3-2-11 0,-3 4 3 0,1-2-6 16,-4 6-4-16,7-7-5 0,-7 7-6 0,5-3-2 15,-5 3-8-15,0 0 0 0,6 13 9 0,-3-2 3 16,-1 7-4-16,-2 7 0 0,0 0 7 0,0 3-2 16,-1 0-1-16,2 1-5 0,-3-3 3 0,0-2-5 15,1-3 2-15,0-4 1 0,1 1-9 0,0-1-3 16,0-6-2-16,0 0 2 0,0-5-1 0,1 1 4 16,-1-7 0-16,1 10-2 0,-1-10 8 0,3 5-8 15,-3-5-3-15,0 0 2 0,0 0-3 0,22-15-1 16,-15 7 0-16,6-3-2 0,-1-2 1 0,1-1-2 15,0 3-4-15,-1 0 1 0,3-1 2 0,-6 5-1 16,2-2 3-16,-1 3-12 0,-4 3 4 0,-1 0 2 16,0 1-8-16,-5 2 3 0,0 0 3 0,17 5-3 15,-12 0 3-15,0 5-5 0,0-3-26 0,-1 5-24 16,1 4-33-16,2-1-48 0,-4 1-53 0,5-3-53 0,-1 2-253 16,-2-3-537-16,2-2 237 0</inkml:trace>
  <inkml:trace contextRef="#ctx0" brushRef="#br0" timeOffset="-203606.91">23783 7609 3683 0,'0'0'86'0,"0"0"-9"0,0 0-51 0,0 0 6 16,-4-27-20-16,8 15-3 0,0 1-1 0,3-6-6 16,1 3 13-16,2-1 9 0,-1-3 23 0,3 1 8 15,-1-6-6-15,6 3-3 0,-3-1-8 0,1 0 0 16,1-1-5-16,0 0-3 0,1 1-8 0,-2-1 3 16,1-3-5-16,-1 2-1 0,-2-1-7 0,1-4 6 15,-3 4-7-15,1 1 0 0,-1-2-5 0,-6 8-4 16,-1 0 2-16,0 1 4 0,-1 5 1 0,-2 5-11 15,0-2-9-15,0 3 21 0,-1 5-18 0,-1-10-1 16,1 10-11-16,-6-6 9 0,6 6 1 0,-18 8 0 16,1 1-5-16,-8 4 1 0,0 5-2 0,2-1-6 0,-2 3-4 15,3-1-16-15,5 2-4 0,2 2-7 16,10-6-2-16,4 3-4 0,6-1 6 0,3 6 1 16,8-1 12-16,6-2-7 0,2 0 1 0,4-3 4 15,0 0 0-15,-1-2 6 0,1-2 4 0,-4 2-1 0,-7-7 4 16,-2 0 5-16,0 0-2 0,-5-1 3 0,-3-3 3 15,-1-1 0-15,-1 0 5 0,-1 1 0 0,-1-1 2 16,-3-5 3-16,2 8 2 0,-2-8 2 0,0 0-3 16,-11 11-16-16,2-8-24 0,-2 1-39 0,-1-3-42 15,0 2-52-15,0-5-41 0,1 2-231 16,0-2-491-16,4-2 218 0</inkml:trace>
  <inkml:trace contextRef="#ctx0" brushRef="#br0" timeOffset="-203374.3">24265 7055 165 0,'1'-17'291'0,"-1"1"-12"0,0 6-2 0,1 0-18 15,-1 3-20-15,0 7-28 0,0-10-26 0,0 10-16 16,0 0-16-16,0 0-5 0,0 0-4 0,4 39 1 16,-3-12-8-16,1 5-9 0,-2-1-6 0,1 5-11 15,-2 0-3-15,1-4-8 0,0 1-10 0,0-1-8 16,0-1-6-16,0 0-10 0,-2-3-4 0,4-1-11 15,-2 0-3-15,-2-8 7 0,2 0-29 0,0 1-36 16,2-1-37-16,-4-3-40 0,4 0-45 0,-4-4-51 16,1 1-38-16,1-2-45 0,-5-1-232 0,2-2-538 15,-1-6 239-15</inkml:trace>
  <inkml:trace contextRef="#ctx0" brushRef="#br0" timeOffset="-202967.4">24150 7365 2307 0,'1'-8'70'0,"2"-1"-58"0,-2 2-18 16,5-1-8-16,-1 2 2 0,7-2-1 0,4-1 6 16,2-1-2-16,9 3 2 0,1 0 0 0,0 1 4 15,0 2-1-15,0 1 0 0,-7 0 1 0,9 0-1 0,-10 0 2 16,2 0 0-16,-2 3-1 0,-1-1 3 16,-6-2 0-16,0 2 0 0,-2 0 5 0,-3 0 11 15,2 1 6-15,-10 0 6 0,12 0 2 0,-12 0 2 16,0 0 1-16,6 2-4 0,-6-2 3 0,0 0 6 0,-6 15 5 15,-3-6 8-15,0 0-3 0,-4 2-2 0,0 7-1 16,1-7-8-16,0 3 5 0,3-3-11 16,-1 0-3-16,3-2-2 0,4 0 0 0,0 1-6 15,0-1 6-15,3 0-10 0,0-1 0 0,0-8 0 0,7 12 1 16,-2-6-3-16,0-1 2 0,5-2-2 0,0 2-1 16,2-1-2-16,7-4 0 0,-9 0 2 0,2 0-2 15,-2-5-1-15,-1 2 0 0,2-1 1 16,-1 0 0-16,-3-3 0 0,0-1-2 0,3 0-2 15,-3-1-1-15,-1-1 0 0,1 4-2 0,0-2-3 0,-2 3 3 16,-3-1 1-16,-2 6 6 0,7-4-12 0,-7 4-1 16,4-4-4-16,-4 4 3 0,0 0-2 0,0 0-9 15,3 17-22-15,-3-10-41 0,-1 2-37 0,1 2-41 16,-2 2-34-16,2 4-52 0,-3-2-168 0,2-3-444 16,3-2 197-16</inkml:trace>
  <inkml:trace contextRef="#ctx0" brushRef="#br0" timeOffset="-202756.78">24766 7479 145 0,'1'-12'226'0,"0"2"-6"0,2-5-8 15,-2-2-1-15,4 3-3 0,0-2-6 0,3-1-12 16,-2 6-6-16,2-5-8 0,1 7-19 0,-1 0-13 16,2 1-16-16,1 0-12 0,-2 2-10 0,2 4-14 15,1 1-13-15,0 1-6 0,-1 3-8 0,2 3-6 16,-1-1-7-16,-2 2-3 0,-1 3-6 0,1 3-12 15,-3-2-29-15,1 3-32 0,0 1-33 0,-5-1-34 16,0-1-34-16,0 0-35 0,2-3-28 0,1 0-45 16,-3-1-136-16,2 0-407 0,0-2 180 0</inkml:trace>
  <inkml:trace contextRef="#ctx0" brushRef="#br0" timeOffset="-202345.34">25260 7397 118 0,'8'-17'199'0,"-1"0"6"0,0 1 3 15,-5-2 6-15,1 4 11 0,-3 1-2 0,0 0-13 16,-1 2 1-16,-1 1-11 0,0 3-18 0,-3 2-19 0,1 1-13 16,4 4-14-16,-16-5-15 0,3 10-9 15,-5 0-15-15,-1 5 2 0,2 1-5 0,-6 2-16 16,0 2-5-16,8-1-7 0,-1 1-10 0,7-2-3 16,0 0-3-16,3 0-6 0,2 2-2 0,0-4-12 0,4 0-7 15,2 1-9-15,6 0-7 0,-4-3-11 16,5-3-7-16,3 4-11 0,-1-9-7 0,2 5-9 15,1-6 0-15,-1 0 5 0,1-2 0 0,-3-2 1 16,0 0 6-16,0-4 1 0,2-2 4 0,-4-2 4 16,1-2 4-16,-3-4-2 0,-1-1-1 0,-1-6 5 0,2-3 2 15,-3 0 2-15,-1-2 4 0,-2 1 8 0,2-2 4 16,1 0-2-16,-4 2 6 0,2-1 9 16,-2 3 22-16,2 2-13 0,-1 4 6 0,3 4 11 15,-4 2 9-15,0 4 7 0,0 4 1 0,2 0-3 0,-2 7-21 16,-2-10-11-16,2 10 1 0,0 0 5 0,0 0-11 15,0 0-12-15,6 37 8 0,-10-14-7 0,2 9 5 16,-2 0 15-16,3 0-23 0,-2 2 1 16,2 0 3-16,-3-1-7 0,6-4-3 0,-2 3-19 0,-2-5-35 15,2 1-35-15,4-2-59 0,-4 0-64 0,4-7-58 16,1-3-65-16,-1 1-169 0,1-6-538 0,2-4 238 16</inkml:trace>
  <inkml:trace contextRef="#ctx0" brushRef="#br0" timeOffset="-202131.66">25765 7302 2873 0,'11'-16'111'0,"-5"1"-2"15,3 1-1-15,-4 4-9 0,-2 2-1 0,1 1-8 16,-1 3-5-16,-3 4-12 0,6-7-20 0,-6 7-5 16,2-4-8-16,-2 4 0 0,0 0-8 0,0 0 0 15,5 21-1-15,-3-5-1 0,-2 0-1 0,0 1-9 16,-2 4 8-16,2-2-4 0,0 1 2 0,-1 0-10 15,-1 5-3-15,2-7-33 0,-4-1-31 0,2 1-41 16,-1-2-47-16,1 0-50 0,-2-4-58 0,2 2-54 16,-1-3-211-16,-4-3-554 0,7-8 245 0</inkml:trace>
  <inkml:trace contextRef="#ctx0" brushRef="#br0" timeOffset="-201965.55">25830 6874 49 0,'0'-4'161'15,"0"4"-33"-15,2-6-11 0,-2 6-32 0,0 0-25 16,5 21-38-16,1-5-25 0,-1 8-43 0,-1 8-50 16,2 2-103-16,2-1 45 0</inkml:trace>
  <inkml:trace contextRef="#ctx0" brushRef="#br0" timeOffset="-201735.43">25975 7387 2136 0,'4'4'152'0,"-2"-2"-90"0,-2-2-28 0,6 3-11 0,-6-3-3 16,0 0 5-16,0 0 40 0,0 0 9 15,9-11-2-15,-7 3 21 0,0-1-6 0,1-2 1 16,1 0 2-16,3-7-3 0,-2 1-10 0,6-7 4 0,3 4-5 16,1-1-9-16,-1 7-5 0,-1-1-1 15,0 4-11-15,-1 5 0 0,-1 1-6 0,1 3-4 0,1 2-6 16,0 6 0-16,-2-2-6 0,5 7 6 15,-4 2 4-15,1 5 4 0,5 2 10 0,-7 2-19 0,-5-3 1 16,4 3-4-16,-3-3-1 0,-1-1 8 0,-4 0-33 16,3-1-31-16,-1 0-50 0,-2 1-64 0,1-4-61 15,0-2-73-15,-1-1-296 0,-2-2-618 0,0-9 273 16</inkml:trace>
  <inkml:trace contextRef="#ctx0" brushRef="#br0" timeOffset="-200998.64">27218 7588 290 0,'4'-11'275'0,"1"-2"-24"0,6-2-18 0,-2 1-13 16,7-11-2-16,-2 1-24 0,1-1-14 0,-1-1-12 15,-1-2-18-15,3 1-18 0,-3-3-5 0,0-1-12 16,-3 1-10-16,1 1-12 0,-3-3-12 0,-2-1-8 16,-2 5-7-16,0 2-1 0,-3 6-7 0,-2 1-5 15,-1 1-4-15,0 1 1 0,0 6-8 0,0 1 1 16,-1 2-4-16,1 2-10 0,0-1-1 0,2 7-1 0,-9-7-4 16,5 3-3-16,4 4 3 0,-10-3-12 15,10 3-1-15,-9-1-4 0,9 1 0 0,0 0-5 16,-9 6-2-16,9-6-3 0,0 9 2 0,0-9-3 15,11 15 2-15,-1-6-1 0,7-1 1 0,2 0-7 0,8 2 7 16,2 1-2-16,-2-7 1 0,-1 2-4 16,-8 0 4-16,-1 0-8 0,-4-2 3 0,0 1 20 15,-3 1-5-15,-4 2-1 0,2 2-1 0,-3 0 2 0,-1 8 4 16,-1-1-5-16,-3 2-1 0,0-1 5 0,-2 1-1 16,2 0-3-16,-3-1-2 0,1 2 0 0,0-2 3 15,2 0-3-15,2-2-1 0,0 1 0 0,3-5 1 16,0-1 3-16,6 2 3 0,0-2-1 0,5-1-3 15,4 0 5-15,7-3-5 0,1-2 3 0,2-2-5 16,-1-1 3-16,0-5-2 0,-1 1-3 0,-1-3 5 16,-9-2 1-16,0 0-1 0,-3-2-3 0,-2-4-2 15,-1 0-7-15,-2-3-2 0,0-1 3 0,-10 0-4 16,7-9-1-16,-6 6 6 0,0 2-4 0,-3-1-2 16,-2 5 5-16,-3-4-3 0,3 9 3 0,-1-1 4 15,-2 3-6-15,0 1 2 0,0 3-3 0,-4 3 3 16,-1 3-1-16,0 4-2 0,-3 3 2 0,-1 2 0 15,2 5 1-15,3-1-1 0,2 0 2 0,2 3-6 16,4 1-14-16,1-1-28 0,4 4-43 0,5-4-51 16,0 0-49-16,13-1-53 0,-5 2-210 0,2-9-496 15,7 1 220-15</inkml:trace>
  <inkml:trace contextRef="#ctx0" brushRef="#br0" timeOffset="-200263.72">28130 7348 2170 0,'-2'-26'79'0,"1"-1"-60"0,1 9 13 16,0-3 6-16,2 3 7 0,-1 5 24 0,1 3 18 16,-2-2 9-16,0 5-6 0,3-2-10 0,-3 9-9 15,2-7-8-15,-2 7-9 0,0 0-6 0,0 0-5 16,13 15-1-16,-6 0 1 0,3 10-1 0,-2-2-8 16,0 1 1-16,-3 2 0 0,5-1-3 0,-4-1-1 15,-2-5 4-15,1-2-11 0,3 3-1 0,-2-2 2 16,0-4-5-16,-1 2-2 0,-1-7 1 0,-1 3-2 15,1-4-1-15,0-2-4 0,0 1 10 0,-4-7-5 16,2 6 9-16,-2-6 14 0,4 5 7 0,-4-5 3 16,0 0-2-16,0 0-8 0,13-8-6 0,-3 1-3 15,0-2 1-15,1-4 0 0,3 0-6 0,-1-3-4 16,3-3 0-16,1-4-13 0,-2-1 4 0,-2 0-6 16,3-3 5-16,-3 0-7 0,-2-1 0 0,1-1-4 15,-3 4 4-15,-1-1 1 0,-4 9-4 0,2-2-4 16,-6 4-1-16,0-1 7 0,0 4-1 0,0 1 0 0,-3 4 4 15,1-2-6-15,-2 5 9 0,-1-4-5 0,5 8-12 16,-10-7-1-16,-3 7 5 0,3 0-1 16,-3 6 0-16,-4 0-1 0,6-1-7 0,-2 0 10 15,2 4-4-15,3-2-1 0,-3-2 7 0,7 4-14 0,0 0-3 16,4 0-12-16,0 0 1 0,4 1 0 0,2-1-6 16,4-1-13-16,3-1-6 0,7 1-7 15,0-1-6-15,0-3-7 0,2-1-2 0,-3-1 10 0,1 0-9 16,-2-2 4-16,-2 0 5 0,-2 0 0 15,-4-2 2-15,0 0 6 0,-1 1 3 0,-3-2 4 0,1 0 0 16,1-4 4-16,-5 2 6 0,5 1 4 0,-4 1 4 16,2 0 5-16,-6 3 3 0,7-10 13 15,-3 6 3-15,-4 4 11 0,6-7 17 0,-2 2 11 16,-4 5 9-16,5-8 4 0,-5 8 7 0,4-5 0 16,-4 5 2-16,2-7 7 0,-2 7-7 0,0 0-2 0,0 0 0 15,4-6-2-15,-4 6-5 0,0 0-5 0,0 0 1 16,0 0-5-16,0 0-2 0,0 0-6 0,3-6-1 15,-3 6-4-15,0 0-2 0,0 0-4 0,0 0 1 16,0 0-6-16,0 0 2 0,0 0-6 0,0 0 5 16,0 0-7-16,0 0 2 0,0 0-3 0,0 0-1 15,0 0 0-15,0 0 5 0,0 0-3 0,0 0-4 16,0 0-1-16,0 0-2 0,0 0 7 16,0 0-1-16,0 0-6 0,0 0 3 0,0 0-1 15,0 0 7-15,0 0-8 0,0 0 1 0,0 0 1 0,0 0-3 16,0 0-19-16,0 0-20 0,0 0-11 0,0 0-21 15,0 0-28-15,0 0-25 0,0 0-26 0,0 0-22 16,0 0-36-16,0 0-48 0,-2 22-160 16,2-22-454-16,0 0 201 0</inkml:trace>
  <inkml:trace contextRef="#ctx0" brushRef="#br0" timeOffset="-199227.57">28570 7429 162 0,'0'0'272'0,"0"0"-17"0,0 0-13 16,0 0-16-16,0 0-22 0,7-29-16 0,0 20-12 16,-1-1-18-16,5 2-14 0,-1-4-14 0,1-1-10 15,6 0-13-15,-4-1-10 0,2-1-5 0,-2 2-2 16,1-2-9-16,-1 2-5 0,-3-2-5 0,0-3-6 15,-1 5-1-15,-4 2-4 0,-1 2 5 0,1-1 6 16,-2 1 4-16,-2 0-9 0,-1 2 0 0,0 7-13 16,-3-13-6-16,3 13-2 0,-6-11-9 0,2 7-3 15,4 4-4-15,-9-5-4 0,9 5-5 0,-19 4-6 16,8 1 3-16,-6 4-5 0,2 1-3 0,-2 2 0 16,4 3-2-16,0-2-4 0,3 1-4 0,0-2 5 15,4 4 1-15,-2-2-3 0,7-2 2 0,-3 0 3 16,6 2-2-16,1-1 2 0,2 1 0 0,1-3-1 0,3 3 0 15,3-4 0-15,1 3 2 0,1-4 1 16,4 0-3-16,-3-2 2 0,4 0 1 0,3-1 0 0,-3-1-4 16,4-2 7-16,-4-2-3 0,-2 1-2 15,1-2-3-15,-7-2 0 0,1 1 2 0,1-3 4 0,-4-1-9 16,-2-3-7-16,3 1-8 0,-2-3 3 0,0-3-4 16,-1 0 1-16,-3-3 2 0,-1-1 4 15,-1-4-8-15,-2-3 4 0,0-2-1 0,-2 5 2 0,-2 2 2 16,0 1 4-16,-2 0 10 0,-1 3 3 0,1-1-3 15,2 5 8-15,-1 4 3 0,1-3-1 0,-1 4 4 16,3 2-3-16,2 4 2 0,-5-12-2 0,5 12-5 16,-2-6-7-16,2 6 1 0,-1-8 0 0,1 8-6 15,0 0 2-15,9-2-1 0,2-1-2 0,2 4 0 16,6-1-1-16,-1 2-3 0,4-1 5 16,-2 0 0-16,-6 3-6 0,0-1 4 0,-2-2 0 0,-3 2-1 15,1 0 2-15,-4 3-5 0,1-2-4 0,-1 4 1 16,-2 2 1-16,-2 0 1 0,1 6 0 0,-3 1 9 15,-5 1-1-15,3 0 9 0,-1 0-9 0,-1-1 0 16,-1 0 6-16,1-2-4 0,2 1 1 0,0-3-1 16,-2 0 4-16,4-2 0 0,2 0-5 0,-1 0 1 15,-1-3 2-15,3 2 1 0,2-3-1 0,1 0 0 16,1-1 4-16,0-1 2 0,3-1 3 0,2-2-5 16,-1-2 1-16,3-1-1 0,-2-2-1 0,2-2 0 15,-2-1 1-15,0 0-7 0,1-4-6 0,1-2-7 16,-2-4 4-16,-3 1-13 0,1-3 2 0,0-5 3 15,-2-2 0-15,-1 1-5 0,0 7 2 0,-2 0 2 16,-4 1 4-16,0 4 0 0,1 4 4 0,-1 1-3 16,2 0-4-16,-3 7-1 0,2-8 0 0,-2 8-2 15,0 0 5-15,0 0-1 0,0 0 4 0,-9 32-6 16,4-7 5-16,-1-2 1 0,-1 3 4 0,2-7-2 16,-4 4 3-16,4-2 1 0,0-3-1 0,-3 7 3 15,3-5 3-15,0-5-3 0,0 0 0 0,1 2 3 16,-1-6 0-16,3 2-4 0,-2-4 0 0,0 1-16 15,3-3-8-15,-2-3-3 0,3-4 1 0,-3 10 0 16,3-10-1-16,0 0 6 0,0 0 3 0,4 9-1 16,-4-9-2-16,0 0-3 0,22-6 0 0,-11-1-2 15,6 0 1-15,0-3-6 0,2-1-6 0,3-3-3 16,1-3 0-16,-7 4-1 0,2-7 7 0,1 1-1 0,-1-2 3 16,-1-1 3-16,-3-1 13 0,0 0-2 0,-2 3 2 15,-2 1 5-15,-3 3 13 0,-3 0 11 16,0 6 12-16,-1 1 13 0,-2 3 9 0,1-1 4 15,1 3-2-15,-3 4-13 0,0 0 1 0,0 0-4 16,0 0 1-16,0 0 2 0,-18 11-2 0,5 1-1 0,2 1 2 16,3 3-8-16,2-1-9 0,-2 3-20 0,3-2-30 15,1 2-50-15,5-1-67 0,5-2-59 0,4 2-252 16,1-4-502-16,13 0 223 0</inkml:trace>
  <inkml:trace contextRef="#ctx0" brushRef="#br0" timeOffset="-198815.81">29851 6979 313 0,'2'-9'320'0,"1"0"-24"0,-3 9-28 0,0-11-30 16,1 6-29-16,-1 5-23 0,0 0-16 0,0 0-19 15,14 16-10-15,-8 1-12 0,1 8-9 16,-1 3-8-16,2 1-15 0,-4 3-5 0,1 1-11 15,-1-4-6-15,-2 1-4 0,2-4-7 0,-3 0-8 0,3-1-4 16,-3-8-2-16,-1-6-5 0,0 3-5 0,2-4-1 16,-4-3-2-16,4 0 10 0,-2-7 3 0,-4 10 13 15,4-10 1-15,-4 8-3 0,4-8 11 16,0 0-11-16,0 0-5 0,0 0-4 0,0 0-1 0,0 0-6 16,0 0-10-16,-10-18-3 0,11 8 0 0,2-1-13 15,2 0-2-15,4-4-18 0,3 3 2 0,4 0-7 16,0 3-2-16,5 3-3 0,-3 2 5 0,3 3-10 15,-1 2 10-15,-4 4-7 0,2 0-1 0,-4 4-1 16,-4 0 6-16,1 3 3 0,-2 0-4 0,-3 1 1 16,0 2 0-16,-4-4 3 0,-2 3 2 0,-3-4 0 15,-3 3 0-15,-1-4 2 0,-3 7 3 0,-4-6-3 16,3 1 5-16,-4 0-7 0,0-5-17 0,1 1-32 16,-4-1-41-16,0-5-51 0,3 2-54 15,2-3-50-15,-1 0-50 0,3-1-200 0,2-4-539 0,4 1 239 16</inkml:trace>
  <inkml:trace contextRef="#ctx0" brushRef="#br0" timeOffset="-198638.53">30288 7159 137 0,'6'-6'311'0,"-1"4"-30"0,0-2-31 0,-5 4-24 16,7-4-24-16,-7 4-21 0,0 0-18 0,0 0-10 15,0 0-2-15,6 20-10 0,-7-9-15 0,0 7-10 16,-1-2-12-16,2 3-10 0,-2 1-8 0,-1-3-7 15,2 8-24-15,0-8-37 0,-1 2-49 0,1-3-65 16,-2 1-62-16,3-5-62 0,-2 0-176 0,0-4-427 16,2-8 190-16</inkml:trace>
  <inkml:trace contextRef="#ctx0" brushRef="#br0" timeOffset="-198481.14">30332 7002 2517 0,'-2'-17'111'0,"-2"1"-39"16,-4 0-33-16,5 5-21 0,-1 1-11 0,1 0-12 16,2 4-29-16,1 6-20 0,-7-6-10 0,7 6-12 15,0 0-43-15,-9 15-47 0,6-5-209 0,-1 0-406 16,5 6 181-16</inkml:trace>
  <inkml:trace contextRef="#ctx0" brushRef="#br0" timeOffset="-197668.88">30614 7159 185 0,'0'0'266'0,"-18"-19"-1"0,18 19-10 15,-11 0-13-15,11 0-17 0,-15 7-6 0,5-1-12 16,-8 4-8-16,0 1-17 0,-5 7-12 0,4-2-18 16,-2 1-15-16,9-1-14 0,-1-3-11 0,4 1-12 15,2 0-9-15,4 3-8 0,0-7-5 0,2 3 1 16,3 0-18-16,2-2-3 0,1-3-8 0,2 1-6 15,-1-1-13-15,4-2-9 0,-1 0-4 0,-1 0-1 16,5-4-6-16,0-2 0 0,-3-1 1 0,1 0-3 16,0-6 4-16,0 2-1 0,-1-2-1 0,-1-2 0 15,-1-1-7-15,-1 0 1 0,1-6 3 0,-3 5-4 16,0-6 5-16,4 0-5 0,-2 2 2 0,-6 2 0 16,0 2 7-16,2-1 5 0,1 4 10 0,-3 1-4 15,-1 7 0-15,3-11-5 0,-3 11-2 0,1-4-6 16,-1 4-4-16,0 0-2 0,0 0-3 0,0 0 7 15,0 0 3-15,1 26-2 0,-2-15 3 0,1 0 4 16,-3 6-4-16,3-5 1 0,2-2 1 0,-1 3-4 0,-1-3 6 16,2 2-4-16,2-2 4 0,4 1-3 15,1-2 3-15,1 0-4 0,3-2 6 0,2 0-6 16,3-3 10-16,0 1-3 0,4-3-3 0,-1-1-8 16,-3-2 9-16,1 1-4 0,-1-4 0 0,0-3 3 0,0 1-6 15,-5-1 0-15,0-4 2 0,-1 0-3 16,0-1-8-16,-2-5 5 0,-1 0-8 0,1-8 2 15,-3 8-7-15,2-9-11 0,-4 9 3 0,-1-2-3 16,-2 4-1-16,-1 2 2 0,2 3 3 0,-3 0 1 16,1 3 1-16,1 1 0 0,-2 6-6 0,0 0 1 0,0-10-4 15,0 10 0-15,0 0 0 0,0 0 6 16,0 0 2-16,-9 32 3 0,2-17 1 0,3 6 0 16,-1-2-1-16,0 0 4 0,3 2-1 0,-1-5 1 15,1 4 7-15,-1-1-7 0,3 0 0 0,-3-1 1 0,3-4-1 16,2 0 1-16,-2-5 6 0,1 4 13 0,-1-4-20 15,0-1-3-15,0-8-1 0,0 11-5 16,1-6-7-16,-1-5 0 0,0 0-1 0,0 0 2 0,-1 11 4 16,1-11 0-16,0 0-26 0,0 0-13 15,0 0 5-15,0 0 2 0,0 0 5 0,0 0 9 0,0 0 0 16,19-21 3-16,-11 14 5 0,6-3-2 0,2-1-13 16,0-1 3-16,2 2 2 0,6-4 3 0,-1 0 10 15,-4 3 3-15,4-6 6 0,-5 8 3 16,-1-3 14-16,-3 2 12 0,-2-3 2 0,1 0 0 15,-3 5 16-15,-2-3 3 0,0 2 1 0,0-1 2 0,-3 1 17 16,0 1-3-16,-3 2 9 0,1 1 8 0,-3 5-5 16,2-7-17-16,-2 7-6 0,0 0-10 0,0 0-4 15,0 0-3-15,0 0-5 0,0 0 2 16,-23 19-5-16,12-6 2 0,-4 0-3 0,3 2-4 16,-1-2 3-16,4 1-8 0,2-2-29 0,1-3-33 0,3 4-35 15,0 0-34-15,3-1-34 0,4-1-36 0,1 0-37 16,9-1-30-16,4-2-24 0,2-1-169 0,6-1-490 15,5-2 217-15</inkml:trace>
  <inkml:trace contextRef="#ctx0" brushRef="#br0" timeOffset="-197285.02">31491 7306 54 0,'11'-13'144'0,"-1"-2"-2"0,-4-2 30 16,2 10 21-16,-4-6 1 0,-2 4-6 0,0-1 6 16,-1 3 0-16,0 0-8 0,-1 7-16 0,0 0-9 15,-6-12-19-15,1 9-10 0,5 3-14 16,-23 6-2-16,5 0 2 0,2 2-12 0,-4 2-9 15,0 1-10-15,3 0-8 0,0 0-9 0,3 1-10 0,0-2-3 16,5-1-6-16,4 3-8 0,1-2-8 0,0 2 13 16,3 0-16-16,2-2-1 0,1-3-6 0,4 3-7 15,3-3-1-15,4-3-1 0,5 2-20 16,-2-3 0-16,-1-3-4 0,4 0 1 0,0-2 2 0,-1-2 0 16,0-2 2-16,0-1 1 0,-2-2-1 0,-2-4 6 15,0-3-3-15,0-5-2 0,-1-1 4 0,-3-3-3 16,-1-2 0-16,-2-1 1 0,3-2 2 0,-4-2 0 15,-1-3-2-15,2 1 7 0,-1 0 3 0,2 1 14 16,-3 3 13-16,0 2 4 0,-2 9 20 0,1 3 15 16,-3 3 12-16,0 3 12 0,0 2-25 0,-1 8-8 15,3-11-17-15,-3 5-15 0,0 6-9 0,0 0 7 16,0 0-18-16,-5 34 7 0,1-7-3 0,-1 6 12 16,-3 2-14-16,-1 10 3 0,2 2 1 0,-1-15 11 15,0 5-18-15,3-4-4 0,1 0-17 0,-1 0-32 16,4-3-32-16,-2-1-42 0,1-2-56 0,-1-2-70 15,3-8-59-15,-4 0-278 0,3-5-622 0,-2 0 276 16</inkml:trace>
  <inkml:trace contextRef="#ctx0" brushRef="#br0" timeOffset="-195463.55">7555 8278 110 0,'-4'-5'190'0,"4"5"-3"16,-11-9-19-16,4 6-8 0,-5 0-1 0,0 2-10 15,-1 3-8-15,-2 3-15 0,-5 3-2 0,-6 6-8 16,5 3-6-16,-2 5-10 0,-1 3 0 15,-4 12-5-15,5 5-2 0,1 0-9 0,6-12-7 0,2 4-7 16,2-2-7-16,5 1-5 0,1-2-4 0,5-4-5 16,1 0-5-16,3-7-6 0,2-1 0 15,5-2-5-15,-1-1-2 0,5-2-5 0,4-4 3 16,1-3-6-16,8 1-4 0,4-4-3 0,1-1-11 0,-2-6-7 16,7-2-7-16,-4 0-8 0,2-3 3 15,-2-1-5-15,-2-4-4 0,-4 3-1 0,-1-2 2 16,-4-1-1-16,-3 2-1 0,-2-2 0 0,-4 2 2 0,1-1 4 15,-3-3 3-15,0 1-1 0,-5-2 4 0,2-2 1 16,-5 2-2-16,1-1 3 0,1-2-4 0,-3-1 3 16,-1 2 3-16,0-10-1 0,2 12 6 15,-2 0 3-15,1 3-2 0,-1-3 3 0,-1 5 10 0,1 3 3 16,-1 1 3-16,0 7 2 0,0-13 11 0,0 13-1 16,1-7 3-16,-1 7 2 0,0 0 1 0,-1-10-2 15,1 10-1-15,0 0-1 0,0 0 1 0,0 0-3 16,-1-9-3-16,1 9 2 0,0 0-1 0,0 0-2 15,0 0-2-15,0 0 1 0,0 0-1 0,0 0-7 16,0 0-2-16,0 0 3 0,0 0-5 0,0 0-4 16,0 0 0-16,0 0 4 0,0 0-9 0,0 0-1 15,0 0 0-15,0 0 3 0,-1 29 8 0,-1-11 4 16,0 7 0-16,-1 1 0 0,2-2 2 0,-3 2-2 0,0 1 3 16,1-3 0-16,2-5-1 0,0-2-7 15,1 2 5-15,0-3-2 0,0-1 2 0,2-3-4 16,1-1 1-16,0 0-3 0,0-1 0 0,4-1-1 15,-1 0 0-15,1-4-1 0,-1 1 2 0,2 0 0 0,-2-5-6 16,6 2 1-16,-3-3 5 0,1 0-2 16,1-1 0-16,0-1-1 0,-1-2-4 0,1-3 5 15,-2 1 1-15,-1 0-4 0,3-3 4 0,-4-2-7 16,0-1 0-16,0 2-6 0,-2-7-4 0,0-2-9 16,0 4 0-16,-2-2 4 0,-1-2-3 0,-3 2-1 0,0-2 7 15,-5-1-1-15,4 5 1 0,-4-1 9 0,1 6-8 16,-1 0-1-16,3 2 0 0,-4-1 4 15,1 3 0-15,-1-2-1 0,1 5 1 0,1-2-2 16,0 0 2-16,5 5 2 0,-10-5-3 0,6 1 1 0,4 4-1 16,-4-6-5-16,4 6-3 0,0 0-6 0,-5-4 12 15,5 4-6-15,0 0 2 0,0 0-1 0,25-1 6 16,-8 1-4-16,-3 2 0 0,5-1 2 16,2 0 0-16,-1 1-2 0,-1 4 4 0,0 2-5 0,-1 4 7 15,-2-3-1-15,-1 6 3 0,-2-1-2 0,-2 0 2 16,1 1-1-16,-5 1 5 0,0 2 1 0,-1-3 4 15,1 2-8-15,-4 1 8 0,0-1 2 0,-2-2 0 16,1-1-1-16,-2-2 3 0,1-2-3 0,-4 1 2 16,2-1 5-16,0-2 1 0,-2-1-1 0,3-7 3 15,-5 11 9-15,0-7-4 0,5-4-2 0,-6 3 1 16,6-3 0-16,-9 0-4 0,9 0 2 0,0 0-2 16,-9-9-5-16,6 3 2 0,3-5-6 0,0-1 4 15,3-5-8-15,0 1-3 0,1-2-4 0,3-5 0 16,3-1-5-16,-1 6 4 0,4-5-6 0,-2 7 2 15,1 1 2-15,1 4-2 0,-5 5-1 0,0 0 0 16,1 2-3-16,-3 2 2 0,-6 2 0 0,16 0 0 16,-9 6 3-16,2 2 1 0,1 0 2 0,0 2-5 15,0 3-1-15,1 3-17 0,-4 0-22 0,2 7-36 16,-3-5-52-16,0 1-44 0,2-2-38 0,-2-1-230 16,-2 1-487-16,1-2 216 0</inkml:trace>
  <inkml:trace contextRef="#ctx0" brushRef="#br0" timeOffset="-194863.54">8613 8510 59 0,'-6'-13'258'16,"-4"0"-18"-16,2 3-1 0,0 5-5 0,-1-4-13 15,0 4-19-15,0 4-16 0,-1 2-20 0,-1 5-15 16,-1 1-15-16,-3 6-13 0,-2 5-13 0,-1 5-6 15,4 3-10-15,-1-4-10 0,6-5-12 0,-2 0-6 16,7 1-4-16,0-1-7 0,1-2-8 0,3-4-4 16,0 1-4-16,3-2-1 0,1 2-4 0,3-5-4 15,1 1 6-15,2-4-12 0,2 0-10 0,1-3-3 0,3-3-8 16,0 0 2-16,1-3-4 0,1-4-1 16,0-1-1-16,-2 1 0 0,-1-4 0 0,-2-2 7 15,1-2-9-15,-5-2 1 0,2-6 2 0,-1-1-2 16,-3-3 0-16,-2 0-1 0,0-1 2 0,-5-1 1 0,1 0-1 15,-1 0 1-15,0-1-1 0,-4-4-1 0,-1 2 2 16,1 3 2-16,-1 3 4 0,0 2 9 16,0 6 25-16,3 4 5 0,-2 1 3 0,0 4-4 15,1 1 0-15,1 3-7 0,0 1-7 0,2 6-7 0,0 0-7 16,0 0 0-16,0 0-2 0,0 0 0 0,-5 30-3 16,5-1-2-16,-3 6-1 0,3 12 8 0,-3 3-9 15,3-1 1-15,0-14 2 0,3 10 3 16,-2-10-10-16,5-5 4 0,2-2-2 0,0-1-1 15,1-2 2-15,-1-8-2 0,1 1-2 0,3-5 4 0,-1-1-2 16,0-1 5-16,-2-4-4 0,3 0 4 0,3 0-3 16,-3-2 1-16,0-2-2 0,2-3 0 0,-3-1-3 15,1-2-2-15,6-3-4 0,-8-2 3 16,1 3 0-16,0-9 1 0,-1 3 2 0,1-2-5 0,-3-3-2 16,0 1-5-16,-2-2 3 0,-1 1-3 0,0 5 2 15,-1-1 0-15,-3 1 2 0,2 0 3 0,-3 4 3 16,0 7 1-16,-1-13 1 0,1 13-5 0,0-7-2 15,0 7 2-15,0 0-3 0,0 0 3 16,0 0 0-16,0 0-5 0,0 0-18 0,-3 33-35 0,3-21-32 16,1-1-41-16,1 2-51 0,2-1-46 0,1-1-52 15,-4 1-157-15,3-2-474 0,0-2 209 0</inkml:trace>
  <inkml:trace contextRef="#ctx0" brushRef="#br0" timeOffset="-194684.96">8810 8241 2622 0,'-12'-15'16'16,"2"4"-5"-16,3 2-25 0,0 0-54 0,2 4-41 16,1 3-18-16,4 2 19 0,0 0 9 0,0 0-9 15,0 0-23-15,0 0-31 0,0 0-126 0,0 0-311 16,13 24 139-16</inkml:trace>
  <inkml:trace contextRef="#ctx0" brushRef="#br0" timeOffset="-194411.22">9063 8187 278 0,'-2'-9'271'0,"2"9"-12"16,0 0-20-16,0 0-19 0,-2-10-23 0,2 10-21 15,0 0-21-15,0 0-19 0,0 0 2 0,0 0 9 16,3 35-11-16,-2-16-4 0,2 8-12 0,-3 2-2 16,0 6-11-16,0-2-9 0,-2 14-9 0,1-15-5 15,1 0-9-15,3-2-7 0,-3-2-4 0,1 2 2 16,0-2-16-16,2-1-4 0,1-2-4 0,-1-7-3 16,-1 0-8-16,0 0-16 0,1-2-20 0,1 0-16 15,-2-5-29-15,0 2-24 0,0-6-29 0,-2 1-28 16,0-8-18-16,1 10-17 0,1-5-2 0,-2-5-27 0,0 0-38 15,0 0-151-15,0 0-415 0,0 0 183 16</inkml:trace>
  <inkml:trace contextRef="#ctx0" brushRef="#br0" timeOffset="-194135.45">8929 8496 157 0,'-7'-6'180'0,"7"6"-26"16,-3-3-10-16,3 3-18 0,0 0-7 0,0 0-6 15,0 0-10-15,23-4-8 0,-3 0-8 0,11-1-12 0,3-1-4 16,2-2-8-16,4 0-5 0,-3 2-6 0,-1-2-6 16,-4 2-1-16,-3-1-5 0,0 6-3 15,-11-1 0-15,0-1-4 0,-5 3 7 0,2-1-8 16,-6 1 1-16,1 3 2 0,-2-1-2 0,-2 0 4 0,1 5 10 16,-1 1 18-16,1 2 10 0,-2-1 3 0,-3 3-2 15,1-1-2-15,-3 0-5 0,1 2-2 0,0 3-8 16,1 3 5-16,-2-2-17 0,1-4-3 0,-5 3-4 15,4 0-3-15,1 0-21 0,1 0-18 0,-1-4-30 16,0 2-50-16,-1 0-62 0,3-4-62 0,-3 0-201 16,0 0-440-16,0-10 195 0</inkml:trace>
  <inkml:trace contextRef="#ctx0" brushRef="#br0" timeOffset="-193960.45">9214 8303 98 0,'0'0'157'0,"-3"-7"-40"0,3 7-18 16,0 0-32-16,12-5-33 0,-2 5-33 0,3-1-45 16,3 3-45-16,4-2-95 0,7 0 43 0</inkml:trace>
  <inkml:trace contextRef="#ctx0" brushRef="#br0" timeOffset="-193358.45">9668 8419 176 0,'-16'10'243'0,"2"-1"-10"0,-1 3-15 0,2-1-10 15,0 5-9-15,-1 0-13 0,4-2-19 16,-3 7-10-16,4-2-19 0,3-1-10 0,1-1-16 15,1-2-9-15,1 2-11 0,3-6-4 0,3 3-11 16,-1-2-4-16,4-2-12 0,0 2-1 0,2-4-10 0,1 1-1 16,1-2-7-16,-2-1 0 0,3-2-4 15,-1-2-5-15,-1 3-1 0,-1-3-5 0,-1 0 1 0,2-2-1 16,-9 0-6-16,12-1 2 0,-12 1-9 16,11-4 5-16,-8-2-5 0,-3 6 2 0,5-12-6 0,-4 3-3 15,-1-2-1-15,-1-1 1 0,-1-1-2 0,-1-4-2 16,-1 2 0-16,-1 0 2 0,1-2-2 0,-1-2-3 15,3 2 0-15,-1 0 1 0,4-2-4 0,-1 8 4 16,4-2-5-16,-2 0 1 0,1 3-1 16,6 0 1-16,-1 2-2 0,2-3-3 0,3 8 3 0,4-4-2 15,0 4-3-15,0 9 11 0,0-2-3 0,-1 4-3 16,0 3 6-16,-1 2 6 0,-1 2 0 0,0 0 4 16,-3 1 8-16,1 7 4 0,-4-6-1 0,-1 0 14 15,0-1-16-15,-2 1 0 0,-1-2 0 0,-3-2 5 16,0-2 3-16,-1-2 3 0,2 0 4 0,-4 0 7 15,1-1-1-15,1-8-4 0,-5 9 11 0,1-5-14 16,4-4 9-16,-8 7 3 0,8-7 0 0,0 0 13 16,-11-2-19-16,11 2-4 0,-8-10-4 0,4 4-8 15,2-5 5-15,0-1-10 0,2-5-7 0,4 0-4 16,0-9-2-16,5 0-12 0,0-1 3 0,3 2-5 16,2 0-2-16,4 3 3 0,1 3 1 0,-8 5-1 15,2 4-2-15,-2 4 3 0,1 0-3 0,1 5-6 16,0 0 2-16,-13 1 7 0,19 7 0 0,-10 0-4 15,4 5 7-15,-3-2-3 0,0 3 3 0,-2 2-1 16,-1 2 1-16,0-2-1 0,-1 2 4 0,-1 3-4 16,-1-2-27-16,-3 0-35 0,1-1-47 0,-2 2-62 15,0-3-61-15,0-1-67 0,-3-2-201 0,0-2-546 16,1 0 242-16</inkml:trace>
  <inkml:trace contextRef="#ctx0" brushRef="#br0" timeOffset="-190687.45">10171 8690 25 0,'0'0'200'16,"0"0"-18"-16,0 0 1 0,0 0-5 0,-22-8-5 15,22 8-11-15,0 0-15 0,0 0-12 16,-8-2-20-16,8 2-5 0,0 0-18 0,0 0-19 16,0 0-18-16,0 0-15 0,0 0-29 0,0 0-34 0,0 0-61 15,0 0-55-15,13 17-134 0,-9-11-295 0,-4-6 130 16</inkml:trace>
  <inkml:trace contextRef="#ctx0" brushRef="#br0" timeOffset="-189518.48">10310 8815 194 0,'0'0'219'0,"-1"-6"-5"16,1 6-2-16,0 0-6 0,0 0-4 0,0 0-9 16,0 0-17-16,0 0-15 0,0 0-7 0,-2-8-22 15,2 8-12-15,0 0-13 0,0 0-12 0,0 0-9 16,0 0-13-16,0 0-24 0,0 0-32 0,0 0-27 15,0 0-34-15,0 0-46 0,0 0-55 0,0 0-58 16,0 0-150-16,-12 16-383 0,12-16 169 0</inkml:trace>
  <inkml:trace contextRef="#ctx0" brushRef="#br0" timeOffset="-174752.48">587 9282 12 0,'0'0'132'0,"0"0"-3"0,0 0-7 0,0 0-11 16,0 0-4-16,0 0-6 0,0 0-3 0,0 0-7 16,0 0-9-16,0 0 3 0,0 0-5 15,0 0-5-15,0 0 4 0,0 0-3 0,0 0-5 16,0 0-8-16,0 0 1 0,0 0-2 0,0 0 0 0,0 0 4 15,0 0-7-15,0 0 0 0,0 0-3 0,0 0-6 16,0 0-4-16,0 0-5 0,0 0 0 0,0 0 3 16,0 0-7-16,0 0 0 0,0 0-6 15,0 0 2-15,0 0-2 0,0 0-4 0,0 0 5 16,0 0-2-16,0 0-7 0,0 0-4 0,0 0 0 16,0 0 0-16,-21-38-4 0,21 38-4 0,0 0 0 0,0 0-2 15,0 0-2-15,0 0 0 0,0 0-2 0,0 0 0 16,0 0-3-16,43-41-2 0,-43 41 1 0,0 0 0 15,0 0-1-15,32-9-2 0,-32 9-1 0,0 0 1 16,0 0 0-16,0 0 0 0,49 25 6 16,-49-25-6-16,23 27 0 0,-23-27-1 0,16 32 2 0,-12-9-1 15,-4-23-1-15,6 40 4 0,-6-40-1 0,-1 52 2 16,1-52-2-16,-10 46-1 0,10-46 2 16,-14 36 0-16,6-18-4 0,8-18 6 0,-19 34-4 15,19-34 2-15,-23 31 1 0,9-15 0 0,14-16 22 0,-27 27 1 16,13-13-2-16,14-14-1 0,-29 22-6 15,29-22-2-15,-31 21-3 0,31-21 4 0,-21 13-8 0,21-13 2 16,0 0 0-16,0 0-2 0,-29 15 0 0,29-15 1 16,0 0-4-16,0 0 1 0,0 0 2 15,-25 11-3-15,25-11-1 0,0 0-1 0,0 0 3 16,0 0-4-16,0 0 0 0,0 0-1 0,0 0 0 16,0 0-2-16,0 0 1 0,0 0 2 0,0 0-2 15,0 0-3-15,0 0 2 0,0 0-1 0,0 0 1 16,0 0 2-16,0 0-3 0,0 0 1 0,0 0 1 0,0 0 3 15,0 0-1-15,0 0 1 0,0 0-1 16,0 0 8-16,0 0-7 0,90 3 6 0,-90-3-2 16,0 0 2-16,59-5-2 0,-59 5 0 0,41-1 2 15,-41 1-7-15,40-1 4 0,-19 2 2 0,-4-1-1 16,1 0-1-16,-5 0-4 0,3 0 6 0,-3-1-1 16,-2 1-1-16,3-2-1 0,-3 4-1 0,3-2 1 0,-5 1-3 15,-1-1-2-15,-8 0 6 0,15-1-4 16,-15 1 5-16,11-2-7 0,-11 2 3 0,8 0-3 15,-8 0-4-15,0 0-16 0,10 0-9 0,-10 0-14 16,0 0-25-16,0 0-22 0,0 0-33 0,0 0-30 16,10 2-36-16,-10-2-172 0,0 0-392 0,0 0 173 15</inkml:trace>
  <inkml:trace contextRef="#ctx0" brushRef="#br0" timeOffset="-174171.97">576 8849 98 0,'-50'25'119'16,"25"-9"-6"-16,-6 4 24 0,2 2-6 0,-7 9-11 15,2 3-8-15,-2 2 1 0,3 2-12 0,3 0-8 16,3 2-11-16,3 2-1 0,6-10-10 0,-3 9 1 16,5-8-7-16,3 1-7 0,3 0-3 0,-2 0-7 15,1 12-2-15,4-13-3 0,3-1-3 0,-1 2-4 16,4 0-1-16,1-34-4 0,3 71-3 0,2-38 0 15,6 11-1-15,-2-10-3 0,0 0-3 0,2-3-2 16,2-1 0-16,8 12 1 0,-5-13-6 0,1-1 3 16,0-3-5-16,6 3 1 0,2-6-1 0,0 0 1 15,4-1-4-15,-1-4 3 0,1-3-3 0,2-2 4 16,-1-5-4-16,8-2-1 0,-3-3 2 16,17-6-1-16,-14-3 3 0,17-3-1 0,-1-4-2 0,-4-2 3 15,2-4-2-15,-2-3 1 0,-6-2 0 0,5 0 0 16,-3-6 1-16,-2 6 1 0,-14 3 6 0,-1-2 0 15,0-1 0-15,8-11 2 0,-15 8 5 0,7-11 3 16,-11 7 2-16,0-14-2 0,-6 12 2 0,1-13-3 16,-4-3-1-16,-4 3-5 0,-10-4-1 15,-2-4-4-15,-6 3 1 0,-5-2-2 0,-4 2-2 16,-4 2 0-16,-7 4-3 0,-8 3-1 0,-3 1-3 16,-6 7-2-16,-28-6-6 0,19 18-9 0,-2 4-8 0,-33 2-8 15,5 12-23-15,-8 14-20 0,2 14-24 0,-6 16-37 16,6 11-51-16,1 5-189 0,4 18-399 0,6-4 177 15</inkml:trace>
  <inkml:trace contextRef="#ctx0" brushRef="#br0" timeOffset="-167685.28">3076 9297 126 0,'0'0'174'0,"1"-15"-1"0,-2 10-7 0,1 5-9 16,-3-16-7-16,2 10-4 0,-1-2-5 0,2 8 0 0,-3-8-9 15,3 8-5-15,-2-11-12 0,2 11-15 0,-2-6-12 16,2 6-10-16,0 0-11 0,0 0-11 0,0 0-2 16,0 0-14-16,0 0 1 0,0 0-2 15,0 0-5-15,0 0-4 0,10 29-2 0,-6-9 10 0,4 8-4 16,-2 4-2-16,-1 1 5 0,1 13-13 15,-2 0-2-15,1 1-2 0,-2-14-2 0,-2 0-3 0,2-1 2 16,-3 2-4-16,1-5-1 0,2 1 0 0,-1-1 0 16,2-3-3-16,-3-7 1 0,1 7-2 15,-1-6-2-15,0-1 2 0,-1 6-3 0,0-6 3 0,0-2-1 16,1 0-9-16,1-2-16 0,-2-1-21 0,0-3-16 16,1-1-20-16,-1-10-18 0,0 17-30 0,0-17-24 15,1 12-17-15,-1-12-21 0,2 10-127 0,-2-10-337 16,0 0 149-16</inkml:trace>
  <inkml:trace contextRef="#ctx0" brushRef="#br0" timeOffset="-167388.3">3032 9246 115 0,'6'-17'144'0,"9"-4"-9"0,-5 5-12 16,3 3-4-16,0 1-9 0,2 1-7 0,0 4-3 16,3 4-10-16,0 2-8 0,1 2-7 0,0 4-13 15,-1 4-3-15,0 2-2 0,-1 2-10 0,1 9-1 16,-4 1-4-16,-2 3-6 0,-4-7-2 0,-1 8-1 16,-2 5-6-16,-7-2-4 0,0 0 3 0,-5 1-1 15,0-2-7-15,-6 1 2 0,-1-4 1 0,-3 1-6 16,1-4-2-16,-4-2 0 0,4-1 0 0,1-5-5 15,-2-2-7-15,2-1-29 0,2 0-12 0,0-5-30 16,4-2-25-16,0-1-52 0,0 0-96 0,0-2-262 16,9-2 115-16</inkml:trace>
  <inkml:trace contextRef="#ctx0" brushRef="#br0" timeOffset="-167019.33">3343 10012 83 0,'11'-3'191'16,"2"-2"-9"-16,4-3-11 0,-1-2-13 0,2-2-9 0,4-2-11 16,0-1-3-16,-3 3-11 0,2-3-17 0,1-3-12 15,-1-1-6-15,0-1-6 0,2 1-11 0,-6-1-6 16,-2-2-4-16,-2 0-7 0,-5 5-4 0,1 1-1 15,-4-3-11-15,-1 3 0 0,-3 1-2 0,-2 3-3 16,-1 1 1-16,-2 1 5 0,1 1-3 0,-6 2 1 16,2 0 0-16,-3 1-4 0,-1 4-3 0,0 0-7 15,-1 4-1-15,-6 2-5 0,1 1-4 0,2 5 1 16,-3 0-1-16,3 4-2 0,-3 6-1 16,6-4 4-16,-3 6-7 0,5-4-2 0,3 0-1 0,3-1 10 15,2 1-9-15,3 2-3 0,0-1-1 0,5-2-1 16,0 1-13-16,4-1-10 0,6-4-17 0,-2 1-24 15,10-2-25-15,1 0-23 0,4-5-21 0,1-1-26 16,3-3-14-16,-1-2-138 0,0-1-335 0,-1-2 147 16</inkml:trace>
  <inkml:trace contextRef="#ctx0" brushRef="#br0" timeOffset="-166434.06">3996 9745 5 0,'-4'-12'219'16,"-1"3"1"-16,0-1-6 0,0 3 2 0,0-3-10 15,-2 4-12-15,-3 2-16 0,1 1-16 0,-3 2-13 16,0 4-12-16,0 2-13 0,-3 5-9 0,0 2-11 16,-5 7-14-16,5 0-6 0,0 3-10 0,7-4-8 15,-1-1-8-15,4 0-5 0,1-2-4 0,2 0-8 16,4-3-5-16,-1-1 5 0,3-1-10 0,3 1 0 16,-2 0-3-16,2 0-5 0,5-6-1 0,-1 2-1 15,1-4-7-15,1 1-4 0,-3-4-1 0,4-1-4 16,-1-3 1-16,-4 1 0 0,2-3-3 0,-2 2 3 15,0-2 4-15,1-1-7 0,-5-2 1 0,1-1 0 16,-5-2 0-16,0 2 0 0,0-2 0 0,-1 1 5 16,0 1-1-16,-1-3 1 0,0 5 4 0,0 1 10 15,1 7 2-15,-3-13-3 0,3 13-4 0,-1-9-2 16,1 9-7-16,0 0-2 0,0 0-3 0,0 0 0 16,0 0 1-16,0 0 5 0,0 0-7 0,6 26-2 15,-3-17 4-15,1 3-1 0,-3-2 1 0,3 0-3 16,1-1 0-16,0 3 5 0,4-4-4 0,0 2 2 15,1-4-4-15,-1 2 2 0,2-4 2 0,2 0-5 16,5-1-8-16,3-4-3 0,-4-1-7 0,0-1-4 16,-3 0-1-16,3-5 4 0,-2 1 1 0,0-4 2 15,-1 1-3-15,-2-3 3 0,-2 0 0 0,0-4 1 16,-1 2 2-16,-4-4 3 0,1 0 0 0,-1-5 1 16,-3-1 1-16,2-4 0 0,-5 4 2 0,-3-1 2 0,4-1-3 15,-3 8 9-15,3 0 15 0,-2 3 12 16,1 5 10-16,1 1 4 0,-2 3-4 0,2 7-5 15,-1-12-12-15,1 12-2 0,0 0-2 0,0 0 0 16,0 0 5-16,8 29 8 0,-6-9 3 0,2 7 8 16,-2 5-8-16,-2 0 0 0,0 2-1 0,-1-1-5 0,1-1-1 15,-2-2 2-15,2 2 0 0,-3 3-6 16,2-2-4-16,1-1-4 0,1-3 4 0,2-2 4 16,-3-2-46-16,0 1-33 0,0-6-29 0,1-1-28 15,-2-2-43-15,1-2-51 0,1-2-33 0,-1-4-241 16,-1-2-519-16,1-7 230 0</inkml:trace>
  <inkml:trace contextRef="#ctx0" brushRef="#br0" timeOffset="-166152.56">4452 9690 119 0,'1'-6'230'0,"1"0"-28"15,-2 6-13-15,3-7-17 0,-3 7-12 16,0 0-5-16,0 0-6 0,0 0-13 0,0 0-16 15,0 0-10-15,-19 19-2 0,12-12-18 0,-2 3-9 16,-1 1-8-16,-2 0-4 0,4-1-11 0,1-4-5 0,0 0-3 16,2-1-4-16,1-1-6 0,0 1 2 0,4-5-7 15,-6 3-2-15,6-3-3 0,-5 7-3 16,5-7-4-16,0 0-3 0,0 0-4 0,-6 7-6 16,6-7-1-16,-3 5-1 0,3-5 0 0,0 13-2 15,1-5 0-15,1 2-2 0,0 0 2 0,2 2 4 0,2-1 0 16,1-1-18-16,-1 3-19 0,6 3-31 0,2-3-37 15,0 1-43-15,6-5-41 0,6 2-189 0,2-5-399 16,5 0 176-16</inkml:trace>
  <inkml:trace contextRef="#ctx0" brushRef="#br0" timeOffset="-164587.75">5461 9514 64 0,'-3'-11'222'0,"-4"0"-6"0,1 2-15 16,0 1-2-16,-4 2-10 0,-2 2-13 0,-3 2-19 16,-5 2 7-16,0 5-13 0,-7 6-15 0,-1 7-12 15,1 4-11-15,3 3-10 0,-6 13-8 0,8-7-8 16,-4 9-8-16,12-7-2 0,0-1-12 0,5-1-3 15,4 3-10-15,2-6-5 0,4 1-5 0,5 0-3 16,1-4-2-16,4-1-5 0,5-3 1 0,3-1-3 16,-2-8-8-16,8 3-12 0,2-5-10 0,0-3-12 15,2-3-9-15,2-2-8 0,-1-2-3 0,-2-2-9 16,-6-1-2-16,6-6-5 0,-2 1 3 0,-4 0 3 16,0-4 24-16,-4 0-17 0,-3 0 3 0,-2-3-1 15,-2 2 7-15,0-5 4 0,-1 3 2 0,-2-3 5 16,-1 0 8-16,-1-1-2 0,-2-5 11 0,-1 5 7 15,-3-1 11-15,1 2 8 0,-2 1 12 0,2 6 19 0,-1 0 3 16,0 1 2-16,-1 3-4 0,1 7-11 16,0 0-6-16,0-12-4 0,0 12-4 0,0 0-8 15,0 0 2-15,0 0-9 0,-3 37 1 0,1-16 1 16,-1 4-3-16,2 1-2 0,-4 1-3 0,5-2 2 16,1 0-2-16,2-6-3 0,-1 2 1 0,2-2-1 15,2-1-2-15,1-2 4 0,1-2-5 0,0-6 1 16,1 3-1-16,0-4-2 0,3 0 2 0,-1-2-3 15,1-1 1-15,1 0 1 0,-2-4 0 0,3-3-2 16,-1-1 0-16,0-2-1 0,-3-2 0 0,4-2 0 16,-1-4 1-16,-2 1 0 0,0-4 2 0,-3 1-7 0,0 0 3 15,0-2-1-15,-2-6-1 0,1 5 1 16,-6-7 1-16,4 7-5 0,-1 0 1 0,0 2 1 16,-2 2-2-16,0 3 1 0,0 0 0 0,-1 6-1 15,-1 0 2-15,0 6-3 0,3-10-1 0,-3 10-3 16,0 0 0-16,0 0 1 0,0 0 5 0,0 0-4 0,0 0 2 15,1 22 0-15,-2-6 0 0,0 0 3 0,-1 0-2 16,2 1 4-16,-2 2-2 0,3-6-1 16,0 3 2-16,2-3 5 0,1 0-3 0,0 1-3 15,1-2 3-15,-1-1-2 0,1-1 5 0,4-1-1 0,-1-2-1 16,1 1-2-16,1-5 2 0,2 0 3 16,0-2-1-16,2 0-2 0,0-5 1 0,4 2 3 15,-2-7 1-15,1 0-4 0,0 1 4 0,0-2-5 0,-2-1 0 16,-2 0 0-16,-1-3 4 0,-3-1-6 15,1 0-7-15,-3-1-6 0,-4 1 3 0,0-2-3 0,-4-1 2 16,-1 0-3-16,-3 0 1 0,-2 0-3 16,-2 3 3-16,0-1 3 0,-4 2-1 0,-2 2 1 15,1 3 2-15,-4-1 1 0,2 4 4 0,-1 1 0 0,0 1 4 16,3 2-2-16,2 0-2 0,1 2-2 0,3 0 1 16,8 0 0-16,-10 2-1 0,10-2-1 0,-4 6 2 15,4-6 0-15,0 0 1 0,0 0 0 0,15 11 3 16,2-5 2-16,5-4-2 0,6-1 0 0,4 0 1 15,-3-1-2-15,3-1 1 0,-1 0 3 0,-2-1-5 16,-7 3 2-16,0-1-3 0,-4 0-2 16,-4 0 1-16,-2 2 1 0,0 0-5 0,2 2 3 0,-5-1 2 15,-1 4 0-15,0-1 0 0,-1 2 1 0,-1 1 3 16,0 3 5-16,-3-1 1 0,2 1 3 16,-2 4 2-16,-2 0 2 0,2-1-4 0,-2 1 2 0,2-1 2 15,-2-2-3-15,3-2-3 0,-3 1 2 0,3-1-4 16,0 1 0-16,2 0 0 0,-1-2-2 0,2 1 3 15,-1-2 1-15,2 0-1 0,0-1-2 16,2-4 3-16,0 2-4 0,0-2 0 0,-2-3-1 16,-8-1 5-16,23-1-4 0,-14 0-3 0,2-3 5 0,-2-1-4 15,1 0-4-15,-1-3-5 0,-2 0-1 0,1-3-7 16,-1-3-7-16,-2-2 3 0,-2 2-1 0,-1-4-4 16,-3 0 0-16,-2 0 0 0,2 0 1 0,-3-7 0 15,0 7 0-15,-1 0 8 0,-1 1-3 0,0 1 5 16,0 4 3-16,4 1 8 0,-1 2 2 0,-1 2 0 15,3 1 1-15,1 6-7 0,-2-11 1 0,2 11-2 16,0 0 1-16,1-10-4 0,-1 10 2 0,0 0 2 16,14-1 0-16,-3 3 1 0,1 1 1 0,1 1-1 15,3 1 2-15,0 1-3 0,0 4-4 0,0 0 2 16,-2 0 1-16,-5-1 0 0,5 5 4 0,-5 0-2 16,0 2 2-16,-2-1 4 0,1 0-6 0,0 0 2 15,-3 2-1-15,0-5 1 0,4 2-3 0,-7-2 5 16,3 4-2-16,-2-6-1 0,1 2 0 0,1-5 2 15,-2 6 3-15,2-5 0 0,1-3-3 0,-1 1 2 16,3 0 3-16,1-2-2 0,2-1 2 0,1-2 3 16,8-1-1-16,-2 0 1 0,4-4-3 0,-1 2 1 15,6-6-1-15,-1 1 4 0,-8-1-4 0,9-3 2 16,-7-1-1-16,-2 3 0 0,0-2 3 0,-4-3-4 16,5-4 2-16,-9 3 1 0,3-2-3 0,-3 2 4 15,-5-2 2-15,-1 0-1 0,-1 1 13 0,-3 3 0 16,0 3 10-16,-1-1 11 0,-3 3-6 0,1 0 1 15,-2 3 4-15,5 5-15 0,-13-4-3 0,13 4-4 16,-18 7-4-16,4 2 2 0,2 3-5 0,-1 4 2 0,-3 4 2 16,5-3-8-16,2 0-1 0,4 1-32 15,-2-1-31-15,5 2-29 0,1 0-27 0,2 1-14 16,4-3-28-16,4 6-41 0,9 2-69 0,1-4-15 16,0 0-141-16,3-6-454 0,-3-5 201 0</inkml:trace>
  <inkml:trace contextRef="#ctx0" brushRef="#br0" timeOffset="-164218.54">7270 9826 106 0,'5'-16'250'0,"-2"6"5"0,-1 0-8 0,1 3-20 0,-1 1-26 16,-2 6-22-16,4-6-20 0,-4 6-15 16,0 0-2-16,0 0-11 0,12 16-3 0,-10-3-4 15,1-2-11-15,-1 7-7 0,0 0-7 0,0-1-7 16,2 0-6-16,-3 2-10 0,2-2 0 0,-2-1-6 0,0-6-5 15,1 0-8-15,-1-1-3 0,-1-2 2 16,5 1-4-16,-5-8 11 0,0 0 19 0,1 13 5 16,-1-13 3-16,0 0-8 0,0 0-5 0,0 0-9 15,0 0 1-15,0 0-10 0,0 0-9 0,0 0-1 16,-3-35-7-16,3 35-15 0,3-27 5 0,0 9-4 16,3-1-5-16,4-7-5 0,1 3-3 0,3-2 0 15,2 2-2-15,-3 8-6 0,0 1-4 0,1 2-8 0,-1 5 7 16,-3 2 1-16,2 1-6 0,0 2 0 15,0 2-3-15,-2 4 5 0,0 0-9 0,-1 4 0 0,-1 3 7 16,2 2 2-16,-2 3 1 0,0 2-3 0,-3 0 0 16,1 0-3-16,-1 0-33 0,-1 1-20 15,1 6-29-15,-1-6-45 0,-1-3-50 0,2 2-22 16,3-4-33-16,0 0-46 0,0-3-219 0,2-3-545 16,0-3 242-16</inkml:trace>
  <inkml:trace contextRef="#ctx0" brushRef="#br0" timeOffset="-163931.22">7857 9494 199 0,'1'-15'303'0,"0"-1"-3"16,-1 6-10-16,0 4-16 0,0-2-30 0,0 8-27 16,0-8-28-16,0 8-22 0,0 0-15 0,0 0-6 15,5 24-6-15,-2 3-3 0,-2 1-5 16,-2 6-4-16,-2 0-15 0,0 1-4 0,-1-1-4 0,0-3-4 15,3 3-7-15,-3-3-5 0,2 1-3 0,1-3-1 16,4-1-14-16,-1-1-1 0,3 1-6 0,-1-1-5 16,-1-2-4-16,1-7-9 0,2-3-7 15,0 1 2-15,1-1-4 0,-2-5 10 0,1 0-14 16,3-1-4-16,-1-2-11 0,1 0-12 0,0-2-23 0,0 0-27 16,1 0-22-16,-1-6-27 0,1 1-29 0,-10 0-38 15,17-7-45-15,-8 0-35 0,0-3-30 0,0-2-263 16,-2-3-578-16,1-1 255 0</inkml:trace>
  <inkml:trace contextRef="#ctx0" brushRef="#br0" timeOffset="-163768.48">7743 9726 2154 0,'-12'0'78'0,"3"0"-14"0,3 0-44 16,6 0-15-16,-14 0-1 0,14 0 2 0,0 0-6 15,-9 0 10-15,9 0 9 0,0 0 4 0,0 0 3 16,0 0-4-16,0 0-1 0,40 0-1 0,-20 0-19 15,7-3-48-15,2-1-63 0,6-1-71 0,-3-2-176 16,2 0-385-16,1-3 172 0</inkml:trace>
  <inkml:trace contextRef="#ctx0" brushRef="#br0" timeOffset="-163603.28">8410 9671 188 0,'4'3'295'15,"-4"-3"-10"-15,0 0-8 0,5 2-2 0,-5-2-30 16,0 0-27-16,0 0-22 0,9 2-24 0,-9-2-44 16,0 0-36-16,4 4-34 0,-4-4-47 0,5 6-56 15,-3 0-62-15,4-1-43 0,-1 3-52 0,-4-1-121 16,4 2-350-16,-2 3 156 0</inkml:trace>
  <inkml:trace contextRef="#ctx0" brushRef="#br0" timeOffset="-163467.62">8437 9995 49 0,'-3'8'200'16,"3"-8"1"-16,0 0 9 0,2 7-1 0,-2-7-5 16,0 0-14-16,0 0-15 0,0 0-21 0,0 0-18 15,0 0-30-15,0 0-43 0,3 5-43 0,-3-5-61 0,0 0-64 16,16-5-61-16,-16 5-102 0,18-15-290 16,-3 5 128-16</inkml:trace>
  <inkml:trace contextRef="#ctx0" brushRef="#br0" timeOffset="-163318.05">8802 9794 178 0,'9'-3'283'0,"-9"3"-11"0,0 0-2 15,7-1-1-15,-7 1-13 0,0 0-22 0,0 0-23 0,10-3-22 16,-10 3-22-16,0 0-30 0,0 0-34 0,0 0-44 16,0 0-42-16,0 0-53 0,10 4-69 0,-10-4-71 15,4 3-212-15,-4-3-421 0,0 0 186 0</inkml:trace>
  <inkml:trace contextRef="#ctx0" brushRef="#br0" timeOffset="-162653.39">3670 10596 126 0,'-12'-1'194'0,"0"0"-2"15,0-2-14-15,3 2 4 0,2-1 4 0,7 2-13 16,-9-1-14-16,9 1-17 0,0 0-16 0,-12 0-11 16,12 0-5-16,0 0-3 0,0 0-1 15,0 0 2-15,35 3-3 0,-6-2-7 0,5-1 2 16,20 0-7-16,10 0-9 0,29 0-3 0,3-4-5 0,8 0-6 16,3 0 0-16,6-1-2 0,4 2-5 15,5-1-11-15,-5 4 1 0,7-3-12 0,0-1 4 16,5 6-10-16,9-5-3 0,-1 3-4 0,10 0-5 15,-3-2-3-15,1-1 2 0,12 1-5 0,-4-3-3 16,-2 1-4-16,1 0 0 0,0-2 3 0,-4-1 3 16,-2-1 0-16,-5 1 8 0,-6 3 3 0,-11 0 4 0,-3-3 0 15,-5-1-6-15,-4 3 3 0,-5 2-4 16,-6-2 1-16,-9 5-7 0,0-3 8 0,-30 2-12 16,-1-2 2-16,-1 0-4 0,-1-1 1 0,-7 2 0 0,-12 2 12 15,-2-1-18-15,-3 1 0 0,-3-2-16 0,-11 0-28 16,-8 0-24-16,0 2-27 0,-3-1-33 0,-2 1-29 15,-8 0-48-15,13-1-48 0,-13 1-257 0,0 0-544 16,0 0 241-16</inkml:trace>
  <inkml:trace contextRef="#ctx0" brushRef="#br0" timeOffset="-140954.34">11416 10000 103 0,'0'0'101'0,"0"0"6"15,0 0-19-15,0 0 6 0,0 0-2 0,-5-12-5 16,5 12 5-16,0 0-17 0,-7-5 2 0,7 5-3 15,0 0-6-15,-5-4 1 0,5 4 1 0,0 0 2 16,-9-2-18-16,9 2 0 0,0 0-9 0,-14-1-3 16,14 1-7-16,-9-2 8 0,9 2-11 0,-10 0-3 15,10 0 3-15,-13 0-1 0,13 0-2 0,-12 0 4 16,12 0-1-16,-11 0-1 0,11 0 0 0,-10 0-5 16,10 0 3-16,0 0-8 0,0 0-1 0,-11 0-3 15,11 0 0-15,0 0-1 0,0 0-4 0,0 0-2 16,-9 0-1-16,9 0-2 0,0 0-1 0,0 0 2 15,0 0-3-15,0 0 0 0,30 7 0 0,-13-7 7 16,6-2-8-16,5 0 3 0,1-3 0 0,6 4 1 0,-2-5 3 16,-1 0-7-16,0 1-3 0,1 1 3 15,1-1-5-15,-5-1-20 0,0 3-6 0,1 0-27 16,-9 1-24-16,7 0-2 0,-6-1-17 0,-1 1-14 16,-1 0-10-16,-4 2-17 0,-5 0-90 0,-2-1-246 0,-3 1 108 15</inkml:trace>
  <inkml:trace contextRef="#ctx0" brushRef="#br0" timeOffset="-140408.6">11606 9951 33 0,'0'0'180'0,"0"0"-4"0,0 0-16 0,-9-4-17 0,9 4-18 16,0 0-14-16,0 0-9 0,0 0-16 0,-5 11-3 15,5-11 0-15,0 20-4 0,5-3 10 0,-5 1-9 16,3 8-2-16,-2 0-4 0,0 3 2 0,3-1-7 16,-1 2 3-16,-1 4-9 0,1-2-4 0,2 1-8 15,-3-3-2-15,-2-1-5 0,3-2 0 0,1-2-9 16,-3-4 1-16,3-1-5 0,-1-2-3 0,-1 1-5 15,0-1 1-15,-1-5-3 0,2-2-4 0,-3 1 0 16,2-1-3-16,-2-2-3 0,0 1 4 0,3-4-6 16,-3-6 4-16,-1 10-3 0,1-10 0 0,3 7 3 15,-3-7 8-15,0 0 8 0,-3 8 0 0,3-8-5 16,0 0-1-16,-12 0-2 0,12 0-4 0,-14-2-4 0,3 0 2 16,1 0 1-16,-1-1-3 0,-2 0-5 0,1 0 0 15,-2 0-1-15,2 2-2 0,-4 0 1 16,5-1-4-16,-3 2 9 0,0 0-8 0,1 0 1 15,0 0 0-15,1 2-4 0,1-1 0 0,0 0 0 0,0 2 1 16,4-2 0-16,7-1-2 0,-11 2-5 0,11-2 6 16,-7 6-4-16,7-6 5 0,-5 4-4 15,5-4 1-15,0 0 4 0,0 0 4 0,12 9-4 16,-5-7 5-16,4-1-5 0,2 2 2 0,1-2 0 0,4-1 2 16,2 0 1-16,1-1-3 0,6-3-2 0,1 2-6 15,-8-1-16-15,3 2-24 0,2-4-28 0,-1 4-32 16,4-2-23-16,3-1-22 0,-10 0-21 0,7-2-12 15,-8 4-12-15,-1-2-103 0,1 1-322 0,-7-1 142 16</inkml:trace>
  <inkml:trace contextRef="#ctx0" brushRef="#br0" timeOffset="-139834.52">11926 10478 161 0,'0'0'194'0,"5"-6"-8"15,-5 6-1-15,0 0-13 0,0 0-12 0,0 0-15 16,0 0-17-16,0 0-16 0,0 0-2 0,0 0 5 15,0 0-12-15,0 0 0 0,4 22 2 0,-4-13-1 16,-2 1-10-16,0-2-3 0,2 1-9 0,-2-2-8 16,-1 2-9-16,3-9 3 0,0 16-5 0,-1-10-9 15,1-6-5-15,-3 8 4 0,3-8 0 0,-1 9 9 16,1-9 13-16,0 0 8 0,-1 6 1 0,1-6 18 16,0 0-11-16,0 0-8 0,0 0-13 0,0 0-8 15,-10 0-6-15,10 0 1 0,0 0-6 0,-5-13-9 16,5 13-3-16,-3-13 1 0,1 2-4 0,4 2-7 15,-2-3-2-15,5 0-5 0,-2-4 0 0,5-1-5 0,0 0-4 16,1 0-9-16,1 2 0 0,1-1-3 16,5 3-4-16,-2 2 2 0,1 1 0 0,-2 5-4 15,4 2-1-15,-5 3 0 0,5 2 1 0,-2 4-4 16,2 2 1-16,-2 0 1 0,1 5-1 0,-3-3 4 0,1 4 1 16,-3 0-4-16,2-1 5 0,-4 1 1 15,-2 2-2-15,1-2 0 0,-3-4 2 0,0 0 2 16,0 0-1-16,-1-3-3 0,-2 0 3 0,-1-2 13 15,-1-5-13-15,2 12 5 0,0-8 4 0,-2-4-4 0,0 0 5 16,0 0-1-16,0 0 1 0,0 0 3 0,0 0-5 16,0 0-1-16,0 0-3 0,0 0 2 15,-21-19 0-15,21 9-2 0,0-3 5 0,0-2-4 16,2-3-5-16,3-2 15 0,5-5-17 0,2 0-9 16,2 0 2-16,1 1-3 0,2 1 4 0,0 4-2 0,-3 6 13 15,2 1-16-15,2 4 0 0,-3 0 2 0,-1 6-3 16,3 0 6-16,-4 6-6 0,4 2-1 0,-1 1 9 15,-1 6-3-15,-3-1 4 0,-1 2-3 0,-1 1 4 16,1 0 0-16,1 1 3 0,-5-1-10 0,0 1 12 16,-2 0-2-16,1 1 3 0,-3 0-3 0,-2-5-1 15,2 3-20-15,-3-3-20 0,2 4-32 0,-2-5-39 16,-2 2-45-16,2-1-49 0,-4-5-33 0,4 2-56 16,-2-1-157-16,-1 0-491 0,3-8 217 0</inkml:trace>
  <inkml:trace contextRef="#ctx0" brushRef="#br0" timeOffset="-139513.42">13164 10327 116 0,'0'0'266'0,"-9"-1"-1"0,9 1-3 15,-6-4-11-15,6 4-15 0,0 0-16 16,-9-4-21-16,9 4-18 0,0 0-12 0,-7-3-20 0,7 3-14 16,0 0-11-16,0 0-14 0,0 0-16 0,0 0-4 15,0 0-9-15,0 0-9 0,0 0-4 0,25-2-6 16,-11 2-5-16,1 0-4 0,3 0-25 15,0 0-20-15,0-1-30 0,2 1-36 0,-2 1-44 0,-4 0-56 16,3 0-45-16,-3-1-49 0,-5 3-166 0,2-2-451 16,-3 0 200-16</inkml:trace>
  <inkml:trace contextRef="#ctx0" brushRef="#br0" timeOffset="-139331.65">13117 10481 127 0,'0'0'226'0,"-4"4"-6"16,4-4-8-16,0 0-10 0,-4 5 2 0,4-5-5 16,0 0-17-16,0 0-3 0,17 4-16 0,-3-4-14 15,1 0-14-15,4-3-13 0,3 2-15 0,0-2-32 16,1 1-41-16,-2 0-50 0,0 0-60 0,6-4-66 16,-6 2-66-16,6-4-141 0,-5 3-379 0,-2-1 168 15</inkml:trace>
  <inkml:trace contextRef="#ctx0" brushRef="#br0" timeOffset="-136722.66">14313 9820 89 0,'0'0'195'0,"-5"-9"-3"16,0 5-4-16,5 4 1 0,-3-8-1 0,3 8-13 0,-4-7-19 15,4 7-15-15,0 0-14 0,0 0-16 0,-2-7-15 16,2 7-9-16,0 0-8 0,0 0-12 16,0 0-3-16,0 0-13 0,12 16 1 0,-5-7-5 15,4 6-3-15,2 2-4 0,0 4 0 0,-1 7-6 0,0-4 8 16,1 1-3-16,1 4 3 0,-2-2-4 0,0 0-5 16,-1-2-2-16,0-1-4 0,-2 1 0 0,1-5-3 15,0 3-5-15,-3-5-1 0,4-1 0 0,-4-1 0 16,2-2 0-16,-3 0-7 0,2-4 1 0,-3 1 2 15,0-2-6-15,0 0 1 0,-1-5-1 0,0 3-1 16,-3-2-2-16,-1-5 6 0,8 7-1 0,-8-7-5 16,2 6 21-16,-2-6 11 0,0 0 0 0,0 0-2 15,0 0-7-15,12-20-2 0,-7 4-2 0,4-2-1 16,0-8 4-16,4-1-12 0,-1-4 1 0,1-3-1 16,6-10-9-16,-4 12 5 0,1 2-3 0,-3-3 0 15,-2-1-3-15,3 2 3 0,-3 3-5 0,-3 3 1 16,0-1 2-16,1 8-1 0,-5 1 0 0,1 2-1 15,-1 5-1-15,-3-2-1 0,1 5 0 0,0 0 5 16,0 2-4-16,-2 6 1 0,4-10-4 0,-4 10-6 16,2-7-23-16,-2 7-15 0,0 0-21 0,0 0-11 15,0 0-18-15,0 0-25 0,0 0-32 0,3 25-36 16,-3-8-46-16,-5 8-159 0,1 0-422 0,-2 0 186 16</inkml:trace>
  <inkml:trace contextRef="#ctx0" brushRef="#br0" timeOffset="-136125.52">14867 10358 119 0,'0'0'188'0,"2"7"-1"15,-2-7-4-15,0 0-17 0,0 0 0 0,1 8-10 16,-1-8-9-16,0 0-7 0,-1 9-7 15,1-9-4-15,0 0-10 0,0 0-5 0,0 0-3 0,-3 9-4 16,3-9 1-16,0 0 1 0,0 0-10 0,0 0-4 16,0 0-3-16,-9 3-10 0,9-3-1 0,0 0-7 15,0 0-4-15,0 0-5 0,-14-12-3 16,12 5-5-16,2 7-1 0,-5-17-3 0,3 7-16 0,1-6-1 16,2 1-8-16,-1-3 3 0,4 0-7 0,-1-2-4 15,2 2 1-15,1-1-6 0,5-5-1 0,-3 7 0 16,0-1-5-16,0 5 2 0,2 0 7 15,-2 3-13-15,-1 3 1 0,3 0-2 0,1 0-1 0,-1 2 6 16,0 3-11-16,0 1-1 0,2 2 0 0,2 2-2 16,-4 2-2-16,0 1 2 0,2 1 4 0,-2 2 1 15,4 2-2-15,-5-2 2 0,0 5-3 0,0 1 3 16,0-1-1-16,-4-3-3 0,1-1 6 0,-2 1-2 16,1-1-2-16,-1 0 3 0,-1-1 0 0,1 0 1 15,-2-2 7-15,-1-2-7 0,-1-5-1 0,2 9 2 16,-2-9 8-16,1 8-4 0,-1-8 5 0,0 0 3 15,0 0 5-15,0 0-2 0,0 0 3 0,0 0-1 16,0 0-2-16,0 0 0 0,0 0 9 0,-6-25-12 16,6 14-6-16,2-5-3 0,2-1 3 0,1 0-6 15,2-2-1-15,8-1-1 0,-2-3-2 0,1 7-3 16,-2 2 2-16,4 2-1 0,-3 0-2 0,2 4-2 16,-5 3 2-16,3 1-3 0,1 3 4 0,-4 2-1 15,3 2-4-15,0 1 2 0,-3 2 1 0,4 6 3 16,-2 0 1-16,-2 0-4 0,1 2-1 0,-1 1 5 0,-2 2 1 15,0-3-2-15,-1 4-6 0,-1-1-26 0,-3 0-23 16,1 0-36-16,-2 2-41 0,-2-3-49 16,3 1-42-16,-4-2-48 0,-1 1-174 0,-1-5-484 15,-1 5 214-15</inkml:trace>
  <inkml:trace contextRef="#ctx0" brushRef="#br0" timeOffset="-135602.91">14117 10832 120 0,'-12'-2'217'0,"0"0"-5"0,2 0-4 0,3 2-9 16,-1-3-16-16,8 3-16 0,-12-1-20 0,12 1-15 15,0 0-14-15,0 0-5 0,0 0-1 0,29 4 4 16,5-4-3-16,22-3-5 0,41-4-5 0,2 4-4 16,6-5-7-16,10 3 2 0,-1-13-11 0,5 9-7 15,-4 3-3-15,0 2-9 0,4-8 1 0,-5 1-2 0,-3 7-8 16,-9-9-3-16,-6 9-6 0,-6-6-6 16,-34 5-4-16,1 0-3 0,1 2-2 0,-2-1 4 15,-2 3 3-15,-16-4-1 0,-1 3-6 0,-4 0 9 16,-5-1-13-16,-7 3-5 0,-3 0-1 0,-4 0 2 0,-5-1 1 15,-2 1 5-15,-7 0-1 0,11-1-5 16,-11 1 2-16,10 0-1 0,-10 0 2 0,0 0-10 0,0 0-2 16,0 0-11-16,0 0-32 0,0 0-37 15,0 0-43-15,-42 9-61 0,12-1-53 0,2-1-64 0,-3 3-209 16,-4-2-536-16,-2 1 237 0</inkml:trace>
  <inkml:trace contextRef="#ctx0" brushRef="#br0" timeOffset="-135074.18">13789 11458 93 0,'0'-15'229'0,"0"2"-5"15,0 2-7-15,0 3 1 0,-2-2-5 0,2 3-8 16,0 7-17-16,-2-14-16 0,2 14-19 0,0-9-18 16,0 9-20-16,0 0-7 0,0 0-10 0,0 0-8 15,0 0-2-15,0 0-5 0,4 34-8 0,-4-16-2 16,0 10-4-16,-4-1-4 0,4 3-4 0,-2-1-1 15,-1-1-7-15,3-1-2 0,-3 1-6 0,3-3-4 16,-2 1-6-16,-2-2 0 0,4-5-1 0,0 0-6 0,0 1 0 16,0-1-6-16,0-2-2 0,0 1-3 15,0-2-1-15,0-6-3 0,0 3-23 0,2-3-13 16,-2-1-26-16,-2 1-25 0,2 0-31 0,0-4-31 16,0-6-26-16,-2 10-29 0,2-10-36 0,0 0-189 0,-5 4-450 15,5-4 199-15</inkml:trace>
  <inkml:trace contextRef="#ctx0" brushRef="#br0" timeOffset="-134704.46">13794 11400 134 0,'17'-18'178'0,"6"0"-8"0,0 3-1 15,-5 5 0-15,2 1-8 0,-2 1-15 0,-1 5-15 16,-1 1-15-16,-5 3-11 0,3 2-9 0,-1 1-14 0,-4 1-5 15,1 4-4-15,-4 1-5 0,-1 2-9 16,-3 2-6-16,0 3-2 0,-6 4-6 0,1-4-3 16,-3 8-3-16,-4-8-3 0,-1 5-6 0,1-6-2 15,-2-3 2-15,-1 0-4 0,1-1-1 0,-2 0-7 0,4-4 2 16,-2-1 1-16,1 0-1 0,2-4 1 0,-1 2 11 16,2-3 3-16,4 2-2 0,4-4 1 15,-11 1-3-15,11-1 2 0,-10 0-2 0,10 0-1 16,0 0-1-16,-11-1-6 0,11 1-2 0,0 0-3 0,0 0-3 15,0 0-4-15,0 0 1 0,0 0-1 0,0 0-2 16,21 14-1-16,-12-9 6 0,1 2-4 0,2 1 0 16,1 4-3-16,1 0-2 0,-1-1 5 0,0 2-3 15,4-1-3-15,-4-1 4 0,0 2-9 16,0 1-25-16,0-2-33 0,0 0-37 0,-5-2-34 0,4 0-32 16,-3-1-32-16,2-1-183 0,-4-2-409 0,4 0 180 15</inkml:trace>
  <inkml:trace contextRef="#ctx0" brushRef="#br0" timeOffset="-134399.22">14420 11476 233 0,'-2'-7'266'0,"2"-2"-5"0,0 9-13 0,-3-13-12 0,1 9-13 15,2 4-20-15,-8-7-17 0,8 7-13 0,-14 0-14 16,14 0-8-16,-17 11-16 0,2 1-11 0,2 2-8 15,2 3-12-15,-1 6-11 0,4 0-6 0,-4 1-11 16,5 3-3-16,5 0-7 0,-4-1-3 0,3-1-5 16,-1 5-4-16,9-1-9 0,-3 1-6 0,0-1 0 15,0-2 6-15,4 2-11 0,-4-3-7 0,4 0-3 16,-4-6 2-16,3-1-7 0,1 6 3 0,-2-5-8 16,-3-4 1-16,3 1-1 0,0-2-1 0,1-3 1 15,-2 0 0-15,-3-1-5 0,0 0-15 0,2-2-16 16,-2 2-23-16,0-5-25 0,0-6-19 0,-2 12-26 15,-1-8-22-15,3-4-32 0,-11 6-33 0,11-6-31 16,-13-2-220-16,13 2-489 0,-17-10 216 0</inkml:trace>
  <inkml:trace contextRef="#ctx0" brushRef="#br0" timeOffset="-134238.33">14135 11823 6 0,'4'-5'180'0,"0"0"-4"0,1 0-4 0,5 1-14 16,2-4-12-16,-2 3-17 0,4 1-10 0,3-1-17 16,-1 0-43-16,2 1-45 0,0 0-37 0,2 3-53 0,0 0-118 15,1-2-210-15,-3 1 93 0</inkml:trace>
  <inkml:trace contextRef="#ctx0" brushRef="#br0" timeOffset="-134052.99">14672 11807 167 0,'0'0'229'0,"11"0"16"16,-11 0 0-16,11-4-5 0,-4 2-12 15,4-1-18-15,-2 1-20 0,2-1-15 0,7-2-15 0,1 0-14 16,0 0-21-16,2-1-8 0,4 1-14 0,-4-2-17 16,-2 2-29-16,0 2-29 0,-1-2-37 15,-1 1-39-15,-1-2-39 0,1 2-44 0,-1-1-31 16,-4 1-38-16,-3 1-153 0,-5 0-381 0,-4 3 168 15</inkml:trace>
  <inkml:trace contextRef="#ctx0" brushRef="#br0" timeOffset="-133856.5">14953 11589 55 0,'0'0'213'0,"0"0"-8"0,0 0-12 0,-5-5-6 15,5 5 0-15,0 0 3 0,0 0-6 0,0 0-5 16,-2 26-11-16,2-15-16 0,-2 0-18 0,2 2-10 15,0 4-11-15,-1-1-13 0,1 1-7 0,-2 2-10 16,2-1-9-16,0 1-8 0,0-1-2 0,-2-1-35 16,2 2-20-16,-2-2-36 0,2-2-49 0,0 2-50 15,0-4-53-15,0-2-59 0,-2 0-122 0,2 0-389 16,0-11 172-16</inkml:trace>
  <inkml:trace contextRef="#ctx0" brushRef="#br0" timeOffset="-133580.41">15375 11543 2690 0,'-4'-26'65'0,"-2"-1"10"0,0 8-5 0,1 1-9 16,-1 2 1-16,1 5 2 0,2-1 21 0,0 2-4 16,0 1 4-16,-1 4 0 0,4 5-11 0,-4-9-11 15,4 9-11-15,-5-6-1 0,5 6-9 0,0 0-5 16,0 0-5-16,0 22-4 0,-1-5-1 0,5 10-2 15,-3 0-3-15,0 1-3 0,1 0 1 0,0-1-7 16,-2 3 10-16,-2-3-6 0,4 1-4 0,-1-1 5 16,-1-2-3-16,2 1-10 0,-1-7-18 0,2 0-22 15,-2-2-22-15,-1 2-14 0,2 0-24 0,-2-4-27 16,0-4-30-16,-1 2-37 0,1-1-28 0,0-3-23 16,-1 1-23-16,0-5-165 0,1-5-463 0,-2 9 205 15</inkml:trace>
  <inkml:trace contextRef="#ctx0" brushRef="#br0" timeOffset="-133260.95">15326 11363 45 0,'4'-10'192'0,"3"0"-13"16,-1 0-7-16,5 2 0 0,5 1-5 0,2 2-9 15,0 0-10-15,1 5-9 0,-1 0-16 0,1 5-14 0,0 1-11 16,-1 2-10-16,-3 2-6 0,-1 0-10 0,-1 1 0 15,-6 0-16-15,-1 1 0 0,-1 2-5 0,-4 2-6 16,-1-4-6-16,-2 6-3 0,-2-2 0 16,-3-2-2-16,-4 1-6 0,2-4-1 0,-3 4 0 0,0-4 0 15,3-1 2-15,0 0 2 0,1-4-2 0,-2 0 2 16,1-2-3-16,5 1-4 0,-1-2 0 16,-1 1-4-16,6-4-5 0,-7 4 1 0,7-4-1 15,-5 7-1-15,5-7-1 0,0 0-1 0,2 10-1 0,-2-10 1 16,8 9-4-16,0-3 1 0,1 0 4 0,3-1-9 15,0 2-20-15,0-2-29 0,6 2-33 0,-3-1-34 16,4-3-24-16,2 0-38 0,-1-1-29 0,2 2-143 16,-3-1-374-16,1-5 166 0</inkml:trace>
  <inkml:trace contextRef="#ctx0" brushRef="#br0" timeOffset="-132960.34">15794 11614 2 0,'0'0'245'0,"3"-7"1"0,-3 7-6 0,0 0-5 0,0 0-2 15,0 0-13-15,3-6-15 0,-3 6-19 0,0 0-16 16,0 0-5-16,0 0-4 0,0 0-10 0,7 19-9 16,-7-9 0-16,0 3-10 0,1 5-9 0,-2-1 1 15,1 2-15-15,0 0 9 0,-3-2-23 0,1 4-12 16,0-2-2-16,0 5-15 0,1-4-5 0,-3-2-1 16,2-4-2-16,0 2-6 0,1-2-10 0,-1-2-5 15,1-2 2-15,2 0-5 0,-1 0-8 0,3 1 2 16,-3-4-3-16,2-1-1 0,0 2 3 0,0-2 2 15,2 0-2-15,-1 1-6 0,3-1-1 0,2-2 1 16,-2 1 5-16,3-1-5 0,3-3-6 0,0 1 9 16,5-1-5-16,2-1-2 0,3 0-8 0,6-3-17 15,0-2-31-15,0-1-17 0,0 1-31 0,-7 1-35 16,2 0-42-16,-4-1-49 0,1 0-48 0,-2-3-50 16,-6 2-219-16,2-3-573 0,0-1 254 0</inkml:trace>
  <inkml:trace contextRef="#ctx0" brushRef="#br0" timeOffset="-132678.83">16540 11281 189 0,'0'0'281'16,"6"-8"-31"-16,-6 8-24 0,6-4-16 0,-6 4-7 0,11 3-3 15,-3 2-17-15,2 3 0 0,4 5-10 0,4 7-10 16,1 1-11-16,-2 4-14 0,-3 2-9 0,-1 1-10 16,-2 3-10-16,-2 2-9 0,-3 1-14 15,-3 0-6-15,0 2-8 0,-6 0-8 0,3-1-4 0,-6-1-5 16,-3-2-5-16,-1 2-6 0,-7-3-4 16,-1 2-22-16,0-4-25 0,-5 2-19 0,-2-4-27 0,-3-1-31 15,-13 4-35-15,-3-1-47 0,1-6-44 0,-3 1-35 16,-7-3-200-16,1-2-482 0,-2-2 214 0</inkml:trace>
  <inkml:trace contextRef="#ctx0" brushRef="#br0" timeOffset="-132135.39">13380 11289 2 0,'-5'-5'195'0,"5"5"-9"0,-15-2-1 15,3 6-2-15,-3 6-3 0,-8 12-2 0,-10 14-1 0,-1 4-7 16,3 11-3-16,-12 23-5 0,7 1-5 0,6 4-13 16,15-22-10-16,4-1-17 0,6 3-12 0,11-3-2 15,2-1-16-15,5-2-8 0,6-3-9 0,8-2-6 16,8 0-4-16,5-3-4 0,8-10-7 15,26 11-14-15,-20-20-22 0,7-3-33 0,28 1-33 0,-1-7-39 16,-23-10-45-16,30-4-51 0,-3-3-55 0,-34-3-145 16,9 0-420-16,-4-1 186 0</inkml:trace>
  <inkml:trace contextRef="#ctx0" brushRef="#br0" timeOffset="-130219.65">14271 11841 66 0,'0'0'91'0,"0"0"-7"0,0 0-2 0,-4-8-3 16,4 8 0-16,0 0-11 0,0 0-7 0,0 0-2 16,0 0-2-16,0 0-6 0,0 0-1 0,0 0 3 15,0 0-5-15,0 0 1 0,0 0-13 0,0 0 18 16,0 0-11-16,0 0 1 0,0 0-7 0,0 0 9 15,0 0-8-15,0 0 1 0,0 0-1 0,0 0-2 16,0 0 1-16,0 0 0 0,0 0-3 0,0 0 7 16,0 0 2-16,0 0-1 0,0 0-5 0,0 0 6 15,0 0-11-15,0 0 9 0,0 0-9 0,23 2-6 16,-23-2 1-16,11-3-5 0,-4 2-3 0,0-3-2 16,-7 4-3-16,15-1-3 0,-7-1 8 0,-2 0-6 15,-6 2-2-15,13-3 0 0,-6 1-3 0,-7 2 0 16,10-3-3-16,-10 3-1 0,8-1 6 0,-8 1-6 15,0 0 0-15,8-1 2 0,-8 1-1 0,0 0 3 0,0 0-6 16,0 0 6-16,7-1-2 0,-7 1-3 0,0 0-1 16,0 0 4-16,0 0-6 0,0 0-6 15,0 0-25-15,0 0-17 0,0 0-25 0,0 0-7 16,0 0-33-16,8 6-27 0,-8-6-127 0,0 0-287 0,0 0 127 16</inkml:trace>
  <inkml:trace contextRef="#ctx0" brushRef="#br0" timeOffset="-128294.45">20335 9832 49 0,'-1'-10'212'16,"-2"-2"-4"-16,3 2-8 0,-1 2-1 0,1 8-6 0,-4-13-9 15,1 8-8-15,3 5-24 0,-2-9-15 0,2 9-17 16,-4-7-13-16,4 7-13 0,0 0-10 0,0 0 0 15,0 0-6-15,-3 25-6 0,2-8 0 0,-3 9-5 16,1 3-4-16,0 3-5 0,-1-1-1 0,0 1-1 16,-2 4-8-16,2-4-3 0,0 0-3 0,0 1-2 15,2-3-5-15,-1 1-5 0,2-2 1 0,-3-2-5 16,3-3-3-16,0-3 1 0,-1-2-2 0,4 5-5 16,-4-8-5-16,4-1-3 0,-2-2-15 0,-2 0-22 15,1-3-28-15,0 0-33 0,-1 0-26 0,1-2-23 16,1-8-31-16,-3 11-35 0,2-5-184 0,1-6-418 15,-6 4 185-15</inkml:trace>
  <inkml:trace contextRef="#ctx0" brushRef="#br0" timeOffset="-127935.64">20295 9750 73 0,'13'-9'176'0,"5"0"-3"0,1 5-14 16,-1-1-5-16,2 4-2 0,-2 1-15 0,0 4-8 16,0 2-13-16,-5 4-13 0,0 2-8 0,-2 2-13 15,-4 5-5-15,-2 5-6 0,-3 1-9 0,-3 0-7 16,-4 4-1-16,-2-1-8 0,1-3 0 0,-5 1-9 0,-1-2-2 16,-2-2 0-16,4-6-8 0,-3 1-7 0,-6 0-8 15,3-4 5-15,0-2-7 0,2 0 2 16,-2-3-1-16,6-1-2 0,0-3 2 0,2-1-6 15,1-2 1-15,0 2 0 0,0-1 4 0,7-2-3 0,-11 1 0 16,11-1 0-16,-7 3-2 0,7-3-3 0,0 0 2 16,0 0-4-16,-3 7 3 0,3-7 5 15,0 0 3-15,13 13-1 0,-3-6 3 0,3 5-3 16,-5-3 3-16,6 5-5 0,0-3 0 0,1 1 0 0,-2 3-19 16,0-4-24-16,1 3-28 0,0 0-24 0,0-6-39 15,-1 3-18-15,1-1-44 0,-4-3-95 0,1-1-305 16,1-2 135-16</inkml:trace>
  <inkml:trace contextRef="#ctx0" brushRef="#br0" timeOffset="-127656.83">20819 9996 137 0,'-1'-13'250'0,"-2"4"-6"15,1-3-3-15,-2 7-4 0,1-3-12 0,-2 2-20 16,5 6-18-16,-5-7-18 0,5 7-15 0,-6-3-16 15,6 3-9-15,-11 13-10 0,4 2-6 0,1 5-4 16,-3 6-13-16,1 3-10 0,-1 0-3 0,3 5-6 16,0-4 2-16,3 4-12 0,-1 0-8 0,1 1 0 15,3-5-8-15,1 3-6 0,2-2-3 0,-2-2-1 16,3-1-11-16,0-1-3 0,0-1 0 0,0-3-4 16,-2 1 0-16,2-6-5 0,-1 2 0 0,-1-2 3 15,-2 0-9-15,1-3-24 0,-1 1-16 0,0-4-19 16,-1 1-30-16,0-2-20 0,-2 0-34 0,1-1-30 15,-2-2-30-15,1-3-23 0,3-5-234 0,-9 7-484 16,3-4 214-16</inkml:trace>
  <inkml:trace contextRef="#ctx0" brushRef="#br0" timeOffset="-127500.84">20566 10409 2106 0,'-3'-10'27'0,"1"3"17"0,1 0-22 0,1 7-16 16,1-10-4-16,-1 10 1 0,4-10-1 0,-4 10 1 15,6-7 2-15,2 5-6 0,5-1 3 0,-1-2-1 16,8 2 2-16,0-1-30 0,8-1-27 0,2 1-35 0,2-2-48 16,1 0-47-16,0 0-105 0,3-1-314 15,-3-1 139-15</inkml:trace>
  <inkml:trace contextRef="#ctx0" brushRef="#br0" timeOffset="-127335.27">21251 10291 17 0,'8'2'236'0,"-8"-2"-22"15,7 1-12-15,-7-1-6 0,7 2-3 16,-7-2 3-16,8 1-7 0,-8-1-6 0,9 0-15 16,2-1-6-16,-1 0-23 0,1-1-13 0,4 2-11 0,1-5-17 15,2 4-9-15,1-1-19 0,1-1-34 0,0 0-44 16,-2 3-47-16,-3 0-54 0,2-2-56 0,-3 2-62 16,-2 0-118-16,-1-1-372 0,-5 2 164 15</inkml:trace>
  <inkml:trace contextRef="#ctx0" brushRef="#br0" timeOffset="-126807.89">22750 9852 160 0,'-2'-10'237'0,"-3"1"-4"16,2 2-22-16,-1 1-10 0,0-1-21 0,-1 2-7 16,-1 1-12-16,-3 1-11 0,-1 2-9 0,10 1-13 15,-22 6-9-15,12 1-10 0,-2 5-4 0,-2 9 1 16,1 6-9-16,2 4-4 0,-1 14-3 0,5 1-8 15,3 1 0-15,0-2-4 0,5 1-12 0,3 1 7 16,0-12-6-16,2 10-1 0,0-11-1 0,0-2-10 16,1 0-5-16,0-1-2 0,1-1-4 0,-2-4-5 15,0 0-3-15,-2-1-4 0,0-5 4 0,-3-3-6 16,1 1-15-16,-1-1-15 0,-1-2-20 0,-3 1-23 16,2-5-25-16,0 1-30 0,-2-3-25 0,-2-1-28 15,-1-1-28-15,1-4-42 0,5-3-9 0,-11 1-192 16,11-1-455-16,-11-7 202 0</inkml:trace>
  <inkml:trace contextRef="#ctx0" brushRef="#br0" timeOffset="-126463.02">22409 10290 31 0,'-1'-7'190'0,"1"7"-11"16,7-11-24-16,1 4-12 0,4-5-10 0,5 6-4 15,10-2-2-15,1 1-9 0,4-1-10 0,4 2-5 16,3 1-17-16,0-1-9 0,-2 3-4 0,-1-4-8 0,1 7-7 15,-5-1-6-15,-3 2-7 0,-1 1-4 0,-10-1-1 16,-5 2-2-16,-1-1-3 0,-5 0-4 0,1 4-1 16,0-2 0-16,-4 2 5 0,2 3 5 15,-4 1 5-15,0 1 3 0,-4 7-1 0,0-4 0 0,-2 2-2 16,2 1-1-16,-1-2-5 0,2-2-3 0,-3 1-2 16,3-2-1-16,1 5-5 0,1-5-3 0,0-2-2 15,3-1 1-15,0 0-3 0,3 1-2 16,0-3-2-16,2-1 0 0,-1 0 0 0,4-2-4 0,-2-2 2 15,3-1-1-15,1-1-3 0,-2-1 4 0,0-2-1 16,-2-3 6-16,0 0-5 0,-3-4 1 0,-2 1-2 16,1-1-2-16,-5-2 0 0,0-4-5 15,-3-1-14-15,-2 0-23 0,-9-5-35 0,2 0-44 0,-1 7-31 16,-3-8-18-16,2 9-29 0,0 4-23 0,0 4-136 16,2 0-375-16,-2 3 167 0</inkml:trace>
  <inkml:trace contextRef="#ctx0" brushRef="#br0" timeOffset="-126136.84">23048 10497 70 0,'13'-1'225'16,"-13"1"3"-16,11-6-2 0,-5 2-7 0,1-2-8 16,-1-1-9-16,0-2-15 0,-1-1-17 0,0-2-2 15,0 0-12-15,1-3-5 0,-3-1-15 0,-1-1-5 16,0-1-15-16,-4-7-10 0,1 5-7 0,-3 2-7 15,2 0-9-15,-2 0 1 0,1 4-11 0,1 0-6 16,1 3-12-16,-1 1-6 0,2 1-3 0,0 9-6 16,-2-13-7-16,2 6-4 0,0 7 4 0,7-9-10 15,1 6-3-15,4 3-4 0,-1 0 7 0,7 3-14 16,1 1 2-16,-2 2 0 0,2 2-6 0,-4 1 4 16,3 2-3-16,-2 2-2 0,-1 0 0 0,-4 3-3 15,2-2 4-15,-4 1-2 0,0 2-3 0,-1-1 2 16,-2 0 4-16,-2-1-16 0,-2-2-14 0,0 4-17 15,-1-4-22-15,-1-3-31 0,-1 3-30 0,-1-4-33 0,2 1-48 16,-1-1-31-16,1 0-29 0,0-9-139 16,0 13-438-16,0-13 193 0</inkml:trace>
  <inkml:trace contextRef="#ctx0" brushRef="#br0" timeOffset="-125679.77">23393 10300 71 0,'-4'-10'261'0,"1"2"-8"0,0 2-5 0,3 6-19 0,-1-9-15 16,1 9-15-16,-4-9-21 0,4 9-20 0,0 0-5 16,0 0-19-16,0 0 1 0,0 0-18 0,0 0-9 15,1 32-11-15,2-23-9 0,-1 2-6 0,2-2-10 16,4 3-8-16,-3-2 4 0,2-1-14 0,1-1-6 16,2-1-1-16,2 1-6 0,-3-3-4 0,3-1-1 15,0 0-10-15,1-3 0 0,-3 1 0 0,2-2-7 16,-1-2-4-16,-1-1 2 0,-3 1-5 0,-2-3 0 15,2-1-9-15,-2-4-3 0,1 2-3 0,-3-2 1 16,3-2 7-16,-5 0-11 0,-1 0 0 0,0-1 3 16,0 2-3-16,-1 2 3 0,1 9-4 0,0-14-1 15,0 14 1-15,0-10 1 0,0 10-5 0,0 0 3 16,0 0 1-16,0 0 2 0,0 0 0 0,0 0 7 16,0 0-8-16,5 32 4 0,-3-23-3 0,3 3 9 15,2-5-8-15,-1 5 1 0,4-5 2 0,2 0-1 16,3 2 3-16,4-5 2 0,-1-4-3 0,4 0 3 15,-2-1-1-15,0-2 0 0,-1-3 7 0,-3-1 5 16,-2-1 7-16,-1-2 4 0,-3 3 7 0,1-3 4 16,-5 0 5-16,-1 0-5 0,-2 1 1 0,-2-8-4 15,-5 5-1-15,2-4-2 0,-5 0-4 0,0-1-6 16,-1 2-5-16,-2-1-4 0,1 3-16 0,-2 6-15 16,1-3-24-16,0 3-30 0,1 3-34 0,-1 1-33 15,2 2-23-15,8 1-30 0,-14 6-35 0,9 0-40 16,-1 3-135-16,1-2-438 0,3 3 193 0</inkml:trace>
  <inkml:trace contextRef="#ctx0" brushRef="#br0" timeOffset="-125143.95">23967 10231 35 0,'0'0'227'0,"-26"-13"6"0,17 13 3 0,9 0-5 0,-15 1-3 15,5 2-12-15,1 1-16 0,-1 1-7 16,1 0-25-16,1 2-12 0,0 0-16 0,2 3-15 15,0 1-15-15,2-1-7 0,3 0-7 0,2 0-14 0,0-1-6 16,4 1-8-16,1-1-3 0,1-1-9 0,2 0-5 16,2-3-2-16,0-1-8 0,0 0-10 0,3 0-7 15,-1-4-1-15,1 0-9 0,-1-1 0 16,-3-2-2-16,3 0-1 0,-3-2-4 0,-1-3 16 0,0 1-18 16,-1-2 2-16,-1 0-2 0,-2-1-1 0,2-2-3 15,-2-4 5-15,-4 5-4 0,0-2 7 0,2 1-9 16,-3 2 3-16,1-1 3 0,1 4 6 0,-2 7-1 15,1-12 11-15,-1 12-9 0,1-7-3 0,-1 7-7 16,0 0 2-16,0 0 1 0,0 0-1 0,0 0 0 16,0 0 2-16,15 21 1 0,-12-12-2 0,1 2-1 15,1 2 1-15,0-4-2 0,2 1 15 0,-1 0-12 16,0-1 0-16,2-1-4 0,0 1 8 0,2-2 0 16,-3 0-2-16,4-3 2 0,-2-1-3 0,2-2-2 15,0-2 3-15,0 1-2 0,-1-2 0 0,-2-2 4 16,2-2-2-16,-1 1 5 0,-3-1-7 0,2-2 3 15,-3 0-4-15,3-2-5 0,-5 2 3 0,3-3-1 16,0 2 13-16,-2-3-14 0,-1 4-2 0,4-3-2 16,-4 2 4-16,-1 3-1 0,3 0-1 0,-2 0-6 15,-1 1 5-15,-2 5-3 0,0 0 0 0,8-4-3 16,-8 4 5-16,0 0-5 0,12 12 2 0,-9-3 6 16,1 1-1-16,-1 1 1 0,-1 0 0 0,4 4 1 15,-4-3-1-15,1 0 1 0,4 0-1 0,-4-1-2 16,-1 1-10-16,4-2-10 0,0 0-30 0,2 0-33 15,-1-3-39-15,2 2-43 0,2-4-51 0,2-1-43 16,-2-1-200-16,0-3-498 0,8 1 221 0</inkml:trace>
  <inkml:trace contextRef="#ctx0" brushRef="#br0" timeOffset="-124780.52">24617 10226 197 0,'-3'-7'221'0,"0"-1"-5"0,0 2 3 16,-6 0 1-16,5 1-7 0,4 5-16 0,-12-4-10 15,0 4-14-15,1 2-17 0,1 3-5 0,-4 3-23 16,0 3-12-16,1 2-12 0,0 4-9 0,-2 4-11 0,3-5-8 16,2 2-10-16,1-1-1 0,4-2-10 15,1 3-1-15,0-5-12 0,8 2-5 0,-3-3-11 16,3 0-14-16,0-2-8 0,0-2-10 0,1-3-6 16,5 1-6-16,-2-5-2 0,1 2-3 0,1-4 0 0,1-4 3 15,-2 1-3-15,2-2 2 0,-2-3 0 0,-2-1 5 16,4-5 2-16,-5-2 3 0,1-1 4 0,-1-7 2 15,-4-2-2-15,1-1 5 0,-1-3 2 0,1-2 1 16,-3 1 3-16,4-1-2 0,-4-2 5 0,1 0 7 16,0 2 2-16,-1 4 19 0,0 2 14 0,0 8 4 15,2 2 14-15,2 5 12 0,-6 3-3 0,6 1-12 16,-4 8-6-16,0-11-12 0,0 11-1 0,0 0-5 16,0 0-4-16,0 0 11 0,4 39-16 0,-6-14-5 15,2 7 1-15,-1 0-6 0,1-2 5 0,1 2-8 16,-1 2-18-16,2-4-29 0,3 3-43 0,-1-1-52 15,1-1-59-15,4-7-68 0,-3 4-265 0,-1-11-559 16,0-1 247-16</inkml:trace>
  <inkml:trace contextRef="#ctx0" brushRef="#br0" timeOffset="-113807.59">25268 10290 70 0,'9'-18'186'0,"0"-4"0"0,0 4-9 0,0-7-14 15,-2 1-9-15,-4 5-6 0,1 0-9 0,0 0-2 16,-2 1-10-16,-2 2-4 0,0 3-13 0,0 1 1 16,0 0-2-16,0 0-9 0,-6 2-9 0,1 1-9 15,-1-1-6-15,-4 5-12 0,0 0-2 0,1 0-8 16,-5 0-5-16,-1-2 1 0,-1 8-4 0,4-1-5 15,-4 2-5-15,5-2-1 0,-2 1-3 0,0 1-4 16,3-1-4-16,1 0 0 0,9-1-6 0,-11 2-4 0,11-2 0 16,-7 6 0-16,7-6-3 0,0 0 0 0,0 0-2 15,0 0 1-15,23 14-3 0,-6-12 0 16,6 2 0-16,7-3-3 0,3-2-2 0,3 0-5 16,0-1-2-16,2 1 1 0,-2 4 0 0,-6-1-2 0,-8 3 3 15,-2-1-1-15,-4 2 0 0,-1 3-2 0,-3-2 2 16,-3 2 2-16,-1 2-2 0,-1 1 3 0,-4 1 1 15,2-2 1-15,-3 6-1 0,-4-1-1 0,1 1 3 16,0 0 5-16,-3-1-4 0,4 0 1 0,-2 0 2 16,2-5-3-16,0 1-1 0,0-2 2 0,2 2 1 15,-2-2-4-15,4-1 3 0,0 0-2 0,2 1 7 16,-3-5-3-16,7 4-3 0,-5-6 5 16,6 2-5-16,0 0-3 0,3-4 6 0,-3 3-6 0,2-6 0 15,1 2 0-15,-1-3-3 0,6-1 0 0,-6-1 9 16,-1 1-8-16,3-5-3 0,-1-1-1 0,-1-4-3 15,-2 1 0-15,1-2-6 0,-4 2 10 0,-1-4-5 16,0-1 1-16,-2 1 1 0,-1 0 1 0,-1 0-1 16,-2 0 4-16,-1 2 1 0,0 4 9 0,-1 0 3 15,-2 3 3-15,1 1-4 0,-2 0 1 0,-2 3-2 16,2 0 1-16,4 4-1 0,-18-2-3 0,6 4 2 16,2 3 2-16,-3 2-1 0,-3 5 0 0,3 2 0 15,3 0-3-15,-3 1 1 0,4 2 3 0,-1 1 1 16,4-2-6-16,0 2 1 0,5-1 3 0,1-2-2 15,1-3 1-15,5 0-3 0,0-2 4 0,4-1-3 16,5 0 2-16,3-1-3 0,2-3-4 0,1-3-4 16,6-1-5-16,0-2 0 0,0-1-8 0,2-1-3 15,-5-3-2-15,-1-2 6 0,0-4-4 0,-4 5 2 16,-2-2-2-16,1-3 5 0,-9 6 2 0,3-8 0 16,0 2 1-16,-3-4-1 0,-4 3 1 0,-1-4 2 15,0 1 3-15,-2 0 1 0,0 4 0 0,-1 1 6 16,-1-1 3-16,-1 3 7 0,1 9 7 0,-2-11-1 15,2 11-3-15,2-7-4 0,-2 7 5 0,0 0 15 0,0 0 6 16,0 0 3-16,-2 36 2 0,0-16-5 0,0 5 1 16,0 5-5-16,-3-3 9 0,-1 1-13 15,2-2-1-15,1-1-3 0,1-6 0 0,-3-1-6 16,3 0 1-16,2-2-2 0,-2-4-2 0,1-1 0 0,1-4-2 16,0-7-2-16,-2 12 0 0,2-12-3 0,2 9 3 15,-2-9-1-15,0 0-3 0,3 4-6 0,-3-4-4 16,0 0-5-16,22-13 0 0,-11 3 0 0,3-2 0 15,-1-2-3-15,1-1 0 0,2 1-3 16,4-8-6-16,-2 0-2 0,2 3 1 0,-2-4 4 0,2 4 0 16,1 0 5-16,-7 5-2 0,-1 1 2 0,-4-1 3 15,4 2 2-15,-4-1-2 0,-2 2 3 0,-3 3 6 16,1-2 4-16,-2 4 7 0,-1 0-2 0,0-1 4 16,-2 7-2-16,0 0 6 0,-2-10-3 0,2 10-3 15,0 0-3-15,0 0 4 0,0 0-5 0,0 0 2 16,-19 18 0-16,13-9 2 0,4 1-2 0,-1 0-3 15,1-1 0-15,0 0 3 0,-3 1 0 0,10 1 2 16,-1-3-3-16,1 1 2 0,1-2-2 0,3-1-1 16,1-1 3-16,3 0-2 0,3 0-1 0,3-5 1 15,2 0-1-15,0-2-1 0,-2-1 0 0,2 0 0 16,-1-2-1-16,-2 0 1 0,2-3-2 0,-5 0 2 16,-3 3-1-16,-1-2 1 0,-4-3 3 0,-1 0-4 15,0 3 0-15,-4-5-1 0,-2 3 0 0,0-2-1 16,-2 0 2-16,0 0 3 0,1 3-2 0,1 8 4 15,-5-15 4-15,3 8-1 0,2 7 0 0,-5-7 3 0,5 7-7 16,0 0 0-16,0 0 2 0,0 0 4 16,-10 20 1-16,5-4 1 0,1 0 6 0,-1 2-7 15,2 1-3-15,-1 0 2 0,2 0 10 0,0-2-21 16,2 4 10-16,-2-2-6 0,2 5 3 0,0-6-14 0,-2-1-19 16,1 0-21-16,1 1-31 0,0-7-34 0,-2 0-51 15,0 0-52-15,0-3-64 0,-5 0-170 16,2-2-483-16,1-3 215 0</inkml:trace>
  <inkml:trace contextRef="#ctx0" brushRef="#br0" timeOffset="-113649.63">26180 9909 20 0,'0'0'132'15,"0"0"-29"-15,0 0-47 0,0 0-59 0,11-4-49 16,-11 4-55-16,0 0 24 0</inkml:trace>
  <inkml:trace contextRef="#ctx0" brushRef="#br0" timeOffset="-113394.92">26630 9913 68 0,'-4'-10'284'0,"4"10"-2"0,-1-7-8 16,1 7-20-16,0 0-24 0,0 0-25 0,0 0-23 16,0 0 4-16,0 0-8 0,0 0 1 0,7 25-10 15,-5-6-4-15,3 6-3 0,-3 3-32 0,-2-1-7 16,0 2-10-16,-2-1-11 0,1-1 2 0,-3 1-13 16,0-2-17-16,-1 1-3 0,0-2-9 0,1 0-2 15,-1-7-9-15,3 1-5 0,0-1-5 0,2-1-23 16,-2-6-26-16,0 0-29 0,4 2-25 0,0-1-27 15,-2-1-29-15,2-3-31 0,0 2-35 0,3-4-36 0,-3-3-29 16,-2-3-216-16,8 5-504 0,-8-5 223 16</inkml:trace>
  <inkml:trace contextRef="#ctx0" brushRef="#br0" timeOffset="-112974.4">26475 10114 101 0,'-2'-6'166'0,"2"6"-18"0,-2-8-13 15,2 8-5-15,13-6-9 0,0 2-17 0,14 1-1 16,4-1-8-16,5 3-11 0,3-2-7 0,12 2-6 16,1-2-4-16,-16 5-12 0,-1-5 0 0,2 3-10 15,-5-1-2-15,-3 0-8 0,-8 1 5 0,-4 0-7 16,-6 1 1-16,3-2 7 0,-6 2 14 0,-1-1 12 16,-7 0 5-16,9 1 3 0,-9-1 1 0,0 0-5 0,0 0-7 15,0 0-6-15,0 0-4 0,0 0-4 0,0 0 0 16,-24 15 0-16,10-5 1 0,-2 0-5 15,0 3 0-15,3 0-8 0,-1-1-4 0,5 2-4 0,-1 2-1 16,4-5-4-16,2 1 0 0,0 1-7 0,1 0 2 16,6-3-2-16,-3 3 5 0,4-4-7 0,2 0-1 15,2-2-4-15,3 0 5 0,-2-3-4 0,2-1-3 16,2-1-1-16,1-4 3 0,-3 0-5 0,2-1 5 16,-1-2-2-16,-1 1 0 0,-2-5 0 0,2 1 1 15,0-3-4-15,0-2-1 0,-1 4 1 0,-4 0 1 16,-3-2 3-16,1 1 3 0,2 2-1 0,-2 2-2 15,0 1 0-15,-4 5 4 0,6-11-7 0,-6 11-3 16,0 0 1-16,5-1-1 0,-5 1 0 0,0 0 0 16,9 18-10-16,-5-9-28 0,1 0-25 0,0 7-31 15,-1-5-34-15,1 5-42 0,-1-5-33 0,2 3-27 16,-1-4-158-16,0 3-414 0,1-4 184 0</inkml:trace>
  <inkml:trace contextRef="#ctx0" brushRef="#br0" timeOffset="-112780.83">27204 10262 137 0,'6'-15'156'16,"2"-1"16"-16,1 2 7 0,-1 1 10 0,-2 3 2 15,1-2-15-15,1 5-4 0,-1-1-22 0,3 0-15 16,-4 7-16-16,2-2-7 0,-3 2-9 0,-5 1-11 16,16 4-12-16,-10-1-1 0,1 4-7 0,0 0-8 15,0 0-3-15,-2 2-6 0,-1 1-9 0,0 4-8 16,-1-3-34-16,1 0-28 0,-4 2-45 0,2-2-64 15,-2-1-22-15,2 1-53 0,-2-2-125 0,0 0-359 16,0-9 159-16</inkml:trace>
  <inkml:trace contextRef="#ctx0" brushRef="#br0" timeOffset="-112405.48">27546 10033 225 0,'-1'-5'275'0,"1"5"-19"0,-6-11-25 0,4 7-19 16,2 4-10-16,0 0-16 0,-25 13-3 0,10 0-13 16,-6 9-7-16,2-1-13 0,0 1-19 0,1 0-11 15,5 3-11-15,2-1-13 0,5-5-9 16,2 0-10-16,4 4 0 0,2-5-10 0,3-1-6 0,6 0-9 16,1-2-5-16,4-3 0 0,3-1-5 15,6-2-4-15,6 1-2 0,-3-6-4 0,1-2-2 0,2-3 0 16,-3-1-6-16,-1-3-3 0,-10 1 0 0,4-4-3 15,-3-1-3-15,-1-3 0 0,-3-2-2 0,0-1 1 16,2-5-3-16,-8 2 0 0,1-6 0 16,-1-1 0-16,-4-2-1 0,2 2 0 0,-5 6 0 0,-1 2 10 15,0 5 4-15,-3 1 12 0,1 1 4 0,-3 2-3 16,0 4-6-16,5 4-4 0,-15-3 2 0,1 6-4 16,-1 5 0-16,-1 4-2 0,0 1-3 0,4 2-7 15,1 2 2-15,5-1 0 0,2 3-8 0,3 2-26 16,6-2-14-16,8 2-26 0,5-1-42 0,3-2-47 15,9-2-70-15,7-4-55 0,12 4-258 0,3-3-574 16,3-4 253-16</inkml:trace>
  <inkml:trace contextRef="#ctx0" brushRef="#br0" timeOffset="-110605.65">28502 10229 2118 0,'0'-11'-5'0,"0"0"37"0,-1 1-10 0,-2 1-19 0,3 9 6 15,-5-10-3-15,1 5 2 0,4 5 21 0,-10-2 2 16,10 2 8-16,-15 4 14 0,6 2 7 0,-1 3-1 15,0 2-1-15,-1 3-3 0,1 2-5 0,0-1-1 16,3 0-5-16,3 2-9 0,3-1 3 0,1 0-6 16,3 0-2-16,-1-5-5 0,5 0 0 0,3 3-2 15,2-3-1-15,0-1-3 0,1-3-1 0,0-3 2 16,6 2-2-16,-2-3-2 0,1-3 1 0,-1 0-1 16,-5-3-2-16,1-1-3 0,-1-1 2 0,-4-3-1 15,0 0-1-15,1-3-7 0,-4-4-1 0,-1-1-6 16,-4-2 2-16,-4 0-4 0,-1-1 2 0,-5-6-2 15,-6 1 4-15,0 2-6 0,-4 3 2 0,0 2-2 16,3 7 2-16,1 0 0 0,-3 1 0 0,1 4 1 16,0 1 1-16,-1 0-1 0,6 3-2 0,4 2 1 15,0-1 0-15,0 3-2 0,9-3 0 0,-8 7 3 16,5-2 3-16,3-5-4 0,7 12 2 0,4-7 4 16,5 3-2-16,6-2 0 0,10-3 3 0,3 0 0 15,1-1-10-15,1-3-5 0,2-3 6 0,2 1-1 16,-7-1-2-16,2-2 2 0,-7 0 7 0,-2-3-5 15,-9 1 1-15,6-5 0 0,-8 4 5 0,-4-4 2 16,-1-3-2-16,-2 3 4 0,-4-4 1 0,1 1 0 16,-2-5 1-16,-1 2 7 0,-2 2 5 0,-2 0 4 15,-1 0 6-15,-1 0 13 0,-1 6-7 0,1 0 7 16,2 1-4-16,-2 4-9 0,3 6-1 0,-2-5-6 16,2 5-4-16,0 0-3 0,-14 29 14 0,7 1-1 15,-1 3 4-15,-2 17-1 0,1-1-2 0,0 5-4 0,0-5 0 16,4 2 1-16,0-2-3 0,4-13-2 0,-2 11-5 15,2-15 1-15,2 2 10 0,0 0-12 0,2-4 0 16,0 2-3-16,-2-5-6 0,4-1-17 16,-3-5-26-16,5 1-30 0,-4-2-26 0,-2-4-43 15,3 0-52-15,-2-6-36 0,-2 0-57 0,0 2-159 0,0-12-478 16,-4 15 211-16</inkml:trace>
  <inkml:trace contextRef="#ctx0" brushRef="#br0" timeOffset="-110445.29">28784 10390 105 0,'4'-11'227'0,"2"3"-22"0,0-3-19 0,4 2-17 16,7-3-19-16,1 2-16 0,7-2-21 0,4 0-35 16,4 2-39-16,4 2-50 0,1 2-43 0,17-1-51 15,-4 1-101-15,2 3-224 0,-14-1 100 0</inkml:trace>
  <inkml:trace contextRef="#ctx0" brushRef="#br0" timeOffset="-109718.68">29922 10164 69 0,'0'0'256'0,"-4"-19"6"16,-2 10-5-16,0 0-7 0,-2 2-10 15,0 0-12-15,-3 2-17 0,-1 0-18 0,-2 5-11 16,-3 0-16-16,0 3-15 0,-4 1-15 0,-5 6-6 15,1 3-12-15,-1 0-9 0,5 4-13 0,-1 0-5 0,2 3-8 16,7-4-14-16,1 1-2 0,3 0-11 16,2 1-3-16,3-3-7 0,0 2-2 0,5-2 11 15,4-3-19-15,0 0-6 0,1-1-3 0,4 3-1 0,0-5-5 16,2-3 0-16,2 0-7 0,0-1 0 0,0-3-4 16,-2-3 8-16,1 1-10 0,1-5-1 0,-2 0-3 15,-3-3-1-15,2-5 7 0,0-1-5 16,-4-3 0-16,1-2 0 0,-2-6-5 0,-2-5 4 0,0-1-1 15,-4-1-1-15,1-2-2 0,-1-13 3 0,-2 0-3 16,0 12-2-16,2 2 5 0,-1-3-3 0,1 2-1 16,0 2 1-16,1-1-3 0,1 4 5 15,-1 4 5-15,0 7 5 0,-1 6 5 0,0 0 1 0,1 3-5 16,-1 3-6-16,0 6 7 0,3-8-8 0,-3 8-4 16,0 0-2-16,-1 25 3 0,1 2-1 0,0 2 0 15,1 6 0-15,-1 11 5 0,0 2-3 0,7-1 16 16,-4-14-18-16,2 0-1 0,2 3-1 0,0-5 0 15,1 0 4-15,5-3-8 0,-3-2 4 0,4-2 2 16,0-3 3-16,-2-5-3 0,0-3 8 0,1 1-9 16,-1-6-13-16,2 1 0 0,-3-4 3 0,3 0-3 15,-2-4-6-15,1-2 10 0,-1-2-4 0,0 0-1 16,1-5-1-16,0-3 6 0,-5 0-4 0,3-3 1 16,-4-6-6-16,5-2 1 0,-7-3 2 0,0 0 1 15,0 0 1-15,-1 6 1 0,-3 2 3 0,2 6 4 16,-4 1 5-16,2 1 2 0,-1 2 2 0,0 7-3 15,1-8-4-15,-1 8 2 0,0 0-5 0,0 0-2 16,0 0 3-16,0 0-4 0,-8 20 4 0,7-7 4 16,0 2 3-16,0 0-1 0,-1-1-5 0,5 2-22 15,-2-1-38-15,0 0-21 0,2 2-51 0,0-1-59 16,2-4-55-16,0-2-260 0,-1 2-550 0,-1-4 244 16</inkml:trace>
  <inkml:trace contextRef="#ctx0" brushRef="#br0" timeOffset="-109557">30029 9901 127 0,'-2'-7'254'0,"-2"-1"-27"0,1 2-28 16,3 6-21-16,-3-9-43 0,3 9-36 0,0 0-37 0,0 0-43 15,0 0-59-15,0 0-65 0,22 16-88 16,-7-4-209-16,1-1 94 0</inkml:trace>
  <inkml:trace contextRef="#ctx0" brushRef="#br0" timeOffset="-109294.64">30313 10221 108 0,'-1'10'215'16,"0"-4"-6"-16,1-6-2 0,-2 13-8 0,2-13-13 15,0 10-6-15,0-10-8 0,3 11-10 0,1-10-6 0,-4-1-6 16,11 7-11-16,-2-4-7 0,3-2-10 0,0-3-11 15,3-1-4-15,2-1-8 0,0-2-7 0,1-2-3 16,0 0-2-16,-2-2-10 0,-2 0-3 0,-1-1 0 16,-10 0 1-16,5-3-9 0,-6 1-4 15,-3-3-6-15,-2 4-8 0,-2-4 0 0,-3-1-8 0,-4 4-5 16,0 1-9-16,-2 2 0 0,-3 4-4 0,1-1-1 16,1 5-5-16,-5 1-14 0,2 2-16 15,-1 4-30-15,1 0-33 0,-1 3-28 0,5 1-28 16,4 0-37-16,2 0-42 0,4 0-41 0,3 4-194 0,4-6-485 15,4 2 214-15</inkml:trace>
  <inkml:trace contextRef="#ctx0" brushRef="#br0" timeOffset="-108718.92">30888 10147 53 0,'5'-5'246'0,"-2"2"1"0,0-3 9 0,-3 6 0 15,0-13-11-15,-7 4-9 0,-1 5-8 0,-1-2-7 16,-1 2-5-16,-1 1-16 0,-3 3-15 0,1 2-21 15,-5 3-12-15,1 1-9 0,-2 4-15 0,1 0-10 16,-5 3-6-16,6-1-16 0,2 3 2 0,1-4-20 16,4 5-18-16,0-3-5 0,5-2-2 0,0 2-3 15,2-3-4-15,5 0-1 0,1 0-6 0,4 0 0 16,-1-4 1-16,4 0-12 0,3-1 8 0,-1-2-14 16,0-1-4-16,6-4 7 0,0-1-8 15,-1-2 0-15,-2-3 1 0,-1 0-4 0,1-2-1 0,-2-6-3 16,-2 1-3-16,-1-1 6 0,-1-3-6 0,1-8 1 15,-3-1-3-15,1-1 0 0,-3-4 4 0,2 0 5 16,-2-1-13-16,2-1-7 0,-3 0 4 16,-1 2 2-16,-1 0-3 0,0 1 6 0,-1 3 2 0,-1 4 7 15,1 8 3-15,1 4 9 0,-2 1 4 0,-2 2-2 16,2 3 2-16,0 7-14 0,2-12 9 0,-2 12-10 16,0 0-5-16,0 0 0 0,0 0 1 0,0 34-11 15,-3-8 4-15,0 3 4 0,1 3 3 0,0 2-1 16,0 2 14-16,3-1-11 0,0-3-4 0,2 1-5 15,1-3 1-15,2-1 2 0,2-3-3 0,3-1 5 16,1-1-3-16,3-4 6 0,-3-4 4 0,6 1-5 16,-2-6-3-16,2-1-12 0,0-4 13 0,3 1 1 15,-1-4 3-15,1-3-1 0,-1-1-5 0,2-3 3 16,-4-2-4-16,7-2-8 0,-5-1 5 0,-1-2-5 16,-2-1 1-16,1-7 4 0,-4 6-4 0,-3-4 6 15,-1 1-3-15,-4 0-4 0,-1 0 6 0,-1 0-3 16,-4 4 9-16,0 2-2 0,-1 4 1 0,-3-2 0 15,4 8 3-15,-12-3-9 0,1 3 4 0,-1 3 3 16,-5 7-3-16,1 1 1 0,1 1 0 0,2 1-5 16,0-2 3-16,6 0 0 0,2 1-10 0,3 4-25 15,4-4-32-15,1 0-36 0,4-3-45 0,5 4-54 16,5-4-62-16,10-2-63 0,1 0-296 0,2-4-670 16,-1 0 296-16</inkml:trace>
  <inkml:trace contextRef="#ctx0" brushRef="#br0" timeOffset="-106687.03">20424 11294 134 0,'0'0'231'0,"-6"-9"-7"16,2 3-12-16,4 6 1 0,-5-8-14 0,5 8-5 16,-5-7-19-16,5 7-18 0,-5-4-14 0,5 4-15 0,0 0-18 15,0 0-13-15,0 0-8 0,0 0-6 16,-7 26-3-16,6-8-4 0,-3 10-12 0,2 1 2 15,-2 4-4-15,1 3-3 0,2-4-5 0,-3 3-4 16,-1-5-5-16,4 3-6 0,2-2-2 0,0-2-8 0,1-2 1 16,0 1-1-16,1-4-5 0,-2-6-1 0,1 0 1 15,1 0-1-15,0 0-5 0,-2-2-6 16,3-5-13-16,-2-1-17 0,0 1-13 0,-1-1-23 16,2 0-30-16,-3-3-33 0,0-7-35 0,0 10-20 0,0-10-30 15,-2 9-27-15,2-9-134 0,0 0-392 0,-9 0 174 16</inkml:trace>
  <inkml:trace contextRef="#ctx0" brushRef="#br0" timeOffset="-106115.24">20406 11327 1534 0,'9'-31'-3'0,"-1"0"9"0,1 6 22 16,-1 7-8-16,-1 3-7 0,-3 3 1 0,1 2-2 15,2 2 0-15,0 2 11 0,0 2-5 0,-2 1 11 16,-5 3 1-16,15 3 10 0,-7 2 0 0,-1 5 1 15,0 4 0-15,-1 5 0 0,-2 1-7 16,-3 5 0-16,-6 1-1 0,3 2-4 0,-5 0-6 0,-3-2 3 16,2 0-3-16,-4-1 0 0,0-1-4 0,-3-2-5 15,3-5 0-15,-2-3 2 0,4 0 1 0,-3-3-6 16,4-3 3-16,-1-1 11 0,4-2 11 0,-3-1 10 16,1-3 1-16,8-1 3 0,-13-1-7 0,13 1 2 15,-10-4-7-15,10 4 5 0,-9-6 4 0,9 6-11 16,-4-8 1-16,4 8-6 0,0 0 1 0,-2-6-6 15,2 6-5-15,0 0-5 0,0 0 0 0,0 0-3 16,21 3-3-16,-12 0 5 0,4 1-7 0,2 4 4 0,2-1-6 16,1 2-14-16,0 1-17 0,0 0-25 15,1 0-34-15,6 1-22 0,0 1-15 0,-7-3-21 16,2-4-5-16,-1 0-14 0,2 0-7 0,-2-1 3 16,0-3 2-16,-1 1 11 0,-1-2 6 0,-5-2 19 0,-1 0 17 15,1-5 23-15,-4 4 21 0,-2-1 21 16,0 0 25-16,-1-2 9 0,1-2 21 0,-3-1 11 15,-1-1 19-15,1 1 12 0,-2-1 7 0,0 0 14 16,2 0 18-16,-2-2 17 0,2 5 7 0,-1 0 3 0,0 0 1 16,-2 7-7-16,2-7-7 0,-2 7-10 15,3-7-16-15,-3 7-4 0,0 0-2 0,0 0 8 16,0 0 5-16,10 23 2 0,-8-7 13 0,0 2-3 16,-1 6 0-16,-4 2 0 0,1-1-11 0,0 1 3 0,0-2-1 15,1-5-18-15,1-1 0 0,-2 0-9 0,2-1 3 16,0 0-14-16,2-5-5 0,-1 1-7 0,0-2 1 15,2 1-1-15,2-3-7 0,-1 0 1 0,2-1-9 16,3-2-11-16,0 1-27 0,0-1-17 0,4-5-43 16,-3 1-33-16,3-2-47 0,1 0-58 0,3-6-55 15,0-3-209-15,-2 2-514 0,2-5 227 0</inkml:trace>
  <inkml:trace contextRef="#ctx0" brushRef="#br0" timeOffset="-105954.41">21251 11671 30 0,'7'-3'267'0,"-7"3"-29"0,6-3-10 0,-6 3 0 0,7-2 0 16,-7 2-3-16,10-2-15 0,-5-1-18 0,1 1-19 15,3 0-13-15,2 2-19 0,2-3-15 0,0 1-29 16,4 0-30-16,2-1-49 0,-6 2-63 0,6-2-70 16,1 2-71-16,-2-2-195 0,4 0-412 0,-2 2 183 15</inkml:trace>
  <inkml:trace contextRef="#ctx0" brushRef="#br0" timeOffset="-105550.89">22362 11372 2720 0,'-3'-30'6'0,"2"-1"3"16,-3 5 1-16,3 8-3 0,1 5 0 0,-2 2 5 16,4 0 4-16,-2 5-6 0,0 6-5 0,-2-12 0 15,2 12-1-15,0 0 7 0,0 0 22 0,0 0 12 16,7 29 10-16,-5-4-1 0,-3 7 0 0,0 3 0 15,0 10-4-15,-1 5-3 0,0-15-4 0,-2 12-7 16,1-13 0-16,2 2-4 0,-3-4-2 0,3-3-5 16,0-3-2-16,1-1-3 0,1-6-3 0,0-2 1 15,2-6 3-15,-2-1-2 0,-1-1 2 0,1-1-9 16,-1-8 3-16,0 10-1 0,0-10 2 0,2 8-3 16,-2-8-6-16,2 4-24 0,-2-4-21 0,0 0-32 15,0 0-35-15,0 0-40 0,0 0-49 0,13-12-29 16,-9 6-26-16,6 2-184 0,-2-5-467 0,2 0 207 15</inkml:trace>
  <inkml:trace contextRef="#ctx0" brushRef="#br0" timeOffset="-105266.41">22599 11607 98 0,'0'0'187'0,"0"0"-18"0,0 0-14 16,7-6-3-16,-7 6-1 0,0 0 12 0,0 0-3 15,8 10 10-15,-8-10-15 0,2 12-1 0,1-2-10 0,0 0-9 16,-1 0-14-16,-1 1-9 0,1 1-10 0,2-1-10 15,0-1-7-15,1 2-6 0,3-4-5 16,2 1-4-16,-1-3-10 0,4-1-2 0,1 1-5 16,3-4-2-16,2-2-8 0,0-2-2 0,-1-1-5 15,2-2-1-15,4-6-6 0,-4 3 3 0,-5-1-7 0,-1-1 0 16,-5 3-2-16,-1-5-3 0,-2-3 1 0,-3 3 0 16,-3 0 6-16,-5-2-11 0,-1-6-3 0,-4 5 0 15,0 2-5-15,-4 0 1 0,0-2-9 16,-2 5-6-16,1-2-10 0,0 6-14 0,2 3-23 0,0 3-24 15,1 3-26-15,0 2-23 0,0-1-35 16,2 2-35-16,3 3-41 0,-4 0-160 0,8-1-431 16,-1 1 191-16</inkml:trace>
  <inkml:trace contextRef="#ctx0" brushRef="#br0" timeOffset="-104537.72">23159 11521 258 0,'-9'-2'254'0,"-3"2"3"16,-5 4-10-16,0-1-10 0,2 6 0 0,-3 1-19 16,-4 4-19-16,7-2-20 0,-7 3-16 0,9 0-11 15,-3 7-19-15,3-6-13 0,3 0-11 0,2 2-14 16,3-3-3-16,1-2-11 0,4-1-12 0,3-2-2 16,1 0-7-16,2 0-8 0,4-3-7 0,0-3-5 15,3 1-9-15,0-2-6 0,0-3-2 0,1-2 1 16,-1-1-2-16,1 0-6 0,-4-2-2 0,2-4 3 15,-1 2-7-15,-2-3 4 0,0-6-7 0,1 4 4 16,-2-3 1-16,-4 0-4 0,1 0 0 0,-1 4 2 16,-1-1-4-16,1 2 4 0,0 0 5 0,-3 4 6 15,-1 6-4-15,3-11-7 0,-3 11-3 0,0 0 0 16,4-4 2-16,-4 4-5 0,0 0 2 0,0 0 1 16,5 27 2-16,-4-17-6 0,3 0-13 0,1 2-23 15,3 4-22-15,-2-1-27 0,2 0-17 0,2-3-25 16,3-1-21-16,3-2-23 0,3-2-14 0,4-4-4 0,6-1-9 15,2-2 4-15,1-2 3 0,-1-1 14 16,-2-4 24-16,1 2 20 0,-9-2 14 0,-2 1 27 0,-3-2 19 16,0-1 23-16,-1-1 17 0,-5 3 19 15,-1-3 16-15,-1 0 16 0,-1-2 18 0,-3 3 26 0,1-2 25 16,-3 0 3-16,-2-1 4 0,-2 5 13 0,-2-3 1 16,1 3 8-16,-4 0-3 0,1 4-2 0,-3 1-10 15,9 2 3-15,-22-1-5 0,7 6-6 16,-3 3-4-16,-6 5 3 0,1 3-18 0,2 0-4 0,1 2-13 15,6-3-5-15,0-2-9 0,6 0-1 0,2 3-6 16,2-4-1-16,2-2-3 0,4 2-7 0,2-2-5 16,-1 0 0-16,7-4-11 0,0 1-5 15,0-2-2-15,4-1-10 0,0-3-3 0,3-3-2 0,-3-1 3 16,2-4 0-16,-3 1-6 0,0-4 8 0,-3 2-1 16,0-7 1-16,1 1-1 0,-5-2-1 0,0-3 0 15,-1-8 4-15,-3-1-3 0,-1 1 3 0,-1-1-1 16,0-4 4-16,0-2-1 0,-3-1 1 0,1-1 3 15,-1 1 4-15,1 4 7 0,0 0 22 0,0 4 14 16,-1 8 14-16,2 2 10 0,1 5 7 0,-1 5-8 16,0-4 2-16,1 11-17 0,-2-8-9 0,2 8-3 15,0 0-6-15,0 0 29 0,-1 30-14 0,-2-5 1 16,-2 3 6-16,3 1-19 0,-2 6 0 0,1-6-10 16,-2 4-5-16,3-2 4 0,-1 1 0 0,3 1-9 15,3-3-11-15,-2-2-37 0,0 2-38 0,4-2-44 16,-1 0-54-16,0-2-56 0,2 2-59 0,2-4-61 15,1-6-211-15,-1 0-593 0,-1-2 263 0</inkml:trace>
  <inkml:trace contextRef="#ctx0" brushRef="#br0" timeOffset="-103344.39">24371 11890 68 0,'-1'-11'253'0,"-1"-1"-22"0,4-2-7 0,3-3-9 16,1 2-11-16,2-3-6 0,4-7-17 0,2 1-8 15,-1 2-17-15,-4-1-9 0,7-3-11 16,-3 4-6-16,2-2-14 0,-5-2-6 0,0 2-5 0,-6 6-8 15,0 2-11-15,-3-2-2 0,-2 2-6 0,-2 5-7 16,-3-3-6-16,-2 5-5 0,-1 0-6 16,-1 2-7-16,-7 0-7 0,1 3 2 0,-2 4-5 15,0 0-5-15,5 1-5 0,0 2-6 0,-1 2-1 0,3-3-5 16,1 4-1-16,3 0-1 0,0 2-3 0,3-2-2 16,4 3-5-16,4-1-5 0,3 2 0 0,7-2-5 15,2-2-2-15,4 1-3 0,9-4-3 0,0 1 5 16,4-3-5-16,-4-2 7 0,1 1-2 0,-10 1 0 15,-1 1-4-15,-1-1 6 0,-6 1-3 0,-2 1 0 16,1 2-1-16,-2 0 6 0,-1 3-3 0,-3 2 6 16,-1 1 4-16,1 1 3 0,-4 5 0 0,-1 0 8 15,-1 0-1-15,1 0 0 0,0 0-1 0,1-1 0 16,-2-1-2-16,1 0 0 0,3-3 1 0,-1-1 1 16,1-2-1-16,2 3-1 0,1-4-1 0,1 0 4 15,1 1-2-15,3-6 1 0,0-1-2 0,3 0-2 16,-1-4 0-16,6 0 0 0,-1-1 5 0,0-3-6 15,-1-2 11-15,-1 0-9 0,-2-2-2 0,-5 1-1 16,4-3 2-16,-3 1 0 0,-2 1 2 0,-2-4-2 16,1-1-1-16,-3-1 0 0,-1 0-5 0,0-1 1 15,-4-2 2-15,-1 3-3 0,-3 0 3 0,-1 1-1 0,2 5 7 16,0 0-1-16,1 2 3 0,0 2 1 16,-1 1-6-16,4 5 2 0,0 0-4 0,0 0 3 15,-18 14 2-15,9 1-3 0,-2 4 5 0,0 5-3 0,2 1 1 16,6-4-1-16,0-2 2 0,-1 2-8 0,7 3 5 15,-1-5 2-15,3-1-2 0,2-1 0 0,2-2 1 16,4-5-5-16,0 2 3 0,3-3 0 16,2-1-3-16,1-5 0 0,0-3-9 0,3 0-6 0,1-3-6 15,-3 0 5-15,-2-2-3 0,0-4 2 0,-2 1 2 16,0-2-1-16,-8 0 1 0,3-2 3 0,-3 2 1 16,0-4 1-16,-3-3-1 0,-3 2 1 15,-2-2 7-15,0-2-9 0,-2 1 2 0,0 0-3 0,-1 3 4 16,1-3 4-16,0 6-2 0,-2 2 8 0,4 3 1 15,-2 1-1-15,2 6-1 0,-6-8-2 0,6 8 11 16,0 0-4-16,0 0-1 0,0 0 0 0,-1 26 8 16,1-15-1-16,1 6 0 0,-1 1 4 0,0 0-2 15,-1 0-7-15,-1 1 1 0,3-2-2 0,-1 0 5 16,0-6-1-16,0 3-4 0,1-4 1 0,0 0 0 16,1-3 0-16,2-1 0 0,-2 0-1 0,-2-6 14 15,2 8-16-15,-2-8 2 0,9 3 2 0,-5-2-1 16,-4-1-1-16,16-7-1 0,-7 2-4 0,2-2 4 15,-1 0-1-15,3-4 0 0,0-2-3 0,1-1-12 16,-1 0-4-16,-1-1-1 0,0 0 1 0,1-2-1 16,-3-1 3-16,3-3-1 0,-3 6 5 0,-4 5 2 15,1 0 0-15,-3 1 1 0,1 3-2 0,-3 2 0 16,-2 4 7-16,5-7-6 0,-5 7 0 0,5-3-6 16,-5 3 10-16,0 0 6 0,0 0 1 0,6 18-2 15,-6-8 0-15,0 1 1 0,1-1 2 0,1 0 0 0,0 1-3 16,0 0 4-16,2-2-5 0,0 1 1 15,2-4 1-15,2 2 2 0,1-2 2 0,3-3-2 16,1 1 1-16,5-3-5 0,0-2 8 0,0-1-6 16,0-1 2-16,0-3-3 0,-1-1 2 0,0 1-3 0,-7-1 3 15,1-2 1-15,-1 0-6 0,-1 1 6 16,-1-2-4-16,-2-1 5 0,-2-2-4 0,-3-3-1 16,2 5 13-16,-3-2-14 0,0 1 6 0,-3 2-14 15,2 0 9-15,1 3-1 0,0 7 5 0,-2-11 0 0,2 11-2 16,0 0-4-16,0 0 12 0,0 0-9 0,0 0-1 15,0 0 6-15,-12 25-9 0,8-10 5 16,-3 0 1-16,3 2-3 0,0 1 2 0,1 0 1 16,-1-1-1-16,-1 1-5 0,5-1-20 0,-2 0-21 0,1-1-34 15,-1 0-37-15,2-4-39 0,-1 3-46 0,0-3-45 16,-1-3-40-16,0 1-219 0,-2-2-543 0,0-2 240 16</inkml:trace>
  <inkml:trace contextRef="#ctx0" brushRef="#br0" timeOffset="-103184.43">25224 11543 2273 0,'-3'-17'78'0,"-1"4"-30"16,1 5-25-16,2 0-24 0,-2 2-35 0,3 6-1 16,0 0 7-16,0 0-21 0,0 0-12 0,0 0-29 15,0 0-33-15,16 3-32 0,-16-3-148 0,23 4-331 16,-7 2 146-16</inkml:trace>
  <inkml:trace contextRef="#ctx0" brushRef="#br0" timeOffset="-102953.23">25832 11337 128 0,'-4'-10'254'16,"2"4"0"-16,-3-1 4 0,5 7-4 0,-5-11-14 15,5 11-24-15,-4-6-18 0,4 6-20 0,0 0-2 16,0 0 0-16,0 0-8 0,2 38-3 0,0-19-6 15,1 8-14-15,-2 6-6 0,3-2-23 0,-2 0-1 16,-4 0-13-16,-1-2-8 0,3-1-16 0,-1-1-1 16,-1 1-10-16,0-2-11 0,-2 0-4 0,2-7-1 15,-2 0-26-15,1-4-19 0,-1 1-27 0,1-3-32 16,-1-2-38-16,3 1-32 0,-1-3-34 0,0-1-38 16,2-8-41-16,-2 8-25 0,2-8-208 0,-5 6-507 15,5-6 225-15</inkml:trace>
  <inkml:trace contextRef="#ctx0" brushRef="#br0" timeOffset="-102544.61">25706 11521 176 0,'-2'-7'210'16,"2"7"-15"-16,-2-9-15 0,2 9-15 0,4-8-7 0,-4 8-12 16,14-7-11-16,0 5-12 0,3-1-13 0,12 0-9 15,0 0-7-15,3 1-12 0,-2-2-10 16,1 4-5-16,0-1-8 0,-2-2-5 0,-8 3-3 15,-1-1-6-15,-6 0-7 0,-1 2-2 0,-1-1-5 0,-4 0-1 16,1 0 2-16,-9 0 6 0,14-1 4 0,-14 1 1 16,4 2 6-16,-4-2 3 0,0 10 5 0,0-10 1 15,-4 16 3-15,-4-6 4 0,2-1-3 16,0 7-2-16,-1-1-5 0,-3-1-8 0,6-2-3 0,-1 4-3 16,1-3-1-16,0-2-7 0,4 1 0 0,0 0-6 15,2-1-1-15,0-2 4 0,2-3-6 0,-1 0-5 16,1 0 1-16,2-1 0 0,2-1-3 0,-1-1 0 15,1-2-1-15,0-1-5 0,2-1 3 16,-10 1-2-16,16-7 0 0,-6 1 0 0,-2 1-3 0,-1-3 0 16,-1 0 0-16,-1 1-1 0,0-1-3 0,-1 2 16 15,-2-2-13-15,1 3 6 0,-3 5 5 0,4-9-2 16,-4 9-6-16,4-7-5 0,-4 7 2 0,0 0-5 16,0 0 5-16,0 0-1 0,10 14 3 0,-6-6-23 15,-4 4-33-15,0-3-34 0,0 2-48 0,2 3-44 16,1-2-56-16,1-1-51 0,-4 0-184 0,2 0-500 15,2-2 221-15</inkml:trace>
  <inkml:trace contextRef="#ctx0" brushRef="#br0" timeOffset="-102337.46">26299 11656 86 0,'5'-16'240'0,"1"4"2"0,-1 3 6 0,2-3 2 16,-2 2-7-16,1 2-18 0,1 0-17 0,-1 2-20 15,4 0-15-15,-4 5-12 0,3 1-18 0,-9 0-11 16,16 5-10-16,-7 0-13 0,-3 3-8 0,-1 0 1 16,2 2-18-16,-2 1-10 0,-1 0-13 0,0-1-30 15,-1-1-28-15,-1 2-37 0,2-2-33 0,-2 1-39 16,1 1-31-16,0-5-45 0,1-1-55 0,-2 3-174 16,4-2-444-16,-6-6 196 0</inkml:trace>
  <inkml:trace contextRef="#ctx0" brushRef="#br0" timeOffset="-101966.34">26841 11489 180 0,'0'-18'245'15,"0"6"4"-15,-3-4 3 0,1 6 2 0,0 0-3 0,-1 5-15 16,3 5-23-16,-10-7-18 0,10 7-13 16,-19 5-7-16,4 6 2 0,-4 7-10 0,-3 2-13 15,2 3-10-15,0 1-10 0,4 0-12 0,2 2-9 16,1-4-14-16,4 3-13 0,4-2-10 0,3-4 0 0,5-1-5 15,6 0-4-15,0-1-16 0,11 1 1 0,4-4-7 16,3-3-3-16,5-3-8 0,1-1-4 16,4-5-11-16,-5-2-9 0,5-2-19 0,-9-2 3 15,5-2-4-15,-2 0-3 0,-3-5 20 0,-1 2-16 0,-10-3-2 16,6-5 3-16,-1 1-3 0,-6-4 3 0,0-1-6 16,-7 3 4-16,-5-1 1 0,1 1-1 0,-3-7-1 15,-2 8 5-15,-7-2 0 0,3 2 4 16,-3 4 10-16,-3 2 20 0,0 5-13 0,-7 2 9 0,4 3 4 15,-7 6 11-15,-4 6 2 0,5-1-3 0,-1 7 0 16,-2 3-4-16,4-1-4 0,9-2-4 0,3 1 0 16,2 0-3-16,8-2-9 0,0 3-30 15,7-3-29-15,2-2-38 0,12 1-45 0,2-2-60 0,0-2-53 16,9-4-38-16,-3 2-65 0,1-3-181 0,-1-2-567 16,-3 0 252-16</inkml:trace>
  <inkml:trace contextRef="#ctx0" brushRef="#br0" timeOffset="-98138.61">7439 13062 118 0,'0'0'150'0,"0"0"-10"0,0 0-13 0,0 0-9 0,0 0-6 15,0 0-7-15,0 0-9 0,0 0-4 16,0 0-1-16,0 0-5 0,0 0-4 0,0 0-3 15,0 0-5-15,0 0-1 0,-27 6-3 0,27-6-5 16,-6 3-4-16,6-3 2 0,0 0 1 0,-12 2-4 16,12-2-4-16,-5 3 1 0,5-3 1 0,0 0-3 15,0 0 0-15,-12 1-5 0,12-1-1 0,0 0-4 16,0 0-6-16,-7 2-2 0,7-2-4 0,0 0-2 16,0 0 0-16,0 0-6 0,0 0-2 0,24 2-2 0,-5-2-4 15,8 0 2-15,4-2-2 0,2 2-3 0,0-2-2 16,3-4 1-16,-2 3 2 0,1 1-5 0,-2-2-16 15,-1 4-19-15,-2-4-17 0,-2 1-29 16,-5 3-33-16,-3-2-34 0,1 0-42 0,-4 2-177 0,-6-1-387 16,-2 0 171-16</inkml:trace>
  <inkml:trace contextRef="#ctx0" brushRef="#br0" timeOffset="-97553.49">7605 13048 92 0,'-5'-2'187'0,"5"2"-10"0,0 0-6 15,-14 0-10-15,14 0-15 0,-8-2-14 0,8 2-16 16,0 0-6-16,-10 5-7 0,7 0-5 0,-2 1-2 15,5-6 1-15,-4 17-3 0,2-2-6 0,-1 1-2 16,2 2-3-16,2 7 3 0,-2 0 4 0,2 2-3 16,-1 1-3-16,-2 1-4 0,0 0-2 0,1-3 15 15,-1 2-8-15,-1-2-6 0,0-1-11 0,3 1-4 16,-1-6-5-16,0-3-3 0,-2 2 0 0,2-1-10 16,0 0-5-16,1-2-4 0,1 0-5 0,0-5-2 15,-2 2-3-15,0-2-1 0,2-2-3 0,0 1-3 16,1-4 0-16,-2-6-6 0,0 13 4 0,1-8-5 15,-1-5 1-15,1 7-2 0,-1-7 0 0,0 0 0 16,0 10 1-16,0-10 5 0,0 0-1 0,0 0-1 16,0 0-4-16,0 0-3 0,-5 4-1 0,5-4 4 15,0 0-4-15,-17-2-1 0,17 2 2 0,-11-2-2 16,11 2-6-16,-18-5 3 0,9 3-2 0,1 0-1 0,-2-2-3 16,0 3-2-16,0 0-1 0,-2 1 9 15,2-1-6-15,-1 0 0 0,0-2-3 0,1 2 1 16,-1 1 4-16,0-1-2 0,11 1 1 0,-14-2-2 15,5 2 1-15,9 0 2 0,-10-2-3 0,10 2 0 16,0 0-2-16,-11 0 2 0,11 0-3 0,0 0 1 16,0 0 3-16,0 0-2 0,0 0 5 0,0 0 9 15,24 5 0-15,-11-4 2 0,5-1 0 0,2-1 2 16,8 0 3-16,2-1-4 0,0 0 0 0,3 0-2 16,-2-2-9-16,2 2-21 0,-1-3-24 0,0 1-37 0,2 1-46 15,-4-1-52-15,2-2-48 0,-1 2-46 16,-4 0-188-16,-6-2-497 0,-3 3 220 0</inkml:trace>
  <inkml:trace contextRef="#ctx0" brushRef="#br0" timeOffset="-96774.52">8022 13501 36 0,'0'0'264'0,"0"0"-10"0,-4-10-10 15,4 10-16-15,-5-8-12 0,5 8-8 0,-8-6-17 16,1 5-13-16,7 1-12 0,-15-1-15 0,5 1-10 0,-4 0-10 16,1 2-11-16,-5 3-13 0,7 0-9 15,-5 1-11-15,0 3-4 0,2 1-9 0,-2 0-3 16,4 1-6-16,-1 1-13 0,4-4-6 0,1 3-4 16,3-2-5-16,-1 0-4 0,1 2 0 0,3-2-5 15,1 2-3-15,1 0 3 0,1-5-5 0,1 1-6 16,2-1 3-16,-1 0 4 0,5-1-14 0,0 1 3 15,1-3 0-15,3 0-3 0,0-1-4 0,2-2-1 16,0 0 0-16,3-3-4 0,-3 0 2 0,2 0 5 16,-3-2-6-16,-1-1 4 0,0 1-3 0,-1-2 0 0,-2-2 2 15,1 0-3-15,-1-4 1 0,-4 2 4 16,1-1-4-16,-1-4 0 0,0-1 4 0,-2-1-3 16,-1-6-1-16,1 6 3 0,-2-7-5 0,-1 6 1 15,0-8-2-15,0 1-1 0,0 0 6 0,-1 3 0 16,0 5 8-16,-1-2 12 0,2 3 8 0,-1 1-2 0,1-2-2 15,-1 7 8-15,0-1-3 0,1 3 4 0,0 9 0 16,-2-13-1-16,2 13-8 0,-1-8-11 16,1 8-1-16,0 0-1 0,0 0 1 0,0 0-12 15,0 0 6-15,0 0-4 0,6 40-4 0,-3-15 4 0,-2 2 5 16,1 1-10-16,-2 0 7 0,0 2-8 0,-2-2 0 16,6 1 6-16,-6-2-7 0,3 1 6 15,-1-3 3-15,0 0-3 0,1-7-1 0,0 0 0 16,-1 0-16-16,3-1-27 0,0 0-39 0,-2-3-43 15,-1-3-42-15,0 0-49 0,2 0-37 0,1-1-45 0,-2 2-209 16,-1-6-545-16,4 1 241 0</inkml:trace>
  <inkml:trace contextRef="#ctx0" brushRef="#br0" timeOffset="-96451.02">8462 13395 150 0,'0'0'272'16,"0"-10"-9"-16,0 10-14 0,-3-8-11 0,3 8-18 16,-9-5-12-16,9 5-13 0,-14 1-11 0,5 5-11 15,-4 0-3-15,-1 4-8 0,-4 2 6 16,-4 6-12-16,3 1-5 0,-3 0-8 0,6 0-15 0,2-3-8 15,3 0-8-15,0 0-4 0,2 1-6 0,1-4-6 16,3 2-5-16,-1 1 3 0,1-3-15 0,5-4-14 16,-2 2-6-16,2-1-3 0,3-1-14 0,1-3 3 15,2 2-13-15,2-3-1 0,0 1 9 16,5-3-22-16,4-2-47 0,1 0-47 0,0-3-43 0,1-1-47 16,3 0-56-16,5-4-70 0,-7 2-294 0,7-4-636 15,-7 2 282-15</inkml:trace>
  <inkml:trace contextRef="#ctx0" brushRef="#br0" timeOffset="-95914.25">9344 13517 174 0,'0'0'202'0,"0"0"-7"0,0 0-4 0,-22 4-10 0,22-4-2 16,-7 2 8-16,7-2-8 0,-6 3-10 16,6-3 1-16,-8 1-10 0,8-1-8 0,0 0-11 15,-7 3-10-15,7-3-7 0,0 0-10 0,0 0-13 0,-10 3-5 16,10-3-8-16,0 0-2 0,0 0-9 0,0 0-7 16,22 3-7-16,-11-2 4 0,1-2-14 0,1 1-4 15,6-1-25-15,-1 0-38 0,-4 1-41 0,-1-1-44 16,1-2-58-16,-1 1-55 0,-1 1-57 0,-2-2-168 15,1 0-472-15,-1 0 209 0</inkml:trace>
  <inkml:trace contextRef="#ctx0" brushRef="#br0" timeOffset="-95723.29">9271 13659 3 0,'0'0'251'0,"0"0"-1"0,-2 9-13 16,2-9-10-16,0 0-16 0,0 0-18 0,14 3-15 16,-5-1-20-16,2 0-13 0,3-1-24 0,0-2-36 15,-1 1-40-15,6-2-59 0,-6 2-69 16,6-1-71-16,-6 0-156 0,5-2-334 0,-3 1 148 0</inkml:trace>
  <inkml:trace contextRef="#ctx0" brushRef="#br0" timeOffset="-93414.83">10668 12916 133 0,'0'0'193'0,"-3"-7"-9"0,3 7-12 0,-6-4-4 15,6 4-13-15,-5-5-6 0,5 5-11 0,0 0-13 16,-6-5-8-16,6 5-16 0,0 0-9 0,0 0-6 16,-5-3-10-16,5 3-6 0,0 0-8 0,0 0-3 15,-12 9-6-15,8-3-1 0,1-1-7 0,-3 1-3 16,3 3-3-16,-4 0 4 0,2 1-1 0,0 2 3 15,-1 3-8-15,-1 5 7 0,3 4-2 0,-3 2 1 0,2-1 5 16,1 2 22-16,-1 0-5 0,1 2 3 0,1 2-9 16,-1-1 0-16,-1 3 6 0,2 1-4 15,1 0-1-15,-2 2 2 0,3 0-3 0,1 0-3 16,1-1-3-16,-2 11-3 0,1-11-1 0,3 1-6 16,2-1-3-16,-5 0 0 0,4 1-9 0,-1-4-1 15,0-2 1-15,-1 2-4 0,2-1-1 0,-1-4-4 16,-1 2 9-16,1-3-3 0,-2 1-6 0,1-9 1 15,-2 1-2-15,1-2 14 0,-1 0-13 0,0-3 2 16,0-3-3-16,0 1 1 0,0-2-1 0,-1-2 2 0,-1 0 6 16,2-8 9-16,-4 15 11 0,1-11 0 15,-3 2-4-15,1-3-5 0,-2-1 3 0,-1 1-9 16,0-1 11-16,8-2-17 0,-16-1 4 0,7-1-8 16,-1 0-6-16,-1 0-2 0,5-2-20 0,0-1-34 15,-1-2-22-15,-2 2-26 0,2-2-35 0,2-3-26 0,2 6-32 16,-1-5-37-16,3 2-43 0,2-3-50 0,-1 10-216 15,3-20-567-15,-1 12 251 0</inkml:trace>
  <inkml:trace contextRef="#ctx0" brushRef="#br0" timeOffset="-92469.13">9944 13108 183 0,'-2'-10'192'0,"1"1"-8"0,-2 1-12 0,3 8 1 16,-2-13-6-16,2 13-6 0,-3-8-8 0,3 8-19 16,0 0-16-16,-3-9-14 0,3 9-10 0,0 0-12 15,0 0-6-15,0 0-6 0,0 0 6 0,-4 31-13 16,3-15 3-16,1 4-4 0,-2 7 3 0,0 0 17 16,-1 0-1-16,2 1 1 0,-2-1-5 0,1 2-3 15,-1 1-2-15,0 0 2 0,1-2-4 0,-2-3-6 16,3-4-6-16,-2 2-3 0,5-4-6 0,-1 1-5 15,-2-2 1-15,-2-1-6 0,3-1 0 0,-2-3-7 16,2-2-3-16,-2 1-2 0,2-2 0 0,0 0-6 16,-1-1 0-16,0 1-5 0,-2-4-12 0,3-6-28 15,-1 11-23-15,0-6-30 0,1-5-33 0,-3 7-40 16,3-7-53-16,-5 9-48 0,-1-5-202 0,-1-2-490 16,-3 0 216-16</inkml:trace>
  <inkml:trace contextRef="#ctx0" brushRef="#br0" timeOffset="-92237.98">9641 13817 132 0,'15'1'207'15,"-6"-2"-5"-15,3 0-9 0,5-1-9 0,3-1-13 16,1 1-17-16,0-5-12 0,2 4-14 0,4-4-11 15,0 1-10-15,-1 0-13 0,-5 2-8 0,-2 1-9 16,-5 1-11-16,-1 0-25 0,6 1-29 0,-10-1-39 16,2 2-42-16,-3 0-38 0,0-2-32 0,-8 2-33 15,14 0-95-15,-14 0-288 0,0 0 127 0</inkml:trace>
  <inkml:trace contextRef="#ctx0" brushRef="#br0" timeOffset="-91791.95">9647 13987 178 0,'0'0'182'0,"0"0"-5"0,0 0-5 0,-2 7-4 16,2-7-4-16,0 0-9 0,12 14-3 0,-4-4 5 15,0-2-4-15,1 2-21 0,3 2-9 0,-1 1-11 16,-4 1-3-16,3-2-4 0,-2 6-8 0,-3-2-8 15,-1-1-8-15,1 1-7 0,-5-2-8 0,0-3-4 16,-2 2 0-16,-2 2-8 0,-1-3 1 0,-2-2-10 16,-3 4 1-16,0-2-6 0,-4-1-2 0,-1-2 0 15,0 0-6-15,-4-1-2 0,1 0-2 0,-2-5 0 16,1-1-3-16,2-2-3 0,-2 0 4 0,2-1 4 16,3-2-1-16,4 2-4 0,-1-3 1 0,2-4-4 15,0 2 7-15,4-1-1 0,-3 2 2 0,4-1-1 16,4 6-2-16,-4-11 7 0,4 11-18 0,0-11 3 15,0 11-1-15,5-9-3 0,2 4-1 0,-1 2-6 16,-6 3 1-16,14-4 5 0,-1 4-5 0,-1 3 2 16,-2-1 8-16,5 0-2 0,1 3 3 0,0 1-1 15,1 1 4-15,-2 0-7 0,0 2 0 0,2-2 3 16,-5 1-7-16,-1-3-3 0,-1 3-1 0,0-1 0 16,2 0 0-16,-2 0 2 0,-1 1-16 0,0-2-29 15,0 1-30-15,-1-1-30 0,-3-2-36 0,1 1-36 16,-1 0-36-16,2-1-37 0,-1-2-29 0,-6-2-183 15,10 4-490-15,-2-3 216 0</inkml:trace>
  <inkml:trace contextRef="#ctx0" brushRef="#br0" timeOffset="-91548.47">9988 14043 180 0,'0'-6'286'16,"0"6"-9"-16,2-11-15 0,-2 11-17 0,1-6-23 15,-1 6-25-15,0 0-17 0,0 0-13 0,0 0-10 16,0 0-7-16,0 0 0 0,0 0-6 0,8 28-5 16,-7-18-14-16,1 8 8 0,-2-5-14 0,2 5 4 15,-4-3-17-15,4 0-5 0,-2 2-14 0,0-4 7 16,-2 3-23-16,0-1-6 0,1-1-12 0,-1-2-1 16,1 0-23-16,0-1-25 0,-2-1-32 0,3 1-33 15,-1-2-47-15,-3 2-49 0,3-3-44 0,0-2-48 16,1-6-39-16,-4 10-183 0,4-10-511 0,0 0 226 15</inkml:trace>
  <inkml:trace contextRef="#ctx0" brushRef="#br0" timeOffset="-91315.19">10097 14062 166 0,'0'0'273'0,"-3"-11"-13"15,3 11-11-15,0 0-17 0,3-7-24 0,-3 7-19 16,0 0-4-16,0 0 8 0,0 0-4 0,5 20-5 15,-4-9-7-15,2 0-14 0,-2 2-16 0,2 3 0 16,-2 0-11-16,0 2-13 0,-2-1-8 0,2-1-10 16,1 0-12-16,-4 3-10 0,4-4-8 0,-4 1-2 15,2 0-14-15,0-4-5 0,0 0-1 0,2-2-13 16,-5 0-24-16,3-10-28 0,0 15-30 0,0-7-40 16,-2-2-36-16,2-6-30 0,0 0-47 0,-3 14-39 15,3-14-46-15,0 0-200 0,-5 8-519 0,5-8 230 16</inkml:trace>
  <inkml:trace contextRef="#ctx0" brushRef="#br0" timeOffset="-91052.82">9977 14053 67 0,'0'0'236'0,"-7"-9"-16"0,7 9-21 0,-2-7-7 15,2 7-14-15,0 0-6 0,10-10 0 0,0 7-15 16,8-4-2-16,-1 1-9 0,5 0-3 0,4 0-10 15,-4 2-9-15,5-4-8 0,-6 5-2 16,-1 1-11-16,-1-1-10 0,-2 3-15 0,-6-3 1 16,1 3 0-16,-5-1-17 0,-7 1-4 0,14-3-3 0,-9 2-1 15,-5 1-4-15,9-2 9 0,-9 2-6 0,0 0-1 16,10-1-5-16,-10 1-1 0,0 0-5 0,0 0-4 16,0 0 6-16,8-1-27 0,-8 1-22 15,0 0-35-15,0 0-39 0,0 0-56 0,0 0-60 16,0 0-65-16,0 0-225 0,0 0-525 0,0 0 234 0</inkml:trace>
  <inkml:trace contextRef="#ctx0" brushRef="#br0" timeOffset="-90183.73">11151 14321 115 0,'0'0'234'0,"0"0"-13"16,0 0-14-16,-3-10-12 0,3 10-21 0,0 0-11 15,-7-6-12-15,7 6-12 0,0 0-11 0,0 0-9 16,0 0-6-16,-19 13 2 0,15-8-10 0,0 3-3 15,-3 1 1-15,-1 2-3 0,0 1-4 0,2 0-10 16,-1 3 0-16,0 0-4 0,2-3-8 16,-2 3-1-16,1 0-4 0,2 1-5 0,1-6-5 0,2 3-6 15,-1-1 3-15,2-1-9 0,1 1 1 0,1-1-6 16,1 0-5-16,1-2-2 0,5 0-4 0,-4-4 3 16,6 1-4-16,1-2-1 0,2-3-4 0,3-1 0 15,3-1-2-15,-2-2-6 0,2-3 3 0,-2-2 0 16,0-1-4-16,0 0 2 0,-2-1-1 0,-3 2 5 15,-2 0-2-15,-2 0 3 0,0-1 1 0,-3-3 2 16,-2 3-1-16,-2-2-6 0,-2-1-2 0,-1 1 1 16,-3-2 1-16,-2-1-2 0,-2 3 3 0,-5 0-9 15,0-1-2-15,-4 3-1 0,-1 2-5 0,1 1 1 16,0 2 2-16,0 1-1 0,2 0-9 0,2 3-17 16,-3 1-20-16,4 2-20 0,-1 0-28 0,-3 3-31 15,0 1-38-15,7 0-50 0,-1 0-43 0,1 1-273 16,4-3-567-16,2 1 252 0</inkml:trace>
  <inkml:trace contextRef="#ctx0" brushRef="#br0" timeOffset="-89363.01">10791 12390 67 0,'0'0'225'0,"0"-8"-6"16,0 8-12-16,4-9-13 0,-4 9-14 0,5-7-19 0,0 3-12 15,1 1-8-15,-6 3-16 0,16-1-4 0,-7 0-14 16,0 1-6-16,3 5-6 0,-3 1-8 0,-2 1-8 16,-1 1 1-16,3 3-3 0,-5 3-3 15,1-1-5-15,-2 3-2 0,0 0-6 0,-3 0-2 0,-3 1 0 16,-3-2 0-16,1 4-7 0,-3-4-2 0,0 0-3 15,-1-1-2-15,0-3-1 0,-1-3-3 0,-2 3-5 16,-1-4-4-16,4 1 18 0,-2-3 6 0,-1-1-13 16,2 0-4-16,2-2-5 0,0 0 0 0,8-2 4 15,-14 1-6-15,14-1-5 0,-12-4 0 0,12 4 0 16,-11-2 1-16,11 2-1 0,-8-5 0 0,8 5-10 16,0 0 11-16,-5-2-11 0,5 2-11 15,0 0 3-15,0 0-1 0,0 0-4 0,0 0-3 0,18-5-1 16,-18 5 2-16,16 4 0 0,-5-3 0 0,0 4-1 15,-1-1 8-15,2 3-2 0,0-4-17 0,0 4-3 16,1 0-14-16,2 0-21 0,2 1-18 0,-5-2-26 16,0-1-30-16,1 1-31 0,2 0-37 0,3-2-32 15,-2 2-26-15,1-3-190 0,-5 0-473 0,2 0 211 16</inkml:trace>
  <inkml:trace contextRef="#ctx0" brushRef="#br0" timeOffset="-89069.88">11141 12336 43 0,'0'0'268'0,"0"0"-14"0,0 0-10 0,0-6-18 15,0 6-20-15,0 0-24 0,0 0-17 0,0 0-22 16,0 0-10-16,0 0-9 0,0 0-7 0,13 19-7 16,-13-9-8-16,3 3-8 0,0 4-5 0,0 1-10 15,0 1-12-15,-3-2-5 0,-3 2-2 0,2-2-8 16,-1 4-3-16,1-3-18 0,-1 0-28 0,-1-3-29 16,-2 2-38-16,0-3-38 0,2-2-64 0,-1-5-40 15,2 3-185-15,-1-4-421 0,3-6 187 0</inkml:trace>
  <inkml:trace contextRef="#ctx0" brushRef="#br0" timeOffset="-88842.74">11294 12365 155 0,'2'-5'309'0,"-2"5"-7"0,4-8-8 15,-4 8-14-15,2-6-20 0,-2 6-28 0,0 0-25 16,0 0-25-16,0 0-9 0,0 0-16 0,7 14-5 15,-6-2 0-15,0 6-10 0,-2 0-19 0,0 1-8 16,-1 8-16-16,2 0-1 0,-4-1-11 0,1-1-5 16,-1-1-8-16,0 1-5 0,0-6-13 0,0-1-33 15,2-1-36-15,-2 0-39 0,3-5-37 0,-2 1-45 16,0-2-52-16,3-4-64 0,0 1-267 0,-2-2-560 16,2-6 249-16</inkml:trace>
  <inkml:trace contextRef="#ctx0" brushRef="#br0" timeOffset="-88649.69">11211 12417 2422 0,'-3'-12'50'0,"1"2"13"0,0 1-9 0,0 1-14 16,2 8-1-16,-1-10-6 0,1 10 6 16,5-11-2-16,-2 3 6 0,5-1 0 0,2 1 0 15,4-2-2-15,4 2-1 0,-2 1-6 0,3-2-5 16,1 2-2-16,0 2-18 0,-3 0-26 0,-1-1-33 15,0 4-44-15,0 1-46 0,0 1-48 0,-5 3-51 0,-4-3-154 16,4 3-426-16,-11-3 188 0</inkml:trace>
  <inkml:trace contextRef="#ctx0" brushRef="#br0" timeOffset="-86019.32">13026 13224 171 0,'0'0'271'0,"-1"-12"-9"0,-3 7-2 0,-3-4-17 16,0 5-12-16,-2-3-17 0,-1 2-11 0,-4 3-16 15,1 0-20-15,0 2-8 0,-2 1-13 0,-3 2-13 16,0 2-8-16,0 2-11 0,1 2-10 0,1 0-11 16,3 3-5-16,-1 1-10 0,3 2-9 0,0-1-12 15,1 2 0-15,1 0-3 0,5-1-6 0,4 2-7 16,-4-4-1-16,4-1-2 0,2 2-7 0,0-1 23 15,2-1 0-15,1-3-5 0,3-1-7 0,0 2 2 16,1-3-12-16,1-1 10 0,2-3-15 0,-1 1-1 16,0-1 0-16,3-2-8 0,-1-2 0 0,-1 0-3 15,-1-3 9-15,2-2-12 0,-3-1 3 0,0-2-2 16,-1-1-2-16,1-5-7 0,-4 2 0 0,1-4 2 16,-1-8-3-16,-3 6 2 0,-1-6-5 0,0-2 4 15,-2-2-7-15,0 3 5 0,-4-4-2 0,2 2 0 16,2-2 6-16,-3 2-6 0,1-1 0 0,0 3 12 0,0 0-13 15,2 7 2-15,-3 7 1 0,3 0 7 0,-1 1 6 16,0 1 4-16,1 10 0 0,0-11-5 16,0 11-12-16,-2-6 2 0,2 6 10 0,0 0-21 0,0 0 11 15,0 0-4-15,7 38 6 0,-5-19-1 0,2 8-3 16,-2 0-1-16,1 2 7 0,-3-1 2 0,4 1 0 16,-4-1 1-16,5 0-5 0,-3 0 8 15,1-2-5-15,-1 0 1 0,2-1-6 0,-2-1 6 16,1-5-1-16,-1-2-20 0,2 1-31 0,0-1-36 15,-4-2-38-15,4 2-42 0,-2-5-44 0,-2 1-47 0,4-2-54 16,-2-1-247-16,0 1-597 0,-1-5 264 0</inkml:trace>
  <inkml:trace contextRef="#ctx0" brushRef="#br0" timeOffset="-85316.48">13658 13082 67 0,'6'-9'301'0,"-4"1"-5"0,0 2-3 0,-2 6-11 0,2-11-12 16,-2 11-21-16,0-7-25 0,0 7-13 0,0 0-24 15,0 0-14-15,0 0-10 0,-23 18-9 16,15-4-6-16,-4 0-8 0,-3 8-13 0,4-6-11 0,-3 0-8 15,3 0-6-15,-1 2-6 0,-1 1-14 0,2-2-10 16,-5 3-11-16,5-4 1 0,-3 0-10 0,1 0-1 16,2-4-5-16,-1 2-6 0,1 2-1 15,-3-4-6-15,3 1-2 0,-2-2-1 0,2-2-3 0,-2 1-5 16,-2-1-2-16,2 0 6 0,3-4-4 0,-7 3-21 16,6-4 18-16,-3-1 3 0,3 0-5 0,-2-2-4 15,2-1 2-15,0 0 7 0,-3 0-11 0,5-3 8 16,0-1 1-16,-2 2-7 0,0-2-3 0,4-3 1 15,-3-1 0-15,4 0 0 0,1-2-10 0,1 0-6 16,0-1 9-16,2 0 0 0,-1 1-1 0,3-2 3 16,3 2-5-16,-1 0-4 0,2 0-1 0,0 1 2 15,1-1 7-15,1 3-5 0,0-2 3 0,2 3-6 16,-1-2 0-16,0 2 5 0,4-1-2 0,-4 0-2 16,1 2-4-16,-3 3 1 0,4 1 1 0,-4-2-6 15,4 0 7-15,-9 3-4 0,13-2 7 0,-6-1-1 16,-7 3-6-16,11 0 8 0,-11 0-4 0,7 0 9 15,-7 0-14-15,11 1 6 0,-4 1-7 0,-7-2 6 16,4 4 3-16,-4-4 0 0,9 4 0 0,-5-1-3 16,-4-3 4-16,14 3-3 0,-11-1 20 0,-3-2-32 15,12 5 24-15,-9-3-1 0,-3-2 9 0,12 4-8 16,-6-3 4-16,1 1 1 0,5 2 8 0,-6-1-7 16,1 0-1-16,1 1 10 0,-2-1-12 0,0 0-1 15,1 2-4-15,1 1 0 0,-1 1 6 0,3 3-1 16,2 2 3-16,-3-2 1 0,1 4-12 0,1 0 15 15,-2 3 3-15,0-2-5 0,2 1 1 0,-4-5-5 16,2 4-1-16,0 1 0 0,-2-1-1 0,3-2 10 16,-4-1-18-16,4 2 6 0,-1-6 2 0,-2 2 0 15,3-1-4-15,-4 0-1 0,3-2 0 0,0 2 7 16,0-2-10-16,-3-1-22 0,1 1-50 0,1-4-40 16,-2 1-37-16,-2 0-47 0,1 0-46 0,-5-4-46 0,8 6-49 15,-8-6-283-15,5 3-666 0,-5-3 295 16</inkml:trace>
  <inkml:trace contextRef="#ctx0" brushRef="#br0" timeOffset="-85181.78">13794 13502 12 0,'0'0'175'0,"0"0"-16"15,0 0-28-15,0 0-49 0,-3-9-66 0,3 9-113 16,0 0-103-16,-6-4 46 0</inkml:trace>
  <inkml:trace contextRef="#ctx0" brushRef="#br0" timeOffset="-59803.32">7945 13805 21 0,'0'0'21'0,"0"0"-6"0,0 0-15 0,0 0-4 16,0 0-6-16,0 0-9 0,0 0 5 0</inkml:trace>
  <inkml:trace contextRef="#ctx0" brushRef="#br0" timeOffset="-56266.21">14497 13475 13 0,'0'0'14'0,"0"0"-2"16,0 0-4-16,2-7 2 0,-2 7-4 0,0 0 1 15,0 0-1-15,0 0 4 0,0 0-6 0,0 0 7 16,0 0-4-16,0 0 1 0,0 0 0 0,0 0 1 15,0 0-3-15,0 0 0 0,0 0 3 0,0 0-2 16,0 0-4-16,0 0 7 0,0 0-9 0,0 0 2 16,0 0 4-16,0 0-7 0,0 0-1 0,0 0 4 15,0 0-3-15,0 0 0 0,0 0-2 0,0 0 4 16,0 0-4-16,0 0 3 0,0 0 1 0,0 0-3 16,0 0 0-16,0 0 1 0,0 0 3 0,0 0-1 15,0 0 1-15,0 0-2 0,0 0-2 0,0 0 10 16,0 0-7-16,0 0 1 0,0 0-2 0,0 0 2 15,0 0 1-15,0 0-4 0,0 0 5 0,0 0 4 16,0 0-6-16,0 0 1 0,0 0 1 0,0 0 2 16,0 0-1-16,0 0 0 0,0 0 0 0,0 0-2 15,0 0 0-15,0 0 2 0,0 0 2 0,0 0 3 16,0 0-6-16,0 0-2 0,0 0 1 0,0 0 1 16,0 0 1-16,0 0-6 0,0 0 6 0,0 0-1 15,0 0-5-15,0 0 4 0,0 0-3 0,0 0 3 16,0 0-1-16,0 0 0 0,0 0 2 0,0 0-10 15,0 0 3-15,0 0-9 0,0 0-2 0,0 0-1 16,0 0-12-16,0 0-22 0,0 0-51 0,0 0 24 16</inkml:trace>
  <inkml:trace contextRef="#ctx0" brushRef="#br0" timeOffset="-55215.14">14833 13662 108 0,'-9'-3'135'0,"9"3"-12"0,-6-6-5 16,6 6-8-16,-9-3 3 0,9 3-4 0,-8-3-6 15,8 3-10-15,0 0-2 0,-8-4-3 0,8 4-9 16,0 0-6-16,-7-2-6 0,7 2-6 0,0 0-5 16,0 0-5-16,0 0-5 0,0 0-3 0,-7-2 10 15,7 2-19-15,0 0-2 0,0 0-5 0,0 0-1 16,0 0-1-16,0 0-3 0,0 0-2 0,0 0-6 16,0 0 0-16,0 0 0 0,0 0 1 0,0 0-5 15,-8-3 2-15,8 3-1 0,0 0-5 0,0 0 2 16,0 0 0-16,0 0 7 0,0 0-10 0,0 0 1 15,0 0-3-15,0 0 4 0,0 0-2 0,0 0 0 16,0 0 3-16,31 4 2 0,-20-5-3 0,0-1-2 16,3 2 3-16,4-3-4 0,0 1 0 0,0 1-2 15,-2-1-21-15,2 0-25 0,-5 1-18 0,6-1-33 0,-6 2-10 16,2 0-13-16,-2 0-20 0,-1-1-118 16,-1 0-276-16,-4 0 122 0</inkml:trace>
  <inkml:trace contextRef="#ctx0" brushRef="#br0" timeOffset="-54976.47">14664 13855 18 0,'0'0'144'15,"0"0"-13"-15,-10 3-6 0,10-3-18 0,0 0-10 16,0 0-6-16,0 0-10 0,0 0-8 0,0 0-6 16,0 0-8-16,40 0-5 0,-21 0-11 0,0-1-27 0,8 2-27 15,2-1-29-15,-2 0-34 0,-4 1-19 16,-4 0-55-16,0 1-161 0,2-1 71 0</inkml:trace>
  <inkml:trace contextRef="#ctx0" brushRef="#br0" timeOffset="-53518.87">15951 13217 101 0,'0'0'182'0,"2"-12"-11"0,-2 12-12 16,1-10-7-16,-1 10-11 0,1-6-6 0,-1 6-15 15,0 0-11-15,0-9-18 0,0 9-11 0,0 0 0 16,0 0-14-16,0 0-12 0,0 0-3 0,0 0-9 15,0 0-1-15,0 0 0 0,1 24 5 0,-1-14 2 16,-1 4-4-16,0 1 1 0,0 2-3 0,-1 2-2 16,-3 6 2-16,4-6-4 0,-3 1 15 0,0-1-5 15,2 1-2-15,0-3-4 0,0 2-3 16,1-1-3-16,-1 1-3 0,2-2-5 0,0 0-3 0,-1-1-2 16,1 1 1-16,0-2-3 0,1-2-3 0,1 0-3 15,0-1-3-15,-1-1 0 0,-1 1 1 0,2 1-2 16,0-2-3-16,1 1-24 0,-1-3-23 0,0-1-23 15,-1 1-29-15,0-1-24 0,0 0-29 0,1-2-16 16,-2-6-28-16,1 9-122 0,-1-9-334 0,0 7 148 16</inkml:trace>
  <inkml:trace contextRef="#ctx0" brushRef="#br0" timeOffset="-53269.42">15550 13841 126 0,'0'0'154'0,"0"0"0"15,0 0 2-15,0 0-7 0,42-5-8 0,-9-1-10 16,8 1-10-16,10-7-2 0,4 0-10 0,-2 0-11 16,2 0-6-16,-3 1-3 0,-1 3-9 0,-15 4-12 15,-1-3-5-15,-1 3-5 0,-5-2-7 0,0 3-7 16,-6 3-6-16,-3-2-19 0,-3 1-25 0,-3 1-23 15,-3 1-25-15,1 4-23 0,-2-1-18 0,-4 0-18 16,-1 5-30-16,-2-2-115 0,-3 1-278 0,-1 3 123 16</inkml:trace>
  <inkml:trace contextRef="#ctx0" brushRef="#br0" timeOffset="-52803.39">15471 14240 150 0,'0'0'186'16,"0"0"-18"-16,0 0-11 0,0 0-9 0,0 0-7 16,0 0-13-16,0 0-4 0,0 0-5 0,32-1-8 15,-18 3-9-15,2 2-9 0,2 2-9 0,0 2-5 16,-3 1-5-16,1 2-7 0,-6 1-13 0,0 1-3 15,-2 3-5-15,0-2-8 0,-4 5 1 0,-2-2-6 16,-2 1 0-16,-3-1-10 0,-2 1 4 0,-3 2-3 16,-2 3-1-16,-1-1-2 0,-6-2-2 0,3-5 4 15,-4-2-6-15,-3 4-1 0,0-3 4 0,2-6-4 16,2 1-4-16,1-3-1 0,3-1-2 0,-1-2-1 16,2-1 4-16,0-4-3 0,3 0 1 0,0 0-1 15,1-5 4-15,2 2 4 0,1 2 1 0,1-4-2 16,0 0-3-16,4 7 0 0,-1-12 1 0,-1 6 1 15,2 6 3-15,2-13-3 0,1 7 2 0,-3 6-1 16,7-9-4-16,-3 5 2 0,-4 4 2 0,14-2 6 16,-5 2-7-16,-9 0-4 0,20 4 7 0,-11-2 1 15,4 3-5-15,-2 1-1 0,1 0 0 0,3 3 1 16,-1 3-1-16,2-3-1 0,-5 0-2 0,2 1 0 16,-1 1-2-16,1-2-16 0,1 3-14 0,-3-4-22 15,-1 1-28-15,0-2-38 0,-3 4-45 0,3-5-39 16,0 3-198-16,-5 0-423 0,-1-5 187 0</inkml:trace>
  <inkml:trace contextRef="#ctx0" brushRef="#br0" timeOffset="-52544.82">15886 14320 170 0,'0'-7'264'0,"0"7"-8"0,0-12-6 15,0 12-14-15,0 0-22 0,0-11-22 0,0 11-22 16,0 0-16-16,0 0-18 0,0 0-8 0,0 0-10 16,0 0-8-16,13 22-14 0,-10-13-8 0,3 4-6 15,-1 2-7-15,-1 2-8 0,0-1-5 0,-2-1-6 16,1 2-6-16,-1-5-8 0,2 5 0 16,-3-2-6-16,7 3-5 0,-5-6-25 0,-2 0-20 0,1 3-25 15,-2 0-33-15,2-4-27 0,-2-11-46 0,2 19-40 16,0-12-24-16,-2-7-22 0,1 15-126 0,-1-15-385 15,0 0 170-15</inkml:trace>
  <inkml:trace contextRef="#ctx0" brushRef="#br0" timeOffset="-52316.45">16116 14307 164 0,'0'-12'218'0,"0"12"2"0,-2-16 1 15,2 16-6-15,0-13-20 0,0 13-16 0,0 0-16 16,0-13-18-16,0 13-10 0,0 0-3 0,0 0 0 15,0 0-7-15,0 0-3 0,7 36-6 16,-3-23-11-16,0 3-6 0,-2 0-7 0,5 1-8 16,-5 1-7-16,2-1-12 0,-1-1-5 0,-2 1-3 15,3-4-11-15,0 5 1 0,-2-1-5 0,-2 1-12 0,4-8-20 16,-3 3-27-16,1-6-28 0,0 5-26 0,0-3-32 16,-2-9-32-16,1 17-38 0,-1-17-23 15,1 12-21-15,-1-12-174 0,0 0-421 0,0 0 187 16</inkml:trace>
  <inkml:trace contextRef="#ctx0" brushRef="#br0" timeOffset="-52145.4">16007 14291 1384 0,'-16'-14'67'0,"2"3"30"0,-1-1-31 0,4 5-12 16,1 0-17-16,2 2-10 0,8 5 11 0,-9-10-2 15,9 10-1-15,-7-7-11 0,7 7-2 0,0 0 5 16,0 0-2-16,0 0-5 0,16-9 4 0,4 7-8 15,10-1-10-15,3 0-31 0,5-2-38 0,11-2-40 16,4 0-59-16,-15 0-114 0,18-2-298 0,-4-4 132 0</inkml:trace>
  <inkml:trace contextRef="#ctx0" brushRef="#br0" timeOffset="-50361.3">17022 13218 86 0,'0'0'159'15,"-5"-9"-4"-15,0 5-7 0,5 4-11 0,-8-7-3 16,5 3-3-16,3 4-2 0,-7-5-12 0,7 5-4 16,-4-7-12-16,4 7-6 0,0 0-10 0,0 0-12 15,0 0-7-15,-9-4-9 0,9 4-3 0,0 0-8 16,0 0-1-16,0 0-6 0,-7 21 4 0,5-9-1 15,-3 7 2-15,1 0 2 0,2 5 2 0,-2 6-1 16,0-2-4-16,2 1-2 0,0 0-6 0,1 0 1 16,0 0 1-16,2 1 3 0,2 2-1 0,-1-1-2 15,1 2 1-15,-1 3-2 0,0-2 0 0,4 12-4 16,-2-12 3-16,0 12-8 0,-2-14 0 0,2 4-3 16,-3-2 0-16,1 0-4 0,3 0 2 0,-5-4-4 0,1 3-1 15,0-1-2-15,0 0 0 0,1 0-3 16,-2-4 1-16,-3 0-5 0,4 0 1 0,-1-2-3 15,2 2 4-15,-1-4 0 0,0-4-2 0,3-1-3 16,-1 7-1-16,-1-2-2 0,1-4 3 0,0-3-2 16,0 2 0-16,4 1-2 0,-4-4 2 0,3 1 0 0,-4-4 1 15,3 0-3-15,-1-2 0 0,0 1 1 16,2-2 1-16,-1 3 0 0,1-7-1 0,-3 2 0 16,4 1 2-16,-2-4 0 0,1 0-2 0,-2 0-1 15,0 0 3-15,-4-5 1 0,8 6 1 0,-3-4-3 16,-5-2 5-16,11 0-3 0,-11 0 1 0,10-1-2 15,-10 1 1-15,11-3 2 0,-11 3-4 0,14-6-2 16,-7 0 1-16,2 0-10 0,1 0-13 0,1-2-14 16,0 2-18-16,5-2-26 0,-1 0-28 0,2-3-31 15,2 1-37-15,-3-1-47 0,3 1-160 0,6-6-414 0,-1 1 184 16</inkml:trace>
  <inkml:trace contextRef="#ctx0" brushRef="#br0" timeOffset="-49360.28">18271 13295 68 0,'0'0'181'0,"-1"-10"-5"16,1 10-6-16,0-9-7 0,0 9-7 16,0-8-3-16,0 8-6 0,0 0-10 0,0 0-7 15,-4-13-8-15,4 13-5 0,0 0-8 0,-2-5-7 0,2 5-9 16,0 0-7-16,0 0-10 0,0 0-5 0,0 0-8 15,0 0-8-15,-1-9-4 0,1 9-9 0,0 0-2 16,0 0-3-16,0 0-6 0,0 0-3 0,0 0 1 16,0 0-7-16,0 0 0 0,0 0-3 15,0 0-5-15,-11 14 1 0,8-7 0 0,-2-1-1 0,1 2 1 16,0 2-2-16,-1 0 4 0,1 2 0 16,-1 1-1-16,-1 0 1 0,1 4 4 0,0-2-8 0,-2 1-1 15,3 0 0-15,-1 3 0 0,0-2 2 16,3 2-1-16,-1 0-1 0,-1 0 7 0,3 6-8 0,0-6 0 15,2 1-3-15,-2 4 1 0,1-3-1 0,5 3-1 16,0 2 1-16,1 1 1 0,-1-3 1 0,2 5 2 16,1-1-1-16,0 3 1 0,1-2-4 0,0 2 5 15,0-1-2-15,0-1-1 0,0-1-3 16,-2 1-9-16,-1-2-6 0,2 1 1 0,-3-1-4 0,-1-2 4 16,-2-6 0-16,-1 1 3 0,2-1-1 0,0 0 0 15,-2-2 1-15,-1 0 2 0,-1-2-1 0,-2 2 3 16,3-6-6-16,-3 2 6 0,2-3-2 0,0 0-2 15,0-1 3-15,-2-1 1 0,2-2-1 16,-1 2 6-16,0-2-9 0,2-6-8 0,-3 9-10 16,3-9-24-16,-2 8-23 0,2-8-25 0,-4 7-34 0,4-7-57 15,0 0-33-15,-9 3-164 0,9-3-413 0,0 0 182 16</inkml:trace>
  <inkml:trace contextRef="#ctx0" brushRef="#br0" timeOffset="-48976.49">18075 14667 56 0,'0'0'194'0,"4"6"-18"0,-4-6-9 0,3 6-14 0,-3-6-5 15,1 7-9-15,-1-7-7 0,3 10-8 0,-3-10-8 16,3 8-8-16,2-1-13 0,-1-3 0 16,1 1-5-16,2 0 3 0,-2 0-5 0,3-4-1 15,2 3-4-15,0-2-3 0,3 0-5 0,-3-1 0 0,2-1-6 16,3 0-3-16,-2-1 2 0,4-4-5 0,0 1-3 16,1-5 3-16,-6 3-5 0,-1 0-8 15,-2-1 14-15,0 0-10 0,-1-1-2 0,-3 1-4 16,-2-3 2-16,-1 2-11 0,-4-2 7 0,0-1-5 15,-4 4-1-15,1-2-2 0,-3-1-3 0,-1 3-1 16,-1 1 0-16,-2-2-8 0,1 1 0 0,-3 2-8 0,-3 2-3 16,4-1-10-16,-3 2-27 0,0 2-28 0,3-1-39 15,-4 1-43-15,4 1-54 0,13-1-46 16,-23 0-240-16,9-2-509 0,4-1 226 0</inkml:trace>
  <inkml:trace contextRef="#ctx0" brushRef="#br0" timeOffset="-48392.29">18212 12496 101 0,'0'0'194'0,"-1"-11"-10"16,1 11-6-16,0 0-13 0,1-8-16 0,-1 8-17 0,0 0-13 15,0 0-10-15,6-6-14 0,-6 6-11 0,0 0-9 16,0 0-4-16,20 11-4 0,-13-7-3 0,3 4-7 16,-1-1-2-16,-1 3-3 0,5 4-4 0,-5 0-6 15,-1 1-5-15,-2 0 2 0,2 2-4 0,-2-2-2 16,-3 2-7-16,0-4 6 0,-1 3-4 0,2-4 1 16,-5 0-3-16,1 2 17 0,-3-3-8 0,1 1 2 15,-2 1-3-15,-2-3-3 0,-1 0-5 0,-2 2-1 16,-4-3 0-16,2-2-5 0,-2 3-7 0,3-3-21 15,-1-1-25-15,0 0-30 0,1-3-41 0,2 1-46 16,0-2-49-16,0 0-144 0,9-2-373 0,-12-4 165 16</inkml:trace>
  <inkml:trace contextRef="#ctx0" brushRef="#br0" timeOffset="-48130.23">18484 12553 158 0,'2'-7'241'16,"-2"7"3"-16,3-9-10 0,-3 9-8 0,4-5-20 16,-4 5-20-16,0 0-22 0,4-6-17 0,-4 6-16 15,0 0-15-15,0 0-7 0,0 0-9 0,8 18 0 16,-8-7-5-16,1-1-7 0,2 7-6 0,-5 1-6 16,2 0-6-16,0 1-1 0,0 1-10 0,-1-2-3 15,1-2-8-15,-1 0 1 0,1 2-11 0,-2-2-2 16,4 1-1-16,-2-2-5 0,1-3-4 0,-1 1-6 15,1-2-12-15,1 0-22 0,-2-1-22 0,1-3-21 16,-2 3-30-16,1-10-44 0,0 12-36 0,0-12-46 16,-2 10-211-16,2-10-459 0,0 0 203 0</inkml:trace>
  <inkml:trace contextRef="#ctx0" brushRef="#br0" timeOffset="-47835.24">18190 12481 36 0,'0'0'170'16,"0"0"-11"-16,8-14-7 0,1 9-13 0,5-2-1 16,3-2-8-16,4 4-4 0,7-6-12 0,4 3-3 15,-1 0-9-15,1 1 0 0,0 3-5 0,-5-3-5 16,2 2-7-16,-1 2-4 0,-11 2-9 0,2 0-2 15,-6-2-8-15,-2 2-7 0,-3-2-3 0,-2 2-6 16,-6 1 0-16,12-1-6 0,-12 1-3 0,10-1 0 16,-10 1-7-16,0 0-3 0,8-1-3 0,-8 1-2 15,0 0-8-15,0 0-13 0,8-2-18 0,-8 2-21 16,0 0-29-16,0 0-36 0,0 0-37 0,0 0-41 16,0 0-140-16,0 0-347 0,0 0 153 0</inkml:trace>
  <inkml:trace contextRef="#ctx0" brushRef="#br0" timeOffset="-46829.04">18919 13375 86 0,'0'-12'183'0,"0"12"-5"16,-3-9 8-16,3 9-12 0,0-11-7 0,0 11-4 0,0-11-2 16,0 11-7-16,-1-8-10 0,1 8-9 0,-1-9-3 15,1 9-5-15,0 0-4 0,0 0-7 0,0-10-8 16,0 10-13-16,0 0-10 0,0 0-12 16,0 0-5-16,0 0-10 0,0 0-4 0,0 0-7 0,0 0-6 15,0 0-6-15,0 0-2 0,0 0-5 0,1 32 2 16,-2-16-2-16,2 0-4 0,-1 2-1 0,-3 0-5 15,1 2-1-15,1-1-3 0,-2 0 2 0,2 5-4 16,-1-6 2-16,0 0-2 0,1-1 0 16,-1 1 0-16,4-7-2 0,-2 3 1 0,1-2-4 0,0 0-2 15,2-1 0-15,1-3-7 0,-1 2-15 0,4-3-19 16,-2-1-24-16,1 0-34 0,2-2-47 0,2-1-53 16,-1-2-57-16,-4 1-155 0,-5-2-438 0,13-2 194 15</inkml:trace>
  <inkml:trace contextRef="#ctx0" brushRef="#br0" timeOffset="-46639.86">18915 13172 180 0,'0'0'211'0,"-3"-10"-22"16,3 10-19-16,-1-8-25 0,1 8-33 0,0 0-27 15,0 0-33-15,0 0-34 0,0 0-23 16,0 0-37-16,18 12-32 0,-8-3-100 0,4 1-188 0,2-1 84 16</inkml:trace>
  <inkml:trace contextRef="#ctx0" brushRef="#br0" timeOffset="-46166.89">19665 13463 32 0,'0'0'253'0,"0"0"-11"16,-9-13-12-16,3 8-12 0,-1 0-11 0,-4 2-10 15,-4-4-13-15,2 4-7 0,-6-1-7 16,-2 2-13-16,3 3-11 0,-1 0-10 0,-3 2-14 0,3 1-7 16,-4 2-10-16,5 1-10 0,2 0-12 0,-1 2-8 15,4 3-7-15,2-1-9 0,-1 1-2 0,3 2-11 16,5-3-4-16,-1 0-3 0,4 2-3 0,1-2-7 15,4 1-1-15,-2-2 2 0,5 0-1 16,1-1-6-16,6 1-7 0,1-1-4 0,-2-2-3 0,3-3-7 16,5 2-3-16,-3-5-5 0,1-1 1 0,0-2 1 15,-1 1-6-15,0-3 2 0,-1-2 0 0,-1-2-1 16,-2-1 3-16,0-2 1 0,-5-1 5 0,0-3-6 16,-1-2 2-16,-3-2-2 0,1-7 3 0,-3 0 0 15,-1-1 5-15,0-2-2 0,-2-1-3 0,-4 0 1 16,3-1 2-16,-2 0 0 0,2 2 2 0,-3 0 1 15,0 3 9-15,-1 7 12 0,2 4 2 0,1 3 9 16,-2 1-7-16,3 0-4 0,-1 2-3 16,1 4-7-16,1 5-1 0,0 0-7 0,0 0 4 0,0 0-3 15,0 0 5-15,9 36-4 0,-5-9-4 0,2 5 5 16,-3 3-3-16,-1-2-1 0,1 13 1 0,-3-11 3 16,1-2-3-16,2-1 0 0,-1 2-1 0,2-4-4 15,0-1 2-15,-1-3-26 0,2 3-26 0,0-5-42 16,-3-6-49-16,5 8-24 0,-2-11-83 0,0 2-249 15,1-8-537-15,-1 0 238 0</inkml:trace>
  <inkml:trace contextRef="#ctx0" brushRef="#br0" timeOffset="-45800.76">20255 13239 127 0,'0'0'256'15,"0"0"-9"-15,0 0-5 0,-21 29-8 0,12-12-13 16,-3 5-16-16,1 4-15 0,-2 1-9 0,-2-1-18 16,2 1-14-16,-1-3-17 0,1 0-13 0,-2 0-8 15,1-4-13-15,0-4-9 0,1-1-9 0,-6 4-4 16,5-5-8-16,-3-4-8 0,2 1-3 0,-3-3-4 16,2-2-6-16,3-3-6 0,0-1 2 0,0-2 0 15,3-1-6-15,10 1-2 0,-16-10-4 0,9 2-3 16,2-1-3-16,1-3-2 0,2-5-1 0,2-1-5 15,0-2-2-15,4 1-1 0,1-5-3 0,6 0 4 16,-4 7-9-16,2 1 1 0,4 1 7 0,-4 7 2 16,0-1 1-16,1 6-2 0,2-1 1 0,-1 2 10 15,3 4-8-15,-1 2-2 0,4 2 1 0,-3 3-4 16,0 1 4-16,-2 3-2 0,10 2 2 0,-10 0-7 16,2-3 5-16,-3 2-19 0,1-2-35 0,0 2-37 15,1-1-48-15,1 1-53 0,0-1-69 0,-1 0-65 0,1-1-170 16,2-3-521-16,0 3 232 0</inkml:trace>
  <inkml:trace contextRef="#ctx0" brushRef="#br0" timeOffset="-45418.74">20994 13469 143 0,'0'0'217'0,"0"0"-6"16,0 0-9-16,0 0-7 0,-28 0-6 0,28 0-8 0,-14 0-6 15,14 0 1-15,-11-1-9 0,11 1 1 16,-11 0-2-16,11 0-5 0,0 0-8 0,-11 0-11 16,11 0-12-16,0 0-9 0,0 0-17 0,0 0-8 15,0 0-12-15,0 0-10 0,0 0-5 0,23-7-9 16,-5 3-1-16,-3 2-12 0,7-2-1 0,-3 0-4 16,8 2-5-16,-5 0-6 0,-2-1-4 0,-2-1-18 15,1 1-32-15,-2 2-27 0,-3-1-29 0,-1 0-34 16,-1 1-33-16,-1 0-48 0,0 1-51 0,-11 0-227 15,10-3-512-15,-10 3 227 0</inkml:trace>
  <inkml:trace contextRef="#ctx0" brushRef="#br0" timeOffset="-45187.38">21010 13262 134 0,'0'0'307'0,"-4"-10"-16"0,1 7-22 0,3 3-26 16,0 0-20-16,0 0-13 0,0 0-8 0,0 0 3 16,-1 20 0-16,1-3-13 0,1 1-13 0,-1 7-19 15,4 0-16-15,-3 2-10 0,3 0-14 0,-1-2-10 16,2 1-10-16,-1 1-13 0,-1-2-15 0,-3-5-40 16,2-1-33-16,0 8-39 0,1-2-44 0,-3-4-46 15,0-3-47-15,2 3-66 0,-2-4-248 0,2 1-532 16,-4-7 236-16</inkml:trace>
  <inkml:trace contextRef="#ctx0" brushRef="#br0" timeOffset="-44075.13">22454 12933 143 0,'-2'-6'220'0,"2"6"-5"16,-3-13-14-16,3 13-8 0,-4-7-18 0,4 7-17 16,-4-7-19-16,4 7-9 0,0 0-18 0,0 0-8 15,-10 0-11-15,10 0-4 0,-9 11-9 0,2-3 5 16,0 6-7-16,-1 3-1 0,2 2-6 0,-2 6-2 16,3 3-4-16,2-4-2 0,2 3-2 0,0 5 3 15,-2 0 18-15,6 4-1 0,3 9-6 0,-5-10-2 16,2 0-6-16,-2 11-1 0,1-13-5 0,0-2-2 0,1 1-3 15,1-1-8-15,-1-1-5 0,2-2 0 0,-1 2-6 16,0-3-2-16,0 1-2 0,0-2-7 16,1-2-1-16,0-5 2 0,1 6-7 0,-1-1-2 15,-1-3-2-15,1-3-1 0,1 1-1 0,-1-1-18 16,-3-2-21-16,3 3-31 0,-1-3-35 0,-1 0-39 0,-2-4-40 16,0 4-49-16,1 0-46 0,-8 1-193 15,0-2-496-15,-5-1 220 0</inkml:trace>
  <inkml:trace contextRef="#ctx0" brushRef="#br0" timeOffset="-43774.28">22001 14393 2443 0,'0'0'186'0,"0"0"-64"0,0 0-58 0,0 0-27 16,0 0-19-16,0 0-4 0,0 0 10 0,0 0 8 15,21-17 4-15,-15 16 5 0,-6 1-1 16,15 1 1-16,-4 3 0 0,-1 1-1 0,3 0 2 16,-4 2 2-16,1 0-7 0,0 2-1 0,2 3-4 15,-5-3 5-15,1 2-7 0,0 3 2 0,-2-4-2 16,-2 0-6-16,0-1-2 0,-2 3 7 0,2 1 11 0,-5-2-11 16,-2-1 2-16,2 1 1 0,-3 0-4 0,0-2 2 15,-3-1-2-15,0-1-8 0,-3 2 2 16,2-4-28-16,-3-1-28 0,-2-2-29 0,2 2-36 15,-1-4-38-15,-1 1-44 0,4-1-50 0,-1-1-46 0,0-1-191 16,1-2-507-16,2-1 224 0</inkml:trace>
  <inkml:trace contextRef="#ctx0" brushRef="#br0" timeOffset="-43551.13">22376 14244 49 0,'6'-5'231'0,"-2"0"-23"16,1 0-32-16,-5 5 1 0,8-4 6 0,-8 4 6 15,0 0-6-15,11 5-11 0,-11-5 3 0,5 10-4 16,-2-5-7-16,0 3-6 0,-2 0-10 16,0 0-14-16,2 3-11 0,-2-1-12 0,0 1-11 0,1-1-10 15,0-1-8-15,1 1-8 0,-3 0-6 0,2-3-6 16,-2 0-10-16,0-7-4 0,1 12-9 0,1-5-19 16,-2-7-19-16,0 11-26 0,0-11-29 0,-2 10-31 15,2-10-38-15,-3 9-47 0,-1-5-54 16,4-4-44-16,-10 5-139 0,10-5-440 0,0 0 195 15</inkml:trace>
  <inkml:trace contextRef="#ctx0" brushRef="#br0" timeOffset="-43395.5">22114 14225 116 0,'0'0'188'16,"0"0"-12"-16,16-16-15 0,0 11-14 0,2-1-12 0,10 0-17 15,1 0-15-15,4-3-43 0,2 4-54 16,3-4-70-16,-3 0-127 0,1 2-208 0,-6-4 93 16</inkml:trace>
  <inkml:trace contextRef="#ctx0" brushRef="#br0" timeOffset="-42733.32">22691 12369 83 0,'7'-1'209'0,"4"-2"-5"15,-2 2-16-15,2 3-11 0,-2-2-19 0,2 5-19 16,-6 0-2-16,3 1-7 0,0 1-10 0,-5 4-8 15,2 1-4-15,-3 2-7 0,-4 1-13 16,-3 3-6-16,0-2-10 0,-1 1-6 0,-3 0-5 0,-3-1-4 16,1-1-9-16,-1-1-3 0,-2 0-3 0,0-3-3 15,0-1-5-15,0-1 12 0,4-3-5 0,0-1 2 16,3-3-1-16,-1 1 8 0,3-1 2 16,5-2 3-16,-11 1-4 0,11-1-3 0,0 0-9 0,-8-6-2 15,8 6-5-15,0 0-3 0,0 0-5 0,0 0-2 16,0 0-2-16,14-12-3 0,-14 12-3 0,16 0 4 15,-16 0-4-15,19 4 4 0,-10 1-8 0,0-2 3 16,1 2-2-16,3 1 0 0,0 0-2 0,-2-1-8 16,3 5-19-16,1 0-45 0,-6-1-40 0,4 1-51 15,2-1-50-15,-3-3-55 0,-1 0-152 0,0-1-446 16,-1 0 197-16</inkml:trace>
  <inkml:trace contextRef="#ctx0" brushRef="#br0" timeOffset="-42511.23">23030 12451 61 0,'1'-10'292'0,"-1"0"-9"0,0 3-18 0,0 7-22 16,0-10-27-16,0 10-21 0,0 0-14 0,0 0-14 16,0 0-9-16,0 0-7 0,12 26-9 0,-9-11-7 15,0 2-14-15,1 0-11 0,-3 1-11 0,2 5-6 16,-4-3-10-16,1-1-7 0,-2 1-14 0,1-2-21 15,1-2-33-15,-2 0-35 0,0-5-38 0,0 1-41 16,-1-1-35-16,3-1-50 0,-1-2-37 0,1-8-176 16,-3 10-438-16,3-10 193 0</inkml:trace>
  <inkml:trace contextRef="#ctx0" brushRef="#br0" timeOffset="-42310.83">23157 12473 219 0,'1'-8'265'0,"0"2"-11"15,-1 6-17-15,1-10-24 0,-1 10-22 0,0 0-11 16,0 0-2-16,0 0-2 0,0 0-3 0,0 0-11 16,6 24-4-16,-5-13-12 0,-1 1-15 0,3 3-9 15,-3-3-16-15,-2 4-7 0,4 0-12 0,-2 0-6 16,0-4-6-16,0 2-21 0,-2-2-31 0,0 0-31 16,2-2-32-16,-2 2-32 0,2-2-44 0,0-1-46 15,-1-2-42-15,1-7-47 0,0 10-163 0,-3-4-447 16,3-6 199-16</inkml:trace>
  <inkml:trace contextRef="#ctx0" brushRef="#br0" timeOffset="-42154.56">23015 12432 38 0,'0'0'209'15,"9"-6"-13"-15,-2 1-23 0,4-1-13 0,5 2-17 16,1 0-12-16,3 0-15 0,3-1-38 0,7 2-39 15,3-1-61-15,-1 0-60 0,-2 4-115 0,-1-4-213 16,-1 2 95-16</inkml:trace>
  <inkml:trace contextRef="#ctx0" brushRef="#br0" timeOffset="-41276.96">23348 13399 169 0,'0'0'188'0,"0"0"1"0,0 0-17 15,0 0-6-15,0 0-6 0,0 0-8 0,-3 10-14 16,3-10-6-16,0 0-8 0,0 0-7 0,0 0-2 16,0 0-3-16,0 0-4 0,0 0 4 0,0 0-3 15,9 2 2-15,-9-2 1 0,0 0 0 0,0 0-4 16,0 0-3-16,0 0-2 0,13-13-16 0,-7 9 0 15,-1-5-11-15,1 1-3 0,2-3-13 0,-2 2-6 16,2-2-7-16,-2-4-1 0,2 1-2 0,-1 0-5 16,1-1-4-16,-3 3-1 0,-1-2-6 0,1 2-3 15,0 1-5-15,-1 0 0 0,0 0 4 0,-1 2 1 16,-2-1 4-16,0 3-5 0,0 1 2 0,-1 6 1 16,2-10-1-16,-1 3-2 0,-1 7 5 0,0-9-3 15,0 9-5-15,0 0 1 0,0 0-2 0,0-9-6 16,0 9-2-16,0 0-5 0,0 0-1 0,0 0 3 15,0 0-4-15,0 0 1 0,0 0 0 0,-9 19-3 16,6-13 2-16,0 2-3 0,1 0-1 0,-1 0 0 16,0 2-2-16,1-1 2 0,0 3 1 0,0-3-2 15,0 2 0-15,1 1-2 0,2-2 3 0,-1 3 1 16,0-3-4-16,0 0 6 0,0 3-6 0,3-2 2 0,1 0 0 16,0-1-1-16,2 0 1 0,0-3 3 15,2 3 1-15,0-2-17 0,4-1-22 0,-5-1-26 16,3-1-29-16,0 1-34 0,1 0-33 0,-2-3-27 15,1 2-42-15,-1-2-29 0,-2-1-38 0,-7-2-151 16,12 2-480-16,-12-2 213 0</inkml:trace>
  <inkml:trace contextRef="#ctx0" brushRef="#br0" timeOffset="-41103.82">23520 13066 2103 0,'-8'-17'75'0,"3"7"-29"15,0-2-15-15,1 2-8 0,1 4-8 0,1-1-4 16,-1 1-4-16,3 6-5 0,-2-9-1 16,2 9-4-16,0 0-15 0,0 0-21 0,0 0-42 15,0 0-29-15,0 0-36 0,29 25-34 0,-16-12-110 16,5-1-314-16,10 3 139 0</inkml:trace>
  <inkml:trace contextRef="#ctx0" brushRef="#br0" timeOffset="-40647.39">24263 13236 247 0,'-9'-6'267'0,"-5"-1"-9"0,-2 0 1 16,-10 0-14-16,-1 1-8 0,-2 2-8 0,1 3-16 16,-4 0-15-16,4 2-17 0,1 4-15 0,8-3-17 15,-3 4-8-15,2 4-14 0,3-1-11 0,-1 2-16 0,3 1-7 16,1 1-5-16,2 0-7 0,3 1-13 0,4-2-5 15,3 2-3-15,2-1-8 0,0-2-7 16,5 5-3-16,2-6-12 0,1 0 2 0,5 1-4 0,3-2 2 16,2-1-7-16,4-4-1 0,5 3-1 15,1-5-2-15,-6-1 7 0,-2-1-13 0,3-3-6 0,-2-1 1 16,-2-2-1-16,-1-3-3 0,0 1 0 0,-3-4-2 16,-3-1 4-16,1-3 2 0,-4-1-3 15,7-7 1-15,-9 1 0 0,0-4-1 0,-2-2-2 16,-1-2-3-16,-2 0 10 0,0-1-11 0,-1-4 1 0,-2 3 3 15,-1-1-5-15,4 5 3 0,-2 1 6 0,-2 7-1 16,1 3 11-16,1 3 7 0,-1 0 9 0,0 3 7 16,1 6-12-16,0 6 3 0,0-13-11 15,0 13-3-15,2-5 7 0,-2 5-12 0,0 0-9 16,0 0 0-16,15 28 8 0,-7-9 2 0,-3 8-6 0,5 7 4 16,-3-1 1-16,-1 1 1 0,1 1-8 0,-4-1-3 15,1 0 7-15,1-3-1 0,-2 1 2 0,1-1-3 16,0-2-4-16,-2-1-37 0,1-3-40 0,-1-6-34 15,0-1-29-15,-1 2-43 0,3-4-49 0,1-5-56 16,-3 1-279-16,2-3-610 0,0-2 270 0</inkml:trace>
  <inkml:trace contextRef="#ctx0" brushRef="#br0" timeOffset="-40268.94">24970 13086 2147 0,'5'-14'59'0,"0"2"27"15,0 1-13-15,-3 5-23 0,-1 0-3 0,-1 6 5 16,0 0 15-16,0 0 15 0,0 0 9 0,0 0 8 16,-18 22 1-16,6-9-1 0,1 1-6 0,0 3-9 15,-2 0-5-15,0-1-4 0,-4 5-10 0,1 2-9 16,-3-3 3-16,-2 1-10 0,2-1-4 0,-3-2-7 16,3-1 3-16,1-4-1 0,-5 2-4 0,7-6-3 15,-4 1-5-15,5-3-5 0,3-1 3 0,-1-1-1 16,1-2-5-16,4 1 3 0,-2-2-5 0,-1-2-2 15,11 0 9-15,-13-2-11 0,13 2-6 0,-9-5 6 16,3-4-6-16,3 2 1 0,-1-3 2 0,4-2-8 16,0-5-2-16,5 2 4 0,1 4-6 0,4-4 3 15,-1 3 4-15,7 0-3 0,-6 5 4 0,2-1 1 16,1 3 9-16,2-1-6 0,-1 3 11 0,-2 1-4 16,0 2-1-16,2 2 5 0,-1 1-4 0,5-1-5 15,-4 3-4-15,-1 0 5 0,-2 0-5 0,1 0 3 16,3 6-4-16,-1-4-1 0,-1 3-17 0,2-2-33 15,0 1-50-15,-3 0-44 0,1-1-54 0,-3-2-53 16,4 0-48-16,-5 1-264 0,-1-2-602 0,1 1 267 16</inkml:trace>
  <inkml:trace contextRef="#ctx0" brushRef="#br0" timeOffset="-39154.61">25366 12687 124 0,'-11'-5'193'0,"7"4"-8"0,4 1-17 0,0 0-10 0,-8-4-12 16,8 4-15-16,0 0-11 0,0 0-15 0,-5-4-8 15,5 4-15-15,0 0-3 0,0 0-7 0,0 0-9 16,0 0-4-16,0 0-1 0,0 0-2 0,34 4-3 15,-21-2-4-15,5 0-1 0,0-2-5 0,-4 1-4 16,6-1 1-16,-7 0-1 0,0 1-2 0,1-1 1 16,-1 0-3-16,-1-1-3 0,-1 2-5 15,-2-1-1-15,-4 2-4 0,6-2 0 0,-11 0-4 0,15 2 5 16,-10-2-7-16,-5 0 0 0,13 2-2 0,-8-1 1 16,-5-1-4-16,9 4 3 0,-2-2-5 15,-3 0 3-15,1 4 3 0,0-3 3 0,1 1 0 16,-2-1-1-16,2 2 1 0,0 2-5 0,-2-1 2 0,-1 3 2 15,3 0 6-15,-2 3 6 0,-2 1-5 0,4-2 3 16,-4 6 1-16,0 1 3 0,0 6 7 0,-1 0-1 16,0 1 4-16,-2 5-3 0,0 1-2 0,-1 2 2 15,2 0 0-15,-2-1-4 0,-3 0-1 0,-1 1 0 16,3 2-1-16,-2-1-2 0,1 2-9 0,2-1-1 16,-2 0 0-16,-4 9-2 0,2-10 1 0,2-1-3 15,1-3 1-15,-1 2-3 0,0 0 0 0,1-3-3 16,1-1 5-16,-1 0-6 0,-1-3-2 0,-1 1 3 15,3 2-6-15,0-10 1 0,-2 1-2 0,1 0 1 16,1-3 0-16,0 1-1 0,2-2 4 0,-4 3-5 16,1-7 0-16,0-1-3 0,2 2 5 0,0-4-3 15,-1-2 1-15,0 2 4 0,-4 0 1 0,1-5-5 16,-2 2 0-16,-2 0-3 0,-4 1 2 0,-1-3 1 16,3 0-1-16,-7-2 3 0,0 2 3 0,0 0-5 15,3-3-9-15,-4 0-7 0,2-2-15 0,-3 0-14 16,-1 2-25-16,3-3-23 0,-4 0-31 0,1 3-38 15,1-1-36-15,7-1-48 0,-3 2-202 0,2-4-480 16,3 1 213-16</inkml:trace>
  <inkml:trace contextRef="#ctx0" brushRef="#br0" timeOffset="-39002.25">25567 13775 46 0,'0'0'137'0,"0"0"-24"0,0 0-38 0,0 0-44 16,0 0-33-16,-31-2-65 0,26 6-72 0,-3-1 31 15</inkml:trace>
  <inkml:trace contextRef="#ctx0" brushRef="#br0" timeOffset="-10310.31">13358 15854 134 0,'0'0'163'0,"0"0"-3"0,0 0-9 15,0 0-10-15,0 0-8 0,0 0-13 0,0 0-10 16,0 0-14-16,0 0-2 0,0 0-11 0,0 0-6 16,0 0-5-16,0 0-9 0,0 0-3 0,0 0-8 15,0 0-15-15,0 0 7 0,0 0-4 0,0 0-3 16,22-6-7-16,-8 6 1 0,-6-1-8 0,6-1-20 16,-3 1-17-16,10 0-22 0,-4-1-29 0,0 2-29 15,2-1-25-15,-1-1-31 0,3 2-96 0,-10 0-267 16,0-2 118-16</inkml:trace>
  <inkml:trace contextRef="#ctx0" brushRef="#br0" timeOffset="-10110.49">13315 16063 104 0,'0'0'123'0,"23"-1"-20"0,-9-2-14 0,5 0-3 16,12 0-4-16,-3 2-22 0,3-6-31 0,0 3-41 15,1 1-44-15,-5-1-46 0,2 3-110 0,-8-2 49 16</inkml:trace>
  <inkml:trace contextRef="#ctx0" brushRef="#br0" timeOffset="-8392.4">14719 15515 23 0,'-2'-7'192'0,"2"7"-6"15,-2-12-12-15,2 12-9 0,-1-10-12 0,1 10-10 16,0 0-16-16,-2-6-11 0,2 6-15 0,0 0-9 16,0 0-6-16,0 0 1 0,0 0-12 0,0 0 7 15,-9 23-1-15,7-9-10 0,1 3 31 0,0-2-7 16,1 11-5-16,-1 0-8 0,-1-7-7 0,0 1-7 16,2-1-2-16,0 6-9 0,0-6-5 0,2 0-5 15,-2 0-4-15,0-2-4 0,0 1-5 0,2-2-3 16,-1 0-1-16,-2-3-7 0,-1 2-26 0,4-4-26 15,-2 0-23-15,-2 1-28 0,0-2-38 0,2 0-52 16,-2-3-45-16,-1 1-156 0,-3 2-401 0,0-5 178 16</inkml:trace>
  <inkml:trace contextRef="#ctx0" brushRef="#br0" timeOffset="-8202.33">14401 16075 185 0,'0'0'189'0,"0"0"-10"0,0 0-12 16,17 9-6-16,-5-7-7 0,5-2-18 0,10 0-7 15,5-2-16-15,1 4-7 0,21-2-12 0,-18 2-14 16,0-4-20-16,2 2-26 0,0-2-48 0,-2 4-39 16,-4-2-50-16,-7 6-42 0,-7-4-101 0,-4 2-266 15,-6 1 118-15</inkml:trace>
  <inkml:trace contextRef="#ctx0" brushRef="#br0" timeOffset="-7803.75">14438 16376 222 0,'0'0'220'16,"0"0"-3"-16,0 0-12 0,23 8-20 0,-10-4-12 15,-4 1-16-15,5 1-10 0,-1 3-37 0,1 2-9 16,-1 1-13-16,-3 1-7 0,-4-3-8 0,0 2-7 16,-3-1-3-16,-1 7-8 0,-2-6-5 0,0 3-1 15,-7 2-10-15,-2 0-5 0,0-3 2 0,-4 0-7 16,-3-1 4-16,2-1-9 0,-3-2-1 0,-1-3-4 16,-1-2-5-16,-1 1 1 0,3-4-2 0,0 0-3 15,-2-2 0-15,2-2-4 0,5 0 3 0,-2-1-1 16,1-1-2-16,3 1 3 0,-1-2-2 0,5 1-3 15,1-2 0-15,5 6-2 0,-2-9 2 16,2 9-3-16,0 0 5 0,8-13 3 0,-8 13 4 16,12-5-1-16,-1 5 6 0,1 1 3 0,-2 2-3 15,4-2-2-15,-1 6 3 0,3-1-3 0,2 0 1 0,0 4-2 16,-2-3-1-16,0 1-2 0,2 2-2 0,-1 0-1 16,-1-1 1-16,-2-3-9 0,2 4-23 0,-3-1-26 15,-2-2-42-15,0 0-55 0,1-2-59 16,-4 1-188-16,0 0-423 0,-1-1 187 0</inkml:trace>
  <inkml:trace contextRef="#ctx0" brushRef="#br0" timeOffset="-7575.28">14781 16516 1475 0,'3'-18'144'0,"-1"3"-7"0,0 3-55 15,1 1-7-15,-2 2-1 0,0 2 8 0,1 1 3 16,-2 6 4-16,0-9-7 0,0 9-1 0,2-7-7 15,-2 7-9-15,0 0 0 0,0 0 12 0,0 0 0 16,0 0-3-16,18 13-10 0,-14-3-4 0,-1 3-4 16,-1-2-8-16,2 3-2 0,1 1-2 0,-4 2-10 15,-1-1 5-15,0 0-6 0,0 0-7 0,0-6-23 16,0 3-27-16,0 0-33 0,-1-1-38 16,0-2-47-16,1-10-61 0,-2 18-64 0,-4-10-151 15,6-8-451-15,-4 10 200 0</inkml:trace>
  <inkml:trace contextRef="#ctx0" brushRef="#br0" timeOffset="-7366.5">14953 16389 136 0,'0'0'192'0,"0"0"12"16,0 0 3-16,0 0 2 0,0 0-9 0,0 0-5 15,6 19-5-15,-4-6-12 0,-2-1-14 0,-2 2-11 16,2 4-19-16,-2-2-3 0,1 1-20 0,1 1-7 15,-3-2-14-15,3-3-8 0,0-1-6 0,0 4-18 16,0-5-22-16,0-2-31 0,0 2-39 0,0-4-30 16,0-7-30-16,0 14-31 0,0-14-34 0,0 8-38 15,0-8-167-15,0 0-394 0,-12 6 175 0</inkml:trace>
  <inkml:trace contextRef="#ctx0" brushRef="#br0" timeOffset="-7221.8">14806 16460 53 0,'3'-13'164'0,"1"9"-15"16,2 1-8-16,7-3-9 0,0-1-14 0,3 2-8 0,5 0-15 15,-2-1-21-15,4 0-43 0,9-1-51 16,-7-1-53-16,-4 4-90 0,2 1-176 0,2-7 79 16</inkml:trace>
  <inkml:trace contextRef="#ctx0" brushRef="#br0" timeOffset="-6401.24">16312 15464 67 0,'1'-7'216'0,"0"-1"-24"16,-1 8-11-16,-2-9-13 0,2 9-18 0,-3-7-20 16,3 7-8-16,0 0-19 0,-9-5-8 0,9 5-7 15,0 0-1-15,-10 24 4 0,5-6 4 0,-3 8-4 16,-1 7-3-16,3 1-3 0,-1 2 25 15,2 12-10-15,-4-1-3 0,7-12-4 0,1 12-11 0,1-12-4 16,3-1-3-16,0 12-3 0,2-15-6 0,-3 4-8 16,5 0-6-16,-1-3-1 0,2 3-4 0,1-1-4 15,-1-2-5-15,-2 1-2 0,2-1-1 16,1-2-2-16,-3 1-6 0,0-1 2 0,2-2-3 16,0 2-30-16,-3-3-3 0,-4 2 4 0,4-3-3 0,-2-7 1 15,-1 6 4-15,0-6 0 0,-1 2-9 0,-2-2-13 16,-1 0-21-16,-1 0-36 0,-3 5-31 0,-5-1-43 15,2-5-53-15,-1-1-38 0,-7 3-155 0,4-4-432 16,-8 3 191-16</inkml:trace>
  <inkml:trace contextRef="#ctx0" brushRef="#br0" timeOffset="-6041.78">15864 17154 12 0,'3'6'199'0,"-3"-6"-13"0,5 11-1 0,-2-6-13 15,2-1-3-15,1-1-12 0,0-1-14 0,2 0-9 16,5 0-5-16,0-4-1 0,1-1 2 15,2-2-5-15,12-3-4 0,-10 0 0 0,2 1-9 16,-4-4-10-16,1 1 4 0,-7 2-11 0,2 1 3 0,-3-1-4 16,-4-1 6-16,1 0 0 0,-1-1-18 0,-5 10-2 15,-1-15-6-15,1 15-7 0,-8-16-3 0,1 8-8 16,7 8-7-16,-29-10 3 0,11 10-14 0,1-2-8 16,-4 4-1-16,-5 4-4 0,4-2-11 0,-4 6-17 15,1 1-30-15,6-3-32 0,2 1-39 16,0-1-51-16,4-2-53 0,2-2-63 0,-2-2-186 15,3 1-495-15,10-3 220 0</inkml:trace>
  <inkml:trace contextRef="#ctx0" brushRef="#br0" timeOffset="-5578.39">16540 15057 191 0,'0'0'188'0,"2"-13"-7"15,-1 6-9-15,-1 7-9 0,3-7-13 0,-1 0-12 16,-2 7-18-16,4-6-15 0,-4 6-4 0,0 0-12 15,11 1-7-15,-11-1-8 0,7 11-4 0,-3-5-2 16,0 4-7-16,-4 2-5 0,1 4-2 0,-1 1-5 16,-3 1-2-16,-1 0-7 0,-1-3-2 0,0 3-7 15,-1 0-2-15,-4-2-1 0,4 0-2 0,0 0-18 16,0 0-32-16,-2-1-26 0,2-4-39 16,3-5-44-16,-1 2-44 0,2 2-138 0,2-10-341 15,-7 11 152-15</inkml:trace>
  <inkml:trace contextRef="#ctx0" brushRef="#br0" timeOffset="-5357.34">16698 15111 76 0,'4'-3'214'0,"-4"3"-7"0,6-7-10 0,-6 7-10 16,5-6-12-16,-5 6-17 0,0 0-14 0,0 0-16 15,0 0-12-15,0 0-7 0,0 0 0 0,4 14 0 0,-4-2-4 16,-2-1-5-16,2 7-13 0,-1-1-6 0,-1 1-1 15,0 0-11-15,0 1-10 0,-1 0-2 0,1 1-6 16,1 5-5-16,-1-9-6 0,0 3-5 16,2-3-26-16,-3 3-26 0,2-3-38 0,1-5-48 15,0 0-59-15,0 0-39 0,-1-1-168 0,1-10-399 16,-4 11 177-16</inkml:trace>
  <inkml:trace contextRef="#ctx0" brushRef="#br0" timeOffset="-5186.17">16559 15026 205 0,'0'0'197'0,"6"-13"-19"0,1 7-20 16,4-2-12-16,6 1-15 0,10-1-15 16,3 1-14-16,3 0-37 0,-2 3-40 0,1 1-44 15,1 0-41-15,-3 3-53 0,-3 2-76 0,1-2-204 16,0-1 90-16</inkml:trace>
  <inkml:trace contextRef="#ctx0" brushRef="#br0" timeOffset="-4041.94">17032 16039 103 0,'0'0'226'16,"-6"-5"-11"-16,6 5-8 0,-4-5-20 0,4 5-11 15,-4-7-12-15,4 7-4 0,-2-7-14 0,2 7-9 16,0 0-16-16,2-13-7 0,-2 13-12 0,3-10-10 15,1 4 18-15,-2 0-8 0,3-3-6 0,-1 0-9 16,3 0-7-16,0-1-5 0,0-1-9 0,-2-1-5 16,4-2-8-16,0 1-2 0,-2-3-5 0,0 6-3 15,-1-3 0-15,-1 4 2 0,3 0-2 0,-4-1-3 16,0 1-4-16,-2 3-4 0,2-1 1 16,-1 2-3-16,-3 5-2 0,4-9 1 0,-4 9-4 0,3-9-2 15,-3 9-3-15,0 0-2 0,4-5-12 0,-4 5 6 16,0 0-3-16,0 0 3 0,0 0-3 0,1-7 0 15,-1 7-6-15,0 0 1 0,0 0 3 16,0 0-4-16,0 0-10 0,0 0 15 0,0 0-6 16,0 0-2-16,0 0-1 0,0 0 4 0,0 0-1 15,0 0-3-15,0 0 2 0,0 0 2 0,0 0-6 0,0 0 2 16,-2 24-2-16,2-24 6 0,0 0-6 0,0 0 1 16,0 0-1-16,-4 6 5 0,4-6-2 0,0 0 2 15,0 0-2-15,0 0 2 0,0 0-8 0,0 0 6 16,0 0-1-16,0 0 4 0,0 0-2 15,0 0 2-15,0 0 0 0,-2 6-2 0,2-6-3 16,0 0 3-16,0 0 3 0,0 0-4 0,0 0-5 0,0 0 7 16,0 0 4-16,0 0-3 0,0 0-5 0,0 0 12 15,0 0-7-15,0 0 5 0,0 0 0 0,0 0 0 16,0 0 2-16,0 0 1 0,0 0 3 16,0 0 5-16,0 0-3 0,0 0 8 0,0 0 2 15,0 0-3-15,0 0 0 0,0 0 2 0,0 0-1 16,0 0 2-16,0 0-5 0,0 0-1 0,0 0 2 0,0 0-3 15,0 0-4-15,0 0 1 0,0 0-1 16,0 0 1-16,0 0-8 0,0 0 5 0,0 0-6 0,0 0-14 16,0 0 16-16,0 0-3 0,0 0 1 0,-13-12 2 15,13 12-17-15,-6-7 31 0,6 7-17 16,-3-5-2-16,3 5 0 0,-8-6-4 0,8 6 3 16,-5-6 14-16,5 6-14 0,-6-6-1 0,6 6 0 15,-4-6-1-15,4 6-4 0,-8-7 1 0,8 7-1 0,-6-7 6 16,6 7-3-16,-5-8 5 0,5 8 2 0,-4-5-6 15,4 5 4-15,0 0-1 0,0 0 0 0,-7-4 0 16,7 4-3-16,0 0-1 0,0 0-3 16,-4-5 5-16,4 5-2 0,0 0-5 0,0 0 1 15,0 0-1-15,0 0 2 0,0 0-3 0,0 0 4 16,0 0-1-16,0 0 2 0,0 0-3 0,0 0-6 16,0 0-14-16,2 24-13 0,-2-24-19 0,1 8-26 0,-1-8-19 15,-1 10-22-15,1-10-19 0,1 9-26 16,-1-9-27-16,0 9-31 0,0-9-29 0,1 9-188 15,-1-9-481-15,0 9 213 0</inkml:trace>
  <inkml:trace contextRef="#ctx0" brushRef="#br0" timeOffset="-2942.9">17034 15779 60 0,'0'0'170'0,"-9"-4"11"0,9 4-9 0,-8-3-2 15,8 3-1-15,0 0-13 0,0 0-5 0,-7-2-13 16,7 2-10-16,0 0-13 0,0 0-7 0,0 0-16 16,0 0-8-16,0 0-10 0,20-12-9 0,-2 7-5 15,0 0-5-15,3 2-8 0,7-4-9 0,2 1-20 16,-10 3-16-16,1 0-15 0,-1 2-18 0,-3-2-21 16,1 1-21-16,-7 2-7 0,2-2-18 0,-4 2-2 15,-1 0-7-15,-8 0 2 0,14 3 0 0,-14-3 9 16,7 0 3-16,-7 0 10 0,0 0 5 0,0 0 8 15,0 0 6-15,0 0 7 0,0 0 5 0,0 0 6 16,-21 10 3-16,10-7 8 0,0-2 4 0,-1 1 4 16,-2-2 5-16,0 0 11 0,3 1 20 0,-7-1 16 15,6-1 5-15,1 2 22 0,2-1 6 0,1 0 10 16,8 0 11-16,-14-1 0 0,14 1 5 0,-10 0-5 16,10 0 0-16,0 0-12 0,-9 1-3 0,9-1-7 15,0 0 3-15,-6 7 6 0,6-7-4 0,0 11 9 16,1-1-1-16,1 1 3 0,1 5 3 0,0 3-1 15,-1 0-1-15,2 6-5 0,0 0-7 0,-1-4-5 16,-2 3-1-16,0 1-6 0,-1-6-5 0,1 1-3 16,3-1-2-16,-3 0-2 0,1-2-3 0,0 2-5 15,-1 0-3-15,1-4-5 0,-2 0-1 0,1-3 1 16,-1-1-1-16,0-2-6 0,-1 1 0 0,1-2 2 16,-2 0 0-16,2-8-1 0,-2 12-5 15,1-6 0-15,-2 0-5 0,3-6-2 0,-6 7-3 0,6-7-9 16,-8 3-3-16,2-1-6 0,6-2 0 0,-12-2 1 15,12 2 3-15,-19-7-2 0,12 4 3 0,-3-2 3 16,3 1-2-16,-1 1 3 0,3 0-2 16,-3 0 4-16,8 3 1 0,-10-2 4 0,6-3 5 15,4 5 2-15,-8-3 3 0,8 3-1 0,0 0-3 0,-6-5-4 16,6 5 3-16,0 0 0 0,0 0 0 0,0 0-1 16,0 0 1-16,0 0-4 0,28-2 6 0,-11 1-3 15,2 1-2-15,2-1 2 0,0 0-12 0,1-2-18 16,6 0-24-16,1 0-28 0,-3-2-29 0,-6 1-19 15,1 1-14-15,-3-2-11 0,1 1 9 16,-1-1 5-16,-5 4 19 0,-3-4 8 0,0 2 11 16,-2-1 24-16,-8 4 7 0,11-6 3 0,-11 6 17 15,8-7 17-15,-8 7 9 0,7-6 22 0,-4 2 15 0,-3 4 12 16,0 0 22-16,7-3-10 0,-7 3-2 0,3-6-4 16,-3 6-6-16,0 0 7 0,0 0 8 0,0 0 10 15,9 9 9-15,-9-9 7 0,5 12-9 16,-3-5 4-16,0 1 3 0,-1-2 0 0,1 1 7 15,-1 1-6-15,-1-8-4 0,1 11-3 0,1-3-3 16,-1-1 2-16,-1-7-4 0,1 10 6 0,-1-10 11 16,0 7 21-16,0-7 14 0,0 0 14 0,0 0-7 0,0 0-10 15,0 0-8-15,0 0-8 0,0 0-9 16,0 0 9-16,-18-18-25 0,17 10-4 0,-1-4-4 16,0 3-6-16,2-2-9 0,0 0 1 0,2-4-2 15,-1-1-10-15,3 5 1 0,2-2-8 0,0 4-13 16,2-2 14-16,1 2-10 0,5-2 1 0,-4 7-8 15,3-1-4-15,0 3 7 0,2 2-8 0,-3 3 4 16,2 1-1-16,1 2-13 0,-2 5 11 0,-2-3-3 16,-2 2 0-16,0 4 11 0,-4-6-9 0,2 5 3 15,-1-2-18-15,-2 1 13 0,0-1 2 0,-3-2 3 16,2-1 1-16,-2-2 5 0,-1-6-3 0,1 9-1 16,-1-9 0-16,-1 8 3 0,1-8-13 0,0 0 21 15,0 0-8-15,0 0-5 0,0 0-4 0,0 0-2 16,-14-18-2-16,14 8 0 0,1 1 3 0,2-4-8 15,3-2-3-15,8-7-5 0,-4 7-5 0,4-1-1 16,0 1 6-16,4-3-3 0,5 5 4 0,-5 3-1 16,-1 1 1-16,2 5 4 0,-2 0-3 0,-3 5-4 15,-3 3 5-15,6 0 2 0,-3 5-1 0,0 3-2 16,-5 1 10-16,1 3-12 0,-2 0-18 0,-1 0-19 16,0 1-32-16,-2 1-42 0,-2-1-47 0,-1 0-57 15,1 0-239-15,-3 1-511 0,1-6 226 0</inkml:trace>
  <inkml:trace contextRef="#ctx0" brushRef="#br0" timeOffset="-2592.5">18381 15735 90 0,'-4'-9'253'0,"0"0"-18"16,-3 3-14-16,-1 3-12 0,0 1-16 0,-1 1-12 16,-4 4-12-16,-3 2-17 0,-2 3-18 0,1 1-9 15,2 2-14-15,2 2-15 0,2 0-10 16,3 1-9-16,1 3-5 0,5-6-10 0,1 6-3 16,2-2-5-16,5 2-8 0,1-2-1 0,2 1-8 15,1-2-2-15,3-1-3 0,2 0-3 0,0 2-3 0,1-3-8 16,-2 0-1-16,-1 0 0 0,1-2 0 0,-3 3-1 15,-2-3-5-15,-1-1 0 0,-2 2 1 0,-2-1 1 16,0 0-2-16,-4 1 1 0,-4 0-1 16,-1 0 3-16,-3 3-2 0,-2-5-7 0,-3 4-15 15,3-5-21-15,0-2-23 0,0 1-28 0,-1 0-28 16,0-4-38-16,3-1-39 0,2 0-214 0,6-2-435 16,0 0 193-16</inkml:trace>
  <inkml:trace contextRef="#ctx0" brushRef="#br0" timeOffset="-2416.42">18474 15920 148 0,'4'-5'243'0,"0"1"-19"0,-4 4-12 0,6-6-19 15,-6 6-16-15,4-5-14 0,-4 5-12 0,0 0-19 16,0 0-4-16,11 8 1 0,-8 2-2 0,1 0-10 16,-2 5-6-16,1 0-15 0,-3 2-9 0,4 0-8 15,-2 9-3-15,1-3-32 0,-3-5-35 0,4-1-36 16,-1 0-45-16,-1-5-51 0,-1 5-55 0,0-6-197 15,-1-1-406-15,0-10 181 0</inkml:trace>
  <inkml:trace contextRef="#ctx0" brushRef="#br0" timeOffset="-2272">18475 15618 53 0,'0'0'81'0,"0"0"-39"0,12-3-40 0,-12 3-32 16,16 17-32-16,-5-1 14 0</inkml:trace>
  <inkml:trace contextRef="#ctx0" brushRef="#br0" timeOffset="-2047.26">18746 16052 160 0,'0'0'224'0,"0"0"-14"0,0 0-2 0,10-9 1 15,-8 3-13-15,0-2-11 0,2 0-13 16,-1-1-12-16,-1-3-15 0,3 2-4 0,0-3-8 16,2 3-14-16,1 0-1 0,2-3-10 0,-3 3-10 15,2 4-18-15,2-1 0 0,0 1-8 0,-1 6-7 16,3-2-9-16,-3 4-5 0,-1 1-5 0,0 3-5 16,0 1-2-16,-1 1-4 0,-2 2-5 0,1 4-2 15,-1 0-16-15,-4-1-28 0,1 2-36 0,-2-2-46 16,2 2-54-16,0-4-66 0,-2 1-230 0,0-2-485 15,2 0 215-15</inkml:trace>
  <inkml:trace contextRef="#ctx0" brushRef="#br0" timeOffset="-1676.15">19467 15747 108 0,'-1'-9'253'16,"1"9"-15"-16,-3-8-7 0,3 8-14 0,-8-2-6 15,8 2-7-15,-13 10-11 0,4-1-13 0,-7 7-11 16,0 5-18-16,-2 0-13 0,0 4-13 0,-1-1-12 16,1-1-6-16,-1 0-11 0,1 1-13 0,-2-3-15 15,3 1-1-15,-3-4-3 0,0-1-5 0,5-4-4 16,-1-2-11-16,6-6 0 0,-3 3-3 0,2-3-3 16,4-1-2-16,-1-1-5 0,1-2-3 0,7-1 1 15,-11-2-9-15,11 2-1 0,-11-10-2 0,9 3-3 16,2-5 0-16,0 0-2 0,4-7-4 0,1 1-2 15,2 0 4-15,4-5-4 0,4 3-1 0,-5 2-1 16,-1 2 0-16,4 4 0 0,-4 3-2 0,0 1 3 16,1 1 1-16,-1 4-4 0,0-1 2 0,4 4 5 15,-3 4-1-15,0-1-1 0,2 4 1 0,-2-1 5 16,0 3-8-16,3 4 8 0,-2-1-10 0,1 2 5 16,1 0-16-16,0-1-11 0,-1-1-37 0,1 1-33 15,0 1-38-15,1-3-55 0,-3 0-50 16,5-2-34-16,0 1-181 0,5-4-484 0,8 1 216 15</inkml:trace>
  <inkml:trace contextRef="#ctx0" brushRef="#br0" timeOffset="-1077.51">20267 15889 122 0,'-6'-12'249'15,"0"8"-13"-15,-2-3-13 0,-1 2-7 0,1 2-8 16,-2-1-12-16,-3 4-18 0,1-1-11 0,-3 1-18 16,-3 1-13-16,0 5-12 0,3 1-11 0,-2 2-14 15,7-4-9-15,-1 4-13 0,-1 1-5 0,3 2-7 16,2-3-4-16,0 2-8 0,1-2-4 0,3 3-8 16,1-3-4-16,0-1 1 0,5-1-6 0,0 2-2 15,2-1-3-15,2-3-2 0,5-1 0 0,-1-3-4 16,3-2-2-16,3 0-2 0,3-3 0 0,-2 0 0 15,2-3-3-15,-3-1 1 0,0-1 0 0,0 0-2 16,-2-3 6-16,8-5-2 0,-10 3 5 0,1-2 9 16,-7 0-2-16,3-3-1 0,-3 2 2 0,1-11-5 15,-4 4 2-15,-2-3-8 0,-1 1 8 0,-2-2-3 16,2 0 0-16,-2 1-3 0,-3 0 3 0,0 8 8 16,-1 1 0-16,-1 0 2 0,1 4 4 0,0-1 2 15,2 5 5-15,-1 2-4 0,4 8 4 0,-6-13-8 16,6 13-12-16,0 0-1 0,0 0-7 0,0 0 0 15,0 0-7-15,0 0-1 0,9 56 5 0,-4-29 0 16,-2 4 1-16,-2-2-12 0,2 2-1 0,0-2-11 16,5 0 17-16,-3-1 3 0,-2 1-6 0,-1 0-3 15,3-5-11-15,2 3 20 0,2-1-12 0,-3-9-25 16,-1 1-27-16,-1 0-37 0,2-2-30 0,-1 0-53 16,-1-1-56-16,0-4-51 0,1 0-253 0,-2-1-576 15,1 0 255-15</inkml:trace>
  <inkml:trace contextRef="#ctx0" brushRef="#br0" timeOffset="-662.72">20938 15734 184 0,'5'-9'269'0,"-1"2"-7"0,-3 1-7 0,4 2-17 16,-5 4-26-16,5-6-17 0,-5 6-20 15,0 0-13-15,0 0 2 0,-10 19 0 0,1-3-13 16,-6 6-12-16,-2 2-18 0,-2 0-4 0,1 1-14 16,0-1-9-16,-3 0-8 0,3-1-10 0,-1-2 3 15,1-2-18-15,-1 1-5 0,3-7-8 0,1 1-2 16,2-2-3-16,-1-3-4 0,2 0-8 0,1-2-1 16,0 4 2-16,0-5-2 0,0-3-8 0,4 0-1 15,0 0 2-15,0-3-2 0,7 0 0 0,0 0-4 16,-16-6-1-16,12 2-2 0,-1-2-16 0,2-5 14 15,3-2-4-15,1-3 2 0,2-1 2 0,1 2-3 16,0 0-1-16,0 4 4 0,0-1-7 0,2 3 1 16,-1 2 4-16,-3 1 3 0,5 1-4 0,-7 5 15 15,11-3-3-15,-2 3 10 0,-9 0 0 0,21 6-7 16,-10-3 4-16,1 3 0 0,4 2-3 0,-2 1-6 16,3 1 5-16,1 1-2 0,0-2-19 0,0 2 17 15,7 0-23-15,1 1-34 0,1-2-49 0,-1-1-53 16,1 0-38-16,-1-2-57 0,2-2-38 0,-6-3-27 15,-1 0-198-15,-1-2-539 0,1 0 238 0</inkml:trace>
  <inkml:trace contextRef="#ctx0" brushRef="#br0" timeOffset="-555.12">21140 16026 1152 0,'14'-4'-73'16,"1"0"37"-16,-1-1 37 0,-5 1 44 0,0 3 31 15,-1-3 23-15,-8 4 19 0,9-2-1 0,-9 2 0 16,8-2-11-16,-8 2-7 0,7-2-11 0,-7 2-12 16,0 0-6-16,0 0-8 0,0 0-6 0,0 0-36 15,0 0-55-15,0 0-74 0,0 0-92 0,0 0-107 16,0 0-334-16,0 0 147 0</inkml:trace>
  <inkml:trace contextRef="#ctx0" brushRef="#br0" timeOffset="11017.09">13356 17443 71 0,'0'0'95'0,"0"0"-5"0,0 0 3 0,0 0-8 15,0 0-10-15,0 0-2 0,0 0-5 0,0 0-9 16,0 0 5-16,0 0-5 0,0 0 4 0,0 0-10 16,0 0 7-16,0 0-3 0,0 0 0 15,0 0 1-15,0 0-12 0,0 0 5 0,0 0 1 16,0 0-5-16,0 0 1 0,0 0-5 0,0 0-1 0,0 0-5 16,0 0 0-16,0 0 3 0,0 0-9 0,0 0-1 15,-37-5 2-15,37 5-6 0,0 0 8 0,0 0-7 16,0 0-3-16,0 0 2 0,0 0 2 0,-7 0-8 15,7 0 2-15,0 0-9 0,-10 3 10 16,10-3-6-16,-7 3 3 0,7-3-1 0,-10 1 6 16,10-1-14-16,-10 2 8 0,10-2 5 0,0 0 5 15,-9 2-2-15,9-2 8 0,0 0-6 0,0 0-2 16,0 0-2-16,0 0 0 0,0 0-5 0,0 0 1 16,0 0-3-16,0 0-5 0,0 0 3 0,0 0-6 15,0 0 8-15,0 0-1 0,0 0-2 0,0 0 3 16,0 0-6-16,40-1 2 0,-27 1 0 0,1-3-3 15,-1 2-7-15,-13 1 1 0,25-3 5 0,-11 3-3 16,-14 0-2-16,26 0 1 0,-12 0-1 0,-14 0-24 16,25-2-23-16,-14 1-25 0,-11 1-26 0,20 0-32 15,-20 0-38-15,16-1-26 0,-16 1-120 0,0 0-335 16,0 0 148-16</inkml:trace>
  <inkml:trace contextRef="#ctx0" brushRef="#br0" timeOffset="11261.2">13254 17609 101 0,'0'0'165'0,"0"0"-3"16,0 0-9-16,0 0-6 0,0 0-13 0,0 0-14 15,0 0-6-15,25 13-16 0,-25-13-6 0,18 2-8 16,-18-2-12-16,22 2 2 0,-12 1-28 0,-10-3-20 16,27-1-28-16,-27 1-35 0,24-3-39 0,-10 0-43 15,1 3-107-15,-15 0-244 0,29 0 107 0</inkml:trace>
  <inkml:trace contextRef="#ctx0" brushRef="#br0" timeOffset="12863.79">14548 17417 51 0,'0'0'86'16,"0"0"12"-16,0 0-15 0,0 0 7 0,0 0-11 15,0 0 3-15,0 0-2 0,0 0 3 0,0 0 1 16,0 0 0-16,0 0-18 0,0 0 9 0,0 0 0 15,0 0-7-15,0 0-8 0,0 0 6 0,0 0-5 16,0 0-3-16,0 0-6 0,0 0 1 0,0 0-11 16,0 0 0-16,0 0 0 0,0 0-2 15,0 0-6-15,0 0 3 0,0 0-4 0,0 0-2 16,0 0 0-16,0 0 0 0,0 0 0 0,0 0-14 16,0 0 11-16,0 0-5 0,0 0 1 0,0 0-7 15,0 0-3-15,0 0 6 0,0 0-3 0,0 0-2 16,0 0 2-16,0 0-2 0,-28 14 1 0,28-14 1 0,-10 2-3 15,10-2 5-15,-11 2 0 0,11-2-1 16,0 0 6-16,-14 0-3 0,14 0 0 0,0 0 0 16,-13 2-1-16,13-2 2 0,0 0-3 0,-11 4 1 15,11-4 3-15,-10 0-9 0,10 0 2 0,0 0-3 16,-10 3 4-16,10-3-3 0,0 0-4 0,0 0-1 16,0 0-1-16,0 0-2 0,0 0 0 0,0 0-2 15,0 0 2-15,0 0 0 0,0 0 0 0,0 0 1 16,0 0 5-16,0 0-2 0,0 0 3 0,28 7 1 15,-28-7-3-15,23 0 2 0,-10 0 1 0,-1-2 0 16,4 2 2-16,-3-1-4 0,0 2 2 16,0-1-1-16,1 0-3 0,-3 0 5 0,0 0-8 0,-11 0 5 15,19 2-2-15,-19-2-3 0,13-2 3 0,-13 2-4 16,12-1 0-16,-12 1-1 0,0 0-2 0,0 0 2 16,15 0 1-16,-15 0-4 0,0 0 5 15,0 0-3-15,0 0-1 0,0 0 0 0,12 1 1 16,-12-1-11-16,0 0 10 0,0 0-3 0,0 0-6 0,0 0-12 15,0 0-17-15,0 0-23 0,0 0-24 16,0 0-31-16,8 3-44 0,-8-3-54 0,0 0-151 16,0 0-391-16,0 0 173 0</inkml:trace>
  <inkml:trace contextRef="#ctx0" brushRef="#br0" timeOffset="13146.84">14911 17230 64 0,'0'0'195'15,"-6"-2"-19"-15,6 2-15 0,0 0-20 0,0 0-11 0,0 0-9 16,0 0-13-16,0 0-8 0,0 0-11 0,0 0-8 15,0 0-8-15,51 1-6 0,-33-2-13 16,-1 1 2-16,1 0-10 0,0-1-3 0,9 0-3 16,-9 0-12-16,-5-1-19 0,-13 2-17 0,27-1-25 15,-18 0-39-15,-9 1-34 0,25-1-30 0,-15 0-103 16,-10 1-256-16,0 0 113 0</inkml:trace>
  <inkml:trace contextRef="#ctx0" brushRef="#br0" timeOffset="14004.97">15071 17221 43 0,'-15'1'154'0,"15"-1"6"0,0 0 3 0,-2 15-3 16,2-7-5-16,0 5-11 0,2 0-9 16,0 4-8-16,-2 1-12 0,0-2-11 0,4 1-9 15,-4 4-4-15,1-4-9 0,0 2-1 0,-1 0-11 0,2-4-4 16,-2 2-10-16,1-6-6 0,-1 5-2 0,0-3-9 15,2-5 0-15,-2-8-1 0,0 20-2 16,0-20-7-16,0 11-1 0,0-11-5 0,-2 13 1 16,2-13-3-16,-5 9-4 0,5-9-6 0,-9 9-16 15,9-9-11-15,-11 4 2 0,11-4-6 0,0 0 0 16,-17 3 4-16,17-3-6 0,-16 0 0 0,16 0 2 16,-14-1-4-16,14 1 8 0,-11-2 7 0,11 2-4 15,0 0 5-15,-14-3 9 0,14 3 6 0,0 0-7 16,0 0 2-16,0 0 2 0,0 0-3 0,0 0 7 15,0 0-3-15,0 0 4 0,0 0 5 0,0 0-5 16,0 0 5-16,0 0-6 0,38 8 3 0,-38-8-3 16,27-1-11-16,-9 3-10 0,-5 0-21 0,-13-2-18 15,26 0-18-15,-26 0-20 0,23 0-10 0,-8 0-4 16,-15 0-1-16,21-2 4 0,-21 2 5 16,18-2 9-16,-18 2 7 0,15-4 18 0,-15 4 4 0,13-7 17 15,-13 7 14-15,9-9 9 0,-9 9 22 0,7-7 18 16,-7 7 1-16,0 0 10 0,3-12 13 15,-3 12 1-15,0 0 7 0,0 0 7 0,6-14-3 16,-6 14-7-16,0 0 1 0,0 0-12 0,0 0 7 16,0 0 8-16,0 0 5 0,0 0 1 0,0 0 1 15,0 0 0-15,16 16-1 0,-16-16-5 0,4 10 4 16,-4-10-12-16,5 10 0 0,-5-10-11 0,1 10 4 16,-1-10-3-16,3 8-2 0,-3-8 2 0,0 0 10 15,3 9 12-15,-3-9 4 0,0 0 7 0,0 0-10 16,0 0-6-16,0 0-7 0,0 0-1 0,0 0-8 15,0 0-3-15,0 0-4 0,0-36-1 16,0 26-3-16,2 1 0 0,3-2-7 0,-1 1-1 0,2 0-3 16,-1-2-1-16,2 2-2 0,-1-1-1 0,3 2 0 15,0-1-3-15,-2 3-4 0,3-1-3 0,-1 3-1 16,-2 3 1-16,-7 2-5 0,22 1 4 0,-12 3-3 16,-10-4 2-16,17 9 0 0,-7-3 1 0,-1 2-2 15,0 0 0-15,-3 2 4 0,1-3-5 0,-2 1-2 16,0 1 6-16,-1-4-3 0,-4-5 2 0,6 12-1 15,-6-12-1-15,4 7 3 0,-4-7 5 0,3 8 9 16,-3-8 0-16,0 0 4 0,0 0-3 16,0 0-6-16,0 0-1 0,0 0 1 0,0 0 1 15,0 0 0-15,0 0-3 0,0 0-3 0,0 0 3 16,0 0 0-16,0-38-4 0,4 29-10 0,-1-4 0 16,4 3 4-16,2 0-4 0,0 0-3 0,0 5 3 15,-2-2-4-15,2 3 2 0,0 0-1 0,3 2 1 16,-12 2 1-16,20 2-1 0,-10 2-1 0,2 0 0 15,-3 1 4-15,-1 2-2 0,2 3-4 0,-4-2-20 16,-1 1-7-16,0 2-16 0,-1-2-22 0,0 4-27 16,-4-13-37-16,5 19-39 0,-5-9-45 0,0 0-195 15,0-10-452-15,-10 19 200 0</inkml:trace>
  <inkml:trace contextRef="#ctx0" brushRef="#br0" timeOffset="14375.76">15062 17731 154 0,'0'0'195'0,"0"0"-17"0,0 0-11 0,0 0-13 16,0 0-3-16,0 0-4 0,0 0-12 0,0 0 1 16,0 0-10-16,52-4-2 0,-24 1-6 0,2-2-11 15,2-1-3-15,1 2-10 0,1-2-5 16,-2 1-2-16,3 2-12 0,1-2-1 0,1 5 0 0,0-6-11 16,2-1 0-16,10 2-2 0,-10-1-15 0,-3 2 4 15,1 0 3-15,-2 0-13 0,-2 1 0 0,-3 0-3 16,-10-1-5-16,-1 3-4 0,-2 2 1 15,-7 0-8-15,0-1-7 0,-10 0-9 0,12 2-11 16,-12-2-13-16,0 0-29 0,0 0-39 0,0 0-43 16,0 0-48-16,0 0-57 0,-32 22-160 0,15-17-428 15,-9 2 190-15</inkml:trace>
  <inkml:trace contextRef="#ctx0" brushRef="#br0" timeOffset="15021.42">15206 17893 70 0,'0'0'184'0,"0"0"-10"0,0-14-11 16,0 14-8-16,0 0-11 0,12-10-4 15,-12 10-6-15,15-4-7 0,-7 2-8 0,2 2-8 16,1 1-9-16,0 1-8 0,-1 1-12 0,0 1-4 16,-2 2-8-16,-3-2-6 0,-5-4-8 0,10 14-1 15,-7-5-8-15,-1 1-1 0,-2-1-7 0,0-9 3 16,-5 20-7-16,1-10-7 0,-1 1 0 0,-6 0-2 15,-3 1 1-15,1-3-9 0,-5 1-1 16,2-2-3-16,0-2-7 0,1-1 5 0,-3 1-4 0,5-4-2 16,4 1 0-16,9-3 1 0,-16 1 2 0,16-1-2 15,-12-1-5-15,12 1 4 0,-10-7-4 16,10 7 4-16,-8-7 0 0,8 7-6 0,-3-9-1 16,3 9 3-16,0 0-3 0,0 0 3 0,4-17 4 15,-4 17 0-15,0 0 5 0,13-5 3 0,-13 5-1 0,18 3 5 16,-18-3 1-16,23 5 3 0,-10 0-4 0,1-2 0 15,-3 3 2-15,5 1-4 0,-5 0-2 16,-1-2 3-16,-10-5-3 0,0 0-3 0,0 0-10 0,45 23-18 16,-45-23-31-16,0 0-29 0,23 13-34 15,-23-13-52-15,0 0-24 0,0 0-182 0,0 0-399 16,33 9 177-16</inkml:trace>
  <inkml:trace contextRef="#ctx0" brushRef="#br0" timeOffset="15244.53">15536 17831 30 0,'0'0'234'0,"10"-10"-9"0,-10 10-16 0,0 0-10 16,9-9-12-16,-9 9-11 0,0 0-7 0,0 0-3 16,0 0-9-16,0 0-5 0,24 13-12 15,-24-13-14-15,5 12-7 0,-1-2-12 0,-2-2-12 16,0 1-9-16,0 1-6 0,-1 0-6 0,-1-10-8 15,0 19-21-15,0-9-28 0,-3-1-34 0,1 2-41 16,2-11-40-16,0 0-35 0,-7 19-49 0,5-14-44 16,2-5-132-16,0 0-388 0,0 0 173 0</inkml:trace>
  <inkml:trace contextRef="#ctx0" brushRef="#br0" timeOffset="15457.97">15703 17795 28 0,'0'0'208'0,"0"0"-11"0,4-8-15 16,-4 8-4-16,0 0 0 0,0 0 4 0,0 0-4 16,0 0 0-16,0 0-7 0,14 29-10 0,-14-19-17 15,3 6-5-15,-6 3-14 0,2-4-11 0,0 2-11 16,-1 1-7-16,0 0-9 0,1-4-9 0,1 3-4 16,-2-5-14-16,1 0-16 0,1-12-23 0,0 19-28 15,0-9-22-15,0-10-40 0,0 12-34 0,0-12-31 16,0 0-28-16,3 12-36 0,-3-12-173 0,0 0-402 15,0 0 179-15</inkml:trace>
  <inkml:trace contextRef="#ctx0" brushRef="#br0" timeOffset="15615.76">15607 17837 79 0,'0'0'137'0,"0"0"-7"0,0 0-3 0,0 0-9 16,0 0-3-16,0 0-13 0,0 0-9 15,0 0-3-15,30-6-11 0,-30 6-15 0,33-2-24 16,-11-1-31-16,6-1-33 0,4-2-56 0,7-4-101 16,-4 2-194-16,14-3 86 0</inkml:trace>
  <inkml:trace contextRef="#ctx0" brushRef="#br0" timeOffset="16547.59">16894 17151 103 0,'-3'-19'133'0,"3"19"-6"16,0 0-14-16,0 0 2 0,-5-13 0 0,5 13-6 15,0 0-1-15,-8-10-1 0,8 10-5 0,0 0-7 16,-7-7-5-16,7 7 3 0,0 0-9 0,0 0-9 16,0 0 3-16,0 0-10 0,0 0-7 0,0 0-4 15,0 0-7-15,0 0-3 0,-7-9-10 0,7 9 3 16,0 0-6-16,0 0-9 0,0 0 3 16,0 0-2-16,0 0-7 0,0 0 3 0,-9 29 3 15,6-17 4-15,1 5-4 0,0-1 1 0,1 2 0 16,0 3 2-16,1 2 1 0,0 4 2 0,0-2-3 15,1 0-1-15,3 3 5 0,-4-1-3 0,-1 1-1 16,1-2-2-16,-2 2 6 0,5 0-3 16,-4 0-2-16,2 1 4 0,0-1-3 0,1-1-5 0,-2-2 8 15,1 2-11-15,-1-7-1 0,0 4 5 0,-3-6-7 16,1 0-6-16,3-2 5 0,-2 0-5 0,1-5 3 16,2 1-4-16,0-1-2 0,-2-11-4 15,0 14 10-15,0-14-8 0,1 12 2 0,-1-12 1 16,4 12-3-16,-4-12-1 0,0 0 5 0,1 10-6 15,-1-10 5-15,0 0-4 0,0 0 8 0,0 0-3 0,0 10-1 16,0-10 1-16,0 0-3 0,14 1 0 0,-14-1 1 16,0 0-6-16,20-3 2 0,-20 3 3 15,18-6-4-15,-9 4-16 0,3-1-15 0,-2 2-16 16,0-3-29-16,-10 4-18 0,25-8-40 0,-13 4-25 16,6-3-24-16,0-1-21 0,1 1-157 0,8-3-387 15,1 1 172-15</inkml:trace>
  <inkml:trace contextRef="#ctx0" brushRef="#br0" timeOffset="17385.58">17739 17235 126 0,'3'-12'188'0,"-3"12"-12"0,0 0-10 15,0 0-19-15,0 0-9 0,0 0-18 0,0 0-13 16,0 0-8-16,0 0-2 0,0 0-4 0,0 0-5 16,-39 29-1-16,28-14 0 0,2 2-10 0,0 1-4 15,-4 6 0-15,2-2-6 0,4-3-7 0,1 0-1 16,3-3-4-16,2 2-2 0,0-3-6 16,1 1-2-16,0-2-5 0,0-14 1 0,1 24-8 15,4-12-3-15,-1-4 1 0,1 2-6 0,3-3-3 16,-8-7-10-16,19 12-15 0,-9-9-11 0,8-2-17 15,-1 2-17-15,-2-3-12 0,2 0-11 0,-3 0-2 16,1-5 2-16,-1 3-1 0,3-5-2 16,-5 2 4-16,4-1 4 0,-1-5-7 0,-2 1 15 0,1 0 7 15,-2-4-7-15,-3 5 10 0,1-1 13 0,-3 1 0 16,-2-1 12-16,-5 10 12 0,6-15 22 0,-6 15 12 16,2-13 10-16,-2 13 1 0,0 0-1 0,2-14 0 15,-2 14-3-15,0 0-8 0,0 0 3 0,0 0 0 16,0 0 1-16,0 0 2 0,0 0 1 0,0 0-6 15,0 0-1-15,-16 39 5 0,13-29 0 0,3-10-2 16,-2 21-11-16,2-21 11 0,1 16-5 16,-1-16-5-16,3 17 1 0,-3-17 4 0,4 10 2 15,-4-10 5-15,11 8 3 0,-11-8-1 0,15 3 5 16,-15-3-1-16,15 2-1 0,-15-2-1 0,16-5 0 16,-8 1 6-16,-8 4 4 0,14-8-3 0,-5 1 2 15,-3 0-8-15,1 0-3 0,-3 0 4 0,-4 7-9 16,2-14 1-16,-2 4-6 0,0 10-12 0,-8-20-11 15,2 13-11-15,-2-2-11 0,-2 1-2 0,10 8-20 16,-22-10-10-16,11 7-7 0,1-1-20 0,10 4-10 16,0 0-17-16,-26 4-27 0,26-4-18 0,-13 6-24 15,6 1-100-15,-1 1-305 0,8-8 136 0</inkml:trace>
  <inkml:trace contextRef="#ctx0" brushRef="#br0" timeOffset="17761.3">18066 17558 169 0,'9'-4'177'0,"0"-5"-6"16,1 3-5-16,-2-4-13 0,4-3-12 0,-1 0-9 15,2-3-14-15,5-4-4 0,-7 5-4 16,3-6-7-16,-1-3-2 0,-4 6-8 0,1 1-3 16,0-10-3-16,-1 4 3 0,-3 4-3 0,-2 2-3 15,2 0-8-15,-2 2 7 0,-2 3 8 0,-2 12-2 16,3-17-7-16,-3 17-8 0,1-12-4 0,-1 12-10 15,0 0-9-15,0 0-5 0,0 0-4 0,0 0-5 16,0 0-6-16,0 0-1 0,0 0-9 0,-29 25-7 16,23-16-10-16,-1 2-5 0,4 0-12 0,1-1-1 15,2-10-3-15,-3 21 0 0,3-10-5 0,2-1-2 16,1-1 12-16,5 0-7 0,-3 0 0 0,1 1 5 16,2-2 0-16,1 2 2 0,-1-2-1 0,1 1 2 15,-2-3 1-15,2 4 2 0,-2-2-4 16,0 1 6-16,0-1 1 0,-7-8-1 0,9 15 3 15,-8-6 3-15,-1-9-3 0,2 18-4 0,-2-18 8 16,-7 16-4-16,2-7-9 0,-2-1-12 0,7-8-20 16,-15 19-20-16,7-12-29 0,2 0-38 0,-3-1-21 15,9-6-45-15,-13 11-151 0,13-11-377 0,-14 5 167 16</inkml:trace>
  <inkml:trace contextRef="#ctx0" brushRef="#br0" timeOffset="18030.4">18560 17265 21 0,'7'-11'235'16,"-7"11"-10"-16,8-9-9 0,-8 9-21 0,9-6-23 16,-9 6-12-16,0 0-18 0,0 0-13 0,13-4-17 15,-13 4-1-15,0 0-12 0,13 16-5 16,-10-6-3-16,-3-10-8 0,7 20-9 0,-4-8 5 15,0 4-4-15,-3-1-7 0,-1-1-4 0,1 1-3 16,-3-1-5-16,3-14-8 0,-7 23-3 0,3-7-3 16,-1-2-4-16,-2-2-14 0,3-3-28 0,-1 1-24 15,0 1-41-15,5-11-45 0,-7 14-32 0,7-14-45 16,-6 13-17-16,6-13-126 0,0 0-360 16,0 0 159-16</inkml:trace>
  <inkml:trace contextRef="#ctx0" brushRef="#br0" timeOffset="18262.7">18699 17303 80 0,'0'0'180'0,"4"-19"-1"0,-4 19 4 15,0 0-5-15,1-17-15 0,-1 17-11 0,0 0-20 16,0 0-11-16,6-6 3 0,-6 6 4 0,0 0 4 16,0 0 0-16,0 0-10 0,11 32 0 0,-7-17-7 15,-3-2-7-15,1 2-9 0,-2 2-8 0,2-1-11 16,0-2-4-16,1 1-6 0,-3-2-8 15,0-13-6-15,1 23 2 0,-1-9-11 0,3-5-7 0,-3-9-1 16,2 22-10-16,-1-11-22 0,-1-11-25 0,0 14-34 16,0-14-30-16,0 0-35 0,4 17-36 0,-4-17-37 15,0 0-35-15,0 0-153 0,0 0-410 0,0 0 181 16</inkml:trace>
  <inkml:trace contextRef="#ctx0" brushRef="#br0" timeOffset="18439.77">18526 17227 109 0,'0'0'180'0,"0"0"-11"0,0 0-6 0,17-14-6 16,-17 14-23-16,26-2-9 0,-7 0-11 0,-1 1-10 16,3 2-13-16,-1-4-17 0,0 5-24 0,8-2-42 15,-8 0-59-15,0 1-43 0,0-1-129 0,-2 3-240 16,1-2 106-16</inkml:trace>
  <inkml:trace contextRef="#ctx0" brushRef="#br0" timeOffset="18784.87">19371 17413 19 0,'0'0'228'0,"0"0"-5"0,0 0-12 16,0 0-8-16,0 0-12 0,0 0-5 0,-29 6-14 16,29-6-12-16,0 0-6 0,0 0-16 0,0 0-2 15,0 0-19-15,0 0-8 0,0 0-8 0,0 0-8 16,0 0-6-16,40-17 0 0,-20 11-10 0,2 0-3 16,7 0-4-16,0-2-6 0,2-1 3 15,0 0-7-15,-2 3-4 0,2 1 6 0,-6-1-10 16,-4 3 0-16,-2-2 4 0,-2 2-12 0,-5-1-7 0,-12 4 2 15,17-4-3-15,-17 4-5 0,14 0-2 0,-14 0 0 16,0 0-6-16,0 0-3 0,0 0 2 0,0 0-5 16,0 0 0-16,0 0 2 0,0 0-9 0,0 0-26 15,0 0-21-15,0 0-28 0,0 0-41 16,-43 16-34-16,43-16-52 0,-15 3-42 0,15-3-248 16,-16 0-521-16,16 0 230 0</inkml:trace>
  <inkml:trace contextRef="#ctx0" brushRef="#br0" timeOffset="19753.12">20212 17211 167 0,'0'0'199'0,"0"0"-8"16,0 0-15-16,-11-16-6 0,11 16-10 0,0 0-7 15,0 0-8-15,-30 9-8 0,20-2-2 0,-4 3-9 16,-1 4-4-16,-1 0-10 0,0 7-8 0,-1 1-5 16,4-1-9-16,-1 1-2 0,5-5-13 0,3 0-4 15,2 1-7-15,0-3-6 0,2-2-3 16,0 1-7-16,4 1-3 0,-2-15-7 0,7 23 3 16,-2-14-13-16,3 0 4 0,1-2-2 0,4 0-4 0,0-2-10 15,4-3-9-15,-4 1-17 0,3-3-5 16,0 0-10-16,2 0-10 0,-18 0-6 0,24-3 2 15,-12-1-1-15,-1 0-1 0,1-2-3 0,-2-1 3 16,-1-1 5-16,-9 8 7 0,14-15-1 0,-9 7 3 16,-1-2-2-16,-4 10 11 0,4-19-1 0,-4 19-2 15,0-19 4-15,0 19 10 0,1-11 9 0,-1 11 4 16,0 0 2-16,3-15 7 0,-3 15-9 0,0 0 2 16,0 0 3-16,0 0 4 0,0 0 8 0,0 0-2 15,0 0-1-15,0 0-4 0,0 0 3 0,0 0 5 16,7 42-11-16,-7-42 2 0,5 17 2 0,1-8-3 15,-6-9 1-15,14 13-1 0,-5-7 3 0,0 0-1 16,-9-6-2-16,20 6 0 0,-8-4 5 0,-12-2-1 16,24-2-1-16,-24 2 7 0,29-6 1 0,-16 1-1 15,0-1-2-15,-3-2 3 0,2 3 4 0,-4-3-1 16,1 0-4-16,-2-1-2 0,-2-2 0 0,-5 11-1 16,5-19-3-16,-5 8-2 0,0 11-6 15,-2-20 3-15,2 20-15 0,-8-19-7 0,1 13-10 16,7 6-7-16,-17-12-6 0,17 12-7 0,-17-5-19 15,4 5-8-15,13 0-11 0,-23 4-17 0,10 2-16 16,13-6-19-16,-21 13-17 0,12-4-17 0,2 0-12 16,1 1-5-16,2 2-127 0,-2-1-332 0,6-11 147 15</inkml:trace>
  <inkml:trace contextRef="#ctx0" brushRef="#br0" timeOffset="20085.86">20382 17471 19 0,'14'3'63'0,"-14"-3"16"0,21 2 2 15,-11-2 9-15,-10 0 11 0,20-5-6 0,-8 4-7 16,-12 1 5-16,23-7 0 0,-14 1 3 0,3 0 5 15,-1-1 3-15,0 0 0 0,3-3-2 0,-1-2-6 16,1 0-2-16,-1-1-1 0,7-5-8 0,-7 4-3 16,1-3-6-16,2-5-5 0,-5-2-1 0,1 0-4 15,-6 7-2-15,2-8-6 0,-2 7-5 0,-4 1 10 16,1 2 8-16,-4 2-4 0,1 13-4 0,-2-21-7 16,2 21-7-16,-5-11-3 0,5 11-7 0,-10-7-8 15,10 7-1-15,0 0-3 0,0 0-3 16,-24 17-4-16,18-7 4 0,0 3-8 0,0 4 1 15,3-2-4-15,2 1 0 0,1-1-5 0,4 2 0 16,-1-1-10-16,0-2 3 0,5 3 2 0,1-3-3 16,1 0-1-16,-1-1 1 0,3 0 0 0,-3-3 0 15,-3 1 0-15,3 0-3 0,0 4 1 0,-4-7 4 16,0 2-2-16,-1 1 1 0,0-2 1 0,-4-9-3 16,0 21-1-16,0-21 1 0,-10 20-15 0,2-11-17 15,-1 0-12-15,-4 1-28 0,4-3-23 0,-2 3-32 16,2-4-24-16,0-2-27 0,9-4-39 0,-14 8-109 15,14-8-353-15,-12 4 156 0</inkml:trace>
  <inkml:trace contextRef="#ctx0" brushRef="#br0" timeOffset="20396.24">20955 17271 15 0,'0'0'187'16,"10"-7"-21"-16,-10 7-5 0,0 0-6 0,0 0 2 15,0 0 4-15,0 0-20 0,5 24-3 0,-5-24-6 16,-7 23-8-16,7-23-9 0,-5 25-7 0,3-13-4 16,-1-2-13-16,3-10-9 0,-1 22-5 0,1-22-9 15,-1 14 1-15,1-14 5 0,0 0 2 0,10 15 0 16,-10-15 3-16,18 3-6 0,-18-3-1 0,29-6-6 16,-10-1-1-16,-1-2 2 0,-1 2-9 0,8-5-3 15,-6-1-1-15,-2 4-1 0,-3-2 4 0,2-1-9 16,-7-3-1-16,0 3-2 0,-3 0-8 0,-4 0-4 15,2-4-2-15,-5 1-5 0,1 15-3 16,-6-22-6-16,6 22-15 0,-18-19-16 0,8 13-14 16,-7-1-19-16,4 6-18 0,-5-1-20 0,0 2-28 15,18 0-27-15,-30 7-35 0,12-2-44 0,1 2-215 16,3-1-469-16,3 1 208 0</inkml:trace>
  <inkml:trace contextRef="#ctx0" brushRef="#br0" timeOffset="20731.42">21341 17049 102 0,'0'0'215'0,"-11"-1"-10"0,11 1-7 0,-8-1-14 15,8 1-12-15,0 0-16 0,0 0-8 0,0 0-20 16,0 0-12-16,0 0-3 0,0 0-9 16,0 0-3-16,25 8-7 0,-7-3-3 0,0 1-6 15,1 4-4-15,5 2-12 0,-3 3 6 0,-1 6 2 16,-3 0 0-16,-1 4 6 0,0 0-6 0,-7 2-4 0,-3 3-3 16,-2-2-6-16,-4 0-2 0,0 2-5 15,-3-2-5-15,-2 1-3 0,-1-4-4 0,-4 2-16 16,1-1 10-16,-2-2-5 0,-3 1-5 0,5-2-1 15,-1-5-28-15,-3 3-33 0,2-5-47 0,-2 0-56 16,2-3-75-16,-4-1-276 0,-1 1-529 0,6-6 234 16</inkml:trace>
  <inkml:trace contextRef="#ctx0" brushRef="#br0" timeOffset="21575.73">21172 17038 115 0,'-12'-3'118'0,"12"3"0"0,-21-4-9 15,14 3 2-15,7 1-1 0,-14-3-15 0,14 3 11 16,0 0-2-16,-15-2 7 0,15 2-9 16,0 0-13-16,-10-1 4 0,10 1-13 0,0 0-8 15,0 0-14-15,0 0 0 0,0 0-4 0,0 0-5 16,0 0-2-16,30-12-10 0,-13 8 1 0,-3 2-8 0,4-2 2 16,0 1-3-16,1-1 0 0,0 1-6 15,-6-2 2-15,4 1 0 0,-4 1 2 0,-1 0-1 16,-2 2 0-16,0-2 2 0,-3 3-2 0,-1-3 2 15,-6 3-7-15,12-1 5 0,-12 1-3 0,9-2 1 16,-9 2-4-16,9 0 3 0,-9 0-5 0,0 0 3 16,11 2-7-16,-11-2 3 0,9 1-4 0,-9-1 4 15,0 0-6-15,9 5 2 0,-9-5 1 0,4 4 6 16,-4-4 6-16,6 4-1 0,-6-4 0 0,8 6 0 16,-6-2 1-16,-2-4-3 0,8 10 1 0,-8-10 1 15,5 12-3-15,1-3 3 0,-3 1-1 0,4 3 1 16,-4 2 3-16,1 0-11 0,1 4 14 0,1 6 8 15,-4 1 2-15,-1 2 9 0,-1 0 6 0,-1 2-4 16,-1-1 0-16,-2-1 0 0,-3-1 0 0,1 0 0 16,-2-2-8-16,-1-1-2 0,6-1-5 0,-1-4-1 15,0-2-5-15,1 1 1 0,1 2-3 0,0-4 1 16,0 0-8-16,-1 0 2 0,3 0-19 16,0-1 16-16,0-1-3 0,0-4-2 0,-1 0-1 15,-1 3-4-15,2-13 0 0,1 20 0 0,0-13 2 16,-1-7-6-16,0 15 5 0,0-15-7 0,-2 11 1 15,2-11 2-15,0 0 3 0,1 12 1 0,-1-12-4 0,0 0 6 16,-3 10 0-16,3-10-6 0,-7 6-2 0,7-6 8 16,-11 5-8-16,1-2-8 0,10-3 17 15,-13 4-10-15,3 0 1 0,0-1-2 0,-3 0-1 16,0 0-1-16,2 2-2 0,-2-1-12 0,-13 0-11 16,9 2-8-16,0-2-14 0,-1 0-29 0,-2-1-5 15,2 0-22-15,0 0-20 0,5 0-27 0,13-3-41 16,-28 0-46-16,19 1-248 0,-5 2-523 0,14-3 233 15</inkml:trace>
  <inkml:trace contextRef="#ctx0" brushRef="#br0" timeOffset="22309.86">21281 17011 61 0,'0'0'155'0,"3"-9"-17"0,-3 9-10 0,0 0-12 16,4-8-11-16,-4 8-3 0,0 0-12 0,0 0 4 16,0 0-14-16,3-10 1 0,-3 10-11 15,0 0-2-15,0 0-5 0,0 0 2 0,0 0-11 16,0 0-8-16,4-8 0 0,-4 8-5 0,0 0-7 15,15-7-5-15,-5 4 5 0,3 2 3 0,4-2-6 0,0-1 5 16,1 0-5-16,2 4-2 0,-1-5 7 16,0 3-7-16,0 2 8 0,-5 0-13 0,-1-2 7 15,-2 2 0-15,0 0-3 0,-3 2-4 0,-8-2 0 0,13 1-4 16,-6 0-1-16,-7-1 1 0,11 2 2 16,-11-2 4-16,9 3-6 0,-9-3 0 0,7 5 2 15,-7-5 1-15,2 10 11 0,-1-4 8 0,-1 2 0 16,0-8-3-16,0 17 1 0,-1-5 2 0,-1 1-5 15,-1 3 2-15,-1 4 0 0,0 8 1 0,-1-2 5 16,0 2-1-16,-1 2-4 0,1 0-12 0,1-2 10 16,2 2-5-16,0-3 1 0,1 1-4 0,1-3 0 15,0 0 0-15,-2 0-4 0,2-1-1 0,0 2-3 16,3-7 1-16,-2 1-1 0,2-2-4 0,-1 3 1 16,2-5 1-16,-1 3-4 0,-1-8-3 0,5 7 0 15,-5-2-1-15,2-2-2 0,0 3 1 0,-2-6-2 16,0 2-1-16,0-2 1 0,1 1-13 0,-1-3 11 15,-2-9 3-15,2 19 0 0,-4-12-2 0,-1 1 2 16,-3 1-15-16,0-3 16 0,-2 0-6 0,-3 1 4 16,-5 0 3-16,-5-2-8 0,0 0 3 15,0 0-5-15,-8-4-1 0,0 3 3 0,0-6-7 16,2 0-6-16,5 1-8 0,5 1-16 0,1-3-13 16,3 1-19-16,13 2-31 0,-24-5-39 0,24 5-25 15,-17-5-49-15,11 4-235 0,6 1-480 0,-9-9 213 16</inkml:trace>
  <inkml:trace contextRef="#ctx0" brushRef="#br0" timeOffset="23735.6">22631 17079 172 0,'0'0'169'0,"0"0"-12"0,0 0-4 0,0 0-6 16,0 0-8-16,0 0-4 0,0 0-11 0,0 0-1 16,0 0-7-16,0 0-4 0,0 0-5 0,0 0-4 15,0 0-4-15,0 0-3 0,0 0-4 0,0 0-3 16,0 0-4-16,0 0-4 0,-15-2-4 15,15 2-7-15,0 0 0 0,0 0-10 0,0 0 1 16,0 0-4-16,0 0-4 0,0 0-3 0,0 0-4 16,0 0 0-16,0 0-4 0,0 0-8 0,0 0-1 15,0 0-5-15,0 0-3 0,0 0-5 0,0 0-2 0,0 0-2 16,0 0-1-16,0 0 2 0,0 0-4 0,0 0 0 16,0 0 0-16,0 0-3 0,0 0 0 0,0 0-11 15,0 0-3-15,38 3-11 0,-38-3-16 16,13 3-17-16,-5-2-14 0,-8-1-13 0,14 2-17 15,-14-2-9-15,0 0-23 0,19 4-16 0,-13-3-17 16,-6-1-23-16,11 6-25 0,-11-6-123 0,7 8-353 16,-7-8 157-16</inkml:trace>
  <inkml:trace contextRef="#ctx0" brushRef="#br0" timeOffset="23950.93">22565 17313 32 0,'0'0'173'15,"0"0"-2"-15,0 0-13 0,0 0-13 0,0 0-10 16,0 0-11-16,32 0-12 0,-21-1-6 0,3-3-18 16,-2 2-3-16,6-1-11 0,0 0-10 0,1 1-31 15,-6 1-30-15,4-2-40 0,-4 2-49 16,5-2-39-16,-5 2-85 0,-13 1-226 0,26-2 100 15</inkml:trace>
  <inkml:trace contextRef="#ctx0" brushRef="#br0" timeOffset="25054.77">23486 16566 119 0,'0'0'136'0,"-8"-8"-13"0,8 8-4 0,-11-5-7 16,11 5-9-16,-14-5 0 0,14 5-3 0,-15-5 0 15,15 5-2-15,-13-3-3 0,13 3 0 0,-14-3-2 16,14 3 0-16,-10-2 1 0,10 2-4 0,0 0-4 15,-13-1-11-15,13 1-6 0,0 0-6 0,0 0-4 16,0 0-4-16,0 0 1 0,0 0-7 16,0 0-4-16,29-13-1 0,-12 8-5 0,6 2-5 15,-4-1-2-15,8 0-1 0,2-2-3 0,2 4-3 16,0 0-5-16,-2 0-9 0,-1 0-22 0,-6 0-28 16,-2-1-28-16,7 5-34 0,-4-4-35 0,-4 2-50 15,-1 0-140-15,-18 0-353 0,23 0 156 0</inkml:trace>
  <inkml:trace contextRef="#ctx0" brushRef="#br0" timeOffset="26044.83">23649 16570 105 0,'0'0'186'0,"0"0"-17"16,0 0-13-16,0 0-16 0,0 0-13 0,0 0-13 15,0 0-17-15,0 0 2 0,-8 11 3 0,8-11-9 16,1 18-9-16,-1-18 0 0,-1 29 4 0,1-13-2 16,-1 1-3-16,2 1-5 0,-2-2-9 15,-1 0 3-15,2 0-5 0,0 2-5 0,2-1-9 16,-4 0-5-16,5 0-4 0,-2-1-4 0,-1-16-4 16,3 27-3-16,-2-17-6 0,-1 1 1 0,0-11-2 15,-1 21-11-15,1-21 8 0,1 16-7 0,-1-16 0 0,-1 12 0 16,1-12-2-16,-2 14-12 0,2-14-2 0,0 0-6 15,-1 17-11-15,1-17-6 0,0 0-7 16,-1 14-7-16,1-14-10 0,0 0 0 0,0 0-5 16,-9 11-8-16,9-11-5 0,0 0-15 0,-11 2 12 15,11-2 3-15,0 0 4 0,0 0 8 0,-22-2 10 16,22 2 3-16,0 0-1 0,-18-3 1 0,18 3 11 16,-11-6-4-16,11 6 11 0,0 0 20 0,-15-7 17 15,15 7 8-15,0 0 3 0,-11-4-6 0,11 4 3 16,0 0-1-16,0 0-2 0,0 0-4 0,0 0 0 15,0 0 3-15,0 0-3 0,0 0-1 0,0 0-4 16,0 0 0-16,0 0-4 0,0 0 2 0,37-6-6 16,-20 5-5-16,3-2-16 0,0 2-7 0,-2 0-24 15,3 2-29-15,-5-4-21 0,2 3-13 0,-5-1-7 16,-13 1 1-16,24-1 6 0,-8 1 2 0,-16 0 8 16,23-6-60-16,-11 4-174 0,-1 0 574 15,-11 2-299-15,15-4 22 0,-15 4 7 0,13-6 22 16,-13 6 15-16,9-6 20 0,-9 6 19 0,0 0 8 15,10-10 17-15,-10 10 2 0,0 0 5 0,6-9 11 0,-6 9-1 16,0 0-4-16,0 0-5 0,0 0-8 0,8-7-6 16,-8 7-30-16,0 0 22 0,0 0-6 0,0 0 2 15,0 0-1-15,0 0-2 0,0 0-1 0,0 0-1 16,0 0-5-16,0 0 0 0,0 0-1 0,3 29-5 16,-3-29-1-16,0 0 0 0,0 0 8 15,0 0 2-15,0 0 10 0,1 13 4 0,-1-13 10 16,0 0 4-16,0 0 2 0,0 0-5 0,0 0-5 15,0 0 0-15,0 0-7 0,0 0-2 0,0 0-10 0,0 0-2 16,0 0-5-16,0 0-2 0,0 0-1 16,-7-42-10-16,7 42 2 0,7-20-5 0,-2 10-2 0,0-3 0 15,4-1-4-15,0 0 0 0,1 2-3 16,4-2-5-16,-5 3-6 0,3 2 9 0,-5 1-4 16,4 0 2-16,0 4 0 0,-2-1-3 0,1 3-1 15,3 0-4-15,-13 2 2 0,19 4-10 0,-7 1 9 16,-3 2-3-16,0 0 1 0,0 1 2 0,-2 0 1 15,0-1-3-15,-1 2 2 0,-2-1 0 0,-4-8 1 16,5 11 0-16,-5-11 1 0,0 11-3 0,0-11 5 16,0 0-9-16,1 14 16 0,-1-14 0 0,0 0 3 15,0 0-1-15,0 0-14 0,0 0 14 0,0 0 2 16,0 0-5-16,0 0 3 0,0 0-14 0,0 0 13 16,0 0-5-16,0 0 0 0,0 0 0 0,5-36-2 15,2 26-1-15,-2 0-1 0,3-2-2 0,2 3-2 16,0 1 1-16,2-3 1 0,3 2-1 0,-5 3-6 15,3 2 3-15,-3 0-2 0,0 4-2 0,-10 0 4 16,19 5-5-16,-8-2 2 0,1 4 4 16,-1 2-4-16,-2 0 4 0,3 5-1 0,-3-1-3 15,2 4 6-15,-1-2-4 0,-3 2-6 0,0 0-21 16,-1 0-23-16,-2-1-30 0,0 3-21 0,0-2-32 16,-4-2-33-16,-2-2-55 0,-3 2-192 0,2-2-447 0,-3-2 198 15</inkml:trace>
  <inkml:trace contextRef="#ctx0" brushRef="#br0" timeOffset="26347.65">23697 17190 194 0,'0'0'206'0,"0"0"-8"0,0 0-12 0,0 0-11 16,42 0-10-16,-20-1-6 0,11-4-8 0,2 0-2 16,2-3-9-16,15 0 2 0,-15 2-8 0,12 0-1 15,-10-1-8-15,12-2-9 0,-16 5-3 0,1-1-12 16,0 1-8-16,-6 0-9 0,2-1-6 0,-10 3-14 16,-4-1-1-16,-5 2-9 0,-2 0-3 0,0 1-17 15,-11 0-25-15,15-1-28 0,-15 1-8 0,0 0-28 16,10 1-29-16,-10-1-31 0,0 0-22 0,0 0-30 15,-23 16-31-15,12-9-17 0,-5-1-135 16,-2 3-380-16,2-2 169 0</inkml:trace>
  <inkml:trace contextRef="#ctx0" brushRef="#br0" timeOffset="26636.67">23859 17374 194 0,'0'0'194'0,"-6"3"-10"0,6-3 7 0,0 0-11 16,0 0-9-16,0 0-7 0,0 0-9 0,18 12-7 15,-10-8-11-15,2 0-3 0,-2 1-16 0,2 1-14 16,-1 1 0-16,-2 0-7 0,1-2-10 0,0 3-8 16,-1 0-7-16,-3 0-4 0,1-1-5 0,-2 3-5 15,0 1-4-15,-3-11-4 0,-2 13-3 0,2-13-1 16,-6 17-8-16,-3-7 6 0,1-3-7 0,-1-2-1 15,2 1-4-15,-5-1-4 0,2 1-1 0,0-2-7 16,-2 0-9-16,12-4-18 0,-14 3-23 0,14-3-29 16,0 0-37-16,-18 4-29 0,18-4-44 0,0 0-40 15,0 0-205-15,0 0-447 0,-13-12 199 0</inkml:trace>
  <inkml:trace contextRef="#ctx0" brushRef="#br0" timeOffset="26875.62">24077 17338 104 0,'6'-5'205'0,"-6"5"-6"0,8-7-5 0,-8 7-15 16,0 0-5-16,10-4-4 0,-10 4 0 15,0 0-1-15,0 0-7 0,15 14-8 0,-11-6-2 16,0 2-12-16,0-2-9 0,-3 4-10 0,2 0-11 16,-2 0-4-16,-5 2-10 0,4-2-8 0,3 1-7 15,-3-1-8-15,0 0-7 0,0-2-8 0,1 0-10 16,-1-10 2-16,0 17-8 0,0-7-3 0,0-10-1 15,0 15-18-15,0-15-18 0,0 16-15 0,0-16-32 16,-1 10-20-16,1-10-25 0,0 0-20 0,0 0-28 16,-5 17-27-16,5-17-45 0,0 0-208 0,0 0-453 15,0 0 202-15</inkml:trace>
  <inkml:trace contextRef="#ctx0" brushRef="#br0" timeOffset="27078">23837 17374 35 0,'-13'-2'187'0,"13"2"-10"0,0 0-11 15,0 0-9-15,0 0-4 0,0 0-8 16,0 0-16-16,33-12-12 0,-12 10-9 0,10-3-10 16,0-3-8-16,2 2-13 0,3 1-6 0,-4 1-10 15,-1-2-14-15,-2 3-21 0,-1 1-29 0,-7 0-38 0,-2 0-53 16,-1-1-55-16,-4 4-111 0,-14-1-281 0,16-1 125 15</inkml:trace>
  <inkml:trace contextRef="#ctx0" brushRef="#br0" timeOffset="27219.05">24299 17335 174 0,'0'0'159'0,"12"-7"-14"0,-12 7-47 0,0 0-45 15,14-7-70-15,-14 7-85 0,7-6-111 0,-7 6 49 16</inkml:trace>
  <inkml:trace contextRef="#ctx0" brushRef="#br0" timeOffset="-157825.8">11562 13589 75 0,'0'0'147'0,"0"0"-6"0,0 0 5 0,0 0-5 16,0 0-4-16,0 0-12 0,0 0-4 0,15-20-1 16,-5 11-8-16,4-2-9 0,-1-3-3 0,8-3-12 0,-7 1-4 15,6-4-9-15,0 2-5 0,-2 1-8 16,0-2-3-16,-5 5-2 0,6-4-5 0,-6 4-4 15,1-3-5-15,-4 0-1 0,-1 1-4 0,1-1-1 16,-1 0-2-16,-3 1-4 0,1 0 0 0,-3 0-7 16,-2 5 1-16,1-1-3 0,-1-1-1 0,0 3-3 15,-2 0-1-15,0 3-2 0,0 7 0 0,-3-14-1 16,3 14-2-16,3-9-1 0,-3 9-4 0,0-8-6 16,0 8 5-16,0 0-7 0,0 0-3 0,0 0 3 15,0 0 2-15,0 0-2 0,0 0 2 0,0 0-7 0,-7 30 6 16,2-16 0-16,2 3-2 0,0-1 2 15,-1 3-1-15,2-2-3 0,-2 1 4 0,1-1-3 16,3 0 2-16,-4-2 1 0,4-2-1 0,2 0-1 16,0-2 3-16,-2 1-2 0,3 1-2 0,1-4 1 0,2 1 1 15,-2-1-2-15,6-1-7 0,-1 1-19 0,-1-3-8 16,1 1-29-16,3-1-24 0,1-2-27 0,-1-1-39 16,1 1-28-16,-2-2-118 0,3-5-325 15,-3-1 145-15</inkml:trace>
  <inkml:trace contextRef="#ctx0" brushRef="#br0" timeOffset="-157650.93">11776 12985 36 0,'0'0'132'0,"-5"-6"-16"0,5 6-12 16,0 0-10-16,0 0-13 0,0 0-29 0,0 0-36 15,0 0-45-15,0 0-72 0,24 17-108 16,-11-13 48-16</inkml:trace>
  <inkml:trace contextRef="#ctx0" brushRef="#br0" timeOffset="79773.27">7583 14085 12 0,'0'0'47'0,"0"0"-8"0,0 0 5 0,-9-4-3 15,9 4 1-15,0 0-5 0,0 0 10 0,-9-1-10 16,9 1-2-16,0 0 2 0,0 0 1 0,-9-1-14 15,9 1 1-15,0 0-7 0,0 0-1 0,-15 1-3 16,15-1 3-16,-8 1-3 0,8-1-3 0,-12 1 1 16,6 2 1-16,-1-2-5 0,7-1 6 0,-13 3-1 15,7-2-1-15,-2 0 4 0,8-1-2 0,-15 3 4 16,8-2 0-16,7-1-2 0,-11 3 1 0,2-2-2 16,0 0 2-16,9-1-3 0,-12 2 6 0,5 1-10 15,7-3 1-15,-13 2 2 0,6-1 4 0,7-1 2 16,-11 0-3-16,11 0 6 0,-13-1 4 0,13 1-1 15,-10 1 16-15,10-1-10 0,-9 0 8 0,9 0-7 16,0 0-5-16,0 0 1 0,-13-1 7 0,13 1-5 16,0 0 1-16,-7-2 4 0,7 2-2 0,0 0-2 15,0 0-2-15,0 0-4 0,0 0-3 0,0 0-3 16,0 0 1-16,0 0-4 0,0 0-1 0,28-10 2 16,-10 6-7-16,1 0 3 0,9-2-1 0,3-2-2 15,-1 3-4-15,2-2 3 0,3 0 3 0,3 1-7 16,0-1 6-16,-2 3-6 0,2 1-1 0,-2-4-2 15,0 2 6-15,-1 3-5 0,-5 0 2 0,5 2-1 16,-6-1 1-16,-2-1-3 0,-4 0 3 0,-1 0-6 16,-1 2 6-16,-3 0-3 0,1 0 1 0,-1 2-2 15,-4 0 1-15,1-2-3 0,-3 0 0 0,1 2 1 16,-3-2-1-16,3 1 0 0,-5-1 6 0,1 2 2 16,-2 0-4-16,1 0 1 0,-8-2 7 0,12 0-2 15,-6 1-2-15,-6-1 2 0,10 0 3 0,-10 0 0 16,0 0-3-16,8 1 1 0,-8-1 4 0,0 0 3 15,0 0-3-15,0 0-5 0,0 0-4 0,8 1 2 16,-8-1 2-16,0 0-4 0,0 0 3 0,0 0-10 16,0 0-12-16,0 0-10 0,0 0-29 0,-13 19-15 15,9-16-39-15,4-3-34 0,-12 8-103 0,6-4-265 16,-2-1 117-16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4T09:56:13.4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24744 16812 63 0,'0'0'69'0,"0"0"0"16,0 0-11-16,0 0 7 0,4-7-7 0,-4 7-8 15,0 0-1-15,0 0-1 0,0 0-5 0,0 0 0 16,0 0-2-16,0 0-8 0,0 0 1 0,0 0 0 0,0 0-7 16,0 0 2-16,0 0 6 0,0 0-17 15,0 0 1-15,0 0 13 0,0 0 4 0,0 0 7 16,0 0-11-16,0 0-3 0,0 0 6 0,0 0-9 16,2 29 4-16,0-23-5 0,-2 5-5 0,2-5 14 15,2 4-11-15,-3 2-6 0,3 2 7 0,-2-1-6 16,1 2-1-16,0-5 2 0,3 3 1 0,-2-1-1 15,0 1 3-15,1-3-22 0,-3 0 11 0,1 1 4 0,1 0-3 16,0 0 1-16,1-6-6 0,-1 4-2 16,-1-4 5-16,-1 2-12 0,2-2 8 0,-1 2 2 15,-3-7 1-15,7 9-3 0,-3-6 1 0,-2 2 2 16,-2-5-5-16,8 4 0 0,-8-4 8 0,5 5-9 16,-5-5 9-16,0 0-5 0,3 5 3 0,-3-5-6 15,0 0 10-15,4 5-2 0,-4-5 7 16,0 0-3-16,0 0-6 0,0 0 5 0,0 0 1 0,0 0 0 15,0 0-1-15,0 0 0 0,11-13 2 0,-7 6-6 16,1 2 1-16,0-5 0 0,1 2 0 0,1-7-1 16,3 2-2-16,-1-1 2 0,1 0 0 0,4 0-2 15,3-10-5-15,3 3-1 0,2-2 3 0,0-3 2 16,2 3-6-16,3-5 5 0,1 5-5 0,8-9-1 16,-9 7 0-16,2 2 4 0,0-1-2 0,-2 5 1 15,4-4 3-15,-1 5-2 0,1-3-3 0,-4 4 1 16,-3 1 3-16,-1 0-5 0,-5 6 2 0,-4 0 0 15,2 2 1-15,-1-2 0 0,-6 2-3 0,2 3 2 16,-2-1-4-16,0 2-2 0,-9 4 0 0,10-7 7 16,-10 7-2-16,8-5 2 0,-4 2 5 0,-4 3 6 15,0 0-6-15,7-2 2 0,-7 2-2 16,0 0 5-16,0 0-5 0,6-5 1 0,-6 5 3 16,0 0-3-16,0 0-4 0,0 0 2 0,0 0-1 15,0 0 0-15,0 0 2 0,0 0-5 0,0 0-3 16,0 0 3-16,0 0-2 0,0 0-1 0,0 0-1 15,0 0 0-15,0 0-8 0,0 0-14 0,-21 22-16 16,12-16-9-16,-1 0-21 0,4 3-24 0,-7 1-17 16,-1 0-22-16,1-1-20 0,3 1-87 0,0 0-257 15,-1 1 114-15</inkml:trace>
  <inkml:trace contextRef="#ctx0" brushRef="#br0" timeOffset="35676.83">7322 14216 17 0,'0'0'39'0,"-3"-11"-3"16,3 11-5-16,-7-9-3 0,7 9 4 0,-5-10-2 15,3 6-13-15,2 4-1 0,-7-10 4 0,5 4-2 16,2 6-2-16,-6-8-2 0,4 3-1 0,2 5 1 16,-6-6-1-16,6 6-1 0,-5-10-7 0,5 10 0 15,-3-6-1-15,3 6 10 0,0 0-7 0,-5-8 2 16,5 8 11-16,0 0-8 0,-3-8 8 0,3 8 4 15,0 0-2-15,-5-7-2 0,5 7-4 0,0 0 10 16,0 0-5-16,-3-8 8 0,3 8-6 0,0 0 1 16,0 0 7-16,-2-6 2 0,2 6 1 0,0 0-2 15,0 0 4-15,0 0-5 0,-5-7 0 0,5 7-3 16,0 0-6-16,0 0 8 0,0 0-3 0,0 0 3 16,0 0-11-16,0 0-3 0,0 0 5 0,0 0-6 15,0 0-1-15,0 0 4 0,0 0-4 0,0 0 4 16,0 0-12-16,0 0 6 0,-1-8 0 0,1 8 2 15,0 0-10-15,0 0 4 0,0 0-9 0,0 0 8 16,0 0 3-16,0 0 12 0,0 0 5 0,24 6 8 16,-24-6-12-16,18 0-1 0,-7 0 9 15,3-2 1-15,6 0-1 0,0-2 2 0,8-1 0 0,-1 1 1 16,1-1-8-16,1 0 3 0,0 1-2 0,1 0-3 16,-2 1 1-16,3-3-4 0,0 2-2 0,-3-2-1 15,4 1-6-15,-1 4 1 0,-1-6-1 16,2 4-6-16,-1-4 7 0,2 3-2 0,-1-2 1 0,-1 2-4 15,2-3-3-15,-5 2 1 0,0-1-6 0,0 1 8 16,-6 0-12-16,-2 1 9 0,0-3-3 0,0 2 2 16,-3 2 0-16,-3 0 0 0,2-1 3 0,-3 1-1 15,-1 0-7-15,-1 0 7 0,-1 2-2 0,-2 1-4 16,-8 0 3-16,14-3 2 0,-8 3-3 0,-6 0 0 16,9-2 0-16,-9 2 2 0,8-1 1 15,-8 1-1-15,0 0 4 0,9-1-2 0,-9 1 5 0,0 0 4 16,0 0 0-16,0 0 0 0,8-1 1 0,-8 1-1 15,0 0 8-15,0 0-4 0,0 0 6 0,0 0-8 16,0 0 0-16,0 0 0 0,6-4-1 0,-6 4-7 16,0 0 4-16,0 0-1 0,0 0 1 0,0 0-6 15,0 0 2-15,0 0-6 0,0 0-1 16,0 0-19-16,0 0-8 0,0 0-22 0,0 0-22 0,0 0-21 16,0 0-34-16,0 0-21 0,0 0-140 0,0 0-308 15,0 0 136-15</inkml:trace>
  <inkml:trace contextRef="#ctx0" brushRef="#br0" timeOffset="37491.55">11536 10917 56 0,'0'0'77'0,"0"0"-11"0,0 0-1 0,-10 0-1 16,10 0-8-16,0 0 5 0,-8 2-5 0,8-2-11 15,0 0 6-15,-10 3 5 0,10-3-8 0,-8 2-1 16,8-2-1-16,-9 3 2 0,9-3 5 0,-9 2 0 16,9-2 1-16,-9 2-2 0,9-2-8 0,-9 4 1 15,9-4-4-15,-8 2 5 0,8-2-1 0,-8 2-2 16,8-2-3-16,-8 2 0 0,8-2-5 0,0 0-5 15,0 0-2-15,-9 2-5 0,9-2 1 0,0 0-3 16,0 0 9-16,0 0 5 0,0 0 4 0,0 0-3 16,22 7 5-16,-11-4-2 0,7-1-8 0,5-3 4 15,3 3-11-15,11 1 3 0,-3-6-1 0,16 0-2 16,5 0 0-16,1-2 2 0,3-1-1 0,1-4-3 16,-3 3-3-16,-2-3-1 0,1 3-3 0,-4 1-2 15,-12-2 3-15,8 0 1 0,-13 2-1 0,-3 1-1 16,-1 2 2-16,-1-4-2 0,-3 0 2 0,-9 4 1 15,2-2 3-15,-2 3-8 0,-5 0 3 0,1 0-2 16,-5 1-1-16,2 0 5 0,-4-1 3 0,0 1 3 16,-7 1 6-16,11-1 3 0,-11 1 2 0,8-2 0 15,-8 2 8-15,0 0-5 0,10 0-1 0,-10 0-2 16,0 0 5-16,0 0 1 0,0 0-1 0,0 0-1 0,0 0-4 16,0 0-4-16,0 0-5 0,0 0-3 15,0 0 1-15,0 0-5 0,0 0 1 0,0 0-5 16,0 0-4-16,9 2-7 0,-9-2-14 0,0 0-23 15,0 0-17-15,0 0-30 0,0 0-29 0,0 0-13 0,0 0-23 16,0 0-15-16,2 8-30 0,-2-8-166 16,0 0-386-16,-2 12 172 0</inkml:trace>
  <inkml:trace contextRef="#ctx0" brushRef="#br0" timeOffset="1839.91">14880 11843 9 0,'7'3'45'15,"2"4"-17"-15,0-1-13 0,0 2-19 0,1 2-12 16,-3-1-17-16,1 1 8 0</inkml:trace>
  <inkml:trace contextRef="#ctx0" brushRef="#br0" timeOffset="2160.73">16125 11985 18 0,'-9'6'79'0,"1"0"-11"0,2-2 5 0,-2 2-9 16,-2-2-8-16,4-1 0 0,1 0-2 0,5-3-4 0,-13 6-3 16,8-3-6-16,5-3 0 0,-8 4-12 15,8-4-4-15,-6 6-3 0,1-3-4 0,5-3-5 16,-11 7-7-16,9-3 2 0,2-4-5 0,-7 4-1 15,7-4-1-15,0 0-1 0,-2 8-3 0,2-8 1 0,0 0-5 16,0 0-1-16,0 7-17 0,0-7-5 16,0 0-2-16,0 0-12 0,0 0 3 0,0 0-8 15,0 0 6-15,0 0 0 0,0 0-32 0,0 0-80 16,0 0 35-16</inkml:trace>
  <inkml:trace contextRef="#ctx0" brushRef="#br0" timeOffset="5168.5">23463 16719 84 0,'0'0'141'0,"0"0"-5"15,-4-7-23-15,4 7-9 0,0 0-10 0,0 0-8 16,0 0-17-16,0 0-13 0,0 0-10 16,-8-3-21-16,8 3-19 0,0 0-8 0,0 0-29 15,0 0-33-15,0 0-81 0,0 20-155 0,0-20 69 16</inkml:trace>
  <inkml:trace contextRef="#ctx0" brushRef="#br0" timeOffset="5679.28">23710 17698 100 0,'0'0'142'16,"0"0"-7"-16,0 0-8 0,0 0-3 0,0 0-18 16,0 0-7-16,0 0-12 0,0 0-3 0,0 0-18 15,0 0-1-15,0 0-8 0,0 0-6 0,0 0 5 16,0 0-18-16,0 0-9 0,0 0 0 0,0 0-1 15,0 0-2-15,0 0-3 0,0 0-9 0,0 0 17 16,0 0-12-16,0 0-4 0,0 0 5 0,0 0 3 16,0 0-5-16,0 0 11 0,0 0-1 0,0 0-5 15,0 0-3-15,0 0 0 0,0 0-2 0,0 0 5 16,0 0-11-16,0 0 5 0,0 0-7 0,0 0 5 16,0 0-8-16,0 0 5 0,0 0-4 0,0 0 0 15,0 0-4-15,0 0 2 0,0 0-4 0,0 0 6 16,0 0-4-16,5 10-1 0,-5-10 3 0,0 0-1 15,0 0-2-15,1 8 2 0,-1-8-4 0,0 0 1 16,0 0-4-16,2 9 4 0,-2-9-4 0,0 0-4 16,0 0 0-16,0 0-7 0,0 0-10 15,0 0-2-15,0 8-22 0,0-8-8 0,0 0-22 0,0 0-21 16,0 0-17-16,0 0-15 0,5 4-89 16,-5-4-238-16,0 0 105 0</inkml:trace>
  <inkml:trace contextRef="#ctx0" brushRef="#br0" timeOffset="5983.16">24673 16441 18 0,'0'0'87'15,"3"-7"-7"-15,-3 7-6 0,0 0-15 0,0 0 3 16,0 0-13-16,0 0-17 0,0 0-21 0,0 0-30 15,3 31-57-15,-6-19-82 0,3-12 36 0</inkml:trace>
  <inkml:trace contextRef="#ctx0" brushRef="#br0" timeOffset="6282.68">24520 17274 42 0,'0'0'53'0,"0"0"-5"0,0 0-4 0,0 0-9 16,0 0 3-16,5 5-3 0,-5-5-7 0,3 4-7 16,-3-4-6-16,0 0-20 0,0 9 0 0,0-9-11 15,0 0-10-15,0 0-26 0,-3 10-55 0,3-10 25 16</inkml:trace>
  <inkml:trace contextRef="#ctx0" brushRef="#br0" timeOffset="10955.87">16870 11998 5 0,'0'0'53'0,"0"-10"-12"0,0 10 0 0,0 0-10 16,0 0 0-16,0 0-5 0,0 0 2 0,0 0-2 0,12 3-6 16,-12-3-4-16,0 0 2 0,0 0-8 0,0 0-2 15,11 0 1-15,-11 0 1 0,0 0 4 16,0 0-1-16,0 0 3 0,0 0-7 0,0 0-1 15,9 1-2-15,-9-1 8 0,0 0-9 0,0 0 1 16,0 0 0-16,0 0-3 0,0 0 2 0,0 0-1 0,0 0-2 16,0 0-4-16,0 0 10 0,0 0-3 15,0 0 3-15,0 0 5 0,0 0-3 0,0 0 2 16,0 0-4-16,0 0-5 0,0 0 5 0,0 0 6 0,0 0-1 16,0 0-3-16,0 0-6 0,0 0 3 0,0 0 1 15,0 0-1-15,0 0-1 0,0 0-5 0,0 0 8 16,0 0-6-16,0 0 2 0,0 0-2 15,0 0 1-15,0 0 2 0,0 0-7 0,0 0 12 0,0 0 1 16,0 0-8-16,0 0 2 0,0 0-6 0,0 0 3 16,0 0 5-16,0 0-5 0,0 0 6 0,0 0-12 15,0 0 9-15,0 0-3 0,0 0 3 0,0 0-6 16,0 0 1-16,0 0-6 0,0 0-7 0,0 0 1 16,0 0-3-16,0 0-4 0,0 0-1 0,0 0-12 15,0 0-10-15,0 0-55 0,0 0-104 0,0 0 46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5T09:49:06.9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22345 5132 11 0,'0'0'50'0,"0"0"-14"0,1-12 1 0,-1 12-2 16,0 0-8-16,0 0 1 0,0 0-5 0,0 0 0 0,0 0-3 15,0 0-3-15,0 0-1 0,0 0-7 0,0 0 2 16,0 0-5-16,0 0 2 0,0 0-2 16,0 0 0-16,0 0-1 0,0 0-1 0,0 0 0 15,0 0-1-15,0 0 6 0,0 0-4 0,0 0 2 16,0 0-2-16,0 0 3 0,0 0-9 0,3-7 5 15,-3 7-7-15,0 0 3 0,0 0-3 0,0 0 6 0,0 0-3 16,0 0 3-16,0 0-3 0,0 0-8 16,0 0 6-16,0 0-1 0,0 0 7 0,0 0-3 15,0 0 5-15,0 0-11 0,0 0 3 0,0 0 3 16,0 0 7-16,13 14-8 0,-13-14 3 0,5 4 0 16,-5-4 4-16,4 3-10 0,-4-3-1 0,5 5 6 15,-5-5-4-15,4 5 6 0,-4-5 7 0,5 5-11 16,-5-5 6-16,5 4 1 0,-5-4-3 0,5 6-2 15,-5-6 3-15,5 4 9 0,-5-4-15 0,6 3 6 16,-6-3-3-16,0 0 3 0,7 2 1 0,-7-2-4 16,0 0 2-16,8 2 1 0,-8-2-2 0,0 0 7 15,14-2-4-15,-4-2 0 0,0 1 1 0,7-5-5 16,-1-2 0-16,10-6-18 0,1-2-9 0,-1-2-20 16,3-5-32-16,10-8-83 0,-4-2 37 0</inkml:trace>
  <inkml:trace contextRef="#ctx0" brushRef="#br0" timeOffset="1040.03">22391 5151 7 0,'0'0'43'15,"8"5"-9"-15,-6-1 2 0,-2-4-4 0,5 4-8 16,-5-4 2-16,0 0-10 0,7 6 4 0,-7-6 1 16,0 0-2-16,4 4-2 0,-4-4-3 0,0 0-3 15,0 0 6-15,6 3 3 0,-6-3-6 0,0 0 15 16,10 0-1-16,-10 0 5 0,14-7-2 0,-3 3 0 16,0-5-3-16,4-2 0 0,3-1-13 0,7-5 4 15,0-5-7-15,3-1 1 0,2-1-15 0,12-9-13 16,0 1-13-16,-4-1-16 0,1 1-48 0,1 3-99 15,-11 6 44-15</inkml:trace>
  <inkml:trace contextRef="#ctx0" brushRef="#br0" timeOffset="7051.83">13971 11973 10 0,'0'0'17'0,"0"0"-5"15,0 0-10-15,0 0-10 0,0 0-6 0,0 0 2 16</inkml:trace>
  <inkml:trace contextRef="#ctx0" brushRef="#br0" timeOffset="7712.68">16330 11998 4 0,'0'0'129'0,"0"0"-15"16,6 1-16-16,-6-1-6 0,0 0-20 0,0 0-8 16,0 0-10-16,0 0 2 0,0 0-2 0,8 5-7 15,-8-5-9-15,0 0 3 0,0 0-12 0,3 4 7 16,-3-4-15-16,0 0 12 0,0 0-16 0,0 0 7 15,0 0-3-15,0 0-24 0,4 5 20 0,-4-5 3 16,0 0 2-16,0 0-7 0,0 0 1 0,0 0-4 16,0 0 5-16,0 0-1 0,0 0-3 0,0 0 4 15,0 0-3-15,0 0 5 0,0 0-3 0,0 0 1 16,0 0 2-16,0 0-1 0,0 0-15 0,0 0 13 16,0 0-4-16,0 0 3 0,0 0-8 0,0 0 5 15,0 0-2-15,0 0-3 0,0 0 1 0,0 0 2 16,0 0-2-16,0 0 4 0,0 0 0 0,0 0 2 0,0 0-13 15,0 0 4-15,0 0 5 0,0 0-3 16,0 0-4-16,2 6 6 0,-2-6-9 0,0 0 9 16,0 0 8-16,0 0-11 0,0 0-2 0,0 0-2 0,0 0 5 15,0 0 0-15,0 0-11 0,0 0 6 0,0 0-8 16,0 0 9-16,0 0-1 0,0 0 4 0,0 0-5 16,0 0 2-16,0 0-6 0,3 5 3 15,-3-5-3-15,0 0 5 0,0 0 1 0,0 0-2 0,0 0-11 16,0 0 16-16,0 0-6 0,6 4-2 0,-6-4-4 15,0 0-15-15,0 0 2 0,0 0-10 0,0 0-5 16,2 5-12-16,-2-5-8 0,0 0-13 0,0 0-9 16,0 0-12-16,0 0-12 0,-5 14-68 0,0-11-181 15,5-3 81-15</inkml:trace>
  <inkml:trace contextRef="#ctx0" brushRef="#br0" timeOffset="14033.6">7963 14024 4 0,'0'0'1'0,"0"0"2"0,0 0-1 0,0 0 1 16,0 0-3-16,0 0 2 0,0 0-2 0,0 0-1 16,0 0 3-16,0 0-2 0,0 0 0 0,0 0 2 15,0 0-2-15,0 0-1 0,0 0-3 0,0 0 13 16,0 0-13-16,0 0 1 0,0 0 4 0,0 0 3 16,0 0-4-16,0 0 2 0,0 0-4 0,0 0-2 15,0 0 7-15,14 7-1 0,-14-7-1 16,0 0-5-16,0 0-4 0,0 0 2 0</inkml:trace>
  <inkml:trace contextRef="#ctx0" brushRef="#br0" timeOffset="20012.93">13960 13866 35 0,'0'0'60'0,"0"0"0"0,2 7-4 15,-2-7-10-15,0 0-4 0,0 0-4 0,0 8-3 16,0-8 1-16,0 0-11 0,0 0-2 0,0 0-2 16,2 7-1-16,-2-7-2 0,0 0-2 0,0 0 0 15,0 0-11-15,0 0 6 0,0 0-4 0,0 0 0 16,0 0 4-16,0 0-5 0,0 0 4 0,0 0 0 15,0 0-3-15,0 0 1 0,0 0 1 0,0 0-1 16,0 0-1-16,0 0 9 0,0 0-7 0,0 0 2 16,0 0 1-16,0 0 2 0,0 7 0 0,0-7 2 15,0 0-4-15,0 0-5 0,0 0 3 0,0 0 4 16,0 0-4-16,0 0 2 0,0 0 1 0,0 0-6 16,0 0 12-16,0 0-11 0,0 0 5 0,0 0-4 15,0 0 1-15,0 0-1 0,0 0 0 0,0 0 2 16,0 0-6-16,0 0 1 0,0 0 0 0,0 0-6 15,0 0 12-15,0 0-8 0,0 0 7 0,0 0-8 16,0 0 5-16,0 0-5 0,0 0-3 0,0 0-2 16,0 0 3-16,0 0-5 0,0 0 4 0,0 0-9 15,0 0-1-15,0 0-5 0,0 0-9 0,0 0-8 16,0 0-2-16,0 0 7 0,0 0-4 0,0 0-9 16,0 0-11-16,0 0-1 0,2 7-1 0,-2-7-47 15,3 7-106-15,-3-7 47 0</inkml:trace>
  <inkml:trace contextRef="#ctx0" brushRef="#br0" timeOffset="209841.16">21679 5806 6 0,'0'0'15'0,"0"0"-7"16,0 0 1-16,0 0-6 0,0 0-3 0,0 0 1 0,0 0 2 16,0 0-1-16,0 0-4 0,0 0 2 0,0 0 2 15,0 0 2-15,-16 8-4 0,16-8 0 16,-7 2 5-16,7-2-2 0,0 0-3 0,-9 2 0 16,9-2-2-16,-9 3 4 0,9-3-3 0,-8 3 1 0,8-3 1 15,-7 3-3-15,7-3 2 0,-8 1-1 16,8-1 1-16,0 0 0 0,-10 1 1 0,10-1 2 0,0 0-2 15,-10 2 0-15,10-2 4 0,0 0 4 0,0 0-1 16,0 0 4-16,0 0 3 0,0 0 4 16,0 0-1-16,0 0 5 0,-6 2 3 0,6-2-3 0,0 0-2 15,0 0-4-15,0 0 3 0,0 0-6 0,0 0 6 16,0 0-3-16,0 0 0 0,43-5 0 16,-20 4 6-16,6-3-9 0,5 2 6 0,0-1-1 15,2 0-3-15,0-1-2 0,-1 1-3 0,1-1-2 16,-1 1 6-16,1 1-6 0,-2-1-2 0,3-1-1 0,-5 3-2 15,2-3 0-15,-2 0-1 0,0 1-3 0,-1 1 0 16,-4-1-11-16,-6 3 0 0,-2-2-11 0,-5 2-12 16,-2 0-43-16,0 1-83 0,-7 2 37 15</inkml:trace>
  <inkml:trace contextRef="#ctx0" brushRef="#br0" timeOffset="210107.11">21737 5942 39 0,'0'0'69'0,"0"0"-3"15,30-11-9-15,-13 8-9 0,4-1-3 0,-1 1-4 16,-1-1-15-16,2 0-3 0,-2 2-8 0,-1 0-3 16,-4 0-14-16,0 0-10 0,0 2-6 15,-3 1-6-15,0 0-11 0,-4-1-24 0,-7 0-63 0,13 3 28 16</inkml:trace>
  <inkml:trace contextRef="#ctx0" brushRef="#br0" timeOffset="210498.13">21780 5936 6 0,'-4'9'34'0,"4"-9"5"0,-3 12 0 15,0-2-1-15,-1 0-5 0,0 2 0 0,2 2-3 16,-3 4 3-16,1 0-1 0,-1-1-5 0,1 1-1 15,0 1 4-15,1-2-6 0,1 1-8 0,-1-1 2 16,1-2 0-16,-1-2 2 0,2-1-10 16,0-4 4-16,0 4 3 0,1-3-9 0,-3-1 4 0,3-8-1 15,-1 10-5-15,-1-4 3 0,2-6 0 16,-2 7 4-16,2-7-2 0,0 0 7 0,-3 8 4 0,3-8 3 16,0 0 6-16,0 0-3 0,0 0 2 0,-9 1-4 15,9-1 3-15,0 0-8 0,-15-7-1 0,9 3-4 16,-1 1-10-16,-2-1 7 0,0-1 0 0,2 2-4 15,-4-1 3-15,-1 2-8 0,-1-2 2 16,-2 1-4-16,-2 2 4 0,-2 1-2 0,1 1-3 0,-3 2 8 16,1 0-8-16,-1 0 2 0,1 2-13 0,1 0-15 15,3 1-4-15,3 1-3 0,2 0-22 0,2-1-8 16,0 3-13-16,6-4-39 0,-1 4-124 0,1-4 55 16</inkml:trace>
  <inkml:trace contextRef="#ctx0" brushRef="#br0" timeOffset="210752.02">22088 6028 1 0,'0'0'80'0,"0"0"-3"15,0 0-11-15,0 0-7 0,0 0-4 0,0 0-7 16,0 0-6-16,0 0 3 0,-15 39 0 0,5-26-7 15,1 0 8-15,-3 4-17 0,2-4-5 0,1 2-4 16,0 1 3-16,5-4-4 0,0-2 3 0,1 2-7 16,3-1 3-16,5 0-2 0,2-2-3 0,8 3 3 15,5-5-7-15,11 2 4 0,3-5-16 0,5 0-17 16,14 2-11-16,-1-4-12 0,1-1-81 16,-1-4-134-16,-12 1 60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7T07:25:44.8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10586 8899 41 0,'0'0'46'16,"0"0"-1"-16,2-9-1 0,-2 9-7 0,0 0-6 16,0 0 2-16,2-7-1 0,-2 7-7 0,0 0 2 0,0 0-7 15,0 0 0-15,0 0-1 0,0 0-3 16,0 0 9-16,3-8-14 0,-3 8 2 0,0 0 6 15,0 0-12-15,0 0 5 0,0 0 0 0,0 0-9 16,0 0 8-16,0 0-4 0,0 0-1 0,0 0 0 16,0 0 2-16,0 0 0 0,0 0 2 0,0 0-6 0,0 0-5 15,0 0 1-15,0 0 5 0,0 0-2 16,0 0-3-16,0 0 5 0,0 0-5 0,0 0 6 16,0 0-6-16,0 0 4 0,0 0-5 0,0 0-5 15,0 0-8-15,0 0-3 0,0 0-8 0,0 0-5 0,0 0-6 16,0 0-8-16,0 0-31 0,0 0-80 0,0 0 35 15</inkml:trace>
  <inkml:trace contextRef="#ctx0" brushRef="#br0" timeOffset="49688.7">15420 9865 2 0,'0'0'47'15,"0"0"-7"-15,2-9-11 0,-2 9-12 16,0 0-18-16,0 0-22 0,0 0-24 0,-11-2 11 0</inkml:trace>
  <inkml:trace contextRef="#ctx0" brushRef="#br0" timeOffset="51417.2">16484 12047 24 0,'0'0'13'0,"0"0"3"0,0 0 1 0,0 0-7 0,0 0 3 15,9-8-5-15,-9 8-1 0,0 0-5 0,0 0-3 16,0 0 1-16,0 0-3 0,0 0 7 0,0 0-7 16,0 0 1-16,0 0-4 0,0 0-11 0,0 0-18 15,0 0 8-15</inkml:trace>
  <inkml:trace contextRef="#ctx0" brushRef="#br0" timeOffset="55588.78">15752 11954 17 0,'0'0'24'0,"0"0"-4"16,0 0-3-16,0 0-4 0,0 0-5 0,0 0-6 16,0 0-2-16,0 0-6 0,0 0-11 0,0 0-16 15,0 0 8-15</inkml:trace>
  <inkml:trace contextRef="#ctx0" brushRef="#br0" timeOffset="64352.41">10626 14268 69 0,'0'0'74'0,"0"0"-9"16,0 0-3-16,0 0-8 0,0 0-3 0,0 0-4 16,0 0-13-16,0 0-10 0,0 0-20 0,0 0-15 15,0 0-15-15,0 0-19 0,0 0-22 0,0 0-74 16,0 0 33-16</inkml:trace>
  <inkml:trace contextRef="#ctx0" brushRef="#br0" timeOffset="65313.83">10999 12627 11 0,'0'0'28'0,"0"0"-10"16,0 0 3-16,0 0-1 0,0 0-6 0,0 0 1 15,0 0-2-15,0 0-1 0,0 0 0 0,0 0-5 16,0 0 4-16,0 0-6 0,0 0-9 0,0 0 10 15,0 0 7-15,0 0-2 0,0 0-8 0,0 0 6 16,0 0-3-16,0 0 0 0,0 0-4 0,0 0-2 16,0 0 8-16,0 0 3 0,0 0-5 0,0 0 4 15,0 0-2-15,12-4 0 0,-12 4 0 16,0 0-1-16,0 0-1 0,0 0 5 0,0 0 2 0,0 0-5 16,0 0 0-16,0 0 1 0,0 0-5 0,0 0 2 15,0 0 1-15,0 0 0 0,0 0-3 0,0 0-1 0,0 0 4 16,0 0-5-16,0 0 4 0,0 0-4 15,0 0 1-15,0 0-2 0,0 0 1 0,0 0-6 16,0 0 5-16,0 0-1 0,0 0 5 0,0 0 1 16,0 0-4-16,0 0-4 0,0 0 2 0,0 0-6 15,0 0-1-15,0 0-3 0,0 0-7 0,0 0-2 0,0 0-9 16,7 3-29-16,-7-3-60 0,0 0 28 16</inkml:trace>
  <inkml:trace contextRef="#ctx0" brushRef="#br0" timeOffset="75962.88">13414 13649 8 0,'0'0'15'0,"0"0"0"0,0 0 1 0,0 0-3 16,0 0-2-16,0 0 2 0,0 0-4 0,0 0-4 15,0 0 0-15,0 0 0 0,0 0-2 0,0 0 1 16,0 0-3-16,0 0 2 0,0 0-2 0,0 0-4 16,0 0-3-16,7 8-6 0,-7-8-6 0,0 0-19 15,0 0 8-15</inkml:trace>
  <inkml:trace contextRef="#ctx0" brushRef="#br0" timeOffset="91236.05">18578 12817 11 0,'0'0'14'0,"0"0"-1"15,0 0 2-15,0 0-2 0,0 0-7 0,0 0-5 16,7 3-14-16,-7-3-12 0,0 0 5 0</inkml:trace>
  <inkml:trace contextRef="#ctx0" brushRef="#br0" timeOffset="94043.06">19062 14120 6 0,'0'0'44'0,"0"0"5"15,-4-8-12-15,4 8-7 0,0 0-1 0,0 0-3 16,0 0 2-16,-4-7 1 0,4 7 1 0,0 0-1 16,0 0-7-16,0 0 1 0,0 0-6 0,0 0 2 15,0 0 11-15,-1-7-20 0,1 7 6 0,0 0-5 16,0 0 0-16,0 0-1 0,13-3-1 0,-5 2-4 15,3 1-2-15,0-1 6 0,2 0-6 0,6 0 2 16,2-1 3-16,8-1-4 0,1-1-2 0,-1 1 2 16,4 1-4-16,3-2 7 0,-1 2 0 15,3-3 0-15,0 1-7 0,2 0 9 0,-4 1-9 0,1-1 4 16,-1 2-1-16,-1 0 1 0,1-1-3 0,-2-1 7 16,0 3-8-16,-2-1 10 0,0-1-6 0,-4 2-7 15,0-4 6-15,-8 4-3 0,2-1-5 0,-2-2 8 16,0 3-4-16,-1-1 5 0,-6 1 3 15,6-1-10-15,0 2 2 0,-8-2 0 0,1 0 5 0,1 2-6 16,-3 0 3-16,0-2 1 0,2 2 1 0,-5-1-2 16,-7 1 4-16,16-1 5 0,-10-1 0 0,-6 2 2 15,10-1 5-15,-10 1 1 0,13-2 2 0,-13 2 8 16,8-1 3-16,-8 1-1 0,0 0 2 0,6-2-1 16,-6 2-2-16,0 0-3 0,8-1 0 15,-8 1-5-15,0 0 1 0,0 0 0 0,0 0-2 0,0 0 2 16,9-3-8-16,-9 3 1 0,0 0 2 0,0 0-4 15,0 0-7-15,5-5 2 0,-5 5 3 0,0 0-5 16,0 0-7-16,6-5 11 0,-6 5-31 0,0 0-1 16,4-3-14-16,-4 3-27 0,0 0-28 0,0 0-65 15,0 0-168-15,0 0 75 0</inkml:trace>
  <inkml:trace contextRef="#ctx0" brushRef="#br0" timeOffset="95087.46">22565 14349 40 0,'0'0'41'16,"0"0"-1"-16,0 0-9 0,0 0 0 0,0 0-6 16,5-4-1-16,-5 4 0 0,0 0-7 0,0 0 1 15,0 0 3-15,4-5-4 0,-4 5-3 0,0 0-3 16,0 0-1-16,0 0-4 0,0 0 1 16,0 0-13-16,9-3-14 0,-9 3-10 0,0 0-24 0,0 0-58 15,0 0 26-15</inkml:trace>
  <inkml:trace contextRef="#ctx0" brushRef="#br0" timeOffset="97405.53">24648 13730 7 0,'0'0'46'0,"0"0"6"0,0 0-14 15,0 0 6-15,0 0-1 0,0 0-7 0,0 0-2 16,0 0-1-16,0 0-5 0,0 0-2 0,0 0-4 15,0 0 0-15,0 0-2 0,0 0-2 0,0 0-7 16,0 0 7-16,0 0-2 0,0 0-4 0,0 0 1 16,0 0-4-16,0 0 0 0,0 0-2 0,0 0 0 15,0 0-2-15,0 0-2 0,0 0 3 0,0 0-3 16,6-3-1-16,-6 3 2 0,0 0-3 0,0 0 3 16,0 0-3-16,0 0 5 0,0 0-4 0,0 0-4 15,0 0 1-15,0 0-1 0,0 0 5 0,0 0-3 16,0 0-10-16,0 0 10 0,0 0 6 0,0 0 1 15,0 0-3-15,0 0-7 0,0 0 4 0,0 0 7 16,0 0-11-16,0 0 6 0,0 0-3 0,0 0 0 16,0 0 0-16,0 0-4 0,0 0 5 0,0 0-4 15,0 0 3-15,0 0 0 0,0 0 3 0,0 0-8 16,0 0 7-16,0 0 1 0,0 0-3 0,0 0-8 16,0 0 8-16,0 0 2 0,0 0-1 0,0 0-2 15,0 0 3-15,0 0-1 0,0 0-1 0,0 0 0 16,0 0 1-16,0 0-4 0,0 0 3 0,0 0 1 0,0 0 0 15,0 0-3-15,0 0 0 0,0 0 5 16,0 0-2-16,0 0-6 0,0 0 5 0,0 0 8 0,0 0-5 16,0 0-4-16,0 0 2 0,0 0 2 15,0 0 1-15,0 0-9 0,0 0 4 0,0 0 3 16,0 0 5-16,0 0-10 0,0 0 6 0,0 0 0 0,0 0-4 16,0 0-2-16,0 0 2 0,0 0-1 15,0 0-1-15,0 0 0 0,8-2 4 0,-8 2-13 0,0 0 18 16,0 0-3-16,0 0-1 0,0 0-7 15,0 0 4-15,0 0 2 0,0 0 4 0,0 0-2 0,7-4-4 16,-7 4-1-16,0 0 3 0,0 0 5 0,0 0 4 16,0 0-13-16,0 0-1 0,0 0 3 0,0 0-2 15,0 0 3-15,0 0 2 0,5-3-3 16,-5 3-1-16,0 0-3 0,0 0 3 0,0 0-2 0,0 0 10 16,0 0-3-16,0 0-4 0,0 0-2 0,4-7 3 15,-4 7-2-15,0 0 3 0,0 0-2 0,0 0 0 16,0 0 2-16,0 0 2 0,0 0-3 15,0 0 0-15,0 0-1 0,0 0-1 0,0 0-5 16,0 0 6-16,0 0 1 0,0 0 3 0,0 0-1 0,0 0-2 16,0 0 0-16,0 0 1 0,0 0 1 0,0 0-6 15,0 0 0-15,0 0-3 0,0 0-3 16,0 0 2-16,0 0 1 0,0 0 1 0,0 0-3 16,0 0 1-16,0 0-4 0,0 0 4 0,0 0-5 0,0 0 2 15,0 0 6-15,0 0-7 0,0 0 4 0,0 0-5 16,0 0-2-16,0 0 4 0,0 0-5 0,0 0 0 15,0 0 0-15,0 0 2 0,13 6 0 0,-13-6-4 16,0 0 2-16,0 0-4 0,0 0-1 0,0 0-2 16,0 0-23-16,0 0-48 0,0 0 21 0</inkml:trace>
  <inkml:trace contextRef="#ctx0" brushRef="#br0" timeOffset="102597.87">24654 13936 5 0,'0'0'11'0,"0"0"-14"0,0 0-3 0,0 0 1 16</inkml:trace>
  <inkml:trace contextRef="#ctx0" brushRef="#br0" timeOffset="103197.36">24752 13999 30 0,'0'0'31'0,"0"0"-5"0,0 0-1 16,6-3-5-16,-6 3-23 0,0 0-19 0,0 0-24 16,0 0 12-16</inkml:trace>
  <inkml:trace contextRef="#ctx0" brushRef="#br0" timeOffset="112195.4">19550 16066 31 0,'0'0'60'0,"0"0"-5"0,0 0-7 16,0 0-4-16,0 0-4 0,8-2-5 0,-8 2 0 15,0 0-6-15,0 0-3 0,0 0-15 0,0 0-9 16,0 0-13-16,0 0-24 0,0 0-27 0,0 0-67 16,0 0 29-16</inkml:trace>
  <inkml:trace contextRef="#ctx0" brushRef="#br0" timeOffset="112955.27">21043 16105 20 0,'0'0'26'0,"0"0"-7"0,0 0 0 16,0 0-12-16,0 0 3 0,0 0-9 0,0 0-6 16,0 0-12-16,0 0-17 0,0 0 8 0</inkml:trace>
  <inkml:trace contextRef="#ctx0" brushRef="#br0" timeOffset="118724.51">17542 16015 28 0,'0'0'36'0,"0"0"7"16,0 0-16-16,0 0-1 0,8-6-7 16,-8 6 1-16,0 0-2 0,0 0-5 0,0 0-2 15,0 0-22-15,0 0-8 0,0 0-17 0,0 0-38 16,0 0 18-16</inkml:trace>
  <inkml:trace contextRef="#ctx0" brushRef="#br0" timeOffset="120821.45">15769 18119 31 0,'0'0'53'0,"0"0"-4"0,0 0 10 15,0 0-21-15,0 0-1 0,0 0-3 16,0 0-7-16,0 0 2 0,0 0-6 0,0 0-2 16,0 0-4-16,0 0-6 0,0 0 2 0,0 0-10 15,0 0-1-15,0 0-5 0,0 0-14 0,0 0-5 16,0 0-7-16,0 0-1 0,0 0-28 0,0 0-62 16,0 0 27-16</inkml:trace>
  <inkml:trace contextRef="#ctx0" brushRef="#br0" timeOffset="121885.42">18533 17802 42 0,'0'0'86'0,"0"0"-1"16,0 0-11-16,0 0-1 0,0 0 3 0,0 0-22 15,0 0-7-15,0 0-8 0,0 0-1 0,0 0-6 16,0 0-1-16,0 0-13 0,9-7-19 0,-9 7-18 15,0 0-22-15,0 0-19 0,0 0-36 0,0 0-104 16,0 0 46-16</inkml:trace>
  <inkml:trace contextRef="#ctx0" brushRef="#br0" timeOffset="125553.73">24925 17283 133 0,'0'0'125'0,"0"0"-7"0,0 0-14 15,0 0-13-15,0 0-11 0,0 0 2 0,7 5 1 16,-7-5-29-16,0 0 1 0,0 0 0 0,0 0-3 16,0 0-3-16,0 0-6 0,0 0 3 0,0 0-3 15,0 0-4-15,0 0-2 0,0 0-3 0,0 0-1 16,0 0-3-16,0 0-4 0,0 0-2 0,0 0-2 15,0 0-3-15,0 0 1 0,0 0 3 0,0 0-5 16,0 0-4-16,0 0 0 0,0 0-6 0,0 0 9 16,0 0-9-16,0 0 3 0,0 0-14 15,0 0 12-15,0 0-1 0,0 0-6 0,0 0 2 16,18-4 4-16,-18 4-5 0,0 0 4 0,0 0-3 0,0 0-2 16,0 0 1-16,0 0 1 0,0 0-4 0,0 0 0 15,0 0 2-15,0 0-2 0,0 0 1 0,0 0 2 16,0 0-4-16,0 0 9 0,0 0-12 15,0 0 5-15,0 0 0 0,0 0 1 0,14-3-7 16,-14 3-6-16,0 0-8 0,0 0-3 0,0 0-7 16,0 0-5-16,0 0-14 0,0 0-11 0,0 0-4 15,0 0-20-15,6 2-20 0,-6-2-97 0,0 0-217 16,0 0 97-16</inkml:trace>
  <inkml:trace contextRef="#ctx0" brushRef="#br0" timeOffset="128611.61">6246 13454 19 0,'-12'0'130'0,"1"0"-8"0,2 0-6 16,-1 1-2-16,10-1 1 0,-15 1 3 0,15-1-9 15,-10 0-4-15,10 0-5 0,-10 0-6 0,10 0-15 16,0 0-7-16,-8 1-8 0,8-1-16 0,0 0 5 0,0 0-9 16,0 0 4-16,0 0-3 0,0 0-2 15,0 0-4-15,28 7-2 0,-15-7-3 0,1 2 3 16,4-2-2-16,1 3-3 0,0-3 0 0,0 2-6 16,2-2 1-16,-5 1-4 0,5 0 4 0,-7-1-7 15,0 2 0-15,4-2-3 0,-6 1 2 0,1 0-9 0,0 1 1 16,-3-2 2-16,-2 1-4 0,5-1 3 0,-7 1-2 15,-6-1 1-15,14 1-3 0,-14-1-1 16,10 0-5-16,-5 1 9 0,-5-1-8 0,0 0 4 16,9 2-2-16,-9-2-2 0,0 0-1 0,0 0 0 15,0 0 0-15,0 0-1 0,11 0 4 0,-11 0-3 16,0 0 0-16,0 0-1 0,0 0 4 0,0 0 0 0,5 6-1 16,-5-6-2-16,0 0-10 0,1 6-11 15,-1-6-7-15,0 0-31 0,0 0-37 0,-10 14-31 16,5-11-36-16,1 2-127 0,-3 0-312 0,2 1 138 15</inkml:trace>
  <inkml:trace contextRef="#ctx0" brushRef="#br0" timeOffset="128858.92">6505 13575 61 0,'-11'13'141'0,"2"0"-16"0,-3 0 1 16,0-1-7-16,-1 3-9 0,2-1-13 0,-1-1-18 16,0-1-3-16,3 2-11 0,1-5-20 0,-1-1-14 15,3 2-23-15,0-6-38 0,3-1-18 0,3-3-40 16,-9 8-66-16,4-7-165 0,5-1 74 0</inkml:trace>
  <inkml:trace contextRef="#ctx0" brushRef="#br0" timeOffset="129024.2">6347 13441 57 0,'-6'-19'187'0,"-3"2"-5"15,0 1 18-15,4-1-10 0,0 2-21 0,0-1-15 16,1 4-18-16,1 2-13 0,1-1-12 0,-2 1-16 15,3 1-34-15,-3 1-34 0,4 8-48 0,0-12-57 16,0 12-57-16,-1-10-108 0,1 10-264 0,0 0 117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8T10:18:18.7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23243 14291 89 0,'0'0'119'16,"0"0"-1"-16,0 0 0 0,0 0-8 0,0 0-6 16,0 0-12-16,0 0-12 0,0 0-4 0,0 0-10 0,0 0-5 15,17-11 1-15,1 7-15 0,4-3 1 0,10 2-9 16,5-5 0-16,11-1-7 0,5-1-1 16,-1 2-4-16,7-2 1 0,3 4-4 0,2-7 2 15,26-4-5-15,-29 7-3 0,29-8-6 0,-26 7 4 16,24-14 0-16,-32 12-4 0,5 1-3 0,-2-2 0 15,-5 0-1-15,-1 0 7 0,-3 2-8 0,-10 2 4 16,-4 2 1-16,0 0-3 0,-3 0-3 0,-1-4 3 16,-3 3 12-16,-8 5-3 0,-5 0-1 0,2 2 2 15,-5 1 1-15,-3-1-6 0,0 1-2 0,-3 1 0 16,-7 2 0-16,10-1-5 0,-4-2-14 0,-6 3-13 16,0 0-16-16,0 0-19 0,0 0-18 0,0 0-17 15,-25 19-27-15,11-11-113 0,-14 6-250 0,3-1 111 16</inkml:trace>
  <inkml:trace contextRef="#ctx0" brushRef="#br0" timeOffset="325.91">23814 14291 78 0,'0'0'204'0,"0"0"-8"0,0 0-18 16,0 0-15-16,-8-1-20 0,8 1-16 0,0 0-7 15,0 0-18-15,0 0-6 0,0 0-12 0,-4 12-1 16,4-2-1-16,1 1-3 0,-1 6-7 0,-1 0-10 16,0 2 0-16,1 0-6 0,-3 0 4 0,3 6-8 15,0-6-3-15,0 8 0 0,0-7-6 0,1-3-7 16,-2 1-3-16,2 1-3 0,-1-1-3 0,0 0 0 15,-1-1 1-15,0-2-5 0,-2 1-6 16,2-5-13-16,0 0-14 0,1-1-25 0,-3-4-29 0,3-6-31 16,-2 11-29-16,2-5-26 0,0-6-10 0,-3 7-12 15,3-7-105-15,0 0-298 0,0 0 132 0</inkml:trace>
  <inkml:trace contextRef="#ctx0" brushRef="#br0" timeOffset="641.45">23838 14292 95 0,'0'0'117'0,"0"0"-13"0,6-2-1 15,-6 2-7-15,0 0-10 0,0 0-9 0,18 8 0 16,-13-3-8-16,-1 1-9 0,-1 1-1 0,2 2-11 16,-3 0 8-16,1 1-12 0,-6 5 3 0,1-1-5 15,-2-2 4-15,-3 1-8 0,2 0-1 0,-2-3 2 16,-1-1-5-16,-1 0-3 0,3-1 1 0,-2-3 9 15,2 0 3-15,-2 1 0 0,5-3 3 0,3-3 1 16,-9 6 4-16,9-6-2 0,-5 5 3 16,5-5-3-16,-7 5 1 0,7-5-8 0,0 0-4 0,0 0-7 15,-3 4-1-15,3-4-5 0,0 0-3 0,0 0 0 16,0 0-5-16,14 9-1 0,-7-5 0 0,-1-1-3 16,3 3 0-16,2-1-1 0,0 0-2 0,0 3-8 15,-1-2-23-15,3 5-24 0,-3-4-53 0,1-4-29 16,-2 2-44-16,-2 2-128 0,0 0-322 15,-7-7 143-15</inkml:trace>
  <inkml:trace contextRef="#ctx0" brushRef="#br0" timeOffset="801.23">24042 14544 199 0,'0'0'183'0,"0"0"-18"0,0 0-21 16,0 0-2-16,0 0-12 0,0 0-7 0,8-3-13 15,-8 3-11-15,0 0-11 0,0 0-7 0,0 0-7 0,0 0-9 16,0 0-9-16,0 0-1 0,0 0-7 0,0 0-6 15,5 17-22-15,-5-17-42 0,1 9-47 0,-1-9-39 16,0 0-31-16,2 13-109 0,-2-13-269 0,0 0 120 16</inkml:trace>
  <inkml:trace contextRef="#ctx0" brushRef="#br0" timeOffset="2673.54">19059 14502 40 0,'0'0'162'16,"0"0"-7"-16,0 0-3 0,0 0-24 0,0 0-6 15,0 0-11-15,0 0-11 0,0 0-3 0,0 0-1 16,0 0-8-16,21-16-9 0,-10 15-7 0,0-5-3 15,3 0-10-15,-4-1-5 0,3 1-5 0,-2 2-4 16,-1-2-1-16,-1 3-5 0,3-1-5 0,-3-2-5 16,-2 4-4-16,2 1-2 0,-1-1-10 0,-8 2-20 15,10-5-28-15,-10 5-21 0,8-4-28 0,-8 4-16 16,7-4-3-16,-7 4-1 0,0 0 3 0,0 0 10 16,0 0 5-16,0 0 4 0,0 0 1 0,0 0 10 15,0 0 12-15,0 0-1 0,-20 15 10 0,14-12 2 16,-3 0 3-16,-1 0 10 0,1 1 6 0,-2-3 7 15,1 1 3-15,2 0 14 0,1 3 5 0,0-3 8 16,-1 2 4-16,1-1 9 0,1 0 4 0,-1 0 5 16,7-3-3-16,-14 10 6 0,10-6 4 0,-1 3 17 15,0 2 9-15,0-2 10 0,4 6 5 0,-4-1-2 16,1 2 1-16,3 4-2 0,-2 0-6 0,2 2-5 16,-1-2-3-16,2 1-1 0,-1-1-1 0,1 0-5 15,0 7-8-15,0-6-12 0,0-3 7 0,0 2 18 16,0 2-1-16,0-2-12 0,-1 0 0 0,0 0-7 15,-1 1-26-15,-2-3-39 0,1 0-49 0,0 0-34 16,-2-5-48-16,0 0-108 0,1 1-285 0,2-6 127 16</inkml:trace>
  <inkml:trace contextRef="#ctx0" brushRef="#br0" timeOffset="2847.03">19087 14763 37 0,'8'-1'144'0,"-8"1"-10"0,0 0 8 16,0 0-3-16,0 0-5 0,14 5-2 0,-14-5-9 16,12 3-16-16,-7 0-7 0,1 0-11 15,6 0-2-15,-5 1-22 0,4-1-28 0,-5 1-35 0,3-2-46 16,1 0-56-16,-2 0-122 0,-2 3-240 16,3-4 107-16</inkml:trace>
  <inkml:trace contextRef="#ctx0" brushRef="#br0" timeOffset="2994.72">19355 14741 106 0,'0'0'134'0,"0"0"-3"0,0 0 4 0,0 0-8 15,0 0-8-15,0 0-17 0,0 0-5 0,8-1-13 16,-8 1-6-16,0 0-10 0,0 0-21 0,0 0-27 0,0 0-40 16,11 7-46-16,-6-4-35 0,0-1-77 0,-5-2-191 15,10 6 85-15</inkml:trace>
  <inkml:trace contextRef="#ctx0" brushRef="#br0" timeOffset="3251.6">19656 14550 9 0,'0'0'231'0,"0"0"-1"0,-2-14-4 15,2 14-11-15,-2-6-11 0,2 6-13 0,0 0-16 16,-1-8-18-16,1 8-16 0,0 0-18 0,0 0-14 15,0 0-17-15,0 0-8 0,0 0-4 0,0 0 0 16,0 0-6-16,0 0-2 0,3 32-9 0,1-20-9 16,-3 4-4-16,1 4-4 0,0-4-4 0,1 3-2 15,1-2-8-15,-1-1 0 0,1 4-4 0,-2-2-3 16,1 0 1-16,-1-3-14 0,1 1-21 0,-2-4-23 16,2 0-27-16,-1-1-36 0,-2-1-32 0,3 0-42 15,-1-4-55-15,-2 1-148 0,0-7-402 0,0 10 178 16</inkml:trace>
  <inkml:trace contextRef="#ctx0" brushRef="#br0" timeOffset="3590.21">19705 14550 118 0,'6'-7'161'0,"1"1"-4"0,-1-1-13 15,3 1-14-15,-3 4-16 0,3-2-5 0,0 1-17 16,-1 3-5-16,-8 0-6 0,18 2-11 15,-9-1-8-15,-3 2-9 0,0 2-4 0,0-3 4 0,-1 2-2 16,0 3-5-16,-1-3 0 0,-3 3-3 0,0 1 0 16,0 1-3-16,-2 0-12 0,0 0 2 0,-2 0 3 15,-3 1-8-15,3-2-7 0,1 1-8 0,2-2-4 16,-4-1-7-16,4 1-8 0,0-7-2 16,0 13 0-16,0-13-1 0,1 13-4 0,1-7 3 15,1 0 2-15,1 0-2 0,1-1 10 0,0-1-6 16,-1 0 1-16,3 0-3 0,-1 3 5 0,0-2-2 0,-2-1-1 15,3 1 3-15,-3 0 2 0,-1 0 1 16,0-1 10-16,0 3 2 0,-3-7 2 0,1 11-4 16,-1-3 1-16,-3 1 4 0,-1 2-2 0,1 0-9 15,-1 0-17-15,-2 0-26 0,3-5-42 0,-2 3-40 16,1 1-132-16,-4-1-277 0,3 0 123 0</inkml:trace>
  <inkml:trace contextRef="#ctx0" brushRef="#br0" timeOffset="3734.92">20032 14769 8 0,'0'0'265'16,"8"-5"-29"-16,-8 5-8 0,0 0-9 0,6-3-18 15,-6 3-19-15,0 0-18 0,0 0-18 0,0 0-24 16,0 0-34-16,0 0-33 0,0 0-62 0,-17 14-71 16,17-14-84-16,-7 6-117 0,2-2-300 0,5-4 133 15</inkml:trace>
  <inkml:trace contextRef="#ctx0" brushRef="#br0" timeOffset="9125.54">24346 14457 88 0,'0'0'109'0,"-7"-9"-11"0,7 9-4 16,-7-8-5-16,5 4 10 0,2 4-2 0,-7-4 1 15,7 4-1-15,-3-7-7 0,3 7-9 0,0 0 0 16,-4-10-2-16,4 10-1 0,0 0-5 0,-4-7 12 15,4 7 2-15,0 0-1 0,-1-8 0 0,1 8-10 16,0 0-6-16,0 0 0 0,0 0 0 0,0 0-3 16,-2-8-1-16,2 8-6 0,0 0 0 0,0 0-11 15,0 0-1-15,0 0-4 0,0 0-6 0,0 0-10 16,0 0-6-16,0 0-3 0,0 0-1 0,0 0-7 16,0 0 4-16,0 0-5 0,0 0-1 0,14 15-4 15,-11-8 4-15,-2 4-1 0,1-1 1 0,-2 3-3 16,1-1-1-16,0 4 1 0,-1 1-1 15,1-5-4-15,-1-2 1 0,2 7 6 0,0-1-5 0,-2-5-2 16,2 1-5-16,-1-1 7 0,3-3-3 0,-4 1 3 16,3-4-3-16,-3 3 3 0,0-8 6 0,4 12-8 15,-4-8-2-15,0-4 1 0,4 8-3 0,-4-8-20 16,3 5-14-16,-3-5-16 0,0 0-14 0,4 9-13 16,-4-9-23-16,0 0 1 0,3 3-43 0,-3-3-14 15,0 0-24-15,0 0-96 0,11-12-302 0,-11 12 134 16</inkml:trace>
  <inkml:trace contextRef="#ctx0" brushRef="#br0" timeOffset="9521.48">24390 14430 74 0,'-1'-9'105'0,"1"9"3"16,0 0-29-16,2-14 2 0,1 9-10 0,-1-2 6 15,3 2-10-15,2-3 12 0,-2 1-4 0,3 1-6 16,-1-2 3-16,1 1-5 0,1 0-5 0,0 3-8 15,-4 1-1-15,3 0-10 0,3 0-6 0,-5 1 3 16,-6 2-11-16,16 0-1 0,-16 0-5 0,11 2-2 16,-6 0-1-16,1 2-5 0,-6-4 0 0,7 7 4 15,-2-3 7-15,-2 1-15 0,-3-5-2 0,0 10 13 16,0-10-16-16,0 10 5 0,0-10-4 0,-1 12 3 16,1-12-7-16,-4 9 3 0,4-9-1 0,-4 10 0 15,4-10-2-15,-3 8 2 0,3-8-4 0,-1 8-1 16,1-8 5-16,0 9-2 0,0-9-2 0,4 9-4 15,-4-9 0-15,5 7 3 0,-2-1 5 0,0-1-5 16,1 1 2-16,1-2 0 0,-1 2 0 0,1 0 3 16,2-1-7-16,-1-1-1 0,-1 1 6 0,3 4-3 15,-7-5-3-15,3-1 0 0,-4-3 0 0,9 10 8 16,-8-8-3-16,-1-2 0 0,4 7 7 0,-4-7-8 16,0 10 1-16,0-10-1 0,0 0-2 0,-4 13 3 15,1-8-4-15,3-5-1 0,-11 8-17 0,6-5-46 16,0 0-37-16,1 2-41 0,-6 0-74 0,1-1-236 15,1 1 104-15</inkml:trace>
  <inkml:trace contextRef="#ctx0" brushRef="#br0" timeOffset="9661.35">24698 14486 56 0,'0'0'19'0,"-23"16"-32"0,14-10-14 16,-1-1 7-16</inkml:trace>
  <inkml:trace contextRef="#ctx0" brushRef="#br0" timeOffset="14429.29">21668 15777 109 0,'0'0'96'0,"0"0"3"16,0 0 0-16,0 0-17 0,0 0-4 0,0 0-5 16,0 0 0-16,0 0-6 0,0 0 5 0,0 0-6 15,0 0-6-15,0 0 0 0,0 0-8 0,0 0-7 16,0 0 0-16,0 0-11 0,25-18 7 0,-3-1-10 15,5 0-3-15,11-16-7 0,7 2-13 0,2-7-21 16,25-20-50-16,-27 22-41 0,2-2-90 0,18-17-209 16,-24 14 93-16</inkml:trace>
  <inkml:trace contextRef="#ctx0" brushRef="#br0" timeOffset="21812.74">24378 18074 67 0,'0'0'124'0,"0"0"-17"0,0 0-8 15,0 0-9-15,0 0-13 0,0 0-1 0,0 0-19 16,0 0-18-16,0 0-29 0,0 0-44 0,0 0-34 16,0 0-40-16,0 0-116 0,-20 35 52 0</inkml:trace>
  <inkml:trace contextRef="#ctx0" brushRef="#br0" timeOffset="58701.29">24777 17015 19 0,'-7'-12'16'0,"7"12"-1"0,0 0 2 15,0 0-6-15,0 0-2 0,0 0-1 16,0 0 1-16,0 0-8 0,0 0 5 0,0 0-2 16,0 0 4-16,0 0-10 0,0 0-4 0,0 0 0 15,0 0-13-15,0 0-19 0,0 0 9 0</inkml:trace>
  <inkml:trace contextRef="#ctx0" brushRef="#br0" timeOffset="-112949.58">12098 10150 45 0,'5'-15'61'0,"-5"15"-3"0,3-7-3 0,-3 7-4 15,0 0-6-15,5-8-9 0,-5 8-1 0,0 0 1 16,4-5-8-16,-4 5 1 0,0 0-4 0,0 0-7 15,0 0-6-15,0 0-13 0,0 0-19 0,0 0-12 0,5 18-14 16,-5-18-27-16,-5 12-79 0,3-5 36 0</inkml:trace>
  <inkml:trace contextRef="#ctx0" brushRef="#br0" timeOffset="-112775.33">12165 10163 22 0,'0'0'20'0,"0"0"-21"0,0 0-7 0,0 0-6 16,0 0 2-16</inkml:trace>
  <inkml:trace contextRef="#ctx0" brushRef="#br0" timeOffset="-112191.7">15494 9899 42 0,'0'0'38'0,"0"0"-3"0,0 0-7 0,0 0-5 0,0 0-7 16,0 0-10-16,0 0-11 0,0 0-26 16,0 0-33-16,4 18 15 0</inkml:trace>
  <inkml:trace contextRef="#ctx0" brushRef="#br0" timeOffset="-111669.66">14294 11353 14 0,'0'0'50'0,"0"0"-5"16,0 0 3-16,-4-7-11 0,4 7 2 0,0 0-11 16,0 0-6-16,0 0-11 0,0 0-15 0,0 0-16 15,0 0-25-15,0 0-49 0,0 18 21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4T05:30:27.6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6793 3247 148 0,'-5'-6'209'0,"3"-1"-12"0,-1 1-2 0,3 6-3 16,-4-11-5-16,2 6-10 0,2 5 20 0,-2-8-19 15,2 8-14-15,0 0-22 0,-1-9-16 0,1 9-13 16,0 0-13-16,0 0-9 0,0 0-12 15,0 0-4-15,23 20-7 0,-13-7-6 0,2 2-9 16,6 6-4-16,-2 2-4 0,0-2-2 0,0 4-2 0,1-1-5 16,0 1-5-16,-3-1-5 0,1 0 2 0,-3-8-6 15,-1 0 1-15,3 5-2 0,-4-6-2 0,-1-1-3 16,1 1-8-16,-3-6 4 0,2 4 6 0,0-3-5 16,1 3-2-16,-4-2-2 0,2-5-1 15,0 3-4-15,-3-4 0 0,0 1-4 0,0 0-4 16,0-1-3-16,-1-1 0 0,-4-4 0 0,6 6 4 15,-6-6-2-15,5 4 9 0,-5-4-6 0,0 0 5 0,0 0-6 16,0 0 5-16,11-13-2 0,-7 5 3 16,-1-3-3-16,4-4-2 0,-3-2-1 0,-1 0 4 15,1-8 0-15,1 1-3 0,2-2 5 0,-2-3-5 16,4 1 0-16,-3-2 1 0,-1 4-2 0,1-3 0 16,-1 1 6-16,1 2-8 0,-1-1 2 0,-2 8 5 15,2 0-2-15,-3 4-1 0,1 4 5 0,-1-1-4 16,2 3 0-16,0-1-3 0,-3 6-6 0,2-3-27 15,-3 7-12-15,5-6-9 0,-5 6-4 0,0 0-21 16,14 3-22-16,-14-3-45 0,15 11-37 0,-6-3-33 16,0 5-156-16,1 2-405 0,-3 2 179 0</inkml:trace>
  <inkml:trace contextRef="#ctx0" brushRef="#br0" timeOffset="322.2">7412 3621 70 0,'0'0'183'15,"-1"11"-17"-15,1-11-8 0,0 11-9 0,0-11-5 16,2 12-12-16,-2-12-5 0,7 10-1 0,-2-6-4 16,-5-4-3-16,11 8-12 0,-1-5 1 0,1-1-5 15,1-2-6-15,1-2 2 0,0 0-9 0,1-1-5 16,-1 0-6-16,1-1-2 0,1-1-8 0,2-3-5 15,-6 3 4-15,1-1 5 0,-1-2-4 16,-3-1-6-16,0-1-6 0,-3 0-4 0,0 1-8 0,-4-5-2 16,-1 2-4-16,-1 0 1 0,-3 0-12 0,-2 0 3 15,1 3-3-15,-2-3-4 0,-2 6-6 0,-1-1-7 16,0 2 0-16,1 0-4 0,-3 2-8 0,-3 3-21 16,1 3-20-16,-4 3-28 0,3 2-28 0,-1 3-43 15,-1 3-50-15,2 0-51 0,-1-2-155 0,7 3-428 16,1-4 190-16</inkml:trace>
  <inkml:trace contextRef="#ctx0" brushRef="#br0" timeOffset="735.52">8036 3179 153 0,'-6'-1'223'0,"0"-4"-5"0,6 5-22 0,-11-5-14 15,11 5-23-15,-11 2-12 0,5 6-7 0,-5 5-1 16,-1 10 1-16,-3 4-7 0,3 6-9 0,-3 10-13 16,3-8-11-16,2-2-11 0,4 1-5 0,-2-2-11 15,6-2-4-15,-1 0-4 0,4-3-10 0,3-1-5 16,4-2-10-16,-1-6-16 0,1 0-24 0,6-1-28 15,3 1-29-15,-2-5-36 0,0-3-53 0,3 1-48 16,-1-2-172-16,-2-2-397 0,2-1 175 0</inkml:trace>
  <inkml:trace contextRef="#ctx0" brushRef="#br0" timeOffset="1172.49">8315 3475 62 0,'-9'-5'226'0,"-1"1"-10"16,-1-2-6-16,-1 5-9 0,0-1-15 0,-5 2-16 16,4 2-16-16,2 1-16 0,0 3-15 0,0 1-8 15,1 3-19-15,2 2-8 0,-2 0 4 0,3-1-21 16,2 2-6-16,1-1-7 0,3-2-5 0,0 2-6 16,2-1-6-16,2-1-4 0,1 0-6 0,1 1-2 15,1-6-7-15,3 4-2 0,0-5-8 16,0 1 3-16,-1-1-5 0,2-2 2 0,0-2-4 15,-1 0 1-15,1-4-2 0,-1 0 1 0,-4 1 1 16,0-4 1-16,3-2-1 0,-3-1-2 0,0 0 6 0,-1-3-2 16,-1-2 2-16,-2-5 4 0,-1 2 2 0,1-9-5 15,-3 0 0-15,0-1 4 0,0 1 2 0,-2-1 0 16,-1 3 6-16,0-2-2 0,-2 2 7 0,5 9 30 16,-2-2 6-16,1 7-1 0,1 0 5 15,1 2-8-15,-1 2-6 0,2 7-13 0,-2-9-2 16,2 9-8-16,-2-7-8 0,2 7-5 0,0 0-2 15,0 0-12-15,0 0 11 0,11 37-3 0,-5-12-4 0,3 0 3 16,-3 3-2-16,1-1 8 0,1 2-7 0,-2-2-1 16,0 1-4-16,1-1 1 0,-1-3-17 0,1 0-15 15,1-1-22-15,-4-6-31 0,0 1-36 16,2-2-42-16,0 0-32 0,-1-2-43 0,0-3-27 16,1-1-166-16,-2 0-456 0,-1-3 202 0</inkml:trace>
  <inkml:trace contextRef="#ctx0" brushRef="#br0" timeOffset="1399.16">8640 3402 231 0,'-5'-6'238'0,"0"1"-19"16,0 1-4-16,5 4-18 0,-18-2-14 0,8 1-16 15,-1 2-17-15,0 6-14 0,-2 3-14 0,0 2-13 16,-2 2-10-16,5 0-6 0,0 3-12 0,-2 5-4 15,6-5-13-15,0 0-4 0,3 2-9 0,0-1-1 16,6-1-11-16,-1-2-10 0,3-4-27 0,3 2-22 16,0-4-29-16,3 4-31 0,3-4-28 0,3-2-35 15,-2 0-37-15,4-3-159 0,-2 0-367 0,1-4 162 16</inkml:trace>
  <inkml:trace contextRef="#ctx0" brushRef="#br0" timeOffset="1626.16">8894 3305 143 0,'3'-9'241'0,"0"4"-20"0,-3 5-24 15,3-6-22-15,-3 6-15 0,0 0-6 0,0 0-11 16,21 17-5-16,-14-2-7 0,3 2-10 0,0 9-9 16,-1-1-10-16,-2-1-10 0,0 2-6 0,-2-1-9 15,-3 0-7-15,-1-5-3 0,-2-1-8 16,0 0-3-16,-3 2-5 0,0-3-6 0,-1-2-3 0,-1 3-4 15,-1 0-6-15,-1-5-24 0,-1 2-39 0,-2-4-46 16,0 1-48-16,2-3-54 0,3-4-53 0,-2 2-122 16,3-5-382-16,5-3 170 0</inkml:trace>
  <inkml:trace contextRef="#ctx0" brushRef="#br0" timeOffset="1787.01">9406 3413 1784 0,'16'-6'117'0,"-4"2"-78"16,-1 0-24-16,-1 1-8 0,2 1-6 0,-2-4 0 16,-2 6-8-16,2-3-8 0,-2 2-15 15,-8 1-24-15,14-2-25 0,-8 2-28 0,-6 0-26 16,14 3-20-16,-9 0-78 0,-5-3-251 0,5 7 111 16</inkml:trace>
  <inkml:trace contextRef="#ctx0" brushRef="#br0" timeOffset="1918.6">9473 3515 113 0,'0'0'182'16,"0"0"0"-16,0 0-7 0,7 9-17 0,-7-9-19 15,11 1-13-15,1-1-13 0,-1 2-32 0,3-4-45 16,5 0-70-16,3-1-75 0,-4 0-85 0,10 0-210 16,0-2 93-16</inkml:trace>
  <inkml:trace contextRef="#ctx0" brushRef="#br0" timeOffset="2305.77">11150 3193 22 0,'0'0'190'16,"0"0"-18"-16,0 0-19 0,0 0-15 0,16-12-15 15,-3 5-12-15,9 2-2 0,8-5-17 0,3 0-9 16,0 3-9-16,0 0-29 0,-1-1-34 0,1 2-36 16,-4 1-35-16,-8 2-32 0,-4 1-99 0,-4 1-208 15,-3 0 93-15</inkml:trace>
  <inkml:trace contextRef="#ctx0" brushRef="#br0" timeOffset="2705.49">11303 3183 134 0,'0'15'155'0,"2"-2"3"0,0 5 6 16,1 6 12-16,-1 5-9 0,1-1 3 0,1 3-8 15,-2 0-10-15,0 0-11 0,-2-1-6 0,1 0-8 16,-1-1-4-16,2-2-1 0,-2-3-16 15,2-3-6-15,-2-4-10 0,2 0-9 0,-3-1-8 0,4-3-7 16,-3-2-7-16,2 0-2 0,-2-3-9 0,0 1-2 16,0-9-4-16,0 9-6 0,0-9 0 0,0 10 0 15,0-10-3-15,0 0-2 0,0 0 1 0,0 10-6 16,0-10-1-16,0 0-3 0,0 0-8 0,-15-3-5 16,15 3-6-16,0 0 3 0,-22-8-7 15,16 6 3-15,-3-1 0 0,1-2-1 0,3 3-1 0,5 2 0 16,-15-6 0-16,8 5-4 0,7 1 3 0,-11-2-4 15,11 2 1-15,-13 0 0 0,13 0-1 0,-9 0 1 16,9 0 1-16,0 0-1 0,-12 0-3 16,12 0 3-16,0 0 0 0,-6 3 0 0,6-3 1 0,0 0 0 15,0 0 3-15,0 0 3 0,13 13 2 16,-3-12-2-16,7 1 0 0,-1-2 2 0,6-3-1 16,6 2 3-16,6-4-5 0,-1 1-20 0,5-2-28 0,-1 0-31 15,-1-2-34-15,2 3-41 0,12-5-39 0,-12 4-43 16,-4 2-152-16,-5-3-417 0,-7 7 185 15</inkml:trace>
  <inkml:trace contextRef="#ctx0" brushRef="#br0" timeOffset="4625.02">11945 3621 115 0,'5'-8'180'0,"-5"8"-4"0,3-6-3 15,-3 6 9-15,3-7-6 0,-3 7-15 0,0-9-12 16,0 9-11-16,0 0-1 0,-6-14-10 0,4 9-6 16,2 5-5-16,-7-7 4 0,2 4-13 0,5 3-10 15,-11-7-10-15,4 5-8 0,7 2-13 0,-18 0 1 16,9 2-12-16,-4 0-3 0,-1 4-9 0,3 0-3 15,-3 0-5-15,1 4-2 0,-3 1-3 0,3 1-6 16,6-3-3-16,0 1 0 0,0 0-4 0,2-1 2 16,3 0-3-16,0 2-3 0,1-3-1 0,1-8-2 15,1 13-1-15,3-7-3 0,-1 0 2 0,2 0-3 16,4-2 1-16,-4 1-1 0,1-5-2 0,3 2 2 16,3-1-5-16,-2-1 1 0,-1-2-1 15,2 0 0-15,-4-2-3 0,0-1 3 0,0-1 0 16,2-3-1-16,-2 0 2 0,3-5 0 0,-2-1-2 0,-1 0 1 15,-1-2-2-15,-1-1 0 0,3-8 1 0,-3 1 0 16,0 0-4-16,-1-2 8 0,-4-2-5 0,3 1 1 16,-4 4 5-16,-1-1 16 0,4 8 4 0,-1 5 10 15,-2 1-1-15,1 2 16 0,0 0-2 0,0 9-8 16,1-10-9-16,-1 10-1 0,0 0-5 0,0 0-2 16,0 0-1-16,0 0 2 0,5 39-5 0,0-13 5 15,-3 4-4-15,-2-2-6 0,2 3 2 0,0-3 1 16,4 0-1-16,-2 1 1 0,-1-3-4 0,3 0 0 15,-6-8-21-15,6 6-30 0,-3-6-36 0,2-1-32 16,-3 1-32-16,0-1-50 0,2-6-54 0,1 1-225 16,-5-2-507-16,4-1 224 0</inkml:trace>
  <inkml:trace contextRef="#ctx0" brushRef="#br0" timeOffset="4833.46">12266 3564 125 0,'0'-9'247'0,"0"9"-11"0,0 0-16 0,-7-7-14 16,7 7-10-16,0 0-7 0,-25 14-9 0,15-6-17 15,-2 4-12-15,-2 2-15 0,4 1-12 0,0 1-11 16,1-2-17-16,5 1 0 0,-3 1-18 0,5-3-8 0,0 0-21 16,4 3-21-16,2-5-26 0,1 2-26 0,1-5-36 15,8 5-37-15,2-4-54 0,2-1-28 16,2-2-33-16,0 0-119 0,3-5-358 0,6-1 159 15</inkml:trace>
  <inkml:trace contextRef="#ctx0" brushRef="#br0" timeOffset="5081.1">12758 3249 162 0,'-3'-12'282'0,"3"3"3"0,-1-2-8 0,0 6-15 15,1 5-29-15,-2-8-23 0,2 8-25 0,0 0-13 16,0 0-12-16,0 0-8 0,0 0-15 0,0 32-3 16,3-13-8-16,1 8-10 0,-2 1-6 0,2-1-15 15,-1-1-6-15,0 2-7 0,1 0-7 0,-2-4-10 16,0 3-4-16,1 0-6 0,-1-4-14 0,2 3 4 16,-4-7-2-16,0-1-23 0,4 0-32 0,-4 0-34 15,1-1-41-15,1 0-44 0,-2 2-41 16,3-7-56-16,-3 0-51 0,0-1-175 0,-6 0-490 0,6-11 217 15</inkml:trace>
  <inkml:trace contextRef="#ctx0" brushRef="#br0" timeOffset="5412.96">12703 3255 123 0,'6'-12'221'0,"1"3"-13"0,3 0-6 0,0 1-7 15,3 5-13-15,-2 0-20 0,1 3-12 0,-1 1-15 16,3 4-11-16,-3 1-17 0,2 5-6 0,-3-2-12 16,0 4-8-16,-3 5-9 0,-3-1-4 0,-4 2-9 15,-2-1-5-15,-5 0-7 0,-4 6-9 0,-3-2-7 16,-3-1-9-16,3-6-7 0,-1-1-5 0,-2 0-2 16,2-4 2-16,1 0-2 0,2-4-1 0,3 0 0 15,3-1 1-15,0-1 0 0,3-1-2 0,3-3-3 16,-8 5 1-16,8-5-5 0,0 0 3 0,-2 7 2 15,2-7 2-15,0 0 0 0,8 8 0 0,-8-8 3 16,15 8-2-16,-4-3-1 0,6 0 0 0,-3 0 2 16,1 0-9-16,3 0-24 0,1-1-22 15,2 2-27-15,0-3-32 0,0 1-24 0,-2-2-30 16,2-2-12-16,-1 0-14 0,-2 0-102 0,0-1-311 0,-5-1 139 16</inkml:trace>
  <inkml:trace contextRef="#ctx0" brushRef="#br0" timeOffset="5639.65">13036 3548 256 0,'5'-5'34'0,"2"0"17"16,-2-3 11-16,1-1 30 0,-2 2 18 0,-2-3 3 15,1 1 12-15,1 1 15 0,1-1 8 0,-2 5 14 16,-3 4 0-16,4-8-7 0,-4 8-13 16,0-9-14-16,0 9-18 0,0 0-8 0,0 0-6 0,0 0 10 15,0 0 2-15,4 26 0 0,-4-11-3 0,0 4-16 16,-2 0 8-16,2 0-3 0,-4 0 1 0,4-1-12 16,-2 1-6-16,0-6-4 0,1 10-9 0,1-7-6 15,0-4-4-15,0 0-7 0,1 0-3 0,-2-1-3 16,4 0-5-16,-1 0-5 0,0-4 0 15,0 3 0-15,2-2-14 0,-1 1-17 0,1-4-15 0,0 0-25 16,4-2-18-16,0 1-24 0,-8-4-36 0,23 2-34 16,-12-2-42-16,10-7-40 0,0 2-39 0,0-4-146 15,4-3-453-15,0-1 201 0</inkml:trace>
  <inkml:trace contextRef="#ctx0" brushRef="#br0" timeOffset="5799.52">13798 3414 2134 0,'9'-4'151'0,"0"0"-68"0,-2 2-34 0,-3 1-28 16,-4 1-3-16,11-4-3 0,-4 1 0 16,-7 3-4-16,0 0-1 0,9-2 3 0,-9 2-2 15,7 0 1-15,-7 0-2 0,16 3 2 0,-5-3-18 16,-2 2-31-16,3 0-40 0,-2 1-66 0,1-2-59 16,-1 3-148-16,-3-2-380 0,-1 1 169 0</inkml:trace>
  <inkml:trace contextRef="#ctx0" brushRef="#br0" timeOffset="5955.09">13854 3546 2765 0,'-4'6'158'16,"2"-1"-107"-16,-2 1-31 0,4-6-9 0,-6 6-1 15,6-6 16-15,-4 6 22 0,4-6 6 0,0 0 4 16,-2 7-1-16,2-7-5 0,0 0-7 0,0 0 0 16,0 0-7-16,12 9 2 0,-2-9-9 0,3 0-21 15,4 0-38-15,0 0-51 0,3-2-59 0,-1 1-78 16,-2-2-294-16,2-3-552 0,-4 1 244 0</inkml:trace>
  <inkml:trace contextRef="#ctx0" brushRef="#br0" timeOffset="7502.33">15606 3088 36 0,'-5'-4'217'0,"5"4"-12"16,0 0-12-16,0 0-22 0,-6-5-13 0,6 5-18 15,0 0-16-15,0 0-9 0,0 0-10 0,15-6-7 16,-2 5-14-16,9-3-5 0,8 1-10 0,2 0-5 15,-1-2-11-15,3 4-8 0,1-2-29 0,-2 1-27 16,-3 2-30-16,-2-2-29 0,-2 2-43 0,-8 2-22 16,-5-4-132-16,-3 5-290 0,2-2 128 0</inkml:trace>
  <inkml:trace contextRef="#ctx0" brushRef="#br0" timeOffset="8312.33">15737 3084 5 0,'-4'8'153'0,"1"4"-2"0,2 0 1 16,-3 5-7-16,3 2-4 0,1 7-13 15,0-2-8-15,2-5 9 0,1 7-6 0,-2 1-10 0,2-7-12 16,-1 0-6-16,1-2-13 0,-1-1-7 16,0 2-4-16,-1-2-8 0,-1 0-4 0,4-5-9 0,-3-2 1 15,-2 1-9-15,2-3-2 0,0 2-5 0,-1-4-1 16,0-6-6-16,-2 11 1 0,2-11-13 0,-7 8-12 15,1-5-14-15,-2-1-1 0,-3 0-7 16,1-2 7-16,-3 0 1 0,3-2 0 0,-1 1 3 16,2 0 5-16,-2-1 3 0,11 2 8 0,-14-3 8 15,6 2 1-15,8 1 1 0,-7-2-5 0,7 2-3 0,0 0 2 16,0 0 0-16,0 0 2 0,0 0-7 0,0 0-4 16,0 0 4-16,29 8 0 0,-15-8 0 15,13 1-13-15,1-1-24 0,1 1-21 0,2-2-23 16,1 1-20-16,4-4-17 0,-2 2-17 0,-1 0 1 15,-1-2-2-15,-5 2 12 0,-5 0 8 0,-2-2 13 16,0 1 15-16,-8-1 11 0,-3 0 23 0,3-1 14 16,-2-1 24-16,-3-1 17 0,-2 1 30 0,0-2 13 15,-4 2 28-15,-1 6 12 0,0-10 14 0,0 10 9 16,0-9 5-16,0 9-4 0,0 0-9 0,1-9-13 16,-1 9-10-16,0 0-15 0,0 0-6 0,0 0 1 15,0 0-2-15,0 0 1 0,0 29-4 0,-1-19-4 16,0 1-2-16,-1 0-3 0,1 0-5 0,2 0-1 15,-2-1-7-15,2 0 3 0,-1-3-2 0,0 0 1 16,0-7-2-16,0 12 11 0,0-12 12 0,-1 7 22 16,1-7 11-16,0 0 16 0,0 0-5 0,0 0-9 15,0 0-10-15,0 0-14 0,0 0 5 0,0 0-11 16,0 0-3-16,-6-24-4 0,6 14-7 0,4-3-11 16,2-2-15-16,4-9 10 0,3 2 3 0,2 0-8 15,2 1-4-15,2 2-8 0,1 1 5 0,-4 6-2 16,2 2-7-16,-2 5-9 0,-2 1-3 0,-1 2-2 15,1 3 1-15,-1 1-2 0,0 2 3 0,2 4 0 16,-3-2-3-16,0 5 0 0,-3 1 2 0,-1-4-2 16,1 3-1-16,-4-4-1 0,0 2 1 0,-1-1 1 15,-1 0 2-15,-2-1-2 0,0-2 0 0,-1-5-14 16,-1 12 25-16,1-12-10 0,-4 8 0 0,4-8-11 16,-4 5 17-16,4-5 2 0,0 0-2 0,-6 2-6 15,6-2 2-15,0 0-5 0,0 0-13 0,-10-15 2 16,10 15-2-16,0-16-2 0,1 7 1 0,4-3-2 15,3-2-5-15,-2-1 3 0,2 6 7 0,3-5-7 16,-4 5-4-16,2 2 5 0,2 1-3 0,-1 3 5 16,1 0-1-16,0 2 1 0,-1 2-2 0,2 4 3 15,0-1 8-15,-1 5-4 0,3 1-1 0,-3 3 4 16,-2 1 2-16,1 2-26 0,-1-1-26 0,-2 2-32 16,-5-1-43-16,4 4-46 0,-4-2-65 0,-3 1-263 15,-3-2-550-15,0 0 244 0</inkml:trace>
  <inkml:trace contextRef="#ctx0" brushRef="#br0" timeOffset="8525.66">15706 3871 2824 0,'-33'6'143'0,"11"-2"-31"15,5-2-66-15,5 0-31 0,5 0-17 0,7-2 3 16,0 0-1-16,0 0 3 0,31-5 6 0,3-2-1 15,16-3 6-15,9-2-1 0,3 5 0 0,2-3 0 16,27-2-3-16,-27 2 0 0,0-2-11 0,0 5-19 16,-8 0-38-16,-6 4-33 0,-12 1-37 0,-3 4-31 15,-5-2-42-15,-3 4-44 0,-9 0-144 0,-4-1-420 16,-3 2 186-16</inkml:trace>
  <inkml:trace contextRef="#ctx0" brushRef="#br0" timeOffset="8766.16">15953 3997 185 0,'0'0'203'0,"-4"7"-5"0,4-7 2 0,5 12-2 16,0-5-11-16,1 3-10 0,8 2-14 0,-7-1-8 16,3 2-11-16,0 1-17 0,-1 1-12 0,-1 1-10 0,-2 1-5 15,-2 0-10-15,-3 0-5 0,-3 0-6 0,-3 2-3 16,-2-3-2-16,-2 1-7 0,-2-2-7 0,-7 2-2 15,0-3-7-15,5-2-3 0,-3-2-6 16,2 1-3-16,-3-3-13 0,7-2-30 0,-2-2-36 16,1-1-32-16,2 0-52 0,9-3-57 0,-13 0-65 15,13 0-152-15,0 0-431 0,-10-14 191 0</inkml:trace>
  <inkml:trace contextRef="#ctx0" brushRef="#br0" timeOffset="8980.7">16197 4037 174 0,'3'-3'284'0,"-3"3"-20"0,8-6-12 0,-8 6-13 16,9-4-16-16,-9 4-15 0,0 0-33 0,0 0 5 15,0 0-5-15,0 0 0 0,8 15-16 0,-7-5-9 0,-1 0-12 16,0 6-14-16,-1-4-8 0,2 3-10 16,-1 2-12-16,-1-2-10 0,1 3-10 0,-2-6-3 15,1-1-14-15,0 3-27 0,1-2-30 0,0 0-30 16,0-2-35-16,-1-1-33 0,1-9-40 0,-3 15-51 15,3-15-50-15,-5 12-227 0,5-12-505 0,-9 4 225 16</inkml:trace>
  <inkml:trace contextRef="#ctx0" brushRef="#br0" timeOffset="9133.82">15997 4015 218 0,'14'-6'234'0,"-2"3"-22"0,8-1-22 16,8-3-20-16,6 1-26 0,0 2-40 0,2-3-54 16,16-2-67-16,4-1-76 0,-4 0-109 0,1 0-220 15,0 1 98-15</inkml:trace>
  <inkml:trace contextRef="#ctx0" brushRef="#br0" timeOffset="9394.6">16967 3639 2828 0,'-4'-9'27'0,"1"-1"14"16,0 0-6-16,-2 1 4 0,4 3 10 0,1 6 25 15,-3-11-7-15,3 11-9 0,-4-7 18 0,4 7-11 16,0 0-7-16,-1-8-9 0,1 8-7 16,0 0-9-16,0 0-1 0,0 0-7 0,0 0 1 15,13 33-4-15,-9-16-10 0,1 2 11 0,-1-1-1 16,-1 10-2-16,3-1-1 0,-4-1-2 0,1 1 1 0,-2 0 11 15,1-3-15-15,-5 2 3 0,1-7-13 0,2-1-25 16,-1 2-16-16,-1-4-30 0,-1 0-29 0,0 0-32 16,1-3-35-16,-1-3-46 0,1 0-34 15,-2-2-42-15,-1 3-147 0,5-11-468 0,-10 7 207 16</inkml:trace>
  <inkml:trace contextRef="#ctx0" brushRef="#br0" timeOffset="9711.44">16944 3470 162 0,'4'-11'210'15,"0"-1"-8"-15,1 6-10 0,-1-2-15 0,0 3-18 16,0 0-11-16,-4 5-14 0,10-3-7 0,-10 3-14 16,14 1-10-16,-4 6-7 0,-1-1-13 0,-1 5-4 0,-2 0-10 15,-2-1-6-15,0 2-7 0,-2 1-6 16,1-2-1-16,-6 1-3 0,2 2-2 0,-4 0-6 15,0-3-5-15,-2 1-2 0,1-3-3 0,0 0-1 16,1-3-4-16,1-2-2 0,1 1 8 0,3-5-9 16,-5 8 0-16,5-8-2 0,-5 7-4 0,5-7-1 15,-3 4-2-15,3-4-3 0,0 0-1 0,0 0-7 16,0 0 5-16,2 11-2 0,-2-11 6 0,8 6-5 16,-2-2-11-16,3 2-16 0,2 1-16 0,1-1-32 15,4 2-14-15,1-1-25 0,3 0-29 0,0-2-28 16,0 0-10-16,0 1-141 0,1-3-344 0,-2 1 152 15</inkml:trace>
  <inkml:trace contextRef="#ctx0" brushRef="#br0" timeOffset="10002.34">17338 3685 116 0,'4'-6'183'0,"-2"1"0"0,5-3-5 16,-5 2 6-16,3-1 16 0,-2 1 11 0,-3 6 1 16,4-9 4-16,-4 9-1 0,4-8-10 0,-4 8-16 15,3-3-19-15,-3 3-25 0,0 0 1 0,0 0-25 16,0 0-12-16,0 0-5 0,0 0 1 0,8 15-2 15,-7-4 1-15,1 4 1 0,1 2-6 0,-3 2-9 16,0 0-7-16,-3 8 0 0,3-8-9 0,0 0 1 16,-2 0-9-16,2-1-7 0,-1 3-7 0,2-3-8 15,-1-3 6-15,-1-3-15 0,2-3 4 0,-1 1-10 16,0-10 4-16,3 17-1 0,-1-11-5 0,-2-6-1 16,5 13 0-16,-1-6 0 0,-4-7-3 0,11 6-4 15,0-4-6-15,-2 0-20 0,9-2-16 0,1 0-23 16,3-6-31-16,6 0-30 0,3-3-20 0,2-1-23 15,-1-1-21-15,1 1-30 0,4-1-13 0,-2-2-16 16,16-3-30-16,-15 1 0 0,-1 4 7 0,1-3 14 16,-3 2-135-16,-2 3-405 0,-11 1 179 0</inkml:trace>
  <inkml:trace contextRef="#ctx0" brushRef="#br0" timeOffset="10089.58">17995 3788 1320 0,'12'-3'-98'0,"-1"-1"34"0,-1-1 38 16,-10 5 37-16,13-3 25 0,-8 0 28 0,-5 3 16 16,8-4-4-16,-8 4-8 0,5-3-7 0,-5 3 1 15,0 0-22-15,0 0-37 0,0 0-42 0,5-12-62 16,-5 12-149-16,0 0-269 0,0 0 120 0</inkml:trace>
  <inkml:trace contextRef="#ctx0" brushRef="#br0" timeOffset="21305.69">2314 5504 87 0,'-3'-5'168'0,"3"5"-4"0,0 0-8 0,0 0-11 16,0 0-5-16,0 0-15 0,0 0-7 0,-3-7-11 16,3 7-16-16,0 0-11 0,0 0-3 0,0 0-11 15,0 0-11-15,0 0 0 0,0 0-11 0,0 0-8 16,0 0-16-16,0 0-3 0,0 0-5 0,0 0-4 16,0 0-3-16,0 0 2 0,0 0-1 0,0 0-5 15,0 0 3-15,0 0 3 0,0 0-1 0,0 0 1 16,0 0 3-16,0 0-5 0,0 0 4 15,0 0 5-15,0 0 4 0,0 0 1 0,0 0 2 16,0 0 4-16,0 0-1 0,-7-6-2 0,7 6-3 0,0 0-1 16,0 0 4-16,0 0-5 0,0 0-1 0,-1-6 1 15,1 6-2-15,0 0-2 0,0 0-2 0,0 0-1 16,0 0-8-16,0 0 0 0,0 0 2 0,0 0-3 16,0 0 2-16,0 26-6 0,-1-11 6 15,2 5 0-15,0 7 0 0,2 1 1 0,-1 3-1 0,-2-1 1 16,3 2 1-16,-1-1 3 0,1-1-3 0,1-3 1 15,-2-2-2-15,1 1-1 0,2-8 2 16,-1 7-5-16,-2-8 6 0,1 0-6 0,-2 1 3 0,3-1 5 16,-1-4-5-16,-1-1 0 0,1 0 0 0,-2 0-8 15,3-1 10-15,-2-1-5 0,1-1-13 0,-2 3-14 16,-1-6-24-16,0-6-24 0,0 17-18 0,0-17-18 16,-2 9-28-16,2-9-21 0,-7 7-101 0,7-7-281 15,0 0 124-15</inkml:trace>
  <inkml:trace contextRef="#ctx0" brushRef="#br0" timeOffset="21635.76">2175 5592 76 0,'-2'-7'132'0,"2"7"-11"0,3-14-14 15,3 6-1-15,1-2-19 0,3-2-9 0,7 3 2 16,-2 2 3-16,3 1-6 0,11 5 1 0,-7 1-6 16,10 5 0-16,-2 3-6 0,2 3-10 0,0 4 8 15,-2 4-6-15,-3 3-3 0,-3 1-9 0,2 3-1 16,-3 3-2-16,-4-4-3 0,-4 2 1 0,0 0-12 16,-6 0 3-16,-1 0-5 0,-3-1-2 0,-4-2-3 15,-3 2 4-15,-3-1-9 0,-4-1 2 0,0-5-1 16,-4 2 1-16,-4 0-7 0,2-6 8 0,1-3-8 15,-6 5 0-15,-5 0-12 0,7-7 0 0,-6 3-11 16,5-3-13-16,1-6-14 0,-1 2-21 0,6-5-27 16,-1-1-24-16,2-1-29 0,0-2-112 0,0-2-273 15,4 0 121-15</inkml:trace>
  <inkml:trace contextRef="#ctx0" brushRef="#br0" timeOffset="21849.67">2719 5827 15 0,'8'-4'217'0,"-8"4"-7"0,4-4-11 15,-4 4-16-15,0 0-20 0,0 0-17 0,0 0-14 16,0 0-11-16,0 0-12 0,6 12-8 0,-6-12-8 16,0 16-11-16,0-3-4 0,0 3-8 15,-1 0-7-15,-2 1-7 0,6 1-6 0,-2 0-17 16,0 0-23-16,1 0-34 0,-1-2-33 0,3 1-51 0,-2 3-18 15,1-9-38-15,-2 5-112 0,0-3-298 16,1-4 132-16</inkml:trace>
  <inkml:trace contextRef="#ctx0" brushRef="#br0" timeOffset="22290.65">2901 5953 130 0,'1'11'137'16,"-1"-11"-7"-16,4 8-14 0,-4-8 3 0,6 9-11 15,-6-9-3-15,8 8-3 0,-3-5-7 0,-5-3-3 16,13 5-7-16,-6-3-1 0,-7-2-2 0,16 2-1 16,-9-3-6-16,-7 1-3 0,18-5-7 0,-6-1-7 15,-2 1-7-15,-2-1 8 0,-3 0-5 0,1-2-3 16,-1-2-3-16,1-1-3 0,-3 2-1 0,0-4-6 15,-2 2-1-15,-1 1-2 0,-3-3-4 0,-2-3-3 16,-2 5-5-16,-1 3-1 0,-1-2-4 0,1 3-4 16,-3 1-6-16,-1 1-16 0,1 2-23 0,-1 5-14 15,3 0-26-15,-2 4-17 0,-1 0-26 0,5 2-16 16,0 0-13-16,1 3-26 0,2-1-89 0,2-2-278 16,0 3 123-16</inkml:trace>
  <inkml:trace contextRef="#ctx0" brushRef="#br0" timeOffset="22858.7">3269 5853 104 0,'4'-6'177'16,"-4"6"-3"-16,5-12 1 0,-4 4-14 0,-1 8-1 15,-4-11-3-15,0 5 0 0,4 6-7 0,-6-8-11 16,6 8-11-16,-13-3-6 0,3 0-15 0,0 4-10 16,1 1-11-16,-4 4-7 0,-1 4-10 15,-1 0-3-15,2 2-12 0,-1 2 4 0,3 1-7 0,2-2-11 16,2 3-3-16,0-6-8 0,4 3 1 0,4 0-6 15,-2-3-9-15,1-10 0 0,2 20-7 0,1-11-6 16,-1-3-4-16,-2-6-1 0,14 12 3 0,-5-9-3 16,3-1-3-16,-1 0-2 0,-11-2 0 15,27-6-3-15,-10-1-1 0,-2-3 3 0,-3 3-4 0,0-5 7 16,0 0-1-16,-1-2 0 0,-1-2 1 0,-2-2 1 16,-1 0-1-16,-3-6 6 0,1-3-3 0,0 0 2 15,-2-2-7-15,-3-1 4 0,-1-1 2 0,0 2 1 16,0-2 8-16,-2 2 1 0,-1 2 1 0,3 7 4 15,-3 2 13-15,4 2 5 0,-2 4 1 16,-1 3-3-16,0 2-4 0,2 0-9 0,1 7 1 0,0 0-7 16,0 0-3-16,0 0 4 0,5 23-4 0,-7 4 1 15,6 8-1-15,-4 12 0 0,1-3 2 0,0-8-3 16,1 11 2-16,1-13 1 0,2-4-5 0,-1 2 2 16,1-4-3-16,4-2 0 0,0-1-4 0,5-4 2 15,-5-5-6-15,4 0 1 0,0-3-11 0,3-2-1 16,-4-4-1-16,7-2 1 0,-2-3 5 15,2 0-7-15,-2-4 0 0,2 0 1 0,0-3-3 0,-1-4 5 16,-1 1 0-16,0-3 0 0,0-3-1 0,-3 1 0 16,2-6-2-16,-3-3 1 0,-4 4 0 0,3-5 1 15,-8 4 6-15,-3 0 4 0,-1 1 2 0,-3 1 7 16,1 6 6-16,-2 1 8 0,-1 4-1 16,-5 1-1-16,1 1-2 0,-3 4-2 0,-1 5-2 15,-2 1 2-15,-9 8-2 0,7-2-1 0,-3 6 1 0,3 2-5 16,4-6-3-16,4 0-14 0,4 2-21 0,3 1-28 15,2-2-24-15,5 0-52 0,4 0-35 0,1-1-189 16,3-5-390-16,6-1 173 0</inkml:trace>
  <inkml:trace contextRef="#ctx0" brushRef="#br0" timeOffset="23250.19">3943 5647 60 0,'-2'-10'239'0,"1"4"-23"0,1-4-23 0,0 10-23 0,-3-7-17 16,3 7-16-16,0 0-14 0,0 0-12 0,0 0-7 16,24 14-3-16,-15 1-12 0,0 3-11 0,3 7-3 15,-1-1-10-15,1 0-6 0,-1 3-5 16,-2-2-6-16,-2-1-1 0,-1 0-3 0,0-6-9 15,1 0 0-15,-5-2-1 0,3 0-4 0,-1-6-5 0,1 2-3 16,-1-2-2-16,2-2-2 0,0 0-1 0,-2-4 2 16,-2-1 7-16,-2-3 20 0,0 0 13 15,4 7 5-15,-4-7-12 0,0 0 1 0,11-16-4 16,-7 5-4-16,-1-5-3 0,-1-1-2 0,1-2-7 16,1-9 0-16,-2-4-2 0,1 2-5 0,1-5-3 15,-3 2-4-15,4-3-7 0,0 2-3 0,2 2-12 0,-5 2-6 16,5 4-16-16,-4 7-16 0,1 4-21 0,1 4-35 15,0 5-28-15,-1 1-17 0,0 2-9 0,-4 3-10 16,0 0-3-16,15 6-5 0,-7 5 3 16,1 4-129-16,-1 3-319 0,1 7 140 0</inkml:trace>
  <inkml:trace contextRef="#ctx0" brushRef="#br0" timeOffset="23546.6">4332 5838 112 0,'0'0'119'0,"0"9"-1"0,0-9-12 0,0 13 9 16,0-13-10-16,-1 13-7 0,-1-7-10 0,1 4-2 16,1-10-5-16,0 15-11 0,1-9 2 0,2 1-5 0,-1 0-6 15,2-2 0-15,0 0 1 0,1-1-2 16,2 1 2-16,0-2 1 0,4-2 0 0,-1 0-4 16,4-2-1-16,-1-1-5 0,3-5-1 0,-3 3-2 15,0-2 5-15,-2-1 0 0,0-1-4 0,-1-1-1 16,-3-2-6-16,2-4-3 0,-2 1-3 0,-2 2 3 0,0 0-4 15,-4-4-5-15,-3 0 2 0,-5-1-6 0,2 0 2 16,-2 3-8-16,-1 0-1 0,-2 5-9 16,-1 0 1-16,2 2-3 0,-2 3-4 0,1 2-9 15,-3 5-18-15,-2 3-13 0,-1 1-22 0,0 3-19 16,4 2-22-16,1 2-30 0,2 1-41 0,2-5-24 16,1 3-106-16,5 0-324 0,1-4 144 0</inkml:trace>
  <inkml:trace contextRef="#ctx0" brushRef="#br0" timeOffset="23773.95">4742 5570 129 0,'-1'-17'236'0,"-2"5"5"0,1 3 3 16,0 1-7-16,1-1-7 0,-1 4-23 15,2 5-22-15,-3-8-28 0,3 8-15 0,0 0-8 16,0 0-18-16,0 0-14 0,-2 32-7 0,4-6-10 15,-1 5-7-15,-1-1-7 0,0 2-12 0,3 1 0 16,-3 1-4-16,2-1-9 0,1-3-6 0,0 1-20 16,0-4-29-16,1 2-31 0,0-2-26 0,0-1-40 15,1-7-52-15,1-4-59 0,-3 1-179 0,1-3-428 16,1-4 190-16</inkml:trace>
  <inkml:trace contextRef="#ctx0" brushRef="#br0" timeOffset="23998.27">5041 5554 241 0,'0'0'229'0,"1"-11"-26"0,-1 11-23 16,0 0-11-16,0 0-4 0,0 0-3 0,0 0 2 16,2 36-12-16,-2-15-11 0,1 7-14 0,-2-1-15 15,2 4-7-15,2-2-10 0,-1-1-9 0,1-1-8 16,1 0-7-16,-3-3-6 0,3-5-6 0,-3 0-10 15,5-1-29-15,-3 0-29 0,2-3-24 0,-2-4-33 16,2 2-39-16,-1-5-38 0,-2 1-46 0,1-1-166 16,-3-8-384-16,0 0 169 0</inkml:trace>
  <inkml:trace contextRef="#ctx0" brushRef="#br0" timeOffset="25079.67">4938 5743 19 0,'20'-4'146'0,"8"-1"-18"0,3 0-10 0,-2 1-9 0,5 1-15 15,-1 1-7-15,0-3-9 0,2 1-10 0,-1 0-2 16,-1-3-21-16,-2 3 10 0,0 0-12 0,-3 1-1 16,-8 0-2-16,-7 3-8 0,1-2-6 0,-5 0 9 15,-1 1 12-15,-8 1 10 0,10-3 1 0,-10 3-7 16,0 0 2-16,5-4-5 0,-5 4 4 0,0 0-5 15,0 0-2-15,0 0-9 0,0 0 0 0,-26 5-4 16,19 2-2-16,-2-1 5 0,-3 5-4 0,2 3-1 16,-3 0 7-16,6 2-2 0,-2 0-2 0,2 1-3 15,0-2 1-15,3-4-8 0,3 4-2 0,-2-2 0 16,3-2-3-16,-1-4 0 0,3 4-5 0,2-3 5 16,0-2-5-16,2 2 4 0,-1-5-3 0,4 0 2 15,2-1-3-15,-1 0 0 0,0-2 1 0,-1 0-6 16,2-3 3-16,0-2-4 0,-2 1-2 0,1-1 0 15,-2 1-2-15,-1-3-1 0,-2-3 1 0,2 3-1 16,-2-2-1-16,-1 0 2 0,-1-2 2 0,-1 0-5 16,0 2 1-16,0 1 1 0,0-2 5 0,0 5 6 15,-1-3 2-15,-1 8-1 0,0 0-6 0,1-9-1 16,-1 9-4-16,0 0 6 0,0 0-10 0,0 0 1 16,0 0 1-16,0 0 1 0,0 0-2 0,6 22 0 15,-3-16 5-15,-1 1-3 0,1 2 2 0,3-1 1 16,0-3 1-16,1 0 0 0,3 0 0 15,2 0 1-15,6-1-1 0,10-3-1 0,0-2-4 0,4-2 8 16,2-2-6-16,2 0 1 0,-2-3-1 0,0 3 1 16,-2-2-4-16,-3-1 1 0,-3-2 0 0,-6 2 4 15,-3-2-5-15,-2 1 4 0,-3 3 12 0,-4-4 5 16,0 1 3-16,-4 0 0 0,0-2 1 0,-3 2 3 16,-1-3-1-16,-1 5 2 0,-3-3-1 0,2 4-3 15,-7-1-1-15,4 1 3 0,5 6-5 0,-13-4-5 16,1 4 0-16,2 2-5 0,0 2 1 0,-1 2-6 15,-2 5 3-15,0 1-4 0,4-2 3 0,3 0-2 16,0 1-7-16,1-2-11 0,0 2-3 0,3-1-3 16,-1-2-1-16,3-1-6 0,0-7-4 0,-1 13-6 15,3-8-1-15,-2-5 0 0,8 9 5 0,-3-4-2 16,0-2 3-16,-5-3 4 0,11 0 1 0,-11 0 4 16,11 0 4-16,-11 0 1 0,9-7 3 0,-9 7 4 15,6-5 8-15,-2 1 9 0,-4 4 7 0,0 0 2 16,5-5 1-16,-5 5-5 0,0 0-8 0,0 0-3 15,0 0 1-15,14 11 3 0,-10 2 3 0,3 12 2 16,0 1 5-16,2 2-2 0,0 5 4 0,-2 1-2 16,3 11 0-16,-4-10 1 0,3 0-3 0,0 11-1 15,-3-10 0-15,2 0 2 0,-4-3 0 0,-3 0-5 16,-1-3 3-16,-2-1 0 0,-4-3 0 16,3-2-3-16,-6 0 4 0,0-5-4 0,1-4 1 0,-5 0-4 15,2-3-3-15,-3 1-9 0,-2-3-12 0,2-5-9 16,-4 0 1-16,1-1 3 0,4-3-1 0,-1-2 4 15,0-2-3-15,2-3 2 0,1-2 4 0,0-4-1 16,4-2 0-16,3-6 1 0,5-4 0 16,6-4 1-16,3-3 2 0,6-1-2 0,9-11 1 15,3-1-2-15,6 3 1 0,2-3 2 0,2 3-7 0,2 1 7 16,2 3 0-16,-3 0 1 0,-1 5 0 16,-2-2-1-16,-3 1 2 0,-7 9-1 0,-3 1 2 0,-2-2-1 15,-1 3 2-15,-4-1 1 0,-3 0 2 0,-3 6-1 16,-1 0-1-16,-5-1 2 0,-3 6 3 0,-1-2 5 15,-2 5-1-15,-4-1 3 0,1 2 2 0,-5 2 4 16,4 2-6-16,-6 4 7 0,1-1 2 0,-2 6 3 16,-5 3-1-16,1 3 1 0,-3 6 1 0,3 2-1 15,5-4 3-15,0 2 0 0,4 1 1 0,-2 0-5 16,5 2 0-16,3-4-3 0,0 3 7 16,2-2 0-16,4-1-8 0,1 1-21 0,2-7-24 15,4 3-28-15,2-1-30 0,2-3-40 0,2-2-35 0,2 1-34 16,-2-3-143-16,3-2-371 0,0-3 164 0</inkml:trace>
  <inkml:trace contextRef="#ctx0" brushRef="#br0" timeOffset="25231.74">6508 5766 191 0,'2'-6'228'16,"-2"6"-11"-16,0 0-7 0,5-7-16 0,-5 7-15 15,0 0-22-15,0 0-16 0,0 0-16 0,0 0-7 16,0 0-20-16,0 0-32 0,0 0-50 15,0 0-48-15,5 21-70 0,-1-12-79 0,-3 1-91 16,2-1-292-16,-3-9 129 0</inkml:trace>
  <inkml:trace contextRef="#ctx0" brushRef="#br0" timeOffset="25367.8">6734 6020 244 0,'0'0'259'0,"0"0"-4"0,0 0-18 0,6 5-22 15,-6-5-23-15,0 0-25 0,0 0-53 0,0 0-63 0,0 0-71 16,0 0-88-16,0 0-160 0,0 0-290 0,0 0 129 16</inkml:trace>
  <inkml:trace contextRef="#ctx0" brushRef="#br0" timeOffset="25517.72">7023 5842 2222 0,'7'-2'45'0,"-2"-1"-25"0,-5 3-4 0,10-5 23 0,-10 5 37 15,7-1 10-15,-7 1-10 0,6-4-15 16,-6 4-10-16,0 0-8 0,5-6-22 0,-5 6-37 16,0 0-45-16,0 0-54 0,8-2-45 0,-8 2-36 15,0 0-172-15,0 0-399 0,0 0 176 0</inkml:trace>
  <inkml:trace contextRef="#ctx0" brushRef="#br0" timeOffset="25987.15">3151 6660 169 0,'-14'3'205'16,"1"-3"-5"-16,7 1-6 0,-2-1-34 0,8 0-13 0,-9 3-12 15,9-3-13-15,0 0 7 0,23 9-5 16,12-6-6-16,20-1 0 0,36 3-9 0,11-8-5 15,11-1-10-15,13-1-9 0,8-4-6 0,5 3-10 16,7 1-3-16,5-7-7 0,6-1-7 0,-3 6-3 16,5-2-7-16,0 2-1 0,-4-6-6 0,3 7-3 15,-6 1-2-15,-8-3-5 0,-6-1-1 0,-10-1 0 16,-4 5-5-16,-12-2-1 0,-6 2-4 0,-7-2 2 16,-34 4-4-16,28-4 0 0,-33 1-1 0,-1 3 0 15,-3-1-3-15,-16 0-2 0,12-1-12 0,-18 1-10 16,-4 1-14-16,-9 0-16 0,-5 3-11 0,-3 0-16 0,-7 0-11 15,-6 0-32-15,0 0-24 0,0 0-41 16,0 0-189-16,0 0-400 0,0 0 176 0</inkml:trace>
  <inkml:trace contextRef="#ctx0" brushRef="#br0" timeOffset="27358.08">9066 5664 42 0,'0'0'219'0,"-7"-11"-3"0,5 8-7 16,2 3-6-16,-5-9-11 0,5 9-4 0,-6-7-10 0,6 7-14 15,0 0-14-15,-2-7-17 0,2 7-16 16,0 0-14-16,0 0-13 0,0 0-9 0,0 0-10 15,0 0-6-15,0 0 0 0,0 0-12 0,13 30-6 16,-7-13 0-16,4 1-10 0,-1 7-3 0,4-1-4 16,0 2-1-16,0 0-4 0,-2 0-2 0,2-2-3 0,-4 0 0 15,4 0-2-15,-6-5 1 0,6 3-2 16,-4-4-2-16,0-1 1 0,0 0-2 0,-1-2-2 16,2 0 0-16,-3-1-2 0,1-3 0 0,-1 1 0 15,-1-2-2-15,2-1-2 0,-2-1 0 0,-2-4-1 0,1 1 1 16,-1 1-2-16,-4-6 6 0,7 6-2 0,-7-6 1 15,7 0 2-15,-7 0 0 0,5-10-3 16,0 1 2-16,-2-3 0 0,4-3 6 0,-3-4 0 16,2-6-4-16,0-3 6 0,0 0 0 0,2-4-7 15,-1 0-3-15,2 0 0 0,0-1-1 0,0-2 1 0,1 2 0 16,-3-1-5-16,-2 3 3 0,2 1-1 0,-1 3-2 16,-3 7 3-16,0 2-4 0,0 3 2 15,-1 3 1-15,0 0-5 0,0 6 2 0,1 0-10 16,-3 6-23-16,3-12-23 0,-3 12-15 0,3-4-5 0,-3 4-27 15,0 0-37-15,11 11-48 0,-5 0-49 0,-1 5-163 16,1 2-431-16,-6 7 190 0</inkml:trace>
  <inkml:trace contextRef="#ctx0" brushRef="#br0" timeOffset="27882.57">9738 6087 52 0,'0'0'261'0,"-1"-12"-19"0,-2 1-13 16,2 3 18-16,-4-1-19 0,-1 0-19 0,0 5-10 15,-1-3-14-15,1 1-13 0,0 3-18 0,0 0-13 16,6 3-16-16,-18-1-16 0,7 4-10 0,0 0-12 15,1 4-8-15,-4 2-9 0,0 2-5 0,1 2-6 16,1 0-5-16,3 3-5 0,0-1-10 0,3 0 1 16,1-2-8-16,0 2-1 0,4 1-5 0,-1-5-8 15,2 2-5-15,2-4-5 0,0 2-6 0,2-3-1 16,1-1 0-16,1 0-5 0,0-2 1 0,0-1 2 16,4-1-1-16,2-2 1 0,-1 0-2 0,3-1 5 15,-4-3-8-15,2-1 4 0,-1-1-2 0,0-2 5 16,-1-2-2-16,-1 1 1 0,-1-3 0 0,1-2 0 15,-4 2 4-15,2-7-4 0,-2 2-1 0,-1-3 1 16,-1 0 2-16,-1-6 0 0,-2 5 0 0,2-10 6 16,-1 6 0-16,-1 0 2 0,-1-3 3 0,-1 1 8 15,0 7-2-15,3-1 8 0,-4 3 9 0,1 1-1 16,-1 4 0-16,1 3 7 0,0-1-3 0,2 4-8 16,0 6-14-16,-2-10 6 0,2 10-10 0,0 0-1 15,0 0 1-15,0 0-4 0,0 0-3 0,4 37 3 0,-3-18 3 16,3 7-7-16,0-2 2 0,-2 2-1 15,1 4-1-15,2-5 0 0,-2 3-7 0,-1-1-14 16,3-1-24-16,-1 1-23 0,0-3-43 0,0-4-46 16,-2-1-65-16,2-3-61 0,-4 0-207 0,3-2-523 0,-1-2 232 15</inkml:trace>
  <inkml:trace contextRef="#ctx0" brushRef="#br0" timeOffset="28476.21">10266 5574 17 0,'-1'-10'257'0,"1"10"-7"0,-3-11-16 0,0 7-15 16,3 4-25-16,0 0-18 0,0 0-19 0,0 0-11 15,0 0-15-15,-15 22-6 0,7 2-6 0,1 5-1 16,-1 4-8-16,1 1-7 0,4 2-11 0,-4-2-8 16,2 0-8-16,7-5-9 0,-4 3-4 0,4-3-7 15,1 0-5-15,1-3-1 0,4 1-10 0,0-5-24 16,1 3-30-16,3-2-35 0,-2-5-36 15,0-5-63-15,2 1-45 0,1 0-218 0,-4-6-445 0,2 1 198 16</inkml:trace>
  <inkml:trace contextRef="#ctx0" brushRef="#br0" timeOffset="28916.1">10668 5818 237 0,'-5'-9'255'0,"-3"2"1"16,2 1-16-16,-7 1-13 0,3 0-15 0,-1 2-17 16,-1 3-22-16,1 2-20 0,-1 2-10 0,1 2-16 15,0 1-14-15,-1 5-12 0,1 1-8 0,1 0-10 16,1 1-10-16,3 1-2 0,3-3-13 0,2 0-2 16,1 4-11-16,4-6-7 0,-2 2-8 0,5-2-9 15,0 0-6-15,0 0-5 0,2-4-1 0,1 1-14 16,0-2-3-16,1-2 0 0,1-1-1 0,-2-2-5 15,-1-1 0-15,3-1 5 0,-2-1 1 0,-2-2 6 16,1-1-6-16,-3-4 4 0,-2 0-2 0,2-1 3 16,-2-4 2-16,-2-4-1 0,0 2 3 0,-1-2 7 15,-1-9 4-15,0 9 11 0,2-7-3 0,-4-3-3 16,2 1 4-16,-2 0 3 0,3 3 8 0,-5-3 1 16,2 4 12-16,0 4-4 0,0 4 9 0,3 3 7 15,-2 2 4-15,-1 0 4 0,1 5 1 0,1 6-11 16,-1-9-9-16,1 9-14 0,0 0-4 0,0 0 0 15,0 0-6-15,0 0-2 0,0 29 4 16,1-10-4-16,6 9-3 0,-7 1-4 0,2 0 2 0,2 2 5 16,-1 1 5-16,2-2-12 0,-3-3-34 0,-1 1-22 15,2-1-24-15,1-2-29 0,-2-5-38 0,1-2-41 16,0 1-38-16,2-2-51 0,0-3-215 0,-1-2-520 16,-2-2 231-16</inkml:trace>
  <inkml:trace contextRef="#ctx0" brushRef="#br0" timeOffset="29136.16">11022 5702 253 0,'-1'-7'261'0,"-2"0"-9"0,3 7-12 0,-3-7-22 16,3 7-20-16,0 0-18 0,0 0-13 0,-20 10-13 15,11 1-14-15,-2 4-9 0,3 2-12 0,-5 5-12 16,2 1-10-16,2-3-4 0,7-4-15 15,-4 2-4-15,6 1-10 0,-1-1-4 0,5 0-13 0,0-1-18 16,1-1-32-16,2-1-35 0,1-1-42 0,0-3-48 16,1-3-43-16,6 1-54 0,-3 2-162 0,-2-7-418 15,1 0 186-15</inkml:trace>
  <inkml:trace contextRef="#ctx0" brushRef="#br0" timeOffset="29372.36">11291 5592 61 0,'2'-6'240'0,"2"1"-23"15,-4 5-18-15,9 0-14 0,-9 0-5 0,20 17-6 16,-8-1-9-16,1 8-7 0,-2 3-20 0,1 1-8 16,-3 4-14-16,-3-1-8 0,0 2-10 0,0-3-6 15,-4 1-14-15,-1-3-4 0,1-1-9 0,-4 2-4 16,1-4-6-16,0 0-6 0,-2-7-9 0,-3 5-9 15,1-3-11-15,-5 3-18 0,1-6-31 0,-3-2-35 16,2 1-50-16,0-8-56 0,-2 3-58 0,-3-2-128 16,3-3-385-16,2-2 171 0</inkml:trace>
  <inkml:trace contextRef="#ctx0" brushRef="#br0" timeOffset="29547.81">11778 5821 87 0,'12'0'191'0,"-3"-2"-24"0,0 1-23 0,3 1-39 16,-1 1-34-16,2 1-46 0,-4-2-47 0,4 2-45 16,-3 0-51-16,-2 1-126 0,-1 0 56 0</inkml:trace>
  <inkml:trace contextRef="#ctx0" brushRef="#br0" timeOffset="29689.03">11833 5946 50 0,'-3'5'211'0,"3"-5"-15"0,0 0-11 15,0 0-7-15,-6 6-16 0,6-6-13 16,0 0-13-16,0 0-12 0,0 0-12 0,12 4-37 16,-12-4-43-16,13 2-63 0,-3-5-63 0,-1 3-154 15,1-3-268-15,3 0 119 0</inkml:trace>
  <inkml:trace contextRef="#ctx0" brushRef="#br0" timeOffset="30496.6">13174 5434 87 0,'0'-10'239'0,"2"-1"4"0,-4 1-4 0,2 10 13 16,0-14 0-16,0 8-15 0,0 6-12 0,0-11-18 16,0 11-24-16,0 0-23 0,0 0-21 0,0 0-12 15,0 0-13-15,0 0-8 0,0 0-11 0,4 41-3 16,-4-13-3-16,0 1-6 0,2 0-10 0,-2 1-4 16,2 2 1-16,1 3-6 0,1-2-12 0,-2-2-4 15,0 0-2-15,4 0-8 0,-2-2-3 0,0 0-4 16,-1-1-1-16,3-1-2 0,-4-8-1 0,3 2-12 15,0 4-36-15,-3-7-36 0,2-2-39 0,-4 3-43 16,3-2-38-16,-1-4-51 0,0-1-45 0,-2-2-195 16,-2-1-506-16,2-9 224 0</inkml:trace>
  <inkml:trace contextRef="#ctx0" brushRef="#br0" timeOffset="30699.94">12778 6056 15 0,'-8'1'232'0,"2"2"-23"0,6-3-11 0,0 0-6 16,0 0-4-16,0 0-4 0,21 10 1 0,8-12-1 15,7 1-19-15,16-3-6 0,4 0-14 0,7-2-14 16,-2-4-9-16,6 3-15 0,-2-2-12 0,0 1-6 16,-6 3-24-16,-1 1-31 0,-4 0-38 0,-16 3-46 15,-2-1-44-15,-3 2-50 0,-1 2-39 0,-5 1-188 16,-11-1-402-16,-3 3 179 0</inkml:trace>
  <inkml:trace contextRef="#ctx0" brushRef="#br0" timeOffset="31166.12">12862 6492 106 0,'-2'-13'299'0,"6"8"-29"0,-2-2-25 16,2 4-25-16,-4 3-22 0,13-7-13 16,-3 4-21-16,-1 3-13 0,-9 0-14 0,18 5-6 15,-7 4-17-15,-4-2-8 0,3 5-8 0,0-2-3 16,-3 5-11-16,-3-3-5 0,0 4-6 0,-4-4-3 15,-2 6-3-15,-2-2-3 0,-2 1-4 0,-1 0-8 16,-5-1-1-16,-3-2-6 0,-2-1-5 0,-2 3-3 16,1-6-4-16,1 0-1 0,0-5-4 0,-1 2 0 0,2-4-3 15,2-1-2-15,1 0 2 0,-1-2-1 0,4-2 3 16,-2-1 4-16,6-2-9 0,-1-1 1 16,4 0-1-16,-3-4-5 0,4 2-1 0,-2 2-4 15,4 6 3-15,2-15-5 0,-2 15 0 0,4-12-4 0,-2 8-2 16,2-1 4-16,3 3-2 0,2 0-1 15,-9 2-2-15,18 0 1 0,-6 0 0 0,-1 2 5 16,3 2 1-16,-1 1-5 0,-2-1 3 0,5 6-2 0,-3-3-1 16,3 3 0-16,-7-3 1 0,9 3 0 0,-5-2-19 15,1 3-35-15,-3-3-34 0,-2-3-48 0,3 3-48 16,-3-2-53-16,-1-1-53 0,-3 3-183 0,1-6-505 16,-1 0 223-16</inkml:trace>
  <inkml:trace contextRef="#ctx0" brushRef="#br0" timeOffset="31402.12">13169 6475 2584 0,'5'-18'103'0,"-1"1"-28"0,-2 4-10 0,1 2-22 0,-1 1 11 16,-2 3 6-16,2 1 9 0,2 2-11 0,-4 4-14 16,0-7-4-16,0 7 9 0,0 0 14 0,0 0 11 15,0 0 5-15,10 17 4 0,-8-7-2 0,0 2 0 16,0 4-5-16,1 1-2 0,1 0-11 0,0 2 0 15,-2-3-9-15,1 2 2 0,2 1-10 0,-5-2-3 16,4-1-9-16,-2-1-16 0,-2-3-32 0,3 0-29 16,-1-2-37-16,0 1-48 0,0 0-41 0,-2-4-43 15,4 0-43-15,-4-7-41 0,0 9-211 0,0-9-547 16,0 0 242-16</inkml:trace>
  <inkml:trace contextRef="#ctx0" brushRef="#br0" timeOffset="31606.44">13356 6440 2579 0,'2'-12'94'0,"-2"2"-47"16,2 0 1-16,-2 4-23 0,0 6-1 0,5-11-3 16,-5 11 2-16,0-7-1 0,0 7 9 0,0 0 23 15,0 0 17-15,0 0 15 0,0 0 7 0,8 18 5 16,-6-6-1-16,-2-1-14 0,5 5-4 0,-2 0 2 16,-3 1-15-16,2-2-1 0,-2 1-12 0,2 0-1 15,-2 1-10-15,0-2-6 0,3-3-17 0,-4 0-49 16,-3-2-36-16,2 2-29 0,-1-3-34 0,3 1-35 15,-3-3-29-15,1 0-36 0,2-7-43 0,-6 7-197 16,2-4-508-16,4-3 226 0</inkml:trace>
  <inkml:trace contextRef="#ctx0" brushRef="#br0" timeOffset="31750.12">13174 6374 73 0,'0'0'205'0,"6"-13"-22"15,1 9-15-15,7 1-18 0,5-2-14 0,9 0-17 0,3-2-13 16,0 5-47-16,5-4-52 0,18 1-56 16,-14 2-145-16,14-4-208 0,-18 3 93 0</inkml:trace>
  <inkml:trace contextRef="#ctx0" brushRef="#br0" timeOffset="33398.68">14272 5295 36 0,'0'0'174'0,"2"-9"-3"15,-2 9 2-15,0 0-6 0,3-10-16 0,-3 10-19 16,0 0-13-16,0 0-12 0,0 0-6 0,0 0-9 16,0 0-2-16,-12 42 9 0,5-10-1 0,-3 14-3 0,-7 9 11 15,0 2-8-15,-4 26-7 0,5-24-6 16,1 20-7-16,3-21-4 0,-3 22-7 0,6-26-2 15,7 2-12-15,2 1 1 0,2 0-4 0,5-1-6 16,2 2-6-16,3-3 1 0,4-2-4 0,3-3-19 16,8 0-24-16,-3-6-31 0,9-1-28 0,4-5-41 0,-1-3-35 15,9-6-39-15,-2-6-194 0,-10-7-406 0,1-2 180 16</inkml:trace>
  <inkml:trace contextRef="#ctx0" brushRef="#br0" timeOffset="34038.21">15343 5334 30 0,'0'0'181'0,"-2"-11"-5"0,2 11 1 16,0 0 3-16,0-9-4 0,0 9-7 15,0 0-5-15,-1-9 4 0,1 9-8 0,0 0-11 16,-3-6-13-16,3 6-5 0,0 0-3 0,0 0-9 15,0 0-7-15,0 0-10 0,-3-7-11 0,3 7-8 16,0 0-9-16,0 0-7 0,0 0-11 0,0 0 3 16,0 0-14-16,0 0-3 0,0 0-5 0,0 0-3 15,0 0-5-15,-13 20 0 0,8-11-2 0,1 8-4 16,-3-2 1-16,1 4-4 0,-5 4 0 0,6 1-2 16,-3 2 3-16,3 3-6 0,0 1-2 0,2 4-1 0,-2 2 0 15,4 11 1-15,-4-1 0 0,5-10-1 0,4 11 0 16,2 0 1-16,-2-11 1 0,2 12-3 0,-1-2-2 15,1-10-3-15,1 9 2 0,2-10 0 0,-6 11 1 16,3-12 0-16,1 0 2 0,-2 14-8 16,0-15-8-16,-4 1-25 0,-2 0-17 0,-4 1-22 0,0-2-22 15,-2-1-33-15,-2 0-34 0,-2-2-28 0,-1-3-26 16,-2-1-31-16,-4-1-140 0,-3-4-414 0,1-2 183 16</inkml:trace>
  <inkml:trace contextRef="#ctx0" brushRef="#br0" timeOffset="34560.39">15186 6831 129 0,'0'0'261'0,"0"-7"-6"0,0 7-9 16,0 0-12-16,0 0-14 0,4-5-14 0,-4 5-23 0,0 0-14 15,0 0-19-15,0 0-13 0,0 0-10 0,0 0-11 16,0 0-11-16,0 0-2 0,-6 32-13 0,1-16-5 16,1 0-8-16,2-3-6 0,1 1-9 15,1-2-2-15,-3 0-6 0,3 0-7 0,0 1-3 0,1-3-4 16,2 2-3-16,2-3-1 0,0 0-1 0,2-2-5 16,-1 1-4-16,5-1 1 0,0-3-3 0,4-2 0 15,3-1-4-15,1-4-2 0,-1 3-3 0,2-6 5 16,0 2-4-16,-4-1 2 0,1-4 2 15,-3-2 3-15,-3 3 2 0,0-5 2 0,-2-2-14 0,-2 4 8 16,0-3-2-16,-5 1-6 0,-4-6 7 0,0 3-15 16,-4-2 4-16,-3 2-3 0,-1 1 0 0,-4 0-4 15,1 2 2-15,-4 2-5 0,2 0-7 16,-5 3-15-16,2 2-13 0,-3 2-16 0,-7 3-21 16,9 2-24-16,-2 3-37 0,-4 4-43 0,8-3-62 0,0 2-260 15,1 0-540-15,5 0 240 0</inkml:trace>
  <inkml:trace contextRef="#ctx0" brushRef="#br0" timeOffset="35510.4">15548 4902 21 0,'-2'-10'179'0,"2"10"-7"16,-3-10-9-16,2 5-10 0,1 5 2 0,0-11-10 16,0 11-4-16,3-9-7 0,-3 9-12 0,3-8-12 15,-3 8-9-15,6-5-11 0,-6 5-7 0,9-3-10 16,-9 3-5-16,12 3-6 0,-3 2-8 0,1 1-5 16,0 2 1-16,-3 2-4 0,2 2-3 0,-1 2 1 15,0 2-10-15,-2-1-1 0,-2 1-6 0,0-1 3 16,-3 1-2-16,0 2-5 0,-1-7 0 0,-1 4 1 15,-3 1-7-15,0-3 1 0,0 2-5 0,1-3-13 16,-5-1-21-16,3 0-30 0,-3-2-34 0,0 0-45 16,-2 1-33-16,1-3-42 0,0 0-108 0,0-3-337 15,0-2 149-15</inkml:trace>
  <inkml:trace contextRef="#ctx0" brushRef="#br0" timeOffset="35740.68">15706 4960 1594 0,'9'-9'17'0,"-3"-1"32"16,1 2 7-16,-5 0-4 0,3 3-2 0,-2-1 2 16,-1 0 7-16,-2 6 6 0,3-9 6 0,-3 9-3 15,4-6-1-15,-4 6-6 0,4-6-9 0,-4 6-7 16,0 0-7-16,0 0-5 0,0 0 0 0,0 0-3 16,5 17-5-16,-7-6-2 0,2 1-1 0,-3 2 3 15,3 2-4-15,-3 1-1 0,1 0-1 0,-1-1-5 16,0 0 2-16,0-1-8 0,0 2-25 0,-1-5-23 15,4-1-18-15,-1 0-26 0,0 2-42 0,-1-4-30 16,2 1-39-16,-1 0-141 0,1-10-362 0,0 0 161 16</inkml:trace>
  <inkml:trace contextRef="#ctx0" brushRef="#br0" timeOffset="35916.21">15657 4759 112 0,'0'0'147'16,"-1"-9"-21"-16,1 9-10 0,8-9-5 0,-1 5-13 15,6 1-17-15,6 3-12 0,3-3-31 0,10-1-35 16,1 1-38-16,2 2-34 0,-2 2-65 0,-1 2-143 16,4-2 64-16</inkml:trace>
  <inkml:trace contextRef="#ctx0" brushRef="#br0" timeOffset="36847.33">16191 5493 129 0,'-3'-6'222'15,"3"6"-14"-15,0 0-19 0,-7-5-19 0,7 5-15 16,0 0-15-16,0 0-25 0,0 0-2 0,0 0-11 16,12-8-16-16,-12 8-1 0,18-2-9 0,-4 0-10 15,6 0-22-15,7 2-19 0,-5-2-30 0,6-1-34 16,-6 1-30-16,-4 0-34 0,1 2-24 15,-5 1-17-15,-3-1-96 0,-1 1-260 0,-10-1 115 0</inkml:trace>
  <inkml:trace contextRef="#ctx0" brushRef="#br0" timeOffset="37624.85">16332 5444 13 0,'-13'12'133'0,"12"-7"9"16,0 4 1-16,-2 3-6 0,2-2-4 0,0 3-1 15,1 3-17-15,0 3-10 0,-3-2-4 16,3 1-14-16,-1 0-4 0,1 1-5 0,0 0-6 16,-3 0-9-16,3-2-1 0,3-2-10 0,-3 1-3 0,1-4-1 15,0-1-8-15,-1 0-4 0,0-1-1 0,-1-3-7 16,1 3-4-16,0-10-1 0,0 13-4 16,-1-7-1-16,1-6-1 0,-3 11 1 0,3-11 0 15,0 10-5-15,0-10-1 0,-2 5 2 0,2-5-5 16,-5 5-1-16,5-5 0 0,0 0 1 0,-4 6 0 0,4-6-6 15,0 0-2-15,0 0 6 0,-7 3-1 16,7-3-1-16,0 0-2 0,0 0-1 0,0 0 1 0,0 0 0 16,-15-7 3-16,15 7-7 0,0 0 2 0,0 0 2 15,0 0-2-15,0 0 0 0,-8-3 2 16,8 3 0-16,0 0-4 0,0 0 10 0,0 0-9 0,0 0-3 16,-5-6 6-16,5 6 1 0,0 0 0 15,0 0 0-15,0 0-1 0,0 0 3 0,0 0 0 16,0 0 7-16,0 0-2 0,0 0 4 0,0 0-1 0,0 0 1 15,0 0 2-15,0 0 2 0,0 0-1 16,0 0 0-16,0 0 2 0,0 0-1 0,0 0-2 16,0 0 1-16,0 0-4 0,0 0 0 0,0 0-1 0,0 0-3 15,0 0 6-15,0 0 1 0,0 0-3 0,0 0 4 16,0 0 3-16,0 0-1 0,0 0-2 16,0 0 0-16,0 0-1 0,0 0 2 0,0 0-1 15,0 0-1-15,0 0 2 0,0 0 0 0,0 0-2 16,0 0 4-16,0 0-4 0,0 0 0 0,-2-6 0 0,2 6-1 15,0 0 4-15,0 0 0 0,0 0 0 0,0 0 1 16,0 0-3-16,0 0 2 0,0 0 1 0,0 0-2 16,0 0-3-16,0 0 2 0,0 0 0 0,0 0 2 15,0 0-5-15,0 0 2 0,0 0-2 16,0 0-3-16,0 0 2 0,0 0 1 0,0 0-8 0,0 0-3 16,0 0 4-16,0 0 1 0,0 0-4 0,0 0 0 15,0 0-4-15,0 0 3 0,0 0 5 16,0 0-8-16,0 0-2 0,0 0 0 0,0 0-1 15,0 0-1-15,0 0 2 0,-9-3 1 0,9 3 0 16,0 0 2-16,0 0-2 0,-12-1-1 0,12 1-3 16,0 0 6-16,0 0 0 0,0 0-3 0,-14 3 0 15,14-3 1-15,0 0-2 0,-9 1 10 0,9-1-14 0,0 0 4 16,0 0-3-16,0 0 4 0,0 0-7 16,0 0 4-16,0 0-3 0,0 0 7 0,-6 3-9 15,6-3 13-15,0 0-5 0,0 0-3 0,0 0 4 16,28 3-3-16,-14-1 1 0,-1-4 1 0,5 2-10 0,0 0-11 15,3 0-28-15,-3 0-18 0,3-1-29 0,-2 1-31 16,-2 0-27-16,0-2-32 0,-4 2-26 0,1 0-155 16,-4 2-396-16,-10-2 175 0</inkml:trace>
  <inkml:trace contextRef="#ctx0" brushRef="#br0" timeOffset="38160.98">16508 5782 76 0,'0'0'208'0,"-1"-9"-7"16,1 9-16-16,0 0-16 0,0 0-23 0,0 0-13 16,0 0-7-16,0 0-5 0,0 0-10 0,0 0-2 15,0 0 4-15,1 29-11 0,1-18-8 0,-2-3-9 16,0 2-6-16,0-1-8 0,0-2-4 0,0-7-5 16,-2 12-2-16,2-12-2 0,-1 12-3 0,1-12 8 15,0 10 9-15,0-10 10 0,-1 6 11 0,1-6 6 16,0 0-8-16,0 0-7 0,0 0-6 0,0 0-4 15,0 0-9-15,-19-6-6 0,19 6-3 0,-9-8 1 16,5 1-8-16,1 0 0 0,2-1-6 0,-3-3-5 0,3 0-5 16,2-2-5-16,0-4-4 0,3 0-2 15,2 2-4-15,-1-2 0 0,4 3-5 0,-1 0-4 16,1 1-1-16,1 5-1 0,2 0-4 0,-2 1-8 16,1 2 0-16,1 5 0 0,0 0 3 0,2 3 2 15,-4 2-5-15,3 1 0 0,1 4 3 0,-1 0-2 0,-3-1-4 16,3 3 7-16,-4-3 2 0,2 3-4 0,-3-2 1 15,0 1 0-15,-3 0 0 0,2-3 2 0,-3 1 0 16,-1-2 3-16,1-2 0 0,-2 1-3 16,-2-6-2-16,4 9 4 0,-4-9 5 0,3 5-2 15,-3-5 1-15,0 0 3 0,0 0 0 0,0 0-3 16,0 0 1-16,0 0-4 0,0 0 2 0,0 0-4 16,0 0 3-16,-7-23-7 0,8 10-5 0,2 4 2 15,0-2-2-15,4-4-1 0,2 1 1 0,0 0-9 16,1 2 5-16,-2 4-3 0,2-1 0 0,-1 2-1 15,1 2 1-15,1-1 0 0,0 5-2 0,-2 1 1 16,-9 0 3-16,18 7 0 0,-9 0-3 0,1-1 4 16,-1 4 1-16,-2 1-12 0,1 2-5 0,-1 2-25 15,-5-3-23-15,2 1-31 0,-1 3-31 0,-5-1-47 0,4-2-47 16,-2-1-218-16,0-12-487 0,-2 19 216 16</inkml:trace>
  <inkml:trace contextRef="#ctx0" brushRef="#br0" timeOffset="38424.58">17257 5604 1956 0,'4'-26'80'0,"-1"8"1"16,-3 0-12-16,0 5 12 0,0 2 20 0,-4 2 8 16,4 1-9-16,0 8-12 0,0-10-19 0,0 10-10 15,0-9-5-15,0 9-7 0,0 0 7 0,0 0 10 16,0 0 2-16,0 43-5 0,0-18-2 0,-1 2 6 15,1 0-8-15,0 0-4 0,-2 1-3 0,1 1-8 16,0-3-3-16,1 2-4 0,0-3 0 0,1 0-1 16,-1 1-7-16,0-7 8 0,1-3-25 0,-1 2-21 15,2-2-25-15,-2 1-24 0,0-6-41 0,-2 2-24 16,2-1-30-16,-1-2-36 0,1-10-40 0,-2 14-27 16,2-14-161-16,-4 8-454 0,4-8 202 0</inkml:trace>
  <inkml:trace contextRef="#ctx0" brushRef="#br0" timeOffset="38738.51">17273 5429 132 0,'5'-4'177'16,"5"2"-8"-16,-2 0-7 0,-8 2-12 0,15 2-11 15,-5 2-10-15,2 1-16 0,-2 4-5 0,-2 0-13 16,-1 1-9-16,1 4-7 0,-2 1-5 0,-2 0-7 15,-1 0-10-15,-3-1-2 0,-3 2-4 0,-2-1-7 16,-1-1-4-16,-2 1-3 0,0-6-5 0,2 1-4 16,0-1-3-16,-1-3-1 0,1-2-3 0,0-1 2 15,2 3-6-15,-1-1-3 0,5-5 1 0,-7 5-1 16,7-5 3-16,-6 1 4 0,6-1-5 0,-5 5-3 16,5-5-5-16,0 0-1 0,0 0 3 0,0 0 3 15,6 14 8-15,-2-7 3 0,1-2-3 0,0 1 0 16,3-1-1-16,1 2-2 0,2 0 1 0,-1 1-16 15,3-2-26-15,-1 1-44 0,-2-1-35 0,4 1-43 16,1-2-43-16,-3 0-130 0,1 0-344 0,-1-2 153 16</inkml:trace>
  <inkml:trace contextRef="#ctx0" brushRef="#br0" timeOffset="39020.3">17634 5648 61 0,'0'-7'261'0,"0"7"4"0,0-10 3 0,0 10 0 16,0 0-12-16,-1-12-16 0,1 12-25 0,0 0-12 16,0 0-31-16,0 0-13 0,0 0-19 0,0 0-5 15,0 0-11-15,-10 28-6 0,5-12-9 0,-2 3-3 16,1 4-7-16,-3 1-13 0,3 3-7 16,-1-1-8-16,1 1-8 0,2-2 1 0,-2 1-9 15,1-1 0-15,2-6-14 0,0 8 0 0,0-4-3 0,0-4-3 16,2 0-5-16,-1 0-2 0,2 6-5 0,-1-5 8 15,0-1-6-15,0 1 1 0,-1-4-16 0,2 1-15 16,0-5-15-16,-1 0-21 0,0-1-21 0,1 0-30 16,-4 1-29-16,2-2-30 0,-2-1-43 0,4-9-48 15,-8 12-57-15,3-7-164 0,5-5-500 0,-12 7 221 16</inkml:trace>
  <inkml:trace contextRef="#ctx0" brushRef="#br0" timeOffset="39182.57">17455 5992 42 0,'0'0'220'0,"4"-4"-18"0,-4 4-13 15,9-5-13-15,-2 3-16 0,1-3-17 0,5 1-11 16,1 2-19-16,4-1-15 0,4-4-37 0,5 2-40 16,5 0-58-16,-2-3-50 0,1 3-153 0,-5-1-258 15,-1-2 115-15</inkml:trace>
  <inkml:trace contextRef="#ctx0" brushRef="#br0" timeOffset="40629.86">18574 5469 149 0,'0'0'215'0,"0"0"-14"0,-4-10-12 16,4 10-4-16,0 0-18 0,-10-6-10 0,10 6-13 15,-16 0-12-15,7 4-9 0,-2 2 9 0,-2-1-13 16,-1 2-8-16,-3 3-10 0,3 0-9 0,0 1-9 15,1 1-8-15,5-2-8 0,3 0-6 0,-1 1-5 16,3 0-8-16,0 2-1 0,3-3-4 0,1 3-5 16,2 0-3-16,2-1-1 0,3 3-5 0,3-1-4 15,2 1 0-15,1-1-3 0,0-1-2 0,3 1-3 16,-3 0-1-16,2-3-3 0,-2 2 1 0,0-1-4 16,-1-2-1-16,-4-1 2 0,0 1-5 0,-3-2-2 15,0 1 2-15,-3 0-2 0,-1-1 3 0,-4 2-3 16,2-10 0-16,-6 16 1 0,-3-7-5 0,-1 0-2 15,-4 1-2-15,2-4-11 0,-4 1-10 0,-2-1-14 16,1-3-24-16,-2 1-23 0,5-1-30 0,-4-1-44 16,8-2-19-16,-3 0-216 0,3-2-427 0,2-1 189 15</inkml:trace>
  <inkml:trace contextRef="#ctx0" brushRef="#br0" timeOffset="40840.75">18727 5698 231 0,'4'-5'276'0,"0"1"-4"0,-4 4-4 0,6-5-6 0,-6 5-18 16,6-2-24-16,-6 2-24 0,0 0-22 15,0 0-18-15,0 0-19 0,0 0-13 0,8 7-7 16,-5 3-15-16,-3-2-7 0,1 5-10 0,0 3-6 16,-2-3-12-16,1-1-16 0,-3 5-24 0,5-2-24 0,-1-3-26 15,-1 4-30-15,0 0-28 0,-1-6-34 16,1 2-45-16,1-1-38 0,0-2-45 0,-1 1-143 15,-2-2-418-15,0 0 185 0</inkml:trace>
  <inkml:trace contextRef="#ctx0" brushRef="#br0" timeOffset="41213.89">18953 5850 226 0,'0'0'235'0,"0"0"-7"15,0 0-7-15,0 0-13 0,-10-25-6 0,10 25-15 16,4-16-19-16,-1 4-8 0,2 1-5 0,2-3-11 16,2 1-9-16,-1 1-11 0,2 4-8 0,-1-2-8 15,1 3-12-15,2 2-9 0,-1-1-10 0,0 5-5 0,-1-1-10 16,1 3-10-16,-2 1 1 0,1 2-10 16,-1 2-3-16,-2 1-4 0,-1 2-3 0,3 1-5 15,-4 2-12-15,-1-1-29 0,0-1-24 0,-2 2-35 16,-2 0-44-16,2 0-65 0,-1 0-54 0,-2-2-208 0,2 1-481 15,-1-3 213-15</inkml:trace>
  <inkml:trace contextRef="#ctx0" brushRef="#br0" timeOffset="41594.18">19502 5641 2643 0,'2'-16'110'0,"-2"5"-55"0,-1-1-23 0,0 6-5 15,-2-1 2-15,3 7 0 0,-5-8-10 0,5 8 7 16,0 0 4-16,-19 7 18 0,11 3 6 0,-4 4-3 16,-3 6 0-16,2 3-2 0,-3 1 2 0,2-1-6 0,2 0-7 15,3-4-2-15,2 0-5 0,-1-2-2 16,-1-1 0-16,1 1-5 0,-1-2-1 0,0-2 2 16,2-2-4-16,-1-2-9 0,0-1 0 0,1-1-10 15,-3-1-7-15,-1-3 0 0,5-1-5 0,-3-1 1 0,9-1-1 16,-15-1-1-16,8-1 3 0,1-5 2 0,1 3-2 15,2-7 0-15,2-1-1 0,1-4 6 0,1-1-5 16,4 0 0-16,3 1 4 0,-3-1 0 16,4 4 5-16,1-3-2 0,2 4 5 0,-6 3 3 15,3 0 0-15,0 2 1 0,0 1-3 0,3 2 2 0,0 1 3 16,-4 3-3-16,4 3 1 0,-2 1 1 16,1 1-5-16,1 1 6 0,-1 2-4 0,3 2 1 15,2 2-2-15,-4 1-4 0,5 0-27 0,-6-2-38 16,5 1-45-16,-3 1-48 0,-2 1-61 0,3-4-62 15,-5-1-181-15,4 1-500 0,-2-2 221 0</inkml:trace>
  <inkml:trace contextRef="#ctx0" brushRef="#br0" timeOffset="42139.65">20014 5699 129 0,'1'-7'290'15,"1"1"-11"-15,-2 6-3 0,-2-13-23 0,2 13-14 16,-6-10-16-16,1 7-9 0,5 3-3 0,-13-5-20 0,7 3-21 15,-6 4-14-15,-1 3-17 0,-3 4-12 0,-3 3-6 16,-4 2-17-16,2 1-8 0,3-1-14 0,3-2-4 16,2 2-14-16,3-1-7 0,0-1 0 15,5 0-9-15,2 0-2 0,0-1-6 0,2 0-8 16,2-3 4-16,3 1-18 0,0-2-6 0,5-1-6 0,1 0-8 16,2-3 2-16,0 1-3 0,1-2-7 0,5-4 0 15,-5 1 5-15,1-3 2 0,-1-2-2 16,1-1 1-16,-3-1 4 0,2-3 1 0,-1-3 6 0,-3-2-1 15,-3-3-1-15,1 0-4 0,0-9 5 16,-3 2 14-16,-2-5 0 0,1 3 2 0,-3-3 6 0,0 2 1 16,-1 0 4-16,1 0 14 0,-3 3-6 0,6 1 9 15,-5 7 4-15,1-2 1 0,0 6 15 0,1 4 23 16,-1 0-10-16,-1 0-1 0,1 1-12 16,1 9-15-16,0-12 0 0,0 12-13 0,0 0-5 0,0 0-6 15,0 0-6-15,6 35-2 0,-2-7 1 0,0 1-3 16,-1 4-7-16,-1-3 5 0,3 5-2 0,-3-1-2 15,0 0-3-15,-2-1 2 0,3 0-7 16,-3-4-24-16,2 1-32 0,2-4-41 0,0 1-55 0,-3-2-47 16,3-6-44-16,-3-2-48 0,5-1-59 0,-4-4-262 15,1-2-656-15,0-1 290 0</inkml:trace>
  <inkml:trace contextRef="#ctx0" brushRef="#br0" timeOffset="42503.75">20429 5552 2576 0,'7'-18'74'0,"0"0"5"0,-4 3-21 16,-2 3-6-16,2 6-8 0,-3 2-16 0,2-2-7 15,-2 6 0-15,0 0 21 0,0 0 26 0,-7 22 15 16,-1-6 6-16,-2 8 0 0,1 2-9 0,-5 2-4 16,1 0-10-16,3-2-3 0,-4 1-4 0,1-2-10 15,3-1 1-15,-3-1-6 0,0-2 4 0,3-4-11 16,2-2-1-16,-2-1-6 0,-3-2 0 0,6-2-13 15,-4-3-7-15,2 0-7 0,-1-2-9 0,5-3-4 16,-5 0-3-16,-2-2-16 0,12 0 6 0,-14-5 3 16,8 1-2-16,-2-3 11 0,2-3-6 0,1-2-2 15,2-5 4-15,1 0-1 0,4-9-3 0,0 6 2 16,5-5 2-16,-3 7 8 0,6 2 8 0,-2 2 5 16,-2 4-1-16,1 0 1 0,2 4 1 0,-4 0 3 15,0 3-3-15,5 2 8 0,1 2-3 0,0 2 2 16,-2 3 3-16,2 0 2 0,3 4-3 0,0 4 13 15,-2 0-14-15,7 4 3 0,-6-3-4 0,2-1-10 16,2 5-31-16,-6-3-44 0,5-4-47 0,-2 2-70 16,2-1-83-16,-4 1-280 0,2-3-596 0,-5-4 264 15</inkml:trace>
  <inkml:trace contextRef="#ctx0" brushRef="#br0" timeOffset="43651.5">21281 5707 50 0,'0'0'183'0,"0"0"-8"16,0 0-3-16,0 0-12 0,0 0-2 0,0 0-11 15,0 0-7-15,-8-11-11 0,8 11-11 0,0 0-5 0,0 0-11 16,-9-4-3-16,9 4-7 0,0 0-2 16,-9-1-10-16,9 1 1 0,0 0-2 0,-9-2 0 15,9 2-2-15,0 0-5 0,-10 0-2 0,10 0-1 16,0 0-3-16,-9-1-4 0,9 1-3 0,0 0-5 0,0 0-6 16,0 0-3-16,0 0-6 0,0 0-4 0,0 0-6 15,0 0 1-15,0 0-1 0,0 0-3 16,0 0 3-16,0 0-1 0,28 8 4 0,-9-6-7 15,2-1-4-15,7-2-1 0,2 1-2 0,1 0-1 16,-3-2-5-16,0 1-4 0,3 1-20 0,-8 0-19 0,-3 0-26 16,0-2-37-16,-3 1-31 0,-5 1-35 0,1 1-41 15,-3-2-26-15,-4 1-167 0,-6 0-426 16,8-1 189-16</inkml:trace>
  <inkml:trace contextRef="#ctx0" brushRef="#br0" timeOffset="43872.92">21442 5567 143 0,'-4'-10'264'0,"4"10"-10"0,0 0-19 0,-4-6-17 0,4 6-23 16,0 0-23-16,0 0-16 0,0 0-11 0,0 0-4 16,-4 20 8-16,4-4-7 0,0 3-8 15,-3 6-1-15,2 1-13 0,-3 1-7 0,4-2-12 16,0 0-10-16,0 2-10 0,0-6-8 0,2-2-5 15,-1 4-10-15,0-2-32 0,-1-2-42 0,1 0-43 16,2 0-51-16,0-2-70 0,-1 0-68 0,-2-2-186 0,1-2-469 16,-1-1 208-16</inkml:trace>
  <inkml:trace contextRef="#ctx0" brushRef="#br0" timeOffset="44231.15">22263 5224 242 0,'0'-9'274'16,"2"3"-11"-16,-2 6-8 0,1-12-13 0,-1 12-14 15,2-8-21-15,-2 8-21 0,0 0-19 0,0-9-21 16,0 9-13-16,0 0-10 0,0 0-5 0,0 0 0 16,-6 34 1-16,0-10 2 0,-3 4-8 0,1 5 1 15,-4 11-14-15,4-9-3 0,1 1-21 0,-2 13 5 16,3-4-5-16,2 1-2 0,-4 2-3 0,3-3-16 16,5-10 3-16,0 10-4 0,2-11-11 0,0 1 4 15,1-2-13-15,3 2-13 0,0-2-18 0,0 1-23 16,-3 0-25-16,3 1-28 0,-3-1-33 0,2 0-35 0,-2 0-36 15,-1-2-51-15,-2 1-46 0,-1 1-226 0,-3-4-541 16,-1 3 240-16</inkml:trace>
  <inkml:trace contextRef="#ctx0" brushRef="#br0" timeOffset="44530.67">21889 6838 20 0,'0'0'269'0,"1"-13"-24"0,3 8-11 0,0-1-12 16,0 1-13-16,2 1-9 0,2 1-13 0,2 2-8 16,-10 1 1-16,23 1-2 0,-10 3-16 0,-2 4-9 15,1 0-12-15,1 1-9 0,0 6-8 0,-2-1-12 0,-3 3 9 16,0 1-33-16,-1-4-8 0,-3 2 1 0,-2-3-6 15,-1 3-6-15,-1-1-5 0,-1-2 3 16,1-3-10-16,-4 0-2 0,-1 0-6 0,-4 0-4 16,-1 0-20-16,1-4-30 0,-2 1-35 0,-2-2-35 15,-5 0-52-15,1-3-50 0,6-2-54 0,-3-1-72 0,-2-5-175 16,4 1-518-16,1-2 230 0</inkml:trace>
  <inkml:trace contextRef="#ctx0" brushRef="#br0" timeOffset="44751.55">22193 6699 340 0,'5'-3'304'15,"0"-1"-22"-15,-5 4-20 0,7-3-15 0,-7 3-18 16,0 0-3-16,9-2-4 0,-9 2-16 0,8 9-7 16,-5-5-5-16,1 5-2 0,-2 2-15 0,1 1-8 0,-2 1-18 15,1-1-12-15,-4 4-12 0,2-3-19 0,0 3-8 16,0 2-11-16,-1-1-3 0,1-7-9 0,0 2-25 15,0-1-29-15,0 0-51 0,0-3-49 16,-1-1-37-16,1-7-39 0,-2 14-47 0,2-14-54 0,-2 10-73 16,2-10-181-16,-9 5-551 0,9-5 244 0</inkml:trace>
  <inkml:trace contextRef="#ctx0" brushRef="#br0" timeOffset="44916.59">21999 6682 132 0,'7'-6'273'16,"0"2"-24"-16,2-1-24 0,7-1-23 0,2 0-22 15,4 0-20-15,6 0-33 0,1 1-50 0,0-1-57 16,1-1-77-16,3-1-83 0,-6 1-102 0,3-1-261 16,-6-3 115-16</inkml:trace>
  <inkml:trace contextRef="#ctx0" brushRef="#br0" timeOffset="45538.12">22492 4496 181 0,'0'0'280'0,"3"-8"-13"0,-3 8-12 16,5-6-19-16,-5 6-17 0,0 0-24 15,2-7-18-15,-2 7-20 0,0 0-18 0,0 0-13 0,0 0-15 16,0 0-10-16,16 10-11 0,-12-4-7 0,1 4-9 16,1-1-6-16,-2 1-6 0,1 6-6 15,-1 1-5-15,-3-2-4 0,-1 2-5 0,-1-1-5 16,-1-1 0-16,0-3-4 0,-3 3-5 0,-2-3-5 16,0-3 1-16,2 2-2 0,-2-4-3 0,2 0-3 0,1-1-4 15,0-3 0-15,-1 3-1 0,5-6 7 16,-5 6 5-16,5-6-9 0,-4 5 11 0,4-5-18 15,0 0 0-15,0 0-2 0,-3 6 0 0,3-6-1 16,0 0-3-16,0 0-5 0,0 0-5 0,0 0 0 16,0 0-4-16,0 0 1 0,10 8-5 0,-5-4-10 0,2-1-16 15,4 1-16-15,-1 2-25 0,3-1-36 0,1 1-40 16,2 2-51-16,0-3-228 0,-5 0-475 0,2-2 209 16</inkml:trace>
  <inkml:trace contextRef="#ctx0" brushRef="#br0" timeOffset="45768.2">22852 4577 76 0,'2'-8'332'0,"-2"8"-21"16,0-12-23-16,0 12-29 0,4-8-25 0,-4 8-26 15,2-6-22-15,-2 6-19 0,0 0-16 0,0 0-14 0,0 0-6 16,9 21-13-16,-6-7-12 0,-1 0-15 0,2 2-6 15,-3 0-4-15,2 1-11 0,-1-1 1 0,0 2-19 16,-1-2-22-16,-1-3-31 0,1-2-39 16,-1 2-37-16,0-1-40 0,-1-2-50 0,4 0-35 15,-5 0-39-15,2-1-150 0,0-9-421 0,0 9 187 0</inkml:trace>
  <inkml:trace contextRef="#ctx0" brushRef="#br0" timeOffset="45961.65">22970 4517 219 0,'1'-8'256'0,"1"4"-26"0,-2 4-21 16,0 0-25-16,2-10-19 0,-2 10-18 0,0 0-15 15,0 0-9-15,0 0-5 0,7 18-5 0,-6-7-10 16,1 7-6-16,0-3-9 0,0 2-4 16,2 1-12-16,-4 0-4 0,3-1-4 0,-2 1-19 15,0 0-20-15,-1-5-30 0,3 3-43 0,-5-4-42 0,1-1-54 16,0 1-55-16,-2-2-144 0,2-4-371 0,-4 1 163 15</inkml:trace>
  <inkml:trace contextRef="#ctx0" brushRef="#br0" timeOffset="46112.28">22877 4481 132 0,'7'-8'167'0,"4"2"-36"15,-1 2-38-15,3-3-33 0,2 1-45 0,2-3-47 16,0 2-63-16,1 1-102 0,-1-1 45 0</inkml:trace>
  <inkml:trace contextRef="#ctx0" brushRef="#br0" timeOffset="46187.38">23071 4128 22 0,'14'-59'1'0,"3"1"26"0,20-26-29 0,18 7 17 15,6-7-4-15,-35-16-24 0,69 16-13 16</inkml:trace>
  <inkml:trace contextRef="#ctx0" brushRef="#br0" timeOffset="49153.32">22914 5751 142 0,'1'-12'144'0,"-1"-2"-5"0,0 3-16 0,1-5-7 0,1 0-10 15,-1 4-6-15,2-3-9 0,0 0-1 16,0-1-1-16,-1 4-3 0,1 0-3 0,-2 1-2 15,0 0-13-15,2 1 8 0,-3 2-11 0,1 0-4 0,2 1-3 16,-3 7-5-16,1-11 0 0,-1 11-5 0,3-9-3 16,-3 9 4-16,1-7-6 0,-1 7-6 15,0 0-3-15,0 0-6 0,1-8-4 0,-1 8 0 16,0 0-4-16,0 0-1 0,0 0-6 0,21 11 0 16,-14-5 1-16,2 2 0 0,5 4-4 0,-1-2-1 0,1 3 0 15,-2 0-2-15,-2 2 5 0,4-1-5 0,-2-1-1 16,-1 4 1-16,-1-3-2 0,1 3 2 15,1-1-1-15,-1 0-1 0,-1-1 1 0,2 1-17 16,-4-2-1-16,-1-3 3 0,-1 0-7 0,3 0 6 0,-3-2-4 16,-1 1-3-16,1-2 11 0,-3-2-13 0,0-1 2 15,1 1 4-15,-4-6 2 0,5 7 5 0,-5-7-1 16,4 4 15-16,-4-4-7 0,0 0 12 16,0 0-8-16,0 0 1 0,0 0 1 0,-3-20 3 15,3 7 1-15,-1 1 17 0,1-6-1 0,1 0-2 0,-2-1 0 16,0-5-4-16,-1 5 1 0,4-9-3 0,-2 3-1 15,0 6-1-15,1-2 1 0,1 2-4 0,1 2-1 16,1 0-4-16,-3 0 3 0,0 4-5 0,2 3-12 16,-2 0-23-16,2 2-19 0,-1 2-26 15,-2 6-50-15,5-8-32 0,-5 8-30 0,8-2-132 0,-8 2-342 16,8 8 152-16</inkml:trace>
  <inkml:trace contextRef="#ctx0" brushRef="#br0" timeOffset="49674.28">23268 6028 115 0,'1'8'172'0,"-1"-8"-8"0,1 6-3 16,-1-6-13-16,0 0 4 0,0 0 0 0,3 5-2 15,-3-5-2-15,0 0-1 0,0 0-1 0,0 0-5 0,0 0 3 16,0 0 1-16,0 0 2 0,0 0-14 0,0 0-13 15,0 0-13-15,0 0-10 0,0 0-12 0,0 0-8 16,-4-29-8-16,3 19-8 0,1-1-10 0,0-2 1 16,0 1-8-16,1-3-4 0,2-1-6 15,-2-1-9-15,1 0-5 0,2 1-5 0,3 1-3 16,-2-1-3-16,1 6-3 0,2 0-2 0,-2 2-5 0,3 0-4 16,-1 2 0-16,3 3 0 0,2 3-4 0,0 1 7 15,0 1-7-15,-3 1-1 0,4 3 0 0,-4 0 1 16,5 3 0-16,-3 2-1 0,-3-1-1 0,2 3 0 15,-3-3-5-15,0 3 6 0,-3-2 0 0,1 0-2 16,-2-1-3-16,-1-3 5 0,-2 2-4 0,-1-9-1 16,0 10 1-16,0-10 7 0,0 12-3 0,0-12-1 15,0 0-2-15,-4 5-1 0,4-5 1 0,0 0-6 16,0 0 1-16,0 0 6 0,-20-11-3 0,17 5 3 16,-1-3-2-16,2 1 1 0,0-1 3 0,1-3-3 15,1-1-1-15,3 2 2 0,2-7 1 0,0 4-5 16,2 4 6-16,-1-1-3 0,1 2 5 0,2 0-1 15,-1 3-5-15,2-2 5 0,-3 3-4 0,3 2 4 16,-4 3-4-16,6-1 4 0,-12 1 1 0,14 4 1 16,-1 2-4-16,-6 1 8 0,0 4 1 0,0-2-2 15,0 3-2-15,0 2 0 0,-3 0-1 16,-1 3-20-16,-3-2-38 0,1-4-37 0,0 2-38 0,1 3-49 16,-5-2-168-16,1-5-387 0,0 2 171 0</inkml:trace>
  <inkml:trace contextRef="#ctx0" brushRef="#br0" timeOffset="50026.05">24132 5550 139 0,'-4'-12'215'16,"0"3"-20"-16,-1 1-17 0,-1 3-6 0,-2-1-13 15,-3 4-16-15,-1-2-12 0,-1 5-15 0,-1 2-13 16,-1 0-8-16,-2 5-10 0,4 2-9 0,-3 1-7 16,3 2-7-16,-2 2-7 0,6 0-5 0,2 1-9 15,0 0-3-15,4 1-6 0,4 1-6 0,2-1-7 16,4-2 1-16,0 2-6 0,3-2-4 0,3 0 0 16,1 1-1-16,0-2-4 0,7 5 2 0,-5-5-1 15,-2-1-1-15,0 1-1 0,-2-1-1 0,-1-2-1 16,-1 3-3-16,-3-4-3 0,-2-2 4 0,-1 2-3 15,0 0 5-15,-3-5-4 0,0 1 4 0,-1-6 2 16,-2 12 0-16,-2-7-6 0,0 1 2 0,-1-3-14 16,-2 1-14-16,1-2-25 0,-4 0-28 0,10-2-27 15,-17 0-35-15,8-2-37 0,9 2-102 0,-14-4-304 16,8 1 134-16</inkml:trace>
  <inkml:trace contextRef="#ctx0" brushRef="#br0" timeOffset="50211.67">24238 5744 144 0,'0'0'210'0,"6"-5"-18"0,-6 5-21 0,0 0-14 15,0 0-17-15,0 0-7 0,12 2 1 0,-12-2-16 16,2 8-8-16,1-1-7 0,-2 0-14 0,2 3-6 16,-1 0-7-16,0 3-10 0,0-1-2 0,-1 3-9 15,-1-3-18-15,2 4-34 0,-2-4-30 16,0 0-30-16,-2 0-31 0,2 0-51 0,0-1-157 0,-3 0-321 15,0-1 143-15</inkml:trace>
  <inkml:trace contextRef="#ctx0" brushRef="#br0" timeOffset="50374.67">24261 5722 1513 0,'1'-29'19'0,"-1"9"27"0,1 0-40 16,1 1 6-16,-2 4-1 0,1 6-16 0,0 1-10 15,1 1-26-15,-2 7-12 0,6-7-2 0,-6 7-2 16,0 0-15-16,18 11-10 0,-13 1-5 0,4 4-25 16,1 7-60-16,-4 0-185 0,1 2 81 0</inkml:trace>
  <inkml:trace contextRef="#ctx0" brushRef="#br0" timeOffset="50579.8">24453 5924 112 0,'0'0'164'0,"0"0"4"0,0 0 13 0,11-10-7 15,-8 3-4-15,2-1-9 0,-2-2-9 0,2-1-10 16,-1 1-11-16,3-2-5 0,-2 1-9 0,4-3-9 16,-4 2-13-16,1 3-7 0,2 1-12 0,1 2-9 15,1-1-7-15,-1 4-8 0,1 0-6 0,1 2-7 16,-1 2-2-16,0 5-3 0,0-2-7 0,2 4-2 16,-2-1-3-16,-2 1-16 0,-1 3-19 0,1 0-23 0,-4 1-43 15,2-2-39-15,-2 1-49 0,0 1-42 16,-4 0-118-16,3-5-354 0,-1 2 158 0</inkml:trace>
  <inkml:trace contextRef="#ctx0" brushRef="#br0" timeOffset="50978.84">25277 5615 52 0,'7'-10'280'0,"-5"4"-14"0,-2-1-20 0,0 7-29 0,1-10-25 15,-1 10-19-15,0 0-20 0,0 0-11 16,0 0-15-16,-19 24-10 0,10-1-11 0,-4 1-10 16,-1 2-8-16,1 0-9 0,-1 0-5 15,-1-2-8-15,-2-1-6 0,3 1-9 0,-1-3-2 0,3-4-4 0,0-1-5 16,-1-3-7-16,1 3-12 0,0-5-8 16,2-2-6-16,2-2-6 0,-4-2-4 0,2-1-1 15,4-1-1-15,-2 1 3 0,0-3-11 0,-1-1-10 16,9 0 4-16,-13-1 4 0,2-4-1 0,6 0-1 15,-3-1 3-15,3-2 0 0,-1-3 6 0,2 0-4 0,2-1 4 16,0-5 1-16,2 1 1 0,4-3-1 16,1 3 4-16,4 0 1 0,-3 0 5 0,2 6 13 0,1 0 1 15,-3 3 2-15,3 0 1 0,-2 0-4 16,4 3 1-16,-4 1-7 0,-1 2 4 0,-6 1-6 0,21 4 1 16,-10-1-2-16,1 3-1 0,-1 2-1 0,2 3 2 15,-1 0 3-15,-1 2-5 0,-1 1 1 0,3 0-1 16,-3-1-30-16,2 3-43 0,-1-1-49 15,-1-1-47-15,2 0-64 0,-2 0-138 0,1-3-396 16,0-3 175-16</inkml:trace>
  <inkml:trace contextRef="#ctx0" brushRef="#br0" timeOffset="52562.66">25931 5753 125 0,'0'-8'242'15,"0"8"-4"-15,-4-14-2 0,2 4-10 0,-1 3-18 16,-4-1-7-16,0 3-11 0,1 0-13 0,-5 0-13 16,1 3-8-16,-1 2-16 0,-2 0-18 0,-1 4-13 15,-3 2-11-15,0 1-9 0,-1 4-9 0,-5 1-6 16,6 2-8-16,2-1-7 0,-1 3-4 0,3-2-4 16,3 2-6-16,1 0-5 0,3-2-5 0,1 1-2 15,3-5-7-15,0 3-7 0,4-1-4 0,0-2-10 16,3 0-9-16,1 0-5 0,5-3-6 0,5 2-4 15,-5-5 0-15,10 1-4 0,-3-1 3 0,0-3-4 16,2-1 4-16,-3-1 1 0,2-3 4 0,-1-1 2 16,-5 1 6-16,-2-3-4 0,3-3 2 0,-5-4 3 15,0-2 3-15,0-2-2 0,0-7-1 0,-4-2 5 16,1-2-4-16,-4 0 17 0,0-5-3 0,-4 1 1 16,0-3 2-16,-4 0 6 0,5 1 0 0,-3 3 9 15,2 4 17-15,0 2 8 0,0 8 3 0,0 6 12 16,1-1-2-16,1 4-7 0,-2 2-3 0,0 0-11 15,2 7-7-15,0-8-6 0,0 8-3 0,0 0-2 0,0 0 4 16,2 25-4-16,0-6-1 0,1 7 2 16,-1 3 7-16,0 0-13 0,0 3 8 0,2 0-16 15,-4-2 6-15,3 2 1 0,-1-2-5 0,0 1 2 16,0-4-4-16,3 1-29 0,0-2-29 0,-1-7-34 0,0 4-41 16,-4-4-47-16,1-2-61 0,3 0-63 15,-4 0-223-15,0-6-556 0,0-1 245 0</inkml:trace>
  <inkml:trace contextRef="#ctx0" brushRef="#br0" timeOffset="52912.88">26391 5625 2573 0,'11'-15'98'16,"1"3"-7"-16,-5 3-35 0,1 2-20 0,-3 2-16 15,-5 5-9-15,4-2 7 0,-4 2 19 0,0 0 18 16,-4 20 7-16,-3-5 15 0,-3 2-6 0,-4 4-5 0,2 3 3 15,-4 0-11-15,1-1-6 0,-1-1-3 0,1-2-6 16,1-4 1-16,-2 4-7 0,6-4 0 16,-2-4-6-16,-4 3-10 0,-2-3-13 0,3 0-9 15,-4-1-9-15,1-4 1 0,1 0-2 0,6-1 2 0,-1-4 1 16,1 0 2-16,3-2-3 0,8 0 2 0,-12-4 0 16,5-3-3-16,1 1 3 0,5-2 2 0,-1-5-2 15,2 2 1-15,3-5-2 0,3 0 3 16,5 2 0-16,3 1 5 0,1 2 8 0,-1 1 0 15,1 3 0-15,2 0 4 0,-4 4 2 0,1 0-3 0,3 0 1 16,-3 3 9-16,3 4-5 0,0 1-3 0,0 2-1 16,4-2-1-16,-1 4 3 0,-2-1-14 15,6 3-29-15,-5-1-29 0,1-1-47 0,4 5-52 16,1-2-51-16,-2 0-49 0,-6-1-233 0,2-4-530 16,-2 0 235-16</inkml:trace>
  <inkml:trace contextRef="#ctx0" brushRef="#br0" timeOffset="55685.3">27007 5017 129 0,'-4'-5'119'0,"4"5"4"0,-5-10 3 0,0 6-5 15,5 4-2-15,-4-10-7 0,1 5-8 0,3 5-7 16,-6-7-1-16,6 7-16 0,0 0 1 0,0-10-4 16,0 10 1-16,0 0-10 0,-2-6-13 0,2 6-1 15,0 0-7-15,0 0-2 0,0 0 6 0,25 8-4 16,-12-3 2-16,7 0-2 0,5 5 8 0,2 6 0 15,-1 1-4-15,1 2-2 0,0 2-7 16,0 7 0-16,3 10-3 0,-3 3 1 0,-5 7 1 0,-4 2 1 16,0 3-3-16,-7 6-1 0,6 22-3 0,-11-22-3 15,-2-2 0-15,-1 24-1 0,-6-24-5 0,-1-3 1 16,-3 0-4-16,-6-2-4 0,-5 0-20 0,-2 4-30 16,-12-3-27-16,-16 18-58 0,8-25-69 0,-27 20-197 15,-2-7-415-15,-10-4 184 0</inkml:trace>
  <inkml:trace contextRef="#ctx0" brushRef="#br0" timeOffset="57024.91">22858 4473 101 0,'0'0'112'0,"0"0"-11"0,0 0-5 0,0 0-1 15,0 0 4-15,0 0 6 0,0 0-11 0,0 0 0 16,0 0 4-16,0 0-2 0,-11 0 0 0,11 0-8 15,0 0-6-15,0 0-8 0,0 0-5 0,0 0-7 16,0 0-5-16,0 0-3 0,-12-3 0 0,12 3-8 16,0 0-2-16,0 0-3 0,0 0-2 0,0 0-7 15,-11 2-3-15,11-2-3 0,0 0-2 0,0 0-6 16,0 0 0-16,-6 2-1 0,6-2-3 0,0 0 0 16,-8 1-6-16,8-1 2 0,0 0-2 0,0 0-1 15,-9 3 2-15,9-3-3 0,0 0 3 0,0 0-4 16,0 0-4-16,0 0 6 0,0 0 0 0,0 0 0 15,0 0 0-15,27 4 2 0,-9-4-5 0,1-1 4 16,3 2-2-16,0-1 2 0,1-1-5 0,5-1-1 16,-1 2-11-16,-7 2-15 0,0-2-29 0,-3 0-32 15,1 0-35-15,-1 1-42 0,-3 1-133 0,-4-2-319 16,-4 1 141-16</inkml:trace>
  <inkml:trace contextRef="#ctx0" brushRef="#br0" timeOffset="57663.18">22794 4495 131 0,'0'0'125'0,"0"0"1"0,0 0-10 15,0 0-7-15,0 0-5 0,0 0-9 0,5-6 0 16,-5 6-12-16,0 0-5 0,0 0-6 0,0 0-4 15,0 0-11-15,0 0-3 0,0 0-7 0,0 0 4 16,0 0 7-16,0 0 1 0,0 0-2 0,14 7-5 16,-9-3 0-16,-5-4-7 0,8 9 0 0,-2-3-6 15,2 3 4-15,-1-1 2 0,1 2 0 0,0-1-4 16,-2 1-4-16,-1 2-3 0,0-2-3 16,2 2-3-16,-5-2-2 0,1 3-2 0,-1-4 0 0,1 2-3 15,1 0-3-15,-4-3 2 0,1 1-1 0,0 0-1 16,-1-3 1-16,0-6-2 0,-1 14-2 0,-4-5 1 15,0-2 2-15,0 1-3 0,-2-2 2 0,0 0-2 16,-6-3-1-16,4 4-2 0,1-3 1 0,-1-1-2 16,0-1-4-16,3 1 6 0,6-3-26 0,-15 2-12 15,10-1-14-15,5-1-20 0,-13 0-33 0,13 0-37 16,-8-3-40-16,8 3-159 0,-13-3-356 0,9 0 158 16</inkml:trace>
  <inkml:trace contextRef="#ctx0" brushRef="#br0" timeOffset="58028.84">23002 4475 157 0,'0'0'191'0,"5"-5"-2"0,-5 5-27 16,0 0-13-16,5-4-15 0,-5 4-15 0,0 0-18 15,0 0-10-15,0 0-8 0,0 0-12 0,0 0-2 16,0 0-6-16,13 8-3 0,-13-8-3 0,5 10-6 16,-2-3 0-16,-1 4 1 0,1 1-7 0,-2-1-5 15,3 1 0-15,-3-2-2 0,2 3-2 0,-2 0-3 16,0-3-5-16,-1 4-2 0,2-2 3 0,-2-3 0 15,2 3-8-15,-1-2-3 0,-2-1-1 0,2-1 1 16,-1 1-3-16,2-2-2 0,-2-7-1 0,2 12 0 16,-2-6-1-16,0-6-5 0,1 10-24 0,-1-10-24 15,0 11-36-15,0-11-38 0,-1 7-41 0,1-7-164 16,-11 8-348-16,4-6 154 0</inkml:trace>
  <inkml:trace contextRef="#ctx0" brushRef="#br0" timeOffset="58234.01">22832 4503 82 0,'18'-2'159'0,"1"-4"-20"0,8 0-24 15,4 2-22-15,4 0-35 0,0-4-42 0,2 4-48 16,0 0-73-16,-2-1-114 0,0-2 50 0</inkml:trace>
  <inkml:trace contextRef="#ctx0" brushRef="#br0" timeOffset="104735.77">16436 6135 23 0,'0'0'65'16,"0"0"-1"-16,0 0-3 0,-3-7-8 0,3 7-7 15,0 0-3-15,0 0-6 0,0-10-7 0,0 10-5 16,0 0-3-16,0 0-10 0,0 0-13 0,0 0-2 15,0 0-9-15,0 0 3 0,10 0-4 0,-10 0-17 16,0 0-40-16,16 7-74 0,-10-4 33 0</inkml:trace>
  <inkml:trace contextRef="#ctx0" brushRef="#br0" timeOffset="105169.43">19100 5841 28 0,'0'0'40'0,"0"0"-10"0,0 0 0 16,0 0-6-16,0 0 1 0,0 0 0 0,0 0-5 15,0 0-3-15,0 0 3 0,0 0-10 0,0 0-5 16,0 0-7-16,0 0-16 0,0 0-4 0,-2 16-17 16,2-16-42-16,-7 7 19 0</inkml:trace>
  <inkml:trace contextRef="#ctx0" brushRef="#br0" timeOffset="105923.31">19370 6182 47 0,'0'0'71'0,"0"0"-4"0,0 0-4 0,0 0-13 16,0 0 4-16,0 0-10 0,0 0-10 0,0 0 0 16,0 0-1-16,0 0-9 0,0 0-2 0,1-8-4 15,-1 8-11-15,0 0-6 0,0 0-5 0,0 0-10 16,0 0-22-16,0 0-1 0,0 0-43 0,0 0-87 16,-18 19 39-16</inkml:trace>
  <inkml:trace contextRef="#ctx0" brushRef="#br0" timeOffset="110806.88">23621 6179 8 0,'0'0'36'0,"0"0"-7"16,0 0-18-16,0 0-16 0,0 0-9 15,0 0-14-15,28 2 7 0</inkml:trace>
  <inkml:trace contextRef="#ctx0" brushRef="#br0" timeOffset="111394.42">22272 6953 3 0,'0'0'22'0,"0"0"-10"0,0 0-8 15,0 0-12-15,0 0-6 0,0 0 2 0</inkml:trace>
  <inkml:trace contextRef="#ctx0" brushRef="#br0" timeOffset="127969.35">15743 7380 14 0,'0'0'67'0,"-13"-2"0"0,13 2 2 15,-10-2-9-15,4 0-2 0,6 2-9 0,-15 0 0 16,8 0-12-16,7 0 6 0,-18 0-5 0,6 0-6 16,4 0-1-16,0 2 1 0,-2-1-5 0,-3 0-2 15,3-1-7-15,-1 2 1 0,0-1 0 0,1 0-1 16,-1 2-7-16,2-2 5 0,-1 2 2 0,1-2-2 16,-2 1-11-16,3-1 9 0,8-1-7 0,-14 2 16 15,8-1 3-15,6-1 3 0,-12 4 1 0,12-4-2 16,-8 0-3-16,8 0-1 0,0 0-10 0,-12 2 12 15,12-2-7-15,0 0-2 0,-4 2-6 0,4-2 0 16,0 0-2-16,0 0-2 0,0 0 7 0,0 0-9 16,0 0 3-16,0 0 9 0,0 0-4 0,20 11-2 15,-9-9 2-15,0 0 4 0,2 1 1 0,5-2 0 0,1 3 5 16,3 0-3-16,1-2 3 0,7 0-1 16,2 2 3-16,0-1 2 0,3-1-7 0,1-2 3 15,1 3-11-15,0-1 12 0,14 3-6 0,-12-5-1 16,12 0-2-16,-12 0 2 0,0 1-4 0,11 1-6 0,-13 1-2 15,16-2 8-15,-4-1-2 0,-9 0-8 16,13 2 6-16,-2-1-2 0,0 2-2 0,-11-3 7 16,12 0-5-16,-1 3 5 0,-13-3-2 0,13 3-8 15,-12 0 4-15,0-1-3 0,15-2 2 0,-5 3-6 0,-9-2 4 16,12 3 2-16,-13-4-3 0,12 0 3 0,1-3-1 16,-14 5-2-16,3-2-4 0,10 1 4 15,-13 1-10-15,12-1 12 0,-13 1-4 0,1 0-1 16,-2 0 6-16,1-2-3 0,-2 2-1 0,1 0 4 0,1 2-5 15,0-1-4-15,-4-2 1 0,3 2 5 0,0-3-3 16,-2 0-2-16,1 3 7 0,0-2-4 0,2-2 3 16,-3-2 1-16,-3 3-3 0,4-3 2 15,0 2-3-15,-3-1 5 0,-1 2-3 0,3-1 4 0,0-3-7 16,-4 1 1-16,3 2-1 0,0-1-1 0,-3 0 2 16,1 0 3-16,1 0 4 0,0 0-7 0,0-1-2 15,1 3-3-15,-2-1 9 0,-3-3-7 0,3 3 5 16,0-2-2-16,2 2-4 0,-1-1 7 0,-4 2-2 15,3 0-1-15,2 0 0 0,-6-2-3 0,2 2 5 16,-1-1-2-16,0 2 4 0,3-2-3 0,-3 1-6 16,3-2 3-16,-1-2 1 0,0 4 1 0,-1-1 4 15,1-4 1-15,-1 4-4 0,2-1 4 0,-2-2-3 16,0 2 0-16,3-2-4 0,0 3 9 0,-1-3-3 16,-2 2-8-16,1-2 1 0,-1-2 4 0,2 3-2 15,-1 0 0-15,1-2 4 0,0 1 0 0,-1 0-3 16,2-2 8-16,-1 1-4 0,1 0 1 0,-1 0 1 15,1-2-2-15,0 3-3 0,-2-2 2 0,0 3 0 16,0-4-2-16,0 3 0 0,-1 1-3 0,-1 0 2 16,3 1 4-16,-3-1-5 0,-6 1-1 0,5-1-1 15,-4 2 6-15,5-5-4 0,-9 6 4 0,3-2-2 16,-2 2-2-16,-1-1 2 0,2 2 4 0,-3-2-2 16,1 1 2-16,0 0-2 0,-1-1 1 0,0 1-3 15,1 0 3-15,-2 0-1 0,2-2 7 0,-1 2-6 0,2 0-1 16,2 0-6-16,-4 2 13 0,1-2-2 15,0 0-1-15,-2-2-2 0,-2 2-2 0,2-2 1 0,-2 4 5 16,0-4 0-16,-1 1 2 0,0 1 8 16,0-1-11-16,-1-1 12 0,6 1-2 0,-2 0-5 0,1-1 3 15,0-2 0-15,-2 2-4 0,1 1-4 0,-3-1 0 16,0 2 2-16,1-2 1 0,-2 0-6 16,1-1 5-16,-2 3-3 0,-1-2 4 0,2 0-5 15,-1 0 1-15,-1 2 3 0,-1 0 3 0,2-4-3 0,-2 4 5 16,-2-2 1-16,-8 2-5 0,14 0 2 0,-14 0 0 15,11-1-1-15,-11 1 6 0,9-3-3 16,-9 3 5-16,9 0 9 0,-9 0-3 0,0 0 12 0,0 0 2 16,9-1 7-16,-9 1-9 0,0 0 5 0,0 0 2 15,0 0-1-15,0 0-7 0,0 0 2 0,0 0-8 16,0 0 3-16,0 0-9 0,0 0 0 0,0 0-3 16,9-1-4-16,-9 1-4 0,0 0-11 0,0 0-15 15,0 0-20-15,0 0-17 0,0 0-30 0,0 0-24 16,0 0-36-16,0 0-39 0,0 0-49 0,0 0-120 15,-43 5-373-15,22-4 165 0</inkml:trace>
  <inkml:trace contextRef="#ctx0" brushRef="#br0" timeOffset="130376.8">16920 7921 36 0,'0'0'145'0,"-1"-9"-3"16,1 9-6-16,0 0 13 0,0 0-12 0,-5-9-6 15,5 9-5-15,0 0-11 0,0 0-13 0,0 0-9 0,-4-4-7 16,4 4-8-16,0 0-5 0,0 0-7 0,0 0-6 15,-9-3-7-15,9 3-9 0,0 0-1 16,-14-1-11-16,14 1 0 0,-10 1 1 0,10-1-2 16,0 0-7-16,-12 1-4 0,12-1 2 0,0 0-3 0,-9 2-3 15,9-2-5-15,0 0 4 0,0 0-4 0,-8 0-1 16,8 0-3-16,0 0 3 0,0 0 0 16,0 0 3-16,0 0-1 0,36-4 7 0,-15 1-8 15,5-3 3-15,6 0-5 0,-1 0 2 0,2 1 0 0,-2 0-2 16,1-2-2-16,-1 2-3 0,-5 3-7 0,-6-1-14 15,-2 2-16-15,-7 1-28 0,3 0-19 16,-4 0-13-16,-2 0-30 0,-8 0-13 0,11 0-2 16,-11 0-10-16,4 6-87 0,-4-6-254 0,0 0 113 0</inkml:trace>
  <inkml:trace contextRef="#ctx0" brushRef="#br0" timeOffset="130668.54">16916 7932 22 0,'-8'1'120'0,"8"-1"-6"15,0 0-9-15,0 0 10 0,-5 8-11 0,1-3 15 16,2 1-16-16,-4 2-9 0,3 3-8 0,-1 4 5 16,-1 1 6-16,0 0-9 0,1 1-4 0,0 2-5 15,-2-2 2-15,3 1-7 0,0 2-6 0,0-4-7 16,0 1-6-16,0-1-3 0,1 0-3 0,0 0-3 15,0-1-1-15,1-3-9 0,0-1 1 0,0 0-7 16,-1-1-4-16,1-1 1 0,2-2-1 0,-1 2-5 16,0-9 1-16,-2 17-4 0,2-11 0 0,0-6-16 15,0 13-20-15,0-7-19 0,0-6-20 0,-3 11-31 16,3-11-27-16,-3 11-27 0,0-5-32 0,3-6-90 16,-8 7-286-16,8-7 126 0</inkml:trace>
  <inkml:trace contextRef="#ctx0" brushRef="#br0" timeOffset="130838.4">16842 8251 150 0,'10'-2'148'0,"2"0"-7"16,1 1-16-16,-1-1-13 0,7 0-9 0,-1 2-15 15,2 0-10-15,0-1-30 0,2 1-26 16,-3 0-32-16,3 1-27 0,-2-1-28 0,-2 2-86 15,1 0-163-15,0 0 72 0</inkml:trace>
  <inkml:trace contextRef="#ctx0" brushRef="#br0" timeOffset="130999.93">17256 8263 103 0,'0'0'220'0,"0"0"-2"0,0 0-1 0,0 0-1 16,0 0-8-16,0 0-7 0,0 0-6 0,0 0 0 15,0 0-17-15,0 0-22 0,0 0-15 0,0 0-18 16,0 0-10-16,0 0-22 0,0 0-29 0,0 0-28 15,0 0-38-15,0 0-40 0,0 0-38 0,0 0-29 16,0 0-39-16,0 0-22 0,0 0-37 0,0 0-108 16,0 0-343-16,0 0 152 0</inkml:trace>
  <inkml:trace contextRef="#ctx0" brushRef="#br0" timeOffset="131794.6">17731 8046 173 0,'0'0'195'16,"0"0"-4"-16,0 0-4 0,0 0-15 0,0-9-9 15,0 9-7-15,0 0-14 0,0 0-12 0,0 0-10 16,0 0-12-16,0 0-6 0,0 0-7 0,0 0-9 16,0 0-6-16,0 0-10 0,0 0-4 0,0 0-7 15,0 0-6-15,0 0-8 0,0 0-3 0,0 0-5 16,0 0-8-16,0 0-2 0,0 0 0 0,0 0-7 15,0 0 1-15,0 0-2 0,0 0-1 0,0 0 1 16,-3 27 0-16,1-18-1 0,1-1-5 0,-1 2-1 16,0 2 3-16,1-1-2 0,0 1 1 0,1 0-3 15,1 1 3-15,-1-3-1 0,1 3 0 0,1-2 0 16,-4 1-1-16,4-3-2 0,1 2 0 0,-1-2-2 16,-1 0-3-16,1-2-2 0,1-1 3 0,1 1 1 15,-2 1 1-15,1-4 0 0,1 2-5 0,2-1 5 0,1 0-2 16,-7-5-1-16,10 5 4 0,-5-2-2 0,-5-3-1 15,14 1-1-15,-6-1 4 0,-1 0-2 16,-7 0 1-16,17-5-1 0,-8 1 2 0,-1 2-2 0,-1-5-2 16,2 0 2-16,-1-2 0 0,0 1-2 0,-1-1 2 15,1-1-3-15,-3-2 2 0,1 2-2 0,0-3 0 16,-1 0 2-16,-2 4-2 0,2-1 7 0,-2 3 8 16,0-1 5-16,-1 2 0 0,-2 6-3 0,3-8 0 15,-3 8-9-15,2-6-1 0,-2 6-4 0,0 0-3 16,3-6 2-16,-3 6-6 0,0 0 8 0,0 0-2 15,0 0-6-15,13 18 3 0,-8-11 2 0,-1 2-1 16,2-2-2-16,-1 3-1 0,3-1 2 0,-2 0 2 16,2 2-3-16,0-4 4 0,0 1-5 0,0-1 2 15,1-1-1-15,0-2 4 0,4 3-4 0,-4-3 6 16,2 0-8-16,1-1 2 0,-2-1 2 0,3 0-1 16,-4-2-2-16,1 0 6 0,-10 0-4 0,18-3 0 15,-9-2 0-15,1 2 9 0,0-2-5 0,-2-4 1 16,0 2 1-16,-3-3-3 0,1 0-2 0,-2-3 3 15,1-2-2-15,-2-1-1 0,-3 2 4 0,0-2-2 16,-2 0-2-16,1 2-1 0,-2 2 1 0,2 0 1 16,-1 2-6-16,-1 0-17 0,2 3-10 0,-3 1-24 15,4 6-24-15,-4-9-27 0,4 9-39 0,-2-6-25 16,2 6-8-16,0 0-19 0,0 0-7 0,0 0-173 16,0 0-404-16,11 18 179 0</inkml:trace>
  <inkml:trace contextRef="#ctx0" brushRef="#br0" timeOffset="131936.91">18373 8135 7 0,'0'0'229'0,"6"3"-20"0,-6-3-8 16,0 0-8-16,4 4-2 0,-4-4 1 0,0 0-11 15,0 0-6-15,5 5-18 0,-5-5-15 0,0 0-15 0,0 0-16 16,0 0-30-16,0 0-31 0,0 0-47 16,7 2-54-16,-7-2-48 0,0 0-41 0,0 0-52 15,4 6-103-15,-4-6-319 0,0 0 141 0</inkml:trace>
  <inkml:trace contextRef="#ctx0" brushRef="#br0" timeOffset="133300.4">22462 7442 2 0,'0'0'96'0,"-11"0"-19"0,11 0-3 0,0 0-3 16,0 0-6-16,0 0-11 0,0 0-4 0,-10-1-5 15,10 1 11-15,0 0-14 0,0 0-7 0,-11 0 5 16,11 0-10-16,0 0-10 0,-8 1 7 0,8-1-11 16,0 0 5-16,-11 2 4 0,11-2-11 0,-8 1 7 15,8-1 2-15,-9 2 1 0,2 0-3 0,7-2 0 16,-11 1 7-16,3 1 0 0,8-2 4 0,-11 2-8 15,4-1 8-15,7-1-2 0,-11 2-1 0,11-2-1 16,-9 0 5-16,9 0-5 0,-11 3 3 0,11-3-1 16,0 0-3-16,-10 1 1 0,10-1 1 0,0 0 1 15,0 0-3-15,-7 0-3 0,7 0 8 0,0 0-1 16,0 0-2-16,0 0-4 0,0 0 3 0,0 0 0 0,0 0 0 16,0 0 6-16,0 0 0 0,28 2 5 15,-10-1-5-15,2-2-2 0,11 1 2 0,1-2 1 16,2-2 1-16,6 4-2 0,-1-3 2 0,14 1-7 15,-2-1 0-15,0 0-3 0,0 1 1 0,-11 0-1 0,13 1 1 16,0-1-5-16,1 2-6 0,1-1-2 16,-2 2 2-16,0 1-1 0,-1-1-3 0,2-1-5 15,1 0 4-15,-5 0-3 0,-11 2 0 0,15-1-1 0,-3-2 2 16,0-1 0-16,0 2 0 0,2 0-3 0,-1-1 3 16,-1 1 2-16,1-3-2 0,2 2 5 0,0-1 0 15,-3 2-3-15,1-2 0 0,-1 1 1 0,-12 0-7 16,0-1 4-16,14 0 0 0,-2 0 0 0,-10 1-2 15,11-1-3-15,3-1 3 0,-2 1 0 0,1 0 0 16,0 1-7-16,0-2 3 0,1 1 1 0,0 2 0 16,0-2-1-16,0 2-3 0,1-1 6 0,-2-1-6 15,-5 1 4-15,-9 0-2 0,0-1 0 0,11 2-2 16,-13-3 0-16,14 1 0 0,-12 0 2 0,11 0-2 16,1 1 0-16,-13-2 1 0,15 1 0 0,-3 2-2 15,0 0 1-15,-13 0 0 0,1-2 3 0,13-1-4 16,-14 3 5-16,0-3 0 0,1 2-5 0,-1-1 2 15,-2 2 2-15,2-1-3 0,-3-2 0 0,2 3 1 16,-5 0 1-16,1 0-1 0,-6-2-1 0,7 2 0 16,-7 0 3-16,1 0-5 0,-5 0 4 0,-2 0-1 15,-1-1 4-15,0 1 3 0,-6 0-2 0,-1-2-1 16,7 0 7-16,-9 2-2 0,5-2 1 0,-2 2 2 16,-3 0 7-16,2-1-3 0,0 1 1 0,-3-2-1 15,-1 2-1-15,0-1-1 0,-9 1 1 0,14 0 0 16,-14 0 0-16,10 0-2 0,-10 0 1 0,9 0-1 15,-9 0 4-15,0 0-5 0,14 0 2 0,-14 0-3 16,0 0 1-16,5-2 6 0,-5 2-9 0,0 0-1 16,0 0-1-16,0 0-2 0,0 0 2 0,0 0-3 15,0 0-9-15,0 0-17 0,0 0-9 0,10-1-24 16,-10 1-27-16,0 0-22 0,0 0-26 0,0 0-36 0,0 0-26 16,0 0-176-16,-19 11-397 0,9-9 176 15</inkml:trace>
  <inkml:trace contextRef="#ctx0" brushRef="#br0" timeOffset="134312.7">23278 7808 78 0,'0'0'195'0,"-1"-8"-9"0,1 8-4 16,0 0-5-16,-2-10-15 0,2 10-5 0,0 0-14 15,0 0-11-15,-2-7-16 0,2 7-9 0,0 0-12 16,0 0-14-16,0 0-9 0,0 0-8 0,0 0-10 16,0 0-6-16,0 0-9 0,0 0 1 0,0 0-8 15,-1 31 4-15,-2-17-8 0,-1 4 0 0,2-7-3 16,-1 6-4-16,1 1 0 0,-2 1-2 0,1-2-4 15,-1 0 2-15,2-1-5 0,-2 0 2 0,1-6-4 0,1 3 2 16,1-2-1-16,-2 0-4 0,2 0 2 16,0 0 1-16,-1-1-5 0,0 0 4 0,0 0-6 15,1-3 5-15,1-7-2 0,-1 14 2 0,1-9-11 16,0-5-16-16,-1 10-6 0,1-10-12 0,-2 10-18 16,2-10-29-16,-5 9-20 0,5-9-32 0,-4 9-34 15,-1-4-141-15,0-2-336 0,-1 0 149 0</inkml:trace>
  <inkml:trace contextRef="#ctx0" brushRef="#br0" timeOffset="134674.97">23282 7750 114 0,'15'-9'172'0,"2"3"-8"15,-1 0-9-15,0 4-7 0,-3 0-18 0,-2 2-10 16,1 2-11-16,-1 0-14 0,-2 1 3 16,0 3-21-16,0 0-5 0,-2 0-9 0,-1 2-5 0,-2 1-4 15,-2 1-3-15,-1-4-6 0,-1 4-5 0,-1 0 1 16,-1 0-7-16,-2 0-2 0,-3-1-4 16,0 1-5-16,0-1-1 0,0-3 2 0,0 2 0 15,-4 0-4-15,2-4-3 0,0 2 0 0,1-3-3 0,-1 1-2 16,3-2 1-16,-1 1 1 0,7-3 1 0,-9 4-3 15,9-4-2-15,-10 3-3 0,10-3 0 0,0 0-1 16,-5 4-4-16,5-4-1 0,0 0 2 0,-4 7-1 16,4-7 1-16,0 0 0 0,4 14-4 0,-1-9 4 15,1 5 2-15,2-1-3 0,4 0-4 0,-2 1-28 16,7 1-25-16,-2 0-34 0,0-1-28 0,2 1-35 16,-1 0-138-16,0-2-313 0,2 2 139 0</inkml:trace>
  <inkml:trace contextRef="#ctx0" brushRef="#br0" timeOffset="134846.09">23530 8133 53 0,'0'0'234'0,"0"0"-10"0,0 0-12 16,0 0-10-16,0 0-15 0,0 0-18 0,0 0-15 15,0 0-22-15,0 0-34 0,0 0-40 0,0 0-39 16,0 0-38-16,0 0-23 0,0 0-47 0,0 0-38 15,0 0-118-15,11-1-264 0,-11 1 117 0</inkml:trace>
  <inkml:trace contextRef="#ctx0" brushRef="#br0" timeOffset="135220.24">23759 7933 216 0,'2'-9'265'0,"-1"2"1"0,-1 7-19 0,4-11-12 16,-4 5-20-16,0 6-23 0,0 0-16 0,3-8-23 15,-3 8-17-15,0 0-17 0,0 0-13 0,0 0-9 16,0 0-10-16,14 16-1 0,-9-5-13 0,3-1-11 16,-1 7-7-16,0-2-3 0,-1 1-3 0,-1-1-9 0,3 1 0 15,-2-2-4-15,-1-1-8 0,-1-4-1 16,0 1-3-16,1 1 0 0,0-2-1 0,-2 0-3 15,2-1-1-15,-1-2 1 0,-2 1 4 0,1-2-10 16,-3-5 1-16,4 7 1 0,1-4-1 0,-5-3 1 16,0 0 3-16,7 5-1 0,-7-5 1 0,0 0 0 15,18-11 3-15,-9 2-2 0,0 0 11 0,4-6-12 16,2 2-4-16,1-9-2 0,3 1 1 0,-1 0-1 16,-3-2-4-16,4 3 2 0,-2 1-2 0,-6 5-1 0,1-1-15 15,-2 2-21-15,-1 4-17 0,-4 2-27 0,0 1-35 16,-2 3-40-16,1-4-49 0,-4 7-32 15,5-6-226-15,-5 6-490 0,0 0 217 0</inkml:trace>
  <inkml:trace contextRef="#ctx0" brushRef="#br0" timeOffset="135368.19">24234 7945 197 0,'4'3'251'0,"-4"-3"-26"0,0 0-15 0,0 0-18 16,0 0-21-16,0 0-18 0,0 0-16 0,0 0-35 15,0 0-48-15,0 0-46 0,0 0-62 0,0 0-40 16,0 0-51-16,-26 4-90 0,15-4-254 0,-3 2 112 16</inkml:trace>
  <inkml:trace contextRef="#ctx0" brushRef="#br0" timeOffset="136314.74">16944 8556 84 0,'-10'-2'118'0,"10"2"-3"0,-8-1 1 0,8 1-7 16,-10-3-8-16,10 3-4 0,-8-2 8 15,8 2-14-15,0 0-11 0,-11-1-4 0,11 1-11 16,0 0-7-16,0 0-6 0,0 0-7 0,-9-1-3 15,9 1-6-15,0 0 5 0,0 0 5 0,0 0 7 0,28 12 6 16,-1-9 2-16,4 3-4 0,8-5-6 16,18 1-1-16,8-1-4 0,27-1-3 0,-1-4-5 15,-28 2-1-15,5-2-2 0,23-4-9 0,-31 3-3 16,-3 3 1-16,-2-2 0 0,0-1-2 0,-16 4-11 0,-3 2 6 16,-3-2-4-16,-3 1 2 0,-7 0-6 0,-4 0 3 15,-4 1-2-15,-3 0 2 0,0-1-2 0,-4 1 3 16,-2-1 5-16,-6 0 16 0,13 0 13 0,-13 0 10 15,7 2 11-15,-7-2 11 0,0 0 4 0,0 0 4 16,9 0 0-16,-9 0-6 0,0 0-3 0,0 0-7 16,0 0-5-16,0 0-6 0,0 0-8 0,0 0-5 15,0 0 0-15,0 0-14 0,0 0 0 0,0 0-15 16,-15-16-22-16,15 16-28 0,0 0-31 0,0 0-31 16,0 0-24-16,0 0-25 0,0 0-49 0,0 0-38 15,-1 22-190-15,1-22-455 0,4 13 201 0</inkml:trace>
  <inkml:trace contextRef="#ctx0" brushRef="#br0" timeOffset="137194.65">23333 8359 111 0,'-10'-1'140'0,"10"1"-3"0,0 0-5 0,-9-2-7 0,9 2 0 16,0 0-15-16,0 0-5 0,0 0 5 0,-12 0-4 15,12 0-2-15,0 0-7 0,0 0 1 0,0 0-5 16,0 0-8-16,-10-1-9 0,10 1-2 0,0 0-6 16,0 0-4-16,0 0-3 0,0 0 1 15,0 0-8-15,0 0 2 0,0 0-7 0,33-5 1 0,-11 4 0 16,9 2-2-16,6-4-2 0,4 2-5 0,12-1-1 16,1 2-6-16,2-6-1 0,-1 6 1 0,-1 3-4 15,-13-6-4-15,-3 3 0 0,-3 0 0 0,1 0-4 16,-5 0-1-16,-1-2 1 0,-2 2 7 0,-9 0-5 15,-6 0 6-15,0-1-3 0,-2 1 0 0,-2 0 12 16,-1 0-2-16,-8 0 3 0,10 0 4 0,-10 0 9 16,8 0 0-16,-8 0-1 0,0 0 3 0,0 0 8 0,12-2-16 15,-12 2-5-15,0 0 1 0,0 0-9 16,0 0-4-16,0 0-4 0,0 0-3 0,0 0-9 16,0 0-23-16,0 0-31 0,0 0-32 0,0 0-43 15,0 0-61-15,0 0-73 0,0 0-245 0,-20 16-535 0,8-14 236 16</inkml:trace>
  <inkml:trace contextRef="#ctx0" brushRef="#br0" timeOffset="139993.9">22252 6903 79 0,'0'0'104'0,"0"0"0"0,0 0-3 0,0 0-1 15,0 0-6-15,0 0-10 0,0 0-7 0,0 0 0 16,0 0-4-16,0 0-14 0,0 0-2 0,0 0-6 16,0 0-5-16,0 0-4 0,0 0-5 0,0 0-4 15,0 0 1-15,0 0-7 0,0 0 0 0,0 0-2 0,0 0-5 16,0 0-14-16,0 0-7 0,0 0-17 0,0 0-14 15,0 0-10-15,0 0-17 0,0 0-9 16,0 0-24-16,0 0-12 0,0 0-54 0,0 0-169 0,0 0 76 16</inkml:trace>
  <inkml:trace contextRef="#ctx0" brushRef="#br0" timeOffset="140500.84">22827 5050 38 0,'0'0'95'0,"0"0"-9"0,0 0-10 0,0 0-6 15,5-3-5-15,-5 3-11 0,0 0-4 0,0 0-18 16,0 0-12-16,0 0-20 0,0 0-19 0,0 0-23 16,0 0-46-16,0 0-95 0,-1 18 42 0</inkml:trace>
  <inkml:trace contextRef="#ctx0" brushRef="#br0" timeOffset="159229.63">23236 5879 14 0,'0'0'54'0,"0"0"-9"0,0 0-5 0,0 0-16 15,0 0-13-15,9 2-8 0,-9-2-14 0,0 0-19 0,1 7-33 16,-1-7 14-16</inkml:trace>
  <inkml:trace contextRef="#ctx0" brushRef="#br0" timeOffset="160053.62">26492 5910 5 0,'0'0'74'16,"0"0"-13"-16,10-1-10 0,-10 1-22 0,0 0-16 16,0 0-21-16,0 0-30 0,0 0-41 0,0 0 19 15</inkml:trace>
  <inkml:trace contextRef="#ctx0" brushRef="#br0" timeOffset="160813.49">27090 5819 50 0,'0'0'88'16,"0"0"-15"-16,0 0 0 0,0 0-12 0,9 0-13 15,-9 0 11-15,0 0-15 0,0 0-5 0,0 0 11 16,0 0-18-16,0 0-12 0,0 0-1 0,0 0-6 0,0 0 5 16,0 0-10-16,0 0 1 0,0 0-7 0,0 0 10 15,0 0-7-15,0 0-3 0,0 0 2 16,0 0 2-16,0 0-4 0,0 0 4 0,0 0-3 15,0 0-7-15,0 0 9 0,0 0-1 0,0 0 0 0,0 0-4 16,0 0 7-16,0 0-2 0,0 0-9 0,0 0 9 16,0 0-7-16,0 0 4 0,0 0-3 0,0 0 4 15,0 0-8-15,0 0 8 0,0 0-6 0,0 0 1 16,0 0 4-16,0 0-2 0,0 0 1 16,0 0 1-16,0 0-6 0,0 0 7 0,0 0 3 0,0 0 0 15,0 0-7-15,0 0 3 0,0 0-3 0,0 0 0 16,0 0 3-16,0 0 1 0,0 0-12 0,0 0 4 15,0 0 4-15,0 0 7 0,0 0-4 16,0 0-13-16,0 0 16 0,0 0 0 0,0 0-8 16,0 0 3-16,0 0 9 0,0 0-8 0,0 0-13 0,0 0 13 15,0 0-1-15,0 0-4 0,0 0 14 0,0 0-10 16,0 0 0-16,0 0 8 0,0 0-6 0,0 0 2 16,0 0-10-16,0 0 13 0,0 0-7 0,0 0 6 15,0 0-6-15,0 0 4 0,0 0-7 0,0 0 0 16,0 0-1-16,0 0 3 0,0 0 2 0,0 0-3 15,0 0-10-15,0 0 10 0,0 0 0 0,0 0-3 16,0 0-3-16,0 0 2 0,0 0-4 0,0 0 2 16,0 0 5-16,0 0-2 0,0 0 0 0,0 0 2 15,0 0 2-15,0 0 1 0,0 0-1 0,0 0 0 16,0 0 1-16,0 0 0 0,0 0-6 0,0 0 6 16,0 0 2-16,0 0-6 0,0 0 11 0,0 0-11 15,0 0 3-15,0 0-5 0,0 0 5 0,0 0-6 16,0 0 6-16,0 0 1 0,0 0-10 0,0 0-1 15,0 0 7-15,0 0-3 0,0 0 1 0,0 0 2 16,0 0-10-16,0 0 2 0,0 0 1 0,0 0-11 16,0 0 11-16,0 0 2 0,0 0-4 15,0 0 1-15,0 0-3 0,0 0-3 0,0 0-3 0,0 0-2 16,0 0 2-16,0 0 1 0,0 0 3 0,-20 10-6 16,20-10 5-16,0 0-6 0,0 0-3 0,0 0-5 15,-9 4-17-15,9-4-53 0,0 0 24 0</inkml:trace>
  <inkml:trace contextRef="#ctx0" brushRef="#br0" timeOffset="162816.34">8696 9677 136 0,'0'0'173'0,"-6"-6"-9"0,6 6-7 0,0 0-8 16,-4-4-12-16,4 4-9 0,0 0-18 0,0 0-10 15,0 0-11-15,0 0-8 0,0 0-10 0,0 0-15 16,0 0-1-16,0 0-2 0,0 0-5 0,0 0 1 16,0 0-7-16,18 16-5 0,-12-9-3 0,3 3 0 15,0 4-8-15,1 1 1 0,2 2-3 16,3 4-1-16,-4-4-4 0,-1 2 1 0,1 3-3 0,-2-5-1 15,-1-1-4-15,2 1 4 0,-2 0-4 0,-1-2-2 16,1 2 4-16,1-2-3 0,-4-3-3 0,2 1 2 16,-2-3-4-16,0-1 2 0,-1-2-11 0,-2-2 9 15,2 0 2-15,-4-5-5 0,5 7 5 0,-5-7-1 16,4 6 23-16,-4-6 17 0,0 0 0 0,0 0 1 16,0 0 0-16,0 0 5 0,15-16 1 0,-8 6-5 15,-5-3-1-15,5-2-5 0,-2-4-2 0,3-6-7 16,-3 7 2-16,3-10-5 0,0 1 0 0,1-1-5 15,0-2 0-15,-1-1-6 0,1 4-1 0,-4-2-1 16,2 3 0-16,-2 0-3 0,-1 7-1 0,-1-2 2 16,1 4-4-16,-2 2-2 0,2-2 2 0,-2 7-5 15,-1 3 0-15,0 1-4 0,-1 6-6 0,3-11-19 16,-3 11-21-16,2-7-10 0,-2 7-2 0,0 0-12 16,0 0-15-16,5 18-7 0,-5-6-37 0,3 4-31 15,-1 3-37-15,-2 8-171 0,-5-1-393 0,5 1 175 16</inkml:trace>
  <inkml:trace contextRef="#ctx0" brushRef="#br0" timeOffset="163310.99">9266 9993 68 0,'-6'-16'211'0,"6"16"-11"0,-11-6-12 15,11 6-7-15,-12-6-7 0,4 6-13 16,8 0-8-16,-19 3-17 0,7 0-9 0,1 0-14 16,1 4-9-16,0 0-11 0,1 0-10 0,0 3-10 15,0 3-4-15,-3 0-9 0,6 1-5 0,1 1-3 0,0-6-6 16,-1 7-4-16,4-4-10 0,-2-1 1 0,3 1-7 16,1-3-7-16,1 4-4 0,2-4-6 0,-1-2-3 15,-1-2-1-15,-1-5 1 0,8 5-5 16,-1-4 7-16,-7-1-2 0,16 0 1 0,-7-4-2 0,3 0-2 15,0-3 5-15,-1-2-4 0,3-3 1 0,-3-2 1 16,2-1 1-16,-2 1 0 0,2-2 1 16,1-4 2-16,-3-5 0 0,-5 8 4 0,3-8-5 15,-2 0 3-15,-1-1 3 0,-1 0 3 0,-1-2-3 0,-4 2 4 16,0-3-1-16,1 2-1 0,-1 0 1 0,-1 2 6 16,1 8 13-16,-3 0 2 0,4 7 4 0,-2-1 3 15,0 2 1-15,2 2-5 0,-1 7-10 0,-1-10-1 16,1 10-7-16,0 0-4 0,0 0 1 0,0 0-3 15,0 0-4-15,0 0 2 0,5 28-1 0,-4-9-5 16,3 6 6-16,-3 1-2 0,2-1-5 0,-4 2 4 16,2 0-6-16,1 0 7 0,-2-1-6 0,2 0-1 15,-1-2 0-15,0-4-7 0,0-1-20 0,1 0-27 16,0 2-21-16,1-5-28 0,-1 0-38 0,0 0-38 16,2-5-24-16,-3 1-28 0,3 0-178 0,-3-1-434 15,4-2 192-15</inkml:trace>
  <inkml:trace contextRef="#ctx0" brushRef="#br0" timeOffset="163563.21">9746 9756 2201 0,'2'-17'9'0,"-4"2"33"0,0 3 26 15,0 1-18-15,-1 1-19 0,1 2 3 0,-1 2-3 16,3 6 4-16,-5-8-5 0,5 8 9 0,-10-1 5 15,10 1 12-15,-14 13 3 0,5 0 5 0,-5 8 0 16,2 3 1-16,-2 2-6 0,4 3-4 0,1-1-4 16,2 0-8-16,0 0 11 0,2 1-17 0,1-1-5 15,3-3-2-15,1 2-1 0,5-2-7 0,2-1-14 16,-3-6-19-16,0 1-26 0,4 0-25 0,0-2-33 16,0 0-24-16,3-1-41 0,0-2-33 0,2-1-40 15,-2-1-173-15,1 1-439 0,3-3 195 0</inkml:trace>
  <inkml:trace contextRef="#ctx0" brushRef="#br0" timeOffset="164002.04">10146 9904 25 0,'-2'-10'239'0,"-3"4"-1"0,-1-4-4 15,-2 5-10-15,-1-3-10 0,4 4-17 0,-3 1-15 0,2 1-17 16,6 2-21-16,-18 3-12 0,12 1-13 0,-5 1-10 15,0 4-11-15,3 0-10 0,-2 4-8 16,1 1-9-16,3-4-9 0,2 6-1 0,3-1-11 16,-2-4-4-16,1 0-6 0,2 1-3 0,0-3-5 0,2 1-5 15,-1 0-10-15,1-4-6 0,-2-6-2 0,5 9 4 16,-3-4-8-16,5-3-1 0,-7-2-4 0,12 3 3 16,-12-3 0-16,13-3-1 0,-3-5 1 15,-2 3 0-15,0-4 0 0,1-1 0 0,-3-1-1 0,2-3-2 16,0-4 1-16,-1 1 2 0,2-7 3 0,-6 5-1 15,1-7 5-15,-1 6-3 0,1-7 1 0,-1 2 9 16,-2 0-6-16,2-1 8 0,-3 0 4 0,-2 9-1 16,2 0 2-16,0-2 5 0,0 7 3 0,0 1 7 15,-1 3 11-15,1 8-14 0,-1-13-4 0,1 13-7 16,-1-6-4-16,1 6-2 0,0 0 1 0,0 0-3 16,0 0-1-16,5 36 1 0,-2-16-2 0,-6 7 8 15,4 0-9-15,3-2 0 0,-3 4-4 16,-1-4 10-16,1-5-12 0,3 6 1 0,-1-1-4 0,0-1-1 15,4 2-16-15,-4-8-30 0,0 0-30 0,1 1-30 16,0 0-36-16,1-3-34 0,3-3-34 0,-2-2-34 16,2 0-201-16,-2-1-477 0,1-2 211 0</inkml:trace>
  <inkml:trace contextRef="#ctx0" brushRef="#br0" timeOffset="164227.87">10534 9786 51 0,'-4'-7'227'0,"4"7"1"0,-9-10-5 16,3 6-9-16,0 3-8 0,6 1-6 0,-17 1-15 15,5 2-15-15,2 4-10 0,-1 4-8 0,1-1-17 16,-1 4-16-16,3 3-7 0,0 0-8 0,1 7-6 16,2-6-13-16,1 3-7 0,3-2-6 0,0-2-10 15,1 1-7-15,4-2-4 0,1 0-7 0,0 1-32 16,0-5-23-16,5 1-28 0,-2-2-43 0,0-2-42 15,2-2-57-15,0 0-42 0,-5 3-175 0,1-3-430 16,2-2 191-16</inkml:trace>
  <inkml:trace contextRef="#ctx0" brushRef="#br0" timeOffset="164480.46">10675 9746 291 0,'2'-7'280'15,"-1"-1"-15"-15,-1 8-19 0,2-9-26 0,-2 9-21 16,5-9-21-16,-5 9-8 0,0 0-23 0,19 13-6 0,-9 0-15 16,7 6-9-16,-3 4-9 0,-2 0-12 0,0 2-12 15,-4 4-3-15,0-4-6 0,-1 2-7 0,-3-1-6 16,-4 2-7-16,-1-2-2 0,-3-1-7 16,-2 1-1-16,-1-9-10 0,2 3 6 0,-6 3-10 0,2-5-12 15,-2 0-15-15,0-3-12 0,-6 4-18 0,1-4-21 16,2-4-27-16,-4 2-32 0,4-1-28 0,-3-1-23 15,3-3-29-15,4-2-30 0,1 0-173 16,1-2-420-16,2-2 186 0</inkml:trace>
  <inkml:trace contextRef="#ctx0" brushRef="#br0" timeOffset="164655.67">11197 9883 132 0,'5'-3'253'0,"-5"3"-25"0,9-2-14 0,-9 2-15 16,6-4-13-16,-6 4-19 0,0 0-18 0,0 0-18 16,10-3-14-16,-10 3-34 0,0 0-31 0,10 0-46 15,-10 0-54-15,9 6-40 0,-3-5-38 0,1 1-151 16,-1 1-298-16,0 1 132 0</inkml:trace>
  <inkml:trace contextRef="#ctx0" brushRef="#br0" timeOffset="164794.94">11252 9988 49 0,'-5'5'222'0,"5"-5"-18"16,0 0-9-16,-3 4-4 0,3-4 1 0,0 0-4 16,0 0-2-16,0 0-14 0,0 0-20 0,14 7-9 15,-3-8-13-15,-1 1-23 0,8-2-28 0,0 0-45 16,1 0-64-16,0-2-64 0,9 1-73 0,-3-6-159 16,2 0-353-16,-7 4 157 0</inkml:trace>
  <inkml:trace contextRef="#ctx0" brushRef="#br0" timeOffset="171131.87">25971 6409 41 0,'0'0'91'0,"5"-3"-6"15,-5 3-9-15,0 0-8 0,0 0-7 0,7-6-13 16,-7 6-24-16,0 0-17 0,0 0-24 0,0 0-64 16,0 0-88-16,0 0 39 0</inkml:trace>
  <inkml:trace contextRef="#ctx0" brushRef="#br0" timeOffset="172520.47">26182 6518 23 0,'0'0'29'16,"0"0"-2"-16,0 0-9 0,0 0 14 0,0 0-7 15,0 0 2-15,0 0-1 0,0 0 6 0,0 0-1 16,0 0 1-16,0 0 1 0,0 0-7 16,0 0 2-16,0 0-3 0,0 0 2 0,0 0-4 0,0 0 0 15,0 0-4-15,0 0 4 0,0 0-4 0,0 0-1 16,0 0 9-16,0 0-4 0,0 0-1 0,0 0 0 15,0 0 3-15,0 0-7 0,0 0-3 0,0 0-7 16,0 0 5-16,0 0 6 0,0 0-9 0,0 0 4 16,0 0-1-16,0 0 5 0,0 0-8 0,-4-5-1 15,4 5 6-15,0 0-10 0,0 0 2 0,0 0-1 16,0 0-7-16,0 0 1 0,0 0 3 0,0 0-6 16,0 0 5-16,0 0 9 0,0 0-14 0,0 0-13 15,0 0 18-15,0 0-5 0,0 0 0 0,0 0-6 16,0 0 0-16,0 0 5 0,0 0-5 0,0 0 10 15,0 0-6-15,0 0-2 0,0 0 4 0,0 0 0 16,0 0-1-16,0 0-2 0,0 0 4 0,0 0 4 16,0 0-13-16,0 0-3 0,0 0-11 0,-13 8-3 15,13-8-20-15,0 0-64 0,-10 3-121 0,10-3 54 16</inkml:trace>
  <inkml:trace contextRef="#ctx0" brushRef="#br0" timeOffset="177101.67">16741 6228 13 0,'0'0'34'0,"0"0"-4"0,0 0-12 0,0 0-14 15,0 0-1-15,0 0-20 0,0 0-19 0,0 0 8 16</inkml:trace>
  <inkml:trace contextRef="#ctx0" brushRef="#br0" timeOffset="-199260.38">12479 9422 28 0,'0'-12'155'0,"0"1"-3"0,-2 0-7 0,2 1 2 16,-2 0 3-16,2 1-7 0,0 9-2 0,-2-14-9 15,2 5-7-15,0 9-9 0,-3-10-9 0,3 10-11 16,0 0-12-16,0-9-8 0,0 9-9 0,0 0-11 15,0 0-4-15,0 0-8 0,0 0-2 0,0 0-2 16,0 0-7-16,0 0-4 0,5 38-2 0,-3-19 1 0,0 0-3 16,-2 0 1-16,0 6-6 0,-2-1-5 0,0 1 1 15,0-5 1-15,2 5 0 0,0-7-6 16,-3 0 3-16,3 1-3 0,-1-4 0 0,1 2-1 16,0 0 0-16,0-1-4 0,1 0 5 0,2-5-1 0,-3 1-3 15,0 1-1-15,0-2 2 0,0 1-5 0,0-2 3 16,0 0-17-16,0-1-20 0,0-2-18 0,0 0-13 15,2 1-35-15,-2-8-28 0,0 10-20 0,2-3-27 16,-2-7-126-16,0 10-321 0,0-10 142 0</inkml:trace>
  <inkml:trace contextRef="#ctx0" brushRef="#br0" timeOffset="-199048.81">12176 9935 22 0,'14'5'158'16,"3"-6"-3"-16,6 1-1 0,8-6-7 0,6 1-7 15,15-5-7-15,3 1-12 0,0-1-10 0,0 3-10 16,-1-3-9-16,-4 2-10 0,-12 3-12 0,-4 1-15 16,-3 2-25-16,-8 2-34 0,-4 1-36 0,0 2-22 15,-5-1-25-15,-5 3-22 0,-1-1-103 0,-4 1-229 16,-1 2 102-16</inkml:trace>
  <inkml:trace contextRef="#ctx0" brushRef="#br0" timeOffset="-198647.95">12123 10254 190 0,'0'0'187'0,"0"0"1"15,0 0-12-15,0 0-10 0,0 0-12 0,0 0-7 16,19 10-10-16,-9-5-11 0,-2 1-12 0,1 0-14 0,-2 1-7 16,2-1-7-16,0 4-10 0,-5-2-5 0,1 2-9 15,0 0-2-15,-1 3-9 0,-1-3 0 16,-3 2-9-16,-3 0 3 0,-2 3-6 0,-1 1-4 16,-5-1-1-16,2-1-1 0,-7-1-3 0,-6 3-3 0,8-6-2 15,-6 2-3-15,-5-2-3 0,6-3-3 0,2-1 2 16,0-2-3-16,5 0 0 0,-2-2 0 0,1-1-3 15,2-2 0-15,3 0-3 0,8 1 1 16,-15-3-1-16,15 3-2 0,-9-2-1 0,9 2-2 0,-6-3-1 16,6 3-1-16,0 0-1 0,0 0-1 0,0 0 2 15,0 0 1-15,0 0-3 0,17-9 5 16,-17 9-3-16,16-1-2 0,-6 2 3 0,1 1 4 16,0-2-4-16,2 2 4 0,1 0 0 0,-1 0 0 0,4-1-5 15,-4 3 3-15,5 0-1 0,-1 2-4 0,0-1-24 16,0-2-26-16,-3 0-42 0,-1 1-50 0,1-1-24 15,-1 1-48-15,-4 0-138 0,2 1-381 0,0-2 169 16</inkml:trace>
  <inkml:trace contextRef="#ctx0" brushRef="#br0" timeOffset="-198410.97">12428 10304 166 0,'0'-8'264'0,"0"8"-10"15,3-10-18-15,-3 3-16 0,0 7-26 0,1-8-20 16,-1 8-14-16,0 0-20 0,0 0-8 0,0 0-6 16,0 0-2-16,10 23-6 0,-6-12-8 0,0 4-7 15,-2 4-9-15,0-3-9 0,4 2 1 0,-4 0-19 16,-2 0-4-16,0 1-6 0,0 0-4 0,4-2-8 16,-4 0-3-16,0-1-19 0,2 1-23 0,-2-2-24 0,0-3-35 15,1 0-52-15,-1 0-19 0,0-2-47 16,1-3-25-16,2 1-19 0,-3-8-148 0,2 10-400 15,2-7 177-15</inkml:trace>
  <inkml:trace contextRef="#ctx0" brushRef="#br0" timeOffset="-198206.5">12586 10354 25 0,'4'-11'257'16,"-4"0"-10"-16,2 5-19 0,-2 6-15 0,2-9-21 15,-2 9-15-15,2-7-20 0,-2 7-17 0,0 0 8 0,0 0 3 16,0 0-15-16,0 0-3 0,7 29-12 15,-5-18-11-15,-2 1-11 0,2 5-9 0,1 0-6 16,-1 0-6-16,-2 2-13 0,0-4-4 0,-3 1-3 16,3-4-6-16,0 1-13 0,0 3-22 0,-2-1-31 0,2-4-28 15,2 0-36-15,-2-2-39 0,0-2-32 0,0-7-36 16,0 11-42-16,0-5-151 0,0-6-409 0,-4 9 181 16</inkml:trace>
  <inkml:trace contextRef="#ctx0" brushRef="#br0" timeOffset="-198060.03">12448 10333 158 0,'2'-10'202'0,"0"5"-16"0,6 0-18 0,-2 1-18 16,10-5-10-16,4 2-17 0,7 1-12 0,2-2-22 16,5 3-45-16,2 0-48 0,2-2-60 0,-1 3-154 15,0-3-235-15,-1 1 105 0</inkml:trace>
  <inkml:trace contextRef="#ctx0" brushRef="#br0" timeOffset="-197102.22">14168 9346 96 0,'-1'-15'172'0,"-2"2"-11"0,1 2 3 0,0 4-3 16,0 0 2-16,1 0 2 0,1 7-14 0,-4-9-14 0,4 9-12 15,-3-8-13-15,3 8-13 0,0 0-14 0,-2-8-8 16,2 8-9-16,0 0-7 0,0 0-3 0,0 0-6 16,0 0-8-16,2 36-2 0,-4-16-5 15,7 5 0-15,-8 5-7 0,6 3 1 0,-2 1-2 0,2 13-1 16,-2 0-1-16,1-2-2 0,0-9-4 16,2 11-6-16,-6-1 1 0,4 0 2 0,-6-10-3 0,4 14 0 15,-4-18 1-15,2 16-2 0,-1-13-1 0,-2 1-3 16,1 11-1-16,2-12 4 0,-1-1-7 0,1 0 0 15,0 3 0-15,0 7 0 0,2-10-1 0,-2 1 3 16,0 1-2-16,-1-4 0 0,1-1-4 0,2 1 2 16,-5-1 1-16,5 0-3 0,0-3 1 0,5 0-2 15,-5 0-1-15,0-8 0 0,2 3 4 0,1 3-1 16,-2-7 0-16,0 1 2 0,1-1-3 0,0-2 0 16,-2 2-2-16,4 0-3 0,-4-3 6 15,4 0 1-15,-3-3-2 0,1-2-2 0,0 0 3 0,3-3 2 16,-1 0 0-16,1 0-1 0,-3-2 1 0,5-2 1 15,-1-2-3-15,6-2 3 0,-1-2-4 0,3-1-9 16,4 1-10-16,6-10-13 0,6 5-9 0,-3-5-15 16,2 1-12-16,-2 0-24 0,-3-1-28 0,1-3-22 15,0 3-30-15,-7 1-166 0,-5 1-363 0,2-1 162 16</inkml:trace>
  <inkml:trace contextRef="#ctx0" brushRef="#br0" timeOffset="-195908.82">15045 9785 50 0,'0'0'116'0,"-6"-4"-9"16,6 4 0-16,0 0-3 0,-4-7-6 0,4 7-2 15,0 0-6-15,-6-6 1 0,6 6-2 0,0 0-4 16,0 0-3-16,0 0-4 0,-6-4-4 0,6 4-4 15,0 0-3-15,-3-6-1 0,3 6-6 0,-7-4 0 16,7 4 6-16,0 0-2 0,-5-8 7 0,5 8 3 16,0 0-14-16,-4-7 5 0,4 7-2 0,-2-8-5 15,2 8-1-15,0 0 0 0,-2-8-6 0,2 8-2 16,0-9-4-16,0 9-7 0,0 0 2 0,4-10-8 16,-4 10-4-16,5-8-2 0,-1 5-2 15,4 0-3-15,-2-3-6 0,3 1 1 0,3 2-2 16,-2 1 0-16,1-1-3 0,1 3-2 0,-1 0-6 0,5 1 2 15,-3 1 1-15,-2 1-6 0,7 3 3 0,-9 1 0 16,5-1-3-16,-4 3 2 0,-2-1 1 0,-2 3-1 16,4 2-3-16,-4 1 6 0,-3-3-5 0,-1 5 5 15,-2-4-2-15,-3 4 1 0,-1 0 0 0,-1-1-3 16,-4 2 4-16,-2-3 1 0,2 1-2 0,-5-1-2 16,1-1 0-16,-1 1 1 0,-1-1-3 0,2-1 5 15,-3-1-2-15,2 0 0 0,3-4-2 0,-2 1 1 16,4-4 0-16,-1 1 3 0,4-1-4 0,-1 0 1 15,7-4 2-15,-11 4-1 0,11-4 0 0,-9 0 3 16,9 0-2-16,-5 3 0 0,5-3-3 0,0 0 1 16,0 0-1-16,-7 3-9 0,7-3 6 0,0 0-1 0,0 0 1 15,0 0 0-15,0 0-2 0,0 0 6 16,0 0-1-16,21 7 0 0,-11-3-3 0,0-4 4 16,4 2 0-16,-1 0-2 0,1-2-4 0,5 0-23 15,0 1-17-15,9-1-27 0,-7 0-19 0,1 2-34 0,-1-4-23 16,7 2-24-16,-2 0-24 0,-6 2-121 0,-2-4-341 15,2 2 150-15</inkml:trace>
  <inkml:trace contextRef="#ctx0" brushRef="#br0" timeOffset="-195632.47">15688 9729 14 0,'-4'-3'188'16,"4"3"-10"-16,0 0-7 0,0 0-13 0,-2-7-19 16,2 7-10-16,0 0-15 0,16-7-13 0,-6 5-12 15,7-4-6-15,1 2-9 0,4 0-7 0,-1 1-16 16,-1 0-11-16,1 0-21 0,-2-1-18 0,1 3-21 15,-3 0-33-15,0-2-17 0,-4 2-10 0,-3 2-15 16,0-2-19-16,-1 1-84 0,-9 0-214 0,11 0 95 16</inkml:trace>
  <inkml:trace contextRef="#ctx0" brushRef="#br0" timeOffset="-195199.34">15860 9682 19 0,'0'0'134'0,"0"0"0"0,0 0-13 0,-9-1-14 15,9 1-9-15,0 0 7 0,-3 7-12 16,3-7 7-16,-5 15 2 0,2-4 10 0,1 4-7 16,-1 2-1-16,0 1-8 0,2 0-10 0,0 1-8 15,0 0-3-15,1 0-5 0,2 5-7 0,-1-7-4 0,1 2-3 16,0-2-1-16,1 0-3 0,-1-4-7 16,0-1 0-16,3 1-7 0,-3-1-3 0,-1-1-5 15,1-1 0-15,-1-1-3 0,0-2-5 0,1 1 2 0,-1-1-2 16,1 0-5-16,-2 0 1 0,0-7-3 0,2 12 0 15,-2-12-1-15,0 8-3 0,0-8 0 0,-2 9 1 16,2-9-6-16,-5 7 2 0,1-3-2 16,4-4 1-16,-10 3-5 0,3 1-2 0,7-4-3 0,-13 3-5 15,3-3 6-15,1 1 0 0,9-1-5 0,-16-1 3 16,16 1 0-16,-16-3-1 0,5 1 2 0,3 2 1 16,8 0 2-16,-14-3-3 0,14 3-1 0,-12 1 2 15,4-2 0-15,8 1 1 0,-10-1-1 0,10 1-2 16,0 0 0-16,0 0 0 0,-9 1-1 0,9-1 2 15,0 0 1-15,0 0-2 0,0 0 10 0,0 0-6 16,0 0 4-16,0 0 4 0,0 0-2 0,27 3-4 16,-15-3 4-16,0 0-2 0,9-2-2 0,-2 2 1 15,-1-2-19-15,0 2-20 0,1-1-41 0,1 1-22 16,-1-3-24-16,1 2-22 0,-1 1-28 0,-8 0-123 16,3-1-321-16,-1-1 141 0</inkml:trace>
  <inkml:trace contextRef="#ctx0" brushRef="#br0" timeOffset="-194627.01">16086 10060 26 0,'0'0'146'0,"0"0"-10"0,0 0-2 0,0 0-7 16,3 7 2-16,-3-7-6 0,0 0 2 0,-2 12 0 16,2-12-5-16,-3 12-2 0,3-4-8 0,-2-1-10 15,2 1-3-15,0-8-8 0,-4 13-3 0,3-7-2 16,1-6-6-16,-4 12-3 0,4-7-7 0,0-5-4 15,-2 8-3-15,2-8 0 0,-2 6 3 0,2-6 4 16,0 0 6-16,-3 9 3 0,3-9 0 0,0 0 0 16,0 0-9-16,0 0-8 0,0 0-10 0,0 0-1 0,0 0-2 15,0 0-7-15,-10-19-1 0,10 19-4 0,-1-12-6 16,0 2-1-16,2 0-4 0,-1 1 2 0,4-1-5 16,1-2-4-16,-2-4 0 0,4-1-6 0,-3 5 3 15,4-3 3-15,-3 3-8 0,2 2-1 0,1-4-3 16,-2 6-2-16,2-1 1 0,3 3-1 15,-2 1-1-15,2-1 1 0,0 4-6 0,1 2-2 16,-1 2 4-16,-1 2-2 0,2 2 0 0,1-1 1 16,-3 1-1-16,0 2 3 0,3 5-5 0,-2-2 7 0,-3-1-4 15,1-1 1-15,-4 3-2 0,0-2 3 0,0-1-2 16,1-1 4-16,-4-2-1 0,-1 0 7 0,3 0-5 16,-4-6-1-16,3 9 4 0,-3-9 5 0,1 4 2 15,-1-4 5-15,0 0 13 0,0 0-14 0,0 0-3 16,0 0-1-16,0 0 5 0,0 0-6 0,0 0-1 15,0 0 2-15,-19-13-4 0,17 4-1 0,0-1-7 16,3 0 2-16,-1-1-4 0,1 0 0 0,3-4 3 16,0 3-12-16,5-1-1 0,-1 0 3 0,2-1-1 15,3 1 1-15,-4 5 1 0,1-1-3 0,-1 0 1 16,4 5 2-16,-3-1 1 0,3 4 0 0,-3 0-4 16,1 1 4-16,1 2-2 0,-1 0 2 0,1 4-5 15,-2-2 7-15,0 3-2 0,-1 0 3 0,1 0-3 16,-3 3 3-16,-1-3 2 0,1 2 0 0,-1 1-8 15,-2 1-23-15,-2-2-25 0,0 2-29 0,-2 1-29 16,0-2-39-16,-3 0-37 0,2-1-53 0,-4 3-171 16,-3-3-449-16,3-1 199 0</inkml:trace>
  <inkml:trace contextRef="#ctx0" brushRef="#br0" timeOffset="-194135.78">17205 9803 11 0,'-3'-6'191'0,"2"-1"1"15,1 7-4-15,-5-11-11 0,5 11-2 0,-1-12-3 16,1 12-1-16,-1-7-17 0,1 7-14 0,0 0-12 15,-2-7-21-15,2 7-6 0,0 0-14 0,0 0-4 16,0 0-9-16,12 18 7 0,-9-6-4 0,3 4-9 16,-4 0-3-16,2 5 1 0,-3-2-1 0,2 6-13 15,-2 2-2-15,1-8 1 0,0 6-7 16,-1-5-4-16,2-1-4 0,-3-2-2 0,-3 2-3 0,3-2-2 16,3-2-4-16,-6-2-3 0,3 3 1 0,0-3-4 15,3-3 1-15,-3 2-3 0,1 1-10 0,-1-4-17 16,0-2-30-16,1 1-24 0,-1 0-24 0,0-8-27 15,0 11-25-15,0-11-22 0,-2 8-24 0,2-8-27 16,0 0-130-16,0 0-371 0,0 0 164 0</inkml:trace>
  <inkml:trace contextRef="#ctx0" brushRef="#br0" timeOffset="-193807.34">17278 9674 56 0,'14'-7'157'0,"4"1"0"0,0 3-6 16,-2 2-5-16,1 4-19 0,-6-2-8 0,3 3-4 16,2 3-6-16,-7 0-12 0,2 4-8 0,-4-1-10 15,0 0-11-15,-3 6-2 0,-2 0-6 16,-2 0-9-16,-4 0-2 0,1 1-7 0,-3 0-1 16,-3-2-13-16,-3-2 6 0,2 0-3 0,1-4-5 15,0 1-4-15,-2-4 2 0,2 0-3 0,-2-1 1 0,5-2 0 16,0 0 1-16,6-3 4 0,-12 3 0 0,6-3 1 15,6 0 2-15,0 0 2 0,0 0-1 16,-13-2 3-16,13 2-3 0,0 0 1 0,0 0-8 0,0 0-3 16,0 0-5-16,0 0 2 0,0 0-2 0,0 0-4 15,0 0 6-15,0 0-3 0,23 12-1 0,-14-7 1 16,6 3-4-16,-2-2-1 0,2 4-1 0,1-1-26 16,-1 1-28-16,3-1-37 0,1 1-44 0,-2-4-38 15,-1 4-182-15,2-4-373 0,0 1 166 0</inkml:trace>
  <inkml:trace contextRef="#ctx0" brushRef="#br0" timeOffset="-193485.61">17871 9835 81 0,'0'0'255'0,"1"-12"-2"0,-1 7-17 16,0 5-11-16,0 0-17 0,0-12-11 0,0 12-28 15,0 0-12-15,-2-7-18 0,2 7-15 0,0 0-12 16,0 0-13-16,0 0-8 0,-20 18-7 0,12-8-7 16,0 5-2-16,-1 1-6 0,2 1-3 0,-3 7-4 15,1 0 1-15,0 2-3 0,2-1-3 16,0 1-11-16,1 3 1 0,1-2-7 0,0 1-4 0,-2-2 0 16,6 0-5-16,-3-1-2 0,2 1-1 0,-1 1 0 15,3 0-6-15,0-3 1 0,1-4-4 0,-1-1-2 0,0 1-2 16,0-3 1-16,-1 0-4 0,2 0 2 0,-3-7 2 15,0 6-6-15,1-4-20 0,-1-2-23 16,-1 0-15-16,0-1-29 0,0-1-30 0,0 0-30 16,3-8-24-16,-5 7-43 0,5-7-50 0,-9 6-149 0,4-5-435 15,5-1 193-15</inkml:trace>
  <inkml:trace contextRef="#ctx0" brushRef="#br0" timeOffset="-193312.5">17682 10183 168 0,'2'-6'214'0,"-2"6"-2"16,3-6-4-16,-3 6-10 0,5-7-15 0,1 4-15 15,1 0-14-15,2-1-16 0,2 0-13 0,2 0-13 16,5 2-32-16,1-3-46 0,1 3-49 0,0 0-60 16,9-6-62-16,-1 3-158 0,-6 2-319 0,8-2 141 15</inkml:trace>
  <inkml:trace contextRef="#ctx0" brushRef="#br0" timeOffset="-192255.72">19091 9894 22 0,'0'0'142'0,"0"0"-11"0,0 0-7 0,0 0-5 15,0 0-10-15,0 0-9 0,0 0-9 0,0 0-3 16,0 0-3-16,-5 3-4 0,5-3-5 0,0 0-4 16,-9 4-2-16,9-4-4 0,0 0 1 0,-10-1-8 15,10 1 2-15,-12 3 0 0,12-3 0 0,-12 2-5 0,4 0 3 16,0-2 0-16,8 0-1 0,-14 3-2 15,8-2 1-15,6-1-7 0,-12 2-1 0,6-1 2 16,6-1-4-16,-10 0-1 0,10 0-2 0,0 0-5 16,-9 1 3-16,9-1-5 0,0 0-2 0,0 0-7 0,0 0-3 15,0 0 0-15,-9 1-3 0,9-1-3 0,0 0 0 16,0 0 0-16,0 0-1 0,0 0-3 16,32-1 2-16,-21 2-4 0,5-2 3 0,0 1 2 15,3-1 1-15,0 1-6 0,0 0 1 0,-3 0-1 0,3 1 2 16,2-1 0-16,-3 0 1 0,0-2-2 0,-3 2 0 15,-1 1-1-15,-1 0 0 0,-2-2-5 0,-3 2 4 16,-2 0-4-16,-6-1 1 0,13 0-1 0,-13 0-1 16,9 2-1-16,-9-2 3 0,0 0 0 0,9-2 2 15,-9 2 6-15,0 0 1 0,8 1-2 16,-8-1 9-16,0 0 1 0,0 0-2 0,0 0 1 16,9 1-2-16,-9-1-1 0,0 0-5 0,0 0 2 0,0 0-1 15,0 0-5-15,0 0 2 0,0 0 3 0,0 0-11 16,0 0-17-16,0 0-14 0,0 0-24 0,0 0-22 15,0 0-24-15,2 6-38 0,-2-6-30 0,0 0-33 16,0 9-41-16,0-9-148 0,0 8-416 0,0-8 184 16</inkml:trace>
  <inkml:trace contextRef="#ctx0" brushRef="#br0" timeOffset="-191355.72">20031 9722 31 0,'-4'-9'196'0,"4"9"-12"15,-3-8-6-15,3 8-7 0,-5-9-8 16,5 9-2-16,-2-6-9 0,2 6-6 0,0 0-13 15,0 0-16-15,0-9-9 0,0 9-15 0,0 0-11 0,0 0-8 16,0 0-7-16,0 0-3 0,0 0-11 0,15 15-2 16,-6-6-4-16,1 3 1 0,-1 0-5 15,2 4-3-15,1-1-6 0,2 8-1 0,-5-6-1 16,1-3-1-16,3 11-11 0,-5-9 10 0,-2 0-7 0,3 1-1 16,1-2-4-16,-1 1 3 0,-1-2-4 0,-3-1 1 15,1-2-4-15,-1 0-3 0,-1-2 0 0,0-1 0 16,0 0-1-16,-1-2-1 0,0 0-2 15,4-1 0-15,-5 0 3 0,-2-5 2 0,3 7 0 0,-3-7 5 16,0 0 15-16,0 0 14 0,5 4-6 0,-5-4 3 16,0 0-10-16,0 0 1 0,13-17-4 0,-9 4 5 15,3-1-7-15,1-1-3 0,-2-3-4 0,1 1-2 16,3-8-1-16,-1 6-2 0,3-2-5 0,-4 3 1 16,1 1-2-16,0-1 0 0,-1 3-1 0,0 0-1 15,-2 0-1-15,0 4-1 0,0-1 0 0,-1 5 0 16,1-3-2-16,-2 5-3 0,-2 0-2 0,-2 5 4 15,4-9-6-15,-4 9-18 0,4-7-13 0,-4 7-20 16,4-4-17-16,-4 4-10 0,0 0-15 0,0 0-28 16,0 0-30-16,18 8-28 0,-13-5-30 0,0 2-174 15,-5-5-417-15,8 11 184 0</inkml:trace>
  <inkml:trace contextRef="#ctx0" brushRef="#br0" timeOffset="-190787.93">20548 10110 166 0,'-1'9'185'16,"1"-9"1"-16,0 0 2 0,0 0-7 0,0 9 1 15,0-9-6-15,0 0-7 0,0 0 2 0,0 0-6 16,0 0-8-16,0 0-12 0,0 0-11 0,0 0-5 15,0 0-14-15,0 0 2 0,0 0-11 0,0 0-6 16,-17-17-11-16,15 12-6 0,2 5-9 0,-7-15-6 16,7 8-5-16,-2-3-8 0,2-2-4 0,0 1-12 0,0 1 0 15,2-5-1-15,1 3-10 0,1 2-4 16,0-1 0-16,2 0-3 0,-2 3 2 0,2-1-8 16,-1 3-2-16,4 0-4 0,0 0-3 0,2 2 1 0,0 3-1 15,0 2 0-15,1 1-3 0,1 0 1 16,2 5-5-16,-2-2 6 0,-2 1-1 0,3 3-1 0,0 2-2 15,-4-2-3-15,-2 1 2 0,3 1 3 0,-2-2-5 16,-3 0 9-16,2 0-8 0,-3 0 1 0,-1-2-2 16,-2-3 0-16,2 1 2 0,-4-5-1 0,5 10 4 15,-4-6 0-15,-1-4-1 0,5 4 3 0,-5-4-1 16,0 0-2-16,0 0 7 0,0 0-8 16,0 0 4-16,0 0-2 0,0 0 3 0,0 0-3 0,0 0 1 15,-17-20 0-15,15 15-7 0,4-6-11 16,-1-1-8-16,0-1-4 0,3-2 2 0,2 0 2 0,3-1 0 15,0 3 1-15,-2 2 0 0,2 3 2 0,-1-2 5 16,0 2-3-16,1 2 2 0,0 1 0 0,1 3-3 16,-2 1 6-16,-8 1-3 0,16 2 3 0,-6 1 1 15,-1 2 1-15,1 2-2 0,-3 1 5 0,0 3-1 16,-1-1 0-16,2 1 0 0,-4 1 10 0,-1 2-12 16,-1-1-6-16,0 3-15 0,-3 0-14 0,0-3-21 15,-1-1-31-15,1 4-27 0,0-5-34 0,1-1-27 16,-3 0-34-16,2-1-165 0,1-1-415 0,0-8 183 15</inkml:trace>
  <inkml:trace contextRef="#ctx0" brushRef="#br0" timeOffset="-190424.19">21728 9410 189 0,'0'0'208'0,"0"-11"-9"0,1 5-7 15,-1 6-15-15,-4-9-11 0,4 9-16 0,0 0-16 16,-6-6-14-16,6 6-13 0,0 0-1 0,-18 12-6 16,4-2 0-16,-4 7-2 0,-5 5-7 0,1 4-3 0,-1 2-3 15,3 2-8-15,-8 8 1 0,6-9-8 0,4 3-2 16,0-1-2-16,0 2 1 0,4-1-4 0,-1 1-2 15,2 0-2-15,3 2 1 0,1 0-4 16,1-2-7-16,3 2 3 0,0-2 2 0,4-2-7 0,1 0-5 16,2 0-1-16,1-1-2 0,2-2-5 0,3-2-2 15,3 0-1-15,1-1-6 0,4-3 2 0,2-3-5 16,3 0-1-16,2-2-1 0,-5-6-12 0,6 0-24 16,1 1-19-16,-5-5-34 0,1-1-38 0,0-3-38 15,-3 1-52-15,1-1-37 0,-1-2-229 0,-5-1-501 16,-1-4 221-16</inkml:trace>
  <inkml:trace contextRef="#ctx0" brushRef="#br0" timeOffset="-189544.75">22625 9604 191 0,'-5'-10'189'15,"4"4"-15"-15,1 6-10 0,-5-10-9 0,1 7-9 16,4 3-11-16,-8-6-14 0,8 6-10 0,-10-1-12 15,10 1-6-15,-17 6-5 0,8 0 3 0,-2 2-7 16,-1 5-3-16,-1 3 1 0,-1 2-7 0,0 1 0 16,-1 3-2-16,5-4-8 0,2-2-5 0,1 2-5 15,1-3-2-15,4 0-6 0,0 1-6 0,4 0-1 0,2-3-6 16,0-1 3-16,3-1-4 0,2 2 0 16,0-3-16-16,2-1-18 0,4 0-33 0,2-3-31 0,0 1-35 15,3-1-25-15,1-4-43 0,-1 0-25 0,2-2-150 16,-5-3-371-16,-2-1 163 0</inkml:trace>
  <inkml:trace contextRef="#ctx0" brushRef="#br0" timeOffset="-189233.22">22841 9707 82 0,'0'0'195'0,"0"-11"-5"0,0 11-12 16,1-6-13-16,-1 6-14 0,0 0-12 0,0 0-3 15,0 0-4-15,0 0-8 0,0 0 3 0,-10 20-4 16,6-10-10-16,0 2-12 0,2 1-8 0,-3 0-5 15,2 1-7-15,2-2-10 0,-2-2-3 0,3 3-6 16,3-2-4-16,1-1-9 0,0 1 1 0,3-3-8 16,2 0 2-16,6 0-3 0,-3-3 0 0,7 0-6 15,0-4 3-15,-1-1-5 0,4 0-3 0,-3-3-2 16,-1-1-2-16,1-2 2 0,-6 0-4 0,2-3 0 16,-2 2 7-16,-4-4-12 0,-1 2-4 0,-2-3 2 15,-1 1-6-15,-2-1 2 0,-3-1-1 0,-2-3-2 16,-3 0-14-16,-4 0-9 0,-2 0 0 0,1 0-6 15,-4 6-1-15,3 1-6 0,2 1-8 0,-5 3-16 16,3 1-13-16,1 2-25 0,-3 3-20 0,3 3-10 16,-3 2-58-16,3 2 4 0,-4 3-25 0,0 5-143 15,-1-3-368-15,5 4 163 0</inkml:trace>
  <inkml:trace contextRef="#ctx0" brushRef="#br0" timeOffset="-188876.66">23053 9988 166 0,'8'-7'219'0,"2"-2"-4"16,3-3-7-16,0-2-9 0,1 0-10 0,5-5-15 0,1-2-13 15,1 2-11-15,-1-2-11 0,1 0-18 16,-1 0-7-16,2-2-9 0,-1 1-10 0,-1 0-10 16,0-2-8-16,-1 1-6 0,-2-1-8 0,-4 7 1 15,-3 2 2-15,-1 1-2 0,-4 4-5 0,0 1 0 16,-1-1-10-16,0 3-3 0,-3 0-3 0,2 2-9 15,-3 5 0-15,1-7-12 0,-1 7-5 0,0 0 0 16,0 0 8-16,0 0-8 0,0 0-7 0,0 0 4 0,-18 16-15 16,16-7-1-16,-2 2-4 0,4-1-1 0,0 2-4 15,1-1-2-15,0 1 5 0,3 1-2 0,4 1 2 16,-2 1 0-16,2 0 3 0,-2-1-5 16,3 0 6-16,-1 0-2 0,-3-3 6 0,1 4-7 0,-1-6 2 15,2 2 0-15,-4-1 1 0,0 1-1 0,0-3 0 16,-2-2 2-16,-1 1-1 0,0-7-5 0,0 13-14 15,-3-6-26-15,2 1-13 0,-3-1-28 0,2-1-35 16,2-6-38-16,-8 12-37 0,4-7-190 0,0-1-421 16,4-4 188-16</inkml:trace>
  <inkml:trace contextRef="#ctx0" brushRef="#br0" timeOffset="-188510.49">23762 9653 145 0,'0'0'220'0,"12"0"-10"0,-12 0-2 15,12 4-21-15,-9-1-9 0,4 2-14 0,-2 1-17 16,-3-1-10-16,1 5-7 0,-2-1-15 0,-2 3-10 16,-2-4-13-16,-1 3-5 0,-1-1-7 0,-2 0-13 15,0-2-9-15,0 3-2 0,-1-4-1 0,-3 0-5 16,0 1-7-16,1-3 0 0,1 2-7 0,0-3-1 15,1-1-4-15,2-1-2 0,6-2-6 0,-13 0-1 16,7 1-3-16,6-1-1 0,-9 0-1 0,9 0-1 0,0 0-1 16,0 0-4-16,0 0-2 0,-11-3 2 15,11 3-6-15,0 0-2 0,0 0 0 0,0 0 0 0,0 0-2 16,0 0 6-16,0 0-3 0,26 8 1 0,-19-7-1 16,5 6 2-16,-3-3 1 0,2 2-2 0,0 1 2 15,-1-2-2-15,1 1 0 0,0 0 2 0,1 1-2 16,3-1 3-16,-4 0-19 0,1 0-27 15,1-1-30-15,-3 1-35 0,1-1-34 0,0 2-37 0,0-4-49 16,-2 1-145-16,-3-1-398 0,2-1 176 0</inkml:trace>
  <inkml:trace contextRef="#ctx0" brushRef="#br0" timeOffset="-188282.22">24058 9701 46 0,'2'-5'271'0,"2"0"-17"16,-4 5-15-16,5-7-25 0,-5 7-22 0,5-6-13 16,-5 6-19-16,0 0-11 0,0 0-1 0,9 13-18 15,-8-7-4-15,2 2-7 0,-2 1-9 0,1 3-9 16,-2 1-9-16,0-3-6 0,1 3-2 0,-1-2-14 16,0 2-8-16,-1 0-11 0,-2 2 1 0,2-4-19 15,-1 1-19-15,0-2-32 0,-1 2-36 0,1-3-39 16,-1 1-50-16,2 0-39 0,-3-4-33 0,2 1-165 15,2-7-411-15,-4 8 182 0</inkml:trace>
  <inkml:trace contextRef="#ctx0" brushRef="#br0" timeOffset="-188066.65">24203 9707 69 0,'5'-11'248'15,"-2"5"-5"-15,1 0-16 0,-4 6-21 0,5-8-19 16,-5 8-18-16,5-4-12 0,-5 4-6 0,0 0 5 0,0 0-5 15,9 15-14-15,-8-6-8 0,2 2-10 0,-2-1-15 16,-1 2-6-16,0 1-11 0,0-1-10 0,1 2-1 16,-2 3-8-16,1-2-10 0,-1 0-4 15,1-3-3-15,0 0-18 0,0 0-19 0,-1-2-31 0,-1 0-34 16,1 0-44-16,0 0-53 0,1-4-45 16,0-6-51-16,-4 12-144 0,4-12-418 0,-8 4 185 15</inkml:trace>
  <inkml:trace contextRef="#ctx0" brushRef="#br0" timeOffset="-187905.91">24134 9686 2016 0,'4'-12'65'0,"-3"0"-33"0,3 2 9 16,-2 3 2-16,0 2-15 0,-2 5 1 0,5-12-8 16,-1 7 0-16,-4 5-10 0,9-8 2 0,0 4-2 15,3 0-2-15,0 4-25 0,6 0-42 0,3 2-46 16,0 0-39-16,0 2-54 0,-2 0-107 0,6 5-329 15,2 2 146-15</inkml:trace>
  <inkml:trace contextRef="#ctx0" brushRef="#br0" timeOffset="-187699.77">24533 9826 1975 0,'4'6'136'0,"0"1"-91"0,-2-2-25 0,1 0-6 16,-3-5-3-16,5 5 42 0,0-1 29 0,-5-4 14 15,8 6 9-15,-2-5 10 0,-1 2 6 0,-5-3 2 16,13 0-4-16,-2 0-9 0,1 1-3 0,2-2-10 15,3 0-7-15,1-2-15 0,1 2 1 0,0-1-4 16,-1 0-9-16,-2 1 2 0,0 1-18 0,-5-3 2 16,1 2-11-16,-1-1-17 0,-3 2-13 0,0-1-22 15,-8 1-15-15,11-2-18 0,-11 2-27 0,9 1-28 0,-9-1-35 16,0 0-56-16,0 0-47 0,0 0-45 0,0 0-184 16,0 0-508-16,0 0 225 0</inkml:trace>
  <inkml:trace contextRef="#ctx0" brushRef="#br0" timeOffset="-186934.39">25277 9601 59 0,'-4'-5'237'0,"4"5"-6"0,-11-11 1 0,6 6-15 16,-1 0-17-16,-3-1-13 0,2 2-8 0,-1 3-19 15,8 1-13-15,-17 3-5 0,6 1-2 0,2 3-10 16,-5 5-7-16,0-1-13 0,1 4-11 16,0 1 3-16,4-1-17 0,0 2-9 0,2 0-3 0,4-2-7 15,2 1-7-15,1 1 4 0,3 0-16 0,3-2-2 16,0 1-4-16,3-2-6 0,4-1-11 0,1 0-19 15,0-5-25-15,6 4-25 0,3-2-23 0,-3-2-34 16,4 1-24-16,-1-5-23 0,-6-1-17 0,4 0-7 16,6-3-3-16,-7 0 0 0,-2-3 0 0,0 0 12 15,-6-1-1-15,2 1 11 0,-2-4 19 0,2-2 23 16,-3 1 22-16,2-2 28 0,-1-2 36 0,-5 3 27 16,-1-1 17-16,-2-1 21 0,1 3 18 0,-2-1 23 15,-1 2 9-15,-2 7 15 0,0-13 7 0,3 7 6 16,-3 6-4-16,1-10-2 0,-1 10-12 0,0 0-9 15,0 0-10-15,0 0-4 0,0 0-3 0,0 0 6 16,0 0-7-16,0 0-3 0,0 0 1 0,-14 24-4 16,12-12-4-16,0-2-5 0,-2-1-7 0,2 4-3 15,4-3-3-15,0 0-2 0,0 2-7 0,2-2-1 0,4 0-1 16,-2-1 6-16,3-1-9 0,2 0-3 16,1-3-4-16,1-2 4 0,3-1-4 0,1 1-4 15,4-2-1-15,-5-2 0 0,2-2-3 0,-2 1-1 16,1-3-3-16,-6-1 2 0,1 0-3 0,-3-1 0 15,3-2-1-15,-6-1 0 0,1 0-1 0,-5-2-2 16,2 1-1-16,-6-1-2 0,0-3-2 0,-2 2 0 16,-1-2-3-16,-1 4-1 0,-2 0-2 0,-1 3 3 15,0 1-2-15,-2 0-1 0,-2 4-15 0,-4-3-16 0,2 5-13 16,1 1-18-16,-5 1-28 0,1 5-36 0,2 1-22 16,-2 1-41-16,2-1-28 0,1 6-178 15,-1-1-433-15,5 1 192 0</inkml:trace>
  <inkml:trace contextRef="#ctx0" brushRef="#br0" timeOffset="-186551.79">25646 10007 215 0,'5'-2'227'16,"6"-4"0"-16,0-2-2 0,-2 0-1 0,6-1-21 16,-1-4-15-16,2 1-16 0,8-5-9 0,-3 0-14 15,3-1-11-15,0-1 0 0,2-1-20 0,-1-2-12 16,2 0-6-16,-2 2-10 0,2-5-9 0,-4 2-2 15,0-3-8-15,0 2-10 0,-2 2-4 0,-2 1-6 16,-7 4-2-16,-2 3 0 0,-3-1 4 0,0 5-2 16,-3-1-2-16,-1 3-2 0,-1 3-6 0,0-1-7 15,-2 6-5-15,1-8-3 0,-1 8-1 0,0 0-4 16,0 0-7-16,0 0 0 0,0 0-1 0,-23 16-3 16,16-8-2-16,-2 2-5 0,4 1-4 0,1 0 8 15,-1 0-14-15,3 0 6 0,0 3-7 0,2-3-5 16,3 5 3-16,-1-1-3 0,2-1 5 0,2-4-3 15,0 5 1-15,0-4 3 0,-2 0-2 0,1 0 2 16,-1-1-3-16,1 1 5 0,-1-3 10 0,2 1-11 16,-4-1-1-16,0 0-3 0,0-2 6 0,0 1-3 15,0 0 3-15,-2-7-1 0,-4 13-1 0,4-7-7 16,-4 1-10-16,2 1-7 0,-1-3-10 0,-2 2-18 16,0-2-24-16,1-1-26 0,0 2-36 0,-3-1-19 15,3-1-44-15,4-4-47 0,-10 5-136 0,10-5-423 0,-8 3 187 16</inkml:trace>
  <inkml:trace contextRef="#ctx0" brushRef="#br0" timeOffset="-185959.89">26468 9635 84 0,'0'0'204'0,"3"-9"0"0,-3 9-2 16,0 0-12-16,0 0-4 0,0-9-11 0,0 9-7 15,0 0-13-15,0 0-7 0,2-8-6 0,-2 8-10 16,0 0-7-16,0 0-1 0,0 0-14 0,0 0-7 15,0 0-7-15,0 0-6 0,0 0-8 0,0 0-11 16,0 0-5-16,0 0-6 0,-2-12-5 0,2 12-5 16,0 0-10-16,0 0 4 0,0 0-8 0,0 0-2 15,0 0-3-15,0 0 1 0,0 0-4 0,0 0-5 16,0 0 3-16,0 0-2 0,0 0 6 0,0 0-3 16,0 0-2-16,0 0-1 0,0 0 7 0,0 0-4 15,0 0 0-15,0 0-5 0,0 0 3 0,0 0-5 16,0 0 0-16,0 0-1 0,0 0-6 0,0 0 5 15,0 0-3-15,0 0-4 0,0 0-1 0,0 0-3 0,0 0 4 16,0 0-8-16,0 0 6 0,17 6 6 16,-17-6-14-16,14 4 3 0,-7 0 1 0,3 1-2 15,1 1-2-15,1 0 9 0,-3 1-6 0,2-1 3 0,-2 3-4 16,0-2-4-16,0 0 2 0,-2 3-3 0,-2-2 4 16,1 0-4-16,-2 1 6 0,-3 1-3 15,1-1 0-15,-2 2 10 0,-3-1-4 0,-1 0 2 16,-2-1 13-16,-4 1-16 0,1-1-1 0,-6-1 7 0,-1 1-6 15,1 0-3-15,-2 1 4 0,4-5-4 0,1-1 2 16,-1 2 0-16,0-2-6 0,1 0 2 0,2-1-12 16,-2-2-12-16,3 4-20 0,1-4-21 0,8-1-29 15,-12 4-27-15,7-2-34 0,5-2-46 0,-6 4-28 16,6-4-20-16,0 0-204 0,0 0-488 0,0 0 216 16</inkml:trace>
  <inkml:trace contextRef="#ctx0" brushRef="#br0" timeOffset="-185720.84">26674 9667 186 0,'5'-9'223'0,"-3"4"7"0,2-1 3 0,-1 0-7 0,-3 6-10 0,5-8-9 16,-5 8-20-16,2-5-21 0,-2 5-22 16,0 0 0-16,0 0-18 0,0 0-4 0,0 0-4 15,9 18 9-15,-9-6-15 0,0-1 9 0,0 2-11 16,-1 0-14-16,-1 2-3 0,0 3-11 0,2-5-5 15,0-1-14-15,0 3 2 0,-2-4-5 0,0 4-10 16,2-2-4-16,-2-2-5 0,2 0-10 0,0-1-21 16,0-2-33-16,0 3-38 0,0-11-37 0,-2 13-44 15,2-13-45-15,0 9-44 0,0-9-39 0,-1 7-180 0,1-7-488 16,0 0 216-16</inkml:trace>
  <inkml:trace contextRef="#ctx0" brushRef="#br0" timeOffset="-185561.03">26546 9626 144 0,'0'0'216'0,"0"-9"-16"0,0 9-23 0,3-8-16 0,-3 8-16 16,13-12-15-16,-1 7-13 0,1 3-25 0,5-3-39 16,3 2-49-16,0 1-41 0,9 0-51 0,-3 2-131 15,2-1-238-15,-7-1 105 0</inkml:trace>
  <inkml:trace contextRef="#ctx0" brushRef="#br0" timeOffset="-185344.52">27007 9518 201 0,'8'-1'212'0,"-8"1"-5"16,15 3 0-16,-5 2-4 0,1 2-10 0,1 5-9 15,1 2-16-15,1 2-20 0,-1 6-9 0,-2-1-2 16,1 2-10-16,-5-4-5 0,-3 5-14 0,-2-4-8 15,0 5-14-15,-2-5 1 0,-4-1-13 0,-1 0-6 16,-1-1-5-16,-2 7-1 0,-2-7-10 0,-1 4-8 16,-1 0-12-16,1-6-21 0,0-1-39 0,-3-1-36 15,-1 1-55-15,1-4-59 0,1 3-55 0,-3-3-170 16,3-2-435-16,0-2 193 0</inkml:trace>
  <inkml:trace contextRef="#ctx0" brushRef="#br0" timeOffset="-184032.13">27683 9161 52 0,'0'0'163'16,"-5"-6"2"-16,5 6-6 0,-6-5 0 0,6 5-7 16,-5-4-8-16,5 4-7 0,0 0-6 0,-7-7-7 15,7 7-1-15,0 0-8 0,0 0-11 0,-6-2-8 16,6 2-9-16,0 0-2 0,0 0-17 0,0 0-2 16,0 0-7-16,27-1-10 0,-7-2-2 0,2 2-6 15,5-2-3-15,3 3-1 0,1 0-6 0,1 0-5 16,-2 0-1-16,2 0 0 0,-2-3-4 0,-2 3-2 15,-5 2-3-15,-5-4-1 0,5 0-4 0,-3 1 4 0,0 1-3 16,-8-1-2-16,1-2-4 0,-4 2 5 16,0 2-3-16,-1-2 2 0,-8 1-5 0,10-1 3 15,-10 1 2-15,9 0 0 0,-9 0 0 0,0 0-2 16,0 0-3-16,9 2 3 0,-9-2-1 0,0 0 2 0,0 0-4 16,0 0-2-16,9 1 0 0,-9-1 3 15,0 0-6-15,0 0 3 0,0 0-4 0,0 0 2 16,0 0-1-16,6 6 3 0,-6-6-1 0,0 9-2 0,0-9-1 15,6 8 11-15,-4-1 7 0,0 1-5 16,-1 3 7-16,2-1-3 0,0 2-2 0,0 0 4 0,0 4 1 16,-2-2 0-16,2 3 1 0,1 2 4 15,1 5 2-15,-5-4-1 0,1 0-1 0,3 6 2 0,-4 3-1 16,0-3-3-16,2 2-2 0,-2-1 1 0,0 1-1 16,-2-2 1-16,2 2-3 0,0-2 0 0,-4 0 0 15,4-1-2-15,-1-1-1 0,-2 1 1 0,3-1-2 16,-1 1 1-16,0-6 0 0,0 0-2 0,-2 4-2 15,1-2 2-15,0-3-1 0,-2 1 1 16,-1-1-3-16,3 7 0 0,-1 1 1 0,-6 1-3 0,7-9 1 16,-4 0 2-16,3-1-3 0,-1-1-3 0,1 3 2 15,-1-3 10-15,0-5-12 0,1 4 5 0,-1-3-1 16,1-1-3-16,-1 1-2 0,3 0 2 0,-1-2-4 16,-2 1 14-16,0-3-15 0,2 0 3 0,0-2-1 15,-3 4 5-15,0-4-8 0,3-1 7 0,-1 1-1 16,-1 0-4-16,4-6 0 0,-8 6 3 0,4-2-1 15,4-4-1-15,-12 3-1 0,5 0-1 0,-2-2 10 16,9-1-14-16,-19 4 0 0,7-2-3 0,-1-1 0 16,-4 0-2-16,-1 1-6 0,5-1 2 0,1-2-2 15,-1 1-7-15,-1 1 3 0,1-1 2 0,0 0-7 16,-4 0-3-16,1 0-2 0,2-1-5 0,0 2-2 16,0-1 2-16,-3 1-11 0,-1-1 0 0,-1 1-9 15,2-1-9-15,-2 0-14 0,2-1-21 0,-3 1-19 0,4 1-15 16,0 1-36-16,3-2-37 0,1 0-182 15,-1 0-417-15,-1 0 185 0</inkml:trace>
  <inkml:trace contextRef="#ctx0" brushRef="#br0" timeOffset="-183848.75">27824 10213 8 0,'0'0'18'0,"-4"-6"-23"0,4 6-4 0,-5-7 2 16</inkml:trace>
  <inkml:trace contextRef="#ctx0" brushRef="#br0" timeOffset="-180180.06">9983 12410 112 0,'0'0'250'0,"0"0"-6"16,0 0-16-16,0 0-11 0,0 0-16 0,0 0-15 15,0 0-14-15,-11-6-17 0,11 6-12 0,0 0-13 16,0 0-12-16,0 0-8 0,0 0-11 0,0 0-4 16,23-4-8-16,-13 2-2 0,4 0-12 0,5 2-7 15,3-2-7-15,0 1-6 0,6-2-3 0,-6 1-6 16,4-1-9-16,-4 1-16 0,-3 1-29 0,-2 0-35 16,-3-1-38-16,-1 2-51 0,-3-1-42 0,-2 1-31 0,-8 0-24 15,12 3-127-15,-12-3-388 0,4 5 173 16</inkml:trace>
  <inkml:trace contextRef="#ctx0" brushRef="#br0" timeOffset="-179995.4">9990 12527 19 0,'-7'1'232'16,"7"-1"-1"-16,-10 2-3 0,10-2-6 0,-9 2-9 0,9-2-17 15,-7 3-17-15,7-3-22 0,0 0-14 0,0 0-13 16,0 0-11-16,0 0-11 0,17 6-9 0,-6-4-13 15,3 0-14-15,4 0-31 0,-1 0-30 0,1 0-28 16,3 1-34-16,-2 1-45 0,1-1-38 0,0-1-59 16,-1 1-140-16,-3-1-360 0,1 2 159 0</inkml:trace>
  <inkml:trace contextRef="#ctx0" brushRef="#br0" timeOffset="-179232.4">12129 11665 26 0,'0'0'191'0,"-2"-12"3"0,0 5-4 16,2 7-2-16,0-7-14 0,0 7-14 0,0 0-19 15,0-11-14-15,0 11-16 0,0 0-11 0,0 0-15 16,0 0-6-16,0 0-2 0,0 0-5 0,0 0 0 16,2 35-1-16,0-16-7 0,1 8 2 0,-1-1-1 0,2 3-5 15,-4-2-5-15,0 0-5 0,0 0-4 16,0-3 0-16,-2-4-3 0,0 0-2 0,1-2-8 16,0 0 2-16,1-1-4 0,-2 1-3 0,1-3-2 15,-1-2 0-15,0-2-4 0,4 2-1 0,-2-2-4 0,0 1 4 16,2-2-4-16,-2 1-5 0,0 0 2 0,1 0 6 15,1-2-9-15,-1-1-17 0,0 1-18 16,-1-2-21-16,2 1-24 0,-2 1-19 0,-2 1-18 16,0-3-29-16,-1-1-20 0,-1 0-22 0,-3 1-26 15,0 0-117-15,-2 0-347 0,-2-5 153 0</inkml:trace>
  <inkml:trace contextRef="#ctx0" brushRef="#br0" timeOffset="-178988.89">11726 12271 114 0,'0'0'148'0,"-7"1"-10"0,7-1-1 15,0 0-16-15,0 0 0 0,0 0 6 0,0 0 8 16,0 0-8-16,28 6-2 0,1-4-8 0,8-4-7 16,14-3-5-16,6-2-4 0,5-2-9 0,1 2-2 15,25-6-11-15,-28 6-5 0,-1-1-5 0,-3 1-9 16,-2-1-6-16,-15 4-9 0,0-1-2 0,1 3-5 15,-1-2-4-15,-7 4-15 0,-1-1-21 0,-5 2-25 16,-7 1-25-16,-1-1-20 0,-5 2-33 0,-2-1-26 16,-1 2-25-16,-2 0-157 0,-7-1-340 15,-1-3 151-15</inkml:trace>
  <inkml:trace contextRef="#ctx0" brushRef="#br0" timeOffset="-178547.89">11835 12568 38 0,'0'0'171'0,"0"0"4"16,0 0-6-16,0 0-8 0,0 0-4 0,20 8-12 15,-13-4-3-15,-1-1-14 0,4 4-5 0,-1 0-9 16,-1 0-7-16,2 0-11 0,-5 3-6 0,1-1-3 15,-2 0-5-15,-1 1-6 0,-1 0-4 0,-1 0-9 16,-2 2-1-16,-1-3-6 0,-3 2 0 0,-1-1-5 16,-4 1-3-16,3-2-4 0,-4 1-2 0,-5-1-6 15,1 1 0-15,-2-2-2 0,7-1-3 0,-8-1 5 16,2-1-11-16,2-1 3 0,2-2-5 0,2 0 0 16,1-1 5-16,9-1 5 0,-13 0-1 0,13 0-7 15,-9-1-3-15,9 1 1 0,-11-5-6 0,11 5-1 16,-5-4-1-16,5 4-1 0,0 0-4 0,-3-8-1 15,3 8-4-15,0 0-1 0,10-8 2 0,-10 8-5 16,13-2 0-16,-4 2 7 0,3 1-2 0,-1 0 4 16,-2 5 6-16,4-4-7 0,-1 2-2 0,0 0 5 0,5 1-3 15,-2 3 2-15,-1-5-1 0,-1 4-3 16,-1-1 0-16,1 0 2 0,1 0-3 0,2 1-7 16,-4 0-21-16,0-1-20 0,-1-1-30 0,1 1-36 15,-3-1-32-15,1-1-35 0,2 2-36 0,-1-2-197 16,-4 0-441-16,4-1 195 0</inkml:trace>
  <inkml:trace contextRef="#ctx0" brushRef="#br0" timeOffset="-178314.89">12233 12652 146 0,'2'-6'256'0,"2"0"9"0,-4 6-14 0,0 0-15 16,2-13-18-16,-2 13-22 0,0 0-18 0,5-4-10 15,-5 4-7-15,0 0-4 0,0 0-15 0,11 16-10 16,-9-10-14-16,1 3-11 0,1 1-7 0,-2 1-8 16,0 0-11-16,0 1-7 0,3-2-4 0,-4 3-11 15,1-2-1-15,-2 0-18 0,0 1-26 0,0 0-35 16,0 0-31-16,2-2-30 0,-2 1-43 0,0-2-48 16,0-1-40-16,2-3-41 0,-2-5-147 0,0 10-432 15,0-10 192-15</inkml:trace>
  <inkml:trace contextRef="#ctx0" brushRef="#br0" timeOffset="-178094.84">12460 12639 160 0,'0'0'265'0,"2"-9"-15"16,-2 9-12-16,4-7-24 0,-4 7-16 0,0 0-14 16,0 0-1-16,0 0 3 0,0 0 2 15,0 0-18-15,7 17 4 0,-7-7-22 0,2 2-8 16,-4 3-15-16,2-3-11 0,0 4-9 0,-4 0-7 15,4 0-16-15,0-3-4 0,0-1-16 0,0 5 1 0,1-5-8 16,-3-2-23-16,0 3-28 0,2-2-20 16,-2 0-25-16,0-1-20 0,2 0-35 0,0-3-35 0,0-7-47 15,-6 13-41-15,5-8-43 0,1-5-175 16,-5 8-469-16,5-8 208 0</inkml:trace>
  <inkml:trace contextRef="#ctx0" brushRef="#br0" timeOffset="-177919.78">12305 12616 2187 0,'-6'-9'39'0,"2"-1"18"0,0 3-29 0,4 7-10 15,-5-10-2-15,3 6-9 0,2 4-5 0,0 0 11 16,0 0 3-16,9-12 4 0,3 10-1 0,1-1-2 16,8 2 0-16,7 0-4 0,-1 0-16 15,7 1-31-15,-6-1-30 0,5 0-56 0,3-2-50 16,-3 2-177-16,-1-3-375 0,1 1 166 0</inkml:trace>
  <inkml:trace contextRef="#ctx0" brushRef="#br0" timeOffset="-176433.56">14234 11945 132 0,'-2'-8'183'0,"2"8"-6"0,-1-9-7 0,1 9-7 16,0 0-23-16,0 0-10 0,0 0-12 0,0 0-18 16,0 0-9-16,0 0-7 0,0 0-7 0,0 0-1 15,0 0-5-15,7 26-2 0,-5-11 2 0,0 3-6 16,2 2-3-16,0 6 0 0,0 3-6 0,0-3-2 16,-1 5 10-16,-1 1-3 0,2 2-3 0,-1 1-7 15,-2 0 5-15,5 10-7 0,-2-10-3 0,-2-1 0 16,2 11 1-16,-1-10-5 0,-3-2 1 0,2 2-6 15,0-3 2-15,-2 0-6 0,0 1 1 0,0-2-2 0,-2-1 6 16,0-2-3-16,2-2-3 0,0 1 2 16,-2-6-2-16,0-2-1 0,2 2-3 0,-1-4-1 0,-1 4-6 15,0-1-1-15,2-4 9 0,-2 1-9 16,2-1 2-16,-2 1-4 0,2 1 0 0,0 0-1 0,0-1 1 16,0 1-2-16,0-3 2 0,2-2 0 0,0 2-2 15,0-4-4-15,-2-1 2 0,3-2 1 16,-2 2-1-16,0-3 0 0,1 0-5 0,0-1-1 0,2-2 5 15,-4-4-4-15,7 10 1 0,0-4 1 0,0-3-4 16,-1-3 6-16,3 3-3 0,3-2-5 0,-1-1 5 16,3 0-8-16,-1-1 3 0,6-2-3 0,-5 2 0 15,5-2-11-15,-1 0-8 0,-1-2-15 16,-1 2-13-16,-2-1-19 0,3-1-20 0,0-3-19 0,-2 4-36 16,3-2-33-16,0 0-31 0,-2-2-33 0,2-1-177 15,-2 0-448-15,2-1 198 0</inkml:trace>
  <inkml:trace contextRef="#ctx0" brushRef="#br0" timeOffset="-173921.91">15769 12163 19 0,'0'0'114'15,"0"0"1"-15,0 0-6 0,0 0-20 0,0 0 0 16,0 0 5-16,0 0-17 0,0 0-9 0,0 0 9 15,0 0-1-15,0 0-5 0,0 0-2 0,0 0-9 16,-15-4-2-16,15 4-3 0,0 0 0 0,0 0-1 16,0 0-7-16,0 0 3 0,0 0-7 0,0 0 5 15,-11-1 0-15,11 1 0 0,0 0 8 0,0 0-4 16,0 0 0-16,0 0 1 0,0 0 1 0,0 0 0 16,-8-3 2-16,8 3-3 0,0 0 4 0,0 0-1 15,0 0-2-15,0 0-4 0,0 0 3 0,0 0-7 16,0 0 0-16,0 0-7 0,0 0-5 0,0 0-1 0,0 0-4 15,0 0-7-15,0 0 0 0,17-12-6 16,-8 10 5-16,-1 1-7 0,3 0-1 0,0-1-7 16,-2 1 2-16,3 2 1 0,-3 1-4 0,-3-1-4 15,3 3 2-15,-1 1 0 0,1 0-1 0,-3 1 0 0,-1-1 0 16,-1 3 1-16,0-2 3 0,-1 5-4 16,-3 0 0-16,2-1-2 0,-2 2 1 0,-4 2 4 15,1-4-4-15,-3 2 4 0,0 0-3 0,-4 2-2 16,-2-1 4-16,3-4-4 0,-1-2 1 0,-4 6 2 0,0-4-2 15,0 1-1-15,2-2 0 0,0-3 0 0,0 1 4 16,1 1-2-16,-2-1 0 0,4-1-1 0,0-2 7 16,1 0-8-16,2-1 3 0,6-2 4 15,-9 3-4-15,9-3-3 0,-8 4 6 0,8-4 0 0,0 0-1 16,-9 0-1-16,9 0-3 0,0 0-2 0,0 0 6 16,0 0-6-16,-7 3 2 0,7-3-3 0,0 0 3 15,0 0-2-15,0 0 0 0,0 0-2 0,0 0-2 16,0 0 2-16,0 0-3 0,0 0 2 0,0 0 2 15,0 0-2-15,0 0-3 0,23 6 1 0,-23-6 1 16,10 5 2-16,-4 0 1 0,3 2 0 0,-1-1 0 16,0 0 0-16,-1 1-3 0,2 0 1 0,0-1 0 15,0 1 5-15,0 1 0 0,-1 0-1 0,1-1 0 16,0 2 0-16,1-3 0 0,-4 2-8 0,3-2-10 16,0 0-22-16,-1 1-22 0,1 0-22 0,0-2-22 15,-1 0-29-15,1-1-33 0,-1-2-21 0,1 1-132 16,0-3-346-16,4-3 153 0</inkml:trace>
  <inkml:trace contextRef="#ctx0" brushRef="#br0" timeOffset="-173702.87">16324 12136 49 0,'0'0'182'0,"6"-6"-19"16,-1 3-14-16,-5 3-14 0,15-3-12 16,-2 1-9-16,5-1-11 0,2 2-15 0,6-2-4 15,2 2-14-15,-6 1-37 0,-1 1-11 0,0-1-37 16,-1 2-35-16,-1-1-24 0,-1 2-39 0,-5-1-65 0,-4-2-191 16,-1 1 85-16</inkml:trace>
  <inkml:trace contextRef="#ctx0" brushRef="#br0" timeOffset="-172830.28">16496 12220 175 0,'-2'8'169'0,"1"3"3"16,-1 1-13-16,-1 3-9 0,2-3-17 0,-2 4-7 0,2 1-11 15,-2 0-7-15,3 0-13 0,-1 0-4 0,0-1-11 16,0 0-6-16,-2-3-8 0,3-1-2 0,0-1-7 15,-1 0-8-15,-1-1-5 0,2 1-3 16,-1 0-5-16,1-2-5 0,-3-2-1 0,1 2-1 16,-1 0-3-16,-2-3-8 0,0 2-8 0,1-2-7 0,-2-1-11 15,1 0-1-15,0-1-11 0,-4-1 2 0,4-1 1 16,5-2 1-16,-13 4-2 0,5-3 0 16,8-1 4-16,-11 0 5 0,11 0-2 0,-9-2 8 0,9 2 2 15,-10-2 7-15,10 2 7 0,0 0 5 0,0 0-2 16,0 0-6-16,-8-2-1 0,8 2 2 0,0 0 2 15,0 0 6-15,0 0 0 0,0 0-4 0,28 0-2 16,-14 0 2-16,0 1-5 0,3 0-1 0,1-1 3 16,1 0-6-16,-2-1-18 0,2 2-14 0,1-1-16 15,-1 0-13-15,-1-1-27 0,1 0-1 0,-5 1-4 16,1-1-3-16,-2 0-4 0,-1-3 3 0,1 2 7 16,-3 1 3-16,-4-2 6 0,1 0 10 0,0 0 3 15,-3-2 16-15,1 2 7 0,-5 3 11 0,6-8 2 16,-3 2 18-16,-3 6 12 0,4-7 14 0,-4 7 12 15,4-7 6-15,-4 7 11 0,0 0 4 0,4-6 1 16,-4 6-2-16,0 0-9 0,0 0 1 0,0 0 7 16,0 0 3-16,0 0 12 0,0 0-1 0,0 0 2 15,1 20-2-15,-1-20-1 0,0 13-3 0,0-13-9 16,-1 10 0-16,1-10 1 0,0 9-1 0,0-9 3 16,0 8 4-16,0-8 9 0,0 0 11 0,-3 8 9 15,3-8 9-15,0 0 5 0,0 0-1 0,0 0-1 16,0 0-11-16,0 0-11 0,0 0-6 0,0 0-13 15,0 0-4-15,0 0-3 0,0-34-4 0,5 24-6 16,-2 1-2-16,1-2-7 0,5-3-5 0,0-1 2 16,2 1-4-16,1-2-5 0,2 0-8 0,6-2 10 15,-6 7-11-15,0-2 0 0,3 7-3 0,-6 0-2 16,1 0-5-16,-1 4 12 0,1 0-12 0,-1 2-3 16,0 3-1-16,-2 1 1 0,-2 1 6 0,1 2-4 15,-2 2 0-15,-1 0-1 0,1 2 1 0,-5-2-4 16,0-1 6-16,0 3 1 0,1-2 0 0,-4 0-3 0,2-9 2 15,-1 14 2-15,1-14-2 0,-2 9 1 16,0-3-2-16,2-6 6 0,-4 6-6 0,4-6 5 16,-3 5 1-16,3-5-1 0,0 0 1 0,0 0-3 15,0 0 3-15,0 0-5 0,0 0-3 0,0 0 1 0,0 0-9 16,-6-19 2-16,6 19-8 0,11-19 1 16,-5 9-1-16,4-3 8 0,1 0-10 0,1-2 0 15,2 1 5-15,-1 2-1 0,2 5 3 0,-2-5-6 16,4 5 3-16,-2 0 1 0,-3 4 3 0,-1 0-2 15,0 3-1-15,0 0 8 0,0 3-6 0,-3 0-2 0,1 4 5 16,0 0-1-16,-4 2 4 0,0 1-2 16,2 2 7-16,-2-2-5 0,-3 3 0 0,2 1-5 15,-3-2-16-15,1 1-25 0,-4-3-28 0,1 2-39 16,0 0-54-16,-1-2-31 0,1 1-46 0,-1-5-144 0,0 1-425 16,2-7 188-16</inkml:trace>
  <inkml:trace contextRef="#ctx0" brushRef="#br0" timeOffset="-172577.02">17349 12219 38 0,'2'-8'264'0,"0"1"-17"16,-2 7-19-16,3-9-23 0,-3 9-19 0,2-8-17 15,-2 8-6-15,0 0-5 0,0 0-6 0,11 17-8 16,-9-6-4-16,2 0-3 0,0 6-15 0,-2 1-9 15,0 1-9-15,1 6-11 0,-3-4-11 16,0-2-4-16,-2 5-10 0,1 1-9 0,1-7-1 0,-2 0-7 16,1 0-2-16,0-1-7 0,-2 2-14 0,3-2-8 15,-1-5-25-15,-2 1-30 0,3 0-29 0,-1-2-36 16,-1 1-38-16,0-2-38 0,1-1-38 0,0-3-197 16,-2 1-446-16,3-7 197 0</inkml:trace>
  <inkml:trace contextRef="#ctx0" brushRef="#br0" timeOffset="-172262.5">17413 12154 171 0,'14'-11'220'0,"-5"1"-4"0,5 1-7 0,-2 3-12 16,-1 2-17-16,1 1-16 0,1 2-12 0,-2 2-15 15,1 0-14-15,-3 4-12 0,2 0-10 0,-3 3-13 16,-2-1-4-16,-2 2-9 0,0 3-8 0,0-1 0 15,-4 5-11-15,-4 0-8 0,0-3-10 0,-4 1-6 16,-1 2-9-16,-2-3-8 0,1 1-5 0,-1-3-5 16,1-2 2-16,3-2-3 0,0-1-4 0,2-2 4 15,0 1-7-15,5-5 3 0,-6 6-2 0,6-6 1 16,-6 4-1-16,6-4 0 0,-2 5 0 0,2-5 5 16,0 0-3-16,0 0 3 0,6 11 2 0,-6-11 2 15,10 4-2-15,-3 0 1 0,1-1 2 0,1 1 0 16,2 1-2-16,0 0-5 0,6 0-23 0,0-1-33 15,1 0-37-15,0 0-38 0,2-4-28 0,3 0-32 16,5 1-144-16,-7-2-360 0,0-2 160 0</inkml:trace>
  <inkml:trace contextRef="#ctx0" brushRef="#br0" timeOffset="-172012.06">17915 12268 194 0,'-1'-10'197'0,"0"1"6"0,1 9 2 0,-3-19 3 16,1 11 1-16,1 3-2 0,1 5-3 0,-3-12-15 15,3 12-13-15,-1-7-22 0,1 7-17 0,0 0-10 16,0 0-6-16,0 0-6 0,-14 23-8 0,9-8 3 16,-2 4-9-16,-2 4-6 0,2 3-1 0,-1-2-4 15,-1 2 3-15,4-1-8 0,1 1-3 0,-1-1-1 16,2-1-13-16,-1 3-7 0,3-3-4 0,-1 1-5 16,2-6-2-16,1 5-4 0,-1-5-7 0,0 0-1 15,0-2-1-15,1-2-8 0,2 1-25 0,-2-3-21 16,0 0-37-16,-1-4-24 0,-1 2-25 0,0-2-36 15,-1 0-24-15,-1-2-36 0,1 0-39 0,-3-1-39 16,0-3-190-16,5-3-505 0,-13 2 224 0</inkml:trace>
  <inkml:trace contextRef="#ctx0" brushRef="#br0" timeOffset="-171867.73">17735 12528 202 0,'5'-9'200'0,"-2"4"-11"15,5-1-10-15,-2 1-20 0,4 0-11 0,1 1-14 16,2-1-16-16,7 0-26 0,7-4-45 0,1 3-57 16,1-3-62-16,2 0-159 0,-1-2-251 0,1 0 111 15</inkml:trace>
  <inkml:trace contextRef="#ctx0" brushRef="#br0" timeOffset="-171567.97">18547 12282 73 0,'0'0'305'0,"5"-7"1"16,-5 7-6-16,0 0-15 0,0 0-18 0,9-4-23 15,-9 4-23-15,11-6-17 0,0 5-13 0,7-2-15 16,1 1-15-16,3 2-8 0,8-2-17 0,1 0-11 0,-2-3-18 16,2 4-8-16,0-2-4 0,-1 2-8 15,0-1-7-15,-9 2-9 0,7 1-4 0,-8 1-5 16,-1-1 7-16,1-2-10 0,-3 1 6 0,-7 0-8 15,-10 0 0-15,17-1-9 0,-17 1-6 0,12 0 3 16,-12 0-11-16,9 2-22 0,-9-2 18 0,0 0 0 16,0 0-7-16,13 0 2 0,-13 0-13 0,0 0-2 0,0 0 5 15,0 0-15-15,0 0-20 0,0 0-27 16,0 0-31-16,0 0-41 0,0 0-41 0,-20 10-43 16,20-10-51-16,-18 4-41 0,10-3-251 0,8-1-591 0,-16 2 262 15</inkml:trace>
  <inkml:trace contextRef="#ctx0" brushRef="#br0" timeOffset="-161967.35">19991 12140 48 0,'0'0'160'0,"0"0"-5"0,10-14-7 16,-1 9-8-16,-1-1 0 0,0 1-19 0,2 0-6 16,-1 0-8-16,1-1-9 0,1 1-8 0,0 2-5 0,0-2-6 15,1 2-8-15,-2 1-9 0,1 1-7 0,-2 1-4 16,2 1-5-16,-2 4 2 0,-1-1-10 0,1 1 2 16,-2 3-3-16,1 1-3 0,-3 2-3 15,0 0 0-15,0 3-1 0,-3 3-2 0,-3-2-5 0,-2 4-1 16,1-2 0-16,-4 2-5 0,-2-3-2 0,-5 6 0 15,2-5 1-15,-5 3 0 0,5-6-2 0,-5-1-4 16,2 1 3-16,-4-2-4 0,1-1 0 16,0-2 0-16,-2-1 3 0,2-1-3 0,3-2-4 0,3 1 1 15,0-3 3-15,-1-2 0 0,3 2-1 0,1-2 0 16,-1 0-2-16,9-1 8 0,-11 1-3 0,11-1 4 16,-9 1 4-16,9-1-2 0,0 0 3 0,-12-1-3 15,12 1-4-15,0 0 1 0,0 0-4 0,0 0-1 16,0 0-2-16,0 0 0 0,0 0-1 0,0 0 1 15,28 8-3-15,-13-6 1 0,-3 1-1 0,5 3-3 16,-5-2 2-16,6 2 0 0,-2 1 0 0,2-1-15 16,-3 3-16-16,3-3-22 0,-3 2-25 0,4-2-22 15,3 1-37-15,-5-1-11 0,4-1-27 0,-1 1-139 16,-3-2-338-16,4-4 150 0</inkml:trace>
  <inkml:trace contextRef="#ctx0" brushRef="#br0" timeOffset="-161594.58">20518 12163 55 0,'1'-10'212'0,"1"3"-12"16,0 1-5-16,-2 6-16 0,0-11-23 0,0 11-17 15,2-6-15-15,-2 6-14 0,0 0-6 0,0 0-4 16,17 16-10-16,-11-6-6 0,1 6-5 0,1 1-9 15,3 6-8-15,-3 4-5 0,-3-3 1 0,1-5-9 16,2 0-4-16,-2 0-5 0,2-2-1 0,1 2-3 16,-2-3-4-16,1 0-3 0,0-2-1 0,-1 1-1 15,-2-3-5-15,2-3-2 0,-2 1-3 0,0-2 0 16,0-2-2-16,-1-1-1 0,-2 0 2 0,2-1 5 16,-4-4 9-16,7 6 8 0,-7-6 14 0,10-3-3 0,-10 3-3 15,13-10-7-15,-8-2-2 0,4-2-3 16,1-1-4-16,2-8-2 0,-2 0-1 0,2-2-5 15,1-2-2-15,0-1-1 0,0 2-2 0,-2-2-4 16,3 4-6-16,-1 1-7 0,-1 6-13 0,-5 2-11 0,-1 4-23 16,-3 3-31-16,1 2-43 0,0 0-43 15,-4 6-27-15,5-5-8 0,-5 5-3 0,0 0-133 16,0 0-364-16,1 17 162 0</inkml:trace>
  <inkml:trace contextRef="#ctx0" brushRef="#br0" timeOffset="-161111.89">20920 12554 131 0,'0'0'229'0,"0"0"0"0,0 0-4 16,0 0-7-16,0 7-12 0,0-7-17 16,0 0-13-16,0 0-15 0,0 0-15 0,0 0-10 0,0 0-6 15,0 0 4-15,-9-24-9 0,8 15-15 0,0 2-8 16,-1-3-10-16,1-3-12 0,0 1-8 0,-1-1-7 15,2 2-2-15,0-1-9 0,2 1-5 16,-1-2-5-16,2 4-5 0,-1 2-4 0,2 0-10 0,0 2 1 16,-4 5-7-16,10-7 2 0,-2 6-10 0,-8 1 4 15,14 8-5-15,-4-1 2 0,-1 1-1 0,0 5-6 16,1 2 1-16,-4 0 2 0,3 1-4 0,-2-1 2 16,-1 1 0-16,2 0 4 0,-4-5-5 0,0 2-3 15,-2-2-1-15,2-1 2 0,-4-2 3 0,1-2-2 16,-1-6 0-16,2 11 4 0,-2-11-1 0,3 6 5 15,-3-6-3-15,0 0-2 0,0 0 1 0,0 0 7 16,0 0-8-16,0 0-3 0,2-22 3 0,0 11-4 16,3-4 1-16,-2 0 1 0,2-4-2 0,3 1-7 15,4-5-1-15,0 6-2 0,0 1 7 0,7-2-9 16,-7 5 5-16,6 3-2 0,-9 3 4 0,5 1-6 16,-2 2 6-16,-2 1-3 0,3 3-3 0,-2 3 8 15,-2 2-9-15,1 0 4 0,1 2 1 0,-4 5-3 16,1-1 6-16,-3 0-1 0,0 5-2 0,-1-1 0 15,-1 1 1-15,-1 1 0 0,0-2 0 0,0 1-24 16,-1-4-20-16,-2 0-23 0,1 0-24 0,0 0-51 16,-1-4-45-16,1 3-39 0,0-5-213 0,-1 2-480 15,1-8 213-15</inkml:trace>
  <inkml:trace contextRef="#ctx0" brushRef="#br0" timeOffset="-160633.79">21541 12033 70 0,'0'0'220'16,"3"-10"-21"-16,3 5-18 0,2 0-12 0,3-1-6 0,6-1-5 15,2 1-15-15,0 2-9 0,2-3-12 16,7 2-11-16,0 0-10 0,-9 3-10 0,0-1-5 15,3 1-10-15,-4 1-3 0,2 0-4 0,-8 2-5 16,2-1-5-16,-5 3-2 0,-1-2-7 0,3 2-5 0,-2 1 1 16,1 2-2-16,-2 0 3 0,-1 4 2 15,0 0-5-15,-2 1 4 0,0 5 4 0,-2 3 4 16,-1-1 1-16,-3 8-5 0,1 0 2 0,-1 0-3 16,-2 6 2-16,1-3-1 0,-2 4 0 0,-1-1 3 0,2 0-8 15,-1-1-3-15,2-1 0 0,2 1-6 0,-4-1-1 16,3-1-4-16,-1-1-1 0,0 2-4 15,1-3-1-15,2-2-3 0,0 0 2 0,0-6-5 16,1 5-1-16,1-6-1 0,-1-1-6 0,-1 1 0 16,0 0 1-16,0-1 1 0,1 1-2 0,-2-5-1 0,0 0-4 15,1 0 0-15,-2-1-1 0,-2-1 0 0,-1 1 3 16,-3-2 1-16,-1-1-3 0,-5 2 7 16,-5-1-8-16,-4 2 0 0,-7-1 2 0,0-1 7 15,-4-2-12-15,-2 1 4 0,-2-4-5 0,0 2-1 0,-14 1 4 16,13-4-18-16,0 0-22 0,-1 1-23 0,-11-2-30 15,16 1-27-15,0-1-37 0,-3 2-57 0,3-3-55 16,2 0-235-16,4-1-538 0,0 2 238 0</inkml:trace>
  <inkml:trace contextRef="#ctx0" brushRef="#br0" timeOffset="-160028.43">10994 14562 67 0,'-10'-2'177'16,"10"2"-19"-16,0 0-13 0,0 0 3 0,0 0-5 16,0 0-8-16,0 0-11 0,0 0-11 0,31 6 5 0,-12-5-8 15,9 0-17-15,0-1-12 0,3 0-31 0,-1 0-29 16,0 0-30-16,0-2-61 0,-1 2-44 15,-8 1-135-15,-8 1-269 0,1-3 119 0</inkml:trace>
  <inkml:trace contextRef="#ctx0" brushRef="#br0" timeOffset="-159851.78">11001 14781 58 0,'0'0'161'15,"-7"5"-14"-15,7-5-6 0,0 0-15 0,0 0-6 16,17 5-14-16,1-4-8 0,3-3-23 0,10 2-27 16,2-4-35-16,3-1-31 0,1 1-33 0,14-3-41 15,-15 4-64-15,16-2-168 0,-14 0 75 0</inkml:trace>
  <inkml:trace contextRef="#ctx0" brushRef="#br0" timeOffset="-155309.72">15159 14384 15 0,'-5'-4'109'0,"5"4"-3"0,0 0-4 0,0 0-11 16,-11 0 1-16,11 0-1 0,0 0-2 0,0 0-1 15,0 0-3-15,0 0-8 0,0 0-4 0,0 0-2 16,0 0-9-16,-11 0 1 0,11 0-3 0,0 0-1 15,0 0-5-15,0 0-5 0,0 0-4 0,0 0-7 16,0 0 0-16,0 0-3 0,0 0-5 0,-9-3 1 16,9 3-4-16,0 0-6 0,0 0-2 0,0 0 1 15,0 0 2-15,0 0-5 0,0 0-2 0,0 0-2 16,0 0 0-16,0 0 0 0,0 0-2 0,0 0 4 16,0 0-2-16,0 0 1 0,0 0 9 0,0 0-1 15,0 0 9-15,0 0-4 0,0 0-3 0,0 0-1 16,0 0 4-16,0 0-5 0,0 0 0 0,0 0 0 15,0 0-3-15,0 0-1 0,0 0 3 0,0 0-4 16,0 0 3-16,0 0-6 0,0 0 2 0,0 0-4 16,0 0 0-16,0 0-4 0,0 0 3 0,0 0-1 15,0 0-3-15,0 0 2 0,0 0-1 0,0 0-2 16,0 0-2-16,0 0 1 0,0 0 0 0,0 0-1 16,0 0 0-16,0 0 2 0,0 0-3 0,0 0-1 15,0 0 1-15,0 0-3 0,0 0 3 0,0 0-1 16,0 0 3-16,0 0-2 0,0 0 1 0,0 0-1 15,0 0-3-15,0 0 3 0,0 0-1 0,0 0-1 16,0 0 1-16,0 0 1 0,0 0 0 0,0 0-1 16,0 0-1-16,0 0 3 0,0 0-4 0,0 0 1 15,0 0 4-15,0 0-1 0,0 0 1 0,0 0 1 16,0 0 4-16,0 0-2 0,0 0 2 0,0 0 0 16,0 0 3-16,0 0-4 0,0 0-1 0,0 0-2 15,0 0 2-15,0 0-1 0,0 0 0 0,0 0 3 16,0 0-4-16,0 0 1 0,0 0-4 0,0 0 3 15,0 0-2-15,0 0 2 0,0 0-3 0,-8 7 3 16,8-7-2-16,0 0 0 0,-7 2 1 0,7-2-4 16,0 0 4-16,-10 0-1 0,10 0 0 0,0 0 2 0,-11 3-3 15,11-3 1-15,-10 1 1 0,4 1 1 16,6-2-1-16,-13 1-1 0,13-1 2 0,-9 2-1 16,9-2-2-16,-9 2 3 0,9-2 0 0,-9 1-1 15,9-1-1-15,0 0 2 0,-9 1-2 0,9-1 1 16,0 0-2-16,-9 1 2 0,9-1-3 0,0 0 1 15,0 0 2-15,-7 3 0 0,7-3-1 0,0 0-3 16,0 0 0-16,0 0 3 0,0 0-2 0,0 0 0 16,0 0 2-16,0 0 1 0,0 0-2 0,0 0-1 15,0 0-1-15,0 0-2 0,0 0 3 0,0 0 0 0,0 0-1 16,0 0-2-16,0 0 5 0,0 0-2 0,0 0-2 16,0 0 3-16,0 0-1 0,0 0 2 0,0 0 4 15,0 0 0-15,29 5 0 0,-16-5-1 16,-3 3-2-16,3-3 3 0,6-2-3 0,-1 4 1 15,2-2-3-15,0 0 1 0,-1 0-1 0,0 0 2 0,2-2-4 16,0 2 1-16,-2-1 2 0,1 1-2 16,1-1 1-16,-2 1-1 0,0 0-1 0,-2 0 6 15,1 1-11-15,-1 0-16 0,-4-1-16 0,-1 0-19 16,1-1-14-16,-3 1-25 0,-3 0-14 0,1-1-19 16,-8 1-10-16,16-3-18 0,-10 3-14 0,-6 0-14 0,10-1-101 15,-10 1-305-15,0 0 135 0</inkml:trace>
  <inkml:trace contextRef="#ctx0" brushRef="#br0" timeOffset="-154289.75">15282 14389 114 0,'0'0'126'0,"0"0"-6"16,-11 1-9-16,11-1-8 0,0 0-14 0,0 0-4 15,0 0 10-15,-9 2 1 0,9-2 1 0,0 0-5 16,3 15 4-16,-3-15 3 0,2 15-4 0,4 2-6 0,-5-2-8 16,3 4 1-16,-2-1-8 0,1 2 3 0,0 3-6 15,-1-3 0-15,3 7-3 0,-4-4-7 16,-1-4-5-16,2-2-8 0,-2 4-3 0,2-3-4 16,-1 1-7-16,1 0-2 0,-2-3-1 0,2-2 2 15,1-3-4-15,-3 1-9 0,0-3-1 0,0 3-2 0,-1-5 0 16,2 2-2-16,-1-9 0 0,0 11 0 15,0-5-4-15,0-6 0 0,0 0-2 0,-1 12 3 16,1-12-2-16,-4 5-2 0,4-5-1 0,0 0-5 16,-8 3-6-16,8-3-5 0,-13-1-3 0,13 1-4 15,-15-6-2-15,5 3-4 0,1-2 2 0,-2 0 0 0,0 1-11 16,3-2 9-16,-2 0 4 0,-1 2 5 16,4 1-4-16,-2-3 6 0,3 4-1 0,-3 0 1 15,9 2 2-15,-9-5-2 0,9 5 3 0,-9-3 2 16,9 3-2-16,0 0 5 0,-10-4-1 0,10 4-1 15,0 0-1-15,0 0 4 0,0 0 1 0,0 0 5 0,0 0 0 16,0 0 2-16,0 0-1 0,34 0 0 0,-20 0-1 16,4 0 0-16,-1 0-2 0,1-3-21 0,0 3-16 15,1-3-24-15,0 2-9 0,0-2-18 16,2 1-20-16,-1-2-1 0,-1 0-11 0,0 0 8 16,-2-1-5-16,1 2 4 0,-1-3 9 0,-3 4 3 0,-3-3 7 15,2 1 10-15,-2 1 12 0,0-2 3 0,0 1 14 16,-2-2 13-16,0 1 14 0,0 0 17 15,-3 2 27-15,0 2 8 0,-6 1-7 0,10-4 6 16,-10 4 10-16,6-4-2 0,-6 4 6 0,0 0-7 16,6-4 15-16,-6 4-10 0,0 0 13 0,0 0 10 15,9 5 8-15,-9-5 3 0,4 9 4 0,-2-2-1 0,-2-7-14 16,2 11 7-16,0-4-9 0,-2-1-4 0,0-6 1 16,1 12 2-16,-1-12-3 0,0 10 4 15,0-10 2-15,-1 9-1 0,1-9 1 0,-3 10 3 16,3-10 3-16,0 0 5 0,-1 7 4 0,1-7 5 15,0 0 2-15,-3 7-6 0,3-7-4 0,0 0-5 0,0 0-9 16,-10-1-3-16,10 1-3 0,0 0-4 0,0 0-6 16,-13-13-1-16,13 13-8 0,-4-9-2 15,3 3-1-15,1 6-3 0,-3-14-3 0,5 1-4 16,0 3 1-16,1-1-2 0,3 0-2 0,0-5-3 16,1 0-3-16,1 2-1 0,2-1-5 0,0 2 4 15,0 0-5-15,3 0 2 0,-4 4-2 0,3 2-2 0,-1 1 3 16,0 2-8-16,2 1 1 0,1 3-1 0,-2 2 4 15,2 2-5-15,-3 2 4 0,3 3-3 16,-1 3 4-16,-1-2-5 0,-3 0 2 0,-2 1 2 16,0-1-4-16,3 1 2 0,-2 4 2 0,-2-1 1 15,-2-3-4-15,-2-1 5 0,0-3-2 0,0 0 0 0,0 0 0 16,-1-2 6-16,-1-5-9 0,1 9 3 16,-1-9 4-16,1 8-3 0,-1-8 3 0,0 0 1 0,0 6 1 15,0-6 0-15,0 0-2 0,0 0-2 16,0 0 6-16,0 0-4 0,0 0-2 0,0 0 0 15,-10-23-9-15,10 14-5 0,4-1-3 0,0-2-6 16,1-4-3-16,4 2 1 0,1-1-7 0,2 1 2 16,2 4 2-16,-4 2 3 0,1 1 3 0,-2 0 2 15,3 3-3-15,-3 4 9 0,-2 0-7 0,-7 0 2 0,17 7 1 16,-8 0 4-16,-4-1 0 0,1 4 3 16,-2-1 1-16,0 1 1 0,-2 2-12 0,-2-1-21 15,0 2-20-15,-3 2-32 0,0 1-44 0,-1-3-44 0,1-2-39 16,-3 3-159-16,3-2-408 0,-2-1 182 0</inkml:trace>
  <inkml:trace contextRef="#ctx0" brushRef="#br0" timeOffset="-146341.9">16580 14466 81 0,'0'-8'183'0,"0"8"-4"0,0 0-14 0,0 0-14 16,0-8-12-16,0 8-13 0,0 0-14 0,0 0-12 15,0 0-12-15,0 0-8 0,0 0-6 0,0 0-6 16,0 0-8-16,0 0-5 0,0 0-5 0,-4 31-2 16,2-14 6-16,-1 3 4 0,1-1-4 0,-5 6 0 15,4 3-5-15,0 0-19 0,-1-3-4 0,1 1-2 16,2 1-1-16,0-2 0 0,0-6-1 0,-1-1-5 15,2-1 3-15,2 0-6 0,-1-1 0 0,0-2-3 16,-1-1 1-16,1-3 0 0,1 2-1 0,-1-2-4 16,1-2-4-16,0-3-23 0,-2-5-18 0,2 13-22 15,-2-13-27-15,1 8-23 0,-1-8-35 0,2 4-162 16,-2-4-331-16,0 0 147 0</inkml:trace>
  <inkml:trace contextRef="#ctx0" brushRef="#br0" timeOffset="-145994.25">16694 14388 136 0,'14'-2'142'0,"-3"4"-11"0,1-1-13 0,1 2-9 15,-4 3-13-15,-2 0-4 0,-2 3-7 0,3-1-7 16,-6 1-7-16,0 4-5 0,-2-2-4 0,-3 1-3 15,-1 1-12-15,-2-2 1 0,-2 7-8 0,-2-4-1 16,-3-2-8-16,3 1 9 0,-3 0-18 0,-2-2 11 16,1-1-6-16,1-5-5 0,2 0 3 0,-2 0-3 15,1-1 6-15,2 0-8 0,0-3 4 0,2 1 1 16,8-2 3-16,-10 4 5 0,5-3 1 0,5-1-6 16,-8 3-2-16,8-3-3 0,0 0-6 0,-2 7 0 15,2-7 2-15,0 0-1 0,10 9-1 16,-6-4-3-16,3-1 1 0,3 3-3 0,-2 0 3 0,3 1-9 15,1 2 6-15,2-1 3 0,2 1-11 0,-2-1-6 16,0 2-37-16,-4-1-29 0,4-1-40 0,-1 2-36 16,2-2-145-16,-2 0-312 0,-3-4 139 0</inkml:trace>
  <inkml:trace contextRef="#ctx0" brushRef="#br0" timeOffset="-145688.78">17035 14575 73 0,'0'0'212'0,"-3"-13"0"0,3 13-4 15,-3-10-16-15,3 10-13 0,-4-8-13 0,4 8-18 16,-3-5-13-16,3 5-17 0,0 0-12 0,0 0-6 0,-16 14-7 16,11-4-8-16,-1 8-4 0,-5 3-2 0,1 4-5 15,1 2 2-15,-3 0-17 0,6 3-9 0,-2-2 1 16,0 3 0-16,6 1-7 0,-6 0-3 0,7 0-6 15,0-5 0-15,0-2-3 0,-1 5-2 16,4-5-5-16,4 1 4 0,-2-2-3 0,-1-4-4 0,1-1-3 16,0-1-1-16,1-1-2 0,-2-2 3 0,-1 0-6 15,0-4 2-15,-1 1-12 0,4-2-26 0,-2 0-24 16,-3-3-24-16,2-1-22 0,-2-6-33 0,-1 11-24 16,1-11-21-16,-5 8-30 0,5-8-147 15,-13 0-377-15,13 0 166 0</inkml:trace>
  <inkml:trace contextRef="#ctx0" brushRef="#br0" timeOffset="-145544.62">16877 14957 60 0,'0'0'141'0,"9"-8"4"0,-4 6-1 16,2-2-1-16,5 1-6 0,-1-1-14 0,7 0-6 16,1 1-18-16,1-1-4 0,8-1-13 0,-2 3-22 0,-4 1-37 15,-1-1-42-15,-1-2-39 0,-2 2-55 0,-7 1-84 16,-1 0-213-16,0-3 95 0</inkml:trace>
  <inkml:trace contextRef="#ctx0" brushRef="#br0" timeOffset="-143027.22">13614 14240 18 0,'0'0'68'16,"-3"-9"-5"-16,3 9 6 0,0 0-6 0,-2-12 16 15,2 12 1-15,0-7-2 0,0 7-6 0,0 0-13 16,-4-11 4-16,4 11 6 0,-2-7 10 0,2 7 1 16,0 0 4-16,-2-8-1 0,2 8-3 0,0 0-6 15,-6-9-6-15,6 9-1 0,0 0-2 0,-4-5-9 16,4 5-2-16,0 0-5 0,0 0-3 0,-4-8 2 16,4 8-7-16,0 0-5 0,0 0-7 0,0 0 1 15,-5-4-7-15,5 4-2 0,0 0-4 0,0 0 0 16,0 0-2-16,0 0-2 0,0 0-4 0,-10 17 2 15,2-8 4-15,6 0-8 0,-1 1 5 0,-3 6-5 16,2 0-1-16,-3 0 2 0,3-1-3 0,-1 3 0 16,2-2 5-16,-1 0 4 0,0 5-6 0,-1-4 1 15,1 0 6-15,0 2-6 0,1 0-3 0,-2-2 2 0,3 2 0 16,2 7 3-16,-4-6-1 0,4-1-1 16,0 5 4-16,0-3-3 0,0-2-1 0,0 1 2 15,4-3 1-15,0 7 0 0,-1 1 0 0,0-7-3 16,1 1-3-16,3 5 0 0,1-4-1 0,0-2-3 15,-4 7 4-15,3 3-2 0,-3-2 0 0,2-2 1 16,-3-3-3-16,1 2 5 0,-4-2-1 0,5 4-1 16,-2 0-1-16,-3 0 1 0,2-6 0 0,-4 1 2 15,4 4-3-15,-2-5 1 0,0 6 4 0,-2-5 2 16,2 5 0-16,-3-6-2 0,1 1 1 0,-1 6 3 16,1-10 0-16,0 3 2 0,-1 1 0 0,-1-3-4 15,0-1 1-15,1 1-3 0,1-2 2 0,0 1 0 16,0-1-4-16,0-2 0 0,-3-2-1 0,4 1 2 15,1 0 2-15,-4-1-9 0,4-2 4 0,2 0-1 16,-2 1 0-16,2-1 3 0,2-2-2 0,-4-1-2 16,2 1 5-16,2-1-1 0,-2-1-1 0,1 1 3 15,3-3 0-15,1 1 2 0,-3 0-1 0,6-2 1 16,1-2-4-16,2 2 3 0,5-1-1 0,0-2-1 16,2 1 2-16,9-5-3 0,0-1-4 0,1 0-11 15,-1-1-8-15,2 1-11 0,-2-1-22 0,-1-1-25 16,-1-3-25-16,0 2-32 0,-8 3-23 0,0-2-30 15,-1 2-140-15,-9 1-351 0,2-1 155 0</inkml:trace>
  <inkml:trace contextRef="#ctx0" brushRef="#br0" timeOffset="-142473.98">12460 14236 190 0,'0'0'186'16,"0"0"-13"-16,-4-7-21 0,4 7-6 0,0 0-2 0,0 0-6 16,0 0-3-16,-4 25-10 0,2-9-6 0,0 10-7 15,-3 0-9-15,1 3-11 0,0 0-9 0,-2 4-5 16,2-2-16-16,0-3-2 0,1 2-1 0,-1-1-10 15,4-4-2-15,0-6-6 0,0 6-1 0,0-7-6 16,0-2-16-16,0 3-19 0,3-4-19 0,-2 0-18 16,0 0-25-16,3-5-37 0,-2-1-35 0,1 0-22 15,-3-4-23-15,0 3-102 0,0-8-306 0,-3 10 135 16</inkml:trace>
  <inkml:trace contextRef="#ctx0" brushRef="#br0" timeOffset="-142282.25">12132 14755 6 0,'0'0'140'15,"0"0"4"-15,0 0-11 0,0 0 4 0,0 0-2 16,25 11-7-16,2-13-11 0,6-1-10 0,3-1-10 16,16-4-6-16,1 2-12 0,-1-4-5 0,0 3-10 15,-14 3-7-15,2 0-26 0,-4 1-20 0,-3 2-34 0,-4-2-26 16,-6 3-33-16,-6 1-29 0,-4 2-104 0,-2 0-232 15,-4 2 103-15</inkml:trace>
  <inkml:trace contextRef="#ctx0" brushRef="#br0" timeOffset="-141992.52">12278 14992 73 0,'10'3'204'0,"1"1"-5"16,1 1-10-16,-1 0-7 0,3 1-21 0,-5 2-15 16,4 3-10-16,-3-2-13 0,-1 4-8 0,-3 3-7 15,1-2-10-15,0 5-9 0,-7-3-8 0,0 0-5 16,-3 3-1-16,1-4-5 0,-3 0-2 0,1-3-4 16,-5 3-2-16,2-4 0 0,-2 2-3 0,0-3 0 15,-4 2 7-15,1-2-13 0,1-3-5 0,-2 0-3 16,4-4-7-16,-2 2-1 0,1-2-5 0,2-1-3 15,1 0-19-15,7-2-15 0,-14 0-34 0,14 0-35 16,0 0-32-16,-15-7-38 0,15 7-25 0,-2-10-16 16,2 10-28-16,6-14-108 0,-6 14-347 0,11-17 154 15</inkml:trace>
  <inkml:trace contextRef="#ctx0" brushRef="#br0" timeOffset="-141757.79">12534 15005 143 0,'6'-10'201'0,"-2"3"9"0,-1 1-1 0,2-1 5 16,-3 1-6-16,-2 6-9 0,4-8-13 0,-4 8-16 16,2-7-16-16,-2 7-17 0,0 0-15 0,5-4-4 15,-5 4-2-15,0 0 3 0,6 16-6 0,-6-3-3 16,3-2-13-16,-1 1-5 0,0 5-3 0,0-1-15 16,2 3 0-16,-3-3-11 0,4 3 2 0,-5-1-15 15,4-2-6-15,-4 1 0 0,0-4-6 0,3 3-12 16,-2-3-26-16,0-1-30 0,-1-2-29 0,0-10-29 15,2 18-30-15,-2-18-46 0,0 0-43 0,-4 15-30 16,1-8-194-16,3-7-466 0,0 0 206 0</inkml:trace>
  <inkml:trace contextRef="#ctx0" brushRef="#br0" timeOffset="-141599.41">12324 14985 38 0,'0'0'167'0,"0"0"-20"0,15-6-14 0,-4 0-15 16,7 3-21-16,11-1-32 0,2-2-36 15,1-3-45-15,4 1-36 0,1 2-69 0,-1-2-132 0,0-4 59 16</inkml:trace>
  <inkml:trace contextRef="#ctx0" brushRef="#br0" timeOffset="-141460.65">13034 14808 103 0,'0'0'174'0,"0"0"-9"16,5-3-9-16,-5 3-15 0,0 0-10 0,0 0-17 0,9-3-29 15,-9 3-39-15,0 0-34 0,0 0-37 0,13-1-61 16,-13 1-84-16,14-9-183 0,-5 3 81 16</inkml:trace>
  <inkml:trace contextRef="#ctx0" brushRef="#br0" timeOffset="-135357.56">17903 14768 54 0,'0'0'134'0,"0"0"-10"0,0 0-2 0,0 0-5 15,0 0-7-15,0 0-2 0,0 0-3 0,0 0-5 16,0 0-5-16,0 0 2 0,0 0-6 0,0 0 0 16,-19 8 7-16,19-8-10 0,0 0-6 0,-9 3-6 15,9-3-5-15,-5 4-5 0,5-4-1 0,0 0-2 16,0 0-3-16,0 0-5 0,0 0-19 0,0 0-1 16,0 0-5-16,-7 3-2 0,7-3-3 0,0 0-2 15,0 0 0-15,0 0-3 0,0 0 4 0,0 0-1 16,0 0 2-16,28 0 0 0,-16 0 1 0,2-1-4 15,3 1 4-15,2-2 0 0,0 2-4 0,-3-2 2 16,5 2 0-16,-3 0-2 0,2-2-2 0,-2 0-3 16,-5 4 6-16,-2-5-7 0,2 2 1 0,-4 1-2 15,-2-2 1-15,-7 2-4 0,12 2 5 0,-12-2-4 16,10 1 5-16,-10-1-2 0,0 0 4 0,10-1-1 16,-10 1 2-16,0 0 9 0,0 0-4 0,0 0-5 15,10 1 0-15,-10-1 1 0,0 0 0 0,0 0-3 16,0 0-1-16,0 0-2 0,0 0 0 0,0 0-4 15,0 0 1-15,0 0-2 0,0 0-8 0,0 0-17 16,0 0-12-16,5 3-13 0,-5-3-35 0,0 0-24 16,0 0-36-16,0 0-35 0,0 0-43 0,-3 12-176 15,3-12-420-15,0 0 186 0</inkml:trace>
  <inkml:trace contextRef="#ctx0" brushRef="#br0" timeOffset="-132598.75">19049 14359 89 0,'0'0'87'15,"-11"3"-2"-15,11-3 6 0,-8 2-10 0,8-2-16 16,-7 2 22-16,7-2-6 0,-11 6 0 0,6-5 8 16,5-1-6-16,-8 3-17 0,8-3-3 0,0 0 0 15,-9 4-8-15,9-4 1 0,0 0-4 0,0 0-6 16,-8 2-1-16,8-2 0 0,0 0-5 0,0 0-1 16,0 0-2-16,0 0 2 0,0 0-5 0,0 0-3 15,0 0 1-15,0 0-5 0,0 0-2 0,0 0 1 16,0 0-1-16,0 0 0 0,38-6-5 0,-25 5-2 15,6 1-3-15,-3-2 1 0,3 1-3 0,-2-1-2 16,1 1-2-16,-5 1 2 0,6-3-13 0,-5 3-6 16,0 0-27-16,-1-2-18 0,0 2-11 0,-1 0-25 15,0 0-26-15,-1 0-18 0,0 2-101 0,0-2-254 16,-6 3 112-16</inkml:trace>
  <inkml:trace contextRef="#ctx0" brushRef="#br0" timeOffset="-131375.15">19130 14376 11 0,'0'0'123'0,"-9"-1"-8"15,9 1-12-15,0 0 0 0,0 0 2 0,0 0-3 16,0 0-7-16,0 0 6 0,0 0-11 0,0 0-2 16,0 0-1-16,0 0-8 0,0 0 5 0,0 0-9 15,0 0-2-15,0 0-7 0,0 0-4 0,0 0-5 16,0 0-15-16,0 0 0 0,0 0-1 0,0 0-2 16,0 0-6-16,0 0-5 0,0 0-1 0,0 0-5 15,0 0-2-15,0 0-2 0,0 0-1 0,0 0 2 16,0 0 0-16,0 0 5 0,0 0 1 0,11 16 0 15,-11-16 4-15,4 8-9 0,-3-2 2 0,-1-6 6 16,3 13-5-16,2-6 1 0,-5 3-1 0,2 2 0 16,-2-1 0-16,0 0-1 0,2 8-3 0,-2 1 4 15,1-1 2-15,0-1-4 0,1 9 1 0,-1-6-1 16,1 4 0-16,-2 0-10 0,0-6 6 0,3 0-3 16,-2 0 0-16,2-1-2 0,-2 1 2 0,1-3-6 15,-1 1 3-15,0-4-1 0,3-2 1 0,0 0-4 16,-2 1 1-16,-1-3-4 0,2 1 1 0,0-2-2 15,-2-2 1-15,0 1-2 0,-1-7 3 0,3 11 1 16,-1-7-2-16,-2-4-2 0,2 7 2 0,-2-7 0 16,0 0 2-16,2 10 0 0,-2-10 1 0,0 0-2 15,0 0 2-15,0 0-2 0,0 0 1 0,0 0-2 16,0 0 2-16,0 0-2 0,0 0 0 0,0 0-2 16,-17-14 1-16,17 14-2 0,-6-8 4 0,1 5 0 15,5 3-3-15,-10-6 2 0,3 2-5 0,1 1 0 16,6 3 3-16,-17-3-3 0,10 2 0 0,-2-1-1 15,-3 2 0-15,2 0 1 0,10 0 2 0,-15-1-4 16,15 1 3-16,-12 0 2 0,12 0-4 0,-11 1-1 16,11-1 0-16,-9 0 1 0,9 0-2 0,0 0 2 15,-9 3-1-15,9-3 1 0,0 0-1 0,0 0 0 16,-7 2-2-16,7-2 2 0,0 0 4 0,0 0 1 16,0 0 0-16,0 0-2 0,15 12 1 0,-8-11 1 15,5 0-4-15,-1-1 1 0,4 2-15 0,2-4-17 16,2 2-22-16,2-2-21 0,-2 1-23 15,3-1-18-15,4-3-17 0,-5 2-9 0,1-3 3 0,-3 2-6 16,0-1 2-16,1 0 10 0,-1-1 7 0,-3 1 15 16,-3 0 6-16,-4-2 14 0,0 1 16 0,1-1 5 15,-5 4 23-15,-5 3 10 0,9-9 11 0,-4 3 13 16,-5 6 13-16,6-8 8 0,-6 8 7 0,0 0 9 16,7-8 2-16,-7 8-7 0,0 0 0 0,0 0-4 15,0 0 3-15,0 0 5 0,0 0 10 0,0 0 5 16,0 0-1-16,0 0-4 0,0 0 10 0,4 18 7 15,-4-18 3-15,0 12 0 0,0-12-2 0,-3 11 1 16,3-11 2-16,-4 10 1 0,3-4-3 0,1-6-9 16,-1 9 4-16,-2-3-4 0,3-6 2 15,0 0-3-15,-1 8 6 0,1-8 4 0,0 0 6 0,-3 6 10 16,3-6 3-16,0 0 3 0,0 0 0 0,0 0 3 16,-5 6-14-16,5-6-6 0,0 0-5 0,0 0-8 15,0 0 2-15,-13-13-8 0,13 13 2 0,-6-7-5 16,6 7-2-16,-4-10-3 0,4 3 0 15,0 7-6-15,2-17 5 0,0 8-12 0,-1 2 0 16,3-4-2-16,0 2-4 0,1-1-1 0,-1 6-1 0,4-2 0 16,-1 0-3-16,2 2-1 0,-2 1 0 0,3 3-1 15,4-2 1-15,-3 4-1 0,2 2 0 0,2 2-6 16,-3 1 5-16,3 1 0 0,-6 0-3 0,3-1 0 16,-3 2-3-16,-4-2 6 0,1 3-2 0,-1-1 0 15,0 0 3-15,-1-2 0 0,-3-2-6 0,3 2 4 16,-4-7 2-16,2 10 0 0,-2-10 2 0,0 0-3 15,-4 10 5-15,4-10 0 0,-5 4-1 0,5-4 0 16,0 0 6-16,0 0-5 0,0 0 2 0,0 0-1 16,-17-13 3-16,16 6-4 0,1 7-2 0,1-15 0 15,-1 15 3-15,5-17-4 0,0 7 2 0,4 1-5 16,-2 0 1-16,2 1-1 0,1 0-1 0,-1 0-1 16,2 3 2-16,1 1-4 0,-1 1 6 0,1 2-5 15,2 2 2-15,-3 1-2 0,2 0-2 0,-3 3 3 16,1 0 0-16,-5 3-1 0,3 1-2 0,-3-2-10 15,-1 3-15-15,1 0-15 0,-3-2-20 16,-1 3-25-16,1 0-36 0,1-1-32 0,-3-1-45 0,2 1-166 16,-3-1-397-16,1-3 175 0</inkml:trace>
  <inkml:trace contextRef="#ctx0" brushRef="#br0" timeOffset="-130723.91">20364 14312 134 0,'0'0'199'0,"4"-8"-8"0,-4 8-11 0,0 0-22 16,3-6-15-16,-3 6-14 0,0 0-20 0,0 0-3 15,0 0-11-15,0 0 6 0,-17 33-5 0,8-10-1 16,-5 2-9-16,1 4-5 0,-3-1-3 0,3 2-5 16,-1 1-3-16,5 0-6 0,0-1-8 0,0-2-4 15,4 1 0-15,1-4-2 0,5-6-6 0,2 8 0 16,-1-2-8-16,5-6-2 0,0-1-5 0,-1 0 4 15,4-3-2-15,1-1-5 0,-1 2 4 0,2-3-11 16,5-1 0-16,-3-3-16 0,2 3-21 0,0-3-19 16,3-2-33-16,-1-1-32 0,-7-2-37 0,7-1-33 15,-1 0-23-15,-3-2-141 0,-1-2-363 0,-1-2 160 16</inkml:trace>
  <inkml:trace contextRef="#ctx0" brushRef="#br0" timeOffset="-130451.58">20672 14457 153 0,'-1'-7'224'0,"0"1"-12"16,1 6-22-16,-2-9-14 0,2 9-21 0,0 0-15 16,0 0-16-16,0 0-6 0,0 0 2 0,0 0-9 15,0 0-13-15,7 28-6 0,-5-12-5 0,2 3-2 16,-1 0-11-16,-2 5-2 0,3 1-7 0,-2-6 0 15,1 1-10-15,-2 0-2 0,2 0-5 0,-2 0-5 16,2-2-4-16,-2 1-3 0,2-1-5 0,-1-1 4 16,-1-1-7-16,2 0-13 0,-2-4-25 0,-1 0-16 15,1 0-16-15,-1-1-23 0,2-2-22 0,-2 1-33 16,1-5-26-16,-1-5-23 0,1 10-16 0,-1-10-131 16,0 0-342-16,0 0 152 0</inkml:trace>
  <inkml:trace contextRef="#ctx0" brushRef="#br0" timeOffset="-129908.45">20740 14416 141 0,'8'-4'139'0,"1"0"-6"0,1 1-13 16,0 3-6-16,0 2 0 0,-1 0-8 0,3 3-19 15,-3 0 5-15,-2 4-8 0,1-1-6 16,-2 3-9-16,-1-1-6 0,-2 0-8 0,0 2-4 0,-1 0 0 15,-2 5-5-15,-2-3-2 0,-4 1-6 0,1-4-1 16,-5 4-7-16,0-1-2 0,1-5-3 0,-2 0-3 16,3 0-1-16,-3-4 0 0,4 1-2 0,1 0 1 15,2-3-2-15,-1 0-3 0,5-3 4 0,-7 7-8 16,7-7-1-16,-4 5 3 0,4-5 2 0,0 0 5 16,0 0-7-16,0 0 3 0,12 14-4 0,-6-13 5 15,4 2-1-15,2 2-6 0,3-1 2 0,3-1 2 16,0 1-12-16,0-1-14 0,1-4-25 15,2 3-13-15,-2-2-18 0,0 0-18 0,-1-1-13 0,0 1-3 16,-5-4-14-16,4 0 10 0,-5 1 3 16,-1-3 8-16,-4 3 17 0,-1-1 5 0,3-4 18 15,-1 1 7-15,-3-2 8 0,0-1 16 0,-1 5 13 0,-2-6 11 16,2 2 11-16,-1-2 6 0,-1 2 20 0,-2 9-1 16,2-16 20-16,-2 6-3 0,-3 4 13 0,3 6 1 15,-2-13 4-15,0 8 4 0,2 5 5 0,-2-10-4 16,2 10-3-16,-3-5-13 0,3 5-7 0,0 0-3 15,0 0 10-15,0 0 13 0,0 0-2 0,-9 26-2 16,7-7 0-16,-5 5-2 0,3-5-5 0,1 6 0 16,0 4-3-16,2-4-5 0,-2 0-1 0,1 1-5 15,2 0-13-15,0-6 2 0,-2 0 0 0,4 4-3 16,-2-5-4-16,1-1-2 0,0-3-6 0,-1 2 2 16,0-4-2-16,3-2-4 0,-2 0-19 0,2 0-26 15,-2-1-23-15,-1 0-27 0,1-2-41 0,-1-8-38 16,0 10-27-16,0-10-31 0,-4 8-115 0,4-8-354 15,-6 3 157-15</inkml:trace>
  <inkml:trace contextRef="#ctx0" brushRef="#br0" timeOffset="-129754.8">20990 14748 39 0,'0'0'142'0,"5"-8"-11"16,-1 5-10-16,-4 3-12 0,13-7-11 15,-5 3-7-15,1-1-33 0,1 1-33 0,3-2-41 16,3 0-28-16,3 0-26 0,-3 1-44 0,4 1-124 16,-3 0 55-16</inkml:trace>
  <inkml:trace contextRef="#ctx0" brushRef="#br0" timeOffset="-129601.71">21324 14650 65 0,'10'0'117'0,"-10"0"-1"0,7 0 1 0,-7 0-14 16,0 0 9-16,12-3-2 0,-12 3-2 0,13 0-1 15,-4-4-9-15,1 2-8 0,4 1-11 0,3-2-5 0,1-1-8 16,0 1-12-16,-2 1-17 0,-2 1-21 16,-2-1-35-16,0 0-25 0,-2 0-22 0,-3-1-23 15,0 3-18-15,-7 0-84 0,9-3-207 0,-9 3 92 16</inkml:trace>
  <inkml:trace contextRef="#ctx0" brushRef="#br0" timeOffset="-129402.95">21480 14534 2 0,'-3'-4'121'0,"0"0"16"15,3 4 6-15,-8-9 3 0,8 9 4 16,-5-8 1-16,1 6-8 0,4 2-9 0,0 0-14 16,0 0-11-16,0 0-3 0,0 0 1 0,0 0 1 15,0 0 4-15,-3 20-7 0,6-10-1 0,-1 1-8 16,1 4-3-16,1 3-11 0,-3-6-6 0,3 7-6 0,-3-1-9 16,2-1-3-16,-2 2-7 0,2-3-4 15,-2 1-21-15,3 1-25 0,-2-4-29 0,-2 3-38 16,3-2-47-16,-1-5-55 0,1 0-40 0,-2-1-138 15,1-2-376-15,0-1 167 0</inkml:trace>
  <inkml:trace contextRef="#ctx0" brushRef="#br0" timeOffset="-129164.8">21767 14443 47 0,'0'-9'245'0,"0"9"-14"0,-1-13-20 15,1 13-19-15,-1-6-20 0,1 6-3 0,0 0-7 16,0 0-4-16,0 0-7 0,-4 22-10 0,4-9-11 16,-1 4-10-16,1 2-13 0,0 6-4 0,1-6-12 15,-1 1-7-15,-1-4-2 0,2 3-13 0,0-2-12 16,-1 2-5-16,0-3-2 0,0 1-5 0,2 1-7 16,-1-7-18-16,-1 2-20 0,1-2-26 0,-1-3-28 15,0 2-25-15,0-4-36 0,0-6-23 0,0 12-38 16,0-12-15-16,1 7-167 0,-1-7-389 0,0 0 172 15</inkml:trace>
  <inkml:trace contextRef="#ctx0" brushRef="#br0" timeOffset="-128883.21">21834 14350 74 0,'8'-13'159'0,"-2"2"5"15,4 2-16-15,-2 3-9 0,1 0-7 0,2 2-11 16,-2 4-5-16,0 1-5 0,3 4-6 0,-2 1-5 15,-2 2-10-15,2 5-11 0,-4-2-1 0,-2 6 1 16,-1-3-11-16,-5 4-6 0,1 0-4 0,-5-2-5 16,-1 3-6-16,-2-1-3 0,2-2-5 0,-4 1 1 15,0-3-1-15,3-5-1 0,2 0-1 0,-1-2-8 16,0 1 4-16,3-3-7 0,1 2 0 0,3-7-3 16,-3 8-1-16,3-8 7 0,0 8-4 0,0-8 0 15,5 7-2-15,0-5-1 0,4 1 2 0,1-3-7 16,2 1 1-16,1-1-26 0,6-1-24 0,2 1-23 15,1-3-39-15,5-2-35 0,-8 1-32 0,3 0-16 16,-3-2-13-16,-3 2-96 0,-2 1-311 0,-1-3 138 16</inkml:trace>
  <inkml:trace contextRef="#ctx0" brushRef="#br0" timeOffset="-128662.25">22152 14528 349 0,'10'-13'14'0,"-6"6"8"0,-4 7 20 16,5-14 6-16,-2 8 19 0,-2 2 28 0,-1 4 8 16,3-9 10-16,-3 9 2 0,1-9 6 0,-1 9-5 15,0 0-11-15,1-7-9 0,-1 7-2 0,0 0 6 16,0 0 6-16,0 0 4 0,0 0 0 0,0 0-1 15,-11 27-3-15,7-15 5 0,0 1 1 0,-2 3-1 16,3-2-9-16,1 4-3 0,0-2-10 0,0-2-3 16,0-1-4-16,1 0-5 0,1-2-16 0,0 0 7 15,1 2-14-15,2-4-5 0,0 1-6 0,1 0 4 16,-2-3-9-16,3-1-1 0,3 1-3 0,-3-4-2 16,5 3-4-16,1-3-7 0,1-3-32 0,2 0-32 15,-1 0-37-15,5-2-41 0,-5 0-51 0,3-3-44 16,0-2-23-16,-1-1-201 0,-4 3-477 15,6-7 210-15</inkml:trace>
  <inkml:trace contextRef="#ctx0" brushRef="#br0" timeOffset="-128428.29">22610 14227 123 0,'1'-4'238'0,"-1"4"-17"0,1-7-20 16,-1 7-19-16,0 0-20 0,0 0 1 0,0 0-6 15,15 9-4-15,-6 5-7 0,1 2-6 0,2 8-10 16,-2 1-7-16,-1 1-10 0,0 1-10 0,-2 1-8 16,-2 1-2-16,-3 0-17 0,1-3-8 0,-2 4-3 15,1-5-8-15,-4 1-5 0,0-7-6 0,0 1-4 16,-3 6-7-16,0-7-11 0,-1 0-20 0,-2-2-24 16,-2 5-33-16,0-3-34 0,-4-4-49 15,3-1-55-15,-3-2-40 0,2 3-152 0,3-7-414 0,0-2 183 16</inkml:trace>
  <inkml:trace contextRef="#ctx0" brushRef="#br0" timeOffset="-127838.39">23095 14046 129 0,'0'0'216'0,"3"-9"-18"0,-3 9-9 15,1-7-15-15,-1 7-12 0,0 0-18 0,3-6-13 16,-3 6-12-16,0 0-13 0,0 0-3 0,14 0-6 15,-14 0-3-15,14 3-6 0,-4-2-3 0,3 1-5 16,0-2 3-16,2 3-3 0,0-2-1 16,4-1-3-16,-1 3-6 0,3-3-3 0,-1 3-2 15,1-2-6-15,-2 2-1 0,0 0-3 0,-4 0-5 0,-1 1-11 16,-2-1 1-16,0 2-3 0,-4 1-5 0,1 1 3 16,-2 0-3-16,-1 3 1 0,-2 2-2 0,2 4 2 15,-3 1 13-15,-2 3-12 0,-2 4 2 0,1 2 0 16,-2 1-2-16,0 0-4 0,-1 0-4 0,-2 2 4 15,3 1-5-15,-2-1 2 0,-1 2-3 16,2-3-1-16,1 4-5 0,-2 0 3 0,0-1 2 0,3 1-3 16,-2 0-4-16,2-2 0 0,0-1-2 0,1-2-8 15,-3 1 6-15,3 1-1 0,-1-4-1 0,0 3 2 16,-2-3-1-16,2 0 7 0,-1-1-5 16,1-5-5-16,0-1 7 0,0 1 8 0,-2-1-5 0,2 2-13 15,-1-3 4-15,0 2-5 0,1-1 9 0,-2-1-11 16,1-1 0-16,-1-1 3 0,1 1 3 0,-2-4-1 15,-4 3-3-15,-1-1 0 0,-4-1 4 0,0 0 1 16,-4 1-2-16,-5-1-6 0,-8 1 0 16,0-1-1-16,-6-1-15 0,0-2-17 0,-14 1-27 0,-1 0-29 15,-6-2-34-15,2-5-50 0,1 3-49 16,-2-7-47-16,-2 4-222 0,0-4-531 0,-6 1 236 0</inkml:trace>
  <inkml:trace contextRef="#ctx0" brushRef="#br0" timeOffset="-125497.8">11307 16350 106 0,'0'0'156'0,"-9"-2"-10"0,9 2-11 0,0 0 7 15,0 0 0-15,-14 0-7 0,14 0-6 0,0 0-4 16,0 0-7-16,0 0-5 0,0 0-11 0,0 0-4 16,0 0-4-16,0 0-5 0,0 0-2 0,0 0-1 15,0 0-1-15,0 0-5 0,0 0-10 0,35-4-5 16,-17 0-5-16,10-1-7 0,-1-1-5 15,3 0-1-15,1 1-8 0,-4-1-22 0,1 0-31 16,-4 1-31-16,-2 1-46 0,-6-1-44 0,-3 3-43 16,1 2-173-16,-14 0-380 0,0 0 168 0</inkml:trace>
  <inkml:trace contextRef="#ctx0" brushRef="#br0" timeOffset="-125313.23">11397 16505 163 0,'0'0'180'16,"-4"4"-19"-16,4-4-1 0,0 0-14 0,0 0-8 15,0 0-18-15,0 0-6 0,9 10-13 0,2-9-8 16,0-1-9-16,2 0-18 0,1-1-30 0,2 1-42 16,6 0-41-16,-2-1-37 0,2-1-36 0,-4 2-98 15,1 0-236-15,-4-1 105 0</inkml:trace>
  <inkml:trace contextRef="#ctx0" brushRef="#br0" timeOffset="-121416.64">13107 15931 74 0,'0'0'84'0,"0"0"-3"0,0 0 2 16,6-5-17-16,-6 5 2 0,0 0-7 15,0 0 1-15,0 0 4 0,0 0-9 0,0 0 0 16,0 0-6-16,0 0-3 0,0 0-1 0,0 0-1 15,0 0-2-15,0 0-5 0,0 0-5 0,0 0 1 0,0 0-6 16,0 0 1-16,0 0-3 0,0 0 0 0,0 0-7 16,0 0-2-16,0 0-2 0,0 0 6 15,0 0-1-15,0 0-7 0,0 0 1 0,0 0-4 16,0 0 5-16,0 0 0 0,0 0 0 0,0 0-10 16,0 0 1-16,0 0-4 0,0 0 7 0,0 0-4 15,0 0 3-15,0 0-5 0,2 13 5 0,-2-13 11 0,0 0-14 16,0 0 2-16,0 0-2 0,0 0-2 15,0 0 5-15,0 0 2 0,0 0 1 0,0 0-5 16,0 0 0-16,0 0-4 0,0 0 3 0,0 0-1 16,0 0 2-16,0 0 0 0,0 0 1 0,0 0 2 15,0 0 1-15,0 0 3 0,0 0 0 0,0 0 4 16,0 0 5-16,0 0-3 0,0 0 2 0,0 0-2 16,0 0 4-16,0 0 0 0,0 9-1 0,0-9-2 15,0 0 5-15,0 0-2 0,0 0-2 0,0 0-2 16,0 0 1-16,0 0-5 0,0 0 0 0,0 0-4 15,0 0-1-15,0 0-3 0,0 0 4 0,0 0-8 16,0 0 3-16,0 0-2 0,0 0 1 0,0 0 1 16,0 0-5-16,0 0 1 0,0 0 5 0,0 0-7 15,0 0 1-15,0 0 0 0,0 0 1 0,0 0 1 16,0 0 8-16,0 0-12 0,0 0 1 0,0 0-2 16,0 0 4-16,0 0-6 0,0 0 2 0,0 0 2 15,0 0 0-15,0 0-1 0,0 0-2 0,0 0 3 16,0 0 2-16,0 0-6 0,0 0 2 0,0 0 1 15,0 0-2-15,0 0-1 0,0 0 4 0,0 0-3 16,0 0 2-16,0 0 3 0,0 0-1 0,0 0-1 16,0 0 0-16,0 0 7 0,0 0-11 0,0 0 6 15,0 0-6-15,0 0 5 0,0 0-4 0,0 0-3 16,0 0 4-16,0 0 1 0,0 0 0 0,0 0-1 16,0 0-1-16,0 0 2 0,0 0 1 0,0 0 0 15,0 0 1-15,0 0-4 0,0 0 8 0,0 0-4 16,0 0-1-16,0 0-4 0,0 0 5 0,0 0-2 15,0 0 5-15,0 0-3 0,0 0 1 0,0 0 3 16,0 0-2-16,0 0 1 0,0 0 6 0,0 0-4 16,0 0 5-16,0 0-2 0,0 0 5 0,0 0-5 15,0 0 2-15,0 0 0 0,0 0 0 0,0 0 0 16,0 0 0-16,0 0-3 0,0 0 2 0,0 0-5 16,0 0 2-16,0 0-4 0,0 0-2 0,0 0 4 15,0 0-1-15,0 0 0 0,0 0 2 0,0 0-1 16,0 0 4-16,0 0 0 0,0 0-3 0,0 0 4 15,0 0-5-15,0 0 2 0,0 0-2 0,0 0 0 16,0 0 2-16,0 0-10 0,0 0 9 0,0 0-2 16,0 0-1-16,0 0-2 0,0 0 2 0,0 0-2 15,0 0 1-15,0 0-2 0,0 0 3 0,0 0-3 16,0 0 2-16,0 0 4 0,0 0-5 0,0 0-2 16,0 0-10-16,0 0-12 0,0 0-19 0,0 0-22 15,0 0-25-15,0 0-36 0,0 0-27 0,0 0-15 16,0 0-127-16,0 0-316 0,0 0 140 0</inkml:trace>
  <inkml:trace contextRef="#ctx0" brushRef="#br0" timeOffset="-120501.34">13131 16373 11 0,'0'0'147'0,"0"0"-4"15,7-3-14-15,-7 3-5 0,0 0-14 0,0 0 3 16,0 0-13-16,0 0-7 0,0 0-1 0,0 0-6 16,0 0-12-16,0 0-2 0,0 0-4 0,0 0-2 15,0 0-9-15,0 0 0 0,0 0-1 0,0 0-3 16,0 0-2-16,0 0-11 0,0 0 3 0,0 0-10 16,0 0 6-16,0 0-10 0,0 0-1 0,0 0-2 15,0 0-4-15,0 0-3 0,0 0-1 0,0 0 1 16,0 0-6-16,0 0 6 0,0 0-12 0,0 0 2 15,0 0-2-15,0 0 2 0,0 0-2 0,0 0 1 16,0 0 2-16,0 0-2 0,0 0 8 0,0 0-8 16,0 0 9-16,0 0-1 0,0 0 5 0,0 0 1 15,0 0 1-15,0 0 5 0,0 0 3 0,0 0 0 16,0 0-7-16,0 0 0 0,0 0 1 0,0 0 0 16,0 0-2-16,0 0-6 0,0 0 5 0,0 0-4 15,0 0-4-15,-21 10 1 0,21-10-4 16,-6 3-1-16,6-3 1 0,-8 3 1 0,8-3-2 15,0 0-1-15,-8 2 3 0,8-2 0 0,-5 4 1 16,5-4 2-16,0 0-4 0,0 0 2 0,-8 3-1 16,8-3 0-16,0 0-1 0,0 0-4 0,0 0 0 15,0 0 3-15,-5 3-1 0,5-3-3 0,0 0-1 16,0 0 4-16,0 0-1 0,0 0 12 0,18 4-13 16,-8-4 3-16,2 1 1 0,7-1 3 0,-2 2-1 15,2 0 4-15,4-1-3 0,-2 0-2 0,6-2 0 16,0 1 0-16,2 1-5 0,-11-1 0 0,2 0 5 15,10-1-6-15,-10 1 4 0,-4-3-3 0,4 3 4 16,1 0-1-16,-4 0-2 0,-3 0 0 0,-3 0 4 16,0 0-2-16,-11 0 2 0,16 2 4 0,-16-2 2 15,13-2 7-15,-13 2 0 0,0 0 3 0,16 0 6 16,-16 0 6-16,0 0 2 0,0 0 2 0,0 0-1 16,0 0 5-16,9-2-5 0,-9 2-5 0,0 0-1 15,0 0-8-15,0 0 1 0,0 0-5 0,0 0-1 16,0 0-5-16,0 0-2 0,0 0-12 0,0 0-16 15,0 0-20-15,0 0-31 0,0 0-36 0,0 0-41 16,0 0-48-16,0 0-57 0,0 0-238 16,0 0-522-16,0 0 231 0</inkml:trace>
  <inkml:trace contextRef="#ctx0" brushRef="#br0" timeOffset="-120126.52">14292 16194 115 0,'-11'-6'166'0,"11"6"-10"16,-14-5-6-16,14 5-3 0,0 0-9 0,-15-6-10 15,15 6-7-15,-10-1-1 0,10 1-10 0,0 0-9 16,-8-3-3-16,8 3-6 0,0 0-4 0,0 0-7 16,0 0-3-16,0 0-6 0,0 0-5 0,0 0-8 15,49-4 1-15,-22-2-12 0,3 0-3 0,1 1-5 16,3 0-2-16,0-2-5 0,-3 3-19 0,-2-1-18 15,-2-1-29-15,-7 2-26 0,-2 0-21 0,-5 3-41 16,-1 0-26-16,-12 1-25 0,19-3-120 16,-19 3-316-16,10-4 140 0</inkml:trace>
  <inkml:trace contextRef="#ctx0" brushRef="#br0" timeOffset="-119210.8">14439 16154 136 0,'0'0'154'0,"0"0"-14"0,0 0-7 15,-5 7 9-15,5-7-5 0,0 12-2 0,0-12-1 16,2 22-8-16,0-6-5 0,1-1-4 0,-1 3-2 16,-2 2-7-16,4 0-10 0,-4 5 0 0,4 0-4 15,0 0-7-15,-3-5-6 0,1 3-5 0,1-6-9 16,-3 2-5-16,4-2-5 0,-2-1-6 0,0-1-6 15,-1-2-6-15,1 0 0 0,0-1-9 0,-2-2 1 16,2 0-6-16,-4 0 0 0,2-3-5 0,2 0 3 16,-2-7-3-16,2 9-2 0,-2-9 2 0,-2 10-4 15,2-10-3-15,-6 8-9 0,3-4-9 0,3-4-12 16,-11 5-8-16,4-3-5 0,7-2-3 0,-15 2-4 16,15-2-1-16,-16 0 2 0,16 0 0 0,-18-4 3 15,18 4 2-15,-18-3 5 0,10 0 4 0,-2-1 2 16,10 4-1-16,-13-4 4 0,13 4 1 0,0 0 10 15,-13-4 6-15,13 4 0 0,0 0-2 16,-12-2 0-16,12 2 0 0,0 0 2 0,0 0 2 0,0 0 1 16,0 0 0-16,0 0 3 0,33 1 4 0,-23-1-6 15,8 0 1-15,-5 0 3 0,5 0-15 16,0-1-14-16,1-2-22 0,0 2-11 0,3-3-22 0,-4 1-12 16,5 1-19-16,-1-2-3 0,-2 0-1 15,-1 1 9-15,-1-3 16 0,-3 3 2 0,0-3 16 16,-3 2 8-16,-3 0 17 0,2-1 0 0,0 2 16 15,-6-1 5-15,4-1 16 0,-9 5 13 0,11-7 14 16,-8 3 9-16,-3 4 4 0,6-4 5 0,-6 4-4 16,0 0-7-16,7-2-2 0,-7 2 4 0,0 0 3 15,0 0 6-15,10 9 6 0,-10-9-2 0,1 8-1 16,-1-8 3-16,2 10-2 0,-1-6 7 0,-1-4 1 16,0 9 5-16,0-9-2 0,2 8 2 0,-2-8 2 15,0 0 5-15,0 10 8 0,0-10 13 0,0 0 12 16,0 0-1-16,0 0-8 0,0 0-4 0,0 0-3 15,0 0-3-15,0 0-5 0,0 0-2 0,0 0-10 16,0 0-2-16,-16-21-3 0,16 21-10 0,-3-11-4 16,4 3-3-16,-1 8-4 0,4-18-1 0,2 9-5 15,0-1-6-15,1-1-4 0,4-2-7 0,0 2-3 16,2 3 4-16,1-2-10 0,2 3 0 0,-4 2 1 16,6 1-2-16,-5 2-1 0,2 4-5 0,3 2 2 15,-5-1 2-15,2 4 1 0,-4-1 1 0,2 2-6 16,-4 2 1-16,4 0 2 0,-4-2 0 0,-3 1 4 15,1 1-3-15,-2-2-1 0,-1 1 5 16,-3-1-3-16,1-3 0 0,0 1 0 0,-2-6 0 0,0 11 1 16,0-11 1-16,-3 8 5 0,3-8-6 15,0 0 2-15,-8 4 2 0,8-4-2 0,0 0 2 16,0 0-3-16,0 0-1 0,0 0-4 0,-12-17 0 0,12 17-1 16,7-14 1-16,-3 4-4 0,1-1 2 0,2 0-8 15,0-4 5-15,7 1-4 0,1-2 1 0,0 6-1 16,-1 0-5-16,6 1 4 0,-3 2 3 0,-4 1-3 15,2 2-1-15,-1 3 2 0,-2 1 1 16,0 4 2-16,0 0-1 0,-3 2-1 0,0 3 5 16,-3 1-6-16,-2 1 4 0,-1-2-7 0,2 3-15 15,-4 0-22-15,2 3-35 0,-6-3-44 0,2 1-26 16,-1-2-59-16,-3 1-214 0,0-2-464 0,-1-1 205 16</inkml:trace>
  <inkml:trace contextRef="#ctx0" brushRef="#br0" timeOffset="-118904.23">15513 16199 156 0,'-1'-9'266'15,"-2"-1"-8"-15,3 10-13 0,-4-14-21 0,4 14-25 16,0-11-20-16,0 11-18 0,0 0-19 0,0 0-10 15,0 0-12-15,0 0-1 0,10 28-9 16,-8-10-5-16,-1 1-4 0,-2 9-3 0,1-3-10 0,-2 3-7 16,1-2-5-16,-1 0-5 0,-1-6-7 0,-1 6-4 15,0-6-7-15,2 4 4 0,-1-5-13 16,2-2-5-16,0 0-2 0,-2-1 4 0,2 1-9 16,1-6-8-16,-1 0-16 0,1 0-26 0,-4-3-29 15,4 1-18-15,-2-2-36 0,1 0-22 0,1-7-22 16,0 0-38-16,0 0-25 0,0 16-24 0,0-16-146 15,0 0-410-15,0 0 181 0</inkml:trace>
  <inkml:trace contextRef="#ctx0" brushRef="#br0" timeOffset="-118589.43">15505 16083 139 0,'10'-7'165'0,"2"1"1"0,1 0-3 15,-2 5-11-15,1 0-16 0,-12 1-5 0,24 4-9 16,-14 2-10-16,3 6-13 0,-5-2-5 0,-2 1-8 16,-1 1-12-16,2 4-2 0,-6-4-7 0,-1 5-6 15,-1-3-4-15,-2 3-3 0,-5-2-9 0,1 1 2 16,-2-3-9-16,0-2-2 0,-1-3 2 0,2 0-4 16,-1 1 0-16,-1-2 0 0,3-2 9 0,2 0-8 15,0-3 4-15,5-2-7 0,-10 7 4 0,10-7-6 16,-4 5-1-16,4-5-3 0,-2 5 0 0,2-5 0 15,0 0 16-15,0 0-4 0,10 12-2 16,-5-6-3-16,5-3-3 0,0 2 1 0,9 0-5 0,-2 0-7 16,0 1-9-16,2-1-29 0,-1 0-35 15,1-4-34-15,-1 1-48 0,2-1-35 0,1-1-38 16,-11 0-138-16,4 1-378 0,-14-1 168 0</inkml:trace>
  <inkml:trace contextRef="#ctx0" brushRef="#br0" timeOffset="-118289.68">15891 16261 104 0,'5'-13'151'0,"-2"6"6"0,-3 7 2 16,4-9 6-16,-4 9-3 0,0 0-8 0,6-8-13 15,-6 8-15-15,0 0 7 0,0 0 5 0,0 0 8 16,6 21 6-16,-6-5 4 0,-1 3-11 0,0 2-6 16,-3 4-7-16,0 0-8 0,-1 3-8 0,0-2-7 15,-1 0-9-15,2-6-13 0,0-2-5 0,-2-1-7 16,4 2-1-16,-1-4-4 0,1 0-8 0,2-2 0 15,-2-4-9-15,2-9-1 0,1 20-10 0,-1-10 4 16,0-10-2-16,4 14-3 0,0-9-1 0,-4-5-1 16,12 14-1-16,-4-9-3 0,5-1 0 0,-2 0-10 15,6-2 3-15,2 0-9 0,3 0 3 0,-3-1-2 16,8-3 3-16,-5 1-11 0,-1-1-16 0,0-2-12 16,-1 3-22-16,1-2-14 0,-2 1-26 0,-5-2-27 15,3 1-29-15,-6 0-31 0,-2-3-40 16,-1 3-47-16,-4 0-246 0,-4 3-539 0,6-9 238 15</inkml:trace>
  <inkml:trace contextRef="#ctx0" brushRef="#br0" timeOffset="-117708.63">14066 16971 124 0,'-12'2'191'0,"3"-2"-11"0,9 0-6 0,-13 0-18 15,8 2-9-15,5-2-17 0,-9 2-9 0,9-2-1 16,0 9 1-16,0-9 6 0,9 9-5 0,5-4-2 0,13 1-2 15,6-3-6-15,16 0-5 0,10 0 1 16,6-3-11-16,32-3-6 0,-1-4-4 0,1 4-1 16,3-1-2-16,1 0-5 0,1 0-4 0,6 1 1 15,2 0 8-15,-2-1 7 0,5 0-18 0,8 3 0 16,-2-1-2-16,-1-2-7 0,-6 1-2 0,8 2-8 16,-6 2 2-16,-4-5-8 0,-5 6 1 0,-2-2-1 15,-4-2-7-15,-6 5 0 0,-28-2 0 0,0-1-8 16,-1 1 1-16,-6 2 0 0,-6-2-6 0,-1 4 10 15,-16-2-17-15,-5-2 0 0,-1 2 1 0,-10 0-1 0,-4-1-4 16,-5-1-4-16,2 2-5 0,-12-3-14 16,10 2 1-16,-10-2-19 0,0 0-20 0,0 0-31 15,0 0-46-15,0 0-41 0,-41 8-53 0,21-8-42 16,-1 0-39-16,-6-2-193 0,-2 0-530 0,-2 3 234 16</inkml:trace>
  <inkml:trace contextRef="#ctx0" brushRef="#br0" timeOffset="-116375.83">15062 17252 94 0,'0'0'202'0,"0"0"-8"0,0 0-12 16,0 0-1-16,0 0-10 0,0 0-5 0,-8-10 20 15,8 10-12-15,0 0-6 0,0 0-13 16,0 0-10-16,0 0-18 0,0 0 0 0,0 0-8 0,0 0-1 16,0 0-13-16,-9-4-4 0,9 4-4 0,0 0-4 15,0 0-9-15,0 0-18 0,0 0 12 0,0 0-18 16,0 0 2-16,0 0-5 0,0 0-2 16,0 0-6-16,0 0-7 0,0 0-1 0,0 0-17 15,0 0 12-15,0 0-3 0,0 0-2 0,0 0-2 16,0 0-7-16,0 0 0 0,0 0 1 0,0 0-5 15,0 0-17-15,0 0 14 0,0 0-1 0,0 0 3 16,0 0-14-16,0 0 11 0,0 0-1 0,0 0-3 16,0 0 3-16,0 0-8 0,0 0-1 0,0 0 10 15,0 0-3-15,0 0-2 0,0 0-3 0,0 0-1 16,0 0 2-16,0 0-1 0,0 0-5 0,0 0 7 16,0 0-5-16,0 0-2 0,0 0 1 0,0 0 5 15,0 0-6-15,0 0 4 0,0 0-4 0,0 0 0 16,0 0-2-16,0 0-3 0,0 0 2 0,0 0 1 15,0 0 3-15,0 0-13 0,0 0 20 16,0 0-3-16,0 0 1 0,0 0-20 0,0 0 16 0,0 0 1 16,0 0 2-16,0 0-1 0,0 0-7 0,0 0 2 15,0 0 1-15,0 0 0 0,0 0 1 16,0 0-4-16,0 0-3 0,0 0 5 0,0 0 1 0,0 0 3 16,0 0-6-16,0 0 2 0,0 0 7 15,0 0-11-15,0 0-8 0,0 0 14 0,0 0-1 16,0 0 0-16,0 0 0 0,0 0 0 0,0 0-3 0,0 0 2 15,0 0-1-15,0 0 6 0,0 0-7 0,0 0 7 16,0 0-15-16,0 0 18 0,0 0-13 16,0 0 7-16,0 0-3 0,0 0 2 0,0 0-1 15,0 0-2-15,0 0 5 0,0 0 1 0,0 0-5 16,0 0 6-16,0 0-3 0,0 0 6 0,0 0-6 16,0 0-1-16,0 0 1 0,0 0-1 0,0 0 4 15,0 0 1-15,33 13-5 0,-24-10 0 0,2-1 0 16,-4 0 0-16,5 1 1 0,1 1-3 0,-2 1 2 15,1 1-2-15,-2 1 2 0,4 2 2 0,-5-2 0 16,2 1-8-16,-2 2 7 0,-2-2-4 0,0 3 2 16,-3-2-1-16,0 3 1 0,-2-2 3 0,-2 0-7 15,0 2 2-15,-3 0 2 0,-1-2-10 0,-1 1 14 16,-3-1-1-16,-5-1-2 0,4 1 8 0,-1-3-5 16,-3 1 0-16,1 2-5 0,0-2 5 0,2-2-2 15,-2-2 1-15,1 1-5 0,1-1 3 0,1-1-3 16,-2 0-9-16,11-3-5 0,-15 4-19 0,8-2-24 15,2 0-22-15,5-2-35 0,0 0-28 0,0 0-39 16,0 0-35-16,-17 2-57 0,17-2-202 0,0 0-517 16,0 0 229-16</inkml:trace>
  <inkml:trace contextRef="#ctx0" brushRef="#br0" timeOffset="-116096.7">15326 17283 144 0,'5'-8'226'0,"1"3"2"16,-3 1-3-16,1-1-7 0,-4 5-12 0,7-7-15 16,-7 7-19-16,4-5-13 0,-4 5-19 0,0 0-12 15,0 0 0-15,0 0 6 0,0 0-6 0,0 0-3 16,8 24 2-16,-6-14-10 0,-4 1-5 0,2 4-8 16,-1 1-8-16,0 2-7 0,1-3-6 0,0 1-15 15,1 1-12-15,-2 0 3 0,1-1-3 0,1-1-4 16,-2-3-11-16,2 0 4 0,-1-1-11 0,1-1 3 15,-1-10-10-15,3 19-15 0,-3-13-9 0,0-6-15 16,2 13-27-16,0-7-11 0,0-1-21 0,-2-5-20 16,0 0-19-16,0 0-21 0,0 0-28 0,9 12-29 15,-9-12-34-15,0 0-43 0,0 0-141 0,0 0-439 16,0 0 195-16</inkml:trace>
  <inkml:trace contextRef="#ctx0" brushRef="#br0" timeOffset="-115826.28">15177 17211 78 0,'0'0'194'0,"0"0"-1"16,0 0-6-16,0 0 0 0,0 0 0 0,0 0-7 16,36-8-12-16,-7 6-9 0,5-1-6 0,2-1-11 15,18-5-9-15,-4 3-3 0,2 0-5 0,-12 1-6 16,-3 2-4-16,0-1-3 0,-3 0-11 0,-3 1-8 15,-9 1-2-15,-5 1-5 0,-1 1-14 0,-4 0-4 16,-12 0-13-16,16 0 1 0,-16 0-20 0,10-2 8 16,-10 2-3-16,0 0 1 0,0 0-8 15,11 2 0-15,-11-2-20 0,0 0-3 0,0 0-30 16,-22 14-38-16,22-14-41 0,-26 8-46 0,9-4-72 0,-2 0-269 16,-1 0-524-16,-8 0 232 0</inkml:trace>
  <inkml:trace contextRef="#ctx0" brushRef="#br0" timeOffset="-115666.15">15471 17130 1852 0,'14'-10'29'0,"-5"2"-31"0,-2 1-111 0,2 0-144 16,-5 5 5-16,-4 2-272 0,0 0 120 0</inkml:trace>
  <inkml:trace contextRef="#ctx0" brushRef="#br0" timeOffset="-112839.75">7646 16056 162 0,'0'0'202'16,"0"0"-7"-16,2-6-10 0,-2 6-16 0,3-6-11 15,-3 6-10-15,0 0-22 0,0 0-10 0,0 0-12 16,0 0-3-16,0 0-2 0,0 0-3 0,15 7-2 16,-10-2-5-16,-1 1-1 0,3 4-6 0,0 4-2 15,1 3-4-15,0 1-2 0,-1-1-3 0,2 2-6 16,-1-1-8-16,0 1-3 0,4 2-6 0,-4-5-1 16,2 1-6-16,0 1-31 0,-1 0 0 0,0-1 2 15,0-3-1-15,1 2-1 0,-2-2 1 16,-1-2-1-16,3 1-3 0,-4-3 1 0,1-1-3 0,-1 0-2 15,0-2 1-15,2 3 2 0,-2-3-1 0,-2-3 1 16,0 1-3-16,-1 0 0 0,-3-5 2 0,5 5 2 16,-5-5-1-16,0 0 6 0,6 6 12 0,-6-6 12 15,0 0-3-15,0 0-6 0,0 0 0 0,0 0-3 16,8-21-2-16,-7 10-1 0,2-2-3 0,0-3-2 16,-1-4-2-16,2-8-5 0,-2-1 2 15,2 1 0-15,0-2-4 0,0 0 3 0,-2-2-1 16,1 0 0-16,2 1-2 0,-1 1-2 0,-2 3-1 15,2 2 2-15,-1 9-6 0,-1 0 1 0,1 6 0 16,-2 0-8-16,-1 10-16 0,4-13-21 0,-4 13-11 0,0 0-11 16,0 0-6-16,0 0-10 0,0 0-23 15,0 0-21-15,0 0-33 0,9 43-20 0,-8-17-36 16,-1 3-152-16,-4-1-397 0,6 0 175 0</inkml:trace>
  <inkml:trace contextRef="#ctx0" brushRef="#br0" timeOffset="-112322.27">8280 16408 4 0,'0'-13'204'0,"0"13"-15"0,0 0-10 0,0 0-9 15,-13-15-10-15,13 15-9 0,-12-9-9 0,5 5-18 16,7 4-4-16,-18-3-12 0,9 2-11 0,-1 0-6 15,-2 1-9-15,1 2-6 0,-1-1-9 0,2 3-7 16,0 0-6-16,-2 0-7 0,3 3 1 16,0 1-8-16,0 0-3 0,1 0-4 0,1 3-2 15,3-3-4-15,-1 3 0 0,1 0-8 0,4 0 3 16,-1 0 0-16,0-3-7 0,1 2 0 0,1-3-1 16,4 2 0-16,-2-5-4 0,0 2 4 0,5 0-2 15,-3-1 0-15,3-1-3 0,-2 0 2 0,2-4 1 0,-8 0-5 16,15 0-1-16,-6-2 4 0,2 0-1 15,-1-2-3-15,-4-1 4 0,3 2 5 0,-1-6-8 16,-2 2 0-16,0 0 1 0,0-4-4 0,-1-3 3 16,-3 2 0-16,3-5 0 0,-1 1-4 0,0-4 1 15,-1 4-1-15,-3-4 5 0,2-4-5 0,-2 0 5 16,1-2-1-16,-2 7 0 0,0 0-1 0,0 3 9 16,-1 1 6-16,1 4 4 0,1 1 0 0,0 10 1 15,-1-17-8-15,1 17 3 0,-3-11 0 0,3 11-9 16,0 0-4-16,0 0 1 0,0 0 0 0,0 0-2 15,0 0 7-15,0 0-6 0,10 44-1 0,-7-24-2 16,1 0-1-16,1 4-1 0,-2 0 3 0,0 2-1 16,1-8-2-16,1 6 2 0,-1-6-2 0,1 2 3 15,3-2-3-15,-5 0-11 0,3-2-22 0,-1 0-27 16,-3-4-39-16,1 4-34 0,1-1-36 0,0-3-26 16,-2-1-198-16,-2-11-422 0,2 19 187 0</inkml:trace>
  <inkml:trace contextRef="#ctx0" brushRef="#br0" timeOffset="-112046.18">8744 16212 1533 0,'7'-14'132'0,"-3"2"-4"15,0-3-46-15,0 4-15 0,-4 4-11 0,0 7-7 16,0-15-7-16,0 15-3 0,-4-12-5 0,4 12-3 15,0 0-3-15,-9-5 0 0,9 5 3 0,0 0 5 16,-18 20 0-16,9-3 4 0,-1 5-3 0,0 3 3 16,-3 1 0-16,3 2-4 0,2 2-3 0,0-4 2 15,3 0-3-15,-1 0-5 0,3-1-2 0,5-6-2 16,0 1-3-16,1-2-1 0,1 0 0 0,-1-1-5 16,5 1 1-16,0-5-19 0,-1 3-25 0,0-6-40 15,3 2-32-15,-1-4-53 0,-1 1-52 0,1-4-168 16,-1 0-406-16,4-1 180 0</inkml:trace>
  <inkml:trace contextRef="#ctx0" brushRef="#br0" timeOffset="-111584.5">9103 16301 38 0,'-5'-7'224'0,"0"-1"-3"16,-3 2-5-16,-1 1-13 0,-1 1-10 0,-1 3-13 0,-1-2-11 15,12 3-19-15,-31 3-13 0,14 2-11 0,2 5-15 16,-2-1-8-16,2 5-10 0,0-1-10 0,-1 6-9 16,2-6-8-16,5 3-3 0,-1-1-8 15,6-4-7-15,1 5-5 0,0-5-1 0,2 1-6 16,1-2-1-16,1 0-5 0,2-1-4 0,0 0 3 16,5-4-8-16,-3-2-1 0,5 0 0 0,1 0-3 15,1-3-1-15,0-2-1 0,2-1-1 0,3-2-3 16,-1-1 4-16,-4-1-5 0,3-2 3 0,-2-2-4 15,-2-1 6-15,1 0-6 0,-5 1 3 0,0-4 0 16,2 1 2-16,-5-2 1 0,-1-3-1 0,0 0-2 16,-2 0 5-16,1 0 7 0,-2-7-1 0,-3 6 0 15,0 1 2-15,2 2 1 0,0 1 15 0,-2-1 2 16,-2 3-4-16,4 1 9 0,1 13-3 0,-4-23-1 16,4 23-6-16,-2-13 7 0,2 13-17 0,0 0-4 15,0 0-3-15,0 0-3 0,0 0 0 0,0 0-1 16,0 0-3-16,14 46-5 0,-13-26-1 0,5 4 4 15,-3 4-4-15,-1-1 11 0,0-1-15 0,2-5 4 16,-2 4-4-16,1-6 2 0,-1 6 1 0,1-5-2 16,-2-1-9-16,0 1-19 0,0-5-26 0,3 1-32 15,-2-3-29-15,-1-2-33 0,-1 1-39 0,0-3-39 16,0-9-49-16,0 16-181 0,0-16-490 0,-1 11 217 16</inkml:trace>
  <inkml:trace contextRef="#ctx0" brushRef="#br0" timeOffset="-111354.09">9423 16249 76 0,'0'0'222'0,"-1"-14"-2"16,1 14-16-16,0 0-6 0,0 0-17 0,-16-1-6 0,16 1 0 16,-16 10-10-16,7-1-12 0,-3 4-13 15,1 2-8-15,-1-2-13 0,3 4-7 0,-2 0-13 16,0 2-10-16,5-2-6 0,2 2-10 0,1-3-7 15,3-3-8-15,-1 1 3 0,2-2-9 0,2 1-5 16,1-3-20-16,4 1-20 0,-3-3-27 0,7 1-30 16,-4-2-35-16,1-2-44 0,2-1-35 0,1-1-44 15,0 0-172-15,-12-3-412 0,25-4 183 0</inkml:trace>
  <inkml:trace contextRef="#ctx0" brushRef="#br0" timeOffset="-111129.92">9673 16038 115 0,'6'-4'244'0,"-6"4"-10"16,19-1-3-16,-6 3-10 0,4 7-18 16,-2 4-8-16,4 10-11 0,-1-1-15 0,-5 6-15 15,-2 0-12-15,-1 0-13 0,-2 4-11 0,-4-1-11 16,-1 0-11-16,-3 0-7 0,-2 5-8 0,0-6-9 15,-6 4-17-15,-2-2-34 0,-4 1-41 0,-3-2-51 16,-1-1-64-16,-10 10-61 0,4-13-211 0,-3-1-440 0,-10 6 195 16</inkml:trace>
  <inkml:trace contextRef="#ctx0" brushRef="#br0" timeOffset="-110328.27">6616 15911 1 0,'4'-6'155'16,"-4"6"-17"-16,0 0-14 0,0 0-7 0,10 16 1 0,-4 0-6 15,4 12-4-15,3 15 4 0,-1 7-5 0,-2 4-2 16,0 27 6-16,0 7 12 0,-5-3-10 16,-2 2-7-16,-2-27-14 0,2 26-2 0,-3-27-5 15,2 30-3-15,-3-7 3 0,4-2 1 0,-3-24-34 16,2 0 3-16,2-4-4 0,1 0 1 0,-1-1-6 15,4-4 32-15,-4-11-9 0,3-1-5 0,1-1-13 0,2-2 0 16,0-8-8-16,-1 5-3 0,-1-10-4 0,1 5 1 16,-5-7-8-16,2-3-21 0,2 1-12 0,-2-6-23 15,-1 0-20-15,-2-3-27 0,2 1-14 16,-5-7-27-16,0 0-21 0,11 8-42 0,-11-8-200 16,0 0-408-16,0 0 180 0</inkml:trace>
  <inkml:trace contextRef="#ctx0" brushRef="#br0" timeOffset="-108652.02">6689 15858 36 0,'0'0'90'0,"7"-5"-5"16,1 5-15-16,3-1-2 0,8 1-1 0,1 1-5 15,9 0 0-15,7 1-3 0,16-4 3 0,3 4-2 16,4-2 1-16,6 0-10 0,30-3-6 0,-6 1 3 16,-22-2 4-16,29-2 5 0,10-1-6 0,0 0 3 15,4 2-3-15,5-4 3 0,2 1-7 0,7-3 2 16,0 1 10-16,10-2-8 0,7 1-7 0,5 0 2 15,-3 2-2-15,4 3-4 0,1-1 2 0,5 5 4 16,6-4-5-16,-1 4-2 0,2 0-8 0,0-2-3 16,-3 0 6-16,5 7-8 0,4-6 0 0,-5 3 7 15,3-3-9-15,1 0-2 0,4 2-1 0,-3-1-5 16,2 1 4-16,0 0-7 0,-2-2 8 0,7 0-6 16,2 0 0-16,-2 1-5 0,-1-3 0 0,0 1 2 15,-2 0-3-15,3 4 1 0,-5 0-3 0,-3 4-1 16,-4-9-2-16,3 9 3 0,-5 0 0 0,-4 2 0 15,-2 0-4-15,-3 0-1 0,-8 1 2 16,5-3 7-16,-4 2-3 0,-3 0 3 0,-6 2-2 16,5 0-4-16,-3-1 5 0,-1 0-5 0,1-1 1 0,0-2-4 15,3 2 6-15,-3-2-8 0,-5 4 8 0,1-6-5 16,1 1 3-16,-4 5 0 0,0-5-5 0,-4 4 1 16,-8-2-2-16,0 0 2 0,-7-1-4 0,-4-2-4 15,4 4 6-15,-8 1-9 0,-7 0-4 0,-2-2-3 16,-1 0 0-16,-2 0-3 0,-27 0-9 0,3-2 6 15,27-1-1-15,-29 2 7 0,27 4-2 0,-29-6 2 16,3 2-2-16,-1 0 4 0,-1-1 3 0,-6 2 0 16,1-2-1-16,-3 0 7 0,-3 3-4 0,-16-2 6 15,0 2 4-15,-2-3-2 0,-2 3 1 16,0-1 6-16,-2 3-4 0,-1-4 3 0,-7 3-3 0,3-2 3 16,-4 0 1-16,-2 0 12 0,-1 0-12 15,0 0 3-15,-2 2-5 0,1-2 4 0,-1 0 4 0,-4 2 4 16,1-2-7-16,-4 1 3 0,2-1-1 15,-3 3-3-15,3-1 8 0,-3-1-9 0,0 3 4 16,-1-2 3-16,1 2-1 0,-3-2-5 0,0 2 3 0,1-1-4 16,-3 2 4-16,2 0-6 0,-1 0 5 15,-1-1-3-15,-1 4 9 0,1-1-1 0,-2 0 1 16,2 6 7-16,-3-2-1 0,0 2-1 0,1-2-2 0,-1 4 3 16,0-1-4-16,-1 5 1 0,-1-3 2 0,2 7-6 15,-1-3-25-15,0 4 6 0,-2-1-1 0,1 3 4 16,-5 1 4-16,2 2-2 0,-1-1 8 15,-2 0-5-15,3 2 7 0,-4 9 2 0,-2 0 1 16,0-10 0-16,-1 14 3 0,3-3 0 0,1-9 0 16,-2 6-2-16,0-7 2 0,-3 11-1 0,5-10 1 15,-3 8-7-15,3-11 5 0,-2 0 30 0,1 1-1 16,2 1-6-16,1-3-4 0,0-1-1 0,2-4-5 16,-4-1-1-16,3-1 0 0,1 0 0 0,2-8-8 15,2 3 2-15,-3-4-6 0,2 2 3 0,1-2-4 16,-2-1-1-16,2-2 1 0,0-4-5 0,2 2 1 15,-2-11 3-15,-3 17-6 0,6-8 0 0,-3-9 0 16,-3 13-5-16,3-13 5 0,-6 11-3 0,-2-5 1 16,8-6-1-16,-13 9-8 0,-2-6 9 0,-4 3 0 15,0-3-2-15,-12-1-2 0,-5 2 4 0,-1-6-1 16,0 6 2-16,-14-3-11 0,13 1 8 0,-13-5 2 16,-3 2-11-16,1-2 5 0,-4-1 4 0,2 2-1 15,-5 1-1-15,1 1 4 0,0-3-3 0,-5 2 1 16,-28-7-4-16,27 6 1 0,-31-4 1 0,30 2 2 15,-31-1-1-15,5 3 0 0,-5-1-3 0,2 1 4 16,6-1-3-16,-6 0-3 0,1 2 2 0,-2-1-4 16,2-1 6-16,-3 6-2 0,3-4-1 0,-2-5-4 15,1 4 5-15,-2 1-1 0,-4-2 2 0,4 4-2 16,1-1-3-16,-6 0 4 0,-3-1-5 16,4-1 6-16,-5 1-5 0,5 7-1 0,-9-6 2 0,3 1 4 15,1 0-1-15,0-1 0 0,1-1 1 0,-2 2 0 16,3 3 0-16,7 2 0 0,-4-5-3 0,0 3 3 15,4-1-2-15,1-4 2 0,0 6 2 16,-5-10-4-16,6 10 4 0,-1-3 1 0,4-2-6 16,-8 0 2-16,4 4 1 0,4-6 1 0,-1 3-1 0,1-2-3 15,0 2 1-15,-4 0 1 0,4 0-1 16,-5-3 1-16,-1-1 1 0,8 3-6 0,-6 0 4 16,5 2 0-16,-1-6-1 0,-2 4 4 0,-2-7-11 15,-2 11 8-15,4-8 1 0,-1 1-1 0,-1 2-1 0,2-2 3 16,1 4-3-16,-3-9 1 0,0 7 2 0,0 0-1 15,-1-5 0-15,-1 6 3 0,3-2-7 16,0-3-5-16,1 2 9 0,0-1-10 0,2 1 14 16,-3 3-5-16,4-4 3 0,-3-1 1 0,2 0-5 15,2 3 5-15,24-1-4 0,-26-3 2 0,27 5 1 16,-30-2-3-16,0-4 0 0,29 7 3 0,-27-7-3 16,25 7 3-16,-25-7-7 0,26 5 8 0,-27-3-2 15,30 3 2-15,-26-1-3 0,26 2-2 0,-2-1 3 16,-25-4-14-16,27 3 13 0,2 0 3 0,-4-2-1 15,3-2 2-15,-3 2-16 0,3 0 11 0,-1-3-4 16,1 3 8-16,0 0-2 0,1-1 4 0,1 0-12 16,-1-2 9-16,0 1 2 0,1 3 0 0,3-6 1 15,-2 3-1-15,1 1-13 0,1 1 15 0,1 0-4 16,-2-1 2-16,4-2-2 0,-1 3 0 0,-4 1-1 16,2 0 5-16,3-2-5 0,-1 1 0 0,0 2 3 15,-2 0-5-15,1 2 5 0,-2 1-6 0,3 0 2 16,-3-1 2-16,1 2 3 0,-2-1-2 0,2 3 5 15,-3 2-4-15,1-3 4 0,4 3 0 16,-3 0 0-16,1 3-2 0,3-1-1 0,0 0-5 0,2-3 7 16,14 1 1-16,-14 3-3 0,2-2 2 0,15 0-1 15,-2-4 1-15,4 2 0 0,-4 1 2 16,6-2-2-16,4 2 4 0,2-3-8 0,4 0 8 16,4 0-13-16,4-1 9 0,1-2-13 0,13 1-11 15,-19-2-15-15,19 2-26 0,0 0-30 0,-17 0-32 16,17 0-46-16,0 0-22 0,0 0-29 0,0 0-4 15,0-16-133-15,0 16-382 0,0 0 169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4T09:56:19.4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19274 3353 23 0,'0'0'58'0,"0"0"-12"16,0 0 1-16,0 0-4 0,0 0-1 0,0 0 3 15,0 0-7-15,1-7 0 0,-1 7-5 0,0 0-6 0,0 0-3 16,0 0-3-16,0 0 0 0,0 0-1 0,0 0-3 16,0 0 3-16,0 0-5 0,0 0-5 15,0 0 1-15,0 0-4 0,0 0 6 0,0 0-10 16,0 0-3-16,0 0-6 0,0 0-2 0,0 0-6 15,0 0-2-15,0 0-4 0,0 0-2 0,0 0-6 16,0 0-5-16,0 0-9 0,0 0-31 0,0 0-77 16,0 0 34-16</inkml:trace>
  <inkml:trace contextRef="#ctx0" brushRef="#br0" timeOffset="995.33">21258 3468 24 0,'-7'-9'32'0,"-1"1"-1"0,3 0-7 15,-1 2-1-15,-2-3 11 0,1 2-14 0,0 2-1 16,0-2 4-16,2 2-3 0,-2-1-7 0,1 3-1 16,6 3 0-16,-6-10-3 0,1 7 1 0,5 3 0 15,0 0 0-15,-5-4-1 0,5 4-1 0,0 0 0 16,0 0 1-16,-3-6-6 0,3 6 2 0,0 0-1 16,0 0-5-16,0 0 6 0,0 0-4 15,0 0-3-15,0 0 1 0,0 0-1 0,0 0 10 0,-6-6-11 16,6 6 0-16,0 0-1 0,0 0 0 0,0 0 2 15,0 0-1-15,0 0 3 0,0 0 0 0,0 0-2 16,0 0 0-16,0 0 5 0,11 21-6 16,-11-21 4-16,6 5-1 0,-5 0 12 0,-1-5-10 0,5 6 6 15,-5-6 0-15,6 6 0 0,-6-6-3 16,5 7 1-16,-1-2 1 0,-4-5 0 0,3 4 0 16,-3-4-1-16,7 5 3 0,-4-1-4 0,-3-4 1 0,6 7 4 15,-6-7-7-15,5 5 0 0,-5-5 2 0,5 9-5 16,-5-9 0-16,6 7 0 0,-2-5 4 0,-4-2-2 15,5 5 3-15,-5-5-3 0,5 4 7 16,-5-4 0-16,0 0 3 0,5 5-4 0,-5-5 2 16,0 0-1-16,6 3 7 0,-6-3-3 0,0 0-2 15,0 0 5-15,0 0-1 0,5 4 2 0,-5-4 3 16,0 0 5-16,0 0 3 0,0 0 0 0,0 0 9 16,0 0 1-16,0 0 3 0,0 0-7 0,0 0-3 15,0 0-7-15,15-7 8 0,-10 2-5 0,3-2-9 16,1 0-3-16,2-5-1 0,3 0-19 0,2-2 1 15,7-3-16-15,-3-2-15 0,6 0-12 0,3-3-11 16,9-7-15-16,4 1-62 0,-1-2-144 0,0 2 64 16</inkml:trace>
  <inkml:trace contextRef="#ctx0" brushRef="#br0" timeOffset="31770.14">22101 6777 2 0,'0'0'12'0,"0"0"-15"15,6-3-3-15,-6 3 3 0</inkml:trace>
  <inkml:trace contextRef="#ctx0" brushRef="#br0" timeOffset="48576.31">24509 6286 11 0,'0'0'36'0,"0"0"-1"0,0 0-8 0,4-5-13 0,-4 5-8 15,0 0-16-15,0 0-11 0,0 0-21 0,0 0 11 16</inkml:trace>
  <inkml:trace contextRef="#ctx0" brushRef="#br0" timeOffset="51218.64">27227 6321 40 0,'0'0'66'0,"0"0"5"0,0 0-6 0,4-7-6 0,-4 7-11 15,0 0 14-15,0 0-14 0,0 0-16 16,0 0-1-16,0 0-3 0,0 0-3 0,0 0 0 0,0 0-5 16,0 0 0-16,0 0-16 0,0 0 9 0,0 0 2 15,0 0 4-15,0 0-8 0,0 0-1 16,0 0-4-16,0 0 2 0,0 0-2 0,0 0 5 16,0 0-8-16,0 0 5 0,0 0-2 0,0 0 1 15,0 0-3-15,0 0-1 0,4-4 0 0,-4 4 5 0,0 0-2 16,0 0-3-16,0 0-3 0,0 0-4 0,0 0-1 15,0 0 8-15,0 0-4 0,0 0-1 0,0 0-4 16,0 0 5-16,0 0 0 0,0 0-1 0,0 0 5 16,0 0-7-16,0 0 5 0,0 0-4 15,0 0-4-15,0 0 5 0,0 0-2 0,0 0 2 0,0 0-4 16,0 0 6-16,0 0 4 0,0 0-11 0,0 0-3 16,0 0 2-16,0 0 0 0,0 0 2 0,0 0 5 15,0 0-4-15,0 0 1 0,0 0-4 0,0 0 5 16,0 0-3-16,0 0-5 0,0 0 3 15,0 0 8-15,0 0-8 0,0 0 7 0,0 0-12 0,0 0 14 16,0 0-2-16,0 0 2 0,0 0 2 0,0 0-3 16,0 0-2-16,0 0-2 0,0 0 5 0,0 0-2 15,0 0-4-15,0 0 0 0,0 0 8 0,0 0-1 16,0 0-4-16,0 0 0 0,0 0 0 16,0 0 6-16,0 0-12 0,0 0 9 0,0 0-7 0,0 0-4 15,0 0-1-15,0 0-7 0,0 0-2 0,0 0-14 16,0 0-8-16,0 0-41 0,0 0-87 0,0 0 38 15</inkml:trace>
  <inkml:trace contextRef="#ctx0" brushRef="#br0" timeOffset="54813.25">14424 16338 71 0,'0'0'123'0,"0"0"-24"15,0 0-23-15,0 0-5 0,0 0-16 0,0 0-3 16,0 0-16-16,0 0-9 0,0 0-18 0,0 0-11 16,0 0-13-16,0 0-20 0,0 0-60 0,0 0-102 15,15 20 45-15</inkml:trace>
  <inkml:trace contextRef="#ctx0" brushRef="#br0" timeOffset="55707.31">15477 17680 72 0,'0'0'74'0,"0"0"-3"16,1 10-6-16,-1-10-17 0,3 12-21 0,-1-7-9 15,2 1-16-15,1 3-9 0,1 0-18 16,-1-1-33-16,2 1-63 0,-3 0 29 0</inkml:trace>
  <inkml:trace contextRef="#ctx0" brushRef="#br0" timeOffset="55935.18">15613 17875 80 0,'0'0'103'0,"0"0"-25"16,0 0-1-16,0 0-2 0,0 0-8 0,0 0-8 15,0 0-10-15,0 0-7 0,-23-16-24 0,23 16-13 16,0 0-13-16,0 0-19 0,0 0-20 0,0 0-49 16,0 0-103-16,0 0 47 0</inkml:trace>
  <inkml:trace contextRef="#ctx0" brushRef="#br0" timeOffset="57477.54">18175 16927 69 0,'5'6'73'0,"-1"-1"-4"16,2 1 7-16,-2-1 3 0,1 0-15 0,-5-5-8 15,5 9-3-15,-1-6 2 0,-4-3-12 0,5 7 12 16,-5-7-13-16,5 6 12 0,-5-6 8 0,0 0-10 16,0 0-10-16,9-2 5 0,-9 2-7 0,11-11 1 15,-1-6-11-15,1 1-1 0,6-8-16 0,9-19-20 16,4-5-23-16,5-4-19 0,18-26-13 0,6-1-37 15,1-3-51-15,4-7-162 0,7-12 72 0</inkml:trace>
  <inkml:trace contextRef="#ctx0" brushRef="#br0" timeOffset="195146.48">18400 3774 29 0,'0'-8'55'0,"0"8"-4"0,0 0-3 16,0 0-13-16,0 0 0 0,0 0-6 0,0 0-7 15,0 0 0-15,0 0-1 0,0 0 0 0,0 0-6 16,0 0 1-16,0 0 20 0,0 0-29 0,0 0 3 16,0 0 4-16,0 0-4 0,0 0-4 0,0 0 7 15,0 0 7-15,0 21 2 0,0-21-10 0,0 0 14 16,0 0-4-16,0 0 0 0,0 0-2 0,0 0 12 15,0 0 4-15,5 5 6 0,-5-5-3 0,0 0-11 16,0 0 6-16,23-14-7 0,-9 2 3 0,9-3-20 16,5-6-10-16,16-7-25 0,3-5-14 0,30-12-20 15,1-2-74-15,-3-2-143 0,3-1 64 0</inkml:trace>
  <inkml:trace contextRef="#ctx0" brushRef="#br0" timeOffset="-196050.37">18405 3602 10 0,'0'0'6'0,"-9"-2"3"0,9 2-3 0,0 0 2 16,0 0-4-16,0 0 1 0,0 0-1 0,0 0 3 15,-6-4-1-15,6 4-1 0,0 0 1 0,0 0 3 16,0 0-1-16,0 0 0 0,0 0 0 0,0 0 3 0,0 0-2 15,0 0-1-15,0 0 2 0,0 0 9 16,-8-3-5-16,8 3 3 0,0 0 0 0,0 0-3 16,0 0 0-16,0 0-2 0,0 0 4 0,0 0 1 15,0 0-3-15,0 0 2 0,-8-2-5 0,8 2 0 16,0 0-4-16,0 0 2 0,0 0-3 0,0 0-3 16,0 0 6-16,0 0-4 0,0 0-3 0,0 0-2 15,0 0 2-15,0 0-2 0,0 0 3 0,0 0-3 16,0 0 0-16,0 0-3 0,0 0 3 0,0 0 0 15,0 0 0-15,16 14 2 0,-16-14-4 0,5 5 2 16,-5-5-1-16,5 9 5 0,-1-5-2 0,-2 1 2 16,-2-5-1-16,5 10 2 0,-2-5 4 0,1-1 2 15,-2 2 2-15,-2-6-10 0,4 10 7 0,-1-4-2 16,-3-6 0-16,2 10-1 0,0-4-2 0,-2-6 3 16,5 10-2-16,-4-6 0 0,-1-4-2 0,2 7 0 15,-2-7 12-15,3 7-15 0,-3-7 10 16,0 0-5-16,3 7-5 0,-3-7 0 0,0 0 7 0,0 0-3 15,2 5 3-15,-2-5-2 0,0 0 10 0,0 0-3 16,0 0 4-16,0 0 4 0,0 0-2 0,0 0-2 16,0 0-3-16,0 0 3 0,0 0 6 0,0 0-8 15,3 7 0-15,-3-7-5 0,0 0 8 16,0 0-2-16,0 0-3 0,0 0 2 0,0 0 7 16,0 0 11-16,0 0-9 0,0 0-3 0,0 0 10 15,0 0-4-15,0 0 2 0,0 0 0 0,0 0-3 0,0 0-6 16,0 0 2-16,0 0 0 0,0 0-5 0,0 0 5 15,0 0-10-15,8-18-7 0,-8 18 5 16,0 0 0-16,3-8-4 0,-3 8-1 0,4-4 3 0,-4 4-2 16,0 0-4-16,0 0 3 0,4-7 2 15,-4 7-2-15,0 0 4 0,0 0-1 0,0 0-5 16,2-7 9-16,-2 7-12 0,0 0-1 0,0 0 5 16,0 0-5-16,0 0 1 0,0 0 3 0,6-4-4 15,-6 4 0-15,0 0 2 0,0 0 5 0,0 0-5 0,0 0-4 16,0 0 9-16,0 0-6 0,0 0 3 0,0 0-3 15,0 0 3-15,0 0-4 0,0 0 4 16,0 0-1-16,2-7 0 0,-2 7-5 0,5-7 3 16,-5 7-4-16,3-7 7 0,1 3 11 0,-4 4-21 15,10-10 2-15,-2 0 6 0,1 1 3 0,4-2-5 16,2-2-5-16,11-5 2 0,4-4-3 0,13-10-8 16,2 3-14-16,1-1-11 0,4-4-13 0,-5 4-18 15,2 1-34-15,-4 2-59 0,-9 6-177 0,-5 4 79 16</inkml:trace>
  <inkml:trace contextRef="#ctx0" brushRef="#br0" timeOffset="-195401.55">18483 3669 5 0,'3'6'34'0,"-1"1"-5"0,1-2 1 0,-1 1 1 0,3-1 3 15,-5-5-5-15,7 9-1 0,-5-3-2 0,2-1 2 16,-1 0-7-16,-3-5-1 0,6 7 3 0,-6-7-7 16,6 8 5-16,-6-8 1 0,0 0-8 0,8 8 2 15,-8-8 4-15,0 0-2 0,9 4 4 16,-9-4 6-16,0 0-5 0,0 0-4 0,24-11-3 16,-15 4 2-16,7-4-1 0,-1-3-3 0,9-5-3 0,-1-1-3 15,3-2-5-15,1-1-11 0,8-11 2 0,-8 9-16 16,13-8-9-16,-3 0-23 0,-1 1-34 0,-9 5-94 15,10-6 42-15</inkml:trace>
  <inkml:trace contextRef="#ctx0" brushRef="#br0" timeOffset="-155746.66">18363 3473 62 0,'-1'-9'72'15,"1"9"5"-15,0 0-16 0,-3-7 2 0,3 7-10 16,0 0-4-16,0 0-9 0,0 0-4 0,0 0-4 0,0 0-3 16,-3-8-1-16,3 8-3 0,0 0-4 0,0 0 3 15,0 0-6-15,0 0-6 0,0 0-2 16,0 0 4-16,0 0-11 0,0 0 3 0,0 0-2 15,0 0 0-15,0 0 3 0,0 0-3 0,0 0 0 16,0 0 0-16,11 21-6 0,-9-15 7 0,3 0-3 16,-1 1 0-16,0 2-1 0,-1 0-2 0,2-1 4 15,-3 2-1-15,2-1 9 0,2 3-7 0,-2-2-3 16,0-1 1-16,0 1-4 0,0-1 2 0,0-1-1 16,-2 1 2-16,1 0 13 0,3 0-13 0,-3-1-1 15,0-1 0-15,1 2 0 0,0-1-4 0,-1 2 1 16,-3-10-4-16,6 11-1 0,-3-4 0 0,-3-7 1 15,9 10 0-15,-7-4-3 0,-2-6-4 0,5 7 8 16,-5-7 0-16,0 0-2 0,7 9 4 0,-7-9 0 16,5 5-2-16,-5-5-2 0,0 0 15 0,5 5-15 15,-5-5 4-15,0 0 0 0,0 0 2 0,0 0 0 16,8 6-1-16,-8-6-1 0,0 0 6 0,0 0 4 16,0 0 7-16,0 0-2 0,0 0 3 0,0 0 0 15,0 0 1-15,0 0-8 0,18-10 3 0,-10 2-6 16,4-4 4-16,2-1-2 0,9-8-4 0,4-3 1 15,9-10-2-15,7 0-1 0,2-3-9 0,3-4-13 16,21-14-12-16,-1 2-7 0,-18 15-74 0,19-13-123 16,-25 17 55-16</inkml:trace>
  <inkml:trace contextRef="#ctx0" brushRef="#br0" timeOffset="113115.92">16305 7470 47 0,'0'0'86'0,"0"0"-11"0,0 0-9 15,0 0-14-15,0 0 4 0,0 0-9 0,5-3-16 0,-5 3-11 16,0 0-11-16,0 0-3 0,0 0-9 0,0 0-11 15,0 0-22-15,0 0-38 0,0 0-80 16,11 11 35-16</inkml:trace>
  <inkml:trace contextRef="#ctx0" brushRef="#br0" timeOffset="113782.19">20413 7300 91 0,'0'0'97'0,"0"0"3"0,0 0-1 15,6 3-12-15,-6-3-6 0,0 0-12 0,0 0-5 16,0 0-9-16,0 0 2 0,0 0-10 0,0 0-13 15,0 0-6-15,0 0-4 0,0 0-9 0,0 0-15 16,0 0 2-16,0 0-15 0,0 0-3 0,0 0-12 16,0 0 2-16,0 0-9 0,0 0-6 0,0 0-10 15,0 0-10-15,0 0-53 0,0 0-122 0,-20 7 54 16</inkml:trace>
  <inkml:trace contextRef="#ctx0" brushRef="#br0" timeOffset="115606.95">26810 7411 5 0,'0'0'85'0,"0"0"-4"0,0 0-10 0,0 0 11 15,8 0-12-15,-8 0 6 0,0 0-17 0,0 0-3 16,0 0-8-16,0 0 3 0,0 0-6 0,0 0 5 15,0 0-15-15,0 0 2 0,0 0-8 0,0 0-6 16,0 0 6-16,0 0-11 0,0 0 1 0,0 0-6 16,0 0 4-16,0 0-1 0,0 0-7 0,0 0 7 15,0 0-12-15,0 0 10 0,0 0-1 0,0 0-19 16,0 0 17-16,0 0-2 0,0 0-2 0,0 0 2 16,0 0-4-16,0 0 5 0,0 0-7 0,0 0 2 15,0 0-3-15,3 9 3 0,-3-9-7 0,0 0 7 16,0 0-12-16,0 0 10 0,0 0-5 0,2 5 8 15,-2-5 5-15,0 0-7 0,0 0 3 0,0 0-6 16,0 0 3-16,0 0-2 0,0 0-3 0,0 0-6 16,0 0 11-16,-3 12-1 0,3-12 0 0,0 0-1 15,0 0-4-15,0 0 1 0,-6 5-4 0,6-5-1 16,0 0-2-16,0 0 7 0,0 0 0 0,0 0-1 16,0 0-3-16,0 0 2 0,0 0-1 0,0 0 6 15,0 0-13-15,-7 3 14 0,7-3-4 0,0 0-4 16,0 0 1-16,0 0-7 0,0 0 0 0,0 0 7 15,-3 5 2-15,3-5-2 0,0 0 1 0,0 0-1 16,0 0-4-16,-4 5 6 0,4-5-4 0,0 0 8 0,0 0-4 16,0 0-3-16,0 0-6 0,0 0 0 0,0 0-10 15,0 0 7-15,0 0-6 0,0 0-2 0,0 0 2 16,-4 8-2-16,4-8 2 0,0 0-11 16,0 0 6-16,0 0-6 0,-2 4-3 0,2-4-5 0,0 0 3 15,0 0-1-15,-5 9 8 0,5-9-8 0,0 0 7 16,0 0-3-16,-4 5 4 0,4-5-4 0,0 0 1 15,0 0-5-15,0 0-30 0,-8 4-72 16,8-4 32-16</inkml:trace>
  <inkml:trace contextRef="#ctx0" brushRef="#br0" timeOffset="121130.7">16668 7446 65 0,'0'0'110'15,"0"0"-4"-15,-1-8 3 0,1 8-10 0,0 0-8 16,0 0-21-16,0 0 7 0,0 0-8 0,0 0-17 15,0 0-6-15,0 0-30 0,0 0-22 0,0 0-22 16,0 0-17-16,0 0-7 0,0 0-16 0,0 0-51 16,0 0-128-16,0 0 57 0</inkml:trace>
  <inkml:trace contextRef="#ctx0" brushRef="#br0" timeOffset="128688.42">17257 6410 38 0,'7'-4'67'0,"-7"4"5"0,0 0-16 15,0 0 6-15,0 0-8 0,0 0 5 0,0 0-5 16,0 0-7-16,0 0-6 0,0 0 12 16,0 0-16-16,0 0 2 0,0 0 0 0,0 0-7 0,0 0-5 15,0 0 2-15,0 0-10 0,0 0 1 0,0 0-2 16,0 0-7-16,0 0 1 0,0 0 7 0,0 0-13 15,0 0 7-15,0 0-4 0,0 0 0 0,0 0 0 16,0 0-3-16,0 0 11 0,0 0-9 16,0 0 1-16,0 0 5 0,0 0-6 0,0 0 7 0,0 0-3 15,0 0 1-15,0 0-5 0,0 0 6 0,0 0 4 16,0 0-10-16,0 0 5 0,0 0-3 0,0 0-6 16,0 0-1-16,0 0 4 0,0 0 0 0,0 0 1 15,0 0-2-15,0 0 6 0,0 0-3 0,0 0-6 16,0 0 6-16,0 0 0 0,0 0-2 0,0 0 2 15,0 0-5-15,0 0-3 0,0 0-3 0,0 0 0 16,0 0 4-16,0 0-3 0,0 0-1 0,0 0-10 16,0 0 8-16,0 0-8 0,0 0 0 0,13 7 5 15,-2-7-4-15,3 0-3 0,5-1-2 0,12-2-4 16,1 0-21-16,-1-1-6 0,4 1-5 0,0 0-5 16,-2-2-11-16,4 0-13 0,-4 2-47 0,2-1-138 15,2-2 62-15</inkml:trace>
  <inkml:trace contextRef="#ctx0" brushRef="#br0" timeOffset="133232.44">23106 6357 1 0,'0'0'12'0,"0"0"1"16,0 0 3-16,0 0 1 0,0 0 0 16,17 13 4-16,-10-11 6 0,4-1 0 0,2 0-4 0,5-1 2 15,4 1 1-15,6-2-7 0,2 2-1 0,2-3 5 16,2 1-8-16,0-1 4 0,1 0-2 0,3 0-7 15,-2-1 7-15,1 3-4 0,0-3-6 16,4 2 1-16,-2-2-1 0,0 2 0 0,0 2 1 0,15-3-4 16,-2 2-4-16,0-3 9 0,-1 5-6 0,2-2-1 15,0 0-4-15,-1 0 4 0,4 0-6 0,-3 0-1 16,2 0-1-16,-3 2-2 0,1-2-7 0,-2 4 2 16,1-3-2-16,-14 2 2 0,14-3-2 0,-14 0-3 15,1 0-3-15,0 1 4 0,1 1 0 0,-2-2 3 16,0 0-2-16,0-3 1 0,1 3-2 0,-2-2 1 15,-1 2-15-15,-1-1-35 0,0 0 16 0</inkml:trace>
  <inkml:trace contextRef="#ctx0" brushRef="#br0" timeOffset="133521.24">25352 6338 8 0,'30'-3'37'0,"-2"-1"-10"0,1 0-1 16,2 2-13-16,-8-1-14 0,5 1-6 0,-7 0-11 15,2 2-18-15,-2-5 8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5T09:49:54.8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18436 3427 10 0,'0'0'47'0,"0"0"0"0,0 0-10 0,0 0-4 15,0 0-7-15,0 0 2 0,0 0-3 0,0 0-5 16,0 0 2-16,0 0 9 0,0 0 7 0,0 0-7 16,0 0-2-16,6 22-1 0,-3-16-2 0,-1 3-3 15,2 0-1-15,0 0 1 0,-3 4 11 0,3-3-14 16,1 0-1-16,-1 3-2 0,-2-3 3 0,1 1-1 16,1 0-2-16,-2 1-6 0,1-2 3 0,1 0-2 15,-2 0 1-15,0 1 7 0,3-1-5 0,-8-3-1 16,8 2 3-16,-3-2-4 0,-2-7-2 0,6 14 21 15,-5-8-17-15,-1-6-2 0,3 12-4 0,-3-12 2 16,0 0-6-16,2 10 4 0,-2-10 3 0,6 8 9 16,-6-8 1-16,0 0 1 0,3 6-2 0,-3-6-4 15,0 0 0-15,0 0 4 0,8 7 0 0,-8-7 4 16,0 0-5-16,0 0 5 0,0 0 1 0,0 0 2 16,5 6-3-16,-5-6 0 0,0 0 0 0,0 0-4 15,0 0-1-15,0 0-4 0,0 0-3 0,0 0 7 16,0 0-3-16,0 0 0 0,4 3 10 0,-4-3-4 15,0 0 3-15,0 0 2 0,0 0-5 0,0 0 2 16,0 0-3-16,0 0-5 0,15-8 1 0,-8 4 0 16,-7 4-3-16,7-7 0 0,1 4-3 0,0-4 2 15,2 2-1-15,-1-2 0 0,5-2-1 0,4-2-1 16,3-3-3-16,6-4-1 0,-1-2-2 0,5-2-1 16,11-11-12-16,4 0 2 0,-2-3-6 0,5-4 0 15,0 3-4-15,-2-2 0 0,-1 1 0 0,-3 2-3 16,1 1 0-16,-6 6 2 0,-10 7-1 0,2 2 1 15,-7-1 1-15,1 3-1 0,-2 2 7 16,-8 7 5-16,-3 3-5 0,-2 1-5 0,0-1 4 16,-3 3-2-16,-2-2 1 0,1 3-4 0,-5 2 4 0,7-5-6 15,-7 5 4-15,5-4 1 0,-5 4 15 0,0 0-13 16,0 0-6-16,8-1 6 0,-8 1 1 0,0 0 1 16,0 0 0-16,0 0 3 0,0 0-5 15,0 0 9-15,0 0-3 0,0 0 4 0,0 0-6 16,0 0 0-16,0 0-13 0,0 0-14 0,0 0-18 15,0 0-17-15,0 0-26 0,-2 20-80 0,2-20-189 0,-8 13 83 16</inkml:trace>
  <inkml:trace contextRef="#ctx0" brushRef="#br0" timeOffset="25294.44">15914 4340 16 0,'0'0'41'0,"0"0"-17"0,0 0-21 15,0 0-17-15,0 0-16 0,0 0 8 0</inkml:trace>
  <inkml:trace contextRef="#ctx0" brushRef="#br0" timeOffset="58696.35">1552 11190 41 0,'-4'-3'62'0,"4"3"-6"0,0 0 1 0,0 0-3 16,-6-5-12-16,6 5 3 0,0 0-14 0,0 0 4 15,-7-4-6-15,7 4-3 0,0 0-1 0,0 0-7 16,-8-2 2-16,8 2-4 0,0 0-2 0,0 0-3 16,-12 0 7-16,12 0-2 0,0 0-7 0,0 0 6 15,-13 1-8-15,13-1-5 0,0 0 6 0,-10-1 2 16,10 1-3-16,0 0 6 0,0 0-4 0,0 0 2 15,0 0-6-15,0 0 4 0,0 0-4 0,0 0-13 16,0 0 16-16,0 0-1 0,22-14 7 16,5 1 2-16,5-7 3 0,17-12-8 0,28-12 12 0,5-5-5 15,1 5 1-15,-1-8-3 0,5 2-7 0,4-4-1 16,3 5 1-16,1 2 5 0,2-2 6 16,5 0-6-16,0-3-6 0,3 3 2 0,-1-1 5 15,-5 2-9-15,-2 2-2 0,7-1 6 0,-2-2-4 0,-5 9 5 16,-1 1-1-16,1 3-7 0,-10 1-11 0,-28 10 19 15,2 2-3-15,-1 0-4 0,-2-2 4 16,-4 6 2-16,-2 2-4 0,-2-2-4 0,-13 6 5 16,-1 1-1-16,-2 1-8 0,-1-2 2 0,-3 5-1 15,-3 0-12-15,-8 2-1 0,-6 3-12 0,-2-1 0 16,-11 4-2-16,13-3 4 0,-13 3-18 0,0 0-19 16,8-6-80-16,-8 6-152 0,0 0 67 0</inkml:trace>
  <inkml:trace contextRef="#ctx0" brushRef="#br0" timeOffset="59295.95">848 10537 34 0,'-4'-4'71'0,"4"4"-4"16,0 0 0-16,0 0-5 0,0 0 11 0,0 0-24 0,0 0 0 15,-21-23-15-15,21 23 3 0,0 0-11 16,0 0 3-16,0 0-9 0,0 0 3 0,-6-6-8 15,6 6 1-15,0 0-1 0,0 0-4 0,0 0 0 16,0 0-2-16,14 26-4 0,-7-15 2 0,3 5-3 16,1 6 1-16,2 2 2 0,1 2-4 0,1 7 8 15,8 12-1-15,2 2-1 0,2-1-3 0,0 6-3 16,10 22 4-16,-9-22 2 0,14 23 1 0,-9-23-3 16,16 24 2-16,-5-2-8 0,5 1 2 0,-1 2 2 15,-1 7 7-15,4 4 1 0,-1 6-3 0,-2-3-3 16,0-1-1-16,-1-3-1 0,-6-1 3 0,1-2-4 15,-3 0 3-15,-3-7-9 0,-11-22-1 0,8 25-5 16,-9-27-4-16,-1 2-1 0,0-4-7 0,0-1-6 16,-1-7 2-16,-2 2-10 0,-4-13-12 15,0 0-8-15,1 1-6 0,-2-4-42 0,-2 3-110 16,-2-3 49-16</inkml:trace>
  <inkml:trace contextRef="#ctx0" brushRef="#br0" timeOffset="59975.89">1250 11451 41 0,'-8'-2'43'0,"8"2"3"0,-8-3 0 16,8 3-4-16,0 0-4 0,-11-3-2 16,11 3-9-16,-10-2 3 0,10 2-2 0,0 0 3 15,-8-1-3-15,8 1-1 0,0 0-6 0,-9-1-9 16,9 1 4-16,0 0-6 0,0 0 8 0,-14 2-12 15,14-2 2-15,0 0 5 0,-9 0-3 0,9 0-2 16,0 0 1-16,0 0 2 0,-7 2-3 0,7-2-7 0,0 0 6 16,0 0-4-16,0 0-2 0,0 0 1 15,0 0 0-15,16-13 4 0,-2 6 0 0,3-3-3 16,8-9 5-16,4 0-2 0,3-2 1 0,13-10-2 16,-3 4 5-16,0-2-3 0,2 1-4 0,-1 2-5 15,-12 6-12-15,12-5-5 0,-13 7-16 0,0 1-14 16,0-2-47-16,-2 2-103 0,0 2 47 0</inkml:trace>
  <inkml:trace contextRef="#ctx0" brushRef="#br0" timeOffset="62258.78">1357 11409 62 0,'0'0'60'0,"0"0"-7"0,0 0-1 0,0 0-9 0,0 0 1 15,0 0-14-15,-13-5 0 0,13 5-2 0,0 0-1 16,0 0-1-16,0 0 3 0,0 0-2 15,0 0-1-15,0 0-4 0,0 0 4 0,0 0-3 16,0 0-5-16,-11 0 9 0,11 0-7 0,0 0 4 16,-7-4-8-16,7 4 1 0,0 0 2 0,-5-6-6 15,5 6 7-15,-8-4-3 0,8 4 1 0,-6-7-2 16,2 2 0-16,0 0-6 0,-1 0 21 0,1-1-23 16,-2-1 2-16,1-2 2 0,-3 2 5 0,2-4 1 15,2 2 3-15,-3-1 7 0,1 1-8 0,0-2-8 16,-2-5 5-16,-1 2 0 0,4 0-7 0,-4-1 1 15,4-2 0-15,-1 1 3 0,0 0 3 0,-1-3-7 16,0 2 0-16,0-7-6 0,3 4 4 0,-3 1 1 16,2-5-1-16,0 5-2 0,-1-5 2 0,2-2-8 15,1 6 8-15,-1 0-2 0,2-7-3 0,-1 1-2 16,1-1 0-16,1 3 6 0,-3-3 1 0,4 8 2 16,-2-2-1-16,0-2-5 0,0 3-2 0,2 2-1 15,-2-2-2-15,2 4 6 0,0-3 0 0,-1 3 1 16,1 5-4-16,0-1-2 0,1-4 2 0,1 4 0 15,0 2 1-15,-2-1-5 0,4-1 2 0,1 1 0 16,-3-1 4-16,1 1-4 0,1 1 4 0,0 1-7 16,-2 0 5-16,1-1-2 0,1 3-4 0,0 1 4 15,2-2 0-15,-1 0-5 0,3-1 12 0,-2 1-9 16,2-1 1-16,1 0 1 0,-3 0-2 0,3-5-3 16,2 5 6-16,-2-1-3 0,-2-1 4 0,3 2-6 15,0-4 10-15,-1 5-7 0,3-4 1 0,-3 5 0 16,0 0 11-16,-3 0-16 0,4 1 5 0,-2-1-5 15,-3 3 8-15,2-1-3 0,-1 2-4 0,1 0 1 16,0-1 18-16,-1 1-13 0,-6 3-1 0,13-6-2 16,-13 6-2-16,12-4-1 0,-12 4 1 0,11-4 5 15,-11 4-4-15,12-1-3 0,-12 1 5 0,15 0 3 16,-15 0-5-16,14 1 0 0,-14-1 0 0,14 6 4 16,-14-6-8-16,18 4-1 0,-7-4 2 0,1 4 7 15,-1-1 0-15,2 2-6 0,-1 0 2 16,-2 1-1-16,3-1 5 0,1 1 1 0,-3-1 12 0,7 5-19 15,-5-1-3-15,2 1 3 0,1-3 5 0,-2 5 2 16,-4-6 0-16,4 5-7 0,0-2 7 0,-1 1-1 16,2-1-4-16,0 1 3 0,3-2-4 0,-2 0 7 15,2 2 0-15,1 0 3 0,-4-1-7 16,5 0-4-16,-4 1 8 0,2-2 7 0,-3 1-7 16,4 2-9-16,-2-2 5 0,-1-1 3 0,0 0-1 0,0 1-8 15,0 1 8-15,-1-1-1 0,-3-3-2 0,3 4 1 16,0-1 3-16,-3-2 1 0,2 2-10 15,0 2 11-15,-1-2-5 0,2-1 1 0,-5 0-2 0,0 2-2 16,2-2 6-16,-3 1-5 0,5 1 2 16,-1-4 9-16,0 3-7 0,-1 3-7 0,1-2 8 15,0 1-2-15,2-1 13 0,-2 2-18 0,-3-4 6 16,4 4 0-16,-2-3-2 0,1 0 1 0,-1 2 0 0,2-1-3 16,-3-1 5-16,3 2-5 0,-2 1 7 0,1-3-4 15,1 3 2-15,-1 2-6 0,1-3 18 16,-2 0-13-16,0 2-2 0,0-2 6 0,-2 2-3 15,0-3-4-15,2 1-1 0,-1 1 2 0,2 0 2 16,-3 0 1-16,-1-2 0 0,4 1-2 0,-1 1-2 16,0-1-1-16,-1-2 2 0,-2-1-2 0,1 2 3 15,1 0 3-15,2 2 2 0,-2-4-4 0,-1-1 1 0,0 1 1 16,1-1 1-16,1 4-9 0,-2-3 7 0,1-1-5 16,0 1 4-16,-2 0 1 0,2-2-3 15,-2 3 2-15,1-2 5 0,2 0-5 0,-2 1 3 16,-1 0 11-16,2-2-20 0,0 1 4 0,-2-4 0 15,1 2 2-15,0 2-5 0,-1-3-3 0,2 2 9 16,0-2-1-16,-2 3 1 0,2-4-8 0,-1-1 5 16,1 1-1-16,1 1 4 0,0 0 2 0,1-1 0 15,-2-1 0-15,1-1-1 0,0-1-4 0,1 2 5 16,1-2-1-16,-2 0-1 0,1-2-4 0,-13 2 3 16,25 0 2-16,-11 0-2 0,-1-3 5 0,-13 3-4 15,27-3 1-15,-14-1 5 0,3 2 4 0,2-3-1 16,1 0-6-16,-2 1-1 0,1-2 9 0,-2 0-7 15,2 3 2-15,0-3-3 0,-1 1 0 0,-3 0-4 16,-2 1 3-16,1 0-3 0,-1-1 8 0,1 3-9 16,0-3 7-16,-2 0-2 0,2 1-4 0,-2 0 3 15,2 0 4-15,-1-2-2 0,-2 1 3 0,0-2 1 16,0 3 1-16,-2-4-10 0,1 2 4 0,1-1 2 16,-1-2 2-16,-1 3 2 0,3-3-2 0,-3-1 2 15,0 1-4-15,2-1 4 0,-3 0 1 0,1 0-4 16,0-1 2-16,2-4-2 0,-2 1 3 0,-1 0 8 15,0 0 2-15,0-1-5 0,0-1 2 0,-1 1-9 16,-1 3 7-16,-2 1-4 0,1 0 0 0,-2-6 1 16,2 4-2-16,0-2-4 0,-4 3 7 0,2-1-10 15,-2 13 3-15,2-23-3 0,-1 6-2 0,-1 5 6 16,0 12-6-16,-1-24 7 0,1 10-6 0,-3 3 1 16,2 0-4-16,-3-6 1 0,2 5-1 0,-2 1 0 15,1-6 4-15,-2 7-3 0,1-2-2 16,-1-3 9-16,0-1-10 0,-1 1 4 0,-2 0 2 0,0-2-5 15,3 1-2-15,-1-1 2 0,-3 1 11 0,1 2-9 16,0-3-4-16,2 2 2 0,-3 0 0 0,3-1 3 16,-2 0-1-16,0 0 0 0,-2 2 0 0,4-1-2 15,-1-2 1-15,0 1 1 0,-2-1-2 0,1 0 0 16,0 0-3-16,1 2 3 0,-2-2 1 16,2 1 1-16,1-2-2 0,0 0 3 0,-2 2 0 0,4-3-3 15,-2 2 4-15,2 0-3 0,-1-1-2 0,1 1 2 16,-1-2-1-16,1 4-1 0,0-4 5 0,0-1-4 15,1 2 3-15,-4-1-3 0,2-6-3 16,-1 8 3-16,1-8-1 0,1 9 1 0,-1-1 0 16,1 0-3-16,0 0 2 0,0 2 0 0,0 4 1 15,2-3 0-15,-1-2-2 0,-1 1 2 0,0 4-1 16,2-1 4-16,1-1-6 0,-1 0 4 0,0 1-3 0,-1-1-1 16,1 2 3-16,-2-2 0 0,4 13 0 0,0-20 0 15,0 9-4-15,0 11 2 0,2-15-10 16,-2 15-19-16,2-15-11 0,-2 15-20 0,7-18-13 15,-2 10-6-15,-5 8-20 0,11-15-14 0,-2 7-7 16,-2 2-111-16,1 1-253 0,-8 5 111 0</inkml:trace>
  <inkml:trace contextRef="#ctx0" brushRef="#br0" timeOffset="64012.06">1225 11465 4 0,'0'0'4'0,"0"0"1"0,5-14 1 0,-1 8-3 16,5-3 7-16,0 1-1 0,4-6 1 0,5 1-1 15,0-7 6-15,7 3 0 0,1-5-7 0,2 0 4 16,10-11 2-16,-9 10 1 0,14-10 1 0,0-1 0 16,-3-1-6-16,-2 3 3 0,5 2-2 0,-2 2 3 15,0-2 2-15,1-2-4 0,-11 12-6 0,10-8 5 16,-10 9-5-16,-1-4 2 0,2 4-3 0,-1 4 4 16,-3-2-3-16,2 0 0 0,-1 1-1 0,-1 2 4 15,-1-1-4-15,0 0 1 0,-3 1-1 0,0 1-11 16,1-1 4-16,-3 2-4 0,-5 0 1 0,7 0-10 15,-6 1 0-15,-1-1 5 0,-1 3-6 0,1-1-6 16,1 1 2-16,-2-1-17 0,-1 2-38 0,-5 1 17 16</inkml:trace>
  <inkml:trace contextRef="#ctx0" brushRef="#br0" timeOffset="64372.85">2486 10612 2 0,'54'-30'23'0,"-1"3"-3"0,0 2-9 15,-2 2-15-15,-5 1-5 0,-1 0-10 0,-14 9 5 16</inkml:trace>
  <inkml:trace contextRef="#ctx0" brushRef="#br0" timeOffset="70089.52">6911 4321 16 0,'0'0'31'16,"0"0"2"-16,0 0 2 0,0 0-2 0,0 0 2 15,0 0-4-15,23-1 7 0,-23 1-6 0,15-3 8 16,-4 2-7-16,0-1 0 0,2-1-2 16,1 2 0-16,0-2-2 0,3 1-2 0,2-1-3 15,-3 0 0-15,2 1-6 0,0 0-2 16,0 0 5-16,0-2-5 0,1 2 4 0,1-2-8 0,2 3 7 16,5-3 1-16,-5 1-9 0,0 2 4 0,4-2-9 15,2-2 19-15,2 2-12 0,-1 0-4 0,-1-1 0 0,2 1 7 16,-2 0-10-16,3-1 5 0,2 4-3 0,-1-3 0 15,0 1-2-15,0 0 0 0,3 0-4 16,-1-1 11-16,3 0-13 0,0-1 10 0,4 2-8 16,-2-2 5-16,14 3-7 0,-16-2 7 0,1 1-9 15,2 0 12-15,-1-2-11 0,11 3 5 0,-13-1-2 16,1 1 0-16,15-2 0 0,-14 3-1 0,12 0-2 16,1-1 6-16,-15 2-4 0,15-1-5 0,-1 0 12 15,-11 0-8-15,14 0 4 0,-3-2-7 0,1 0 8 16,2 2-9-16,-4-2 2 0,1-1 4 0,2 1 4 15,0 0-3-15,-1 0-8 0,2-2 3 0,0 2 3 16,-2-1 0-16,4 0-1 0,-1 2 2 0,-1-1-2 16,1 0 3-16,0 2-2 0,1 0 1 0,-1 0-6 15,-1-1 5-15,-1 2-1 0,0-1-2 0,-1 2-3 16,-2 0 6-16,2-2-2 0,1 1 2 0,-1 1 5 16,5 0 0-16,-3 0-5 0,1 0-4 0,0 0-3 15,2 0 8-15,1-1-2 0,0-1-1 0,3 1 2 16,-1 1-2-16,-1-1-1 0,2-2-2 0,-2-1 3 15,1 1-1-15,3-2 6 0,2 2-6 0,-1 0 11 16,25-3-7-16,-29 2-4 0,4 0 1 0,0 0-1 16,26 2 4-16,-33-1-2 0,2 0-2 0,-2 1 3 15,6 2 4-15,-3-2-7 0,1 2 7 16,3-2-5-16,3-1 2 0,-2 2-7 0,0 2 9 0,2-2-6 16,22 1 4-16,-26-1 1 0,2-1-2 15,0-1-4-15,-1-1 5 0,1 0 1 0,0-2-3 16,27 1 2-16,-29 0 4 0,2 1-5 0,25-4 2 0,-23 3-3 15,25-1 0-15,-29-2 1 0,0 2 0 16,4-2-4-16,25 1 3 0,-31 1-2 0,4-2-2 16,25-3 2-16,-31 4 10 0,6-1-8 0,2 3 12 15,25-4-8-15,-24 4-1 0,22-2-6 0,-27 1 6 16,-1 0 1-16,4 2-7 0,-1-1-3 0,25-3 5 16,-25 1 16-16,27 2-12 0,-29 0-6 0,4 1 1 15,23-3 4-15,-26 1 0 0,0 3 0 0,27-1 3 0,-30 1-10 16,5 0 4-16,23-3 3 0,-26 3 2 15,-2 1 1-15,7 0-2 0,24 1 0 0,-30-1 6 16,5-3 1-16,-2 5 2 0,26-4-2 0,-26 4-4 16,-4-1 6-16,0 0-8 0,1-2 6 0,0 1 6 15,1 1-12-15,-3-2 1 0,3 0 5 0,-1-1 3 16,1 2-2-16,3 3-5 0,0-2 1 0,-2 0-2 16,0-1 8-16,-2 3-3 0,1-2-6 0,-1 0 4 15,0-1 4-15,-2 1-6 0,0 1-2 0,1-2 3 16,-1 2-8-16,0-2 10 0,-1 0-8 0,0 0 8 15,1 1-2-15,0-2 0 0,-1 1-5 0,-4 1 5 16,0-1-4-16,-2 3-1 0,-2-3 0 0,2 0 2 16,1 2 3-16,-2 0-6 0,-1 0 10 0,2-2-6 15,-2 2 1-15,2 0 2 0,-3-1-1 0,1 2-2 16,-12 0-1-16,13-1 6 0,-15-1 1 0,3 0 1 16,-3 2 2-16,0-2-2 0,0-1 0 0,-3 4 6 15,-2-4 0-15,-1 1 6 0,-3-1 0 0,-6 2 5 16,5-2 1-16,-7 0 0 0,1-2 5 0,0 2 0 15,-8-1 4-15,2 1 6 0,-2-2 0 0,-3 2 3 16,4-2 2-16,-6 1 3 0,0-1-4 0,-8 2 8 16,12-1 2-16,-12 1-2 0,8 0-3 0,-8 0-5 15,0 0-2-15,0 0-7 0,11 0-5 0,-11 0-1 16,0 0-7-16,10 0-19 0,-10 0-17 0,0 0-18 16,0 0-30-16,0 0-35 0,0 0-27 0,0 0-53 15,0 0-154-15,0 0-353 0,0 0 157 0</inkml:trace>
  <inkml:trace contextRef="#ctx0" brushRef="#br0" timeOffset="72009.75">14156 17803 29 0,'0'0'53'0,"12"1"2"0,-12-1-7 0,0 0-5 0,0 0-1 15,13 0 4-15,-13 0-2 0,8 3-5 0,-8-3 8 16,0 0-18-16,11 2 2 0,-11-2 5 0,9 4-3 16,-9-4-1-16,0 0 5 0,14 3-8 0,-14-3-3 15,0 0 1-15,15 1 10 0,-15-1-9 0,0 0 5 16,20 0-6-16,-20 0 3 0,19-1-5 0,-8-2 12 16,1 3-12-16,3 0-5 0,0-1-2 0,1 0-1 15,2 1-3-15,-4-2-1 0,3 2 11 16,3 0-5-16,-5 0-5 0,7 2 2 0,5-4 3 15,-5 0-6-15,6 4 10 0,-7-2-5 0,8 0-4 16,0 0 6-16,1 2-6 0,-1-4 1 0,2 2-8 16,-1 0 13-16,1 0-13 0,2 0 12 0,-1 0-5 15,1-2 7-15,2 4-6 0,-1-2-7 0,1 2 7 0,1-4-1 16,-4 2-1-16,2 0 0 0,2 0-5 16,-1 2-3-16,0-1-3 0,0-1-1 0,-1 3 10 15,2-1-7-15,-2-2 1 0,1 3 1 0,-2-2-1 16,-1 3 4-16,0-3 1 0,-1-1-3 0,1 2 1 15,0 0 4-15,-2-2 4 0,2 1 1 0,-1 3-6 16,-3-2 11-16,0-1-4 0,2 1 7 0,-10-2-7 16,-2-1 5-16,2 1-5 0,-1 1 4 0,-6 0 0 15,1-1 1-15,-2 0-5 0,-1 3 4 0,-11-3-5 16,18 1 3-16,-18-1-6 0,11 2 6 0,-11-2-4 16,0 0 6-16,0 0 0 0,12 1-6 0,-12-1 3 15,4 1 4-15,-4-1-6 0,0 0-1 0,0 0-3 16,0 0 1-16,0 0-5 0,0 0-10 0,0 0-13 15,0 0-15-15,0 0-27 0,0 0-28 0,-4 16-39 16,4-16-168-16,-16 10-315 0,7-5 139 0</inkml:trace>
  <inkml:trace contextRef="#ctx0" brushRef="#br0" timeOffset="89779.87">19388 6170 6 0,'0'0'5'15,"0"0"-2"-15,0 0 1 0,0 0-1 0,0 0 4 16,0 0-5-16,0 0-3 0,0 0 2 0,0 0 2 16,0 0 0-16,0 0 0 0,0 0 0 0,0 0-3 15,0 0 3-15,0 0-4 0,0 0 2 0,0 0-1 16,0 0 0-16,0 0 1 0,0 0 1 0,0 0-3 16,0 0 2-16,0 0 1 0,0 0 2 0,0 0-13 15,0 0 11-15,0 0-2 0,0 0 2 0,0 0-2 16,0 0 1-16,0 0 2 0,0 0-6 0,0 0 6 15,0 0-3-15,0 0-5 0,0 0 6 0,0 0-1 16,0 0 0-16,0 0-3 0,0 0 1 0,0 0-2 16,0 0 2-16,0 0-5 0,0 0-7 0,0 0 4 15</inkml:trace>
  <inkml:trace contextRef="#ctx0" brushRef="#br0" timeOffset="111504.93">26812 5860 40 0,'0'0'70'15,"0"0"-3"-15,0 0-8 0,0 0-5 0,0 0-8 16,0 0-5-16,0 0-5 0,0 0 1 0,0 0-8 16,0 0-2-16,4-4-1 0,-4 4 5 0,0 0-19 15,0 0 4-15,0 0-2 0,0 0-2 0,0 0-4 16,0 0 3-16,0 0-6 0,0 0 4 0,0 0 2 15,0 0-1-15,0 0-1 0,0 0 0 0,7-3-2 16,-7 3 0-16,0 0 9 0,0 0-6 0,0 0-2 16,0 0 4-16,0 0-7 0,0 0 3 0,0 0 6 15,0 0-13-15,0 0 6 0,0 0 0 0,0 0-2 16,0 0 4-16,0 0 5 0,0 0-5 0,0 0 2 16,0 0 3-16,0 0 3 0,0 0-5 0,6-4 8 0,-6 4-5 15,0 0-3-15,0 0 2 0,0 0 4 16,0 0-1-16,0 0 1 0,0 0-4 0,0 0 4 15,0 0-1-15,0 0 3 0,0 0-1 0,0 0-5 16,0 0 4-16,0 0 1 0,0 0 0 0,0 0 3 16,0 0-7-16,0 0 1 0,0 0 3 0,0 0 1 15,0 0-5-15,0 0-2 0,0 0-2 0,0 0 2 16,0 0-7-16,0 0 3 0,0 0 0 0,0 0-2 16,0 0 4-16,0 0-10 0,0 0 6 0,0 0 1 15,0 0-19-15,0 0-14 0,0 0-4 0,0 0-18 16,0 0-15-16,0 0-12 0,0 0-13 0,0 0-6 15,0 0 1-15,0 0-48 0,0 0-150 0,0 0 66 16</inkml:trace>
  <inkml:trace contextRef="#ctx0" brushRef="#br0" timeOffset="113469.43">18139 16877 2 0,'0'0'36'0,"0"0"-7"16,4-7-2-16,-4 7-6 0,0 0 2 16,0 0 0-16,0 0 6 0,-3-16-1 0,3 16-10 15,0 0-5-15,0 0 5 0,-7-11-3 0,4 6 1 16,3 5-9-16,-4-8-2 0,4 8-3 0,-5-9-5 16,5 9 7-16,-3-5-5 0,3 5 5 0,-7-5 10 15,7 5-17-15,-5-4 5 0,5 4 0 0,0 0 4 16,-7-6 0-16,7 6-3 0,0 0 3 0,0 0 2 15,0 0 2-15,-5-4 0 0,5 4-6 0,0 0 0 16,0 0 4-16,0 0-2 0,0 0-3 0,0 0-7 16,0 0 14-16,0 0-3 0,0 0 8 0,0 0-9 15,0 0-3-15,0 0 13 0,0 0 8 0,0 0-8 16,17 21 2-16,-17-21-2 0,7 9-2 0,-7-9 2 16,10 10 8-16,-5-3 7 0,2 0-6 0,-1 0-12 15,0 2 19-15,2 0-9 0,-1 1-5 0,0-1 6 16,2 5 1-16,-2-4 1 0,0-1-5 0,-1 1 0 15,-1-3 6-15,0 4 4 0,3-3-7 0,-3 1 4 16,-2-3-10-16,0-1 4 0,0 1-9 0,-3-6 1 16,4 8-3-16,0-3 1 0,-4-5-1 0,5 4 9 15,-5-4-1-15,0 0 4 0,9 1-4 0,-9-1-5 16,11-10 3-16,2-4-5 0,1 0-1 0,10-9-9 16,1-3 3-16,12-14-19 0,0 0-12 0,5-3-19 15,4 0-21-15,22-18-17 0,-2 1-78 0,4 5-175 16,-4-3 78-16</inkml:trace>
  <inkml:trace contextRef="#ctx0" brushRef="#br0" timeOffset="-170301.08">18804 6310 66 0,'0'0'88'0,"0"0"-6"16,0 0-5-16,0 0-13 0,0 0-7 0,0 0-6 15,0 0 2-15,0 0-13 0,0 0 1 0,0 0-4 16,0 0-4-16,0 0-18 0,0 0-2 0,0 0-7 16,0 0-3-16,0 0-2 0,0 0-10 0,0 0-15 0,0 0-8 15,0 0-12-15,0 0-59 0,0 0-113 0,0 0 50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7T07:29:32.0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18459 8445 25 0,'0'0'28'0,"0"0"0"0,0 0 1 0,0 0-12 16,0 0 3-16,0 0-1 0,0 0-2 0,0 0 1 15,0 0-2-15,0 0 5 0,0 0-3 0,0 0-4 16,0 0 3-16,0 0-3 0,0 0 0 0,0 0-2 16,0 0 1-16,0 0 1 0,0 0 3 0,0 0-6 15,0 0 4-15,0 0-3 0,0 0 1 0,0 0 0 16,0 0-4-16,0 0 0 0,0 0 2 0,0 0-4 15,0 0 2-15,0 0-1 0,0 0-1 0,0 0 2 16,0 0 1-16,0 0-2 0,0 0-6 0,0 0 6 16,0 0-3-16,0 0 0 0,0 0 5 0,0 0 1 15,0 0-6-15,0 0-2 0,0 0 2 0,0 0 0 16,0 0 0-16,0 0 2 0,0 0-1 0,0 0 0 16,0 0-6-16,0 0 5 0,0 0-4 0,0 0 6 15,0 0-6-15,0 0-3 0,0 0-10 0,0 0 0 16,0 0-6-16,0 0-11 0,0 0-10 0,0 0-46 15,0 0-92-15,0 0 42 0</inkml:trace>
  <inkml:trace contextRef="#ctx0" brushRef="#br0" timeOffset="4619.18">18410 8486 67 0,'0'0'68'15,"0"0"-8"-15,0 0 2 0,0 0-10 0,0 0-4 16,0 0-3-16,0 0-18 0,0 0 12 0,0 0-7 16,0 0 5-16,0 0-7 0,0 0-3 0,0 0 2 15,0 0-4-15,0 0-11 0,0 0 11 0,0 0-6 16,0 0 3-16,0 0-6 0,0 0 3 0,0 0 0 0,0 0 3 16,0 0-10-16,0 0 0 0,0 0-7 15,0 0 1-15,0 0 4 0,0 0-6 0,0 0 0 16,0 0-7-16,0 0 11 0,0 0-2 0,0 0-4 0,0 0 9 15,0 0-6-15,0 0 1 0,0 0-2 0,0 0-9 16,0 0 7-16,0 0-6 0,0 0-1 0,0 0 16 16,0 0-9-16,0 0 2 0,0 0-7 15,0 0 5-15,0 0-4 0,0 0 7 0,0 0-4 0,0 0 6 16,0 0-6-16,0 0 7 0,0 0-26 0,0 0 22 16,0 0-4-16,0 0 0 0,0 0-1 0,0 0-3 15,0 0-11-15,0 0-10 0,0 0-14 0,0 0-6 16,0 0 0-16,0 0-12 0,0 0-56 0,0 0-122 15,0 0 54-15</inkml:trace>
  <inkml:trace contextRef="#ctx0" brushRef="#br0" timeOffset="37279.58">20785 6242 7 0,'0'0'46'0,"2"-8"5"0,-2 8-6 0,0 0 4 15,0 0-11-15,0 0-2 0,0 0-5 0,0 0 3 16,4-5-3-16,-4 5-5 0,0 0-2 0,0 0-3 16,0 0 7-16,0 0-3 0,4-5-6 0,-4 5-11 15,0 0 3-15,0 0 5 0,4-5-5 0,-4 5-1 16,0 0-3-16,0 0 1 0,0 0-5 0,0 0 3 15,0 0-4-15,4-5 6 0,-4 5-8 0,0 0-4 16,0 0-10-16,0 0-9 0,0 0-8 0,0 0-12 0,0 0-38 16,0 0-88-16,0 0 39 0</inkml:trace>
  <inkml:trace contextRef="#ctx0" brushRef="#br0" timeOffset="41269.15">25830 6020 22 0,'0'0'25'0,"0"0"-2"0,0 0-8 0,0 0-2 16,0 0 1-16,0 0-1 0,0 0-2 0,0 0 2 16,0 0-1-16,0 0-2 0,0 0 0 0,0 0 3 15,0 0-9-15,0 0 3 0,0 0-4 0,0 0 0 16,0 0-1-16,0 0-3 0,0-7 5 0,0 7-4 15,0 0 6-15,0 0-2 0,0 0-5 0,0 0 0 16,0 0 4-16,0 0-3 0,0 0 2 0,0 0-3 16,0 0 4-16,0 0-1 0,0 0 4 0,0 0-3 15,0 0-1-15,0 0 2 0,0 0-3 0,0 0-3 16,0 0 0-16,0 0 3 0,0 0-5 0,4-7 3 16,-4 7 2-16,0 0-3 0,0 0 3 0,0 0 2 15,0 0-2-15,0 0 1 0,0 0-2 16,0 0 0-16,0 0-2 0,0 0 0 0,0 0 9 0,0 0-3 15,0 0 4-15,0 0-1 0,0 0-7 0,0 0 4 16,0 0-1-16,0 0 1 0,0 0 1 0,0 0 0 16,0 0-1-16,0 0-3 0,0 0-3 0,3-5 1 15,-3 5 2-15,0 0 2 0,0 0-2 0,0 0-2 16,0 0 3-16,0 0 4 0,0 0-5 0,0 0 0 16,0 0-2-16,0 0 6 0,0 0-5 0,0 0 5 15,0 0 3-15,0 0-11 0,0 0 2 0,0 0 2 16,0 0-4-16,0 0 0 0,0 0-4 0,0 0 2 15,0 0 4-15,0-10 1 0,0 10-4 0,0 0 8 16,0 0-1-16,0 0-1 0,0 0 5 0,0 0-7 16,0 0 0-16,0 0 1 0,0 0-2 0,0 0-2 15,0 0-6-15,0 0 10 0,0 0 0 0,2-7 8 16,-2 7-3-16,0 0 2 0,0 0-4 0,0 0 6 16,0 0-6-16,0 0-5 0,0 0 6 0,0 0-6 15,0 0 6-15,0-7 2 0,0 7-6 0,0 0 1 16,0 0-2-16,0 0 1 0,0 0-1 0,0 0 2 15,0 0-13-15,0 0 3 0,0 0-15 0,0 0 4 16,0 0-11-16,0 0-16 0,0 0-49 0,0 0 21 16</inkml:trace>
  <inkml:trace contextRef="#ctx0" brushRef="#br0" timeOffset="66192.53">17369 10780 38 0,'0'0'29'0,"0"0"-4"0,0 0-16 16,0 0-9-16,0 0-18 0,0 0-18 0,0 0 9 16</inkml:trace>
  <inkml:trace contextRef="#ctx0" brushRef="#br0" timeOffset="66500.47">17972 10800 30 0,'0'0'55'0,"0"0"-4"0,0 0-4 16,0 0-9-16,0 0-1 0,0 0-7 0,0 0-2 0,0 0-1 15,0 0-2-15,0 0-7 0,0 0-1 16,0 0-12-16,0 0-8 0,0 0-4 0,0 0-20 15,0 0-36-15,0 0-66 0,0 0 29 0</inkml:trace>
  <inkml:trace contextRef="#ctx0" brushRef="#br0" timeOffset="74221.22">14382 16654 67 0,'0'0'104'0,"0"0"-15"0,0 0 2 0,0 0-19 15,0 0-11-15,0 0 0 0,0 0-17 0,0 0-8 16,0 0-16-16,0 0-6 0,0 0-3 0,0 0-11 16,0 0-20-16,0 0-7 0,0 0-13 15,0 0-10-15,0 0-40 0,0 0-96 0,0 0 44 16</inkml:trace>
  <inkml:trace contextRef="#ctx0" brushRef="#br0" timeOffset="74651.03">15123 16563 33 0,'0'0'51'16,"0"0"4"-16,7 3-17 0,-7-3 1 0,0 0-7 15,0 0 4-15,0 0-2 0,0 0-7 0,0 0-8 16,4 4 0-16,-4-4-1 0,0 0-8 0,0 0-10 15,0 0-7-15,0 0 1 0,0 0-9 16,7 3 5-16,-7-3-12 0,0 0-11 0,0 0-20 0,0 0-58 16,0 0 25-16</inkml:trace>
  <inkml:trace contextRef="#ctx0" brushRef="#br0" timeOffset="75117.89">16154 16237 42 0,'0'0'77'0,"0"0"-2"15,0 0-10-15,0 0-6 0,0 0-9 0,0 0 0 16,0 0-11-16,0 0-4 0,0 0-2 0,0 0 1 16,0 0-12-16,0 0-1 0,0 0-8 0,0 0-6 15,0 0-5-15,0 0-15 0,0 0-5 0,0 0-13 16,0 0 2-16,0 0-16 0,0 0-37 15,0 0-88-15,0 0 40 0</inkml:trace>
  <inkml:trace contextRef="#ctx0" brushRef="#br0" timeOffset="75733.37">15783 17374 5 0,'0'0'54'0,"0"0"-4"16,0 0-7-16,0 0-3 0,0 0-9 16,0 0-3-16,0 0 1 0,0 0-5 0,0 0-13 15,0 0-8-15,0 0-7 0,0 0-16 0,0 0-5 16,0 0-21-16,0 0-48 0,0 0 22 0</inkml:trace>
  <inkml:trace contextRef="#ctx0" brushRef="#br0" timeOffset="76976.32">16991 16757 25 0,'0'0'41'16,"0"0"-6"-16,0 0-1 0,0 0-13 0,0 0-10 15,0 0-10-15,0 0-6 0,0 0-23 0,0 0-29 16,0 0 13-16</inkml:trace>
  <inkml:trace contextRef="#ctx0" brushRef="#br0" timeOffset="79515.97">19455 16595 92 0,'0'0'127'0,"0"0"-4"16,0 0-16-16,0 0 4 0,-5-5 0 0,5 5-7 0,0 0-10 15,0 0-1-15,0 0 8 0,0 0 18 16,0 0 19-16,0 0-12 0,13 16-13 0,-13-16-4 16,8 6-4-16,-4 1 2 0,1-1-8 0,-3 0-5 15,3 3-8-15,1 0-7 0,-3 0 0 0,3-1-9 16,-4 1-5-16,-1-1-6 0,7 1-5 0,-7-1-4 15,2-1-5-15,-2 2-1 0,2-3 0 0,-3-6-4 16,0 14-6-16,1-9 0 0,-1-5-7 0,0 13 0 16,1-7-3-16,-1-6 3 0,2 7-7 0,-2-7 0 15,2 6-1-15,-2-6 4 0,0 0-1 0,0 0-1 16,0 0-1-16,0 0-1 0,0 0-2 0,0 0-1 16,0 0-2-16,22-15-2 0,-9 0-9 0,6-11-15 15,4-3-19-15,9-15-22 0,2-7-14 0,20-20-23 16,1-2-18-16,0 4-23 0,4-2-15 0,-5-3-9 15,7 12-21-15,-23 22-18 0,0 2-144 0,-13 14-365 16,0 1 161-16</inkml:trace>
  <inkml:trace contextRef="#ctx0" brushRef="#br0" timeOffset="80132.7">19426 16697 3 0,'0'0'73'0,"0"0"8"0,0 0 4 0,0 0-10 15,0 0 3-15,0 0 7 0,24 5 10 0,-20-1-9 16,-4-4 2-16,3 11-10 0,1-6 6 16,-2 2-6-16,1 0-8 0,-1-2 8 0,4 3 1 0,-4-2 0 15,2 1-3-15,-4-7-11 0,4 12-7 16,-2-9 2-16,1 3 4 0,-3-6-7 0,0 0-1 0,5 8-2 16,-5-8-1-16,4 4-5 0,-4-4-3 0,0 0-5 15,16-7 2-15,-8-2-10 0,2-4-16 0,8-8-17 16,-1-2-18-16,4-4-38 0,13-10-41 15,0-6-24-15,6-5-26 0,-2 0-122 0,16-22-292 16,-6 1 130-16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8T10:20:14.1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17168 5912 12 0,'0'0'56'15,"10"-2"-2"-15,-10 2-2 0,0 0-10 0,0 0-3 16,0 0-3-16,0 0-4 0,0 0-6 0,0 0-5 16,0 0 6-16,0 0-5 0,0 0-8 0,0 0-9 0,0 0-5 15,0 0-6-15,0 0-15 0,0 0-19 0,9 2-23 16,-9-2-66-16,0 0 29 0</inkml:trace>
  <inkml:trace contextRef="#ctx0" brushRef="#br0" timeOffset="869.73">19084 5964 53 0,'0'0'53'0,"0"0"-10"0,0 0-11 0,0 0-11 15,0 0-17-15,0 0-14 0,0 0-23 0,0 0-36 16,0 0 16-16</inkml:trace>
  <inkml:trace contextRef="#ctx0" brushRef="#br0" timeOffset="1165.19">20143 5892 11 0,'0'0'-3'0,"0"0"-1"16,0 0 1-16</inkml:trace>
  <inkml:trace contextRef="#ctx0" brushRef="#br0" timeOffset="1447.68">20561 5957 52 0,'0'0'107'0,"5"4"-7"0,-5-4-5 0,0 0-16 16,0 0-6-16,0 0-8 0,0 0-9 0,0 0-15 16,0 0-14-16,0 0-18 0,0 0-21 0,0 0-17 15,0 0-12-15,0 0-12 0,0 0-43 0,0 0-102 16,0 0 46-16</inkml:trace>
  <inkml:trace contextRef="#ctx0" brushRef="#br0" timeOffset="2423.87">21906 7150 98 0,'0'0'127'0,"0"0"-8"0,0 0-16 0,0 0-4 15,0 0-18-15,0 0-7 0,0 0-29 0,0 0-1 16,0 0-30-16,0 0-19 0,0 0-29 0,2-7-33 16,-2 7-50-16,0 0-126 0,0 0 56 0</inkml:trace>
  <inkml:trace contextRef="#ctx0" brushRef="#br0" timeOffset="3759.94">23440 6277 83 0,'0'0'81'0,"0"0"-11"16,0 0-2-16,0 0-5 0,0 0-15 0,0 0-18 15,0 0 27-15,0 0-24 0,0 0-23 16,0 0-12-16,0 0-24 0,0 0-11 0,0 0-43 0,0 0-87 15,0 0 39-15</inkml:trace>
  <inkml:trace contextRef="#ctx0" brushRef="#br0" timeOffset="4063.68">24484 6260 45 0,'0'0'95'0,"0"0"-15"0,8 3-2 16,-8-3-12-16,0 0 0 0,0 0-20 0,0 0-13 16,0 0-4-16,5 4-33 0,-5-4-19 0,0 0-20 15,0 0-35-15,0 0-85 0,-2 10 37 0</inkml:trace>
  <inkml:trace contextRef="#ctx0" brushRef="#br0" timeOffset="4550.91">26059 6240 8 0,'0'0'109'15,"0"0"-8"-15,0 0-13 0,0 0-3 0,4 3-23 16,-4-3-23-16,0 0-11 0,0 0-19 0,0 0-17 16,10 4-32-16,-10-4-41 0,0 0-86 0,6 1 38 15</inkml:trace>
  <inkml:trace contextRef="#ctx0" brushRef="#br0" timeOffset="11885.38">23366 6173 53 0,'0'0'73'0,"0"0"-5"0,0 0-1 16,0 0-2-16,0 0 2 0,0 0-7 0,0 0-5 16,0 0-10-16,0 0 7 0,0 0-9 15,0 0-5-15,0 0-9 0,0 0-1 0,0 0 0 0,0 0-6 16,0 0 1-16,0 0 8 0,0 0-14 0,0 0-2 16,0 0-5-16,0 0 2 0,0 0-3 0,0 0 1 15,0 0-2-15,0 0-2 0,0 0 3 0,0 0 2 16,0 0-7-16,0 0 6 0,0 0-5 15,0 0-1-15,0 0-2 0,0 0-1 0,0 0 1 0,0 0 6 16,0 0-2-16,0 0 0 0,0 0-3 0,0 0 1 16,0 0 1-16,0 0-10 0,0 0 1 0,0 0 7 15,0 0-7-15,0 0 2 0,0 0 1 0,0 0-1 16,0 0 2-16,0 0-1 0,0 0 2 16,0 0-1-16,0 0-8 0,0 0 5 0,0 0-3 0,0 0-1 15,0 0 1-15,0 0-6 0,0 0-14 0,0 0-4 16,0 0-18-16,0 0-17 0,0 0-67 0,0 0-142 15,0 0 63-15</inkml:trace>
  <inkml:trace contextRef="#ctx0" brushRef="#br0" timeOffset="13308.1">26436 6099 7 0,'0'0'116'16,"0"0"-12"-16,0 0-3 0,0 0-6 0,0 0-14 15,5-2-10-15,-5 2-6 0,0 0-8 16,0 0 0-16,0 0-12 0,0 0-5 0,0 0-3 16,0 0-27-16,0 0-18 0,0 0-31 0,0 0-102 0,0 0-151 15,0 0 68-15</inkml:trace>
  <inkml:trace contextRef="#ctx0" brushRef="#br0" timeOffset="14367.69">26105 5969 51 0,'0'0'73'0,"0"0"4"0,0 0-6 0,0 0-7 16,0 0-4-16,0 0-4 0,0 0-6 0,0 0-3 16,0 0-10-16,0 0-2 0,0 0-9 0,0 0-19 15,0 0-20-15,6-5-32 0,-6 5-55 0,0 0-107 16,0 0 47-16</inkml:trace>
  <inkml:trace contextRef="#ctx0" brushRef="#br0" timeOffset="18239">22050 6687 58 0,'0'0'47'0,"0"0"-9"0,0 0-13 15,0 0-22-15,0 0-32 0,0 0-31 0,0 0 14 16</inkml:trace>
  <inkml:trace contextRef="#ctx0" brushRef="#br0" timeOffset="19390.61">23187 4515 13 0,'0'0'15'0,"0"0"-5"15,0 0 2-15,0 0-8 0,0 0 7 0,0 0-3 0,0 0 0 16,0 0-1-16,0 0 2 0,0 0-8 0,0 0 7 16,0 0-8-16,0 0 5 0,0 0 2 0,0 0-7 15,0 0 3-15,0 0 7 0,0 0-9 0,0 0-2 16,0 0 3-16,0 0 2 0,0 0-1 0,0 0-5 16,0 0 4-16,0 0 1 0,0 0-4 0,0 0 5 15,0 0-5-15,0 0 7 0,0 0-8 16,0 0 7-16,0 0-2 0,0 0 8 0,0 0-5 0,0 0 0 15,0 0 6-15,0 0-13 0,0 0 9 0,0 0-2 16,0 0-1-16,0 0 1 0,0 0 3 16,0 0-3-16,0 0 1 0,0 0 1 0,0 0-1 15,0 0-2-15,0 0 0 0,0 0 8 0,0 0-1 0,0 0 4 16,0 0-13-16,0 0 10 0,0 0-2 16,0 0-2-16,0 0 4 0,0 0-9 0,0 0 5 0,0 0-1 15,0 0-1-15,0 0 4 0,0 0 2 0,0 0 1 16,0 0-8-16,0 0 8 0,0 0-6 0,0 0 0 15,0 0-5-15,0 0 3 0,0 0 2 16,0 0-5-16,0 0 5 0,0 0 1 0,0 0-12 16,0 0 10-16,0 0-2 0,0 0 0 0,0 0-1 15,0 0-2-15,0 0 4 0,0 0 2 0,0 0-5 0,0 0 2 16,0 0-1-16,0 0-3 0,0 0 3 16,0 0-2-16,0 0 0 0,0 0 1 0,0 0 0 15,0 0 1-15,0 0-4 0,0 0 7 0,0 0-5 16,0 0 8-16,0 0-4 0,0 0-3 0,0 0 6 15,0 0-6-15,0 0-6 0,0 0 4 0,0 0 0 16,0 0 2-16,0 0-6 0,0 0 8 0,0 0 5 16,0 0-6-16,0 0-5 0,0 0 6 0,0 0-2 15,0 0 4-15,0 0-2 0,0 0 6 0,3-12-6 0,-3 12-5 16,0 0 2-16,0 0 6 0,0 0 2 16,0 0-6-16,0 0-1 0,0 0 4 0,0 0-4 15,0 0-1-15,0 0-4 0,0 0 0 0,0 0 5 16,0 0 1-16,0 0 1 0,0 0-1 0,0 0-1 15,0-8-2-15,0 8 5 0,0 0-2 0,0 0 7 16,0 0-11-16,0 0 3 0,0 0 0 0,0 0 3 16,0 0-3-16,0 0-4 0,0 0 3 0,0 0-2 15,0 0 3-15,0 0 1 0,0 0-2 0,-3-12 0 16,3 12 1-16,0 0 4 0,0 0-10 0,0 0-1 16,0 0 9-16,0 0 2 0,0 0-6 0,0 0-2 15,0 0 6-15,-2-8-7 0,2 8 3 0,0 0-6 16,0 0 4-16,0 0-5 0,0 0-19 0,0 0-25 15,0 0-65-15,0 0-123 0,0 0 55 0</inkml:trace>
  <inkml:trace contextRef="#ctx0" brushRef="#br0" timeOffset="29606.59">17434 6075 9 0,'0'0'33'16,"0"0"-9"-16,0 0 1 0,0 0-1 0,0 0-7 16,0 0-6-16,0 0-10 0,0 0-10 0,0 0-14 15,0 0-24-15,0 0 11 0</inkml:trace>
  <inkml:trace contextRef="#ctx0" brushRef="#br0" timeOffset="33276.19">17518 6183 3 0,'0'0'44'0,"0"0"-12"0,0 0-6 0,0 0-10 15,0 0-7-15,0 0-13 0,0 0-17 0,0 0-23 16,0 0 10-16</inkml:trace>
  <inkml:trace contextRef="#ctx0" brushRef="#br0" timeOffset="82164.99">23586 6119 12 0,'0'0'58'0,"-1"-9"-16"16,1 9-9-16,2-8-29 0,-2 8-30 16,0 0-26-16,0 0 12 0</inkml:trace>
  <inkml:trace contextRef="#ctx0" brushRef="#br0" timeOffset="155843.97">12599 10656 21 0,'0'0'35'0,"0"0"-9"16,0 0-4-16,0 0-15 0,0 0-13 16,0 0-12-16,0 0-19 0,0 0 9 0</inkml:trace>
  <inkml:trace contextRef="#ctx0" brushRef="#br0" timeOffset="163667.82">19226 10236 8 0,'0'0'85'0,"0"0"-1"0,0 0-22 0,0 0-3 15,0 0-3-15,0 0-6 0,0 0-11 0,0 0-11 16,0 0 2-16,0 0-19 0,0 0-6 0,0 0-7 0,0 0-7 15,0 0 1-15,0 0-6 0,0 0-6 0,0 0 0 16,0 0-4-16,-9 1-14 0,9-1-26 16,0 0-69-16,0 0 31 0</inkml:trace>
  <inkml:trace contextRef="#ctx0" brushRef="#br0" timeOffset="165622.34">24497 10142 81 0,'0'0'116'0,"0"0"-10"0,0 0-25 16,0 0 6-16,0-11-8 0,0 11-12 0,0 0-2 16,0 0-21-16,0 0 1 0,0 0-24 0,0 0-20 15,0 0-22-15,0 0-25 0,0 0-16 0,0 0-49 16,0 0-120-16,0 0 53 0</inkml:trace>
  <inkml:trace contextRef="#ctx0" brushRef="#br0" timeOffset="184642.58">21466 12779 67 0,'5'-4'77'0,"-5"4"-12"15,0 0-6-15,0 0-9 0,0 0-5 0,0 0-3 16,0 0-3-16,0 0-9 0,8-3-7 0,-8 3-2 16,0 0-3-16,0 0-3 0,0 0-9 0,0 0 2 15,0 0-9-15,0 0-9 0,0 0 0 0,0 0-8 16,0 0 8-16,0 0-10 0,0 0-3 0,0 0-10 15,0 0-41-15,0 0-79 0,0 0 35 0</inkml:trace>
  <inkml:trace contextRef="#ctx0" brushRef="#br0" timeOffset="206219.49">20941 12400 1 0,'0'0'24'0,"0"0"-4"0,0 0-1 16,0 0 0-16,0 0-2 0,0 0 1 0,0 0-4 15,0 0-6-15,0 0 4 0,0 0 0 0,0 0 1 16,0 0-5-16,0 0-4 0,0 0-8 0,0 0-7 16,0 0-18-16,0 0-32 0,0 0 14 0</inkml:trace>
  <inkml:trace contextRef="#ctx0" brushRef="#br0" timeOffset="208980.61">22781 14727 19 0,'0'0'42'0,"0"0"-8"16,0 0 1-16,0 0-6 0,0 0-3 0,0 0 0 15,0 0-5-15,0 0 4 0,0 0-4 0,0 0-7 16,0 0-4-16,0 0 2 0,0 0 0 0,0 0-6 16,0 0 5-16,0 0-3 0,0 0-1 0,0 0-4 15,0 0 4-15,0 0 2 0,0 0-4 0,0 0-3 16,0 0 7-16,0 0-5 0,0 0 8 0,0 0-7 16,0 0 0-16,0 0 2 0,0 0-3 0,0 0-1 15,0 0-2-15,0 0-2 0,0-9 3 0,0 9 7 16,0 0-9-16,0 0 3 0,0 0 0 0,0 0-1 15,0 0-3-15,0 0 3 0,0 0-5 0,-8-10-2 16,8 10 11-16,0 0-7 0,0 0-4 0,0 0 6 16,0 0-4-16,0 0 8 0,0 0-3 0,0 0 1 15,0 0-3-15,0 0 3 0,0 0-12 0,0 0 10 16,0 0-7-16,0 0 6 0,0 0 0 0,0 0-3 16,0 0 3-16,0 0 2 0,0 0 2 0,0 0 1 15,0 0-9-15,0 0 5 0,0 0 1 0,0 0-6 16,0 0 1-16,0 0 7 0,0 0-3 0,0 0 2 15,0 0-3-15,0 0 6 0,0 0-2 0,0 0-8 16,0 0 1-16,0 0 0 0,0 0 7 0,0 0-5 16,0 0-2-16,0 0 0 0,0 0 7 0,-2-8 3 15,2 8-4-15,0 0 1 0,0 0-8 0,0 0 0 16,0 0 3-16,0 0 0 0,0 0 1 0,0 0-4 16,0 0-1-16,0 0 5 0,0 0 2 0,0 0 1 15,0 0-4-15,0 0 3 0,0 0-8 0,0 0 5 16,0 0 3-16,0 0-5 0,0 0 1 0,0 0-6 15,0 0 6-15,0 0 0 0,0 0 7 0,0 0-3 16,0 0-3-16,0 0 0 0,0 0-6 0,0 0 5 16,0 0 3-16,0 0-6 0,0 0 2 0,0 0-3 15,0 0 0-15,0 0-7 0,0 0 2 0,0 0 0 16,0 0-4-16,0 0 5 0,0 0 0 0,0 0-7 16,0 0 1-16,-17 7-5 0,17-7-4 0,0 0-18 15,0 0-48-15,0 0 22 0</inkml:trace>
  <inkml:trace contextRef="#ctx0" brushRef="#br0" timeOffset="-192508.69">16395 6078 33 0,'0'0'39'0,"0"0"3"0,0 0-7 0,0 0 1 16,0 0-2-16,0 0 0 0,0 0-10 0,-5-14 2 16,5 14-3-16,0 0-6 0,0 0 4 0,0 0 0 15,0 0-8-15,0 0-3 0,-8-3 9 0,8 3-8 16,0 0 6-16,-5-4 2 0,5 4 2 0,0 0-4 16,-7-3-1-16,7 3-8 0,0 0 1 0,-10-4 4 15,10 4-4-15,0 0 6 0,-10-4-6 0,10 4-1 16,-9-1-2-16,9 1-3 0,-10-1 5 0,10 1-7 15,-10 0 0-15,10 0 7 0,0 0 0 0,-13-1-1 16,13 1-3-16,-10 0 2 0,10 0-4 0,-9-1 6 16,9 1 9-16,0 0 0 0,-11-1-3 0,11 1 2 15,0 0 4-15,0 0-2 0,0 0 11 0,0 0-18 16,-12 0 16-16,12 0-17 0,0 0 5 0,0 0 0 16,0 0-4-16,0 0-16 0,-9 0 19 0,9 0-4 15,0 0 2-15,0 0 6 0,0 0-5 0,0 0 1 16,0 0 6-16,-12-2-9 0,12 2 1 0,0 0 4 15,0 0-11-15,0 0 4 0,0 0 0 16,-10 0 7-16,10 0-2 0,0 0 1 0,0 0 4 0,-10-2-2 16,10 2-2-16,0 0 1 0,0 0-4 0,-8-1 7 15,8 1-5-15,0 0 11 0,0 0-16 0,-13-2-8 16,13 2 9-16,0 0-2 0,-10-3 2 0,10 3 5 16,-8-2 3-16,8 2 1 0,0 0-4 0,0 0-1 15,-8-2-3-15,8 2 1 0,0 0 3 0,0 0 1 16,0 0-9-16,0 0-3 0,0 0 4 0,0 0-2 15,0 0 7-15,-9-2-9 0,9 2 4 0,0 0 7 16,0 0-13-16,0 0-3 0,0 0 2 0,0 0-3 16,0 0-1-16,0 0 5 0,0 0-4 0,0 0-2 15,0 0 6-15,0 0 0 0,0 0-2 0,0 0 3 16,0 0-9-16,0 0 8 0,0 0-3 0,0 0-1 16,0 0 5-16,0 0 0 0,0 0-3 0,33 0-5 15,-22-3 8-15,3 3 3 0,4-1-3 0,3 0 2 16,0-1 2-16,1 2 4 0,6-3-7 0,3 1 5 15,5-3 1-15,-2 0-6 0,1 2 7 0,0-4-6 16,1 3-2-16,0 1-3 0,1-2 2 0,-2 1 2 16,-1 1-3-16,-5 1-5 0,2 0 3 0,-3-1 3 15,-7 3 1-15,-1 0 1 0,1 0-1 0,-3 0 2 16,-1-2-7-16,-4 2 4 0,0 2-2 0,-2-2-1 16,-3 0-1-16,1 0-3 0,-9 0 3 0,12 3 0 15,-12-3 2-15,10 0 2 0,-10 0 4 0,9 0-7 16,-9 0 10-16,0 0-11 0,7 2 5 0,-7-2-2 15,0 0 7-15,0 0 3 0,0 0-4 0,0 0 3 16,0 0-1-16,9-2 4 0,-9 2 3 0,0 0 0 16,0 0 2-16,0 0 0 0,0 0-4 0,0 0 4 15,0 0-7-15,0 0 4 0,0 0-5 0,0 0 4 16,0 0 1-16,0 0-4 0,0 0 0 0,0 0-2 16,0 0 2-16,0 0-13 0,0 0 3 0,0 0 3 15,0 0 1-15,0 0-5 0,0 0 3 0,0 0 1 16,0 0 1-16,0 0 0 0,0 0-5 0,0 0 11 15,0 0-13-15,0 0 1 0,0 0-1 0,0 0 4 16,0 0 7-16,0 0-11 0,0 0-1 0,0 0 6 16,0 0-9-16,0 0-2 0,0 0-1 0,0 0 9 15,0 0-4-15,0 0 3 0,0 0 0 0,0 0-3 16,0 0 0-16,0 0-11 0,0 0-11 0,0 0-15 16,0 0-18-16,0 0-14 0,0 0-25 0,0 0-13 15,0 0-20-15,0 0-82 0,0 0-229 0,0 0 101 16</inkml:trace>
  <inkml:trace contextRef="#ctx0" brushRef="#br0" timeOffset="-169032.35">19447 16609 11 0,'0'0'64'0,"0"0"-3"0,0 0 0 0,0 0-2 0,0 0 16 15,0 0-26-15,0 0-4 0,0 0-1 0,24 21 2 16,-20-14 7-16,2 1-15 0,0-2-8 16,1 4 18-16,-2-2-10 0,1 3 11 0,2-3-9 15,1 6-4-15,-1-1 3 0,-2-3 5 0,0 3-14 16,3 1 11-16,-1-5-15 0,-1 2 12 0,0-2-11 0,-1 5-2 15,1-4-5-15,1-2 5 0,-2-1-19 16,2 0 18-16,-5-2 0 0,4 0 7 0,-3-1-2 16,3-4 1-16,-7 0-5 0,17-2-2 0,-3-7-8 15,1-2 4-15,3-7-11 0,3-6-20 0,0-6-21 16,7-11-26-16,1-2-26 0,0-5-32 0,-7 0-65 16,3-4-197-16,7-28 87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4T05:36:04.0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7232 3575 166 0,'0'0'167'0,"0"0"-5"0,0 0-7 0,0 0-13 15,0 0 0-15,0 0-4 0,0 0 13 0,0 0-8 16,0 0-10-16,0 0-8 0,0 0-7 0,0 0-12 16,0 0-9-16,0 0-9 0,0 0-9 0,0 0-8 15,0 0 0-15,0 0-15 0,4-4-5 0,-4 4-6 16,0 0-4-16,0 0-6 0,0 0-6 0,0 0 0 16,0 0-5-16,0 0-1 0,0 0-4 0,0 0-1 15,0 0-4-15,0 0 0 0,0 0-6 0,0 0 5 16,0 0-6-16,-29 6 0 0,22-6-3 0,-1 2-6 15,-3 0-3-15,0 1 10 0,2 0-12 0,-2-1 4 16,1 0-2-16,1-1 6 0,1 0-3 0,2 2-2 16,6-3 0-16,-9 2 0 0,9-2-7 0,-10 0-3 15,10 0-2-15,0 0-8 0,-8 4-1 0,8-4 0 16,0 0 4-16,0 0 3 0,0 0 3 0,31 3 2 16,-12-3 6-16,9-3-10 0,4 3 8 0,2-2 1 15,1-2-1-15,-1-1-8 0,2 2-4 0,0-2-9 16,0 1-19-16,-2 0-19 0,-3 2-24 0,-2 2-21 15,-2-2-24-15,-9 2-28 0,0 0-125 16,-7 1-314-16,-2-2 139 0</inkml:trace>
  <inkml:trace contextRef="#ctx0" brushRef="#br0" timeOffset="517.29">7282 3630 163 0,'0'0'146'15,"0"0"-11"-15,-2 8-11 0,2-8-8 0,0 0-13 16,7 13-3-16,-5-3-8 0,1 2-3 0,-1 3-7 16,0 3-5-16,1 0-9 0,3 8-4 0,-4 0-3 15,-1-7-3-15,1 0-7 0,-1 1-4 0,0 3-4 16,3-3-2-16,-3-1-3 0,2-1-4 0,-1-2-6 15,0 3 5-15,0-2-10 0,1-1 0 0,-2 0-1 16,2 1 0-16,-1-5-4 0,-2 0 0 0,2 0-5 16,-2-1-2-16,0 1 5 0,-2-1-4 0,0-1-4 15,2 0-8-15,0-10-3 0,-3 18-17 0,2-10-16 0,1-8-9 16,-4 15-9-16,4-15 1 0,-4 13-16 16,2-7-1-16,2-6-6 0,-8 7 4 0,8-7 5 15,-6 7 7-15,6-7 4 0,-8 4 3 0,8-4 7 16,0 0 1-16,-14 2 3 0,14-2 5 0,0 0 8 15,-17 0-4-15,17 0 5 0,-16-1 0 0,5 1 8 16,11 0 9-16,-19-1 4 0,19 1 11 0,-20 0 2 16,10 0 18-16,10 0 5 0,-18 0 11 0,11 0 9 15,7 0 5-15,-12-2 6 0,12 2 1 0,-9-2-1 16,9 2 2-16,0 0-5 0,0 0-6 0,-12 2-5 16,12-2-6-16,0 0-6 0,0 0-2 0,0 0 1 15,0 0 14-15,0 0-7 0,0 0 2 0,0 0-2 16,29-2 4-16,-16 2 1 0,0-1-16 0,7-2 2 15,1 0-6-15,-1 2 1 0,10-1-8 0,-2-2-17 16,3 1-43-16,-3-2-30 0,4 1-59 0,0-1-170 16,-2 2-326-16,0-4 145 0</inkml:trace>
  <inkml:trace contextRef="#ctx0" brushRef="#br0" timeOffset="1025.77">7774 4297 83 0,'0'0'249'0,"0"0"-19"0,0 0-17 16,0 0-16-16,0 0-17 0,0 0-15 0,0 0-15 16,17-15-17-16,-13 10-9 0,3-3-12 15,0 2-11-15,-2-4-8 0,2 3-12 0,-2-2-3 16,1-1-4-16,1 0-10 0,-3-1-6 0,-1-2-5 15,3-3-6-15,-3 1-8 0,-1-1 0 0,-1-1-4 0,-1 2-4 16,-1-4-4-16,-1 2-3 0,0 1-2 0,-1 1-4 16,-2 0-2-16,0-1-2 0,0 6 0 15,0 0-5-15,-2-1 0 0,2 4-1 0,-1-1-2 16,-3 1-4-16,1 1 0 0,-1 0-1 0,3 2-3 16,-2 3 0-16,1-2 1 0,7 3-2 0,-12-2-1 15,12 2-1-15,-11-2 1 0,4 0-3 0,7 2-5 16,0 0-7-16,0 0-2 0,0 0-1 0,0 0-3 15,0 0 2-15,0 0 1 0,0 0 2 0,30 16-2 16,-9-16-1-16,10 3-3 0,-2-2 2 0,2-1 2 16,-3-1 3-16,0 2 1 0,-7-3 1 0,-1 3 2 15,-3 0-2-15,-4-1 2 0,0 2 0 0,-1-1 2 16,-2 2-2-16,-1 0 3 0,-1 0-4 0,-2 2 9 16,1 0-6-16,-3 1 2 0,1 2-14 0,-3 1 27 15,1 0-7-15,1 1 0 0,-3 1 2 0,0-1-1 16,-1 3 0-16,-1-2 4 0,1 1-1 0,0 2-3 15,-1-2 2-15,1 1 5 0,0 1-4 0,0-3-6 16,0 0-27-16,0 7-35 0,3-6-54 0,0 0-30 16,-2 1-22-16,1-1-106 0,0 0-302 0,-1-1 134 15</inkml:trace>
  <inkml:trace contextRef="#ctx0" brushRef="#br0" timeOffset="1926.46">8214 4213 152 0,'0'0'205'0,"0"0"-22"0,0 0-22 0,0 0-15 16,0 0-14-16,0 0-13 0,0 0-10 0,11 19-9 16,-11-19-9-16,1 12-12 0,-1-12-8 0,0 17-8 15,0-17-8-15,1 13 2 0,-1-13-10 0,2 13-7 16,-2-13 2-16,1 11-5 0,-1-11-3 0,0 0-3 15,1 11 3-15,-1-11 10 0,0 0 13 0,0 0 13 16,0 9 10-16,0-9-3 0,0 0-6 16,0 0-11-16,0 0-3 0,0 0-8 0,0 0-4 15,0 0-3-15,-14-27-4 0,13 16-6 0,-2-1-1 0,3 0-4 16,-1-3-3-16,3-2-6 0,1-1-4 0,0 0-5 16,0 1-4-16,4 1-2 0,-2 1-3 0,5 0 1 15,-5 4-3-15,4 3-1 0,-1 0-5 0,1 3 0 16,-9 5-2-16,14-4-3 0,-1 6 1 0,-2 2 0 15,0 1 1-15,4 6 0 0,-4-1 1 16,4 3 3-16,-4 0 5 0,0 0-4 0,-2 1-1 16,0 1 1-16,0-2 2 0,-2-1 2 0,-2-2-1 0,-3 0 3 15,3-1-5-15,-1-1 4 0,-1 0 1 0,-3-8 1 16,4 7 0-16,-4-7 2 0,3 9 3 0,-3-9 0 16,0 0 3-16,0 0 0 0,0 0-1 15,0 0-1-15,0 0-2 0,0 0 0 0,0 0 1 16,0 0-9-16,-18-22-10 0,18 22-2 0,-2-21-7 15,3 10-2-15,-1-4 1 0,0-3 0 0,3 1-8 16,1-2-7-16,2 1-1 0,2-1 7 0,2 2 0 0,-2 2 0 16,3 2 6-16,-2 3 4 0,-1 2-6 15,1 2 5-15,-3 2-4 0,-6 4 1 0,15-3 3 16,-15 3 3-16,18 3 4 0,-8 4-1 0,1 0 2 16,-2 1 3-16,1 2 2 0,0 5-1 0,-1-2 0 15,1 2 5-15,-5 1-2 0,-1-4 2 0,1-2 0 16,1 1 1-16,-3 0-1 0,4-1 2 0,-2-2-1 15,-1 0 8-15,-1-2-3 0,0 0 0 0,1 0 0 0,0-2 0 16,-4-4 9-16,8 7 3 0,-4-5 2 16,-4-2 5-16,11 0 4 0,-11 0 2 0,14-3-1 15,-4-1 1-15,-1-2-1 0,1-1-1 0,2-4-1 16,-3 1 1-16,3-1-1 0,-3-1-2 0,2-5 0 16,-1 4-2-16,-1-4-4 0,0 4 1 0,-2-2-3 15,0 3 2-15,-4 2 4 0,0 1 6 0,0 0 3 16,0-1 8-16,-1 5-1 0,-2 5-6 0,5-6 1 15,-5 6-7-15,0 0-7 0,1-7-6 0,-1 7-8 16,0 0-1-16,0 0 3 0,0 0-2 0,0 0-2 16,-9 20-3-16,4-8-3 0,1-2 0 0,0 2-9 15,4 0-5-15,-3 5-2 0,1-6-3 0,2 5 3 16,4 0-5-16,-1 0-3 0,0-1-3 0,0-3 3 16,3 2-7-16,0 3 0 0,-1-7 4 0,1 2 1 15,0-1-2-15,0 0 6 0,0 0 2 0,-1-2-2 16,3 2 8-16,-3-3-3 0,-1 0 3 0,-2 1 0 15,-2-9 4-15,4 13-2 0,-4-13 1 0,0 13 5 16,0-13-2-16,-5 13 8 0,5-13-3 0,-8 10 0 16,1-3-10-16,-1-2-5 0,0 0-13 0,8-5-22 15,-18 7-25-15,11-5-29 0,7-2-35 0,-17 3-106 16,17-3-277-16,-19-3 122 0</inkml:trace>
  <inkml:trace contextRef="#ctx0" brushRef="#br0" timeOffset="2199.71">9585 4091 168 0,'0'0'231'0,"0"0"-2"0,-7-4-7 16,7 4-12-16,0 0-19 0,0 0-20 0,0 0-17 0,0 0-14 16,0 0-17-16,0 0-10 0,0 0-11 0,23-2-17 15,-13 2-12-15,6-2-30 0,0 1-34 16,3 1-32-16,2 0-33 0,-3 0-45 0,2 1-39 16,-3 1-50-16,-6-2-103 0,1 0-316 0,-12 0 140 15</inkml:trace>
  <inkml:trace contextRef="#ctx0" brushRef="#br0" timeOffset="2367.53">9536 4253 149 0,'0'0'239'0,"0"0"-5"0,0 0-17 0,18 2-15 15,-3-4-19-15,3-1-22 0,9 0-13 0,1-1-12 0,0 2-29 16,2-1-41-16,1-1-46 0,-1 1-57 0,1-1-70 15,-2 1-180-15,-1 0-310 0,-9-1 137 16</inkml:trace>
  <inkml:trace contextRef="#ctx0" brushRef="#br0" timeOffset="19000.29">7972 3204 65 0,'0'0'153'0,"0"0"-8"0,0 0-5 0,0 0-4 0,0 0-11 16,0 0-6-16,0 0 0 0,0 0-6 16,0 0-1-16,0 0-4 0,0 0 3 0,0 0-9 15,0 0 0-15,0 0-5 0,0 0-2 0,0 0 0 16,0 0-7-16,0 0-7 0,0 0-7 0,0 0-5 16,0 0-6-16,0 0-2 0,5-6-5 0,-5 6-5 15,0 0-7-15,0 0-6 0,4-6-5 0,-4 6-3 16,5-7-5-16,-5 7-2 0,7-6-6 0,-2 5-1 15,-5 1-2-15,12-4-3 0,-12 4-3 0,9-3-2 16,0 3 0-16,-9 0-2 0,11-1-8 0,-3 1-9 16,-8 0-2-16,14 5-1 0,-9-2-2 0,0 0 0 15,2 1 0-15,-2 2 3 0,1-2-1 0,-1 2-2 16,-1 0 6-16,1 2 0 0,-3-2-3 0,0 1 4 16,0 1 1-16,-2-1 2 0,0 2-4 0,-2 1 7 15,0-1-1-15,-2 1 4 0,-1 0-3 0,-2 0 7 16,-2-1-4-16,0 1 1 0,3 0-3 0,-1-2 3 15,-3 1 1-15,3-1 0 0,0 0-3 0,2-3-1 16,-2 1 5-16,2 0-2 0,1-2 3 0,-2-1-4 16,6-3 0-16,-5 9-1 0,5-9 1 0,-6 5 2 15,6-5-1-15,-6 4-1 0,6-4-1 0,-4 6-1 16,4-6 0-16,0 0-2 0,-5 5 2 0,5-5 1 16,0 0 1-16,-4 5 0 0,4-5-1 0,0 0 3 15,-4 7-5-15,4-7 1 0,0 0 0 0,-5 5 3 16,5-5 0-16,0 0 1 0,0 0 0 0,-3 6 1 15,3-6 0-15,0 0-2 0,0 0 0 0,0 0 2 16,0 0-2-16,-6 4 0 0,6-4 3 0,0 0 1 16,0 0-3-16,0 0 3 0,0 0-5 0,0 0 4 15,0 0 0-15,0 0-2 0,0 0 0 0,0 0 3 16,0 0-3-16,0 0 0 0,0 0 3 16,0 0-2-16,0 0-2 0,0 0-1 0,0 0 0 15,0 0 0-15,0 0-1 0,0 0 3 0,20-1 0 0,-20 1 6 16,25-3-4-16,-7-1 2 0,1 1 0 0,2-2 1 15,0-1-1-15,13 2 0 0,-3-2 3 0,2 1-1 16,2 0 0-16,-5-2-1 0,4 0 2 0,-4 2-2 16,-2-2-3-16,-7 5 1 0,-1 1 0 0,-3-2 0 15,-3 2-2-15,-4-1 1 0,-1 2 2 0,-1-3-2 16,-8 3-2-16,10 0 5 0,-10 0-1 0,10-2 4 16,-10 2 2-16,8 0 6 0,-8 0 2 0,0 0-4 15,8-2 1-15,-8 2-2 0,0 0-3 0,0 0-2 16,0 0-15-16,0 0-25 0,0 0-30 0,0 0-52 15,0 0-70-15,0 0-38 0,0 0-116 0,0 0-367 16,0 0 163-16</inkml:trace>
  <inkml:trace contextRef="#ctx0" brushRef="#br0" timeOffset="19989.62">11321 3560 1 0,'0'0'157'0,"0"0"3"0,0-8-11 0,0 8-10 16,0 0-2-16,0 0-2 0,2-10-5 0,-2 10-7 15,0 0 16-15,0 0-10 0,0 0-6 0,1-8-7 16,-1 8-7-16,0 0-6 0,0 0-4 0,0 0-6 15,0 0-10-15,0 0 0 0,0 0-10 0,0 0-4 16,0 0-6-16,0 0-5 0,0 0-4 16,0 0-6-16,0 0-2 0,0 0-5 0,0 0-7 15,0 0-3-15,0 0-5 0,0 0-3 0,0 0-4 0,0 0-4 16,0 0-2-16,0 0-6 0,0 0-3 0,0 0-2 16,0 0-3-16,0 0 4 0,0 0-5 0,0 0 0 15,8 19 1-15,-6-7-1 0,3 2 3 0,-1 3-2 16,3 4 0-16,-3 3 1 0,3 1 1 0,-4 0 3 15,0 0-3-15,4 6 2 0,-5 0 0 16,1 0 3-16,2-2-3 0,-3 0-1 0,2 2 0 16,-1-4 1-16,3-1 1 0,-2 0-1 0,-1-1-3 0,-1-7 3 15,3 0 1-15,-3-1 0 0,-1 2-4 16,0-6 0-16,0 2-3 0,1-3 3 0,0 1-9 0,-2-4-9 16,2 1-8-16,-2-3-11 0,0-7-14 15,0 14-12-15,0-7-17 0,0-7-10 0,0 0-16 16,-4 18-12-16,4-18-25 0,-4 8-19 0,1-5-23 15,3-3-113-15,0 0-321 0,-12 4 142 0</inkml:trace>
  <inkml:trace contextRef="#ctx0" brushRef="#br0" timeOffset="20241.41">11030 4260 51 0,'0'0'160'0,"0"0"0"0,0 0-4 0,0 0-6 15,36 0-11-15,-6-4-1 0,9-1-15 0,16-2-5 16,2 0-10-16,3 1-9 0,0-2-9 0,3 2-13 16,-6-3-5-16,0 1-4 0,-7 3-12 0,-11-1-11 15,-1 6-14-15,-3-2-22 0,-3 0-24 0,-1 2-27 16,-1 0-28-16,1 0-33 0,-11 2-21 15,1 0-23-15,-7 1-79 0,-2 0-243 0,-2 0 108 0</inkml:trace>
  <inkml:trace contextRef="#ctx0" brushRef="#br0" timeOffset="20731.62">11189 4613 10 0,'0'0'206'0,"0"0"-8"15,19-28-7-15,-19 28-13 0,11-3-11 0,-11 3-16 16,15-3-14-16,-15 3-13 0,21 6-11 0,-11 1-8 15,0 0-13-15,4 3-7 0,-5-1-6 0,0 7-6 16,-2 0-9-16,-5-5-5 0,3 5-4 0,-5 0-6 16,0 2-1-16,-5-1-9 0,0 0 0 0,-3-1-4 15,-1 1-2-15,-3-2 0 0,-5 5-7 0,2-6-8 16,-1-3-12-16,-1 0-10 0,-1-3 0 0,-2 1-5 16,1-3-5-16,1 0 5 0,1-4-2 0,2 0 3 15,5-2 2-15,10 0 3 0,-20-4-5 0,20 4-3 16,-10-8 5-16,10 8 6 0,-8-9-10 0,8 9 7 15,-6-8-3-15,6 8 2 0,0 0-6 0,6-16 6 16,-6 16-3-16,8-9 3 0,0 6 4 0,-8 3 3 16,17-5 8-16,-5 5-5 0,-12 0 1 0,21 3 2 15,-7-2 3-15,-2 2 0 0,1 0 2 0,-1 1-3 16,1 0 1-16,-1 0-1 0,3 3-2 0,-2-1-1 16,-1-1-1-16,-1 1 1 0,3 0 1 0,-4-1-1 15,2 1-16-15,-2 0-23 0,0-2-34 0,2 2-42 16,-1-3-35-16,-1 1-37 0,0 1-138 0,-10-5-342 15,13 5 152-15</inkml:trace>
  <inkml:trace contextRef="#ctx0" brushRef="#br0" timeOffset="20977.85">11592 4618 54 0,'0'0'252'15,"0"0"-29"-15,7-9-24 0,-7 9-20 0,0 0-16 16,0 0-1-16,0 0 11 0,0 0 2 0,0 0-13 0,16 22-7 16,-12-12-11-16,1 5-12 0,0 0-10 0,-1 1-5 15,0 1-12-15,-3 0-8 0,3-1-12 0,2 0-5 16,-5 0-10-16,2-4-3 0,0 3-7 16,2-3-5-16,-5 0-13 0,2 0-32 0,-2 0-27 15,0-1-27-15,3 0-39 0,-3-11-41 0,0 16-39 16,3-7-40-16,-3-9-206 0,1 11-441 0,-1-11 195 15</inkml:trace>
  <inkml:trace contextRef="#ctx0" brushRef="#br0" timeOffset="21206.98">11784 4620 74 0,'2'-12'210'0,"-2"12"-18"0,0 0-11 16,0 0 6-16,0 0 6 0,0 0-8 0,0 0-8 15,0 0-3-15,6 43 3 0,-4-28-7 0,-2 1-18 16,-1 0-15-16,2-2-19 0,-1 3-7 0,1-5-15 16,-1 4-3-16,2 0-6 0,0-4-12 0,-2 2-12 15,2-4-10-15,0 2-15 0,-2-2-25 0,0-10-25 16,0 15-28-16,0-15-32 0,0 13-21 0,0-13-27 16,0 0-24-16,0 0-33 0,0 16-36 0,0-16-135 15,0 0-376-15,0 0 166 0</inkml:trace>
  <inkml:trace contextRef="#ctx0" brushRef="#br0" timeOffset="21368.03">11562 4583 123 0,'0'0'169'0,"0"0"-11"0,19-14-19 15,-1 9-9-15,2 0-16 0,13-3-7 0,-1 1-20 16,7 0-25-16,12-3-44 0,1 4-45 15,0-2-57-15,-17 4-82 0,2-3-181 0,-1-3 80 16</inkml:trace>
  <inkml:trace contextRef="#ctx0" brushRef="#br0" timeOffset="22584.47">13126 3402 160 0,'-4'-8'209'0,"4"8"-9"0,0 0-9 0,-4-9-22 0,4 9-13 15,0 0-20-15,-3-5-14 0,3 5-18 0,0 0-12 16,0 0-9-16,0 0-12 0,0 0-9 0,-6 18-6 16,6-2-2-16,-4 2-5 0,2 7-6 15,0 5-8-15,0 3 3 0,0 2-6 0,-2 1-4 16,1 12 1-16,3-13-11 0,0 14 7 0,1-1-2 15,3 1-1-15,0 1-2 0,0-1-3 0,0 0 5 0,4 4-3 16,-3-1-4-16,1-4 0 0,-2 0-2 16,2-12 1-16,-2 9-3 0,-2-12 4 0,1 4-5 15,3-4 0-15,-4 1 1 0,0 0 2 0,1 0-5 16,-1-1 3-16,-2-2-13 0,0-3-25 0,0-1-16 16,0-3-24-16,0-6-45 0,0-1-26 0,-2 0-32 15,-3-1-142-15,1-5-338 0,-3-1 149 0</inkml:trace>
  <inkml:trace contextRef="#ctx0" brushRef="#br0" timeOffset="22957.29">13000 5012 140 0,'7'12'194'0,"-3"-8"-8"15,-4-4-5-15,12 9-5 0,-5-3-11 0,-7-6-6 16,18 10-11-16,-9-4-7 0,2-2-7 0,-1-1-7 16,3 1-7-16,1-1-5 0,1-2-7 0,-2 2-5 15,-1-2-8-15,1-1-9 0,1 0-3 0,-14 0-6 16,21-1-5-16,-13 1 2 0,-8 0 1 0,13-2-1 15,-13 2 1-15,0 0-4 0,14-3 2 0,-14 3-6 16,4-7-5-16,-4 7-6 0,0 0 0 0,-2-15-10 16,2 15-5-16,-10-16-1 0,2 11-8 0,1-3-4 15,-3 1-1-15,0 2-6 0,3-2-5 16,-4 0-20-16,-1 3-16 0,-1 0-23 0,1 0-26 16,0 2-32-16,1 0-39 0,-3 0-56 0,14 2-54 15,-21-2-204-15,21 2-492 0,-15-5 219 0</inkml:trace>
  <inkml:trace contextRef="#ctx0" brushRef="#br0" timeOffset="23625.57">13337 2875 35 0,'3'-6'233'0,"-3"6"-24"0,2-7-20 0,-2 7-19 16,0 0-17-16,4-6-19 0,-4 6-16 0,0 0-15 15,10 1-7-15,-10-1-10 0,0 0-11 0,11 11-8 16,-3-4-4-16,-3 1-11 0,0 2-5 0,-1 2-1 16,-1-1-5-16,-1 2-6 0,-2 3 0 15,0 1-6-15,-4 2-2 0,1-4-1 16,-4 3-2-16,0-2-1 0,-4 0 2 0,3-2-4 0,-4-1-4 15,1-1 1-15,-1-5-4 0,3 2-1 0,-1-3 1 16,3 1-2-16,0-4-3 0,0 1 7 0,3-1-5 16,-1 1-3-16,5-4 1 0,-6 5-3 0,6-5 1 15,-5 4-5-15,5-4-3 0,0 0-1 0,-5 4-3 16,5-4-5-16,0 0 7 0,0 0-2 0,0 12-4 16,0-12 3-16,7 9-2 0,-2-3 4 0,-1 0-1 15,1 1 4-15,3 0-3 0,0 2 3 0,1-4-6 16,1 4 1-16,-1-3-10 0,1 2-24 0,-2 0-30 15,3 0-33-15,3 0-44 0,-3 0-32 0,1-1-102 16,-1-2-305-16,0-2 134 0</inkml:trace>
  <inkml:trace contextRef="#ctx0" brushRef="#br0" timeOffset="23858.47">13599 2992 95 0,'0'0'248'0,"2"-10"-22"0,-2 10-24 0,2-8-20 16,-2 8-18-16,0 0-24 0,0 0-16 0,0 0-14 15,0 0-13-15,0 0-7 0,0 0-10 0,8 24-9 16,-5-12-3-16,-3 1-6 0,4 3-8 16,-2 1-4-16,0-1-2 0,-1 0-7 0,0 1-9 0,0-2-20 15,-1 2-23-15,0-3-30 0,0-1-34 0,-1-2-37 16,2-1-33-16,-1 2-30 0,0-3-99 0,0-9-295 15,-3 14 131-15</inkml:trace>
  <inkml:trace contextRef="#ctx0" brushRef="#br0" timeOffset="24062.65">13715 2978 79 0,'0'0'169'16,"0"0"-24"-16,0 0-9 0,0 0-15 0,0 0-8 15,0 0-8-15,2 27-3 0,-2-12-8 0,0 2-4 16,0-1-11-16,0 4-8 0,2-2-6 16,-2 1-6-16,0 1-4 0,0-3-1 0,0 2-9 15,0-2-5-15,3-2-26 0,-6-1-31 0,3-2-28 0,0-2-32 16,3 2-27-16,-6-3-26 0,3 1-81 0,0-3-228 16,0-7 101-16</inkml:trace>
  <inkml:trace contextRef="#ctx0" brushRef="#br0" timeOffset="24228.23">13620 2927 25 0,'0'0'115'0,"0"0"-5"0,5-8-6 0,-5 8-9 15,22-2 0-15,-3 2-17 0,12-1-32 0,3-1-44 16,6 2-36-16,12-4-72 0,-14 3-116 0,14-4 52 15</inkml:trace>
  <inkml:trace contextRef="#ctx0" brushRef="#br0" timeOffset="27026.21">14256 4129 76 0,'0'0'85'0,"-2"7"7"16,2-7 11-16,0 0-1 0,0 0-2 0,0 0 17 15,0 0-4-15,0 0 7 0,0 0-2 0,0 0-4 16,0 0-4-16,0 0-4 0,0 0-7 0,0 0-4 16,0 0-6-16,0 0-2 0,0 0-12 0,0 0-14 15,11-21-2-15,-6 17-5 0,-1-1-5 0,1-1-6 16,1 1 1-16,-1-3-4 0,1 0-1 0,-1 2 1 16,2-1-5-16,-2 1 2 0,-1-1 0 0,1 3-2 15,-1-2-1-15,0 1-1 0,-4 5 2 0,7-8-4 16,-7 8 1-16,5-9 0 0,-5 9 1 0,4-5-2 15,-4 5 3-15,4-5-5 0,-4 5 2 0,0 0 3 16,2-7-1-16,-2 7-9 0,0 0-1 0,0 0-3 16,3-6-3-16,-3 6-1 0,0 0 1 0,0 0-3 15,0 0 5-15,0 0-10 0,0 0 4 0,0 0-5 16,0 0 2-16,0 0-4 0,0 0-3 0,0 0 2 16,0 0-3-16,0 0 1 0,7-2-1 0,-7 2-2 15,0 0 3-15,0 0-1 0,0 0-2 0,0 0 0 16,0 0 1-16,0 0-1 0,0 0-1 0,0 0-1 15,0 0 2-15,0 0-3 0,0 0 3 0,0 0 2 16,0 0-3-16,0 0 1 0,0 0 1 0,0 0-1 16,0 0 1-16,0 0-3 0,0 0 2 0,0 0-1 15,0 0 1-15,0 0-1 0,0 0 0 0,0 0-3 16,0 0 3-16,0 0-1 0,0 0 3 0,0 0-2 16,0 0 0-16,0 0-2 0,0 0 1 0,0 0-3 15,0 0 5-15,0 0-2 0,0 0 0 0,0 0 2 16,0 0 0-16,0 0 0 0,0 0-1 0,0 0 0 15,0 0 4-15,0 0 0 0,0 0 0 0,0 0 2 16,0 0-2-16,0 0-2 0,0 0 2 0,0 0 6 16,0 0 0-16,0-11-10 0,0 11 2 0,0 0-3 15,1-10-1-15,0 4 0 0,-1 6 1 0,2-10-2 16,1 2-1-16,-1-1 1 0,1-1-2 0,-3-1-1 16,3 1 0-16,-3 1 0 0,0-2-1 0,1 1 2 15,-1-1-1-15,0 1 3 0,0 0 0 0,0 0-1 16,0 10-1-16,0-12 0 0,0 12 1 0,0-11 0 15,0 11 2-15,-1-6 6 0,1 6-5 0,0 0 3 16,0-10-5-16,0 10 2 0,0 0-2 0,0 0-2 16,0 0 6-16,0 0-7 0,0 0-3 0,0 0-1 15,0 0 0-15,0 0 1 0,0 0 0 0,0 0 0 16,-8 22 9-16,8-11-5 0,-4 0 2 0,3 0-3 16,-1 6 2-16,2-1-2 0,-3-4 6 0,3 1-5 15,0 1 6-15,0 4 0 0,3-5-1 0,-2-2-1 16,1 1 1-16,2 1-1 0,1-2 5 0,1 0 1 15,0 0-6-15,1 0-11 0,4 0-10 0,-4-4-26 16,0 0-21-16,2 2-29 0,0-4-41 0,2-2-31 16,3 1-43-16,-5-2-122 0,4-2-363 0,-2-2 162 15</inkml:trace>
  <inkml:trace contextRef="#ctx0" brushRef="#br0" timeOffset="27214.57">14342 3567 15 0,'0'0'80'0,"-2"-4"-26"0,2 4-33 15,0 0-25-15,0 0-24 0,0 0-30 0,12-8 14 16</inkml:trace>
  <inkml:trace contextRef="#ctx0" brushRef="#br0" timeOffset="27544.31">14629 3483 33 0,'20'5'149'0,"-11"-1"-6"0,0 2-9 16,2 2 12-16,-3 1-9 0,2 5-12 0,-1 0-4 16,-1 3-11-16,-4 1-12 0,0 2-6 0,-1-3-6 15,0 1-5-15,-6 0-7 0,2-1 8 0,-1 0-15 16,-2-4-3-16,2-2-2 0,-1 5 3 16,-1-4 0-16,-1-4 2 0,3-3 1 0,-1 0 7 15,3-5 2-15,-4 9 5 0,4-9 2 0,0 0-1 16,-4 7 0-16,4-7-6 0,0 0 2 0,0 7-4 15,0-7-15-15,0 0-4 0,0 0-8 0,0 0-8 0,0 0-3 16,0 0-10-16,13 1-14 0,-1-2-15 16,3-1-20-16,4-1-31 0,1 1-32 0,6-1-42 15,7 1-39-15,0-1-42 0,0-1-193 0,-7 4-433 16,3-2 191-16</inkml:trace>
  <inkml:trace contextRef="#ctx0" brushRef="#br0" timeOffset="28199.21">15316 3908 90 0,'0'-13'217'0,"0"13"-4"16,-4-12-6-16,0 4-11 0,1 3-10 0,-3 0-8 15,6 5-13-15,-12-12-5 0,5 11-21 0,0-3-8 16,-3 2-21-16,1 1-10 0,9 1-11 0,-21 2-5 0,8 1-10 15,2 0-11-15,-2 6-10 0,1-2-3 16,0 3-10-16,-1 0 0 0,0 6-6 0,5-4-1 16,-2 1-3-16,3-1-6 0,4-1 6 0,-1 2-7 15,2-2-6-15,2 0-1 0,0 0-7 0,1 0-1 16,1 0-8-16,2-2-2 0,1 0-6 0,-1-5 2 16,0 3-3-16,7-1-2 0,-3 0 1 0,2-2-2 15,1-2 1-15,-2-1 2 0,1-1 1 0,1 0 0 16,-11 0-2-16,17-7 2 0,-6 1 1 0,0-1 0 15,-3-2-2-15,-1-3 5 0,2-2-2 0,0-1 0 16,-4-2 2-16,0 1-2 0,-2-4 1 0,-1-5 0 16,1-3 2-16,-2 4 2 0,0-2 1 0,-1-2 1 15,0 4-1-15,-1-1 4 0,0-1 1 0,-2 6 0 16,2 1 6-16,-1-2 3 0,-1 4 12 0,2 0-12 16,-2 3 6-16,0 3 4 0,1 0 4 0,1 1 3 15,1 3 0-15,0 7-3 0,-2-9-5 0,2 9-3 16,2-9-4-16,-2 9-6 0,0 0-4 0,0 0 5 15,0 0-9-15,0 0 2 0,0 0-6 0,1 26 2 16,1-8 2-16,1 7-2 0,0 4 2 0,-2-1-1 16,2 1 4-16,-3 3 2 0,1-3 7 0,0 1-9 15,0 2-1-15,-1-3-3 0,3-2-6 0,-1 0-16 16,-2 0-13-16,4-1-27 0,-3 2-52 0,-2 0-18 16,4-4-48-16,-1-4-38 0,0 5-158 0,-2-8-406 15,0-2 181-15</inkml:trace>
  <inkml:trace contextRef="#ctx0" brushRef="#br0" timeOffset="29111.34">16108 3552 90 0,'0'0'170'16,"-1"-9"-11"-16,1 9-4 0,0 0-15 0,-2-9-15 15,2 9-11-15,0 0-16 0,0 0-5 0,0 0-13 16,0 0-2-16,-16 15-6 0,9-4-5 0,-1 3 3 16,-4 3 1-16,1 1-3 0,-3 5-5 0,-5 2-3 15,2 0-4-15,0-2-4 0,0 2-3 0,3-3-6 16,-2 0-4-16,5 0-1 0,0-7-2 0,0 1-5 15,1-1-2-15,-1-1 0 0,1 0-3 16,-1-1-3-16,0-1-3 0,1 0 0 0,1-2-4 0,0-3 1 16,-2 1 0-16,1-2 0 0,1 2-6 0,-4-4 3 15,5-1-1-15,1-1 0 0,-1-1-3 0,8-1-1 16,-11-3 0-16,4-1-1 0,2-1-5 0,0 0 3 16,-3-4-6-16,4-8-8 0,1 2-9 0,0-1 2 15,2-1 4-15,2-2 3 0,-1 2-3 0,3 2 2 16,0-3-3-16,5 4 4 0,-5 2 2 0,2 1 6 15,-3 2-4-15,2 0 5 0,0 1 2 16,0 3-3-16,-4 5-5 0,9-7 2 0,-4 6-2 16,-5 1-1-16,11 0 4 0,-3 3 1 0,1 4 2 0,0 0 3 15,1 5 1-15,4-2 0 0,-2 5 2 0,-2 0 4 16,1-3 1-16,0 4 0 0,0-4-4 0,2 1 1 16,-3 1 1-16,3 0-1 0,0-1-2 0,2-1 3 15,-2-1-22-15,-2 0-19 0,2 2-32 0,-1-6-41 16,0 3-30-16,2 0-23 0,-3-2-31 0,0 0-100 15,1-2-310-15,-3-2 138 0</inkml:trace>
  <inkml:trace contextRef="#ctx0" brushRef="#br0" timeOffset="29263.18">16213 4014 99 0,'9'1'191'0,"-9"-1"-13"16,0 0-13-16,0 0-14 0,0 0-15 0,0 0-16 0,0 0-25 15,0 0-28-15,0 0-48 0,0 0-33 0,13 0-32 16,-13 0-45-16,4 5-88 0,-4-5-193 0,0 0 85 16</inkml:trace>
  <inkml:trace contextRef="#ctx0" brushRef="#br0" timeOffset="30241.86">9927 6877 69 0,'0'0'98'0,"-9"1"8"0,9-1 0 0,0 0-5 16,0 0 7-16,-12 1 8 0,12-1-2 16,0 0 0-16,0 0 3 0,-11 0-4 0,11 0-3 15,0 0-3-15,0 0-3 0,0 0-5 0,0 0-6 16,0 0-11-16,0 0-6 0,0 0 0 0,0 0-14 16,0 0-1-16,0 0-8 0,41-7-3 0,-22 3-3 15,8 3-7-15,4-3-7 0,-1-2-16 0,1 3-28 16,0-1-35-16,2 4-35 0,-5-3-25 0,0 2-27 15,-1 2-30-15,-5 0-126 0,-4 1-313 0,1 1 139 0</inkml:trace>
  <inkml:trace contextRef="#ctx0" brushRef="#br0" timeOffset="30436.15">9918 7128 163 0,'-6'3'162'16,"6"-3"-9"-16,-8 1-9 0,8-1-12 0,0 0-11 0,0 0-16 16,0 0-9-16,27-1-4 0,-7-2-13 0,2 0-9 15,11-3-19-15,0 0-18 0,2 2-35 0,1-2-39 16,1 2-34-16,1-2-23 0,-3 2-100 16,0 1-214-16,1-1 95 0</inkml:trace>
  <inkml:trace contextRef="#ctx0" brushRef="#br0" timeOffset="37051.85">11981 6027 81 0,'0'-7'199'16,"0"7"-6"-16,-3-14-5 0,3 14-10 0,-1-11 7 15,1 11-14-15,-1-9-12 0,1 9-14 0,0 0-14 16,-2-9-16-16,2 9-12 0,0 0-12 0,0 0-12 16,0 0-5-16,0 0-10 0,0 0-6 0,0 0-7 15,0 0-6-15,9 20 1 0,-6-3-6 0,0-2-1 16,0 3-5-16,2 7-2 0,-1 0 1 0,0-1-4 16,-1 4 1-16,-1-3 2 0,0 3-2 0,1-2 1 15,1-3-4-15,-6 4-6 0,4-8-2 0,0 6 1 16,0-5 0-16,-2 1-1 0,2 2 4 0,-2-3-8 15,0-5-2-15,3 4-2 0,-3-2 1 0,0 0-5 16,3-2 0-16,-1 1-1 0,0-4 0 0,0 0-11 16,-1 0-16-16,2-2-27 0,-2 0-20 0,3-1-20 15,-2 2-24-15,0-5-29 0,-1 0-13 0,2 0-35 16,-3-6-159-16,2 7-377 0,-2-7 167 0</inkml:trace>
  <inkml:trace contextRef="#ctx0" brushRef="#br0" timeOffset="37286.15">11578 6815 50 0,'0'0'156'0,"0"0"0"15,21 10 4-15,-1-10-6 0,12-1-3 0,9 0-7 16,19-7-7-16,-2 4-11 0,31-8-9 0,-30 5-12 15,6-3-10-15,-4 2-13 0,-2 4-6 0,-3-2-14 16,-5 5-18-16,-15-1-29 0,0-2-33 0,-5 8-28 16,1-2-31-16,-5 0-24 0,-7 3-22 0,-2 1-23 15,-2 1-75-15,-9 1-237 0,-1 0 106 0</inkml:trace>
  <inkml:trace contextRef="#ctx0" brushRef="#br0" timeOffset="37684.18">11805 7256 62 0,'0'0'202'0,"0"0"1"0,0 0-9 0,0 0-5 16,28-6-13-16,-17 6-15 0,1 0-17 0,0 2-9 15,-2 0-16-15,3 2-9 0,-4 3-10 0,1 1-9 16,0-2-6-16,-1 2-14 0,-2 1-4 0,-2 1-4 15,-1 2-11-15,-2-1 0 0,-2 6 3 16,-2-5-13-16,0 3-3 0,-6-1-4 0,-4-1-2 0,1 1-3 16,-3-1-3-16,-2 1-5 0,-2-5-2 0,-1 2-1 15,0-5-2-15,-8 5-3 0,9-4 0 0,0-3-2 16,-2 0-4-16,7-2 4 0,2-2-2 0,-2 0-3 16,5 1 1-16,8-1 3 0,-14-1-5 0,14 1-1 15,-11-4-2-15,11 4-1 0,-5-2-1 0,5 2-1 0,0 0 0 16,0 0 0-16,0 0-3 0,0 0 2 15,18-8 1-15,-18 8 2 0,19 1-2 0,-9 0 5 16,3 1-3-16,3 1 8 0,3 2-5 0,-8-2-3 16,8 2 1-16,-6 0 4 0,-1-1-5 0,6 5 1 15,-5-3-12-15,4 0-13 0,-5-1-42 0,-1 1-44 0,0 2-36 16,2-1-41-16,-3-3-188 0,-4 0-402 16,4 1 178-16</inkml:trace>
  <inkml:trace contextRef="#ctx0" brushRef="#br0" timeOffset="37929.61">12190 7323 2185 0,'8'-17'143'0,"-3"0"-33"16,-1 6-14-16,1 0-29 0,0 2-20 0,-5 5-18 16,4-3-7-16,-4 7-9 0,3-6-1 0,-3 6 5 0,0 0 12 15,8-2 14-15,-8 2 10 0,7 13 2 16,-2-4-3-16,-2 4-3 0,3 2 0 0,-2 0-10 15,1 1 3-15,-1 2-7 0,-2-2-1 0,0 1-6 16,0 2 2-16,-2-3-4 0,3 0-3 0,-2 0-4 0,0 0-9 16,0-5-20-16,3 1-18 0,-4 0-25 0,3-1-29 15,-4 2-39-15,-1-4-43 0,2 2-26 0,0-2-38 16,-4-2-186-16,4-7-448 0,0 0 199 0</inkml:trace>
  <inkml:trace contextRef="#ctx0" brushRef="#br0" timeOffset="38140.71">12392 7297 133 0,'0'0'229'0,"5"-8"-24"0,-5 8-21 0,0 0-10 16,0 0-9-16,0 0 2 0,0 0-6 0,0 0 1 16,11 14-16-16,-9-3-4 0,2 0-19 0,-1 5-8 15,-2-2-14-15,4 4-7 0,-5-1-11 16,0-1-7-16,0-3-9 0,5 0-6 0,-5 3-6 15,0-3-27-15,0-2-28 0,1 2-32 0,-1-3-37 0,0 2-41 16,0-12-46-16,2 20-36 0,-4-12-160 0,2-8-382 16,-6 9 169-16</inkml:trace>
  <inkml:trace contextRef="#ctx0" brushRef="#br0" timeOffset="38304.99">12199 7306 20 0,'9'-6'196'0,"9"2"-16"0,3-3-22 0,10-1-11 0,0 1-18 15,7-2-26-15,-2 4-36 0,0-1-52 0,20-7-61 16,-6 6-116-16,-15-4-175 0,2-2 78 0</inkml:trace>
  <inkml:trace contextRef="#ctx0" brushRef="#br0" timeOffset="38898.15">13647 6292 60 0,'-4'-10'219'0,"4"-2"-9"0,-2 2-13 15,-2 1-8-15,-1 1-7 0,3 3-6 0,-3-1-15 16,5 6-12-16,-3-8-13 0,3 8-19 0,-4-6-12 0,4 6-13 15,0 0-7-15,0 0-11 0,0 0-8 0,-7 20-7 16,5-1-5-16,-2 6-2 0,4 6-4 0,-4 5 12 16,2 12-4-16,1 1-5 0,1 1-8 15,-3 2-1-15,6-3-5 0,-3 3-4 0,3 1 0 0,-1 2-1 16,0 2-1-16,2-3-4 0,1 0-1 0,-1-1-1 16,1 0-4-16,2-2 3 0,-3-1-5 15,3-2-1-15,-5-15-4 0,2 4 1 0,1-4 0 0,-1 1-5 16,4-1 1-16,-6-2 0 0,2 0-6 15,0-5-20-15,-2 2-19 0,1 0-31 0,-1-1-26 0,-2 2-48 16,-4 0-9-16,1-2-25 0,-3 1-34 0,-1-4-163 16,-4-6-400-16,-2 4 176 0</inkml:trace>
  <inkml:trace contextRef="#ctx0" brushRef="#br0" timeOffset="40660.37">13769 7961 5 0,'0'0'121'0,"0"0"-3"16,0 0-2-16,4-6 2 0,-4 6-5 0,0 0 7 15,0 0-9-15,0 0-1 0,0 0-1 0,2-6 8 16,-2 6-13-16,0 0-8 0,0 0-4 0,0 0-2 15,0 0-3-15,0 0 1 0,0 0-14 0,0 0-3 16,0 0-4-16,0 0 2 0,0 0-10 0,0 0-5 16,0 0-2-16,0 0-7 0,0 0-7 0,0 0 3 15,0 0-12-15,0 0-3 0,0 0-4 0,0 0-1 16,0 0 3-16,0 0-8 0,0 0-1 0,0 0-1 16,0 0 0-16,0 0-3 0,0 0-1 0,0 0-1 15,0 0-2-15,0 0 1 0,-17 16 0 16,17-16-5-16,-4 8 3 0,3-2-1 0,1-6-2 0,-7 11 0 15,7-6 0-15,-2 2 0 0,2-7 0 0,-2 13 0 16,0-8 0-16,2-5-1 0,-5 13 5 0,5-7-4 16,0-6 3-16,-2 12-5 0,0-7-2 0,2-5 3 15,-2 11 2-15,2-11 0 0,0 12 2 0,2-6-4 16,-2-6 2-16,4 10 0 0,-2-5-1 0,1 0 0 0,-3-5 2 16,6 9-2-16,-2-6 3 0,2-1-1 15,0 2-2-15,3-3 3 0,0 1 0 0,2 0-1 16,-4 1 1-16,-7-3-3 0,16-2 3 0,-5 2-1 15,-2 0 1-15,-3-3 0 0,6 1 1 0,-1-2-4 0,-2 1 3 16,2-1 1-16,-4-2 3 0,0 3-2 0,-1-2 0 16,0 1 0-16,-2-2 4 0,2-2-2 0,-2 1 1 15,-1 1-3-15,-1-1 3 0,0-2 0 16,-4-1 0-16,2 1-3 0,-2 0-1 0,-2 0 0 16,-1 0 0-16,1-2 1 0,-1 3 1 0,0 1 3 0,-2 0-1 15,1-1 0-15,-1 3-2 0,-1-1 1 16,0 1 0-16,2 2-3 0,-1-1-1 0,1 1-2 15,6 3-1-15,-17-2 0 0,7 2-2 0,10 0-3 16,-15 2-7-16,7 0-10 0,-1 2-13 0,0-2-22 0,2 0-27 16,0 3-32-16,1-2-45 0,2 1-40 0,4-4-182 15,-12 7-409-15,10-4 181 0</inkml:trace>
  <inkml:trace contextRef="#ctx0" brushRef="#br0" timeOffset="41965.23">13766 5557 30 0,'-6'-8'194'0,"4"2"-11"0,2 6-4 0,-4-8-5 16,4 8-2-16,-6-8-6 0,6 8-7 0,0 0-11 16,0-8-13-16,0 8-13 0,0 0-15 0,0 0-12 15,8-5-3-15,-8 5-9 0,11-3-11 0,-3 2-2 0,2 2-4 16,3 2-13-16,-4-1-2 0,3 1-7 15,-2 3-4-15,1 0-3 0,-3 1-6 0,2 1 3 16,-5 0-6-16,3 2-4 0,-4 1 1 0,0 1-4 16,-2-1-4-16,-2 5 0 0,-2-1 4 0,-5 1-6 15,4-5 4-15,-3 5-4 0,-3-2-4 0,1 0 0 0,-4 0-3 16,3-1 2-16,0 1-13 0,0-5-20 16,0 1-17-16,2 0-27 0,1-2-28 0,-4-3-32 15,6 1-28-15,-1-2-37 0,1 2-155 0,-2-3-375 16,6-3 167-16</inkml:trace>
  <inkml:trace contextRef="#ctx0" brushRef="#br0" timeOffset="42228.09">13998 5532 172 0,'3'-7'233'0,"-3"7"-18"0,0 0-16 15,2-7-24-15,-2 7-16 0,0 0-7 0,0 0 0 16,0 0 1-16,6 20-4 0,-4-8-5 0,0-1-12 16,-1 5-8-16,1 2-3 0,0-1-10 0,-2 2-8 15,0 0-11-15,0 0-6 0,4-2-15 0,-4 2-2 0,2-2-10 16,-1 0-4-16,1 0-6 0,1-3-14 16,-1-2-30-16,-2-1-19 0,0 2-20 0,0-1-39 15,0-3-33-15,0 1-41 0,0-4-34 0,0-6-30 16,-2 14-165-16,-1-7-405 0,3-7 180 0</inkml:trace>
  <inkml:trace contextRef="#ctx0" brushRef="#br0" timeOffset="42391.31">13838 5499 56 0,'2'-10'146'0,"-2"10"-15"0,17-7-2 15,1 0-23-15,10-2-13 0,9 0-18 16,14-3-25-16,5-1-47 0,3 4-44 0,-5-1-84 16,2 2-136-16,2-5 61 0</inkml:trace>
  <inkml:trace contextRef="#ctx0" brushRef="#br0" timeOffset="50552.35">22766 5888 37 0,'-6'-6'169'0,"6"6"0"16,-5-6-3-16,5 6-6 0,-4-5-4 15,4 5-3-15,0 0 4 0,-3-5-12 0,3 5-10 16,0 0-14-16,-7-6-8 0,7 6-10 0,0 0-13 0,0 0-8 16,0 0-10-16,0 0-1 0,0 0-11 15,0 0-2-15,0 0-9 0,16-3-4 0,-16 3 3 0,15 3-6 16,-2 1-5-16,-4 1-4 0,1 0-3 0,1 0-1 16,1 2-3-16,-1 2-3 0,0-2-2 15,-4 3 0-15,2-1 1 0,-2 1-2 0,-2 0-4 0,-1-1 2 16,-1 2-2-16,1 1-1 0,-4 1-1 15,-1-3-1-15,0 2-1 0,-3-2-3 0,0 0 0 16,0 3 1-16,-2-3-1 0,-2 0 2 0,3-1 2 16,-3 0-17-16,2 1-26 0,-4-3-25 0,2-1-32 15,-1 1-26-15,1-1-37 0,2-3-24 0,0 0-28 0,-1-1-134 16,7-2-363-16,-15 2 160 0</inkml:trace>
  <inkml:trace contextRef="#ctx0" brushRef="#br0" timeOffset="50791.25">22965 5871 218 0,'2'-4'229'0,"1"-3"-3"0,-3 7-16 16,5-7-21-16,-5 7-18 0,3-4-18 16,-3 4-18-16,0 0-11 0,0 0-5 0,0 0 8 0,7 12-7 15,-5-2-8-15,-2 1-8 0,1 2-10 0,0-1-9 16,-1 4-2-16,-1-1-10 0,1 1-4 0,-1 0-10 15,1 0-5-15,-2 0-4 0,0 0-2 0,1 0-6 16,1 1-3-16,-2-4-22 0,1 0-25 0,1-1-29 16,-1-2-32-16,-1 2-31 0,1-4-35 0,1 1-42 15,-1-3-38-15,1-6-154 0,0 0-398 0,-5 13 176 16</inkml:trace>
  <inkml:trace contextRef="#ctx0" brushRef="#br0" timeOffset="50957.32">22723 5823 98 0,'22'-5'93'16,"-3"3"-27"-16,15 0-30 0,3 1-34 0,19-2-52 15,0 1-53-15,7-4 24 0</inkml:trace>
  <inkml:trace contextRef="#ctx0" brushRef="#br0" timeOffset="52346.42">23567 4973 48 0,'0'0'133'0,"-4"-5"-8"0,4 5-19 15,0 0-9-15,0 0-7 0,0 0-12 0,0 0-7 0,0 0-7 16,0 0-7-16,-8 14 6 0,6-8-11 0,-3 5 0 16,-3 0 1-16,2 3-5 0,1 2 4 0,-3 3-9 15,-1 6 0-15,3-1 6 0,-1 0-7 16,2 1 11-16,-1 0-8 0,-1 3-8 0,2-3 2 16,1 3-5-16,3-3 7 0,-2 4-7 0,2 0 5 0,0-3 0 15,1 4 0-15,-1 2 1 0,1 0 0 0,1 1 2 16,0 1-4-16,0 0 1 0,3 10-6 0,-1-9 1 15,0-3-1-15,-2-1-1 0,1-2-5 0,3 0-1 16,-1-1-5-16,-3-4-2 0,3 2 5 0,-2-7-5 16,-1 0 2-16,-1-2-5 0,1 1 2 0,-2-2 0 15,0-2-3-15,-2 1-1 0,-2 0 3 0,1-4-1 16,-5 5-1-16,-1-3-8 0,1 1 3 0,-5-1-7 16,4-5-3-16,-1 0-17 0,-1-3-26 0,3-1-22 15,0-1-48-15,9-3-29 0,-16 0-46 0,16 0-119 16,-11-6-330-16,11 6 146 0</inkml:trace>
  <inkml:trace contextRef="#ctx0" brushRef="#br0" timeOffset="52963.09">23820 4383 87 0,'4'-9'153'0,"-4"9"-3"0,0 0-17 0,1-13 11 0,-1 13-6 16,0 0-17-16,1-6-4 0,-1 6-12 0,0 0-14 15,0 0-10-15,4-6-13 0,-4 6-3 16,0 0-6-16,0 0-7 0,0 0-9 0,0 0-5 16,12 15-2-16,-10-10 1 0,1 2-8 0,1 2 0 15,1 1-2-15,-3 0-4 0,-1 0-1 0,-1 0-1 0,0 1-3 16,-2-1 2-16,-2 0-1 0,-1 1-4 16,-1-1 0-16,-2-2 0 0,-5 3 1 0,-1-1-2 0,4-2-2 15,-7-3-4-15,2 3 6 0,-4-4-8 0,6-1 3 16,0 0 3-16,2-2-5 0,-1 0 3 15,3-1 1-15,9 0-3 0,-13 2 0 0,13-2-1 0,-10 0-5 16,10 0 0-16,0 0 6 0,0 0-12 0,0 0 0 16,0 0 3-16,0 0-3 0,0 0 1 0,0 0-3 15,0 0 3-15,0 0-3 0,17 12 6 16,-7-5 3-16,3-1 0 0,0 3-1 0,1 1-1 16,0 3-1-16,-1-1-12 0,3-1-35 0,1 0-24 0,-1-1-43 15,2 0-37-15,0 2-134 0,-3-1-309 0,2-3 137 16</inkml:trace>
  <inkml:trace contextRef="#ctx0" brushRef="#br0" timeOffset="53192.01">24095 4400 168 0,'5'-5'205'0,"-1"-1"-18"0,-2 2-21 0,-2 4-16 15,5-7-22-15,-5 7-6 0,0 0-13 16,0 0-7-16,18 14-10 0,-13-4-12 0,0 2-7 0,2 1-5 16,-3 5-6-16,1 1-3 0,-4-1-6 0,-1 6-6 15,1 0-15-15,-3-5-18 0,1-2-42 0,-2 2-24 16,0-3-36-16,1-1-27 0,-3 1-27 0,2-5-107 16,-2 2-270-16,0-8 120 0</inkml:trace>
  <inkml:trace contextRef="#ctx0" brushRef="#br0" timeOffset="53384.36">24246 4392 53 0,'2'-5'151'0,"-2"5"-21"0,6-5-3 16,-6 5-10-16,0 0-16 0,0 0-7 0,8 13-10 0,-5-6-16 15,-1 5 7-15,0 2-11 0,0 4 2 0,-2-1-8 16,0 2-8-16,1 7-6 0,-2-7-3 0,2 5-24 15,-2-6-19-15,2 0-30 0,-2-1-32 16,-1 0-40-16,-2-3-86 0,0-2-205 0,-3-3 90 16</inkml:trace>
  <inkml:trace contextRef="#ctx0" brushRef="#br0" timeOffset="53558.18">24285 4341 19 0,'13'-2'122'15,"7"-3"-8"-15,-2 3-18 0,1 2-37 0,0 1-29 16,1 1-40-16,-1 3-62 0,-1 1-78 0,7 5 35 16</inkml:trace>
  <inkml:trace contextRef="#ctx0" brushRef="#br0" timeOffset="53960.82">24350 5621 131 0,'0'0'218'0,"0"0"-2"16,0 0 0-16,20-19 2 0,-9 8-16 0,-3 1-15 15,2-2-14-15,3-3-9 0,-2-1-16 0,1 2-14 0,8-5-12 16,-8 3-15-16,-1-1-7 0,-1 0-8 16,7-4-2-16,-8 6-8 0,4-5-8 0,-3 4-6 0,-1 3-4 15,-3-2-1-15,-1 5-1 0,-2-1-1 0,-3 4-1 16,4 1-1-16,-4 6-9 0,2-10-5 15,-2 10-7-15,1-7-5 0,-1 7-5 0,0 0-9 0,0 0-1 16,0 0-1-16,0 0-1 0,0 0-2 0,-19 17 1 16,14-6-1-16,-4 0-4 0,4 1 1 0,0 0 1 15,0-2-5-15,2 1 3 0,1 0-4 0,1 0 0 16,-1-1 2-16,2-1-14 0,2-1-27 0,0 0-28 16,2 0-36-16,1 2-44 0,3-7-45 0,3 3-43 15,-2-1-228-15,3-3-493 0,-2 1 219 0</inkml:trace>
  <inkml:trace contextRef="#ctx0" brushRef="#br0" timeOffset="54121.35">24574 4988 92 0,'-1'-6'200'0,"-1"0"-19"16,2 6-30-16,-4-8-37 0,4 8-53 0,0 0-36 15,0 0-54-15,0 0-104 0,0 0-144 0,13-2 65 16</inkml:trace>
  <inkml:trace contextRef="#ctx0" brushRef="#br0" timeOffset="54399.03">24859 4849 160 0,'0'0'163'0,"0"0"-5"16,15 2-17-16,-9 3-9 0,-3 2-11 0,1 3-7 15,-1 2-8-15,-2 0-6 0,3 5-11 0,-4 0-8 16,0 1-3-16,-5-1-3 0,2-2-5 0,-1 0 8 16,-1-2 6-16,1-3-7 0,-2 2-11 0,2-5 3 15,0 2-4-15,2-3-4 0,2-6-5 0,-3 10-3 16,3-10-7-16,-4 7-3 0,4-7-5 0,-2 7-1 15,2-7-3-15,0 0-7 0,0 0-1 0,8 9-24 16,-1-9-21-16,6 0-31 0,5 0-42 0,11-3-38 16,7-1-29-16,1-3-175 0,-3 2-361 0,16-2 160 15</inkml:trace>
  <inkml:trace contextRef="#ctx0" brushRef="#br0" timeOffset="56943.3">25434 5415 184 0,'0'0'182'0,"0"-9"-8"0,0 9-11 0,-4-10-7 16,0 5-7-16,-3 0-9 0,0 1-14 15,-2-2-11-15,0 3-11 0,2-1-12 0,-3 1-11 0,-1 2-5 16,0 1-6-16,-1 1-8 0,-2 3-8 0,1-2-2 16,-2 4-14-16,2-2 0 0,2 2 0 0,-1-1-7 15,2 3-1-15,1-1 12 0,0 0-4 0,4-1-5 16,-3 2-4-16,6-1 0 0,-1-1-5 0,-1-1-4 16,2 1 0-16,2-6-3 0,-1 11 1 0,1-11 1 15,2 10-5-15,-2-10 1 0,5 8-5 0,-2-5 4 16,3 1-5-16,-6-4 2 0,14 2 0 0,-6-2-1 15,-8 0-1-15,14-2 0 0,-14 2 0 16,18-6 2-16,-10 2-3 0,-1-2 1 0,1-3 3 0,0 1 4 16,-1-6-2-16,2 0-2 0,0-3-1 0,-4-1 0 15,-1 1 3-15,3-2 1 0,-5-1 2 0,6-5 1 16,-5 0-2-16,4 1-1 0,-2-1 3 0,-1 1 5 16,0 6 4-16,-2 0 7 0,-2 3 5 0,0 2 4 15,4 2 2-15,-4 1 1 0,0 5-2 0,4-1-5 16,-2-1-5-16,-2 7-4 0,0 0-5 0,0-9-10 15,0 9 1-15,0 0-3 0,0 0 0 0,0 0-2 16,2 32 1-16,-2-15-4 0,-2 7 0 0,0 2 3 16,2 2-2-16,-6 0 0 0,4 1-3 0,0-1-6 15,-2 0-27-15,3-1-25 0,-2-1-19 0,2-1-40 16,-3-1-41-16,4-5-34 0,-4-2-30 0,4 2-29 16,-1-3-136-16,1 0-412 0,3-6 183 0</inkml:trace>
  <inkml:trace contextRef="#ctx0" brushRef="#br0" timeOffset="57290.18">25751 5241 106 0,'3'-4'193'0,"-3"4"-22"16,3-8-16-16,-3 8-12 0,0 0-4 0,0 0 1 15,0 0-9-15,0 0-6 0,-15 22-16 0,7-9-1 16,-6 2-10-16,3 1-9 0,-3 0-4 0,1 4-11 15,-1-6-5-15,1 0-4 0,-1-1-10 0,-1-1 1 16,2-3-10-16,2-1-1 0,1 0-3 0,-1-3-7 16,1 1-4-16,2-2-3 0,3-3-2 0,-3 2 0 15,8-3-6-15,-10 0-9 0,10 0-1 0,-11-4-6 16,11 4-1-16,-6-7-3 0,6 7 2 0,0-12-4 16,0 12-1-16,4-16 1 0,0 11 1 0,3-2 0 15,0 0-2-15,4 1 2 0,-4-1-2 0,2 3 3 16,0 1-6-16,-3 3 2 0,3-2-1 0,-9 2 3 15,14 0-1-15,-7 2 0 0,0 1 0 0,1-1 3 16,1 3 1-16,0 0 0 0,-2 2-1 0,4-1-17 16,0 4-32-16,0 0-39 0,4 0-32 0,-2 2-36 15,1-3-35-15,-1 3-106 0,-2-6-321 0,5 4 142 16</inkml:trace>
  <inkml:trace contextRef="#ctx0" brushRef="#br0" timeOffset="57450.64">26132 5357 173 0,'10'-7'163'15,"-5"2"-15"-15,-5 5-17 0,13-9-6 0,-4 5-19 16,-9 4-25-16,11-3-37 0,0 1-40 0,-11 2-30 16,16 1-25-16,-3 2-36 0,-5 2-49 0,1 1-146 0,-5 0 65 15</inkml:trace>
  <inkml:trace contextRef="#ctx0" brushRef="#br0" timeOffset="57568.2">26189 5463 39 0,'0'0'126'15,"-2"3"2"-15,2-3-8 0,0 0-8 0,0 0-12 16,0 0-13-16,25 0-28 0,-3-2-41 0,8-2-50 16,5 1-95-16,3-1-136 0,0-4 60 0</inkml:trace>
  <inkml:trace contextRef="#ctx0" brushRef="#br0" timeOffset="58101.78">27631 5074 146 0,'0'0'205'0,"0"0"-2"0,0 0-12 0,0-8-7 16,0 8-17-16,0 0-10 0,0 0-14 0,0 0-13 15,0 0-14-15,0 0-10 0,-4-10-11 0,4 10-9 16,0 0-12-16,0 0-8 0,0 0-6 0,0 0-6 15,-16 1-4-15,16-1-4 0,-12 9-7 0,2-5-1 16,1 4-3-16,-5 2-5 0,3 1-3 0,-5-2-3 16,3 2-2-16,1 1-1 0,1 2-2 0,1-2 0 15,-2 0-3-15,3-1 8 0,2 0-13 0,-1-3 3 16,2 2-2-16,2 1-2 0,1-3 3 0,1 1-2 0,-2 0-4 16,4 1 3-16,2-2-2 0,1-2 0 0,1 0 1 15,3 1 1-15,2-1 0 0,0 0-2 16,2-2 3-16,1-1-4 0,-4-1 0 0,5 0 3 15,2-1-3-15,-3-1 1 0,3-2 1 0,-2-3-2 16,1 0 1-16,0-2 0 0,-2 1-4 0,0-3-1 0,-4-1 1 16,6-3-2-16,-5-3 1 0,-3 0-1 15,3 0-3-15,-4-1 3 0,0 0-2 0,-3 2 0 16,0 1 2-16,-2 2-4 0,0-1-1 0,-2 2-3 16,-1 0-4-16,-3 3-13 0,-2-1-24 0,-4 4-19 15,-4 0-21-15,-12 1-25 0,0 3-26 0,-6 5-28 0,-2-1-33 16,-2 5-131-16,-12 3-357 0,12-1 158 15</inkml:trace>
  <inkml:trace contextRef="#ctx0" brushRef="#br0" timeOffset="58336.05">26252 5869 116 0,'92'2'157'0,"10"-2"-17"0,7-1-18 0,6-1-18 16,0-3-27-16,-3 2-5 0,2 0-36 0,-3 3-30 0,-11-3-40 15,-12 5-99-15,-29-5-144 0,-1 2 64 0</inkml:trace>
  <inkml:trace contextRef="#ctx0" brushRef="#br0" timeOffset="59483.65">22452 6456 62 0,'-26'-2'148'15,"6"-3"-11"-15,0-2 5 0,0 0-5 0,2-1-3 16,-5-5-7-16,5 1-16 0,-4-8-3 0,3-2-14 15,0-4-12-15,2-2-5 0,2-1-8 0,1-5-8 16,-3-13-2-16,3 1-3 0,0-2-10 0,5-4-6 16,0 1-5-16,0-5-3 0,-2-27-4 0,6 25 3 15,-3-27-3-15,3 27-3 0,0-24 0 0,1 26-8 16,1-24 0-16,3 25-3 0,3-3 0 0,1-1-9 16,2 1-4-16,2-2 1 0,5-21 3 0,-2 25-15 15,10-24-3-15,-2 25-3 0,11-23 6 0,-4 25-3 16,11-21-4-16,-5 21 6 0,15-15 2 0,-11 20-6 15,16-17 11-15,-8 21-5 0,18-13-3 0,-16 15 3 16,25-11 1-16,-21 15-6 0,30-11 8 0,-6 6 0 16,9 0 8-16,-1 9-6 0,2-2 0 0,6 5 4 15,1 3-16-15,6 0 8 0,0 6 0 0,9-4-4 16,1 6 14-16,10 2-6 0,5 0 4 0,6 3-8 16,5-1-5-16,2 3-2 0,7 6 8 0,3-3-2 15,4 2-7-15,1 7-1 0,-1-4-4 0,1 7-1 16,-2-4 6-16,-3 5-7 0,6 5 1 0,-7-1-6 15,0 4 6-15,-3 1 1 0,1 0 7 0,-3 5-4 16,-4-1-1-16,-5 5 1 0,-2-8 0 0,-6 11 4 16,-10-1-7-16,-7 0 1 0,-4 3 10 0,-1 5 5 15,-6-6 4-15,-7 6-14 0,0-1 8 0,-28-6-5 16,27 5 0-16,-30-4 6 0,3-4 2 0,1 7-1 16,-6 0 2-16,1 0 8 0,-4 3-7 0,-7-3 0 15,6 4 1-15,-5 1-1 0,-2 1 4 0,-1 2 2 16,-2 1-6-16,1 4 9 0,-5-1 0 0,-2-2-9 15,-5 0 13-15,-1 2 6 0,-5 2-13 0,-5 2-4 16,-1-1 2-16,-9 4 9 0,1-1-6 0,-8-10-2 16,0 12 6-16,-2-2-10 0,-2 1 5 0,-1-11-6 15,-3 11 11-15,-4 0-6 0,-1-1 5 0,-1 2-1 16,-5-2-6-16,0-1 4 0,-6-2 3 0,-4 1 9 16,3-1-2-16,-5 1-22 0,-1-4 16 0,-5 0-9 15,-3 1 5-15,-2-2 0 0,-4-2-3 0,-1 1-3 16,-5-2 5-16,-23 18 3 0,25-18-5 0,1-1 3 15,-1 2-1-15,0-3 3 0,-1-1 1 0,3 5-3 16,2-5 1-16,-4 1-4 0,3-1 4 0,-2-4 5 16,-2 2-10-16,3-3-1 0,-5 0 2 0,0 0 4 15,-4 1 2-15,-3-5-7 0,-27 8 2 0,25-14 6 16,-29 6 1-16,-2 0-11 0,0-6 1 0,-5-4 0 16,1-1 2-16,-1-3-3 0,-4-1 6 0,-2 0-3 15,-3-6-5-15,-4 2 4 0,-3-2 4 0,4 2-13 0,-1 2 6 16,1-1 4-16,0-2 0 0,-6 0 2 15,4 0-1-15,0-1 3 0,-2 2-1 0,2-2-2 16,2 4-3-16,-4-5-1 0,2 0 4 0,2 3-4 16,0-4 4-16,-3 0-3 0,2-3-2 0,0 3 6 0,4-1 1 15,-3 0-4-15,0-4 13 0,6 0-4 0,0 2 7 16,4-5-9-16,0 2 4 0,3-6 3 16,31 5-3-16,0-1-2 0,2-5-2 0,3 1 0 0,4-3-9 15,7 1-10-15,11-1-18 0,6-1-22 16,4-3-25-16,3-2-27 0,4 1-27 0,2 0-83 15,7 5-229-15,2-3 101 0</inkml:trace>
  <inkml:trace contextRef="#ctx0" brushRef="#br0" timeOffset="59655.56">23504 6283 2204 0,'9'-1'-85'0,"0"0"-25"16,-9 1-103-16,12-7-66 0,-12 7 25 0,5-4-273 15,-5 4 122-15</inkml:trace>
  <inkml:trace contextRef="#ctx0" brushRef="#br0" timeOffset="61835.78">15053 6599 76 0,'-11'-4'124'0,"11"4"1"0,-7-3-11 15,7 3 2-15,-9-5-9 0,9 5-4 16,-10-1-7-16,10 1 0 0,-10 0-17 0,10 0-2 15,-9-3-2-15,9 3-3 0,0 0-1 0,-11-1-7 16,11 1-4-16,0 0-6 0,0 0-5 0,-11-1-12 0,11 1 0 16,0 0-7-16,0 0 0 0,0 0-2 0,0 0 1 15,0 0-4-15,0 0-1 0,0 0-4 16,29-7-1-16,-11 3-7 0,1 1-19 0,3 0-14 16,0-1-21-16,7-3-22 0,0 2-18 0,0 2-25 0,-13 0-16 15,2 1-112-15,-8 0-252 0,1-1 112 0</inkml:trace>
  <inkml:trace contextRef="#ctx0" brushRef="#br0" timeOffset="62193.39">15119 6532 103 0,'-5'9'124'0,"4"-3"-8"15,-2 2-2-15,1 4-1 0,-1 3-6 0,2 2-4 16,1 1-4-16,-1 0-1 0,1 7-8 0,1-5-4 0,0 4-9 15,-1-3-3-15,3-4-13 0,-3 8-1 0,0-7-6 16,0-1-5-16,0 1-3 0,0-1-4 16,0-6-5-16,0 1 1 0,0-2-9 0,0 3-2 15,0-4 0-15,0-1-7 0,0 2 0 0,-3-2 1 16,3-8-1-16,-1 7-2 0,1-7-3 0,-4 7 0 0,4-7 0 16,-6 6-1-16,6-6-10 0,0 0 2 0,-14-1 3 15,14 1-1-15,-14-3-5 0,14 3 4 16,-15-2 0-16,9 1-2 0,6 1 5 0,-9-6 2 15,9 6 1-15,-7-3 6 0,7 3 1 0,0 0 4 0,-6-3-4 16,6 3-2-16,0 0 0 0,0 0-9 0,0 0 9 16,0 0-10-16,0 0 0 0,0 0-5 0,0 0-3 15,15-10-21-15,-15 10-21 0,25-7-29 16,-7 4-6-16,0 0-28 0,4-4-12 0,5 4-6 16,0-4-16-16,-6 4-109 0,-1-1-269 0,-2 0 120 0</inkml:trace>
  <inkml:trace contextRef="#ctx0" brushRef="#br0" timeOffset="62883.42">15366 6837 42 0,'10'0'118'0,"-10"0"-5"0,0 0 5 0,0 0-9 0,0 0 7 15,0 0 2-15,0 0-8 0,0 0-4 0,0 0-2 16,0 0-8-16,0 0 2 0,0 0-6 0,0 0 0 16,0 0-6-16,0 0-7 0,0 0-3 15,0 0-3-15,0 0-13 0,0 0-7 0,0 0-6 0,0 0-3 16,0 0-14-16,0 0 0 0,0 0-1 0,0 0-7 16,0 0-2-16,0 0 1 0,2 8-6 0,-2-8 3 15,1 6-5-15,-1-6-1 0,0 9 2 0,0-9-3 16,2 10-3-16,-2-10 2 0,3 12-3 0,-3-7-1 15,0-5 0-15,0 9 3 0,0-9-1 0,1 7 0 16,-1-7-2-16,0 0 1 0,0 0 0 0,-1 13-1 16,1-13-3-16,0 0 6 0,0 0 12 0,0 0-2 15,0 0 11-15,0 0 5 0,0 0 7 0,0 0-3 16,0 0-3-16,0 0-2 0,0 0-4 0,0 0-6 16,0 0 0-16,0 0 0 0,0 0-6 0,-5-30-2 15,5 21-2-15,5-1-2 0,-1 0-1 0,1-1-1 16,1 0-1-16,1 0 0 0,3 1-6 15,-4 0 0-15,3 1 3 0,0 2-5 0,0 2 0 0,-4 1-3 16,2 1-2-16,0 1 0 0,-7 2-1 0,15 2 0 16,-8-1 3-16,-1 1 1 0,-1 2-1 0,6 2 1 15,-5 1-1-15,-1 1-1 0,0-3 3 0,0 1 2 16,-2 1-1-16,1-2-2 0,-1 3 3 0,-3-8 0 0,3 8 0 16,-2-4 0-16,-1-4 1 0,0 9-2 15,0-9 4-15,0 0 1 0,0 0-1 0,-4 7-1 16,4-7 3-16,0 0 0 0,0 0 0 0,0 0-1 15,0 0 0-15,-16-13-2 0,16 13-4 0,-1-12 0 16,1 12-3-16,2-15-1 0,0 5-2 0,3-1-1 16,0 1-3-16,0-1 3 0,3 1-1 0,-2 2-1 15,2-1 3-15,-2 5 0 0,-1-1-2 0,0 2-4 16,0-1 2-16,-5 4-1 0,13-1 0 0,-13 1 2 16,12 1 0-16,-5 3 1 0,1-1 2 0,0 4-2 0,-2 2 5 15,0-2-1-15,0 1-3 0,-1 2 5 0,2 0-1 16,-3 0 0-16,0-1-3 0,0 1-32 15,-2 0-19-15,1 2-32 0,-2-2-33 0,1-2-42 16,-4 1-193-16,2-9-387 0,-6 15 171 0</inkml:trace>
  <inkml:trace contextRef="#ctx0" brushRef="#br0" timeOffset="63210.01">15625 6267 41 0,'18'-10'166'0,"1"3"10"16,-3-1-13-16,3 4-14 0,-5 4-14 0,0 0-13 16,-1 2-7-16,-2 1-8 0,1 4-12 0,-2-2-7 15,0 7-9-15,3 0-9 0,-9 0-5 16,2 0-6-16,-3 5-5 0,-2-1-1 0,-1-1 17 0,-1 1 11 15,0-4-18-15,-2 0 2 0,-1-3 3 0,0 1 2 16,2-1 0-16,-2-3-1 0,0 4-8 0,0-5-7 16,1 0-4-16,3-5-4 0,-4 9-6 0,4-9-5 15,-3 7 0-15,3-7-3 0,0 0-6 0,4 10-3 16,-4-10-4-16,13 7-5 0,-2-6-20 0,7 1-30 16,3-4-32-16,8-1-37 0,7 0-49 0,1-2-37 15,2 1-171-15,-3-4-391 0,1 2 173 0</inkml:trace>
  <inkml:trace contextRef="#ctx0" brushRef="#br0" timeOffset="63783.8">16437 6500 39 0,'0'0'220'0,"0"0"-10"0,0 0-13 0,-8-12-8 15,8 12-8-15,-7-2-15 0,7 2-14 0,-11 0-16 16,11 0-12-16,-17 4-11 0,8-1-9 0,-1 4-7 15,-1-1-11-15,1 1-8 0,1 1-11 0,1-1-6 16,3 1-7-16,1-2-3 0,0 2-6 0,3-1-3 16,0 3-5-16,1-10-1 0,4 19-7 0,1-12-1 15,0 2-4-15,5 0 0 0,2 2-4 0,0-1-3 16,3 0 3-16,-5-3-6 0,0 1-1 0,0 0-3 16,-1 1-1-16,1-2 3 0,-2 1-3 0,0 2 0 15,-2-3-4-15,0 1 3 0,-3-1-2 0,-1 0 0 16,0 0-2-16,-2-7 3 0,-4 12-4 0,1-3 2 15,-3-2-2-15,-2 0 2 0,-1-1-4 0,-2 0-11 16,2-1-15-16,-1 0-15 0,0-2-24 0,-1 1-28 16,4-2-30-16,0-1-26 0,7-1-27 0,-12 0-175 15,12 0-380-15,0 0 169 0</inkml:trace>
  <inkml:trace contextRef="#ctx0" brushRef="#br0" timeOffset="63982.12">16630 6613 94 0,'0'0'241'0,"8"-5"-16"16,-8 5-13-16,5-3-23 0,-5 3-20 0,0 0 1 15,0 0-23-15,0 0-6 0,11 10-13 0,-8-3-15 16,-2 3-8-16,0 0-9 0,1 3-10 0,-1 2-7 16,1 1-11-16,0-3-2 0,-5 2-5 0,2 2-10 15,-2-3-28-15,2 4-32 0,-2-4-28 0,1-2-39 16,1 1-48-16,-3-2-48 0,-1-2-169 0,-2 0-370 15,7-9 163-15</inkml:trace>
  <inkml:trace contextRef="#ctx0" brushRef="#br0" timeOffset="64358.95">16805 6767 226 0,'0'0'234'0,"8"-15"-1"0,-7 8-15 15,0-3-14-15,2-2-7 0,1 0-16 0,2-4-10 16,3 0-14-16,0 0-5 0,2 0-17 0,1 3-12 16,-1-2-12-16,3 4-11 0,-2 3-8 0,-2 0-8 15,0 2-8-15,2 3-9 0,-3 1-7 0,0 3-10 16,1 0-4-16,-1 3-1 0,-1 1-9 0,0 3 2 16,-2-2-8-16,0 3 1 0,-2 1-7 0,0 2-4 15,-2-2-23-15,-2 4-33 0,4-3-37 0,-4 0-41 16,-1 2-39-16,-2-4-44 0,2 2-231 0,-3 0-463 15,4-11 205-15</inkml:trace>
  <inkml:trace contextRef="#ctx0" brushRef="#br0" timeOffset="64636.23">17126 6212 2061 0,'10'-16'96'0,"-1"7"-10"0,-3-1-41 0,-1 6-40 16,1 0-2-16,-1 2 1 0,-5 2-1 0,11 0 2 0,-11 0 4 16,12 9 2-16,-7 1 0 0,-1-3 3 15,1 7-2-15,0 1-4 0,-3 1 4 0,-2 0-4 16,2 0 1-16,0 0 2 0,-2-6-3 0,1 0 3 16,-1-1 4-16,0 0 1 0,0-2 1 0,0-7-1 15,0 12-3-15,0-6 2 0,0-6 0 0,2 10-2 16,-2-10 2-16,4 8-4 0,0-5-17 0,3 0-20 15,1-1-31-15,2 0-33 0,9-2-43 0,3-3-22 16,0 2-26-16,6 1-141 0,-1-3-348 0,2 1 153 16</inkml:trace>
  <inkml:trace contextRef="#ctx0" brushRef="#br0" timeOffset="64983.25">17655 6375 34 0,'0'0'230'0,"0"0"-14"0,0 0-15 0,0 0-15 15,0 0-12-15,5 5-3 0,-5-5-3 0,-1 12 0 0,-4-2-6 16,-2 6-2-16,-1 1-7 0,-4 5-14 0,-5 3-4 16,3-1-15-16,-1 1-7 0,-1-3-13 15,-2-1-8-15,-1-2-7 0,3 1-5 0,-3-1-11 16,2-4-4-16,2-3-8 0,-7 3-2 0,5-7-7 0,2 2-6 16,-1-3 0-16,3-4-7 0,0 1-6 0,0-2-2 15,1-1-3-15,2-1 2 0,0 0-3 0,10 0-5 16,-11-5-1-16,4 0-6 0,3-3-1 15,-3 0-3-15,5-3 0 0,4 0-1 0,1-1-4 0,1-5 0 16,3 0 0-16,3 4 1 0,1-2-6 0,2 2 5 16,0 3-2-16,1-1 4 0,-2 5-1 0,0 0 1 15,0 1-1-15,-2 3-2 0,3 0-1 0,-3 5 2 16,0-2-1-16,2 3 0 0,-3 3 1 0,3 0 0 16,1 4 1-16,-1 0 3 0,3 0-6 15,-3 2 2-15,3 0-19 0,-1-1-28 0,0 1-42 0,-1 1-60 16,0-2-66-16,3 0-63 0,-3-3-185 0,2 1-498 15,-1-3 220-15</inkml:trace>
  <inkml:trace contextRef="#ctx0" brushRef="#br0" timeOffset="65482.07">18355 6646 267 0,'-1'-9'251'0,"-3"-3"0"0,0 4-3 0,0 0-1 15,-2 1-14-15,0-3-10 0,1 4-20 0,1 2-20 16,-2-1-19-16,6 5-16 0,-11-4-21 0,11 4-10 16,-11 0-14-16,2 3-11 0,-3 3-10 0,3 1-6 15,-1 1-11-15,-4 4-6 0,4 1-7 0,1-3-2 16,0 1-9-16,1 0-1 0,4-1-9 0,0 0 3 15,3 1-2-15,1 0-2 0,0-5-9 0,1 2 3 16,3-2-3-16,-1 0-3 0,2 0-6 0,0-2-1 16,1-1 6-16,-6-3 0 0,14 0-12 0,-6 0 1 15,-8 0-1-15,17-7-2 0,-11 1 3 0,2 0-1 16,-2-4 2-16,-1 1 1 0,0-2-6 0,1-5 7 16,-3 0-4-16,1-2-7 0,-2-8 3 0,1 2 3 15,0-1-1-15,-1-1 6 0,1-1 10 0,-2-2-3 16,2 1 5-16,-1 0 3 0,1 4 5 0,-3 5-3 15,3 2 21-15,-3 4 18 0,1 3 11 0,-1-1-5 16,1 6 1-16,-1 5-11 0,-1-10-9 0,1 10-4 16,0 0-11-16,0 0-5 0,0 0-6 0,0 0-1 15,4 29 1-15,-6-4-8 0,1 3 2 0,0 0-1 16,0 2-1-16,-1-1-3 0,2 0-2 0,0 0-3 16,0-1 6-16,2-1-9 0,-1 1-7 0,3-5-33 15,-3 4-40-15,0-10-42 0,3 8-40 0,-1-6-49 16,0-3-70-16,2 1-63 0,-2-4-227 0,1-1-611 15,0-3 270-15</inkml:trace>
  <inkml:trace contextRef="#ctx0" brushRef="#br0" timeOffset="65827.36">18766 6499 2537 0,'13'-13'177'15,"-5"-2"-53"-15,-1 5-61 0,-2 3-15 0,-3 2-13 16,3 0-15-16,-1 1 0 0,-4 4 11 0,0 0 14 15,0 0 19-15,0 0 13 0,-14 26 1 0,3-11-4 16,-7 6-1-16,0 2-9 0,-3 0-2 0,1-1-7 16,-1 4-3-16,0-4-3 0,0-3-3 0,-1-2-8 0,2-1 4 15,6-6-8-15,0 2-5 0,5-5-5 0,-1 0 4 16,-2-2-5-16,5-1-4 0,-1-1 1 16,0-1-2-16,8-2-5 0,-11 0-1 0,11 0-1 15,-9-5-6-15,6-1-3 0,3 6-5 0,-2-14-10 16,4 1 5-16,1 1 2 0,-1-3-1 0,5-1-1 0,2 2-1 15,1 2 2-15,3 1 5 0,1-2 0 16,0 6-1-16,-4 2 1 0,4 1-9 0,-1 1 3 16,1 3 5-16,-2 3 0 0,-2-2 3 0,6 6-12 0,-8-2 16 15,7 5-5-15,-2 2 6 0,-1 0-6 0,0 0 2 16,1 2 4-16,0 0-47 0,1-2-42 0,-1 1-54 16,0 1-65-16,-1-2-69 0,1 0-275 0,-1 0-592 15,-3-3 262-15</inkml:trace>
  <inkml:trace contextRef="#ctx0" brushRef="#br0" timeOffset="66524.27">9641 9151 70 0,'0'0'234'0,"-7"2"1"16,7-2-2-16,0 0-15 0,-6 5-15 15,6-5-10-15,0 0-16 0,0 0-18 0,0 0-17 16,0 0-9-16,0 0-16 0,0 0-7 0,24-5-14 15,-6 3-10-15,3-1-23 0,-1 2-24 0,10-1-37 0,-2-4-41 16,-5 6-43-16,-2 0-32 0,5 0-38 16,-6-2-27-16,-1 4-145 0,-7-2-351 0,1 0 155 15</inkml:trace>
  <inkml:trace contextRef="#ctx0" brushRef="#br0" timeOffset="66691.13">9712 9278 129 0,'-9'3'190'0,"4"-1"-2"0,5-2-1 16,-9 5-4-16,9-5-11 0,-9 2-7 0,9-2-10 16,0 0-12-16,0 0-14 0,0 0-8 0,0 0-14 15,41-3-8-15,-21 3-16 0,2-2-33 0,7-3-35 16,-1 3-51-16,1-1-48 0,0-1-56 0,-1-2-170 16,1 2-335-16,1 1 149 0</inkml:trace>
  <inkml:trace contextRef="#ctx0" brushRef="#br0" timeOffset="76068.23">12150 8777 59 0,'0'0'74'0,"0"0"-11"16,0 7-6-16,0-7-11 0,0 0 9 0,0 0-9 15,0 0-4-15,0 0 0 0,0 0-6 0,0 0 15 16,0 0-3-16,0 0-5 0,0 0-8 0,0 0 14 16,0 0-10-16,0 0-4 0,0 0 9 0,0 0 8 0,0 0-8 15,0 0 5-15,0 0-1 0,-8 9-5 0,8-9-6 16,0 0-3-16,0 0 0 0,0 0-11 15,0 0 1-15,0 0 5 0,0 0-1 0,-12 0-3 16,12 0 0-16,0 0-2 0,0 0 4 0,0 0-7 0,0 0 3 16,-10 0-8-16,10 0 4 0,0 0 0 0,0 0-1 15,-11 0-7-15,11 0-5 0,0 0 2 0,-11 0-7 16,11 0 12-16,0 0-4 0,-9 0 0 16,9 0-3-16,0 0 6 0,-11 3-3 0,11-3-11 0,0 0 11 15,0 0-2-15,-7 0 6 0,7 0 2 0,0 0-6 16,0 0-4-16,0 0 1 0,0 0 3 0,0 0 4 15,0 0-1-15,0 0 15 0,0 0 0 0,0 0 0 16,31-3-4-16,-12 1 0 0,2 1-2 0,7-7-1 16,1 3-4-16,0-4 0 0,0 5-2 0,-4-1-1 15,-5 1-12-15,0 1-15 0,-1 0-20 0,0 0-24 16,-5 2-23-16,-1 1-18 0,-3-2-17 0,1 2-23 16,-4 3-93-16,-7-3-251 0,10 3 111 0</inkml:trace>
  <inkml:trace contextRef="#ctx0" brushRef="#br0" timeOffset="77076">12241 8807 22 0,'0'0'189'0,"-8"0"-15"0,8 0-10 15,0 0-21-15,0 0-11 0,0 0-15 0,0 0-1 16,-3 11 0-16,3-1 5 0,-2 1-12 0,0 3 0 15,1 4-5-15,2 0-6 0,-2 2-2 0,1-1-9 16,0 0-8-16,0 2-2 0,0-3-5 0,0 1-10 16,-1-2-2-16,2 1-4 0,-1 0-7 0,0-5-3 15,1 2-3-15,1-5-5 0,-2 1-3 0,2 1-2 16,-4 0-4-16,4-1-3 0,-2-2-3 0,0-2-3 16,0-7 1-16,0 10-4 0,0-10-1 0,0 11-6 15,0-11 6-15,-2 7-5 0,2-7 2 0,0 0-3 0,-2 10-1 16,2-10 2-16,0 0-3 0,-5 7 3 15,1-4-5-15,4-3-6 0,-10 7-2 0,2-3-8 16,3-1-1-16,5-3-3 0,-11 3-4 0,4 1 4 16,0-3-1-16,7-1-1 0,-11 4-5 0,11-4 2 0,-14-1 1 15,8 3 3-15,6-2 1 0,-9 2 1 0,9-2 1 16,-11 1-3-16,11-1 4 0,-11 3-1 0,11-3 4 16,-7 0 1-16,7 0-2 0,0 0 0 15,-11 3 4-15,11-3-2 0,0 0 1 0,0 0-1 0,-7 2-3 16,7-2 8-16,0 0-1 0,0 0-5 0,0 0 7 15,0 0 5-15,0 0-3 0,31 2-3 0,-19-6 5 16,3 3-4-16,2-1-8 0,2-4-12 16,-1 1-9-16,3-1-32 0,-3 2-18 0,8-3-19 0,-5 2-6 15,-4 2-15-15,0-3-7 0,2 1-3 0,-3 0 1 16,-1 0-3-16,-2 2 11 0,-1-1 2 0,0 1 5 16,-1 0 15-16,-2-1 9 0,1 2 15 0,-4 0 24 15,3-1 14-15,-9 3 14 0,10-3 17 0,-4 1 16 16,-6 2 11-16,8-5 7 0,-8 5 7 0,9-3 9 15,-9 3 2-15,4-4-3 0,-4 4 9 0,0 0-3 16,0 0 2-16,0 0-2 0,13 5-3 0,-13-5 18 16,4 8 6-16,-4-8 3 0,2 10 6 0,0-6-6 15,-2-4 1-15,2 13 1 0,-1-7-6 0,-1-6 3 16,-1 13 1-16,1-7 4 0,0-6-4 0,0 11 0 16,0-11-6-16,0 10-1 0,0-10-1 0,-4 8 4 15,4-8 3-15,0 0 0 0,-2 6 6 0,2-6-1 16,0 0 4-16,0 0-7 0,0 0 4 0,0 0-22 15,-7 1-2-15,7-1-3 0,0 0-6 0,0 0-3 16,0 0-3-16,-10-17-2 0,9 12-7 0,1-6-6 16,0 11 0-16,1-18-2 0,0 8-2 0,4-2-3 15,-1 3-6-15,1-3-1 0,1 1-2 0,1 0-6 16,-1 2 1-16,2 1 2 0,-1-1-6 0,1 2 0 16,-2 4-1-16,4 0 1 0,-3 2 0 0,1 1 0 15,-8 0-2-15,19 4 0 0,-10 1-2 0,1 0 7 0,-2 1-6 16,1 2 1-16,-3 0-2 0,-2-4 4 15,4 5-2-15,-4-2 3 0,0-1-1 0,-1 4 0 16,-1-5 0-16,-2-5 4 0,2 8-5 0,1-5 2 16,-3-3 0-16,4 7 5 0,-4-7-2 0,0 0 5 0,2 6-2 15,-2-6-3-15,0 0 6 0,0 0-6 0,0 0 5 16,0 0-1-16,0 0-3 0,0 0 4 16,0 0-5-16,2-23 7 0,0 17-6 0,1-4 1 15,2 1-7-15,1-1-1 0,-2 1 0 0,3 1 0 0,-1-1 0 16,4 2-5-16,-3 1 0 0,-1-1 1 0,4 5 1 15,-4 0 0-15,-6 2-3 0,13-1 3 0,-13 1-3 16,17 5 2-16,-11-1-2 0,3 2 5 0,-2 2-3 16,2 0 3-16,-2 0-2 0,-3 1 1 0,1 1 2 15,1 1-2-15,-1 0 2 0,-2 0 5 0,1-2-1 16,0 2-15-16,-2-1-28 0,-2-1-32 0,2-2-44 16,-1 3-62-16,1-6-38 0,-2-4-233 0,0 13-486 15,0-13 215-15</inkml:trace>
  <inkml:trace contextRef="#ctx0" brushRef="#br0" timeOffset="77501.72">12852 8510 1 0,'4'-7'214'0,"6"-1"-4"0,-3 0-7 0,-1 0 5 0,3 3-20 16,1 2-13-16,1 0-17 0,2 0-14 0,-2 2-18 16,0 2-14-16,1 3-9 0,-1-4-8 0,0 5-14 15,-1 2-2-15,0 2-8 0,-5 0-4 0,1 2-10 16,-1 0-3-16,0 5-2 0,-3 2-6 0,-4-2-1 15,0-1-3-15,-4 2-6 0,0 0-1 0,-1-2 2 16,-3 1-3-16,0-3 0 0,3-2-4 0,1 0 0 16,-3 0-3-16,1-2 0 0,2 0-6 0,-1-1-4 15,1 2 1-15,2-4-1 0,-1 0-5 0,0-1 4 16,5-5-3-16,-4 8 2 0,4-8-5 0,-1 9 3 16,1-9 0-16,7 6 1 0,1-5-4 0,5-1 2 15,1 0-1-15,5-1-3 0,2-1 0 0,8-1-5 16,0-1-19-16,1-1-19 0,-1 1-31 0,-8 3-36 15,0-2-41-15,0-1-39 0,-2 3-57 0,-3 0-140 16,-3 1-409-16,-1 2 181 0</inkml:trace>
  <inkml:trace contextRef="#ctx0" brushRef="#br0" timeOffset="78410.12">12033 9846 88 0,'-14'-4'159'0,"9"2"-11"16,5 2-12-16,-13-1-15 0,4-1-13 16,2 0-11-16,7 2-4 0,-15-2-2 0,15 2-3 0,-14-1-4 15,14 1 1-15,-11-1-3 0,11 1-9 0,-12 1 0 16,12-1 0-16,0 0-8 0,-12 0 1 0,12 0-14 16,0 0 5-16,-8 4-2 0,8-4-4 0,0 0 0 15,-8 0-3-15,8 0-3 0,0 0-2 0,0 0-1 16,0 0-1-16,0 0-6 0,0 0-3 0,0 0 3 15,0 0-5-15,0 0-1 0,0 0-4 0,0 0-4 16,0 0 2-16,-10 1-3 0,10-1 0 0,0 0-5 16,0 0 0-16,0 0 6 0,0 0 10 0,0 0 12 15,23 5 3-15,-10-2 7 0,7-1-3 0,12 0-2 16,4-2-3-16,16-2 1 0,4 0-4 0,2-3 11 16,5 1-14-16,26-4 3 0,-25 6-4 0,1-2-4 15,27-4-2-15,-27 3-6 0,1 2 2 0,-1 0-5 16,0 0-1-16,0-1-7 0,-5 2 2 0,-6 0-2 15,-14 2-4-15,-1-1 1 0,-7 0-3 0,-1 1 4 16,-2 1-6-16,-11 0 2 0,2 1-4 0,-6-2 3 0,-1 0-2 16,0 2 2-16,-6-2-2 0,3 0 1 0,-10 0-2 15,11 1 2-15,-11-1-1 0,10 0 3 16,-10 0-4-16,8 2 4 0,-8-2 9 0,0 0-13 0,9 0 0 16,-9 0 0-16,0 0-3 0,0 0-5 0,0 0 7 15,8 2-1-15,-8-2-2 0,0 0 3 0,0 0-5 16,3 5 4-16,-3-5-1 0,0 0-3 15,0 0-4-15,2 7-8 0,-2-7-11 0,0 0-25 0,0 9-17 16,0-9-15-16,0 0-18 0,-7 7-29 0,7-7-23 16,-8 10-33-16,3-5-23 0,-2-2-30 0,-2 4-142 15,2-2-409-15,-4 1 181 0</inkml:trace>
  <inkml:trace contextRef="#ctx0" brushRef="#br0" timeOffset="82388.13">12103 10211 39 0,'2'-11'138'0,"-2"11"-12"0,1-8-8 15,-1 8-7-15,0 0-4 0,3-9-6 0,-3 9-2 16,0 0 2-16,2-6-5 0,-2 6 3 0,0 0-9 0,0-8-1 16,0 8 3-16,0 0-6 0,4-6-4 0,-4 6 0 15,0 0-7-15,0 0-2 0,0 0-5 0,0 0-3 16,0 0-6-16,0 0 0 0,0-11-8 16,0 11 3-16,0 0-7 0,0 0-2 0,0 0-3 0,0 0-7 15,0 0-6-15,0 0 2 0,0 0-3 0,0 0-7 16,0 0-4-16,0 0-3 0,0 0-1 0,0 0-1 15,0 0 2-15,0 0-5 0,0 0-1 0,0 0-1 16,1 29 3-16,1-18-1 0,-4 4-1 0,1 0 4 16,1 2 1-16,-4 1 6 0,0 0-2 0,-1 6 0 15,1-6-3-15,-2 0 5 0,-2 0-4 0,3-2 0 16,1 2-4-16,-3-2 3 0,1 0-6 0,-2 0 3 16,0-2 1-16,2-4-3 0,-1 3-1 0,2-5-4 15,-2 0 3-15,3-2 3 0,-1 3-5 0,1-5 1 16,1 2 4-16,3-6-1 0,-6 8-1 0,6-8 8 15,-8 5 2-15,8-5 4 0,-4 4 4 0,4-4-3 16,0 0 2-16,0 0-2 0,-11 0 0 0,11 0-5 16,0 0-1-16,0 0 6 0,0 0-6 0,-8-7-5 15,8 7-2-15,0 0 12 0,0 0-14 0,0 0 1 16,0 0-7-16,2-12 5 0,-2 12-4 0,0 0 1 16,11-6-2-16,-11 6 1 0,10-6 2 0,0 4-5 15,1-1 3-15,-2 1-2 0,3 0-1 0,-3-1 0 16,3-1 1-16,0 3 3 0,1 0 2 0,0 0-5 15,0-1-3-15,5 1 5 0,-1-1-2 0,-5 2-2 16,1 0 1-16,-2-2 0 0,3 2-1 0,-1-2-4 0,-1 2 3 16,-2 0 0-16,-1-2-2 0,-9 2 0 15,16-1-5-15,-7 1 2 0,-9 0 4 0,13-1-2 16,-13 1-2-16,10 0 4 0,-10 0-3 0,9-2 4 16,-9 2-3-16,9 0 2 0,-9 0-1 0,9-2 6 0,-9 2-3 15,7-1-3-15,-7 1 9 0,4-4-5 0,-4 4 0 16,5-7 0-16,-5 7 0 0,3-9-2 0,-3 9 1 15,8-6 4-15,-8 6-2 0,3-8 0 16,-3 8 4-16,1-7 3 0,-1 7-1 0,1-7-1 0,-1 7 5 16,0 0 4-16,2-10-2 0,-2 10 4 0,0 0 3 15,0 0 3-15,-2-10 2 0,2 10 0 0,0 0-2 16,0 0 1-16,0 0 0 0,0 0-1 0,0 0-6 16,0-9 5-16,0 9-11 0,0 0-5 0,0 0-1 15,0 0 0-15,0 0-1 0,0 0 1 0,0 0-4 16,0 0 7-16,0 0-2 0,-4 26-1 15,3-16-3-15,-2 1 0 0,1 1 1 0,2 0 0 0,-3 1 0 16,2-1 3-16,0 4 0 0,1 1-3 0,-1-5 3 16,0 2-1-16,1 1 2 0,1 2-7 0,-1-3 4 15,1-3 2-15,-2 5-2 0,2-3 1 0,0-2 2 16,3 0-7-16,-4-1 1 0,0 0 2 0,2 1 2 16,1-3 1-16,-3-8-5 0,1 13 0 0,-1-8 0 15,0-5 4-15,3 12-2 0,-3-12-7 0,1 6-14 16,-1-6-11-16,2 6-12 0,-2-6-9 0,0 0-16 15,2 8-14-15,-2-8-22 0,0 0-26 0,0 0-30 16,0 0-42-16,0 0-45 0,0 0-165 0,0 0-445 16,0 0 197-16</inkml:trace>
  <inkml:trace contextRef="#ctx0" brushRef="#br0" timeOffset="82804">12578 10409 16 0,'0'0'220'0,"-4"-6"-1"16,4 6-5-16,0 0-10 0,0-9-13 15,0 9-11-15,0 0-17 0,0 0-13 0,0 0-15 16,0 0-15-16,0 0-10 0,0 0-7 0,10-8-7 16,-10 8-4-16,12 1-6 0,-12-1-11 0,14 4-4 0,-7-1-10 15,4 0 0-15,-3 1-3 0,4 2-4 0,-3 0 3 16,0 0-11-16,0 2-3 0,-2 1-5 16,1-1 3-16,1 2-7 0,-3-1-1 0,0 3 8 0,-3-2-12 15,-1 2-4-15,0-2 4 0,-4 2-5 0,2-1-3 16,-2 0-1-16,1 0 3 0,-3-1-5 0,0 2-2 15,-2-4-1-15,0 0 8 0,1 1-10 0,-1-1-1 16,1-2-2-16,0 0 1 0,-1 1-7 16,1-2-9-16,1-1-14 0,-3 0-15 0,7-4-23 0,-6 4-24 15,6-4-29-15,-6 5-45 0,6-5-42 0,0 0-43 16,0 0-162-16,0 0-434 0,0 0 192 0</inkml:trace>
  <inkml:trace contextRef="#ctx0" brushRef="#br0" timeOffset="83067.39">12870 10348 105 0,'0'0'267'0,"3"-7"-4"16,-1 2-14-16,-2 5-14 0,0 0-18 0,4-7-13 16,-4 7-27-16,0 0-16 0,0 0 2 0,0 0 0 15,9 13-8-15,-9-5-10 0,5 3-7 0,-5 1-8 16,0 2-8-16,0 3-10 0,0-3-5 0,-2 1-9 15,-1-2-12-15,1 3-9 0,0 0 1 0,1-3-11 16,1-3-12-16,0 3 0 0,0-1 10 0,-2-2-26 16,2 1-2-16,0-1-6 0,2 0-20 0,-2-2-28 15,0-8-30-15,0 12-18 0,0-6-20 0,0-6-28 16,0 10-30-16,0-10-29 0,0 0-25 0,0 7-34 16,0-7-226-16,0 0-496 0,0 0 220 0</inkml:trace>
  <inkml:trace contextRef="#ctx0" brushRef="#br0" timeOffset="83237.98">12615 10362 64 0,'0'0'231'0,"-6"-6"-14"0,6 6-10 16,0 0-9-16,12-10-12 0,-3 6-17 15,9-3-17-15,2 1-11 0,11 0-23 0,1-4-34 16,4 4-48-16,0 0-59 0,2 0-65 0,0 1-75 0,14-4-93 15,-18 2-275-15,1 1 122 0</inkml:trace>
  <inkml:trace contextRef="#ctx0" brushRef="#br0" timeOffset="84009.28">14249 8946 50 0,'0'-7'217'0,"-1"-4"-3"0,1 11-10 0,-2-12-2 16,1 6-5-16,1 6-9 0,-3-9-15 0,3 9-7 15,-2-9-15-15,2 9-15 0,-2-7-14 0,2 7-13 16,0 0-11-16,0 0-6 0,0 0-14 0,0 0-9 15,0 0-7-15,-2-8-4 0,2 8-4 0,0 0-12 16,0 0-4-16,0 0-5 0,0 0-2 0,0 0-5 16,0 0-1-16,0 0-4 0,0 0 1 0,0 0-3 15,0 0-3-15,2 26-1 0,-2-26 3 0,0 11 0 16,0-11-2-16,-2 11 0 0,1-5 9 0,1-6 0 0,1 13-8 16,-1-13 6-16,-1 16-4 0,-2-9 1 0,3 1 3 15,-1 4-4-15,-1-2 0 0,2-1 2 16,0-1-2-16,0 1 0 0,0 3 2 0,-2-1 1 0,4 1-4 15,-4 1 4-15,2-2-2 0,-2 6 16 0,2-1-14 16,0 1 7-16,0 0-4 0,0 1 0 16,-2 1 0-16,2 6-1 0,-1 3 4 0,1-3 2 15,0 1-4-15,0 0-4 0,0-1 3 0,1 2-2 0,-1 0 1 16,2 4 0-16,0-3-6 0,0 1 1 0,0 2 1 16,1-3-9-16,1 5 8 0,0 1-6 0,3-3 4 15,-2 3-10-15,-1 1 4 0,1-3 0 0,-1 1 1 16,0-3-8-16,2 2 5 0,-2-3 3 0,2 0-2 15,-3-2-4-15,-1-3-3 0,0-5 3 0,2 2-5 16,-6-5 1-16,4 1 5 0,-2 0-10 0,0-4 9 16,-2-1 2-16,0 1 0 0,0-1-4 15,0-1 2-15,-2 2 0 0,-1-2 0 0,1 0-2 0,-1 0 5 16,0-1-4-16,-2-1 2 0,1-1 5 0,0 1-6 16,-2-1 2-16,4 0 5 0,-1-1-5 0,-1-1-4 15,3 0-3-15,-1-2-2 0,4-4-27 0,-7 7-6 16,3-5-19-16,4-2-23 0,0 0-20 0,-7 7-34 15,7-7-23-15,0 0-30 0,-5 4-31 0,5-4-20 16,0 0-43-16,0 0-156 0,0 0-467 0,-8 0 207 16</inkml:trace>
  <inkml:trace contextRef="#ctx0" brushRef="#br0" timeOffset="84598.6">14194 10596 244 0,'0'0'277'0,"0"0"-16"0,0 0-18 15,0 0-18-15,0 0-11 0,0 0-27 0,0 0-12 16,0 0-14-16,0 0-8 0,0 0-9 0,-19 4-13 16,19 3-12-16,-2 3-10 0,0 0-11 0,1 2-7 15,-1-5-4-15,2 2-8 0,0 1-9 0,2 2-7 16,-1-3 2-16,-1 1-12 0,4-2-4 0,2-1-6 16,0 0 10-16,3-2-9 0,-3-1-5 0,6-1 5 15,-1 0-11-15,0-1-4 0,3-1-2 0,3-2-4 16,-3-2 1-16,5-2-11 0,-2-1 5 0,-2 2 1 15,2-5-5-15,-7 2 3 0,2 0 1 0,-3-3-3 16,1 1-2-16,-5-1 1 0,2-1-2 0,-4 0 4 0,-1-5-5 16,-2 1 2-16,-2 2-4 0,1 1 2 15,-3 0-2-15,-5-3-5 0,2 5 8 0,-2 0-7 16,3 0 3-16,-6 3-7 0,1 2 0 0,-3 0 1 16,4 1-6-16,-9 2-15 0,2 2-23 0,-2 0-30 0,0 4-35 15,0-1-44-15,-1 1-50 0,7-1-55 0,1-1-254 16,1 1-553-16,4-1 244 0</inkml:trace>
  <inkml:trace contextRef="#ctx0" brushRef="#br0" timeOffset="85507.85">14346 8212 36 0,'-2'-9'197'0,"-2"-1"-5"15,1 0-4-15,-2 1-10 0,5-1-3 0,0 10-9 0,0-12-5 16,-2 5-13-16,2 7-7 0,8-14-12 0,-2 7-10 15,2 1-4-15,4 2-12 0,2 0-6 0,-1 1-1 16,5 1-12-16,-5 3-12 0,1 2-2 16,4 2-11-16,-2 0-4 0,-3 1-6 0,-2 4-2 0,1 1-4 15,-2-3-6-15,-2 1-4 0,-3 2 0 0,1 2-4 16,-4-1 0-16,0 1 7 0,1-1-11 16,-6 0-2-16,-1 1-1 0,0 2-1 0,-3-4 0 15,0 4-2-15,0-2-4 0,-2-2-4 0,0-3 6 0,0 1-6 16,0 2-15-16,2-3-20 0,-2-2-23 0,0 2-36 15,2-3-40-15,-1 0-23 0,-1-1-50 0,4-2-48 16,-1 0-129-16,6-2-404 0,-14 1 180 16</inkml:trace>
  <inkml:trace contextRef="#ctx0" brushRef="#br0" timeOffset="85756.93">14638 8148 92 0,'4'-3'251'16,"-4"3"-9"-16,6-7-16 0,-6 7-13 0,3-5-18 16,-3 5-21-16,0 0-16 0,0 0-12 0,0 0-5 15,0 0-4-15,8 16-2 0,-7-6-8 0,1 2-12 16,-2 0-4-16,0 1-12 0,0 4-7 0,-3-1-8 16,2 2-9-16,-1-1-8 0,0 1-2 0,0-1-11 15,0-2 0-15,0-2-7 0,2-2-6 0,-2 6-4 16,1-7-22-16,-2 3-21 0,1-5-22 0,0 3-28 15,2-4-32-15,-2 4-39 0,0-2-37 0,-1-2-41 16,3-7-216-16,-4 10-454 0,2-6 201 0</inkml:trace>
  <inkml:trace contextRef="#ctx0" brushRef="#br0" timeOffset="85941.88">14494 8095 106 0,'0'0'218'0,"-5"-8"-20"0,5 8-19 16,0 0-8-16,0 0-7 0,0 0-16 0,16-10-12 15,-5 7-12-15,10-3-17 0,4 5-33 0,7-3-23 16,-1 1-42-16,2 0-42 0,1 0-46 0,0 3-52 16,-5-2-110-16,2 2-260 0,-2 2 116 0</inkml:trace>
  <inkml:trace contextRef="#ctx0" brushRef="#br0" timeOffset="86873.28">15316 8996 36 0,'0'0'180'0,"0"0"-5"0,0 0-10 16,0 0-3-16,0 0-8 0,0 0-11 16,0 0-10-16,0 0-8 0,0 0-15 0,0 0-12 15,0 0-2-15,0 0-10 0,0 0-3 0,0 0-4 0,-2-11-2 16,2 11-6-16,0 0-1 0,0 0-5 0,0 0 2 15,0 0 0-15,0 0 1 0,0 0-2 0,0 0 2 16,0 0-2-16,0 0 2 0,0 0-1 16,0 0 0-16,0 0-9 0,0 0-3 0,0 0 0 0,0 0-7 15,0 0-2-15,0 0 1 0,0 0-2 0,0 0-3 16,0 0-1-16,0 0-3 0,0 0 5 0,0 0-14 16,0 0-2-16,0 0 6 0,0 0-9 0,0-10-7 15,0 10-1-15,7-7-1 0,-2 3-2 0,0 0 14 16,3-4-20-16,1 2 2 0,4-1 6 0,2 0-7 15,2 1-5-15,1 0 0 0,-2 0-1 0,1 1 14 16,-3 2-15-16,3 3 1 0,0 2 0 0,-4-1-4 16,4 4 4-16,-4 0-6 0,0 3 4 0,0 4 14 15,-1 0-13-15,-3 1 5 0,-3 1-5 0,0 4 1 16,-3-1 4-16,0 1-3 0,-3 0 3 0,-5 1-1 16,1-1 3-16,-3 1-3 0,0-1 8 0,-5 0-8 15,2-3 3-15,-4 6-6 0,1-7 5 0,0 1-4 16,-1-3 2-16,2-2 3 0,-2 1-4 0,3-4 1 15,0 1-2-15,-4-1 0 0,4-3-3 0,1-1 1 16,-1 2 4-16,2 0-1 0,2-5 1 0,2 3-1 16,5-3 4-16,-9 2-4 0,9-2-2 0,-5 4 4 15,5-4-5-15,0 0 2 0,-8 3-1 0,8-3 1 16,0 0-2-16,0 0-4 0,0 0 16 0,0 0-13 0,0 0-1 16,32-2 1-16,-14 2-2 0,2-2 2 0,2 1 0 15,8-3-5-15,-2 1 2 0,4 0-17 16,-3 1-22-16,2 0-28 0,1 0-35 0,0-3-33 0,-4 4-38 15,3-1-41-15,-2-1-38 0,-8 3-186 16,-1-3-477-16,0 2 211 0</inkml:trace>
  <inkml:trace contextRef="#ctx0" brushRef="#br0" timeOffset="87250.24">16294 8915 46 0,'1'-5'261'15,"-1"5"-8"-15,1-10-14 0,-1 10-13 0,0-8-15 16,0 8-21-16,0 0-17 0,0 0-13 0,0 0-16 16,-13-1-14-16,13 1-10 0,-17 10-10 0,8-2-11 15,-3 1-10-15,1 2-11 0,0 1-1 0,1-2-12 16,4 0-8-16,2 3-6 0,0-1 0 0,2-1-8 15,2 2-2-15,1-1-6 0,1 1 0 0,2-2-3 16,5 2-4-16,-1-1-3 0,0-2-2 0,3 2-3 16,0 1-2-16,0-4-3 0,-2 2-1 0,0-2-3 15,0 2-2-15,-2-3 1 0,-1 2 0 0,0-1-2 16,-1 1 1-16,-3-2-3 0,0 0 2 0,-1-3-3 16,-1-5 4-16,-4 13-4 0,-1-5 2 0,-4-2-3 15,0-1-1-15,-1 1 0 0,-1-1 4 0,-2 2-17 16,-1-5-15-16,-3 2-25 0,4-3-29 0,2 2-37 15,-1-3-36-15,3 0-29 0,9 0-35 0,-12-3-192 0,12 3-441 16,0 0 195-16</inkml:trace>
  <inkml:trace contextRef="#ctx0" brushRef="#br0" timeOffset="87452.21">16372 9055 168 0,'0'0'259'0,"7"-4"-21"0,-7 4-23 15,0 0-14-15,7-2-7 0,-7 2 6 0,0 0-9 16,9 6-10-16,-5-2-12 0,-1 4-12 0,2-1-13 0,-1 2-14 16,1 1-8-16,-1 0-16 0,-1 1-10 0,1 3-7 15,1-3-7-15,-3 0-12 0,2 4-19 0,-1 3-31 16,-2-7-34-16,0 1-40 0,1-1-49 0,-1 1-44 16,-2 0-36-16,1-3-38 0,-2 1-173 0,1-3-427 15,-2 0 190-15</inkml:trace>
  <inkml:trace contextRef="#ctx0" brushRef="#br0" timeOffset="87590">16448 8851 78 0,'4'-12'80'0,"1"4"-19"0,2 2-23 0,-1 3-25 15,-6 3-18-15,16 10-40 0,-8 1-47 0,1 6 21 16</inkml:trace>
  <inkml:trace contextRef="#ctx0" brushRef="#br0" timeOffset="87827.67">16616 9229 256 0,'0'0'258'0,"0"0"-2"16,7-21-10-16,-4 13-4 0,1-5-16 0,0-2-16 15,2 1-16-15,4-2 0 0,-2 0-24 0,2 2-7 16,4-1-15-16,-1 2-11 0,0 1-9 0,-3 5-17 15,0 0-6-15,2 1-14 0,-5 4-5 0,4 1-10 16,-1 1-10-16,-10 0-6 0,17 3 0 0,-8 2 5 16,1 1-22-16,-3 2-5 0,-2 2-1 0,2 0-2 15,-2 0-4-15,0 2-8 0,-1 1 3 0,-2-2-16 16,0 1-25-16,-2 0-29 0,0-1-38 0,-2-1-34 16,0 0-47-16,-1 2-55 0,-2-2-50 0,-2-2-214 15,0-1-520-15,7-7 231 0</inkml:trace>
  <inkml:trace contextRef="#ctx0" brushRef="#br0" timeOffset="88112.97">16813 8699 2455 0,'9'-17'18'0,"-3"0"43"15,0 8-43-15,1 0-14 0,-1 1 3 0,-1 4-8 16,2 4 5-16,-7 0 1 0,14 0 7 0,-8 4 14 15,-1 0 3-15,4 7 2 0,-1 3-10 0,-3 1 1 16,0 1 2-16,-1 2-1 0,-1 0-3 0,-3 1 0 16,0-2 4-16,-4 0-2 0,2-2 3 0,1-5 9 15,-2 1 2-15,2-3 3 0,0 1-6 0,0-3-1 16,1-6 1-16,-2 8-3 0,2-8-4 0,-4 8-6 16,4-8 1-16,0 0-1 0,6 9-2 0,0-7-3 15,3-1-14-15,5 1-28 0,8-2-33 0,8-2-40 16,5 1-38-16,-1-1-35 0,18-3-28 0,-13 1-40 15,-2 1-141-15,0 1-413 0,-2-3 183 0</inkml:trace>
  <inkml:trace contextRef="#ctx0" brushRef="#br0" timeOffset="88463.5">17558 8836 16 0,'0'0'220'0,"0"0"-6"0,0 0 2 15,0 0 2-15,-23 18-3 0,12-5 0 0,-1 2-6 16,-1 0-6-16,-4 7-20 0,-3 3-7 0,0 0-12 15,-1 0-8-15,-1 3-11 0,-1-4-9 0,4 1-17 16,-4-1-3-16,3 0-13 0,2-4-11 0,-1 1-5 0,3-7-7 16,1-1-6-16,1 0-14 0,-3-3 1 15,4 0-6-15,1-4-7 0,1-1 0 0,-1 0-7 16,1-5-1-16,2 3 2 0,-2-3-6 0,11 0-1 16,-13 0-8-16,13 0 0 0,-11-10 7 0,3 3-20 0,4-1 8 15,2-3-5-15,0-1-2 0,2-4-2 0,3 4 1 16,0-5-5-16,4 0-1 0,1 1-4 15,-1 2 8-15,5 1-1 0,-3 3-6 0,1-3 3 16,-1 4-1-16,2 4 0 0,0-1 1 0,-2 3-5 0,1 2 0 16,-2 0-1-16,2 3-1 0,0 1 21 0,0 4-16 15,1-2 2-15,-1 3-4 0,4 1 0 0,-1 2 2 16,1 2-4-16,0 1 5 0,1-4-27 16,-1 2-44-16,3 2-32 0,-3-2-54 0,1-2-50 0,1 1-56 15,1 0-60-15,-2-1-193 0,5-4-551 0,-1-1 244 16</inkml:trace>
  <inkml:trace contextRef="#ctx0" brushRef="#br0" timeOffset="89583.51">18542 8915 148 0,'0'0'209'0,"0"0"-12"0,0 0 0 16,-9-9-8-16,9 9-11 0,-9-3-15 0,9 3-12 15,-10-2-17-15,10 2-8 0,-12 2-8 0,1-1-10 16,0 3-10-16,1 1 0 0,-2 0-11 0,0 0-5 16,-3 5-6-16,1 2 3 0,-1-2-14 0,1 0-3 15,4 2-6-15,1-4-7 0,2 1-5 0,0 1-2 16,2 0-2-16,1-1-6 0,0 0-2 16,1-2-4-16,1 1-3 0,2 2-1 0,0-10-1 0,5 12-1 15,-1-7-2-15,1 0-2 0,-1 0 1 0,1-2-1 16,3 0-3-16,2-3 0 0,2 1 1 0,-2-1 4 15,1-1-6-15,0-3-4 0,0 0-1 0,-2-4 1 0,1 3 3 16,-2-3 3-16,2-1-2 0,-3-2-4 16,2-4 0-16,2-1 1 0,-5-2-3 0,3-5-1 0,-2-1 5 15,0-1 1-15,-3-1 7 0,-1 0-5 0,1-1 1 16,-2-2 0-16,-2-1 4 0,1 3 2 16,1 3 8-16,-1 6 9 0,2-2-2 0,-3 5 12 15,2 2 9-15,-2 4-2 0,2-1 3 0,-4 3 0 0,2 7-6 16,-1-10-6-16,1 10-14 0,0 0-10 0,0 0 1 15,0 0 1-15,0 0-3 0,0 0 4 0,-1 52-3 16,-2-26-5-16,0 5-1 0,1-1-5 16,-1-1-5-16,3 3 2 0,-2-3 11 0,-1 0-10 0,3-1 1 15,0-1-6-15,0-1-3 0,1-1-14 0,3-5-21 16,-2-1-32-16,0-1-25 0,2-1-29 0,1 0-40 16,-1-5-43-16,2-2-34 0,-1 1-24 0,2-2-32 15,-2-2-158-15,4 1-487 0,1-1 216 0</inkml:trace>
  <inkml:trace contextRef="#ctx0" brushRef="#br0" timeOffset="89945.27">19036 8790 84 0,'9'-16'265'0,"-1"5"-7"0,-3 0-8 0,-2 5-10 16,0-1-17-16,1 3-22 0,-4 4-22 0,3-4-8 15,-3 4 5-15,0 0-6 0,0 0 0 0,-10 29-14 16,2-12-12-16,-7 6-9 0,-1-1-10 0,0 3-10 15,0-3-18-15,-2 0-2 0,1-3-7 0,4-3-10 16,0 0-15-16,-1-3 1 0,1 3-4 0,-3-4-6 16,1 2-1-16,-4-2-8 0,3 0-7 0,-2-4-2 15,1-1-1-15,6-1-5 0,-2-2-3 0,2 1 6 16,-1-2-10-16,5 0-7 0,-1-2-2 0,8-1 2 16,-11 1-8-16,11-1-8 0,-7-5-2 0,7 5-12 15,-3-13-2-15,2 3-3 0,3 0-1 0,4-1-1 0,-1 1 4 16,1 0 5-16,4 1-1 0,-1 1 0 15,2 0 6-15,-1 1 0 0,1 4 6 0,-1-1 0 16,2 3 0-16,-2 1-2 0,0 1 3 0,2 3 3 16,-2-1-4-16,0 3 3 0,6 5-3 0,-4 0 4 0,2 0 0 15,1 1-6-15,0 0-24 0,-1 0-33 0,1 1-43 16,-2 0-50-16,1-1-60 0,-1-1-59 0,-4 0-236 16,0-1-550-16,-3 0 244 0</inkml:trace>
  <inkml:trace contextRef="#ctx0" brushRef="#br0" timeOffset="90806.36">15735 9274 151 0,'0'0'149'0,"0"0"-3"15,0 0-10-15,0 0 0 0,0 0-8 0,0 0-7 16,0 0 1-16,0 0-6 0,0 0-4 0,0 0-4 16,0 0 1-16,0 0-5 0,0 0-1 0,0 0-7 15,0 0-10-15,0 0-2 0,0 0-2 16,0 0-5-16,0 0-1 0,0 0-4 0,0 0-5 0,0 0-2 16,0 0 0-16,0 0-9 0,0 0-4 0,0 0 0 15,0 0-6-15,0 0-2 0,0 0-4 0,0 0-3 16,0 0-1-16,0 0-1 0,0 0-8 0,0 0-3 15,0 0 1-15,0 0-4 0,0 0-5 0,0 0 0 16,0 0-2-16,0 0 0 0,0 0-4 0,0 0-20 16,0 0-20-16,0 0-29 0,0 0-36 0,0 0-42 15,0 0-24-15,0 0-30 0,0 0-38 0,-16 9-132 16,16-9-391-16,-9 4 173 0</inkml:trace>
  <inkml:trace contextRef="#ctx0" brushRef="#br0" timeOffset="92255.88">12198 10775 23 0,'0'0'106'0,"0"0"-1"0,0 0-13 0,0 0 1 16,0 0-19-16,0 0-2 0,0 0 1 0,0 0-4 15,0 0-18-15,0 0 8 0,-4 3-8 0,4-3 2 16,0 0-11-16,0 0 2 0,0 0-7 16,0 0 6-16,0 0-10 0,0 0-16 0,0 0 7 0,0 0-3 15,0 0-4-15,0 0-1 0,0 0 1 0,0 0 1 16,0 0-4-16,0 0-4 0,0 0 5 0,0 0-4 15,0 0-7-15,0 0 9 0,0 0-7 0,0 0 0 16,0 0 3-16,0 0-2 0,0 0-10 0,0 0 11 16,0 0 4-16,0 0-6 0,0 0-6 0,0 0 2 15,0 0-1-15,0 0-1 0,0 0-2 0,0 0 8 16,0 0 1-16,0 0-1 0,0 0-12 16,0 0 4-16,0 0 11 0,0 0-3 0,0 0-3 0,0 0-5 15,0 0-2-15,0 0 15 0,0 0-12 0,0 0 6 16,0 0-10-16,0 0 5 0,0 0 0 0,0 0-1 15,0 0 1-15,0 0 1 0,0 0 0 0,0 0-4 0,0 0 8 16,0 0 0-16,0 0-8 0,0 0 4 16,0 0-2-16,0 0 1 0,0 0 0 0,0 0-3 15,0 0 1-15,0 0 1 0,0 0-3 0,0 0 5 16,0 0-9-16,0 0 12 0,0 0-5 0,0 0 1 16,9 9-4-16,-9-9 2 0,0 0-11 0,0 0-4 15,0 0 2-15,0 0-10 0,0 0 6 0,0 0-7 16,0 0-10-16,5 3 2 0,-5-3-7 0,0 0 3 15,0 0-10-15,0 0 1 0,0 0-13 0,0 0-12 0,0 0-78 16,0 0-162-16,0 0 72 0</inkml:trace>
  <inkml:trace contextRef="#ctx0" brushRef="#br0" timeOffset="93506.56">12192 10888 27 0,'0'0'30'0,"0"0"-1"15,0 0-12-15,0 0-6 0,0 0-10 0,0 0-11 16,0 0-8-16,0 0-19 0,0 0 9 0</inkml:trace>
  <inkml:trace contextRef="#ctx0" brushRef="#br0" timeOffset="100829.82">24259 8022 124 0,'0'-9'132'16,"-1"-2"-1"-16,1 2-7 0,0 9-5 0,0-13 1 15,1 7-8-15,-1 6-12 0,0-7-11 0,0 7-14 16,3-9-8-16,-3 9-7 0,0 0-6 0,0 0-4 16,0 0-9-16,0 0-2 0,0 0 5 0,0 0-16 15,5 24 3-15,-5-13-6 0,4 7 0 0,-4 3-3 0,3 3-2 16,-2 3-1-16,0 4 2 0,1 1 1 0,-2 1 1 15,0 2 0-15,1 0 4 0,-2 17 8 16,1 2 8-16,-2 1 1 0,0 2 0 0,-1-3 1 16,3 28-4-16,-2-27-2 0,2 2-8 0,0 2 2 0,2-2-1 15,-1-3-7-15,3 3-1 0,0 1 0 0,7 1-2 16,-3-1-2-16,1 0 0 0,4 2-3 16,-2-3-4-16,5 0 1 0,0 22-3 0,-5-24 1 15,4 1-5-15,-2-2 2 0,-1 0-3 0,1 2 3 0,1-4-4 16,-1 2-4-16,-2 2 7 0,-3 1-3 0,1 0 3 15,-4 1-4-15,1-1 2 0,0 0 1 0,-4-3 0 16,1-1-2-16,-7-4-2 0,4-2 1 0,-5-1 0 16,4-11 1-16,-3-2 1 0,0-1-4 0,-1 0 0 15,-2-5-2-15,-1-1-10 0,1-1-10 16,2-9-3-16,0 0-17 0,0-4-19 0,1-2-26 0,3-3 0 16,1-7-27-16,-5 7-25 0,5-7-24 0,0 0-129 15,0 0-314-15,0 0 139 0</inkml:trace>
  <inkml:trace contextRef="#ctx0" brushRef="#br0" timeOffset="103658.15">26050 8359 180 0,'-6'-9'186'0,"3"3"-13"0,3 6-5 0,-5-9-6 15,5 9 0-15,-4-12-2 0,0 9-8 0,4 3-11 0,-1-7-7 16,1 7-16-16,0 0-9 0,-4-7-12 0,4 7-8 16,0 0-10-16,0 0-11 0,0 0-5 15,0 0-7-15,0 0-4 0,0 0-3 0,0 0-6 16,0 0 2-16,0 0-4 0,7 19-1 0,-5-6 0 0,-2 0-1 15,4 4 4-15,-2 1 10 0,0 2-6 0,0 6-4 16,2-1 5-16,-4 0-4 0,2-6-5 16,0 1-4-16,-2 5-2 0,0-7 0 0,2 0-5 0,-1-1 4 15,0-2-6-15,2-4 0 0,-1 3-1 0,-2-2-1 16,2 1-1-16,0-2-3 0,-2 0 1 0,2-2 2 16,-2-3-9-16,2 2 2 0,-1-2-1 15,-1-6-2-15,0 9-3 0,0-9-1 0,0 9 3 0,0-9-4 16,3 6 0-16,-3-6 7 0,0 0-4 0,0 0-3 15,2 7-3-15,-2-7 5 0,0 0-11 0,0 0-18 16,0 0-26-16,0 0-34 0,0 0-30 0,0 0-37 16,0 0-43-16,0 0-20 0,0 0-31 15,0 0-166-15,0-24-438 0,4 16 194 0</inkml:trace>
  <inkml:trace contextRef="#ctx0" brushRef="#br0" timeOffset="104004.35">26459 8509 157 0,'0'0'183'0,"-7"-3"1"0,7 3-7 0,-6-5-4 15,6 5-11-15,-8-4-16 0,8 4-12 0,0 0-15 16,0 0-11-16,0 0-7 0,0 0-3 0,0 0-1 15,0 0-2-15,0 0-6 0,0 0 3 0,25 9-7 16,-7-8-2-16,0 1-10 0,4-7-2 0,4 5-9 16,3-1-3-16,0-1-3 0,-8 0-2 0,-2 0-6 0,2 1 0 15,-4 0-5-15,-3-1 3 0,-3 1-3 0,1-1 1 16,-4 2 2-16,-1 0 2 0,-7 0 0 16,14 0 2-16,-14 0 1 0,7-2 12 0,-7 2-15 15,0 0-6-15,0 0-5 0,0 0-8 0,6-5-1 16,-6 5-8-16,0 0-15 0,0 0-23 0,0 0-31 15,0 0-35-15,0 0-46 0,0 0-48 0,-23 7-46 16,17-4-237-16,6-3-498 0,-11 4 220 0</inkml:trace>
  <inkml:trace contextRef="#ctx0" brushRef="#br0" timeOffset="104324.66">27386 8311 16 0,'-4'-7'243'15,"2"0"-14"-15,2 7-15 0,-5-13-8 0,1 7-1 16,0 1-20-16,4 5-16 0,-10-8-17 0,4 7-14 16,6 1-15-16,-13 1-9 0,2 6-14 0,-2-1-10 15,0 4-6-15,-1 3-8 0,0 1-11 0,-5 6-2 16,6-4-2-16,-3 4-7 0,1 1-4 0,5-6 2 15,1 9-1-15,5-9-4 0,0-3-1 0,1 1-7 16,0-1-6-16,3 0 2 0,3-3 0 0,0 2-1 16,1 0-4-16,0-1-2 0,5-3-1 0,1 0-2 15,5 1-8-15,-2-2-20 0,5-3-22 0,-1 1-29 16,0-2-30-16,1-1-32 0,-1 0-30 0,2-5-29 16,-2 4-24-16,2-4-12 0,-3 0-144 0,-5-1-382 0,2-2 169 15</inkml:trace>
  <inkml:trace contextRef="#ctx0" brushRef="#br0" timeOffset="104607.71">27531 8415 168 0,'0'0'180'16,"0"0"-13"-16,4-8-14 0,-4 8-16 0,0 0-2 15,0 0 0-15,0 0 0 0,0 0-8 0,0 0-3 16,-4 25 0-16,1-14 3 0,-1 0-17 0,1 2-15 16,-2-2-6-16,3 1-12 0,0-3-3 0,2 2-10 15,2 1 4-15,0-2-9 0,1 0 2 0,2-2-1 16,2 0 6-16,1-2-4 0,4-3 1 0,-1 1-1 15,2-2-3-15,3-2-3 0,-3-2-2 0,1 2 0 16,-1-4-6-16,1 0 3 0,-3-3-2 0,0 1-7 16,-3-3-4-16,0-1-3 0,0 0-5 0,-3-1 6 15,-3-6-12-15,0 6-8 0,-2-2-4 16,-4-2-10-16,-1-1-12 0,-3 0-6 0,3 0-6 0,-4 7-12 16,4-1-8-16,-3 3-15 0,-3 2-16 0,2 1-25 15,-3 1-6-15,-1 6-16 0,-3 1-15 0,1 4-19 16,-1 5-17-16,1-2-14 0,-3 10-167 0,-1 2-380 15,2-1 168-15</inkml:trace>
  <inkml:trace contextRef="#ctx0" brushRef="#br0" timeOffset="104943.52">27582 8683 106 0,'13'-5'213'16,"3"-2"-3"-16,0-1-3 0,-3-1 0 0,5-4-15 15,3-5-10-15,-4 1-13 0,4 1-9 0,-1-4-10 16,2-1-16-16,-3-1-11 0,-1-1-9 0,2 1-9 15,-2-2-9-15,1 1-11 0,-5 2 0 0,-5 6-6 16,0-3-2-16,0 4 2 0,-4 2-6 0,-3 2-7 16,2 0-4-16,-2 3-6 0,-1 1-4 0,-1 6-9 15,0-9-4-15,0 9-7 0,0 0-2 0,-9-4-7 16,9 4 10-16,0 0-18 0,-21 13-1 0,14-6 4 16,-3 2-10-16,2 2-9 0,2-1-2 0,1 5-4 0,-1-3-1 15,2 3-1-15,3-2-3 0,1 1 2 16,3-2-1-16,-1 0 1 0,0 1 0 0,4 3 3 0,-3-4 1 15,1-2-2-15,3 1 3 0,-2-1 0 16,-3-2 4-16,3-1-8 0,-4 3 6 0,1-1-5 0,1 0 5 16,-3-3-3-16,0-6 0 0,0 13-5 0,0-7-5 15,0-6-9-15,-3 12-15 0,0-6-19 16,-2-1-34-16,-1 0-31 0,0 2-27 0,0-3-33 16,1 0-36-16,-1 0-158 0,0-1-409 0,6-3 181 0</inkml:trace>
  <inkml:trace contextRef="#ctx0" brushRef="#br0" timeOffset="105262.65">28192 8377 239 0,'10'0'228'0,"-1"-2"-14"0,-9 2-3 0,16 3-10 0,-8 1-11 15,1 1-12-15,-2 3-17 0,1-2-12 0,-4 6-12 16,3-2-13-16,-5 0-8 0,1 3-6 0,-6 2-7 15,1 1-9-15,-3 0-3 0,-2-2-10 0,-2-3-8 16,-2 2-6-16,-3 2-7 0,1-5 0 0,0 1-6 16,-2-4-5-16,3 2-4 0,0-5-6 0,1 1-1 15,0 2-6-15,4-6 8 0,2 2-14 0,5-3 4 16,-10 3-5-16,5 0-5 0,5-3 9 0,-5 4-15 16,5-4-2-16,0 0 3 0,0 0-8 0,0 0 2 15,0 0-2-15,0 0 1 0,0 0-5 0,15 10 6 16,-8-8-7-16,5 0 7 0,1 0-8 0,6 1-13 15,2 0-22-15,8 1-27 0,1-1-41 0,0-3-52 16,2 0-50-16,1 0-55 0,-2-3-172 0,0 3-467 16,3-4 207-16</inkml:trace>
  <inkml:trace contextRef="#ctx0" brushRef="#br0" timeOffset="106476.49">28777 8403 58 0,'1'-6'214'0,"-1"6"-2"0,3-10-4 0,-3 10-5 16,-3-9-14-16,3 9-22 0,0 0-16 0,0-10-18 15,0 10-16-15,0 0-12 0,0 0-10 0,0 0-5 0,0 0-2 16,-19 20-4-16,8-7-5 0,-1 2-5 16,-2 1-6-16,-4 3-6 0,3-5-8 0,-4 3 1 15,2-3-9-15,-2 4 0 0,0-8-5 0,5 1-4 16,-6 0-5-16,0-3-1 0,-2 3-3 0,3-2-2 0,-1-2-2 16,2-4-1-16,4-1 0 0,1 1-4 0,3-5 5 15,-3 1-7-15,3-2-1 0,3-1-2 16,0 0 3-16,7 4-4 0,-4-11-4 0,1-2-2 15,5 1-5-15,1 0 1 0,6-5 0 0,2 2-2 0,1-1 1 16,2 5-3-16,1 0 0 0,0 0 1 16,-1 3-2-16,-1 3 1 0,-3 4-2 0,1-3-2 0,2 7-1 15,-3-1 3-15,3 3 2 0,-4-1 1 16,1 4-4-16,3 1 0 0,-4 1 1 0,4 3 0 0,0 0 3 16,-4 2-5-16,2-1-7 0,0 1-24 0,1 0-28 15,1-1-39-15,1 7-41 0,-1-6-28 0,1-1-42 16,-3 0-157-16,2-1-401 0,-1-2 178 0</inkml:trace>
  <inkml:trace contextRef="#ctx0" brushRef="#br0" timeOffset="106841.88">29121 8190 47 0,'0'0'204'0,"10"0"-11"0,-10 0 0 0,17 9-6 0,-6-1-7 16,2 2-12-16,1 5-4 0,1 7-11 0,-3 2-15 15,-2 4-11-15,-2 1-7 0,-2 5-15 0,2-3-9 16,-3 2-11-16,-3 2-5 0,-2-2-11 0,-3 1-17 16,-3-1-35-16,-2 3-36 0,-9 10-43 0,-4-4-53 15,5-12-49-15,-17 7-173 0,8-10-364 16,-3-3 162-16</inkml:trace>
  <inkml:trace contextRef="#ctx0" brushRef="#br0" timeOffset="107461.76">25915 8128 36 0,'-7'-2'133'0,"-6"1"-1"0,1 1-8 16,-1 3-12-16,-5 1-6 0,-1 2-5 0,-5 8-6 15,0 2 4-15,-1 3 6 0,-1 6 6 0,-6 12-3 16,-2 2 4-16,6 9 7 0,3 1-8 0,0-1 1 16,4 5-8-16,4-2-2 0,5-2-11 0,6 4-6 15,3-6-6-15,5-11-7 0,5 9-5 0,2-11-9 16,4 0-5-16,10 9-1 0,4-2-9 0,3-4-21 16,10-5-23-16,-2-2-34 0,10-1-46 0,-2 1-48 15,1-6-36-15,0 4-191 0,-1-2-385 0,0-6 171 16</inkml:trace>
  <inkml:trace contextRef="#ctx0" brushRef="#br0" timeOffset="111058.35">25351 7928 154 0,'0'0'196'15,"-2"-9"-1"-15,2 9-8 0,-4-10-7 0,4 10-7 16,-2-9-15-16,2 9-17 0,0 0-17 0,-1-7-13 16,1 7-16-16,0 0-8 0,0 0-13 0,0 0 0 0,0 0-10 15,-8 26-2-15,1-8-5 0,2 1-4 0,-2 7-4 16,-1 2 0-16,-2 0-4 0,3 2 0 0,-1 1-4 16,3 1 2-16,1 4-3 0,2-3-1 15,-1 2-2-15,3 14-3 0,5 0 3 0,-3-3-2 0,5 3-1 16,6-3-3-16,-6 4-3 0,2-3-2 0,2 4-4 15,1 2 2-15,-3-3-5 0,0-1 1 0,2-1-2 16,-5-3-2-16,-1-11-2 0,-5 2 5 0,3 13-19 16,-3-13-6-16,0 9-10 0,0-12-12 0,-3 0-26 15,-2 1-26-15,-1 0-29 0,-5-2-31 0,2 2-31 16,0-4-23-16,-1 1-165 0,-3-4-389 0,3 1 173 16</inkml:trace>
  <inkml:trace contextRef="#ctx0" brushRef="#br0" timeOffset="111363.67">25185 9664 19 0,'0'10'196'0,"0"-10"-9"0,-2 7-3 16,2-7-10-16,-2 9 0 0,0-3-4 0,2-6-8 16,-3 11-16-16,0-4-15 0,3-7-10 0,-1 14-11 15,1-9-10-15,0-5-8 0,0 15-8 0,1-9-8 16,2 0-4-16,-3-6-8 0,5 11 1 0,-3-5-6 15,2-1 0-15,3-2-4 0,2-2-5 0,-2 0-4 16,4-1 0-16,0 0-5 0,1-2-1 0,1 0-7 16,-2-2-1-16,-1-1 5 0,0 0 8 0,-1 0 0 15,-2-3-2-15,-4 2-6 0,1-3 0 0,-4-3 0 0,-2 3-2 16,0-1-3-16,-1-1-4 0,-4 0 1 16,-2 0-4-16,0 3-2 0,-2-1 1 0,-4 0-2 0,-2 0-1 15,2 2-10-15,-1 0-12 0,1 0-22 0,-4 1-32 16,4 0-40-16,1 0-53 0,1-3-62 15,0 2-255-15,3-2-503 0,-1-5 222 0</inkml:trace>
  <inkml:trace contextRef="#ctx0" brushRef="#br0" timeOffset="111825.66">25439 7400 2 0,'0'0'227'16,"0"-8"-24"-16,0 8-19 0,0 0-24 0,0 0-10 15,7-6-6-15,-7 6-15 0,0 0-15 0,16 3-6 16,-16-3-7-16,15 4-11 0,-11 3-10 0,6-2-7 15,-4 1-8-15,-1 3-1 0,-1-1-9 0,0 2-4 16,-1-1-3-16,-3 1-4 0,3 1 0 0,-6-1-7 16,0 1-3-16,0 0-4 0,-2-1 1 15,-4-2-5-15,-1 5-2 0,2-2-1 0,1-3-7 0,-3 3-20 16,0-2-26-16,1-1-28 0,-1 4-33 0,1-5-37 16,4-1-37-16,0 1-149 0,0-4-340 0,5-3 151 15</inkml:trace>
  <inkml:trace contextRef="#ctx0" brushRef="#br0" timeOffset="112039.19">25668 7424 176 0,'5'-5'223'16,"-5"5"-24"-16,4-5-18 0,-4 5-17 0,0 0-9 15,0 0-19-15,0 0-4 0,11 11-3 0,-7-1-5 16,1 0-6-16,0 6-11 0,-1 0-10 0,1 0-5 15,-1 1-10-15,-3 2-7 0,3-1-8 0,-2-1-8 0,-2 2-5 16,0-2-3-16,2 1-12 0,-2 0-27 16,0-5-30-16,-2 3-38 0,0-3-36 0,0-3-39 15,-1 2-45-15,1-1-158 0,-4-4-360 0,3 0 159 16</inkml:trace>
  <inkml:trace contextRef="#ctx0" brushRef="#br0" timeOffset="112201.68">25549 7377 143 0,'-1'-9'248'0,"1"-1"-24"15,0 10-19-15,4-12-24 0,2 4-17 0,5 1-17 16,5-1-18-16,11 2-33 0,1-1-37 16,3 1-42-16,3 4-65 0,17 0-44 0,-10 2-154 0,8 2-266 15,4-1 118-15</inkml:trace>
  <inkml:trace contextRef="#ctx0" brushRef="#br0" timeOffset="113476.59">30028 8504 220 0,'3'-7'230'0,"-1"2"-13"15,1-5-18-15,-2 2-7 0,-1-2-6 0,0 10-4 16,0-10-6-16,0 10-11 0,-1-12-15 0,1 12-3 15,-4-10-16-15,1 3-15 0,3 7-14 0,-9-7-7 16,4 4-3-16,-1-2-20 0,-3 2-4 0,1 2-7 16,8 1-7-16,-23 3-4 0,12 2-5 0,-1-1-5 15,0 2-4-15,0 5-7 0,-3-3-4 0,4 6 0 16,-1-2-2-16,2 2-4 0,3-4 0 0,3 1 2 16,-2 0-7-16,3 0-1 0,1-1 0 0,2 2 2 15,1-2-2-15,3-1 1 0,1-2-5 0,0 1 0 16,2-1-3-16,2-3 1 0,2 2-2 0,1-5-1 15,0 3-1-15,2-4 3 0,-1-1-4 0,6 1 2 16,-6-3 0-16,1-2 2 0,-2 0-3 0,0-1 5 16,-1-1-3-16,0-3 5 0,1-3-5 0,-3 0 8 15,-3 1 12-15,0-3-4 0,2-3-1 0,-3 1 0 16,-2-1 1-16,2-5-5 0,-3-5-1 0,0 10-6 16,-1-11 2-16,0 4 3 0,1 6 9 0,-2 0-3 15,1 2 19-15,0 5-5 0,-1-2 5 0,1 4 6 16,-1-1-3-16,0 4 1 0,3 0-5 0,-3 7-2 15,0-9-3-15,0 9-13 0,0 0-5 0,2-8-5 16,-2 8 0-16,0 0-3 0,0 0 6 0,0 0-4 16,0 26-3-16,2-11-3 0,-1 2 2 0,-1 3-1 15,-1 0 12-15,1 4-14 0,0 0 1 0,-3 4 4 16,2-10-4-16,-3 8 10 0,3-7-14 0,0 7-1 16,1-2-12-16,0-6-19 0,-2 0-16 0,4-5-38 15,-2 4-37-15,1 0-30 0,-1-1-35 0,1 1-37 16,0-6-44-16,2 2-221 0,-2-3-529 0,2 2 234 0</inkml:trace>
  <inkml:trace contextRef="#ctx0" brushRef="#br0" timeOffset="113850.87">30745 8259 115 0,'5'-8'332'0,"0"4"-37"0,-3-1-31 0,-2 5-25 15,0 0-18-15,0 0-10 0,0 0-10 0,0 0-13 16,-20 25-9-16,9-14-14 0,-3 4-16 0,-3 6-11 16,1 0-12-16,-1-1-15 0,-2 2-7 15,5-2-7-15,0-3-15 0,1-3-2 0,-1 1-13 0,0-1-5 16,-1-2 6-16,0-3-18 0,0 3-4 0,4-6-8 16,-1 1 0-16,1-6-5 0,-1 4-3 0,4-4-1 15,1-1-2-15,7 0-1 0,-16-1-4 0,13-5-15 16,-1 0-1-16,-2-1-3 0,3-4-3 0,2-4-11 15,2 0-1-15,3-2 2 0,3-1-5 0,4 3 1 16,-2-1 4-16,2 4 0 0,-2 1 2 0,0 4-1 16,-1 1-1-16,2 1 2 0,-1 1 6 0,0 1-5 15,0 3-2-15,-9 0 5 0,18 3-4 16,-7 1 7-16,1-1-7 0,-2 2 2 0,6 3 4 0,-5 1-6 16,1 1 2-16,2 3-2 0,-2-2-16 0,3 2-23 15,-2-2-34-15,1 5-40 0,0-2-41 0,0 0-54 16,2 0-53-16,-2-1-189 0,-2 1-495 0,2-3 220 15</inkml:trace>
  <inkml:trace contextRef="#ctx0" brushRef="#br0" timeOffset="114501.45">25623 10773 90 0,'0'0'262'0,"-10"-1"-18"0,10 1-14 0,0 0-9 16,-11-1-13-16,11 1-19 0,0 0-15 0,0 0-21 15,0 0-13-15,0 0-8 0,0 0-33 0,0 0-20 16,34-6-34-16,-16 6-45 0,-4 0-39 15,4 3-42-15,-2-2-50 0,2 2-38 0,-4 0-139 0,-5 0-334 16,1 2 149-16</inkml:trace>
  <inkml:trace contextRef="#ctx0" brushRef="#br0" timeOffset="114673.66">25630 10948 78 0,'0'0'282'0,"-9"0"-9"0,9 0-12 15,0 0-12-15,0 0-18 0,0 0-28 0,0 0-20 16,0 0-13-16,0 0-29 0,0 0-23 0,0 0-28 16,23-7-22-16,-10 7-49 0,5 2-48 0,2 0-39 15,0-1-41-15,8 2-37 0,3 1-49 0,-11 1-109 16,12-3-328-16,-6 0 145 0</inkml:trace>
  <inkml:trace contextRef="#ctx0" brushRef="#br0" timeOffset="115133.89">26528 10533 197 0,'0'0'244'0,"-2"-9"-7"0,2 9-9 15,0-10-17-15,0 10-11 0,7-10-22 0,-2 6-7 16,3 0-15-16,5-2-7 0,6 1-17 0,1 0-5 15,2 3-12-15,5 1-8 0,3 2-17 0,-3 2-5 16,-5 2-12-16,-4 3-3 0,0-1-7 0,-3 3-4 16,2 2-4-16,-7 1-1 0,0 2-3 0,-1 1-7 15,-5-2-5-15,-2 2 2 0,-2 1-7 0,-4 0-4 16,-1 1-1-16,-3-2 1 0,-4-2 2 0,-3 7-4 16,3-7-2-16,-3-1 1 0,-1-1-3 0,0 0-4 15,-2-1 1-15,3 0 2 0,-1-3-6 0,2-3 0 16,3 1-1-16,0-2-16 0,2 0-14 0,2 0-25 0,-2-1-24 15,9-3-37-15,-9 4-45 0,9-4-66 16,0 0-50-16,0 0-193 0,0 0-490 0,-8-11 217 16</inkml:trace>
  <inkml:trace contextRef="#ctx0" brushRef="#br0" timeOffset="115390.74">26991 10521 19 0,'7'-8'301'0,"-2"-2"-7"0,-3 1-2 0,0 3-10 16,2 1-18-16,-4 5-13 0,5-8-19 0,-1 5-29 16,-4 3-24-16,0 0-14 0,0 0-15 15,0 0-14-15,0 0-5 0,8 20-7 0,-8-9-8 0,-1 4-1 16,-2 3-3-16,1 0-11 0,2 2-12 0,0-1-8 16,-2 0-7-16,2 5-4 0,-2-4-10 0,4-3-1 15,-2 2-7-15,0-2-9 0,2 2-4 0,0-3-8 16,-2-1-6-16,0-1-31 0,0-2-22 0,0-3-30 15,0 2-32-15,0-2-31 0,0 0-37 0,0-9-45 16,0 12-37-16,0-12-38 0,-4 7-207 0,4-7-526 16,0 0 234-16</inkml:trace>
  <inkml:trace contextRef="#ctx0" brushRef="#br0" timeOffset="115580.83">26715 10429 129 0,'-7'-2'208'0,"3"0"-16"0,4 2-12 15,-9-5-12-15,9 5-17 0,0 0-14 0,20-2-10 16,2 1-14-16,7 1-26 0,5 0-36 0,2 1-36 16,5-1-48-16,15-3-41 0,-18 3-59 0,-2-1-87 15,4 0-238-15,-2 2 106 0</inkml:trace>
  <inkml:trace contextRef="#ctx0" brushRef="#br0" timeOffset="115890.49">27597 10604 202 0,'3'6'293'0,"-3"-6"-8"15,4 3 4-15,-4-3-7 0,0 0-11 0,7 4-15 16,-7-4-24-16,0 0-20 0,7 2-16 0,-7-2-17 15,13 1-13-15,-1-1-8 0,1 2-6 0,8-2-9 16,-2-2-15-16,2 2-11 0,8-2-4 0,0-1-19 16,-8 3-1-16,0-2-16 0,0 2-6 0,-1-3 0 15,-7 3-9-15,4 0-3 0,-6-2-9 0,-1 2 2 0,-10 0 8 16,13-1-1-16,-7 2 13 0,-6-1 10 0,0 0 2 16,11-1-7-16,-11 1 6 0,0 0-5 0,7 0-8 15,-7 0-4-15,0 0-9 0,0 0-4 16,0 0-8-16,0 0-3 0,9-3-19 0,-9 3-29 0,0 0-32 15,0 0-45-15,0 0-52 0,0 0-48 0,0 0-57 16,0 0-64-16,3-7-56 0,-3 7-292 0,0 0-704 16,0 0 312-16</inkml:trace>
  <inkml:trace contextRef="#ctx0" brushRef="#br0" timeOffset="117031.8">29258 10278 16 0,'-3'-14'225'0,"0"9"-3"0,3 5-11 0,-5-9-12 16,1 4-11-16,4 5-19 0,-10-5-9 0,3 4-20 16,7 1-5-16,-21 3-10 0,4 4-12 0,0-1-8 15,-1 6-2-15,-7 0-11 0,6-1-3 0,3 3-12 16,-2-4 2-16,5 2-12 0,0 1-8 15,0-1-4-15,4-2-4 0,2 1-3 0,3 0-5 0,1 0-5 16,2-1 0-16,2 1-6 0,3 2-4 0,3 1-1 16,0-2-4-16,5-1 1 0,4 4-4 0,1-4 0 15,5 3-3-15,-5-3-3 0,7 3 2 0,-6-3-5 16,-4-1-2-16,0-1 0 0,-2 2-3 0,-2-4 0 16,-2 1 0-16,-3-1-2 0,1 1 1 0,-4-2-3 15,-2 1 3-15,0-7-2 0,-4 15 2 0,-2-7 1 16,-2 0 2-16,-2-2-2 0,-2 1 1 0,-3 0-2 15,-1 0 0-15,-1-4-2 0,0 3-1 0,3-3-18 16,3 0-25-16,-2 1-25 0,3-3-30 0,3 1-38 16,7-2-39-16,-10 3-31 0,10-3-40 0,-9 0-125 15,9 0-398-15,0 0 177 0</inkml:trace>
  <inkml:trace contextRef="#ctx0" brushRef="#br0" timeOffset="117225.43">29389 10481 197 0,'5'-4'270'16,"0"0"-16"-16,-1 0-12 0,-4 4-19 0,7-6-13 0,-7 6-25 16,6-1-20-16,-6 1 6 0,0 0-7 0,7 11-7 15,-7-11-19-15,1 17-11 0,-1-7-13 0,0 7-10 16,-3-1-10-16,2 2-5 0,-2-2-15 0,1 2-20 16,-2-3-29-16,1 0-30 0,1 1-35 0,-1-1-33 15,2-1-39-15,0-2-41 0,1-1-30 0,0 0-33 16,-2-1-164-16,2-4-411 0,0-6 183 0</inkml:trace>
  <inkml:trace contextRef="#ctx0" brushRef="#br0" timeOffset="117601.4">29618 10673 177 0,'10'-8'253'0,"-10"8"-9"0,3-12-6 0,-1 5-4 16,2-4-17-16,-3 2-8 0,2-2-17 0,6-3-16 15,-4 3-16-15,3 0-19 0,4-1-6 0,-4 3-7 16,0 1-10-16,2 0-9 0,1 3-8 0,1 1-15 0,1 0-2 16,0 4-3-16,-1 3-14 0,6-2-2 15,-5 5-11-15,5 1-1 0,-6-1 0 0,0 1-11 16,0 5-7-16,-3-2-1 0,0 0-3 0,-3 0-4 16,-1 1-1-16,-1 0-8 0,0-1-11 0,-3 2-31 0,-1-1-26 15,1 0-39-15,-1 0-38 0,-1-3-50 16,2 0-64-16,-1-8-241 0,-2 14-521 0,2-14 231 15</inkml:trace>
  <inkml:trace contextRef="#ctx0" brushRef="#br0" timeOffset="117891.13">30334 10386 65 0,'5'-1'255'0,"1"0"-32"15,-6 1-9-15,10 5-15 0,-6-2-7 0,-3 5-14 16,-1-8-11-16,-1 15-20 0,-1-3-11 0,-2 0-13 16,-4 4-12-16,-1-2-8 0,0 2-9 0,-3 0-10 15,-7 2-7-15,4-4-9 0,0-1-1 0,0-1-7 16,2 1-1-16,0-5-9 0,4 1-3 0,1-3-7 16,2-3-1-16,2 3-5 0,-2-2-1 0,1-1-1 15,5-3 2-15,-3 7 12 0,3-7 0 0,0 0-5 16,10 10-2-16,2-8-4 0,5 1-3 0,2-2-10 15,2-1-22-15,9-1-33 0,0 1-35 0,4-1-43 16,-3-1-48-16,7-1-36 0,-3-1-52 0,-3-3-150 16,2 2-430-16,-2-1 191 0</inkml:trace>
  <inkml:trace contextRef="#ctx0" brushRef="#br0" timeOffset="118245.76">30877 10354 188 0,'1'-6'245'0,"-1"6"-27"0,4-6-13 16,-4 6-17-16,0 0 10 0,0 0 18 0,0 0-2 16,-12 25-7-16,2-9-11 0,0 0-5 0,-5 5-21 15,-3-1-4-15,-3 1-10 0,0-1-14 0,0-2-11 16,3-4-9-16,-6 1-3 0,2-1-15 0,6-3-6 16,-1-2-13-16,2 0-1 0,2-4-6 0,-5 1-11 15,5-2-2-15,0 0-8 0,3-4-3 0,-3 1-6 16,13-1-9-16,-18 0-8 0,18 0 6 0,-11-5-3 0,11 5 0 15,-9-10-5-15,7 3-7 0,2 7 4 16,-2-20-5-16,5 8-10 0,1 1-5 0,6-4 3 16,1 1-7-16,2 0 1 0,2 4-5 0,2 2 7 15,2 1 0-15,-7 3-7 0,0 0 4 0,1 1-2 16,0 3 6-16,-1 2-3 0,-2 1-6 0,-1 0 7 0,0 1-2 16,1 4 2-16,-1 2-9 0,0-1 1 15,-2 4 9-15,1 2-2 0,5-3-20 0,-5 5-17 16,2-1-44-16,-1 0-44 0,-2-1-50 0,1 2-43 15,1-1-53-15,0 0-43 0,-4 0-210 0,3-2-563 16,-2 2 249-16</inkml:trace>
  <inkml:trace contextRef="#ctx0" brushRef="#br0" timeOffset="118806.56">29328 10999 64 0,'0'0'234'0,"-14"-2"-3"0,14 2-8 16,-14-1-9-16,14 1-12 0,-12-2-18 0,12 2-11 0,-8 0-17 15,8 0-17-15,0 0-8 0,0 0-4 0,0 0-3 16,0 0 4-16,0 0-6 0,58 3-10 0,-20-3-11 16,26-3-6-16,33 3-6 0,7-2-5 0,3 1-10 15,6 1-2-15,-2 3 2 0,0-5-9 0,-2 2-3 16,-3 5-3-16,-13-1 0 0,-26-4-10 0,-1 0-4 16,-3 2-7-16,-5 3 2 0,-3-4-3 0,-5 1-1 15,-15-2-1-15,-5 2 0 0,-4-2 8 0,-4 0 2 16,-4 1 4-16,-6-1 3 0,-1 0 8 0,-3 0 4 15,0 0 3-15,-8 0 13 0,12-3-2 0,-12 3-4 16,9-1 0-16,-9 1-3 0,0 0-14 0,7-1-2 16,-7 1-5-16,0 0-14 0,0 0-25 0,0 0-15 15,8-2-67-15,-8 2-51 0,0 0-61 0,0 0-64 16,0 0-59-16,-18-8-319 0,7 6-676 0,-1-1 300 16</inkml:trace>
  <inkml:trace contextRef="#ctx0" brushRef="#br0" timeOffset="119851.7">30115 11248 147 0,'0'0'178'0,"0"0"-11"0,-9-3-14 16,9 3-10-16,0 0-7 0,-7-4-5 0,7 4-1 15,0 0-9-15,-6-4-1 0,6 4 1 0,0 0-3 16,0 0-3-16,0 0 0 0,-6-4-5 0,6 4-8 16,0 0-5-16,0 0-2 0,-4-6-1 0,4 6-3 15,0 0-3-15,0 0-4 0,0 0-5 0,0-9-6 16,0 9-7-16,0 0-4 0,7-8 16 0,-7 8-9 15,9-5-10-15,-2 3-3 0,2-3-5 0,1 3-10 0,2 0 2 16,-1 1-7-16,2 1-4 0,0 2-1 16,-2-1-6-16,0 3 0 0,1 0-5 0,-3-1 0 15,4 3-3-15,-4 0-3 0,-3 4 1 0,0-2-2 16,-1 1-4-16,-4 1 5 0,-1 1-6 0,-1 1 2 16,-2-1 1-16,-3 3 2 0,-2 1 3 0,-1-1-7 15,-5-2 1-15,-1 1-4 0,-2-2-3 0,4-2 4 16,-2 3 1-16,0-5 1 0,-2 1 2 0,7-2-6 15,-4 0 4-15,1-1-2 0,3 0 0 0,0-2 2 16,2 0 4-16,1 0 1 0,7-3 10 0,-10 4-9 0,5-1 11 16,5-3-6-16,0 0 0 0,0 0-1 0,0 0 0 15,0 0 1-15,0 0 0 0,0 0-5 16,26 6 2-16,-5-5 0 0,9-1 8 0,2 0-3 16,2-1-23-16,5-5-14 0,-1 2-22 0,3 1-26 0,11-3-26 15,2 4-45-15,-2-4-41 0,-13 2-55 0,16-3-47 16,-17 3-232-16,13-2-549 0,-14 0 244 0</inkml:trace>
  <inkml:trace contextRef="#ctx0" brushRef="#br0" timeOffset="120551.63">31375 9910 16 0,'0'0'169'16,"-5"-7"1"-16,5 7 2 0,-6-6-7 0,6 6-16 0,0 0-8 15,0 0-9-15,-7-1-14 0,7 1-13 0,0 0 1 16,0 0 0-16,0 0-1 0,-5 18 1 0,5-1 2 16,1 6-1-16,-1 8 0 0,0 3 16 0,6 15-8 15,-4 0-10-15,0 1 23 0,-1 6-1 0,4-1-10 16,-5 0-9-16,2 4 2 0,0-2-12 0,-2 22-10 16,3-21-6-16,3 21 5 0,0-24-3 0,3 2-10 15,9 24-3-15,-5-22 1 0,1-3-13 0,-5 1-1 16,2-1-7-16,2-2-2 0,-3-4-6 0,-1-1-7 15,-5-4 2-15,1-12-2 0,0 1-10 0,-1-2-1 16,0 1 5-16,-2-2-11 0,0-5-16 0,1 1-22 16,-4-8-29-16,-1-1-20 0,0-1-36 0,0-2-37 15,1 2-41-15,-2-5-32 0,0-5-33 0,1 5-43 16,-5-2-183-16,4-4-510 0,0 0 226 0</inkml:trace>
  <inkml:trace contextRef="#ctx0" brushRef="#br0" timeOffset="120859.07">31573 11658 154 0,'0'0'296'0,"0"0"-26"0,0 0-24 16,0 0-24-16,0 0-12 0,-1 10-3 15,1-10-10-15,1 7-7 0,-1-7-20 0,7 6-14 16,-1-2-4-16,4-2-5 0,1 2-23 0,1-1-6 15,1-2-10-15,5-1-7 0,0 0-8 0,0-3-10 0,-5 1 2 16,1-1-9-16,-4-1-8 0,1-1-8 0,1 2-3 16,-5-5 4-16,0 0 2 0,-1 2-10 15,-2-5-2-15,-3-1 8 0,-1 3-9 0,-1-2-17 16,-4-1 8-16,0 0 8 0,0 3-28 0,-3 0 16 0,-5-3-7 16,2 5-12-16,-2-3-3 0,-2 1-24 0,2 3-20 15,-1 1-27-15,-2 0-35 0,3 1-41 0,1 1-48 16,0 1-67-16,2-5-80 0,4 2-190 0,1-2-560 15,5 7 248-15</inkml:trace>
  <inkml:trace contextRef="#ctx0" brushRef="#br0" timeOffset="121245.69">31981 9886 1677 0,'1'-18'13'0,"-1"2"36"0,3 6-10 0,-2 0-18 15,-1 3-11-15,1 0 3 0,-1 7 0 0,3-10 11 16,-3 10-1-16,6-5 7 0,-6 5 12 0,0 0 17 16,21 11 3-16,-15-2-2 0,1 4-5 0,2 1-4 15,-1 3 0-15,0 1-4 0,-3 0-4 0,0 1-5 16,-3 0 2-16,0-1-6 0,0 0 3 0,-4-1-4 16,2-1 0-16,-2-4-5 0,-2 5-5 0,1-7-1 15,-1-1-2-15,-2 1 1 0,0-1-4 0,-1-1-20 16,0-2-28-16,-1 0-31 0,-2 1-35 0,2-2-28 15,4-4-38-15,4-1-44 0,-11 4-133 0,3-3-369 0,8-1 163 16</inkml:trace>
  <inkml:trace contextRef="#ctx0" brushRef="#br0" timeOffset="121459.13">32221 9871 164 0,'0'0'241'0,"7"-4"-21"0,-7 4-20 15,0 0-18-15,8 0-13 0,-8 0 9 0,0 0-5 16,10 14-11-16,-7-3-7 0,1 4-2 0,-1 2-7 16,-1 1-15-16,1 8-13 0,-1-1-11 0,-3-6-8 15,0-2-15-15,-2 3-4 0,6-2-9 0,-3 1-7 16,-4-2-11-16,3-1-18 0,0-4-37 0,-1-1-28 16,0 1-42-16,-1-3-39 0,3-9-54 0,-1 15-36 15,1-11-200-15,0-4-435 0,0 0 193 0</inkml:trace>
  <inkml:trace contextRef="#ctx0" brushRef="#br0" timeOffset="121615.9">32274 9778 82 0,'6'-7'200'0,"2"-2"-17"15,3 3-33-15,3-2-16 0,0 3-13 0,4 1-15 16,3 0-22-16,-2 2-37 0,1-2-52 0,1 3-53 15,0 2-116-15,-5 1-189 0,2 4 83 0</inkml:trace>
  <inkml:trace contextRef="#ctx0" brushRef="#br0" timeOffset="122143.43">25379 12175 232 0,'0'0'257'0,"-9"-2"-23"0,9 2-18 0,0 0-13 15,-5-5-18-15,5 5-13 0,0 0-10 0,14-10-13 16,-2 6-13-16,4-4-13 0,3 5-14 0,1-4-10 15,6 1-13-15,-4 2-25 0,5-3-31 0,1 2-40 16,-2-1-44-16,1 1-39 0,-6 2-53 0,2-2-53 16,-7 1-127-16,4 3-352 0,-5-1 156 0</inkml:trace>
  <inkml:trace contextRef="#ctx0" brushRef="#br0" timeOffset="122320.85">25462 12358 171 0,'0'0'221'0,"0"0"-8"16,0 0-6-16,0 0-14 0,0 0-19 0,0 0-17 15,17 4-15-15,-5-4-13 0,4-3-25 0,4 2-39 16,3-2-34-16,8-2-49 0,1 1-50 0,3-1-48 16,-1 1-152-16,0-1-290 0,3 0 128 0</inkml:trace>
  <inkml:trace contextRef="#ctx0" brushRef="#br0" timeOffset="123179.72">27218 12054 3 0,'0'0'186'16,"-8"-2"3"-16,8 2-5 0,-8-5-11 0,8 5-8 0,0 0-11 15,-9-2-6-15,9 2-6 0,0 0-7 0,0 0-3 16,-6-2-2-16,6 2-2 0,0 0-6 16,0 0 0-16,0 0-3 0,0 0-3 0,0 0-5 15,0 0-8-15,0 0-1 0,0 0-4 0,0 0-3 0,-5-6-11 16,5 6-10-16,0 0 1 0,0 0-12 0,0 0-1 15,0 0-8-15,0 0-3 0,0 0-8 16,0 0 1-16,22 2-5 0,-22-2 1 0,19 2-4 16,-9 2-5-16,2 0-4 0,-1-1-3 0,-2 3 12 0,3 1-19 15,-1 0 2-15,-1 2 2 0,0 0-5 0,-3 1-4 16,3 3-2-16,-3 1 4 0,3 3-3 0,-6-1-3 16,-2 1 5-16,2-2-3 0,-3 1 1 0,-2-1 1 15,-3 1-5-15,0-1 6 0,-1-5-7 0,-2 1 0 16,0 0 2-16,-3 1 1 0,1-1 9 0,-1-6-13 15,-3 7 3-15,-3-3 0 0,3-1-5 0,-5-1 4 16,4-3-6-16,-4 2 8 0,5-1-6 0,4-1-15 16,-2-4-16-16,0 4-17 0,2-2-24 0,9-2-24 15,-16-2-26-15,16 2-31 0,-9 0-43 0,9 0-42 16,-7-4-51-16,7 4-164 0,0 0-486 0,3-11 215 16</inkml:trace>
  <inkml:trace contextRef="#ctx0" brushRef="#br0" timeOffset="123444.45">27539 12083 2 0,'5'-7'276'0,"0"2"-3"0,-1 0-8 16,-4 5-12-16,2-7-10 0,-2 7-26 0,0 0-20 16,7-5-17-16,-7 5-3 0,0 0-14 0,0 0-4 0,2 15-11 15,0-6-5-15,0 2-1 0,-2 3-10 0,-2 1-3 16,2-3-18-16,-2 1-11 0,0 3-6 15,0 0-13-15,1-1-1 0,-3 0-8 0,4-2 7 16,-2-1-20-16,2-1-5 0,-2 3-9 0,0-4-2 0,2 0-3 16,-3 0-13-16,2-1-15 0,1-2-18 0,-1 1-24 15,1-8-29-15,-1 13-24 0,1-13-25 0,-4 8-27 16,0-3-26-16,4-5-31 0,-4 6-34 0,4-6-31 16,-9 4-200-16,9-4-495 0,0 0 220 0</inkml:trace>
  <inkml:trace contextRef="#ctx0" brushRef="#br0" timeOffset="123711.21">27223 12052 36 0,'0'0'197'0,"0"0"-8"15,0 0 0-15,0 0-4 0,27-9-10 0,2 2-15 16,7 3-6-16,18-5-9 0,6 2-10 0,-4 0-10 15,0-1-2-15,-1 1-6 0,-3-1-5 0,-13 3-6 16,-7 2-6-16,0 0-9 0,-12 0-4 0,0-1-7 16,-7 2 4-16,-1 0-13 0,-1 1 2 0,-4 0-5 15,-1 0 1-15,-6 1 0 0,9-2-13 0,-9 2-8 16,0 0-6-16,10-2-1 0,-10 2-18 0,0 0-23 16,0 0-29-16,0 0-38 0,0 0-53 0,0 0-47 15,0 0-48-15,0 0-211 0,0 0-461 0,0 0 204 16</inkml:trace>
  <inkml:trace contextRef="#ctx0" brushRef="#br0" timeOffset="124117.42">26955 12807 97 0,'0'0'289'0,"0"0"-17"0,-9 1-13 16,9-1-19-16,0 0-17 0,0 0-8 0,38-7-11 16,-4 4-18-16,18-3-16 0,4 0-13 0,5 1-9 15,29-4-15-15,-25 4-6 0,27-4-9 0,-29 4-11 16,2-2 0-16,-1 2-3 0,-5 0-6 0,-5-1-7 15,-5 1-7-15,-8 3 1 0,-7-2-7 0,1 3-12 16,-7-2 5-16,-1 1-8 0,-5 2-1 0,-4-1-3 16,-5 1 3-16,-1-1 3 0,-2-1 5 0,-3 2-8 15,-7 0 6-15,12 0-3 0,-12 0 5 0,11 2 0 16,-11-2 1-16,7-3-5 0,-7 3 6 0,0 0-15 16,10-1-1-16,-10 1-7 0,0 0-2 0,0 0-6 15,0 0-16-15,0 0-20 0,0 0-34 0,0 0-43 16,0 0-38-16,0 0-44 0,0 0-54 0,0 0-71 15,-23-11-72-15,11 9-272 0,-1-1-672 0,-8 1 297 16</inkml:trace>
  <inkml:trace contextRef="#ctx0" brushRef="#br0" timeOffset="127528.86">10042 12463 115 0,'0'0'172'16,"-10"0"-5"-16,10 0-6 0,0 0-16 0,0 0-9 15,0 0-5-15,-9 2-14 0,9-2-9 0,0 0-10 0,0 0-4 16,0 0-4-16,0 0-10 0,23 3-6 0,-9-3-8 15,-1 0-7-15,6 0-4 0,-1 0-17 0,2 0-16 16,2 1-29-16,-1-1-18 0,0-2-27 16,7 0-35-16,-1 2-41 0,-6-2-144 0,-4 1-294 0,3-2 130 15</inkml:trace>
  <inkml:trace contextRef="#ctx0" brushRef="#br0" timeOffset="127713.11">10045 12665 128 0,'0'0'159'0,"0"0"-17"0,0 0-11 16,0 0-12-16,0 0-17 0,17 4-7 0,-5-4-12 16,3 0-21-16,5 0-33 0,8-1-35 0,0-1-41 15,1 0-43-15,-1 2-62 0,2-2-164 0,0-2 73 16</inkml:trace>
  <inkml:trace contextRef="#ctx0" brushRef="#br0" timeOffset="128994.76">12055 12023 20 0,'0'0'226'0,"-5"-5"-5"0,5 5-8 16,-8-4-12-16,8 4-12 0,0 0-14 0,-5-3-14 15,5 3-12-15,0 0-13 0,0 0-17 0,0 0-12 16,0 0-6-16,11-11-8 0,1 9-10 16,5-1-10-16,4 0-3 0,8-2-9 0,1-1-6 0,1 3-19 15,0-3-20-15,-2 2-25 0,-7 1-30 0,-1 1-28 16,-3 1-40-16,0-2-23 0,-5 3-38 0,-2-1-164 15,-4 1-357-15,-7 0 158 0</inkml:trace>
  <inkml:trace contextRef="#ctx0" brushRef="#br0" timeOffset="129874.59">12224 12022 104 0,'0'0'146'0,"-5"5"-2"16,5-5 2-16,0 0 1 0,-2 9 18 0,2-9 2 15,0 19-2-15,0-6-8 0,0 4-7 0,0 8-1 16,0 0-10-16,-2 2-10 0,-1 0-9 0,3 3-11 16,-4-2-2-16,1 0-12 0,-1-2-7 15,1 1-9-15,0-2-12 0,2 0-5 0,-3-5-5 0,4-1-7 16,-2-1 19-16,-1 0-8 0,2-2-8 0,0-3-5 16,-1 3-6-16,2-3-5 0,0-2 0 0,-5 0-2 15,5-1-5-15,0 0 0 0,-2-1-7 0,-2-3-4 16,1 1-3-16,3-7-6 0,-7 8-5 0,3-2-3 15,0-4-5-15,-5 1 0 0,4 0-3 0,5-3 0 16,-20 0 2-16,13 0 2 0,-4-3-2 0,0 0-2 16,1-1 7-16,0-1-3 0,3 1 2 0,-4-1 0 15,3 0 3-15,3 1 2 0,0 1 6 0,-1-1 6 16,6 4-3-16,-8-4-2 0,8 4 1 0,-6-4-4 16,6 4 3-16,0 0-5 0,0 0-3 0,0 0 4 15,0 0-1-15,25-2-2 0,-12 2-2 0,1 2-3 16,7-2-22-16,-1 0-14 0,10 1-21 0,-1-1-20 15,-4 0-29-15,5 0-21 0,-3 0-20 0,-6-1-14 16,2-1-5-16,4 0-3 0,-5 0 5 0,-2 0 15 16,-3 0 17-16,0 0 7 0,-3-2 11 0,-4 1 13 15,0 0 19-15,1 1 17 0,-4-1 10 0,-1 1 28 16,-6 2 23-16,8-3 11 0,-8 3 17 0,6-4 14 16,-6 4 13-16,7-2 1 0,-7 2 4 0,0 0-6 15,0 0-4-15,0 0 7 0,0 0 2 0,0 0 11 16,8 7 17-16,-8-7 3 0,0 0 3 0,-2 14-5 15,2-14-7-15,-4 11-4 0,4-11-1 0,0 10-1 16,0-10-3-16,-2 8-3 0,2-8 2 0,-3 7 2 16,3-7 9-16,0 0 5 0,-1 7 20 0,1-7 9 15,0 0 20-15,0 0-10 0,0 0-10 0,0 0-6 16,0 0-4-16,0 0-13 0,0 0 1 0,0 0-11 16,-5-24-8-16,5 24-5 0,2-16-10 0,0 4-5 15,3-3-7-15,1 1 2 0,-1-1-10 0,4 1 10 16,0-1-18-16,0 2 11 0,3 6-22 0,-3 0 7 15,1 1-11-15,2-1-4 0,1 4 1 0,0 0-7 16,-3 3-3-16,3 0 3 0,-1 3 3 0,-2 0-4 16,1 0-5-16,1 3 0 0,-5-1 4 0,0 1-2 15,-1 0 3-15,1 1 3 0,-4-1-8 0,1-1 6 16,0 0 2-16,-1-1-8 0,-3-4 5 0,4 9 2 16,-4-9-9-16,0 0 4 0,4 7 5 0,-4-7 1 15,0 0 1-15,0 0-10 0,0 0-4 0,0 0-8 16,0 0-15-16,0 0 2 0,0 0 4 0,14-16-6 15,-9 8 4-15,3-1 0 0,-1 0-3 0,2-1 0 0,2-2 9 16,0 0 0-16,3-1-7 0,-1 4 6 0,3-3 4 16,-7 5-3-16,5 2 4 0,-5-2 3 15,4 4 2-15,-4-1 7 0,2 4 2 0,-2 2 9 16,0-1-6-16,1 3 0 0,0-1 6 0,-3 1-10 0,1 3 4 16,-2 0 5-16,0 1-6 0,-1 1 4 0,-1-1-1 15,-4 3 7-15,4-3-11 0,0 3-8 0,-4-2-27 16,2 0-30-16,-2 0-32 0,0 0-45 15,0-9-50-15,0 13-48 0,0-9-53 0,0-4-199 16,-6 7-535-16,6-7 236 0</inkml:trace>
  <inkml:trace contextRef="#ctx0" brushRef="#br0" timeOffset="130185.37">13050 11886 1956 0,'9'-28'46'0,"-2"2"24"16,-1 8-34-16,-1 7-12 0,0 1-3 16,3 0-11-16,-3 3 8 0,5 2 5 0,-2 3 8 15,-8 2 7-15,17 3 11 0,-5 4 2 0,-3 2 1 0,0 3 0 16,3 3-5-16,-6 1-1 0,1 3-1 0,-1-4-3 16,-2 4-2-16,-3-2-4 0,2 2-1 0,-3-6 3 15,2-1 0-15,-2 0 1 0,-2 0-2 16,-1-3 0-16,3 1-3 0,0-3-2 0,0-7-2 0,3 13-3 15,-3-13-1-15,0 8 2 0,0-8 0 0,6 7 6 16,-3-4-5-16,3-1-3 0,8-2-2 0,-1 0-2 16,7 0-2-16,0-4-4 0,9 1-3 0,-1-2-20 15,1 2-24-15,4 1-29 0,-6-2-36 0,-6 2-45 16,-2 0-46-16,0 2-44 0,-8 1-202 0,1 0-467 16,-2 3 207-16</inkml:trace>
  <inkml:trace contextRef="#ctx0" brushRef="#br0" timeOffset="130617.4">11981 13144 171 0,'-8'-3'245'15,"3"-1"-11"-15,-3 3-20 0,8 1-22 0,-9-4-18 16,9 4-12-16,0 0-6 0,0 0-2 0,0 0-4 15,41-4-1-15,-6-1-11 0,16 0-6 0,9 0-16 16,-3-7-6-16,9 6-8 0,0-3 1 0,-2 2-14 16,27-6-11-16,-29 6-2 0,-3-3-9 0,0 4-2 15,-3-3-7-15,2-1-8 0,-6 3-1 0,-14 3-8 16,2 0 5-16,-4 0-10 0,-4 0-5 0,-1-1-5 16,-2 3 5-16,-10 1-8 0,-4-2 0 0,-1 2-8 15,-3 2-16-15,-3 0-21 0,0-1-16 0,-8 0-17 16,9 2-21-16,-9-2-31 0,0 8-31 0,0-8-60 15,-13 11-46-15,-2-2-195 0,-12 2-473 0,2 3 210 16</inkml:trace>
  <inkml:trace contextRef="#ctx0" brushRef="#br0" timeOffset="131078.21">12423 13304 239 0,'0'0'257'0,"0"0"-15"0,-8 1-15 0,8-1-19 16,0 0-19-16,-5 7-8 0,5-7-2 15,0 13-1-15,0-4-19 0,-2 4-8 0,0 3-10 16,2 3-3-16,2-3-11 0,0 1-8 0,2 0-11 16,-1-2-7-16,3 1-8 0,0-4-8 0,2 4-7 15,-3-6-3-15,7 3 0 0,-4-4-11 0,3-1 0 0,5 1-6 16,-3-2 1-16,0-2-3 0,4-2-5 0,0 0 0 15,1-3 0-15,1-1-4 0,-2-6 3 16,4 4-4-16,-6-1 5 0,5-4 8 0,-11 1 2 16,9-2-3-16,-9 4 3 0,5-7 3 0,-5 3-1 0,0-4-3 15,0-1-2-15,-5 3-7 0,1-4 0 0,1 1 0 16,-3 2 5-16,1 2 3 0,-2 1 3 16,2-1 1-16,-4 4 4 0,3-1-3 0,-3 7-7 15,1-9-7-15,-1 9-3 0,2-5-10 0,-2 5-9 16,0 0-7-16,0 0-1 0,0 0 3 0,0 0-7 15,10 21 0-15,-10-10-2 0,3 3 1 0,-3 0-7 16,4 1 3-16,-2-3 1 0,0 6-1 0,-1 0 2 16,1 1-8-16,-2-3 2 0,3-1-1 0,-3-2 2 15,2 2-6-15,0 1-10 0,0-1-31 0,0-3-14 0,-2-1-53 16,1-1-33-16,-1-1-39 0,0 2-36 0,0-5-44 16,0 3-45-16,0-9-48 0,-1 13-280 0,1-7-683 15,0-6 301-15</inkml:trace>
  <inkml:trace contextRef="#ctx0" brushRef="#br0" timeOffset="131324.51">13068 13362 214 0,'4'-2'243'0,"-4"2"-2"15,10-2-4-15,-10 2-4 0,11 2-13 0,-5 1-11 16,-2 1-5-16,6 4-6 0,-6 1-5 0,3 2-13 15,-3-2-16-15,4 4-10 0,-4-2-9 0,-2 0-10 16,3 0-11-16,-3 1 0 0,0-1-22 16,-2-1-7-16,0 4-8 0,0-2-10 0,-2 0-2 0,0-3-11 15,0 2-21-15,-1 0-31 0,1-1-38 0,-2-4-36 16,-1 1-36-16,2-1-43 0,-1-1-40 0,4-5-46 16,-4 7-41-16,4-7-194 0,-7 3-500 0,7-3 221 15</inkml:trace>
  <inkml:trace contextRef="#ctx0" brushRef="#br0" timeOffset="131537.72">13256 13391 2100 0,'8'-14'183'16,"-4"0"-19"-16,1 5-41 0,-1-1-27 0,-2 2-6 15,2 1 10-15,-2 2 8 0,-2 5-6 0,3-10-6 16,-3 10-1-16,0 0-5 0,5-5-4 0,-5 5 9 16,0 0 14-16,0 0 20 0,2 21-18 0,-2-10 0 15,2 2-6-15,-2 2-6 0,0 1-10 0,2 0 1 16,-1 1-17-16,1-2-5 0,-2 2-10 0,0-1 0 15,0-3-5-15,0 0-9 0,0-1-9 0,0 0-18 16,0 0-36-16,0-1-39 0,-2-1-36 0,2-1-44 16,0-1-37-16,0-8-43 0,-1 11-62 0,1-11-37 15,-4 9-263-15,4-9-628 0,-7 4 278 0</inkml:trace>
  <inkml:trace contextRef="#ctx0" brushRef="#br0" timeOffset="131697.44">13145 13337 2531 0,'-5'-11'119'16,"1"0"-35"-16,-1 3-36 0,4 2-16 0,-3-1 4 16,4 7 11-16,0-9 6 0,0 9-7 0,0-12-4 15,0 12 0-15,10-9-12 0,1 3 2 0,4 0-5 16,3-1-26-16,3-1-31 0,3-1-47 0,3 2-55 16,6-3-67-16,-5 0-257 0,1 0-493 0,-9 2 218 15</inkml:trace>
  <inkml:trace contextRef="#ctx0" brushRef="#br0" timeOffset="132617.72">14335 12630 78 0,'0'0'200'0,"0"0"-7"0,-7-12-6 0,7 12-5 15,-4-4-3-15,4 4-10 0,-3-6-6 0,3 6-12 16,0 0-9-16,-6-5-6 0,6 5-4 16,0 0-6-16,-2-8-9 0,2 8-5 0,0 0-5 15,0 0-10-15,0 0-2 0,0 0-12 0,0 0-4 0,0 0-9 16,0 0-5-16,-3-6-3 0,3 6 0 0,0 0-7 15,0 0 1-15,0 0-3 0,0 0 0 0,0 0-2 16,0 0 0-16,0 0-6 0,0 0-3 0,0 0 2 16,0 0-4-16,0 0-1 0,0 0-1 0,0 0-5 15,0 0-7-15,0 0 0 0,0 0 4 0,0 0-14 16,0 0 1-16,0 0 1 0,0 0-1 0,0 0-1 16,0 0-2-16,0 0-4 0,0 0-6 0,0 0 6 15,0 0 4-15,0 0-10 0,0 0 7 0,0 0 6 16,0 0-8-16,0 0 3 0,0 0 10 0,0 0 4 15,0 0 6-15,0 0 0 0,0 0 5 0,0 0 6 16,0 0 1-16,0 0 1 0,0 0 2 0,0 0-1 16,0 0-1-16,0 0-7 0,0 0-4 0,0 0-5 15,0 0 0-15,0 0-1 0,0 0-6 0,0 0 0 16,0 0-1-16,0 0-8 0,0 0-2 0,0 0 5 16,0 0-7-16,0 0-3 0,0 0-6 0,0 0 9 15,0 0-1-15,0 0-5 0,0 0 8 0,14 12-6 16,-14-12 3-16,6 10-7 0,-4-5 4 0,8 1 7 15,-2 2-2-15,1 1 9 0,-2-1 3 0,5 4-5 16,1 0-13-16,0 0 21 0,-2 1 3 0,-1 2-1 0,4-3 4 16,-1 1 8-16,0 0-13 0,-4 0-2 15,4 0-3-15,-1-2 2 0,-4-1 2 0,-1 1-7 0,3-1 1 16,-1-2-2-16,-3-1-1 0,-1 1-2 16,1 1 2-16,1-2-4 0,-2 0-9 0,-1-1-27 0,-2 0-29 15,1-1-36-15,-1 1-36 0,-2-6-33 0,0 13-26 16,0-13-39-16,-2 12-42 0,-1-7-39 15,3-5-38-15,-6 8-209 0,1-4-598 0,5-4 265 16</inkml:trace>
  <inkml:trace contextRef="#ctx0" brushRef="#br0" timeOffset="132844.1">14562 12657 84 0,'0'-10'308'0,"0"3"-9"0,0-3-11 15,0 10-6-15,0-12-20 0,0 12-20 0,2-7-25 0,-2 7-23 16,0 0-8-16,0 0-17 0,0 0-9 0,0 0 4 16,-20 22-18-16,10-6-11 0,-2-1-14 15,-3 6-15-15,0 1-6 0,-3-2-12 0,0 3-7 0,3 0-11 16,-4-4-2-16,8-2-19 0,0 0-33 0,-2 0-38 16,4-1-30-16,2 0-38 0,-2 1-40 0,0-1-51 15,6-6-51-15,-1 2-53 0,2-1-190 0,2-3-512 16,0-8 227-16</inkml:trace>
  <inkml:trace contextRef="#ctx0" brushRef="#br0" timeOffset="133191.87">15159 12424 21 0,'0'-7'274'0,"0"7"-7"16,-1-13-5-16,-1 5-11 0,2 8-10 0,0-8-16 15,0 8-18-15,0 0-20 0,-1-10-17 0,1 10-8 16,0 0-30-16,0 0-7 0,0 0-16 0,0 0-5 16,14 3-12-16,-6 4 4 0,-1 0-17 0,1 5-1 15,5 0-8-15,-2 2-6 0,-3 1-4 0,1 0 0 16,-4 3 3-16,0-3-4 0,-1 2-6 0,-3 0-5 0,0 0 9 15,-1-1-14-15,-2 1-1 0,1-2-9 16,-3 1 2-16,0-4-5 0,-4 2-4 0,2-1 3 16,1-1-3-16,-3-2-4 0,-3 3 3 0,3-4-17 15,0 1-17-15,-1-2-18 0,3-1-28 0,-4-1-31 0,6 0-32 16,0-3-42-16,4-3-39 0,-6 7-53 16,6-7-254-16,0 0-546 0,0 0 242 0</inkml:trace>
  <inkml:trace contextRef="#ctx0" brushRef="#br0" timeOffset="133460.34">15467 12394 226 0,'3'-5'283'0,"-3"5"-2"0,1-10 4 0,-1 10-21 16,4-7-19-16,-4 7-22 0,0 0-20 0,0 0-16 15,0 0-12-15,0 0 8 0,0 0-24 0,6 17 1 16,-5-6-2-16,-1 1-9 0,1 0-14 15,1 4-8-15,-2-5 1 0,4 6-11 0,-4 0-2 0,0-1-7 16,1 1-13-16,0 0 1 0,-1-3-17 0,0-1-8 16,1 0-7-16,1-2-8 0,-2 1 3 0,-2-2-10 15,2 0-6-15,0 0-5 0,-1-3-21 16,1-7-26-16,0 14-12 0,0-9-42 0,0-5-24 0,-2 11-32 16,2-11-33-16,-2 7-35 0,2-7-47 0,-4 5-60 15,4-5-275-15,0 0-617 0,0 0 274 0</inkml:trace>
  <inkml:trace contextRef="#ctx0" brushRef="#br0" timeOffset="133765.53">15202 12340 101 0,'-7'-4'273'0,"3"1"-26"16,4 3-11-16,0 0-9 0,11-11-8 0,5 3-10 15,12-1-9-15,8-2-11 0,15-1-12 0,4 3 0 16,1-1-28-16,4 0-5 0,-5 1-7 0,-1 2-5 16,-15 2-4-16,-2 0-3 0,-5 1-5 0,-5-1-4 15,-9 4-2-15,-5-1-6 0,-2 1-1 0,-2 0-4 16,-2 1-1-16,-7 0 3 0,12 0 0 0,-12 0 0 16,8-2-8-16,-8 2-3 0,0 0 1 0,8-2-14 15,-8 2-9-15,0 0-6 0,0 0-11 0,0 0-1 16,7-1-7-16,-7 1-19 0,0 0-15 0,0 0-38 15,0 0-43-15,0 0-42 0,0 0-39 0,0 0-46 16,0 0-52-16,0 0-45 0,-30 6-43 0,19-5-238 16,5 3-621-16,6-4 275 0</inkml:trace>
  <inkml:trace contextRef="#ctx0" brushRef="#br0" timeOffset="138297.76">13299 13111 84 0,'0'0'125'0,"5"-8"-8"0,-3 3-6 16,2-1-8-16,-4 6-4 0,5-10 1 0,-3 7-2 15,-2 3-8-15,7-6-12 0,-7 6-6 0,0 0 1 16,0 0 0-16,0 0-1 0,0 0 4 0,3 21 2 16,-6-6 8-16,-2 10-7 0,-4 4 6 0,-2 3 12 15,-2 3-6-15,-3 8-7 0,-2-1-7 0,3-8 1 16,-8 11-8-16,8-14-5 0,-2 0-4 0,-1 0-5 15,5-2-5-15,-2 0-3 0,-3 2-5 0,5-5-4 16,-2-1-3-16,3 2-5 0,0-2-2 0,3-3-7 16,0-2-21-16,2-2-19 0,0-1-33 0,-1 0-39 15,3-3-35-15,1-3-49 0,1 0-40 0,-2-2-121 16,5-2-362-16,0-7 160 0</inkml:trace>
  <inkml:trace contextRef="#ctx0" brushRef="#br0" timeOffset="138898.34">15770 12154 90 0,'1'-8'160'0,"-1"8"-8"0,3-10-2 0,-3 10 6 0,2-10-5 16,0 5-2-16,-2 5-3 0,1-8-12 15,-1 8-9-15,0 0-11 0,0-8-11 0,0 8-16 0,0 0-11 16,0 0-11-16,0 0-2 0,0 0 2 0,0 0-3 16,-20 25 6-16,4-5 0 0,-1 3-1 15,-3 5 1-15,-10 8-3 0,-1 2 2 16,-1-2-6-16,0 2 1 0,-3-2-7 0,2-2-7 0,7-7-3 0,-6 8-2 15,8-8-5-15,-4-2-3 0,-4 10-17 0,7-9-31 16,-11 8-28-16,9-8-46 0,-9 7-48 16,9-9-57-16,2-1-206 0,-1 1-432 0,0-3 192 15</inkml:trace>
  <inkml:trace contextRef="#ctx0" brushRef="#br0" timeOffset="140852.29">7466 12314 19 0,'-9'-5'144'0,"0"1"-13"0,0-2-6 0,0 4-14 15,0-3-8-15,2 3-6 0,1-2-4 0,6 4-13 0,-13-5-8 16,6 2-1-16,7 3-12 0,-13-3-9 0,13 3-2 16,-10-2-4-16,10 2-8 0,-9-1-4 15,9 1-5-15,0 0-3 0,0 0 0 0,-13 0-8 16,13 0 4-16,0 0-9 0,0 0 4 0,0 0-3 0,-9 3 3 16,9-3-1-16,0 0-9 0,0 0 7 0,0 0-7 15,0 0 3-15,0 0-5 0,0 0-1 16,0 0 6-16,-6 1 1 0,6-1-2 0,0 0-7 15,0 0 2-15,0 0 5 0,0 0-5 0,0 0 6 0,0 0 0 16,0 0 1-16,0 0-3 0,0 0-2 0,0 0-11 16,0 0 15-16,0 0-8 0,0 0 3 0,0 0-5 15,0 0 9-15,0 0 2 0,0 0-6 16,0 0 2-16,0 0-4 0,0 0 3 0,0 0 4 0,0 0-3 16,0 0 5-16,0 0-7 0,0 0-4 0,0 0 8 15,0 0 0-15,0 0 0 0,0 0 4 0,0 0-5 16,0 0 5-16,0 0 0 0,0 0 9 15,0 0-2-15,0 0 7 0,0 0-11 0,0 0 16 0,-3 6 2 16,3-6-1-16,0 0-4 0,0 0-4 0,0 0-1 16,0 0-3-16,0 0-4 0,0 0 1 0,0 0 2 15,0 0 1-15,0 0 5 0,0 0-3 0,-13-7 1 16,13 7-10-16,0 0 7 0,0 0-4 0,0 0-4 16,-5-4 4-16,5 4-4 0,0 0 0 0,0 0 2 15,0 0-5-15,0 0 1 0,-8-3-1 0,8 3 2 16,0 0-4-16,0 0 0 0,0 0 1 0,0 0-1 15,0 0 4-15,0 0 0 0,0 0-1 0,0 0 1 16,0 0 2-16,0 0 1 0,0 0-2 0,0 0-3 16,0 0-3-16,0 0 5 0,0 0-1 0,0 0 1 15,0 0-3-15,0 0 2 0,0 0-3 0,0 0 2 16,0 0 0-16,0 0-2 0,0 0-3 0,0 0 2 0,0 0 1 16,0 0-2-16,0 0 0 0,0 0 1 0,0 0-4 15,0 0 5-15,0 0-5 0,0 0 2 16,0 0-2-16,0 0-1 0,0 0 5 0,0 0-5 15,0 0 4-15,0 0-6 0,0 0 4 0,0 0-5 0,0 0 1 16,0 0-5-16,0 0-4 0,0 0-1 16,0 0 0-16,0 0-9 0,0 0 2 0,0 0 0 15,0 0 7-15,0 0-5 0,0 0-4 0,0 0-3 16,0 0 10-16,0 0-11 0,0 0-1 0,0 0-1 0,0 0-5 16,0 0-3-16,0 0-9 0,0 0-7 0,0 0-13 15,0 0-17-15,0 0-19 0,0 0-28 0,0 0-30 16,0 0-96-16,0 0-275 0,0 0 122 15</inkml:trace>
  <inkml:trace contextRef="#ctx0" brushRef="#br0" timeOffset="142001.84">6658 14130 75 0,'0'0'154'0,"0"0"-15"0,0 0-1 0,0 0-3 16,0 0-2-16,0 0 3 0,0 0-4 0,-14-8 5 16,14 8-4-16,0 0 1 0,-9-2-5 0,9 2 2 15,0 0-2-15,0 0-8 0,0 0-4 0,-6-4-10 16,6 4-1-16,0 0-10 0,0 0-13 0,0 0-4 0,0 0-6 16,28-7-7-16,-7 3-2 0,7-2-29 15,2 0-2-15,3 2-3 0,3-2-2 0,0 0-7 16,0 2-13-16,-1 0-24 0,0 1-25 0,-3 1-34 15,-3 2-34-15,-8-1-49 0,-4 1-41 0,-4 0-185 16,-1 3-416-16,-6 0 184 0</inkml:trace>
  <inkml:trace contextRef="#ctx0" brushRef="#br0" timeOffset="142415.96">6816 14166 12 0,'0'0'208'16,"0"0"-22"-16,0 0-6 0,-9 6-1 0,9-6 6 16,-2 11-5-16,1-1-4 0,-1 2-7 0,1 6-16 15,1 2-14-15,-1 3-9 0,1 5-9 0,1-2-12 16,-2 1-9-16,1 1-11 0,-2-1-5 0,2-1-9 16,-1 0-8-16,1-1 1 0,-1 0-9 0,1 1-12 15,-4-8-1-15,2 7-7 0,0-5-2 0,2-1-4 16,-2 0-4-16,-1-3-1 0,1 2-4 0,-1-3-6 15,0-3-4-15,0 0-10 0,0 1-11 0,-2-5-7 16,0 0-6-16,-1 2-11 0,0-3-4 0,1-3-5 16,0 0-4-16,0-1 2 0,-3 0 1 0,-2-3-1 15,0 2 8-15,-3-4-3 0,0 0 3 0,-1-1-1 16,3-1 7-16,-2 1 1 0,0 0 6 0,3-1 8 16,0 2 2-16,0-1 14 0,2 0 6 0,1 1 2 15,7 2 3-15,-11-4-5 0,11 4 1 0,0 0-2 16,0 0 2-16,0 0 9 0,0 0 4 0,0 0-1 15,0 0 4-15,0 0-1 0,33 8 3 0,-14-8-3 16,10-2-1-16,2 5-1 0,3-4-7 0,2 1 3 16,4-4-19-16,9-1-36 0,-9 2-50 0,-1-1-70 15,11-1-62-15,-17 5-159 0,2-1-409 0,-5-1 182 16</inkml:trace>
  <inkml:trace contextRef="#ctx0" brushRef="#br0" timeOffset="142824.24">7243 14938 103 0,'0'0'250'0,"0"0"0"15,0 0 7-15,0 0 0 0,9-16-12 0,-5 11-15 16,0-5-12-16,-2 1-11 0,4-3-17 0,-1 1 2 16,2-2-10-16,2-4-6 0,-1 2-15 0,-2-1 0 15,3-2-19-15,-2 1 0 0,-1-1-6 0,0-2-14 16,3-3-11-16,-1 0-13 0,-7 4-13 0,-1-1-2 15,-1 3-10-15,-3 2-5 0,3 4-4 0,-3 0-9 16,-1 2-5-16,-1 0-13 0,-2 4-5 0,-2-3-7 16,1 4-6-16,-2 2 4 0,11 2-2 0,-20-3-6 15,10 2 3-15,10 1-11 0,-21 2 8 0,14 1-5 16,7-3-8-16,-9 6-8 0,9-6-12 0,-5 9-9 16,5-9 6-16,0 0-3 0,0 0 3 0,18 13-3 15,-6-11 5-15,2 1 14 0,4 0-3 0,1-3-5 16,2 2 3-16,-3 1-1 0,2-2-5 0,-3 2 6 15,-4 1-7-15,0-1 3 0,-2 3-3 0,-1 0 6 16,8 1 2-16,-12 1 13 0,3 1-21 0,-1 2 13 16,-2-1-3-16,-2 0 5 0,1 3-2 0,0 1-4 15,-3-1-5-15,0 1-23 0,1 2-27 0,-2-3-25 16,-1 5-37-16,-1-2-53 0,0-3-44 0,1-3-46 16,0 1-33-16,-3-2-183 0,0 1-523 0,3-10 232 15</inkml:trace>
  <inkml:trace contextRef="#ctx0" brushRef="#br0" timeOffset="143642.09">7703 14759 150 0,'0'0'204'0,"8"-4"-1"0,-8 4-2 16,0 0-2-16,0 0-4 0,6 13-12 0,-4-6-11 15,-2-7-7-15,-2 11-4 0,-1-3-4 0,1 2-2 0,-1-2-14 16,1 0-8-16,0-3-7 0,2-5-8 0,-4 12 2 15,1-5 8-15,3-7-5 0,0 0 7 16,-9 9 0-16,9-9-7 0,0 0-7 0,0 0-12 0,0 0-6 16,-15-4-10-16,15 4-8 0,0 0-5 15,-9-14 1-15,9 14-5 0,-4-15-4 0,4 3-13 16,0 12-4-16,3-22-12 0,2 6-2 0,0-1-9 0,1-1-7 16,8-3-2-16,-1-1-13 0,0 7-3 0,0 0 6 15,2 3-15-15,-5 3 5 0,4 1 2 16,-1 1-3-16,-1 6-6 0,2 0 6 0,-14 1-5 15,23 6 6-15,-11-2-2 0,-1 3 0 0,3 6-3 16,-5-4 3-16,1 4-3 0,-2 1 6 0,0 0-5 16,-4-3 10-16,0 1-7 0,0-4-4 0,-1 0 7 0,-1-1 2 15,-1 1 3-15,1-2-3 0,-2-6 4 16,-2 11 4-16,2-11-4 0,0 0 3 0,-3 8-3 16,3-8 16-16,0 0-16 0,0 0-5 0,0 0-1 15,0 0-5-15,0 0-2 0,-18-17 2 0,18 17-7 16,-2-21 4-16,2 10-9 0,4-5-9 0,0 0 8 15,2-3-1-15,3 3 2 0,3-1-4 0,-2 1 6 0,3 3-7 16,0-3 5-16,-4 7 0 0,1 2 4 0,1 0-2 16,-2 2 4-16,0 1-4 0,-9 4-1 15,18 0 1-15,-8 2 0 0,0 3 15 0,0 0-8 16,-3 1 0-16,0 2-6 0,0 1 6 0,0 4 0 16,-2-1 2-16,-1-2 0 0,0 1 0 0,1 0 0 15,-2 1 3-15,1-3 2 0,0-3-4 0,-4-6 8 0,5 15 2 16,-2-11 6-16,-3-4 6 0,9 9-3 15,-9-9 5-15,15 3-8 0,-15-3 2 0,14-1 11 16,0-1-14-16,-1-4 3 0,0-1 1 0,2-2-8 16,0-3 4-16,1 1-2 0,-5-2 0 0,1-2-2 15,3 2 3-15,-5-3-3 0,0 0 1 0,0 0 0 16,-2 2-4-16,-1-2 3 0,-2 3 5 0,-3 4 3 16,-2 9 6-16,7-16 5 0,-7 16 0 0,2-10-5 15,-2 10-4-15,0 0-6 0,0 0-2 0,0 0 0 16,0 0-1-16,0 0-7 0,0 0 2 0,-41 24 3 15,30-11-8-15,0 3 0 0,2-1-19 0,3-5-3 16,2 8-13-16,2-1-3 0,2-7-3 0,0 3 4 16,4-1-3-16,1 0-3 0,1 1 8 0,2-3-2 15,2 3 9-15,-2-2 0 0,1-3 8 0,-3 0 3 16,3 1-1-16,-2-2 4 0,-4 0-3 0,3 2 14 16,-1 0-8-16,0-4 3 0,-5-5 0 0,2 13 3 15,-2-13 1-15,-1 14 4 0,-4-4-4 0,1-2 3 16,-2 0 2-16,-3-1-1 0,-1 0-1 0,-1-3-10 15,0 2-16-15,-2 1-17 0,2-2-33 0,-7-2-39 16,4 0-40-16,2 0-41 0,-2-3-70 0,-3 0-215 16,0-5-523-16,-1 1 232 0</inkml:trace>
  <inkml:trace contextRef="#ctx0" brushRef="#br0" timeOffset="144036.24">7301 13730 2038 0,'4'-19'2'0,"1"-6"11"0,1 8 2 0,2 5-10 15,-1 2-2-15,5-3-2 0,1 8 18 0,2-1 17 16,4 2 11-16,3 3 4 0,0 2 3 0,-3 4-3 16,1 0-2-16,0 3 2 0,-4 3 11 0,6 4-8 15,-11 1-3-15,2-1 5 0,-2 8 3 0,-1 1 3 16,-4-6-3-16,-5 2 1 0,1-1 6 0,-1-1 9 16,-4 0-6-16,-1-2 0 0,3 0 3 0,-4-5 7 15,1 0 9-15,0-3-2 0,-2 1 1 0,1-1 0 16,1-2-3-16,0-2-13 0,4-4 11 0,-5 9-25 15,5-9-15-15,-3 5 5 0,3-5-10 0,0 0-12 16,0 0-16-16,12 6-31 0,-2-8-33 0,8 1-40 0,2-2-45 16,11 0-58-16,4-4-60 0,17-1-58 15,-2 0-192-15,4-1-550 0,2 1 244 0</inkml:trace>
  <inkml:trace contextRef="#ctx0" brushRef="#br0" timeOffset="144253.47">8990 14291 12 0,'-4'7'255'0,"4"-7"-15"0,0 0-8 16,0 0-12-16,-1 6-5 0,1-6-18 15,0 0-17-15,0 0-15 0,16 3-9 0,-5-3-25 16,2 0-10-16,5 0-32 0,0-2-41 0,-1 2-50 15,1-1-40-15,1 1-60 0,-1-1-58 0,-5 0-167 16,-13 1-352-16,14 1 156 0</inkml:trace>
  <inkml:trace contextRef="#ctx0" brushRef="#br0" timeOffset="144409.53">9038 14459 49 0,'-8'6'195'16,"5"-4"2"-16,3-2-8 0,-7 8-10 0,7-8-14 15,-7 4-9-15,7-4-14 0,0 0-11 0,0 0-10 16,0 0-15-16,13 7-12 0,-1-5-19 0,5-4-34 16,3 0-44-16,8-3-64 0,4-2-57 0,0 1-151 15,1-1-297-15,5 4 131 0</inkml:trace>
  <inkml:trace contextRef="#ctx0" brushRef="#br0" timeOffset="144981.78">10645 14211 103 0,'1'-13'282'0,"1"1"-14"0,-1 2-12 0,2 0-16 15,-3 3-13-15,0 7-21 0,1-11-17 0,-1 11-18 16,1-9-16-16,-1 9-19 0,0 0-10 0,0 0-9 16,0 0-7-16,0 0-2 0,0 0 1 0,0 0-4 15,0 0-11-15,0 0-2 0,0 25-5 0,0-25-2 16,-4 12-3-16,2-6 7 0,2-6-10 0,-3 10-5 15,3-10 1-15,-4 6 3 0,4-6-1 16,-3 7-6-16,3-7 3 0,0 0 4 0,-3 7 4 0,3-7-4 16,0 0 1-16,0 0 1 0,0 0 1 0,0 0-6 15,0 0-13-15,0 0 3 0,0 0-8 0,0 0-4 16,0 0-4-16,0 0-5 0,0 0-3 0,0 0-3 16,0 0-8-16,0 0-4 0,0 0 1 0,0 0-6 15,0 0-9-15,0 0 2 0,0 0-7 0,0 0-6 16,0 0-4-16,-11-1 3 0,11 1 3 0,0 19-3 15,1-4-1-15,0 4 1 0,0-3-2 0,-2 9 1 16,1-5 4-16,0 5 1 0,0-6 2 0,1 0-3 16,-1-2-1-16,-1 3-1 0,1-4 4 0,1 1-2 15,-2 0 8-15,2-3-10 0,-1-1-2 0,0-3 5 16,2 2-28-16,-2-2-19 0,0 0-25 0,1 2-26 16,-2-6-20-16,1 5-23 0,-2-2-15 0,2-9-29 15,-2 11-35-15,1-5-26 0,1-6-29 0,-6 9-23 16,3-5-31-16,3-4-166 0,-9 6-531 15,9-6 235-15</inkml:trace>
  <inkml:trace contextRef="#ctx0" brushRef="#br0" timeOffset="145190.29">10378 14330 1897 0,'-25'-13'53'0,"0"-1"11"0,9 5-18 15,4 3-16-15,2 0-4 0,2 1-5 0,2 0-1 16,2 1-1-16,4 4-6 0,0 0 1 0,0 0-2 16,10-14-3-16,8 9 2 0,10 0-2 0,6-3-6 15,18 1-15-15,0 0-34 0,1 0-26 0,-2 3-46 16,-14 2-21-16,2 2-33 0,-4 2-110 16,-2 3-305-16,-6 0 135 0</inkml:trace>
  <inkml:trace contextRef="#ctx0" brushRef="#br0" timeOffset="145379.87">10529 14694 83 0,'-4'2'218'16,"4"-2"-7"-16,-5 3-3 0,5-3-5 0,0 0-11 0,0 0-9 15,12 8-19-15,-1-10-16 0,8 1-12 0,9-5-11 16,4 2-31-16,0-3-35 0,3 2-41 15,-2 0-56-15,0-2-51 0,0-1-39 0,1 0-32 16,-5 4-112-16,-9-1-294 0,1 0 131 0</inkml:trace>
  <inkml:trace contextRef="#ctx0" brushRef="#br0" timeOffset="145897.76">11056 14539 205 0,'0'0'199'0,"0"0"-11"15,0 0 5-15,0 0-5 0,0 0-4 0,0 0-8 16,-16 15 0-16,16-15-7 0,-3 17-7 0,0-9-6 16,-1-1-4-16,1 3-11 0,2-2-6 0,-1 3-15 15,0-5-1-15,0-1-10 0,2-5-3 0,-3 8 9 16,3-8 7-16,0 0 2 0,0 0 12 0,-1 10 5 16,1-10-1-16,0 0 2 0,0 0-18 0,0 0-10 15,0 0-8-15,0 0-9 0,0 0-12 0,0 0-8 16,-8-31-5-16,12 18-13 0,-3 0-7 0,4-1-4 15,1-1 5-15,0-2-14 0,1 0-8 0,1 1-3 16,3-1-8-16,-2 5 5 0,2-1-15 0,-2 4-2 16,0-1-6-16,2 4-2 0,-2 0 3 0,2 5-5 15,0-1-5-15,-1 4-1 0,1-1 3 0,-1 4-3 0,-3 2 5 16,1 0-1-16,0-1-1 0,-1 3 2 16,-2-2-6-16,2 3 9 0,-2-2-2 0,0 2 4 15,-4-2-3-15,1-2-1 0,-1 0 3 0,-1-6 10 16,4 10-7-16,-4-10-3 0,1 7-1 0,-1-7 7 15,0 0-2-15,1 6 4 0,-1-6-7 0,0 0-2 0,0 0-9 16,0 0-1-16,0 0-7 0,0 0 4 16,0 0-13-16,2-21 7 0,0 13-19 0,2-1 1 15,3 0-8-15,-1-1 4 0,3 1 3 0,1-1 4 16,-2 2-2-16,1 2 5 0,1-1 14 0,0 2-14 16,-2 1 0-16,1 2 6 0,-2 2-1 0,-7 0 3 15,13 2 4-15,-5 2 0 0,-2 1 3 0,-1 2 0 0,0-1 4 16,2 0-1-16,-5 4-1 0,1 0-13 15,1 1-20-15,-3-2-25 0,-2 4-33 0,1-4-35 16,-4 1-35-16,1 2-45 0,1-4-39 0,-3 2-50 16,0-1-162-16,-1-3-510 0,6-6 226 0</inkml:trace>
  <inkml:trace contextRef="#ctx0" brushRef="#br0" timeOffset="146208.26">11529 14015 188 0,'7'-7'221'0,"-2"3"-15"16,3-2-12-16,0 4-2 0,-8 2-16 0,16 2-5 16,-6 2-11-16,-1 1-10 0,3 3-9 0,-2-1-12 15,-2 4-13-15,3 2-7 0,-3 0-7 0,-1-1-12 16,-4-1-1-16,1 2-3 0,1 3-2 0,-5-5-4 15,0 0-1-15,0 1 1 0,0-2-9 0,0-2-9 16,1 1-2-16,-1-9-7 0,0 11-3 0,0-11-8 16,0 9 0-16,0-9-5 0,3 6 3 0,-3-6-6 15,4 7-7-15,-4-7 0 0,10 3-4 0,-2-3-13 16,6-3-19-16,6 0-26 0,-1-3-29 0,5 3-36 16,3-4-35-16,-4 2-38 0,3-1-27 0,1 0-19 15,-6 3-196-15,-3 3-449 0,-3 0 199 0</inkml:trace>
  <inkml:trace contextRef="#ctx0" brushRef="#br0" timeOffset="146608.07">10325 15148 80 0,'-20'4'239'16,"2"-2"-6"-16,6 0-6 0,-1 0-8 0,5-1-3 15,2 0-10-15,6-1-29 0,-13 1-13 0,13-1-8 16,0 0-7-16,0 0 6 0,20 6 3 0,10-7-5 15,7-3-11-15,20-4-6 0,7-1-8 16,30-6-4-16,-29 6-14 0,23-7-15 0,-24 6-8 0,0 0-8 16,0-5 0-16,-3 5-7 0,-3 1-10 0,-6 1-6 15,-14 1-2-15,-1 1-4 0,-2 1-9 0,1-2 0 16,-2 2-4-16,-5 1-4 0,-2 0-2 16,-6 1-2-16,-1 0-10 0,-6 2-13 0,-1 0-28 0,-1-2-35 15,-6 3-41-15,-6 0-25 0,13 3-18 0,-13-3-30 16,0 0-46-16,0 0-60 0,-26 22-213 0,6-12-531 15,-8-1 236-15</inkml:trace>
  <inkml:trace contextRef="#ctx0" brushRef="#br0" timeOffset="147054.84">10755 15245 154 0,'0'0'263'0,"0"0"-22"0,0 0-25 0,0 0-15 0,0 0-15 16,0 0-3-16,0 0-3 0,-6 8-5 0,6 1-13 16,0 4 6-16,0-2-19 0,-1 5-1 15,2 0-21-15,-1 3-8 0,1 0-7 0,0-3-9 0,2-1-6 16,0-3 1-16,-1 0-7 0,1-1-10 0,2 1 1 16,0-2-6-16,0-2 3 0,1 1-6 0,-1-4-5 15,4-1-1-15,-2 1 3 0,0 0 1 16,5-2 17-16,1-3-21 0,0 0 7 0,4 0-7 0,-4-3 6 15,0-1-7-15,0 0 1 0,-2 0-3 0,2-1 4 16,-1-1-9-16,-2 0-6 0,0-1 6 0,1 0 6 16,-2-2-4-16,-1 2 2 0,-2-3-4 0,0 6 4 15,-3-7-2-15,0 8 6 0,-3 3-2 0,8-7 0 16,-8 7-2-16,5-5-5 0,-5 5-8 16,0 0-7-16,4-6-5 0,-4 6-4 0,0 0-4 0,0 0 1 15,7 12-5-15,-5-4 4 0,-1 5-7 16,2 1-1-16,-1 4 0 0,-1 3 4 0,2 4-2 0,-3-6-9 15,1 1 5-15,-2-1-1 0,2 0-1 16,0 1-7-16,0 5 4 0,2-6-6 0,-6 1 1 16,3-3-19-16,2-1-26 0,-1-3-50 0,0-2-31 0,1-2-53 15,-1 1-52-15,0-1-57 0,-1-1-58 0,2-1-61 16,-2-7-305-16,0 0-759 0,-6 12 337 0</inkml:trace>
  <inkml:trace contextRef="#ctx0" brushRef="#br0" timeOffset="148135.34">5556 16729 131 0,'-13'-2'264'0,"2"0"-9"0,-2 1 1 0,4-2-14 16,9 3-13-16,-11-2-18 0,4 0-14 0,7 2-21 16,0 0-19-16,0 0-12 0,-7-2-13 0,7 2-6 15,0 0-18-15,36-4-5 0,-10 0-12 0,8 3 2 16,-1-3-22-16,6-4-20 0,-3 7-21 0,1-2-32 15,-2 2-31-15,-1-2-42 0,-2 1-40 0,-5 2-39 16,-5 0-52-16,-3 2-209 0,-5 1-447 0,-2 0 198 16</inkml:trace>
  <inkml:trace contextRef="#ctx0" brushRef="#br0" timeOffset="148312.9">5676 16876 93 0,'0'0'211'0,"-6"5"-10"0,6-5-7 16,-3 5-2-16,3-5-9 0,0 0-6 16,0 0-21-16,31 4-14 0,-11-4-16 0,2-4-11 15,9 3-26-15,2-3-34 0,4-2-36 0,-2 1-44 16,-2 0-51-16,-2 0-42 0,-2-1-43 0,-2 1-102 16,-9-1-284-16,1 0 126 0</inkml:trace>
  <inkml:trace contextRef="#ctx0" brushRef="#br0" timeOffset="148586.29">5914 16409 221 0,'-6'-4'215'0,"-2"-1"-21"0,2 2-20 0,6 3-18 15,0 0-13-15,0 0-8 0,0 0-5 0,0 0 0 16,37 16-13-16,-12-4-7 0,3 4-12 0,3 2-7 15,0 0-9-15,2 1-9 0,-1 1-7 16,-3 3 1-16,1 0-14 0,-7-1-2 0,0 2-1 0,-7 1-7 16,0 0-5-16,-5 1 0 0,1-3-6 0,-7 3 0 15,-3-8-3-15,-2 1-1 0,-1 7-3 0,-2 0-8 16,1-5 3-16,-2 3-12 0,-1-7-23 0,-1 0-29 16,-2-2-35-16,1 2-56 0,2-3-31 0,-2-2-54 15,-1-1-115-15,2-2-362 0,1-1 160 0</inkml:trace>
  <inkml:trace contextRef="#ctx0" brushRef="#br0" timeOffset="148840.69">7521 16457 2939 0,'1'-6'87'0,"-1"6"-20"0,1-11-24 0,-1 11-24 16,3-9-6-16,-3 9-8 0,1-9-2 0,-1 9 2 16,0 0-5-16,0-9 0 0,0 9 0 15,8-5 0-15,-8 5 1 0,16-5-4 0,1 1-6 16,1-1-11-16,5 1-13 0,4-2-18 0,1-1-25 16,1 3-20-16,-3-2-29 0,-7 4-17 0,0-2-36 0,-2 1-25 15,-5 2-16-15,-1-2-120 0,-4 0-365 0,1 3 162 16</inkml:trace>
  <inkml:trace contextRef="#ctx0" brushRef="#br0" timeOffset="149197.34">7734 16351 20 0,'-8'0'141'0,"8"0"-4"0,-6 3-4 0,6-3 10 16,-4 9 3-16,-1-2 2 0,1 6 6 0,2 2-5 15,0 3-3-15,-2 7-7 0,4 0-5 0,-1 2-6 16,1-1-5-16,-1 3-8 0,1-2-7 0,0 0-7 15,-1 0-8-15,1-2-12 0,0-4-2 0,2-2-8 16,-1 6-9-16,1-1-1 0,-1-9-10 0,0-2-3 16,1 0 2-16,-4-3-10 0,4 5-3 0,-1-3-7 15,0-2-4-15,-1-4 2 0,0-6-5 0,-2 14 1 16,0-9-9-16,0 1-4 0,-2 0-5 0,4-6-9 16,0 0-11-16,-18 5-7 0,8-5 1 0,10 0-1 15,-22 0 2-15,11 0-2 0,-1-2 4 0,12 2 1 16,-24-4-1-16,15-1 4 0,1 3 4 0,8 2 7 15,-11-4 4-15,11 4-1 0,0 0 0 0,-16-4 0 16,16 4 1-16,0 0 1 0,0 0 3 0,0 0 13 16,0 0 3-16,0 0 4 0,0 0-3 0,29 18-1 15,-12-17-6-15,6 1 4 0,-2-2-7 0,12 3-3 16,-1-6-26-16,4 1-35 0,-2-1-53 0,-1 1-53 16,2-1-53-16,-3 3-200 0,-10-1-444 0,-1 0 197 15</inkml:trace>
  <inkml:trace contextRef="#ctx0" brushRef="#br0" timeOffset="149565.71">8069 16927 111 0,'4'3'224'0,"-4"-3"6"0,0 0-1 16,0 0-2-16,0 0-4 0,0 0-2 0,0 0-26 16,0 0-7-16,0 0-7 0,12-18-1 0,-7 12-10 15,1-3-12-15,0-3-4 0,2-2-3 0,-1 5-12 16,0-6-5-16,-2 3-1 0,1 2-13 0,2-4-3 15,-2-2-12-15,-3 0-10 0,-1 2-9 0,0 3-11 16,-2-2-7-16,-3 2-5 0,1 2-3 0,-1-1-16 16,3 10-3-16,-9-17 2 0,5 11-8 0,-2 1-12 15,6 5 4-15,-9-4-9 0,9 4-5 0,-11-6 5 16,11 6-7-16,0 0-4 0,-11-4-2 0,11 4-5 16,0 0-5-16,0 0-4 0,0 0 0 0,0 0-7 15,0 0 5-15,0 0-3 0,45 14 2 0,-27-13-3 16,1 4 6-16,-1-2-6 0,2 2 4 0,1 0 3 15,-3 0-5-15,-2 0 0 0,-4 2 5 0,2 0 0 16,0 3-1-16,-6-3 8 0,-1 3-5 0,1 0-1 16,-4 1-3-16,-3 5 7 0,2 2-4 0,-3 0-8 15,-2-1-27-15,-3 1-31 0,1-4-41 0,-1-2-44 16,2 0-51-16,-3 0-48 0,2-1-39 0,-1-3-195 16,-2 1-529-16,2-3 234 0</inkml:trace>
  <inkml:trace contextRef="#ctx0" brushRef="#br0" timeOffset="150364.31">8460 16843 113 0,'0'0'199'0,"10"-3"6"16,-10 3-5-16,0 0-2 0,8 14-4 0,-7-5-8 16,2 1-9-16,-2 1-11 0,-1-2-6 15,4 4-8-15,-3-3-11 0,-1 1-7 0,-1-3-11 16,2 2-6-16,-2-1-9 0,1-9-11 0,1 11-2 0,-1-11 5 15,0 0 7-15,0 0 9 0,0 0 0 0,0 14-6 16,0-14-12-16,0 0-7 0,0 0-7 16,0 0 2-16,0 0-23 0,0 0 2 0,0 0-8 15,0 0-2-15,1-41-7 0,3 31-2 0,1-2-4 16,0-5-6-16,2 2 3 0,4-1-1 0,-2 2-3 16,4 0-2-16,4 0-17 0,-2 3 4 0,0 2-4 15,1 0-2-15,-2 6 1 0,1-3-4 0,-1 6-6 0,0-2-6 16,0 6 8-16,-2-1 0 0,0 2-3 15,0 3 2-15,-2-1-1 0,0 1 7 0,1 5-13 16,0-2 8-16,-3-2 1 0,-2 2 3 0,1-3-5 16,-2 3 5-16,-1-3 5 0,-2-1-4 0,-2-7 3 15,4 10 8-15,-4-10 0 0,4 11 2 0,-4-6 5 16,0-5 11-16,0 0 4 0,0 0-9 0,0 0-4 16,0 0 5-16,0 0-9 0,0 0 0 0,0 0-5 15,0 0 3-15,-19-21-6 0,19 10-13 0,0 11 3 16,0-22-6-16,1 11 6 0,3-8-14 0,2 4-5 15,3 0-4-15,1-2-6 0,1 0-5 0,8-3-1 16,-8 4 2-16,4 5 15 0,-4 3-1 0,-1 1-14 16,1 1 6-16,1 3-5 0,-1 0-2 0,0 2 9 15,-11 1-4-15,18 5 3 0,-7 0 0 0,-3 4 5 16,1-1-3-16,-3 1 5 0,-1 2-1 0,0 0 5 16,-1 0-4-16,0 4 0 0,0-3 5 0,-2 2-3 15,3-5 6-15,-1 2 1 0,0-2-4 0,-1 1-3 16,-3-10-2-16,5 10 6 0,-5-10 23 0,9 7-15 15,-3-4-1-15,-6-3 2 0,0 0 1 0,0 0-4 16,31-8 7-16,-18 1-8 0,-4-1 1 0,4-5 6 16,-1 2-4-16,-4 2-1 0,4-7 4 15,3 5 9-15,-4-3-15 0,-2 1-3 0,0-1-4 16,-1 5 9-16,-2-2 2 0,-2 3 1 0,1-3-2 0,-2 5-4 16,-3 6 0-16,5-8-7 0,-5 8 0 0,0 0 2 15,0 0-4-15,0 0 4 0,0 0 1 0,0 0-5 16,0 0 2-16,0 0-3 0,-22 25-3 0,17-15 2 15,0 4-11-15,2-3-5 0,1 0 1 0,-1 4-2 16,3-4-1-16,0 1 8 0,0 5-9 16,1-5 4-16,-1 0-4 0,5-2 7 0,-1 2-1 0,-2-5 5 15,0 3 1-15,-2-10 0 0,1 20 8 0,-1-14-2 16,0-6 2-16,2 14-5 0,-2-14 3 0,-3 16-7 16,2-8 2-16,1-8-11 0,-7 12-4 0,0-4-34 15,3-2-23-15,-4 0-27 0,2-2-32 0,6-4-30 16,-16 5-20-16,10-1-54 0,-3-3-48 15,9-1-160-15,-14 0-495 0,14 0 219 0</inkml:trace>
  <inkml:trace contextRef="#ctx0" brushRef="#br0" timeOffset="150544.97">9461 16743 219 0,'0'0'214'0,"12"1"-11"0,-12-1-26 16,12 0-14-16,-6 0-19 0,-6 0-9 0,14 0-34 16,-14 0-42-16,11 3-38 0,-11-3-48 0,10 2-28 15,-10-2-38-15,0 0-18 0,7 6-81 0,-7-6-208 16,0 0 92-16</inkml:trace>
  <inkml:trace contextRef="#ctx0" brushRef="#br0" timeOffset="150691.73">9489 16848 152 0,'0'0'192'0,"-4"10"17"0,3-6-2 16,1-4-3-16,0 0-3 0,0 0-4 0,0 0-5 16,0 0-14-16,0 0-16 0,-7 9-10 0,7-9-19 15,0 0-26-15,0 0-29 0,0 0-36 0,0 0-44 16,0 0-60-16,0 0-55 0,21-26-54 0,-14 18-172 16,1 0-371-16,0-1 165 0</inkml:trace>
  <inkml:trace contextRef="#ctx0" brushRef="#br0" timeOffset="151037.57">10763 16344 168 0,'0'0'245'0,"0"0"-12"0,0 0-16 15,-8-6-13-15,8 6-18 0,0 0-17 0,0 0-12 16,0 0-15-16,0 0-10 0,26-8-14 0,-8 6-10 15,1-3-13-15,1 3-7 0,8-3-14 0,0 1-17 16,-1 1-23-16,3-2-31 0,-11-1-37 16,3 3-30-16,-3 0-27 0,-3 1-26 0,-3-2-32 0,-3 2-23 15,-2-1-129-15,-8 3-326 0,0 0 145 0</inkml:trace>
  <inkml:trace contextRef="#ctx0" brushRef="#br0" timeOffset="151874.34">10978 16297 41 0,'0'0'136'16,"-3"8"16"-16,3-8 2 0,-1 16 10 0,2-4 8 16,0 3-5-16,1 4-5 0,-4 0-1 0,6 7 2 15,-1 0-19-15,-2-2-9 0,1 2-11 0,1-1-14 16,0-6-6-16,-2 6-8 0,0-6-14 0,0 0-11 16,2 6-5-16,0-10-6 0,-2-3 1 0,-1-1-13 15,0 0-6-15,1 1-1 0,-1-5-6 0,1 0-1 16,-1-7-3-16,0 0-4 0,-3 18 0 0,3-18 2 15,-7 9-4-15,7-9-8 0,-8 5-7 0,8-5-2 16,-12 6-3-16,12-6-3 0,-15 0 5 0,15 0-3 16,-21-3-1-16,9 0-1 0,12 3 4 0,-17-5-7 15,11 2 4-15,0 1-3 0,6 2 4 0,-8-5-1 16,8 5-2-16,-8-4 2 0,8 4-4 0,0 0 4 16,0 0-1-16,0 0 6 0,0 0 1 0,0 0-4 15,0 0 2-15,0 0-2 0,34 11 1 0,-15-9-15 16,-6-1-9-16,6-1-15 0,4 3-14 0,5-2-18 15,-1-2-16-15,-6 0-12 0,7-1-12 0,-9 2-10 16,-1-1-10-16,0-1-1 0,-4 0 10 0,0 0 32 16,-1-4-4-16,0 3 20 0,0-1-19 15,0 0 23-15,-3-1 5 0,1-2 14 0,-1 4 19 16,-3-1 8-16,1 0 15 0,-3 2 19 0,-5 2 4 16,9-6 8-16,-9 6-1 0,6-1-1 0,-6 1 10 0,0 0 15 15,0 0 10-15,9 5 6 0,-9-5 5 0,2 8 8 16,-2-8 2-16,0 7 1 0,0-7 4 0,0 12 0 15,0-12-2-15,-2 9-6 0,2-9 6 0,0 10-1 16,0-10 3-16,-2 5 11 0,2-5 10 16,0 0 17-16,0 0 9 0,0 0 7 0,0 0-6 15,0 0 3-15,0 0-20 0,0 0-1 0,0 0-15 16,0 0-6-16,0 0-9 0,0 0-5 0,0 0-8 16,4-32-7-16,0 23-6 0,1-2-6 0,5-3-10 0,0-1 1 15,-1 0-5-15,4-2-1 0,5-2-13 0,-4 5-2 16,2-5-11-16,2 7-4 0,-1 2-2 15,2 2 4-15,-1 2-2 0,-1 4-9 0,0 1 1 16,-4 2 1-16,5 4-2 0,-5 0-2 0,3 3 0 16,-7 0 4-16,4 1-3 0,-4 0 6 0,-1 1-6 15,2-2 8-15,-5 4-9 0,0-1 2 0,-1 0 6 16,0-1-2-16,-3-4 2 0,-1-6 1 0,4 16 0 16,-4-16-2-16,2 10 0 0,-2-10 5 0,-2 10 7 15,2-10-6-15,0 0-1 0,-4 10 10 0,4-10-8 16,0 0-2-16,-10 3 0 0,10-3-2 0,0 0-3 15,0 0-3-15,0 0 4 0,0 0 3 0,-9-22 1 16,9 22-15-16,3-18-10 0,2 8 6 0,1-1-26 16,2-4 18-16,3 1-7 0,3 1 2 0,-1 2 0 15,6 1-3-15,-4 1 4 0,-2 1 1 0,0 4-3 16,1 1-1-16,-2 3 8 0,1 2 1 0,-1 2 0 16,4 2-1-16,-5 1 4 0,-4 2 1 0,-1-1 2 15,0 1-1-15,2 4 1 0,-7-2-5 0,0 4-26 16,1-3-34-16,-4 1-43 0,0 0-47 0,-3-2-55 15,-1 5-46-15,-1-2-49 0,-1-2-261 0,-4 3-621 16,0-3 275-16</inkml:trace>
  <inkml:trace contextRef="#ctx0" brushRef="#br0" timeOffset="152291.46">11112 17120 131 0,'-28'2'222'15,"6"-2"-10"-15,0 3-1 0,6-2-10 0,-2-1-11 16,6 0-5-16,2 0-15 0,1 1-12 0,9-1-17 16,0 0-6-16,0 0-7 0,0 0-4 0,0 0-4 15,42-7-7-15,-6 0-10 0,25-1-9 0,29-7-8 16,0 1-3-16,4-2-4 0,-2-1-2 0,-2 5-2 16,-25 2 2-16,26-4 12 0,-27 7 3 0,26-7 4 15,-30 5-3-15,1 3-5 0,0-1-8 0,-8 1-9 16,-12 6 0-16,-3-1-10 0,-6 0-6 0,-1 2-1 15,-10-1-9-15,-2 1-5 0,-4 0-13 0,-3 2-16 16,-3-2-14-16,-3 2-14 0,-2 1-30 16,-4-4-27-16,-2 10-41 0,-6-4-41 0,-3 1-47 15,-6 2-33-15,0-2-49 0,-9 6-207 0,-2-4-533 0,-3 1 235 16</inkml:trace>
  <inkml:trace contextRef="#ctx0" brushRef="#br0" timeOffset="153835.29">11523 17401 161 0,'0'0'190'16,"0"0"-8"-16,0 0-12 0,0 0-7 0,0 0-17 15,0 0-2-15,0 0-10 0,0 0-4 0,0 0-9 16,0 0-9-16,0 0-2 0,0 0-6 0,0 0-2 15,0 0-4-15,0 0-3 0,0 0-2 16,0 0-8-16,0 0 0 0,0 0-10 0,0 0-2 0,0 0 0 16,0 0-4-16,0 0-8 0,0 0 1 0,0 0-6 15,0 0-2-15,0 0-1 0,0 0-3 16,0 0-1-16,0 0-4 0,0 0-3 0,0 0-1 16,0 0-3-16,0 0-2 0,0 0 0 0,0 0-3 15,0 0-2-15,0 0-1 0,0 0-2 0,0 0-3 16,0 0 1-16,0 0 0 0,0 0-3 0,0 0 3 15,0 0-6-15,0 0 3 0,0 0-3 0,0 0-3 16,0 0-3-16,0 0 0 0,0 0 3 0,0 0 0 16,0 0-8-16,0 0 4 0,0 0-4 0,0 0 4 15,0 0-3-15,0 0-5 0,0 0-11 0,0 0 14 16,0 0 0-16,0 0-1 0,0 0-4 0,0 0 2 16,0 0 2-16,0 0-3 0,0 0-1 0,0 0-13 15,0 0 16-15,0 0-1 0,0 0 2 0,0 0 2 16,0 0-9-16,0 0 4 0,0 0-1 0,0 0-2 15,0 0-1-15,0 0 1 0,0 0-2 0,0 0 3 16,0 0 3-16,0 0-16 0,0 0 17 0,0 0-2 16,0 0-1-16,0 0 2 0,0 0 1 0,0 0 4 15,0 0 1-15,0 0 2 0,0 0-15 0,0 0 12 16,0 0 6-16,0 0-3 0,0 0 5 0,0 0-9 16,0 0 6-16,0 0 4 0,0 0-7 15,0 0 5-15,0 0-8 0,0 0 0 0,0-12 1 16,0 12 2-16,0 0-3 0,3-12 3 0,-3 12-6 15,5-8-4-15,-5 8 7 0,8-11-2 0,-3 7 1 16,-5 4 0-16,10-11 5 0,-6 7-1 0,-4 4 1 0,16-9-3 16,-7 3 4-16,0 3-5 0,-9 3 0 15,17-9-2-15,-7 5 7 0,-1 3-6 0,-9 1-3 16,18-2 2-16,-10 0 1 0,-8 2-1 0,21 2 6 16,-12 1-7-16,3 1-13 0,-2 3 14 0,-1-4-4 15,1 3-1-15,-1 2 7 0,-2 0-6 0,-1 0 3 16,1 0-3-16,0 2 6 0,-3-3-11 0,-2 4 8 15,1-2-6-15,1 1 8 0,-2-2-2 0,-2-8-8 16,-5 22 2-16,0-11 5 0,0-2-3 0,0 1-2 16,-1-1 10-16,-2 2-8 0,0 0 4 0,-5-1-1 15,3-1-4-15,0 0 11 0,1-1-11 0,-2-1-1 16,3 0-3-16,-4-1 9 0,0-1-5 0,3 0 3 16,0 2 3-16,-1 1-2 0,3-4-9 0,-1-1 7 15,1 1-16-15,7-4 19 0,-16 10-4 0,10-8 2 16,6-2-2-16,-14 6 4 0,14-6-3 0,-12 3 6 15,5 1-1-15,7-4-4 0,-13 4 2 0,13-4 6 16,-9 1-3-16,9-1 5 0,0 0-1 0,-9 5-1 16,9-5 4-16,0 0 12 0,-13 3-9 15,13-3 0-15,0 0 2 0,0 0-11 0,0 0 9 16,0 0-2-16,0 0-8 0,-9 2 3 0,9-2-7 16,0 0 4-16,0 0 1 0,0 0 5 0,0 0-10 0,0 0 12 15,0 0-7-15,0 0-3 0,0 0-6 0,0 0 12 16,0 0-5-16,0 0 8 0,-2 9-3 15,2-9-7-15,0 0 16 0,0 0-13 0,0 0 24 16,13 15 0-16,-13-15-5 0,14 7 12 0,-8-5-6 16,3 4 2-16,1-4 1 0,0 1-1 0,9-1-1 15,1-1 1-15,0 2 0 0,11 1-4 0,2 1 8 16,4-1 13-16,4-3 3 0,13 0-3 0,2 2 3 16,0-3 0-16,0 1 3 0,3 1-4 0,-1-5 3 15,-5 1-5-15,4 3 3 0,-5-2 2 0,-3 0 1 16,-12-1-2-16,1 2 2 0,-1 0-4 0,-5-2 1 15,-3 5 3-15,-11-4-2 0,0 2 2 0,-4-1 1 16,-5-1 7-16,-9 1 4 0,0 0-3 0,18-3 0 16,-18 3-4-16,0 0-7 0,0 0-4 0,0 0-10 15,15-1 1-15,-15 1-4 0,0 0 1 0,0 0-15 16,0 0-23-16,0 0-20 0,0 0-43 0,-33 16-46 16,33-16-60-16,-17 6-79 0,4-2-140 0,-2 3-167 15,-5-3-372-15,-1-4-1000 0,-10 0 443 0</inkml:trace>
  <inkml:trace contextRef="#ctx0" brushRef="#br0" timeOffset="50305.67">13291 16711 33 0,'0'0'75'0,"0"0"-6"0,0 0 7 0,0 0-11 0,0 0 0 16,0 0-2-16,0 0-8 0,0 0 2 0,0 0 2 16,0 0 0-16,0 0-1 0,0 0-7 0,0 0 1 15,0 0-9-15,0 0 3 0,0 0-1 0,0 0-4 16,0 0 5-16,0 0-4 0,6 11 14 16,-6-11 1-16,2 8-7 0,-2-8 0 0,1 10-1 15,-1-10-6-15,0 0-4 0,6 11-6 0,-6-11 2 16,4 10 7-16,-4-10-7 0,2 11 5 0,-2-11-8 0,5 8-1 15,-5-8 4-15,7 8-5 0,-2-3 4 0,-5-5 0 16,11 3-3-16,-11-3-1 0,0 0 0 16,27-10-6-16,-9 1-5 0,4-10-11 0,9-3-23 15,1 2-24-15,15-20-33 0,27-15-38 0,-7-6-51 16,-1-6-101-16,8-2-283 0,3-4 124 0</inkml:trace>
  <inkml:trace contextRef="#ctx0" brushRef="#br0" timeOffset="157883.21">27545 5749 2 0,'0'0'76'0,"0"0"-8"0,0 0 0 0,0 0-14 0,0 0-1 15,6-3-5-15,-6 3-4 0,0 0-5 0,0 0-4 16,0 0-8-16,0 0-1 0,0 0-2 0,0 0-6 16,0 0-6-16,0 0-1 0,0 0-8 0,0 0-2 15,0 0-5-15,0 0-3 0,0 0-9 16,0 0 6-16,0 0-4 0,0 0-7 0,0 0-4 0,0 0-6 15,0 0 1-15,0 0-9 0,0 0-1 0,0 0-22 16,0 0-68-16,0 0 31 0</inkml:trace>
  <inkml:trace contextRef="#ctx0" brushRef="#br0" timeOffset="-179877.08">7331 16061 61 0,'-5'-4'65'0,"5"4"-3"0,0 0-5 0,-7-5 1 15,7 5-12-15,0 0 2 0,-11 0-3 0,11 0-7 16,0 0-1-16,-14 9 1 0,9-4 0 0,-1-1 14 15,0 6-9-15,-1-1-9 0,1 2 0 0,-2 2-3 16,-2 3 4-16,2-1-6 0,-2 8 6 0,-2-4-6 16,5 4 13-16,-4 3-8 0,0 2 6 0,-1 1-8 15,3 2 5-15,-1-1 24 0,3 1 0 0,0 2-14 16,2-2-2-16,0 0-7 0,-1 2-4 0,4-1 0 16,2 0-4-16,0 1-5 0,3-1-3 0,1-2-5 15,2 2-2-15,-3 3 1 0,3-1-2 0,-2 2 6 16,2 10 3-16,1-10-15 0,-1-3-2 0,0 1-5 15,1 11 6-15,-2-13-21 0,3 4 0 16,-2-4-5-16,0 1 12 0,1 0-10 0,2-2 4 0,0 0 4 16,1-2 4-16,4 2-5 0,-2 0 0 0,0-1 1 15,4-4-2-15,-2-1 4 0,1 2-2 0,0-5 3 16,2 1-5-16,-2-3 3 0,2 1-3 0,0-1-6 16,-3-10 2-16,0 4 6 0,1-4-22 0,2 2 6 15,0-3-6-15,-2 0 0 0,0-3-8 16,4-2-9-16,-2-1-8 0,3-2-9 0,-2-3-6 0,2-1-16 15,1 0-65-15,6-4-164 0,-3-4 73 0</inkml:trace>
  <inkml:trace contextRef="#ctx0" brushRef="#br0" timeOffset="-178461.48">7215 15962 36 0,'36'-4'58'0,"5"-3"-4"15,-3 0-6-15,16 0-9 0,3-3 4 0,2 1 3 16,1-3-4-16,7 2 6 0,22-5-5 0,-25 4 1 15,29 0-2-15,-3-3 8 0,-25 5-4 0,32-3-4 16,1-3-3-16,0 4 6 0,-4-1 1 0,7 5 1 16,-1-1-7-16,-1 0-5 0,3-2 3 0,0 2-10 15,1 0-1-15,0 0 22 0,1 0-33 0,1-1 6 16,2 1-7-16,3-3 11 0,0 3-4 0,1-1 2 16,1 3-2-16,3 2 5 0,-4-3-4 0,5 2-10 15,-1-1 0-15,-2 1 3 0,-1-1-5 0,2 0 5 16,-3 0 0-16,-1 4-8 0,-3-3 5 0,3 3-1 0,1-1-8 15,-4-3 1-15,0-2 3 0,-5 7-2 16,-5-5-6-16,-1-1 11 0,5 5-6 0,-1-5 4 16,-6 1-5-16,-2 2 1 0,3-1 0 0,-31 3 1 15,30-2 11-15,-26 4-23 0,20-6 6 0,-25 8-2 16,2-2-11-16,-1 0 5 0,1-3-2 0,-2 2 3 0,0 2-5 16,-4-1 0-16,-3 1 2 0,-2 2-3 15,-16-2-2-15,2 0 7 0,-1 2-8 0,-1-1 2 16,-4 0-2-16,-3 0 8 0,0 4-5 0,-3-5 9 15,-3 6 14-15,2-4-13 0,-8 2-1 0,2 0-2 16,-6-2 4-16,3 2-3 0,-2 2 2 0,-3-1 3 16,-2-2-9-16,1-1 7 0,1 5-7 0,-4-3 4 0,3 1 2 15,-3 1 5-15,4 2 2 0,-4-3-2 16,0 1 4-16,-1 0-3 0,2 3 1 0,-3-1 3 16,2 0 2-16,-1-2-12 0,0 3 3 0,1 0 1 0,-3-1 0 15,3 2 5-15,0 2-9 0,2 1 6 0,-2 1 1 16,1 0 6-16,-4 1-13 0,3 1 1 15,0-2-2-15,-4-1-5 0,4 2 10 0,-1 0 1 0,2 0-8 16,-4 1 2-16,1 0 3 0,2 1 5 16,0 7-6-16,0 1-5 0,0-1 13 0,2 1-1 0,-2-1-2 15,0 2-1-15,3 2-7 0,-3-4 2 0,-1 3 1 16,1 3-3-16,0 1 4 0,-2-1-4 0,0 2 7 16,-1 2-13-16,1-1 7 0,-2 1 0 15,2 0-6-15,-1-2-7 0,-1 2 5 0,-1-2-5 16,1 3-1-16,1-1 3 0,-5 10-9 0,1-9 4 0,0-4 10 15,0 3-16-15,0-3 9 0,1 3-1 0,-3-4-11 16,1 3 26-16,0-1 2 0,1 1-4 0,-4-1-5 16,4 0 3-16,-2 0-7 0,0-1-3 15,0 0-11-15,0-2-3 0,-3 1 12 0,1-2-2 0,-2 1-4 16,-3-1 11-16,1-3-3 0,-1 3 4 16,-4-4 1-16,0 3 3 0,1-3 1 0,-5-1 2 0,1-1 3 15,-1 1-2-15,-4-2-2 0,2-1-4 0,-6-1 12 16,3 2 3-16,-7-2 3 0,0 0 14 15,-4-4-13-15,-1 0 7 0,-2 0-13 0,2 0 17 16,-3-3-5-16,-1 1 13 0,0-1-22 0,-2-1 21 16,-14 1-14-16,15-1 7 0,-1-3-6 0,-12 4-11 15,0-6 10-15,1 1-10 0,10 0 3 0,-12-3-1 0,1 3-9 16,-2-2 7-16,2 1-5 0,14-3 0 16,-6-1-9-16,-11 3-15 0,-3-1 15 0,-2 1-8 15,-1 2-12-15,-1-6 4 0,-5 6 2 0,-26-2-5 16,27 2-6-16,-28-2 25 0,26-2-2 0,-24 1-3 15,23-1 4-15,-23-1 1 0,23-3 11 0,-25 0-1 16,0 0 5-16,-1-2-2 0,27 1-2 0,-28 1 3 16,2-1-7-16,2-5 9 0,23 6 4 0,-31 0-10 0,1 0 12 15,-3 3-3-15,0-4 5 0,3 3 0 16,-4 1 13-16,-1 1 3 0,1 1-8 0,0 0 0 16,-5 1 0-16,-1 2 11 0,2-3-5 0,1 3 20 15,2 1-25-15,-2 2-2 0,0-1-2 0,7 0-3 16,1-2 6-16,2-4 2 0,2 4-13 0,26-3 6 15,-27-2-15-15,29 2 7 0,-27-3-6 0,30-3-12 16,-1 1 7-16,0 1-11 0,-1 0-12 0,6-1-7 16,-1-2-6-16,3-2-11 0,0 1-21 0,-1 1-62 15,18 0-145-15,-14-5 64 0</inkml:trace>
  <inkml:trace contextRef="#ctx0" brushRef="#br0" timeOffset="-177579.09">7436 17309 42 0,'0'0'61'0,"0"0"-2"0,0 0 3 15,0 0-5-15,0 0-6 0,0 0-6 0,0 0-3 16,0 0 3-16,-1-12-4 0,1 12-6 0,0 0-6 16,0 0 2-16,0 0-6 0,0 0-11 0,0 0 11 15,0 0-5-15,0 0 4 0,0 0-9 0,0 0 7 16,0 0 5-16,0 0 1 0,0 0 8 0,0 0 3 15,0 0 1-15,0 0-2 0,0 0-9 0,5 44 5 16,-5-44-10-16,1 20 5 0,-1-20-10 0,-1 25 5 16,2-14-8-16,-1-11 6 0,-1 28-4 0,2-12-3 15,-1 0-3-15,0 2 5 0,-1-1-13 0,2 0 9 16,0 0-1-16,1 1 2 0,-1 0-2 0,2-1 5 16,-3-6-6-16,1 6 0 0,0-2-12 0,4 1 13 15,-2-3-3-15,0-2 2 0,0-1 0 0,7 5 4 16,-4-4-18-16,-1 0 16 0,3 0-7 0,2 3 5 15,0 1-4-15,-2-6 6 0,4 4-10 0,1 0 0 16,-3 0 1-16,6-4-3 0,-3 4 7 0,3-2-7 16,2 0-1-16,6 3 0 0,2-3 0 0,1 0 2 15,1 1-5-15,0-2 7 0,5 0 2 0,17 1-5 16,-14-3 4-16,-2 0-1 0,5-3-3 0,15 5-3 16,0-4-10-16,1 0 4 0,1-3 1 15,2 1-1-15,-3-3 0 0,1 2 4 0,3-5 0 16,6 4 0-16,0-6-1 0,2 5 5 0,-2-5-9 0,29 4 9 15,-32-1-11-15,0 1 8 0,4-1-13 0,-1 1 9 16,0 2-16-16,3 0-2 0,-3 3-5 0,0-3-14 16,-1-1-6-16,-1-1-20 0,3 0-15 0,-3 0-6 15,-2 2-63-15,-2-2-168 0,-4-2 75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4T09:57:39.6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8937 16819 32 0,'0'0'34'15,"0"0"2"-15,0 0 2 0,2-12-13 0,-2 12-4 16,0 0 2-16,0 0-10 0,9-5-16 0,-9 5-18 16,0 0-12-16,10 1-36 0,-10-1 16 15</inkml:trace>
  <inkml:trace contextRef="#ctx0" brushRef="#br0" timeOffset="5690.78">12956 16312 41 0,'0'0'59'0,"0"0"-2"0,0 0-9 0,0 0-17 15,0 0 3-15,0 0-3 0,0 0-7 0,0 0-1 16,0 0-1-16,0 0-4 0,0 0 8 0,0 0-10 15,0 0 0-15,15 14 0 0,-10-11-5 0,4 2-3 16,-4 0 4-16,3 3-4 0,-1-1 3 0,3 3-4 16,0 3-4-16,-1 2 2 0,1 1 0 0,-2 1-5 15,3 6 1-15,-4-4 3 0,3 5-4 0,-2 0-3 16,-1 1-9-16,1 1 3 0,-2-2 8 0,0 1-4 16,-1 0 5-16,-3 2-2 0,2 1-3 0,0-1-4 15,2 3 3-15,-2-1-2 0,-2-1-9 0,3 0 20 16,-1 0-12-16,0 0-1 0,1 1-3 0,4-2 1 15,-6 4 5-15,5-4-7 0,-1 4-1 0,-3-2 3 16,6 1 4-16,-4 0-6 0,1 4-1 0,0-2 2 16,0 1 1-16,-1-1 1 0,-1 3-4 0,-1 0 2 15,0-1 4-15,-1 1-2 0,1-1-3 0,-2 0 2 16,4 0 1-16,-4 0 2 0,0-2-4 0,2-2 6 16,-4 0-1-16,2-3 12 0,1 1-2 0,-1-1-5 15,0-2-3-15,2-6-1 0,-2 6-21 0,1-6-30 16,0-1 14-16</inkml:trace>
  <inkml:trace contextRef="#ctx0" brushRef="#br0" timeOffset="5984.41">13572 17115 6 0,'6'9'97'0,"-2"-6"-9"0,-4-3 13 15,11 4-16-15,-11-4-8 0,16-1-8 0,-16 1-4 16,23-14-5-16,-12 4-8 0,10-10-19 0,-2-8-11 15,13-13-26-15,-1 0-9 0,0-9-27 0,19-25-22 16,-5 4-44-16,-18 17-116 0,18-28 52 0</inkml:trace>
  <inkml:trace contextRef="#ctx0" brushRef="#br0" timeOffset="58752.93">13358 16593 4 0,'-6'-1'5'0,"6"1"-4"16,0 0 0-16,-10 3-3 0,10-3 4 0,-9 2-5 16,9-2-1-16,-8 2 1 0,8-2 7 0,0 0 2 15,-8 4-3-15,8-4-3 0,-7 1 1 0,7-1-2 16,0 0-2-16,0 0 4 0,0 0-1 0,-6 4-2 15,6-4 0-15,0 0 6 0,0 0 3 16,0 0 8-16,0 0 13 0,0 0 7 0,0 0 4 16,25-16 5-16,-14 10 4 0,1-3 9 0,1-1 2 15,-3 3 9-15,4-4 6 0,-5 3 0 0,0 1 7 0,0-2 5 16,-6 4-3-16,3 0-9 0,-4-1 4 16,1 0-3-16,-3 6-6 0,4-7-13 0,-4 7-2 15,2-8-6-15,-2 8-3 0,0 0-5 0,-2-11-6 16,2 11 6-16,0 0-13 0,-2-8-3 0,2 8 0 15,0 0-1-15,0 0-10 0,0 0-19 0,0 0-10 16,0 0-10-16,0 0-11 0,0 0-16 0,0 0-25 16,-5-9-12-16,5 9-7 0,0 0-92 0,0 0-204 15,0 0 90-15</inkml:trace>
  <inkml:trace contextRef="#ctx0" brushRef="#br0" timeOffset="59382.67">13329 16529 44 0,'0'0'60'0,"0"0"-14"0,0 0-5 0,0 0-4 0,0 0-3 16,0 0 4-16,0 0-14 0,0 0 3 0,0 0 2 15,0 0 12-15,0 0-8 0,0 0-4 0,13 16-1 16,-9-10 2-16,2-1-2 0,-2 4 0 0,0-3-7 15,1 4-5-15,1 2 2 0,-4 1-1 0,3 2 0 16,-3-3 0-16,3 3-5 0,-1-2 1 0,-4 2 3 16,3-3-4-16,-1-1 2 0,-2 1-5 15,0-12 0-15,2 15-1 0,-2-15-2 0,2 12-1 16,-2-12-1-16,4 13 2 0,-4-13 6 0,0 7 2 16,0-7 21-16,0 0-18 0,0 0 9 0,5 7 13 0,-5-7-4 15,0 0 2-15,0 0-2 0,0 0-8 0,0 0 6 16,0 0-5-16,0 0-1 0,0 0-8 0,0 0 8 15,12-22-9-15,-6 10-10 0,3 0-7 16,7-9-12-16,2-4 3 0,9 1-9 0,18-13-7 16,2 0-17-16,27-19-24 0,5 3-19 0,2 0-84 15,-7 3-181-15,6-4 80 0</inkml:trace>
  <inkml:trace contextRef="#ctx0" brushRef="#br0" timeOffset="64299.98">12203 16766 1 0,'0'0'16'0,"0"0"-6"0,0 0-15 0,0 0-5 15,14 18 3-15</inkml:trace>
  <inkml:trace contextRef="#ctx0" brushRef="#br0" timeOffset="64779.1">12580 17971 22 0,'0'0'32'16,"0"0"-7"-16,0 0-3 0,0 0-3 0,10 3-4 15,-10-3 7-15,0 0-13 0,0 0-4 0,0 0-16 16,6 3-16-16,-6-3-29 0,0 0 13 0</inkml:trace>
  <inkml:trace contextRef="#ctx0" brushRef="#br0" timeOffset="-123047.45">11084 5146 46 0,'0'0'55'0,"0"0"-13"0,0 0 1 16,0 0-1-16,-8-3-4 0,8 3-3 0,0 0-7 16,0 0 0-16,0 0-8 0,-8-4 2 0,8 4-3 15,0 0-4-15,0 0-4 0,0 0 1 0,0 0-2 16,0 0 3-16,0 0-1 0,0 0 0 0,0 0-11 16,0 0 3-16,0 0-2 0,0 0-6 0,0 0-10 15,0 0-5-15,0 0-3 0,0 0-6 0,0 0-4 16,0 0-34-16,0 0-70 0,0 0 31 0</inkml:trace>
  <inkml:trace contextRef="#ctx0" brushRef="#br0" timeOffset="-121695.66">10976 5131 4 0,'0'0'15'15,"0"0"3"-15,0 0-4 0,0 0 0 0,0 0 0 16,0 0 2-16,0 0-8 0,0 0 3 0,0 0-2 16,0 0-3-16,0 0-2 0,0 0 1 0,0 0-4 15,0 0 3-15,0 0 2 0,0 0-3 0,0 0-3 16,0 0 6-16,0 0-1 0,26-4 0 0,-26 4 2 15,10 0-2-15,-10 0-3 0,13 0-2 0,-7-2 2 16,1 0-1-16,-7 2 2 0,16-2 3 16,-5-1-4-16,1 2 1 0,1-3 1 0,1 1-8 0,3 0 9 15,0-1-2-15,-1 2 1 0,-1 1-2 0,2-3 1 16,-3 1 0-16,1-1 4 0,3 3-10 0,-1-3 5 16,2 2 2-16,-6-1-6 0,5-1 0 0,-2 2 6 15,5-1-8-15,-2-1 1 0,0-1 4 0,0 3 2 16,0-2 0-16,-3-1-4 0,1 1 7 0,1 1-6 15,-1-2-1-15,-4 4 6 0,2-2-3 0,2 0-4 16,-2 1-1-16,-5 0 4 0,9-2-1 0,-6 2 3 16,-2 2 2-16,1-3-8 0,1 0 4 0,1 2-2 15,-1 1 4-15,-1-3-3 0,-1 2-3 0,2 0 6 16,-2-1-3-16,1 2-2 0,-2-1 0 0,4 0 0 16,-2 1-2-16,-1-1 6 0,2-1 1 0,-4 0-2 15,3 2 0-15,1-1 0 0,-4 0 0 0,1-1 1 16,-2 1 0-16,-8 1 1 0,13-2-3 0,-13 2 2 15,14 0-6-15,-14 0 0 0,8 0 2 16,-8 0-4-16,0 0 12 0,9-1-3 0,-9 1 4 0,0 0-2 16,0 0 5-16,10-1-3 0,-10 1 3 0,0 0 1 15,0 0 8-15,0 0-5 0,0 0 5 16,0 0-4-16,0 0 2 0,0 0 3 0,0 0-8 0,0 0 4 16,0 0 0-16,0 0-4 0,0 0 0 15,0 0 0-15,0 0 1 0,0 0-1 0,0 0-3 0,0 0 7 16,0 0-3-16,0 0 1 0,0 0 1 0,0 0-4 15,0 0 1-15,0 0-4 0,0 0 6 0,0 0 0 16,0 0-3-16,0 0-5 0,0 0 2 0,0 0 13 16,0 0-18-16,0 0 0 0,0 0 4 0,0 0 2 15,0 0-4-15,0 0-2 0,0 0 1 16,0 0 5-16,7 1-8 0,-7-1 3 0,0 0-5 0,0 0 7 16,0 0-3-16,0 0 0 0,0 0-4 0,0 0 7 15,0 0-3-15,0 0 2 0,0 0-2 0,0 0 3 16,0 0 25-16,0 0-21 0,0 0-4 0,0 0 3 15,0 0-2-15,0 0 5 0,0 0-13 0,0 0 1 16,0 0 11-16,0 0-3 0,0 0 0 16,0 0 15-16,0 0-15 0,0 0-2 0,0 0 8 0,0 0-3 15,0 0 1-15,0 0-5 0,0 0 11 16,0 0-13-16,0 0 8 0,0 0-3 0,0 0-6 16,0 0 1-16,0 0 2 0,0 0 3 0,0 0-5 15,0 0 3-15,0 0-5 0,0 0 7 0,0 0-2 16,0 0-3-16,0 0 1 0,0 0-5 0,0 0-3 15,0 0 8-15,0 0-4 0,0 0-4 0,0 0 2 0,0 0-2 16,0 0 6-16,0 0 0 0,0 0-4 0,0 0 4 16,0 0 0-16,0 0-5 0,0 0 4 15,0 0-5-15,0 0 16 0,0 0-14 0,0 0-6 16,0 0 1-16,0 0 8 0,0 0-6 0,0 0-6 16,0 0 6-16,0 0 2 0,0 0 1 0,0 0-2 15,0 0-2-15,0 0 6 0,0 0-2 0,0 0-4 0,0 0 4 16,0 0 10-16,0 0-16 0,0 0 4 0,0 0 1 15,0 0-2-15,0 0-4 0,0 0 3 16,0 0 5-16,0 0 4 0,0 0 0 0,0 0-5 16,0 0-6-16,0 0-2 0,0 0-2 0,0 0 11 15,0 0 1-15,0 0-1 0,0 0-4 0,0 0-2 16,0 0 3-16,0 0-2 0,0 0 4 0,0 0-1 0,0 0 5 16,0 0-4-16,0 0 3 0,0 0 0 15,0 0 3-15,0 0-4 0,0 0-13 0,0 0 13 16,0 0 2-16,0 0 6 0,0 0-12 0,0 0 8 15,0 0-8-15,0 0 7 0,0 0 0 0,0 0 6 16,0 0-10-16,0 0 0 0,0 0-2 0,0 0 3 16,0 0-2-16,0 0 3 0,0 0 1 0,0 0-22 15,0 0-5-15,0 0 7 0,0 0-7 0,0 0-1 0,0 0-8 16,0 0-11-16,0 0-14 0,0 0-8 16,0 0-4-16,0 0-49 0,0 0-127 0,0 0 55 15</inkml:trace>
  <inkml:trace contextRef="#ctx0" brushRef="#br0" timeOffset="-111170.33">21752 14916 22 0,'0'-11'77'16,"-2"4"-3"-16,-1-1-14 0,0 3 10 0,3 5-12 16,-2-8-8-16,2 8-3 0,0 0-11 0,0 0 7 15,0 0-9-15,-17 16 0 0,10-2-6 0,-4 10 6 16,4 3-3-16,-3 3 3 0,1 5 2 0,-4 15 3 0,3 0-8 15,-1 8-2-15,5 26 2 0,2-2 0 16,0 0 2-16,1 1 3 0,4-3-10 0,-4 1 2 16,6-20-4-16,2 23-4 0,-1-26 2 0,-1-3-2 15,6 23-2-15,-1-21 2 0,1-5-3 0,0 2 22 16,0-7-9-16,4 2-5 0,-3-5-12 0,2 1-3 0,-4-14-5 16,0 0-6-16,0-2-5 0,-2 0-13 15,2-3-26-15,-6-5-16 0,2-4-26 0,-1 0-13 16,-3-4-66-16,1 0-181 0,-5-3 80 0</inkml:trace>
  <inkml:trace contextRef="#ctx0" brushRef="#br0" timeOffset="-110719.74">21166 15986 1 0,'0'0'69'15,"0"0"-2"-15,0 0 1 0,0 0-3 0,0 0 0 16,0 0 5-16,54-2-2 0,-18-2 2 0,18-1-11 15,5-2-8-15,7 1 7 0,29-6-6 0,1 0-9 16,0-1-2-16,-1 0-2 0,11 0-2 0,3 0 4 16,5 3 5-16,5-1-6 0,5-2 2 0,0 1 8 15,3 1-4-15,4-2-1 0,7 0-2 0,0 2-4 16,4 0 0-16,1 0-4 0,4 2-3 0,1-5 3 16,1 5-5-16,1-1-5 0,-6-2-5 0,-3 0 1 15,2 0-5-15,-1 3 4 0,-10-2 5 0,-5 1-11 16,-5 1 3-16,-8 5-6 0,-1-6 0 0,-19 3 0 15,-4 2-4-15,-27-1 4 0,-4 0 0 0,-1 4-3 16,-3-6 1-16,-15 6-1 0,0-2-5 0,-3 2 1 16,-4-2-7-16,-9 3-9 0,-5 0-11 0,-6 0-8 15,-13 1-17-15,12-1-25 0,-12 1-20 0,0 0-28 16,0 0-102-16,0 0-241 0,-68 2 107 0</inkml:trace>
  <inkml:trace contextRef="#ctx0" brushRef="#br0" timeOffset="-110037.91">21600 15981 2 0,'0'0'54'15,"0"0"-6"-15,0 0 3 0,0 0-6 0,0 0-1 16,0 0-7-16,0 0 0 0,0 0-7 0,0 0-5 16,0 0-2-16,0 0-2 0,0 0-3 0,0 0 5 15,0 0-9-15,0 0 0 0,0 0-13 16,0 0-10-16,0 0-8 0,0 0-14 0,0 0-41 15,0 0-78-15,0 0 35 0</inkml:trace>
  <inkml:trace contextRef="#ctx0" brushRef="#br0" timeOffset="-108188.34">21741 15983 14 0,'0'0'73'16,"0"0"-8"-16,0 0-8 0,0 0-5 0,0 0 6 15,0 0-3-15,0 0 1 0,-30-10-4 0,30 10-7 16,0 0 6-16,0 0-1 0,0 0-3 0,0 0-11 16,0 0 1-16,0 0-3 0,0 0 0 0,0 0 0 15,0 0-3-15,0 0-1 0,0 0-5 0,0 0-6 16,0 0-2-16,0 0 2 0,0 0 6 0,-10-2-12 15,10 2 17-15,0 0-20 0,0 0-7 0,0 0 6 16,0 0 4-16,0 0-5 0,0 0 4 0,-13-1-6 16,13 1 0-16,0 0-10 0,0 0 12 0,0 0 2 15,0 0-3-15,-13 0 0 0,13 0 6 0,0 0 0 16,0 0 0-16,0 0-2 0,0 0 1 0,0 0-7 16,-15 3 2-16,15-3-5 0,0 0 4 0,-8 4-1 15,8-4-2-15,0 0 2 0,-11 3-1 0,11-3 0 16,0 0 0-16,0 0-1 0,-11 4 0 0,11-4 5 15,0 0-4-15,0 0 11 0,-10 2 7 16,10-2-4-16,0 0 9 0,0 0 0 0,0 0 3 16,0 0-4-16,0 0 7 0,0 0-8 0,0 0 4 0,0 0-9 15,0 0 5-15,0 0-3 0,0 0 1 0,0 0-3 16,0 0 0-16,0 0-6 0,0 0 5 0,0 0 0 16,0 0-7-16,0 0-4 0,0 0 18 15,-6-15-20-15,6 15-1 0,0 0 0 0,0 0 1 16,0 0 1-16,0 0 0 0,5-20-3 0,-5 20 3 15,4-11-1-15,-4 11 5 0,4-11 0 0,-4 11 2 16,4-14 0-16,-2 4-4 0,3 1-1 0,-2-2 5 0,3 2 1 16,-1-2 1-16,1 0-3 0,0 0 1 15,0 0-5-15,-1 0 1 0,1-1 1 0,0 2 1 16,-2-3-1-16,3 4 4 0,-3-2-8 0,1-1 1 16,1 5 2-16,-3-3 1 0,1-2-4 0,0 2 5 15,0 0-3-15,0-1 7 0,-2 3-1 0,2-2 2 16,-4 10-7-16,6-19 4 0,-2 7-6 15,-4 2 4-15,3 0-3 0,1-2 2 0,-2 4-4 0,3-4-3 0,-2 4 3 16,1-4-1-16,-2 3-1 0,2 0-1 16,-1-1 2-16,-1 0-1 0,2-1-1 0,-1 0 2 15,2 0 2-15,-3-1-5 0,2 1 3 0,-4 11 1 16,7-22-4-16,-4 12 1 0,0 0 11 0,-3 10-2 16,6-19 2-16,-1 10-6 0,-1-1 2 0,-4 10 0 15,8-19-6-15,-3 9 4 0,0-2-1 0,-1 1-2 16,-4 11-2-16,13-20 2 0,-8 11-1 0,0 0-3 15,0-1 4-15,1 1-2 0,1 0 2 0,-7 9-2 16,11-16-4-16,-5 9 4 0,-6 7 0 0,10-14 0 16,-4 7-1-16,-6 7 0 0,9-11-1 0,-9 11 1 15,13-13-2-15,-7 5 2 0,-6 8-2 0,13-12 1 16,-8 7 3-16,-5 5-1 0,17-12 1 0,-8 7-5 16,-2-1 2-16,-7 6 1 0,14-9-5 0,-14 9 4 15,12-9 0-15,-12 9 0 0,14-9 0 0,-14 9-1 16,13-7 3-16,-3 3-4 0,-4 0 5 0,-6 4-3 15,14-11 0-15,-5 7-4 0,3 0 6 0,-3-2-3 16,1 2-2-16,-10 4 7 0,18-8-4 0,-9 6-1 16,-3-2 1-16,6 0 0 0,-3 0-1 0,0-1 3 15,2 1-1-15,-11 4-2 0,17-5 2 16,-7 1 0-16,-1 1 0 0,0 0-2 0,-9 3-2 16,18-3 0-16,-9-1 4 0,0 1 0 0,-9 3 0 0,16-4-2 15,-16 4 1-15,16-2 4 0,-16 2-4 16,15-3-2-16,-7 1 2 0,-8 2 0 0,19-4 0 0,-12 4-1 15,-7 0-4-15,16-1 3 0,-6 0 2 0,-10 1 0 16,17-2-2-16,-6 1 1 0,-11 1-2 0,17 0 0 16,-17 0 7-16,19 0-3 0,-9-1 0 0,-10 1 0 15,21 2-3-15,-12-2 0 0,-9 0 0 16,20 3 3-16,-11-2-2 0,2-1 1 0,1 2 0 16,0-1 0-16,0 0 1 0,-12-1 0 0,22 4-5 15,-9-3 7-15,-2 1-2 0,1-2 3 0,0 2-2 16,0-1-3-16,-12-1 2 0,26 4-4 0,-9 2 1 0,-5-3-4 15,1 0 6-15,0 0 0 0,-1 0 0 16,1 2 0-16,-1-2 0 0,0 3-1 0,0-2 4 0,-1 2-3 16,1-3 0-16,-2 1 3 0,-10-4-2 15,18 11 0-15,-5-7-3 0,-3 0 2 0,0 2-1 16,0-2 7-16,1 2-8 0,0-3 1 0,-11-3 0 16,18 6 0-16,-8-2 0 0,-1 1 3 0,-9-5 3 15,17 7-4-15,-17-7-1 0,14 8 1 0,-8-5 1 16,-6-3-4-16,13 6 5 0,-13-6 1 0,12 8-4 15,-12-8-1-15,11 7 4 0,-11-7-3 0,13 8 0 16,-13-8 1-16,8 9 4 0,-8-9-6 0,10 9 5 16,-10-9-3-16,10 7 0 0,-10-7-3 0,11 10 2 15,-11-10 3-15,11 9-1 0,-11-9-3 0,11 13 1 16,-6-8 8-16,-5-5-5 0,8 7-6 0,-8-7-1 16,8 8 5-16,-8-8 1 0,10 9 0 0,-10-9 6 15,10 13-9-15,-5-7 2 0,-5-6 0 0,10 12-3 16,-10-12 2-16,9 13-1 0,-5-7 2 0,-4-6-2 15,7 11 0-15,-3-5 0 0,-4-6 2 0,10 11-1 16,-8-4 5-16,-2-7-7 0,7 9-2 0,-7-9 3 16,3 11-1-16,-3-11 4 0,7 8-5 0,-3-4 4 15,-4-4-7-15,5 9 8 0,-5-9-1 0,6 9-1 16,-6-9-1-16,4 10 3 0,-4-10 1 0,4 10-4 16,-4-10 3-16,2 9-1 0,-2-9 0 15,4 9-2-15,-4-9 3 0,5 13 0 0,-2-8-1 0,-3-5-1 16,2 14 3-16,-2-14-3 0,3 10 0 0,-3-10 7 15,2 11-7-15,-2-11-1 0,7 14-1 0,-7-14 3 16,4 10-4-16,-2-3 3 0,-2-7 1 0,4 11-2 16,-4-11 2-16,5 13-2 0,-1-8 1 0,-4-5 0 15,6 13 2-15,-2-8-2 0,-4-5 2 16,5 11-3-16,-5-11-1 0,4 11 2 0,0-4 2 16,-4-7-2-16,5 11 0 0,-5-11-3 0,4 11 4 0,-4-11-2 15,5 6 3-15,-5-6-3 0,5 8 0 0,-5-8 2 16,5 8-1-16,-5-8-1 0,4 6 2 0,-4-6-4 15,4 7 2-15,-4-7-1 0,8 9 0 16,-8-9 1-16,5 8-1 0,-5-8 4 0,5 8-6 16,-5-8 6-16,6 10 0 0,-6-10-6 0,4 7 5 15,-4-7-2-15,7 9 3 0,-7-9-3 0,6 9 1 16,-6-9 0-16,2 6 2 0,-2-6-1 0,0 0 0 16,6 9-4-16,-6-9 2 0,6 7-1 0,-6-7 3 15,5 5-6-15,-5-5 4 0,0 0 0 0,8 8 4 16,-8-8 6-16,6 5-8 0,-6-5 3 0,7 7-3 15,-7-7 0-15,0 0 0 0,6 7-1 0,-6-7 0 16,0 0 2-16,6 4 1 0,-6-4-4 0,0 0 3 16,9 5-4-16,-9-5 4 0,0 0-2 0,5 6 3 15,-5-6-3-15,0 0 0 0,0 0 4 0,8 5-13 16,-8-5-10-16,0 0-16 0,0 0-16 0,0 0-21 16,0 0-23-16,0 0-29 0,5 11-28 0,-5-11-29 15,0 0-146-15,0 0-353 0,0 0 156 0</inkml:trace>
  <inkml:trace contextRef="#ctx0" brushRef="#br0" timeOffset="-105441.7">23442 15752 16 0,'0'0'26'0,"0"0"-7"0,0 0 1 0,0 0 0 0,0 0-6 16,0 0 0-16,0 0 3 0,0 0-6 0,0 0 0 15,0 0-1-15,-7 6 4 0,7-6-2 16,0 0 1-16,0 0 4 0,0 0 2 0,0 0-1 16,0 0 5-16,0 0-5 0,-6 6 1 0,6-6-1 15,0 0-7-15,0 0 2 0,0 0-5 0,0 0 5 16,0 0-5-16,0 0-1 0,0 0-3 0,0 0 1 0,0 0-1 16,-5 7-1-16,5-7 4 0,0 0-2 0,0 0 8 15,0 0-6-15,0 0 6 0,0 0 3 16,0 0-1-16,0 0-1 0,0 0 5 0,0 0 0 15,0 0-7-15,0 0 5 0,13 10 0 0,-13-10-2 16,0 0 2-16,0 0 2 0,0 0-4 0,14 0 11 16,-14 0-5-16,0 0 6 0,0 0-2 0,0 0 4 15,29-4-6-15,-29 4-3 0,15-1-2 0,-15 1 3 16,17-4 7-16,-17 4-6 0,24-3 1 0,-11 0 0 16,-13 3-7-16,21-6 8 0,-8 4-1 0,-2-2-7 15,-11 4 2-15,23-4 10 0,-10 1-15 0,-13 3 2 16,23-4-4-16,-14 2 6 0,-9 2-9 0,22-4 3 15,-11 2-6-15,-11 2 7 0,18-5-7 0,-18 5 1 16,14 0 0-16,-14 0-1 0,15-2 1 0,-15 2 5 16,14-2 0-16,-14 2 2 0,0 0-2 0,19-1 6 15,-19 1-9-15,0 0-3 0,21-2-2 0,-21 2 8 16,12 0-5-16,-12 0 1 0,0 0-1 0,21 0 5 16,-21 0-4-16,0 0-5 0,17 0 3 0,-17 0-11 15,0 0 8-15,19-1 0 0,-19 1 6 0,0 0-10 16,16 0 5-16,-16 0 6 0,13-1-10 0,-13 1 5 15,12 0-2-15,-12 0 4 0,14 0 2 0,-14 0-5 16,10-3 5-16,-10 3-1 0,10-1 8 0,-10 1-15 16,13-2 1-16,-13 2 6 0,0 0-4 15,15-3 1-15,-15 3-3 0,10-1 7 0,-10 1-1 16,0 0-1-16,13-2 1 0,-13 2 0 0,10-1 7 0,-10 1-6 16,0 0-1-16,17-2-2 0,-17 2 0 0,12-1 1 15,-12 1-3-15,12 0 3 0,-12 0-3 0,11-2 1 16,-11 2 0-16,0 0-1 0,12 0-3 0,-12 0-1 15,0 0 5-15,16 0-1 0,-16 0 2 16,0 0 1-16,11-2 14 0,-11 2-12 0,0 0-2 16,13-2 5-16,-13 2-3 0,0 0 5 0,13-2 0 15,-13 2 1-15,9-4-6 0,-9 4 2 0,10-4-4 16,-10 4 9-16,0 0-4 0,11-3 0 0,-11 3 1 0,0 0-4 16,16-3 6-16,-16 3-6 0,9-6 5 15,-9 6-5-15,8-4 1 0,-8 4-4 0,7-3 2 16,-7 3 2-16,0 0-2 0,9-7 4 0,-9 7 3 15,0 0-1-15,8-6 1 0,-8 6 1 0,6-4-6 16,-6 4 6-16,0 0-12 0,8-10 4 0,-8 10-2 16,7-6 3-16,-7 6-5 0,7-6 9 0,-7 6-6 15,0 0 1-15,6-10-2 0,-6 10 1 0,7-8-5 16,-7 8 4-16,5-8 3 0,-5 8-5 0,6-7 2 16,-6 7 3-16,5-8-4 0,-5 8 0 0,4-10-2 15,-4 10 5-15,5-7-2 0,-5 7 2 0,3-10-5 16,-3 10 6-16,5-9-5 0,-5 9 1 0,6-9 3 15,-6 9-7-15,6-8 4 0,-6 8 4 0,4-8-6 16,-4 8-1-16,0 0 2 0,5-13-6 0,-5 13 1 16,6-11 3-16,-6 11 2 0,0 0-3 0,6-14 2 15,-6 14 8-15,6-8-10 0,-6 8 0 0,0 0 3 16,7-15-2-16,-7 15-4 0,4-11 5 0,-4 11 0 16,3-13 0-16,-3 13-3 0,6-14 2 0,-6 14-4 15,5-12 6-15,-5 12-4 0,7-13 3 0,-7 13-2 16,4-16-1-16,-1 7 1 0,-3 9-4 0,6-15 3 15,-6 15 4-15,3-15-4 0,-3 15 3 0,4-10-1 16,-4 10 1-16,5-13-4 0,-5 13 3 0,5-12-1 16,-5 12 2-16,0 0 1 0,3-16-4 0,-3 16 2 15,5-9-1-15,-5 9 1 0,2-14 1 0,-2 14-1 16,2-13-1-16,-2 13 1 0,3-13-3 0,-3 13 4 16,6-17-4-16,-6 17 2 0,2-15 0 0,3 5 2 15,-5 10 1-15,5-17-5 0,-5 17 2 0,4-15 0 16,-2 6-1-16,-2 9-2 0,5-15 1 0,-5 15-1 15,4-15 4-15,-1 6 0 0,-3 9-3 16,9-17 0-16,-4 8 7 0,-5 9-7 0,6-18 5 16,-1 9-3-16,-5 9 3 0,7-16-7 0,-4 8 6 0,-3 8-1 15,9-16 1-15,-6 10-1 0,-3 6 3 0,5-13-6 16,-5 13 4-16,5-9 1 0,-5 9 0 0,6-12-6 16,-6 12 5-16,8-10 0 0,-8 10-2 15,4-13 1-15,-4 13 1 0,8-12-1 0,-8 12 0 0,8-13-2 16,-2 6 5-16,-6 7-4 0,9-15 1 15,-3 7 1-15,-6 8 0 0,13-18 4 0,-7 12-3 16,-6 6-2-16,9-14-2 0,-2 5 1 0,-2 2 0 0,-5 7-2 16,10-13 3-16,-10 13-2 0,8-11 1 0,-8 11 0 15,10-12 1-15,-5 7 0 0,-5 5 4 16,13-11-6-16,-13 11 4 0,13-12-4 0,-7 6 1 16,-6 6 2-16,12-10-4 0,-12 10 5 0,10-10-3 15,-10 10-1-15,11-7 1 0,-11 7-1 0,12-11 1 16,-5 6 7-16,-7 5-7 0,20-10-2 0,-13 7 2 15,-7 3-1-15,14-10 4 0,-3 4-4 0,-4 0 5 16,-7 6-1-16,20-8-3 0,-12 3 2 0,3 1 1 0,-11 4 4 16,19-12-2-16,-10 6 4 0,0 2-1 15,-9 4 3-15,20-9-3 0,-12 5 0 0,-8 4 0 16,19-6-1-16,-8 3-1 0,-11 3 2 0,18-2-2 16,-9 0-3-16,-9 2 2 0,19-5 2 0,-19 5-5 15,15-1 5-15,-15 1-3 0,20-3 3 0,-20 3-3 16,20-1-1-16,-20 1 3 0,14 0 2 0,-14 0-3 15,18-1 0-15,-18 1 3 0,14-2 5 0,-14 2-4 16,17 2 0-16,-17-2 0 0,18 4 4 0,-18-4-8 16,14 4 9-16,-14-4-6 0,15 0 4 0,-15 0 5 15,13 7-5-15,-13-7-2 0,14 4-1 0,-14-4-1 16,12 5 0-16,-12-5 1 0,15 6-3 0,-15-6 2 16,13 6 1-16,-13-6-4 0,12 7 2 0,-12-7-6 15,11 7 4-15,-11-7 1 0,11 9 1 0,-11-9-2 16,14 7 4-16,-14-7-2 0,8 9-3 0,-8-9 3 15,10 9-3-15,-10-9 2 0,10 10-3 0,-2-4 2 16,-8-6 0-16,10 10 3 0,-10-10-1 16,9 10 0-16,-9-10-1 0,12 10 0 0,-8-6 8 0,-4-4-13 15,14 13 4-15,-14-13 1 0,11 10 0 0,-6-4 0 16,2 0-3-16,-7-6 2 0,11 9 0 0,-11-9 0 16,11 9-2-16,-11-9 1 0,11 10 4 0,-11-10-2 15,12 9-4-15,-7-1-1 0,-5-8 3 16,10 10 0-16,-3-6-3 0,-7-4 2 0,9 12-1 15,-4-5 1-15,-5-7-5 0,12 13 4 0,-4-5-2 0,-3 0 2 16,-5-8-2-16,9 12 3 0,-3-4-3 0,1 0 5 16,-7-8-4-16,11 11 1 0,-5-4-3 15,-6-7 2-15,9 14-2 0,-1-6 3 0,-3 0-1 0,-5-8 1 16,10 13-1-16,-4-5 2 0,0-1 1 16,0 1 1-16,-1-1-3 0,2 0 2 0,-1-1 1 15,2 1 1-15,-8-7 1 0,10 10 0 0,-1-2 2 16,-3-4-1-16,4 3 0 0,-4-4-1 0,1 2-1 0,-7-5-2 15,16 11-2-15,-11-6 4 0,1-3-2 16,-6-2 0-16,13 8 1 0,-3-2 0 0,-6-2-2 16,-4-4 2-16,12 10-5 0,-6-6 2 0,-1 2 2 15,-5-6-3-15,11 9 4 0,-7-6-3 0,3 1 1 16,-7-4-2-16,12 12 3 0,-6-7-2 0,1 1 4 16,-3-1-7-16,-4-5 7 0,10 12-4 0,-6-4 1 15,-4-8 1-15,9 13 3 0,-5-9 0 0,-4-4-3 16,12 12 5-16,-7-8-3 0,-5-4-4 0,10 14 6 15,-10-14-2-15,9 12 0 0,-7-9-1 0,-2-3-4 16,0 0 5-16,12 14-1 0,-8-10-1 0,-4-4 1 16,7 11 2-16,-7-11-5 0,7 11 4 0,-2-6-2 15,-5-5 1-15,6 10-1 0,-1-4 1 0,-5-6-2 16,8 7 0-16,-5 0 2 0,-3-7-3 0,6 8 3 16,-6-8-6-16,8 11 4 0,-8-11 0 15,4 8 0-15,-4-8 0 0,6 8-1 0,-6-8 1 0,5 8-2 16,-5-8 1-16,6 8-1 0,-6-8 1 0,5 9 0 15,-5-9 3-15,5 5-2 0,-5-5-2 0,0 0 4 16,4 13-3-16,-4-13 2 0,0 0-4 0,4 9 1 16,-4-9 1-16,0 0-2 0,3 9 0 0,-3-9-3 15,0 0 7-15,2 8-3 0,-2-8 0 16,0 0 3-16,6 9-3 0,-6-9 0 0,0 0 1 0,0 0 0 16,1 9 0-16,-1-9-1 0,0 0-1 15,2 9 2-15,-2-9 0 0,0 0-3 0,0 0 3 0,5 7-1 16,-5-7-4-16,0 0 5 0,0 0-1 0,0 12 3 15,0-12-8-15,0 0 8 0,0 0-4 0,2 10 0 16,-2-10 2-16,0 0 1 0,0 0-3 0,2 9 0 16,-2-9-1-16,0 0 2 0,0 0-3 0,0 0 1 15,0 0 1-15,0 0 0 0,5 8-7 16,-5-8-14-16,0 0-10 0,0 0-17 0,0 0-22 16,0 0-28-16,0 0-41 0,0 0-44 0,0 0-30 0,-23 4-170 15,23-4-416-15,-20 0 185 0</inkml:trace>
  <inkml:trace contextRef="#ctx0" brushRef="#br0" timeOffset="-104983.25">25562 15598 63 0,'0'0'117'0,"0"0"4"0,0 0-25 0,0 0-9 16,0 0-6-16,0 0-7 0,0 0-7 0,0 0-6 15,0 0-4-15,0 0 3 0,0 0-4 0,0 0-3 16,0 0-7-16,0 0 1 0,0 0-7 0,48-9 5 15,-37 6-3-15,2 0-6 0,6 2 1 16,-1-2 4-16,-1 3 3 0,2-3-3 0,1-1-4 0,0-1 1 16,2 2-11-16,-2-1 8 0,0 2-6 0,1-1 2 15,-1 1-3-15,0 0 0 0,-1-1-1 0,-2 2-3 16,0-3-3-16,0 4 4 0,-3-2-4 0,-1 1 8 16,1-1-4-16,-1 1 1 0,-2-1-5 15,1 1 4-15,-12 1-4 0,15-3 1 0,-15 3-1 16,18-1-7-16,-18 1 0 0,13 1-3 0,-13-1 4 15,0 0-7-15,12 0 6 0,-12 0-6 0,0 0 1 0,0 0 3 16,0 0-1-16,0 0-14 0,0 0-13 0,0 0-22 16,0 0-28-16,0 0-34 0,0 0-27 0,0 0-30 15,-34 6-107-15,14-5-286 0,-1 1 127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5T09:52:11.5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21541 16066 38 0,'0'0'56'16,"-3"-7"-5"-16,3 7 21 0,-4-6-24 0,4 6 0 15,0 0-4-15,-6-8-6 0,6 8 3 0,0 0-2 16,-2-5-5-16,2 5 0 0,0 0-14 0,0 0 5 16,0 0-8-16,0 0-3 0,0 0 1 0,0 0 12 15,-18 12-4-15,16-3-5 0,-4-1 5 0,3 3-1 16,-4 5 2-16,1-1-8 0,-2-1 5 0,3 1-1 15,-1 2 0-15,2-2 2 0,-1-4 0 0,2 2-1 16,-2-2 25-16,4-2-9 0,1 2-3 0,-2-3 5 16,2-8-4-16,2 14-10 0,0-9 6 0,-2-5 11 15,7 8 0-15,-2-7-1 0,-5-1 1 0,11 3 1 16,1-6-10-16,-1 1-2 0,1-3 8 0,0 0-12 16,3-6-1-16,0 3-3 0,-2-4-2 15,1-3-4-15,-3 4-2 0,0-3-2 0,0 0 2 0,-2-2-5 16,-3 1 0-16,1 4 1 0,-2-1-3 0,-3-5-3 15,0 5-2-15,-1 1-1 0,-2 1 1 0,-2-1-4 16,-1 1 3-16,3 3-2 0,-5 0-4 0,-1 0 0 16,2 2 1-16,-1 2-3 0,6 3 4 0,-21-1-5 15,10 3 4-15,-3 0-9 0,-2 3-10 0,0 1-15 16,-1-1-4-16,-1 4-19 0,2 2-24 0,2-1-27 16,-2 1-104-16,2 1-232 0,5-3 103 0</inkml:trace>
  <inkml:trace contextRef="#ctx0" brushRef="#br0" timeOffset="1700.92">23438 15970 63 0,'0'0'66'16,"0"0"2"-16,0 0-1 0,0 0 0 0,0 0 3 15,0 0 0-15,0 0-9 0,-9-14 5 0,9 14-3 16,0 0 2-16,0 0-5 0,0 0 7 0,0 0-6 15,0 0-5-15,4-8-10 0,-4 8-1 0,6-4 0 16,-6 4-2-16,8-1-7 0,-8 1-5 0,10-2-1 16,-10 2-6-16,11-1 1 0,-11 1 1 0,11 3-5 15,-5-1-2-15,-6-2-3 0,8 6-2 0,-4-1 0 16,-3 1 2-16,0 2-4 0,-1-8 1 16,0 13-2-16,-1-4-1 0,0-2-5 0,-2 2 6 15,0-2-7-15,-3 4 4 0,1-2-2 0,-3 0 4 0,2 3-1 16,-2-5 2-16,-1 2-2 0,2 0-1 0,-1 0-5 15,-1-3-23-15,0 0-14 0,1 1-16 16,3-3-9-16,0 0-11 0,5-4-17 0,-9 5-7 0,4-3-16 16,5-2-62-16,-9 3-185 0,9-3 82 15</inkml:trace>
  <inkml:trace contextRef="#ctx0" brushRef="#br0" timeOffset="1918.98">23513 15941 99 0,'0'0'100'0,"0"0"-9"0,0 0 2 15,0 0 1-15,0 0-14 0,10 0-3 0,-10 0-5 16,0 0-3-16,7 10-2 0,-7-10-8 0,5 11-3 16,-5-11-11-16,0 10 6 0,0-3-11 0,0-7-5 15,0 13-2-15,0-13-2 0,-3 16-12 0,3-16-20 16,-3 14-18-16,1-6-24 0,-2 2-22 0,1 1-19 15,-5 0-83-15,0 2-180 0,1-4 80 0</inkml:trace>
  <inkml:trace contextRef="#ctx0" brushRef="#br0" timeOffset="2651.84">24383 15870 53 0,'0'0'108'0,"12"3"-5"0,-6 0-13 0,-2 0-11 15,3 2-6-15,-4 4-5 0,0 0 0 0,-2 2-15 16,2 1-5-16,-4 0-2 0,-2 4 1 0,-2-2-7 16,-3 2 5-16,2-1-9 0,-3-1-5 0,1-4-7 15,-4 3 3-15,0-1-8 0,2-3 5 0,-2-1-3 16,5-1 5-16,-2-1-17 0,2 0 7 0,2-3 1 15,5-3 3-15,-8 6 2 0,8-6-4 0,-6 1 3 16,6-1-1-16,0 0-7 0,0 0 2 0,0 0-4 16,0 0 3-16,0 0-5 0,0 0 7 0,10-24-1 15,-5 21-3-15,3-2-4 0,-8 5 6 0,15-4-6 16,-6 3 4-16,1-2 2 0,2 3-3 0,-1 1-7 16,-2 3 6-16,3-3-7 0,-2 2 6 0,2 1-15 15,-1 1-22-15,5 1-24 0,-5 0-27 0,1-3-24 16,-1 3-98-16,-5 2-217 0,1-3 96 0</inkml:trace>
  <inkml:trace contextRef="#ctx0" brushRef="#br0" timeOffset="2866.29">24651 15905 56 0,'0'0'87'0,"0"0"-11"16,0 0 0-16,0 0-15 0,0 0 2 0,0 0-6 16,7 17-1-16,-5-7-11 0,-2-10 0 0,-8 21-2 15,4-9-4-15,2 3-6 0,-4-3-29 0,1-1-23 16,-1-1-16-16,1 3-26 0,-3-5-44 16,0 2-113-16,2-1 50 0</inkml:trace>
  <inkml:trace contextRef="#ctx0" brushRef="#br0" timeOffset="3033.81">24693 15966 52 0,'0'0'62'0,"0"0"-4"0,5 13-2 15,-5-13-9-15,0 8-11 0,0-8-15 0,-4 11-20 16,0-6-28-16,-5 1-24 0,2 3-56 15,-2-5 25-15</inkml:trace>
  <inkml:trace contextRef="#ctx0" brushRef="#br0" timeOffset="9896.44">12452 17941 12 0,'0'0'2'0,"0"0"3"0,0 0 1 15,0 0-5-15,2 10 0 0,-2-10-6 0,0 0-5 16,0 0 3-16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8T10:24:44.2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1499 2866 176 0,'0'-6'213'0,"0"6"-16"0,-4-9 3 16,4 9-4-16,-3-9-7 0,3 9-15 0,-2-7-15 16,2 7-8-16,0 0-20 0,0 0-14 0,0 0-10 15,0 0-15-15,0-10-11 0,0 10-14 0,0 0-13 16,0 0-3-16,0 0-9 0,0 0 3 0,0 0-5 16,0 0-14-16,-7 32 11 0,7-16-5 0,-2 2 1 0,-1 8-6 15,-3 2 1-15,6 0-1 0,-5 2 1 0,5-3-17 16,-5 0 11-16,1 0-3 0,2-2-1 15,0-4-1-15,1-2-2 0,1-2-2 0,1 2 1 16,-2-3-6-16,1 0 4 0,1 0 1 0,-1-4-2 16,0-2-2-16,-1 2 3 0,1 0-3 0,0-2-3 15,0 2-10-15,-2-2-23 0,-2 0-8 0,2-1-14 16,2-9-17-16,-4 17-28 0,0-11-24 0,4-6-36 16,-6 12-44-16,2-8-166 0,4-4-395 0,0 0 175 15</inkml:trace>
  <inkml:trace contextRef="#ctx0" brushRef="#br0" timeOffset="375.36">1589 2809 99 0,'8'-4'116'0,"-8"4"-14"0,18-3-2 0,-18 3-5 0,18 1-1 15,-9 2-11-15,1 2-11 0,-4-1-3 0,1 4-3 16,-1-1-9-16,-1 1-2 0,0 3-2 0,-3-1-5 16,-2 1-1-16,-2 4-5 0,-4-3-3 0,0-2-3 15,-3 6 2-15,-4-5-6 0,3 2-7 0,-5-3-5 16,4-1 5-16,2-4 4 0,-4 7-12 0,1-6 9 16,5-4 5-16,-1 1 1 0,8-3-8 0,-14 2 6 15,14-2-4-15,-13 4 6 0,13-4-3 0,0 0 5 16,-12 1-5-16,12-1-5 0,0 0-9 0,0 0-1 15,-11 1-4-15,11-1-1 0,0 0 0 0,0 0 1 16,-2 13-1-16,2-13 0 0,5 17-5 16,-2-3 5-16,-1-5-3 0,1 6 1 0,4 0-12 0,-3-2 14 15,3 3-4-15,-2-2 2 0,8 0-3 16,-3 0 2-16,-2-4-3 0,4 3-15 0,-1-5-39 16,2 3-40-16,3-2-58 0,-5-2-121 0,1-4-291 15,-2 0 130-15</inkml:trace>
  <inkml:trace contextRef="#ctx0" brushRef="#br0" timeOffset="609.26">1885 2924 224 0,'0'0'213'0,"0"-10"-20"0,0 10-21 15,0 0-23-15,0 0-13 0,0 0 1 0,0 0-6 16,0 0-5-16,0 0-15 0,0 0-10 0,-9 35-9 15,5-17-8-15,1 2-8 0,-1 4-7 0,1-5-5 16,-1 0-10-16,0 1-4 0,3-2-4 16,-1 0-5-16,0 0-7 0,-1-1-18 0,1 0-21 15,0-5-26-15,0-2-31 0,-2 0-46 0,1-1-44 16,3-1-41-16,-2 0-102 0,2-8-319 0,-6 7 140 16</inkml:trace>
  <inkml:trace contextRef="#ctx0" brushRef="#br0" timeOffset="1006.24">1899 2891 93 0,'0'0'163'0,"2"-8"-20"0,-2 8-15 0,4-5-8 16,-4 5 9-16,0 0 1 0,0 0-8 0,0 0-10 16,6 20-9-16,-6-20-15 0,4 19-4 0,-2-8-8 15,1-1-9-15,3-1-6 0,-3 0-8 0,2 1-8 16,-2-4 0-16,5 1 0 0,-3 2 9 0,4-5 5 15,-2 2-1-15,0-2 0 0,-7-4 6 0,15 4 2 16,-5-3-3-16,-10-1 0 0,17-2-2 16,-7-2-2-16,-10 4-8 0,17-7-1 0,-6 1-7 15,-2 0-5-15,0-2-3 0,0 3-4 0,-1-4 3 16,-3 1-6-16,3-1-2 0,-2 0-7 0,0 3 0 16,-2-2-5-16,0 2 4 0,-1 2-6 0,-3 4 1 15,6-9-4-15,-6 9-8 0,4-4 3 0,-4 4-4 16,0 0-2-16,5-5 1 0,-5 5-4 0,0 0 3 15,0 0-7-15,7 18 6 0,-5-7 12 0,-1 7 1 16,-2 2-1-16,1-1-1 0,0 6 3 0,0-1-2 16,0-4 3-16,0-1-4 0,0 0-2 0,1 0 3 15,-1-7-3-15,1 5-9 0,1-1-16 0,-1-3-19 16,1-1-19-16,0-3-31 0,0 0-35 0,4 0-34 16,-1-3-35-16,-5-6-29 0,14 7-118 15,-8-4-368-15,-6-3 163 0</inkml:trace>
  <inkml:trace contextRef="#ctx0" brushRef="#br0" timeOffset="1300.99">2498 2914 199 0,'-1'-16'186'16,"1"16"-12"-16,0 0-7 0,-8-9-12 0,8 9-11 16,0 0-9-16,0 0-8 0,-24 12-9 0,15-4-10 15,0-1-11-15,1 1-6 0,2 1-11 0,6-9-9 16,-12 17-6-16,7-8-9 0,3 2-2 0,2-11-6 0,-2 19-5 15,2-19-7-15,8 24 0 0,-4-13 0 0,5 2-7 16,-1-4-1-16,3 4-5 0,-2-4-2 16,1 0 0-16,2 2-2 0,-5-1-5 0,1-3 3 15,0 1-7-15,-1-1-3 0,-2-2 4 0,-5-5 8 16,6 12 10-16,-5-6 6 0,-1-6 8 0,0 0-10 16,-9 21 5-16,-1-12-1 0,-3 1-2 0,-11 4-7 15,-1-1 2-15,-2-3-2 0,4 1-13 0,3-3-1 16,1 1-16-16,0-2-11 0,0 0-26 0,7-3-28 15,-2 0-37-15,5-1-62 0,0-1-238 16,9-2-437-16,-18 4 194 0</inkml:trace>
  <inkml:trace contextRef="#ctx0" brushRef="#br0" timeOffset="1872.57">2644 2964 154 0,'0'0'173'0,"0"0"-17"0,0 0-16 0,5-9-17 15,-5 9-18-15,0 0-7 0,0 0-9 0,19 17 13 16,-13-7-8-16,2 0-11 0,2 6-5 15,-1 1-10-15,0 0-5 0,1 0-4 0,-1 1-7 16,-1 0-8-16,1 0-3 0,0-3 1 0,0-1-8 16,-2 1-2-16,0-6-9 0,-2 3 4 0,3-2-1 15,-3-1-6-15,-1-2 0 0,-1 1-1 0,1-5 0 16,-1 2-7-16,-3-5 6 0,5 7-2 0,-5-7 17 16,4 6 17-16,-4-6 10 0,0 0 4 0,0 0-16 15,14-12 1-15,-8 2 1 0,1-3-4 0,4-3-2 16,-3-2-3-16,5-5-1 0,1-3-5 0,-3-1-5 15,4 0-4-15,0-2-2 0,0 0-2 0,-4 3-7 16,6-2 1-16,-6 2-1 0,2-2 0 0,0 7-6 16,-4 6 1-16,-1-2-3 0,0 7 2 0,-4 1-11 15,0 1-11-15,0 3-18 0,-4 5-28 0,7-8-23 16,-7 8-16-16,0 0-18 0,0 0-25 16,0 0-42-16,13 26-162 0,-15-14-372 0,-3 4 166 15</inkml:trace>
  <inkml:trace contextRef="#ctx0" brushRef="#br0" timeOffset="2299.54">3269 3032 185 0,'0'0'240'0,"-8"-15"-15"15,8 15-8-15,-7-7-14 0,7 7-12 0,-8-5-12 16,8 5-13-16,0 0-12 0,-12-3-19 0,12 3-14 15,0 0-10-15,-23 9-6 0,15 1-9 0,-2 2-7 16,-2 4-14-16,0-2-5 0,2 3-11 0,-2 0-6 16,5-1-5-16,3-4-3 0,-4 2-8 0,7-4-2 15,-3 1-3-15,4-1-12 0,0-10 8 0,-1 17-4 16,1-17-3-16,2 11-3 0,5-4-4 0,-7-7 2 16,7 7-13-16,-7-7 13 0,12 3-4 0,-12-3 0 15,15-1 1-15,-15 1 2 0,14-4-4 0,-6-1-1 16,2 0-2-16,-2 0 2 0,-1-5-5 15,1 4 3-15,-3-3-1 0,0 1-4 0,0 1 1 0,-1-2-9 16,1 2 7-16,-1-2 0 0,-4 9 1 16,8-11-1-16,-8 11-2 0,6-9 1 0,-6 9-5 0,4-7-1 15,-4 7-4-15,0 0-2 0,0 0 3 0,0 0-1 16,0 0 1-16,0 0 3 0,0 0 3 16,10 18-3-16,-10-18 2 0,0 19 3 0,0-6-1 15,-1-1-2-15,1-1 2 0,0 1-18 0,0 1-8 16,3 0-11-16,-2 1-20 0,-1-3-21 0,0-11-41 15,4 23-47-15,-1-15-50 0,1 0-176 0,-4-8-425 16,5 13 188-16</inkml:trace>
  <inkml:trace contextRef="#ctx0" brushRef="#br0" timeOffset="2537.37">3453 2865 50 0,'-2'-9'275'0,"1"2"-20"0,1 7-22 16,-1-8-24-16,1 8-24 0,0 0-19 0,-1-9-27 16,1 9-13-16,0 0-2 0,0 0-1 0,0 0-1 15,1 28-12-15,-1-10-12 0,1-1-6 16,2 9-11-16,-2 2-6 0,0-3-6 0,1 2-17 16,-1-1 8-16,0-7-7 0,2 1-3 0,-1 5-6 15,2-1-14-15,-4 1-19 0,1-6-33 0,0 0-21 16,1 0-36-16,-2-1-50 0,0 1-62 0,-2-1-204 15,1-6-428-15,-1-1 190 0</inkml:trace>
  <inkml:trace contextRef="#ctx0" brushRef="#br0" timeOffset="3083.88">3594 3065 124 0,'0'0'216'0,"0"0"-13"0,0 0-9 15,0 0-11-15,0 0-17 0,0 0-8 0,0 0-12 16,0 0-14-16,-5 37-13 0,3-28-12 0,2-9-14 16,2 17-6-16,-2-17-7 0,0 15-9 0,2-7-5 15,-1 0-16-15,-1-8 4 0,5 11-5 16,-2-5 6-16,0-1 5 0,1-1-1 0,-4-4-3 0,11 6-1 16,-6-4 4-16,-5-2-9 0,0 0-1 15,20-1-11-15,-20 1 5 0,15-7-2 0,-6 3-1 16,0-2-2-16,-1-3-5 0,1 0-3 0,-3 3-2 15,-2-3-4-15,3 1 0 0,-2-2-6 0,-3 1-13 16,-2 9 2-16,5-12 5 0,-5 12 2 0,4-8-6 16,-4 8-2-16,0 0-5 0,5-10-4 0,-5 10 0 15,0 0-6-15,0 0 2 0,0 0 3 0,0 0 0 16,4 30 2-16,-4-20-4 0,0 0 3 0,0 0-2 16,1 0 0-16,1 0-1 0,-1 0 6 0,0-4 0 15,3 1-7-15,0 2 10 0,0-4-4 0,1-1 13 16,-1 1 5-16,3-4 0 0,-7-1 6 0,21 0 1 15,-6-1-2-15,2-4-1 0,1-1 3 0,-3 1-2 16,-1-2 2-16,-1-3 0 0,1 1-4 0,-3 2 3 16,0-3 0-16,1-3-6 0,-4 4-1 0,1-5-2 15,-3 4 1-15,1-4-10 0,-5 2 1 0,1 1-4 16,-2 2 4-16,-1 9-3 0,-1-14 0 16,1 14-18-16,-2-13 15 0,2 13-5 0,0 0-1 0,-8-5-3 15,8 5 0-15,0 0 3 0,-23 16 1 0,11-3-3 16,1-1 3-16,0 4-1 0,0 0 1 0,3-2-1 15,0-1-3-15,2-1-13 0,4 0-17 0,2-2-12 16,0-10-14-16,6 21-19 0,2-7-19 16,3-4-29-16,6-2-45 0,0-2-50 0,3 0-186 15,0-2-448-15,-2-1 198 0</inkml:trace>
  <inkml:trace contextRef="#ctx0" brushRef="#br0" timeOffset="3657.54">4162 3102 74 0,'0'0'190'0,"0"0"-4"0,0 0-1 16,0 0-8-16,0 0-8 0,0 0-20 0,0 0-9 15,0 0-13-15,0 0-15 0,6 39-9 0,-3-29-13 16,1-2-2-16,-1-2-9 0,3 2-3 0,-1 0 11 16,1 0 1-16,-6-8-2 0,10 9 0 0,-5-5-8 15,-5-4-2-15,11 7 2 0,-11-7-6 0,11 2-5 16,-11-2-1-16,10 3-5 0,-10-3-2 0,0 0-5 15,0 0-5-15,18-8-3 0,-18 8-5 0,7-8-7 16,-7 8-4-16,3-11-5 0,-3 11-15 16,-2-17-3-16,2 17-10 0,-6-25-7 0,1 15-3 0,1-1 1 15,-3-3-2-15,2 3 9 0,-2 3-6 0,0 1 8 16,1 1 1-16,6 6 0 0,-8-9 1 16,8 9-2-16,-8-4 0 0,8 4 0 0,0 0-2 15,-6-8-1-15,6 8 0 0,0 0 1 0,0 0-2 16,0 0-3-16,0 0 6 0,0 0 2 0,0 0 1 15,0 0 10-15,0 0-5 0,0 0 4 0,26-4-2 16,-7 0 3-16,-1-3 1 0,2-1-7 0,-1-1-8 16,-1-2 16-16,0 2-14 0,-1-2 14 0,-2-1-1 15,-1 0-1-15,-3-1-3 0,-1 4 2 0,-3-2-3 16,3-2 4-16,-5 3-3 0,1-3-2 0,-4 1 1 16,2-1-5-16,-3 3 8 0,2-1-2 0,-3 2 8 15,2 0 2-15,-2 2 1 0,0 7-3 0,0-9 1 16,0 9-6-16,0 0-4 0,2-10-2 0,-2 10-3 15,0 0 0-15,0 0 6 0,0 0 2 16,6 31 3-16,-3-5 6 0,-3 3 5 0,1 2 10 0,-1 5 2 16,0 10-8-16,-4 1 35 0,3-1-1 0,1-11-4 15,-4 0-1-15,1-2-11 0,2 0-7 0,0 0 1 16,1 1-7-16,-3-2-6 0,6-1 6 0,-3-2-6 16,0-2-2-16,1-7 0 0,-1-2-20 0,1 0-21 15,1-4-38-15,-2-2-42 0,1 4-35 0,-1-16-43 16,1 16-63-16,-1-9-294 0,0-7-576 0,0 0 255 15</inkml:trace>
  <inkml:trace contextRef="#ctx0" brushRef="#br0" timeOffset="3819.35">4421 3185 116 0,'5'-7'223'0,"-5"7"-16"0,0 0-27 0,0 0-19 0,11-4-15 15,-11 4-17-15,16-1-8 0,-3-1-15 0,0 2-9 16,7 2-38-16,1-5-49 0,-2 2-82 0,3 0-176 16,-5-2-268-16,0 3 119 0</inkml:trace>
  <inkml:trace contextRef="#ctx0" brushRef="#br0" timeOffset="5459.95">4915 2914 38 0,'-5'-8'228'0,"5"8"-16"0,-7-8-10 16,7 8-20-16,-7-1-15 0,7 1-14 0,-12 1-11 15,12-1-16-15,-15 9-14 0,4 0-2 0,1 4-3 16,-1 3-13-16,0 8-5 0,-1 1-11 0,3-2-6 16,1-3-5-16,2-2-11 0,2 0-2 0,1 0-9 15,2 1-1-15,1-2-7 0,3-1 0 0,2-3-4 16,1 1-1-16,2 1-5 0,1-7 3 0,5 4-14 15,1-3 0-15,2-2-14 0,3 2-14 16,2-5-11-16,6 0-14 0,-6-1-15 0,-2-2-24 16,2-1-16-16,-2-3-15 0,-3 2-7 0,1-3-5 15,-7-1-5-15,6-1 17 0,-3-5-11 0,-1 1 17 16,0-1 0-16,-4 1 10 0,2-5 10 0,-5 5 11 0,1-6 15 16,-2 0 21-16,1 1 9 0,-3 3 33 0,1-3-6 15,-2 2 32-15,0 4 25 0,-1-2 9 16,0 5 12-16,-1 6-4 0,0-13 14 0,1 8-1 15,-1 5-8-15,0 0-6 0,2-10-10 0,-2 10-9 16,0 0-6-16,0 0-1 0,0 0 3 0,0 0 0 16,-8 23 1-16,3-8 2 0,1 1-3 0,0 0-12 15,2 1 2-15,-1-2-7 0,2 2-3 0,1-4-1 16,1-1-4-16,1-2-3 0,0 2 1 0,1-2-7 0,2 0-2 16,-2-4 1-16,4 1-3 0,-2-2 3 15,3 1-5-15,2-1-2 0,-4-2-3 0,5 0-2 16,-1-2-7-16,0-1 0 0,-10 0-2 0,14-3 3 15,-4-1 2-15,-2-2-3 0,1-1-5 0,2 0-1 16,-2-2-1-16,-1 0 4 0,0-2-1 0,3-2 0 16,-6 2 2-16,4-3-9 0,1-1 2 0,-3 1-1 15,-3 2 2-15,2-5 1 0,-3 9 12 0,-2 0 6 16,0 1 2-16,2 1 6 0,-3 6-11 0,1-10-3 16,-1 10-3-16,0 0-2 0,5-4-4 0,-5 4 6 15,0 0 1-15,0 0 3 0,-6 24 9 0,4-13-2 16,-1 3 0-16,-1 1 4 0,0 0-4 0,0 1 5 15,1-6-3-15,2 2-2 0,0-2 0 0,-2 0-2 16,5 0 2-16,-2-1-4 0,2-3 1 0,-1 1 0 16,2 1 3-16,1-2 3 0,1-1 7 0,0-1 2 15,4-2 0-15,3 1 3 0,-3-1-2 16,2-2-1-16,1-2 0 0,-2-1-2 0,1 1-3 16,-2-3 1-16,2 0-1 0,-3-2-2 0,4-1-17 15,-4-1-3-15,2-4-1 0,-1-1-11 0,-3 0-3 0,-1-3-13 16,2 0-4-16,-4-2-3 0,1 1-1 0,-4-2-1 15,0 1 7-15,-4 3-5 0,2 0 11 0,-2 5-1 16,-1-4 4-16,1 5 1 0,-1 1 3 16,0 2-1-16,1 1 1 0,-2 0 0 0,6 6 1 15,-8-5 7-15,8 5-3 0,-10-1 0 0,10 1-1 16,-12 2 5-16,12-2-1 0,-6 4 4 0,6-4-4 16,-7 7 7-16,7-7-7 0,-2 6 6 0,2-6 1 15,0 0 1-15,2 11 1 0,-2-11 5 0,7 6 7 16,-2-2-2-16,3-2 0 0,-1 0-1 0,0-2 3 15,3 1-5-15,1 1 5 0,-2-1-4 0,2-1 1 16,-11 0-3-16,14 0 2 0,-8 0-2 0,-6 0-4 16,8 1-1-16,-8-1 0 0,0 0 0 0,10 4 6 15,-10-4 8-15,0 0 2 0,8 10 12 0,-8-10-4 16,5 15 4-16,-4-7-2 0,0 2 3 0,2 0 6 16,-3 3-7-16,1-1-4 0,-1 1 0 0,3-2-1 15,-1 0-1-15,2 0-3 0,-3 0 0 0,1-3-1 16,1 2-3-16,-1-1 2 0,2-2-4 0,1-1-2 15,0 0 2-15,0-2 4 0,2-1-4 0,-7-3 1 16,22 5-3-16,-9-5-3 0,-1-1 2 0,-12 1-8 16,23-5-2-16,-13 0 0 0,0 1-8 0,0-1 2 15,-3-3-7-15,0 0-4 0,1-2-7 0,-3 1-1 16,0-4 1-16,0-2-8 0,-2-1 6 16,-2 0-9-16,-2-1 2 0,1 2 2 0,0 2 3 0,-1 3 5 15,-1-2 1-15,2 12 3 0,-1-17 11 16,1 17-4-16,-1-13 1 0,1 13 6 0,1-10 1 0,-1 10-1 15,0 0 4-15,0-14-3 0,0 14-4 0,0 0-1 16,0 0-1-16,0 0 1 0,0 0-2 0,8-4 2 16,-8 4 6-16,0 0-3 0,0 0 2 0,14 17 0 15,-14-17 1-15,5 15 3 0,-1-2 4 0,0 2 4 16,-2 2 7-16,2-5-8 0,1 5 2 16,-4-6-2-16,0 1 0 0,1 1 4 0,0-3-4 15,0 1 1-15,3-2 2 0,-3 0 0 0,2 0-2 16,0 0 5-16,5-2-5 0,0-4 3 0,1 4 1 15,4-3 1-15,3-2 14 0,1-3-8 0,-2 1 2 16,5-4 8-16,0-2-3 0,-1 2 1 0,-1-4 1 0,0-1 1 16,-4 0-1-16,1-1 1 0,-2 1 2 15,0-2-1-15,-4-2-2 0,-2 0-2 0,-1-3-1 16,0 0-4-16,-5 0-3 0,-2 5 2 0,0-2-7 16,-1 1 1-16,0 1 0 0,-4 1-1 0,3 1 1 15,-1 2-7-15,0 2 5 0,3 5-3 0,-8-7-4 16,3 4-1-16,5 3 0 0,0 0 0 0,-20 10-1 15,11-2 1-15,-1 5 3 0,1 1-3 0,1 2-6 16,0-2-11-16,1 3-10 0,0-2-22 0,3 2-22 16,2-5-30-16,3 4-46 0,2-1-57 0,-1 0-159 15,1-2-391-15,1-4 174 0</inkml:trace>
  <inkml:trace contextRef="#ctx0" brushRef="#br0" timeOffset="5709.19">6157 3176 126 0,'1'-5'240'0,"-1"5"1"16,0 0-8-16,0 0-10 0,3-9-14 16,-3 9-16-16,0 0-8 0,0 0-14 0,0 0-5 0,2-13-11 15,-2 13-1-15,6-8-18 0,-6 8-15 16,8-14-6-16,-4 8-10 0,3-1-11 0,-7 7-11 16,9-9-2-16,-9 9-18 0,6-6-9 0,-6 6-4 0,9-3-5 15,-9 3-10-15,0 0-2 0,13-2-5 0,-13 2-6 16,0 0 0-16,15 11-1 0,-11-5-7 15,0 4-3-15,-2 1-8 0,2-2-12 0,0 1-9 16,0 1-23-16,-2 1-22 0,2-1-16 0,-1 1-19 16,-2-3-37-16,1 0-47 0,2-1-56 0,-1-1-191 15,-3-7-463-15,4 8 205 0</inkml:trace>
  <inkml:trace contextRef="#ctx0" brushRef="#br0" timeOffset="5998.64">6436 2830 97 0,'-2'-13'265'15,"2"13"-10"-15,0 0-17 0,-2-11-21 0,2 11-25 16,0 0-26-16,0 0-20 0,0 0-16 0,0 0-9 16,0 0 8-16,0 0-16 0,0 0-3 0,-9 40-6 15,5-22-3-15,0 7-1 0,2-7 4 16,-4 9-6-16,5-9-3 0,-1 7-8 0,-1 0-5 15,2-6-8-15,-1 6-6 0,1-9-7 0,2 1-7 0,-1-1-6 16,2-4-4-16,-1 0-5 0,2-1 4 16,-1-1-12-16,2-1-3 0,0-1-6 0,1-3-16 15,4 3-8-15,-1-2-15 0,1-3-17 0,3 1-22 0,-12-4-31 16,31 2-37-16,-17-5-42 0,-14 3-46 16,26-4-52-16,-16-1-154 0,-10 5-452 0,18-18 199 15</inkml:trace>
  <inkml:trace contextRef="#ctx0" brushRef="#br0" timeOffset="6144.09">6374 2957 55 0,'-11'2'199'16,"11"-2"-13"-16,0 0-14 0,0 0-20 0,0 0-17 16,0 0-10-16,0 0-18 0,0 0-33 0,0 0-65 15,57-7-75-15,-26 1-126 0,-2-3-207 16,1 3 92-16</inkml:trace>
  <inkml:trace contextRef="#ctx0" brushRef="#br0" timeOffset="6297.36">6733 2878 183 0,'0'0'204'0,"0"0"-17"0,0 0-24 0,0 0-19 16,0 0-19-16,0 0-36 0,0 0-55 0,0 0-60 15,-2 20-62-15,2-20-82 0,0 0-183 0,0 16 82 16</inkml:trace>
  <inkml:trace contextRef="#ctx0" brushRef="#br0" timeOffset="6456.23">6694 3092 104 0,'0'0'168'0,"0"0"-22"0,0 0-13 0,2 10-12 16,-2-10-8-16,0 0-14 0,0 0-38 0,0 0-69 16,10 7-67-16,-10-7-69 0,0 0-156 0,0 0 69 15</inkml:trace>
  <inkml:trace contextRef="#ctx0" brushRef="#br0" timeOffset="6614.12">6884 2992 201 0,'0'0'309'16,"0"0"-3"-16,0 0-20 0,0 0-30 0,9-4-26 16,-9 4-27-16,0 0-22 0,0 0-29 0,0 0-27 15,0 0-49-15,0 0-45 0,0 0-44 16,0 0-57-16,0 0-83 0,0 0-201 0,0 0-383 0,0 0 170 16</inkml:trace>
  <inkml:trace contextRef="#ctx0" brushRef="#br0" timeOffset="7764.92">1344 3514 52 0,'-11'-3'122'0,"-1"1"-4"0,-1-1-6 0,0 2 4 16,2 0-11-16,1-1 1 0,1 1 0 0,0 1-2 15,9 0-11-15,-18-1-9 0,18 1-3 0,-9-2-5 0,9 2-9 16,-9 0-8-16,9 0-3 0,0 0-2 16,0 0-10-16,-11-1 8 0,11 1-5 0,0 0-3 0,0 0-3 15,0 0-4-15,0 0 1 0,0 0 0 16,41 7 10-16,-20-7-1 0,9 0-1 0,4 0-3 15,3-3-4-15,18 0-1 0,3 2 0 0,-2-3 0 16,8 0-3-16,1 0-4 0,24 0-4 0,-26 1-2 16,32-2-1-16,-29 1-4 0,27-3 4 0,1 4-8 15,-28 1-1-15,32-6-2 0,-3 5 5 0,-3-1-3 16,0 0-4-16,0 0-1 0,-26 3 0 0,29-4-2 16,-3 1-4-16,-27 1 2 0,26 2-4 0,-27-3 5 15,29-3-2-15,-3 5 5 0,-25 2-3 0,28-3 0 16,-26 3-1-16,22-2 3 0,-28 2-6 0,1 0-1 15,3 2 5-15,3-2-2 0,-5 2-1 0,0 1 2 16,1-2-1-16,0-2 1 0,25 2-2 0,-29-1 1 16,3 0 1-16,0 0 9 0,-1 0 0 0,-2-4-1 15,2 4-2-15,-2-3 4 0,-1 1-2 16,2-2 0-16,-1 2-1 0,-4-2 0 0,1 1 3 16,-3 0-4-16,3 3 1 0,-5 0 3 0,-1-3-2 15,0 3 1-15,-14-2-8 0,3 2 7 0,0-1 0 16,-1 1-3-16,0 1-1 0,-1-2 1 0,1 0 1 15,-1 0 1-15,-3-1-2 0,1 0-2 0,1 1 4 16,-1 1-4-16,-2-4 2 0,-3 2 1 0,4-1-2 16,-5 1 3-16,0 2-3 0,0-4-1 0,-2 2 0 15,-6 0-5-15,5 0 4 0,-6 0 1 0,9-1-1 16,-9 3 1-16,-1-3 0 0,1 2-9 0,-1 0 12 16,-1-1-4-16,-1 0 6 0,-1 1-3 0,-3-1 2 15,-14 2-3-15,25-1 1 0,-14 0-3 0,-11 1-7 16,21-2 6-16,-21 2 2 0,20-2-2 0,-20 2-2 15,15 0-2-15,-15 0 4 0,14 2-3 0,-14-2 1 16,16 0-1-16,-16 0 1 0,0 0-3 0,21 0 2 16,-21 0-6-16,14 0-19 0,-14 0 11 0,0 0-4 15,15 0-8-15,-15 0-2 0,0 0-9 0,0 0-15 16,0 0-9-16,19 0-8 0,-19 0-14 0,0 0-15 16,0 0-20-16,12 3-36 0,-12-3-31 15,0 0-42-15,0 0-126 0,11 6-376 0,-11-6 167 16</inkml:trace>
  <inkml:trace contextRef="#ctx0" brushRef="#br0" timeOffset="22047.63">495 3766 76 0,'0'0'199'0,"0"0"-1"0,0 0-9 0,0 0-17 16,0 0-18-16,0 0-13 0,0 0 2 16,0 0-12-16,0 0-5 0,0 0-13 0,0 0-5 15,-13-49-10-15,13 49-9 0,0 0-14 0,0 0-7 16,0 0-9-16,0 0-11 0,0 0-2 0,0 0-4 16,0 0-10-16,0 0-1 0,0 0-4 0,0 0-7 15,0 0-4-15,0 0-2 0,0 0-6 0,0 0 0 16,0 0-3-16,0 0 3 0,0 0-3 0,0 0 1 15,0 0-3-15,0 0-1 0,0 0-2 0,0 0 5 16,-27 79-1-16,27-79 2 0,-7 38-4 16,7-38-2-16,-5 48 3 0,3-23-8 0,2-25 8 15,-3 44-1-15,3-44 4 0,-4 45-3 0,4-45-3 0,-2 50 2 16,0-25 6-16,2-25-7 0,-9 43 2 0,9-43 1 16,-2 42-36-16,2-42 10 0,-5 36 0 0,5-36 4 15,-5 35 1-15,5-35 3 0,-2 36 5 16,2-36 0-16,0 0 4 0,-9 36-2 0,9-36 5 15,0 0 12-15,-6 38 3 0,6-38-3 0,0 0-5 16,-5 32 3-16,5-32-2 0,0 0 2 0,-5 31 3 16,5-31-7-16,0 0 3 0,0 0 3 0,0 0-11 15,-6 34 4-15,6-34 5 0,0 0-6 0,0 0-1 16,0 0 2-16,0 0-1 0,0 0-2 0,0 0 5 16,13 32-1-16,-13-32 1 0,0 0-2 0,0 0 3 15,0 0 0-15,34 11-10 0,-34-11-9 0,0 0-21 16,43 1-27-16,-43-1-33 0,0 0-35 0,60-8-34 15,-60 8-35-15,48-9-102 0,-48 9-323 0,47-14 144 16</inkml:trace>
  <inkml:trace contextRef="#ctx0" brushRef="#br0" timeOffset="23315.66">940 3979 133 0,'0'0'173'0,"-6"-11"-13"0,6 11-21 15,0 0-7-15,-11-5-22 0,11 5-9 0,0 0-13 0,-26 2-9 16,26-2-7-16,0 0-5 0,0 0-8 16,-45 31-1-16,45-31 1 0,-31 27-14 0,19-12 3 15,12-15-4-15,-22 31-6 0,22-31-4 0,-20 31 4 16,20-31-11-16,-11 27-5 0,11-27 1 0,0 0 1 16,-10 35-10-16,10-35 1 0,0 0 1 0,0 0-3 15,4 36 2-15,-4-36 3 0,0 0-4 0,0 0 0 16,0 0-5-16,27 29 7 0,-22-26-6 0,6 1 3 15,-11-4-1-15,18 0-2 0,-8 0 4 0,-10 0-1 16,21-7-6-16,-11 3 4 0,1-2 0 0,0-2-4 16,-1-1-5-16,1-6 9 0,-3 0-5 15,2 0-1-15,0 1-2 0,-3 0 0 0,0-3 0 16,1 2 2-16,-2-2-2 0,0-1-4 0,-1 4 2 16,-1-2 1-16,2 1-6 0,-3 5 6 0,-3 10-5 0,3-17 7 15,-3 17-6-15,4-11 1 0,-4 11-2 16,0 0-5-16,3-14 1 0,-3 14 2 0,0 0-3 15,0 0-1-15,0 0 3 0,0 0 0 0,0 0 2 16,-14 33 3-16,5-15 0 0,4 0-1 0,-1 0-1 16,0 0 3-16,1-1-3 0,0 2-1 0,0-4 3 15,5 0 4-15,-2 3-1 0,0-6-4 0,2-1 5 16,0-11-7-16,4 20 3 0,-1-10 6 0,-1-4-1 16,-2-6 3-16,11 14-6 0,-6-8 9 0,3-1-5 15,1 0 2-15,1-4-5 0,3 0 4 0,-13-1 2 16,23 0-4-16,-23 0 3 0,26-4 1 0,-15 1 2 15,3-2 1-15,-2-1-3 0,2-4 4 0,1 1-1 16,-2-4-1-16,-1 2-2 0,0-4-3 16,-1 0 3-16,-1-1-1 0,-4 0-6 0,1-2 3 15,-4 1-5-15,1 0 1 0,-1 1 6 0,-3 1-1 16,-3-1-5-16,3 16-1 0,-4-24-2 0,2 12 3 16,2 12 2-16,-5-12 0 0,5 12-6 0,-7-14 6 15,7 14 3-15,-6-9-3 0,6 9-4 0,0 0 1 16,0 0-1-16,-8-12-1 0,8 12 2 0,0 0 0 15,0 0-5-15,0 0 1 0,0 0 2 0,0 0-1 16,0 0-1-16,0 0 3 0,0 0-2 0,0 0 4 16,26-11-2-16,-15 11-1 0,-11 0 0 0,31 0 3 15,-18 0-3-15,2-2 3 0,-15 2-2 0,26-1 1 16,-14 2-3-16,-12-1 6 0,22 2-8 0,-22-2 4 16,16 3-1-16,-16-3 2 0,12 4-2 15,-12-4 1-15,10 12 0 0,-10-12 6 0,7 13-8 16,-3-4 6-16,-4-9 0 0,4 17-3 0,-3-6-4 0,-1-11 6 15,-1 20-1-15,2-9-3 0,-1-11 8 16,1 23-2-16,-1-11 2 0,0-12-5 0,1 19 0 16,-1-8 1-16,0-11 3 0,7 18 1 0,-3-9-2 15,-4-9 3-15,5 15 0 0,1-6-1 0,1-2 0 16,-7-7-2-16,12 9 5 0,-12-9-5 0,15 6 3 16,-4-6-4-16,-11 0 6 0,23 1 2 0,-23-1-8 15,29-6 7-15,-13 3-5 0,-5-1-1 0,2-1 3 16,1 0-1-16,-5-1 1 0,4 0-1 0,1-8-3 15,-8 7 3-15,6-7-5 0,-9 3 0 0,5-5-4 16,-4 2 5-16,-1 1-3 0,-2 1-1 0,-1 12-3 16,0-24 3-16,0 15 0 0,0 9 0 0,-3-19 0 15,3 19-5-15,0 0 5 0,-5-15 1 16,5 15-6-16,0 0 5 0,0 0-5 0,-13-7 2 16,13 7 0-16,0 0 3 0,-21 14-3 0,12-5 4 15,0 0-4-15,-4 5 4 0,5 0-1 0,0-3 0 16,2 0 2-16,1 3-1 0,3-2 2 0,-1 0-2 15,3-12 3-15,3 24-12 0,-3-24-30 0,12 24-33 16,-2-15-42-16,6-1-36 0,2-3-139 0,2 1-315 16,2-5 141-16</inkml:trace>
  <inkml:trace contextRef="#ctx0" brushRef="#br0" timeOffset="23690.3">1966 3914 90 0,'0'0'163'0,"-16"-8"-19"16,16 8-15-16,-17 1-7 0,17-1 0 0,-28 10-7 16,13 0-7-16,-6 9 9 0,2-2-11 0,2 2-8 15,0 1-13-15,5-5-6 0,-1 1-6 0,6 0-6 16,1-2-6-16,1 1 0 0,2-5-10 0,3-10-6 16,-2 21-6-16,2-21-1 0,5 18 1 0,-5-18-5 15,8 13-2-15,-2-10-4 0,-6-3-1 0,17 5-3 16,-17-5 2-16,26-1-1 0,-26 1-7 0,28-10 1 15,-10 6-2-15,-7-2 1 0,1-4-2 0,0 4-3 16,-4-4 3-16,3 0-2 0,-2-2 1 0,2 1-2 16,-2 0-2-16,-4 0-6 0,0-1 5 0,-3 1-1 15,2 1 4-15,0-1 2 0,-4 11 7 0,5-13-1 16,-5 13-4-16,5-12-1 0,-5 12-4 0,0 0-3 16,0 0-7-16,5-11 0 0,-5 11-2 0,0 0 1 15,0 0 7-15,0 0 3 0,0 0-1 16,0 0-2-16,-3 43 2 0,3-31-2 0,0 5 1 15,0-2 6-15,2-2-20 0,1 3-24 0,-1-3-38 16,2 2-38-16,1-1-66 0,3-1-192 0,3 0-393 16,0-4 175-16</inkml:trace>
  <inkml:trace contextRef="#ctx0" brushRef="#br0" timeOffset="24637.53">2586 3907 130 0,'0'0'237'0,"0"0"-10"0,3-11-9 16,-3 11-22-16,0 0-14 0,0 0-22 0,0 0-16 0,0 0-19 16,0 0-12-16,0 0-12 0,0 0-10 0,0 0-5 15,-28 12 2-15,21-3-11 0,1 1-8 16,2 0-8-16,-1 0-3 0,0 3-5 0,1-1 0 16,3-1-7-16,-2 1-1 0,1-3-7 0,3 3-2 15,0-1-1-15,3-3-6 0,0 0 0 0,0-1-3 16,4 0 1-16,-2-1-3 0,3-1-4 0,1 0 2 15,3-4-2-15,-1-1 1 0,6-1-2 0,0-3 3 16,1-1 0-16,0 1-2 0,-3-3 0 0,0 0 0 16,-4-4-3-16,2 1-1 0,-5 3 0 0,-1-1-4 15,-2-1-5-15,0-1 1 0,-2 1-6 0,-1-4-10 16,-1 1 0-16,-2-4-2 0,-1 3 0 0,0 0-3 16,-4-2 0-16,-3 0-1 0,0 2 3 0,-1 0 0 15,2 0 0-15,-2 3-1 0,1 2 2 16,0 1 1-16,2 3 0 0,6 4-1 0,-10-8-2 0,10 8 3 15,-9-8-2-15,9 8-6 0,0 0 6 0,-7-5-3 16,7 5 1-16,0 0 1 0,0 0 2 16,0 0 3-16,0 0 3 0,0 0-1 0,0 0 0 0,24 15 3 15,-10-14 1-15,2 1 0 0,6-2 4 0,1 0-3 16,5-2-2-16,-6-1 2 0,5-5-2 0,-7 2 4 16,-1 0-5-16,-2 0 6 0,-2-1 1 0,-3 0-3 15,-3 1 2-15,2 0-1 0,-4-2 0 16,-1-1 0-16,0 1 4 0,-1 0-2 0,0 0-1 15,-3 1 12-15,2 0-1 0,-3-2-3 0,1 1 1 16,-2 8-2-16,2-13 8 0,-1 7 4 0,-1 6-2 16,1-10 0-16,-1 10-7 0,0 0 2 0,2-7-13 15,-2 7 4-15,0 0-7 0,0 0 3 0,0 0-2 16,0 0-1-16,0 0-7 0,0 0 5 0,0 0-2 16,0 0 3-16,-12 26 3 0,9-6-7 0,0 3 17 15,-2 1 1-15,1 7-2 0,0 1 7 0,0-3 6 16,4 2 14-16,-2-1-8 0,-1 2 3 0,3-4 3 15,-3 2-1-15,3-2 9 0,2 0-2 0,-4-3-2 16,4 1-4-16,-1-6-3 0,0-3 0 0,1 0-2 16,-2 0-2-16,1-5-4 0,0 4-10 0,2-4 9 15,-3-1-4-15,0-1 2 0,1 0-6 0,-1-10-17 16,3 16-19-16,-3-9-23 0,1-1-29 0,-1-6-19 16,0 0-27-16,1 15-31 0,-1-15-47 0,0 0-61 15,-6 10-185-15,6-10-481 0,0 0 213 0</inkml:trace>
  <inkml:trace contextRef="#ctx0" brushRef="#br0" timeOffset="24793">2978 4014 11 0,'0'0'217'0,"6"-10"-20"0,-6 10-20 16,5-8-16-16,-5 8-17 0,11-8-16 15,-2 2-14-15,1 2-9 0,8-1-14 0,-1-2-11 16,3 4-25-16,2-3-39 0,5 0-55 0,1 1-70 15,-1 1-116-15,-7 0-244 0,8 0 108 0</inkml:trace>
  <inkml:trace contextRef="#ctx0" brushRef="#br0" timeOffset="25813.98">3832 3727 28 0,'0'0'179'0,"0"0"-5"0,0 0-10 0,0 0-8 16,-20 15-12-16,12-5-7 0,-1 4-11 0,2 1-12 15,-1 2-10-15,-1 0 10 0,4 2-11 16,0 3-10-16,1-6-8 0,1 0-13 0,2-1 1 0,1 1-7 15,1-5-9-15,2 2-3 0,-1-1-8 16,4-1-3-16,0 0-4 0,3-3 2 0,0 0-8 16,2-2-2-16,1 0 3 0,3 0-3 0,4-1 1 0,-2-4 10 15,2-1-2-15,0-2 2 0,-2 1-3 0,-3-2 0 16,1-3-4-16,-3 2-3 0,-1-4-1 0,-2 0-4 16,1 2-5-16,-2-4-7 0,0 1-7 15,-3-2-4-15,-1-1-4 0,-3 0-11 0,0-5 0 16,-1 17-1-16,-1-29-1 0,-3 14-6 0,0-1 1 15,0 4 8-15,1 0-2 0,-1 2-1 0,-1 1 3 16,-2 0 3-16,7 9-1 0,-5-11 7 0,5 11 6 16,-5-9 3-16,5 9 0 0,-4-7-3 0,4 7-3 15,0 0 6-15,-4-9-5 0,4 9-1 0,0 0-3 16,0 0 3-16,0 0-2 0,0 0-5 0,0 0 2 16,0 0-1-16,0 0 0 0,0 0 1 0,34 13-4 15,-25-4 5-15,-2 1-5 0,1 0 2 0,2 5 1 16,-2 1 0-16,1-2 4 0,-3 1-1 0,2-2 1 15,-3-1-2-15,1-1 1 0,1-1 3 0,-7-10-3 16,7 12 1-16,-3-5 3 0,0-2 3 0,-4-5-3 16,0 0 3-16,4 12 1 0,-4-12-6 0,5 5 29 15,-5-5 15-15,0 0 14 0,0 0 10 0,0 0 8 16,0 0 6-16,0 0-2 0,0 0-6 16,0 0-8-16,0 0-10 0,0 0-3 0,0 0-19 15,19-22-7-15,-12 12-17 0,4-6-5 0,1 0-7 16,-1 2-16-16,8-7 4 0,-6 5-3 0,1 2-3 15,-2 4 6-15,-5 1-7 0,2 3 2 0,0 0 3 16,-1 4-2-16,-8 2 3 0,15-5-1 0,-15 5 2 0,16 7 0 16,-5 0 0-16,-2 2 3 0,0 0 2 15,-1 1-1-15,0 0 2 0,1-1 2 0,3 3 1 16,-2-3 1-16,-1-1-2 0,1 1 3 0,2-2-2 16,2 1 6-16,-1-2 3 0,-2-2 2 0,1-2 12 15,8-1 4-15,-1-2 1 0,-2 1 2 0,3-2 1 16,-7-2 1-16,1 0 6 0,3-1 3 0,-5 0-3 15,-1-2 4-15,-1 0-3 0,-1 0-13 0,-1-1 9 16,-2-1-15-16,-6 9 8 0,9-20 3 0,-6 7-9 16,-1 1-5-16,-2 0-5 0,0 0-7 0,-4 1 3 15,2 0-7-15,-1 1-5 0,-2 2 3 16,1-1-3-16,4 9 2 0,-10-11-1 0,10 11-2 16,-15-1-4-16,15 1 3 0,-16 3 0 0,5 1-2 0,2 2-2 15,0 3 1-15,0 1 4 0,4 2-2 0,0 3-1 16,2 4 5-16,3-3-1 0,1-3-5 0,6 2-11 15,4-1-26-15,2 2-32 0,9 1-44 0,0-1-46 16,5-4-72-16,-2-2-215 0,3-1-496 16,-8-3 219-16</inkml:trace>
  <inkml:trace contextRef="#ctx0" brushRef="#br0" timeOffset="26903.65">1836 4523 117 0,'-9'-5'181'0,"-1"0"-12"0,2 3-16 16,-2 1-19-16,-2 4-17 0,1 3-8 0,-3 6 5 16,-4 8-12-16,2 4 2 0,1 5 2 0,0 0-14 15,3-1-2-15,5 2-9 0,0-6-8 0,4 1-8 16,3-5-6-16,2-2-8 0,1 0-4 0,2-3-3 16,1 1-5-16,3-4 1 0,-1-4-6 0,3 2-3 15,0-4 2-15,0-1-5 0,7 0 1 0,-1-3-4 16,3-2 2-16,-1-1-6 0,0-1 1 0,0-4 9 15,-1 3 1-15,0-4 0 0,-2 0-4 0,0-1-2 16,-5 1 2-16,-1-2-6 0,-3 1-2 16,2-3 0-16,-1 1-5 0,0-4 2 0,-2-1-8 15,0-1-1-15,-2 5-1 0,0-5-2 0,-1 4 1 0,0 0-3 16,0 4 0-16,1-1-6 0,-4 9 1 0,3-9-1 16,-3 9-3-16,0 0-4 0,6-8 0 15,-6 8 1-15,0 0 1 0,0 0 5 0,0 0-2 0,9 25 0 16,-7-15-2-16,1 1 0 0,-1-2 4 15,1 4 0-15,3-4-1 0,1 1 0 0,0-2 3 16,0 1 3-16,3-4 2 0,0 1 0 0,4-3 0 16,-1-2 2-16,5 0 5 0,-1-3 7 0,0 0-5 15,3-3 5-15,-5-2-2 0,3 3 2 0,-4-2 6 16,-1-3 2-16,1 3 4 0,-5-2-2 0,1 0-2 16,-4 0-4-16,1-1 0 0,-2-1-4 15,-5 10 4-15,9-15-2 0,-7 9 6 0,-2 6-7 0,4-10 2 16,-4 10-2-16,0 0-4 0,0 0-6 0,7-14-3 15,-7 14-4-15,0 0-2 0,0 0-4 0,0 0-2 16,0 0 1-16,0 0 4 0,0 0 4 0,0 0-3 16,-9 45 0-16,5-26 5 0,-4-2 2 0,3 2-2 15,1-1 9-15,-5 8-4 0,2-8-3 0,7 1 2 16,-4-1 2-16,1 0-5 0,1-1 2 0,0 0 2 16,2-2-23-16,0 2-11 0,0-4-27 0,3 2-13 15,-2-5-28-15,-1-10-41 0,5 22-52 16,0-12-60-16,-5-10-139 0,3 17-414 0,-3-17 184 15</inkml:trace>
  <inkml:trace contextRef="#ctx0" brushRef="#br0" timeOffset="27182.59">2544 4625 43 0,'0'0'209'0,"-23"3"-13"0,23-3-3 0,-23 9-15 16,10-1-15-16,1-1-5 0,0 2-20 0,-2 4-6 15,4 0-6-15,1 1-12 0,1 0-13 0,-1 0-3 16,4-2-7-16,2 3-12 0,1-2-4 0,1-1-8 16,3-2-6-16,3 2-7 0,0-1-2 0,-1 0-4 15,6-2-3-15,-1 0-8 0,8-1-15 0,-6-2-17 16,9 1-18-16,0-5-27 0,1 0-32 0,-2-1-38 15,1-1-45-15,2-3-21 0,-3 0-145 0,-2-1-346 16,-6 0 154-16</inkml:trace>
  <inkml:trace contextRef="#ctx0" brushRef="#br0" timeOffset="27386.01">2747 4513 221 0,'-1'-12'230'16,"1"12"-17"-16,0 0-22 0,-1-12-16 0,1 12-19 15,0 0-19-15,0 0-3 0,0 0-7 0,0 0-3 16,0 0-10-16,0 0 2 0,0 0-13 0,-3 43-5 16,4-24-12-16,-1 2 3 0,-1-4-7 0,2 4-6 15,1 3-10-15,-1-5-5 0,-1 7-8 0,1 1-7 16,-1 0-20-16,4-3-28 0,-3-4-26 0,1 6-20 16,-1-9-28-16,-1 2-39 0,0-2-46 0,0 0-51 15,0-2-135-15,0-15-377 0,-3 21 167 0</inkml:trace>
  <inkml:trace contextRef="#ctx0" brushRef="#br0" timeOffset="27647.47">2857 4869 61 0,'14'-9'148'0,"-2"2"-13"0,-2-3-1 16,3 1-8-16,1-2-13 0,-1 1-2 0,2-1-1 16,-1 0-1-16,-3 3-4 0,-2 0 4 15,0 0-5-15,0 0 2 0,0-1 3 0,-2-1-7 16,-1-1-14-16,2 0 8 0,-3 0-1 0,-5 11-2 0,5-19-11 15,-3 6-1-15,-2 13-12 0,0-18 1 0,0 18 3 16,0 0-5-16,0-14-4 0,0 14-7 16,0 0-6-16,0 0-6 0,0 0-8 0,-14-3 2 15,14 3-5-15,-15 13-1 0,1 0-6 0,1-1 0 16,0 3-4-16,3 1-11 0,-1-2-4 0,3 3-11 16,-1-2-14-16,4 0-20 0,0 1-19 0,4-3-21 15,1-13-55-15,6 24-48 0,2-13-39 0,2-3-154 16,7-1-402-16,4-3 178 0</inkml:trace>
  <inkml:trace contextRef="#ctx0" brushRef="#br0" timeOffset="28203.79">3380 4642 15 0,'0'0'255'0,"0"0"-19"0,0 0-22 16,0 0-17-16,0 0-15 0,0 0-12 0,0 0-19 15,0 0-12-15,-12 28-15 0,12-28-10 16,-1 17-16-16,1-17-6 0,6 20-7 0,-3-10-11 0,2 0-6 16,0-1-3-16,0 0-8 0,3-1-3 0,1-1-3 15,1-1-1-15,-1 0-4 0,1-3-2 16,1 0-10-16,-1 0-2 0,-10-3-5 0,14 2 2 16,-14-2-4-16,10 0 8 0,-10 0-10 0,0 0-5 15,10-10-6-15,-10 10 3 0,0 0-12 0,0-20-10 16,0 20-5-16,-5-19-1 0,1 4-5 0,-3 0 2 15,0 0 2-15,0 4 2 0,0-4 3 0,3 4 6 16,4 11 10-16,-7-17 11 0,7 17-2 0,-5-10-3 16,5 10-1-16,0 0-6 0,-7-10-4 0,7 10-3 15,0 0 0-15,0 0 0 0,0 0 0 0,0 0 4 16,0 0 1-16,23-10-5 0,-9 7 4 0,6 2-6 16,6-5 0-16,2-1-1 0,-1-2 0 0,0-2 1 15,-8 3 1-15,-1-1 0 0,0-1 3 0,-4 1-1 16,-1-2 2-16,-4 1 0 0,0 1 1 0,-3-2 6 15,-1-1 6-15,0 0 2 0,-2 1-3 0,-3-2 0 16,0 3 16-16,0 10-2 0,0-19 9 0,0 9-3 16,0 10-2-16,-1-13 1 0,1 13-4 0,0 0-5 15,-2-13-3-15,2 13-8 0,0 0-7 0,0 0 0 16,0 0-3-16,0 0 11 0,0 0-3 0,-8 47 3 16,6-19 2-16,-4 8 5 0,-1 9-2 0,2-10-2 15,-2 14 0-15,-1-4 0 0,4-10 0 16,-1 1-3-16,1 0 2 0,1 0 0 0,2-3 0 15,1-2-4-15,1-2-14 0,2-4-17 0,0 1-26 16,-1-6-27-16,3-3-22 0,-1 1-26 0,1-6-37 16,2-1-58-16,-4-2-49 0,-3-9-138 0,7 16-435 15,-7-16 193-15</inkml:trace>
  <inkml:trace contextRef="#ctx0" brushRef="#br0" timeOffset="28351.26">3840 4660 75 0,'32'-9'77'0,"1"-3"-41"0,3 0-52 0,0 3-13 16,0 1-32-16,3-1 15 0</inkml:trace>
  <inkml:trace contextRef="#ctx0" brushRef="#br0" timeOffset="28570.03">4428 4323 198 0,'0'-10'268'0,"0"10"-16"0,0 0-17 0,1-11-18 15,-1 11-27-15,0 0-22 0,0 0-13 16,0 0-14-16,0 0-9 0,0 0-8 0,0 0-9 16,3 31 3-16,-2-12-6 0,-2 6-9 0,2-1-8 15,1 3-5-15,-3 0-10 0,2 0-7 0,-1-2-6 16,-1 2-6-16,1-2-5 0,1-1-9 0,-1-5-33 15,0-1-28-15,0-1-30 0,0-1-26 0,-1 2-32 16,1-6-42-16,0-12-57 0,-4 23-40 0,0-14-142 16,4-9-414-16,-10 14 183 0</inkml:trace>
  <inkml:trace contextRef="#ctx0" brushRef="#br0" timeOffset="29116.28">4538 4434 95 0,'9'-9'121'0,"-3"-1"7"0,-1 1-7 16,-5 9 9-16,9-17-5 0,-5 9-6 0,-4 8-1 15,6-18 0-15,-5 11-6 0,2-3 3 16,-3 10-18-16,1-15-3 0,-1 15-6 0,3-13-8 16,-3 13-10-16,1-9-5 0,-1 9-12 0,0 0-3 15,0 0-10-15,2-10-9 0,-2 10-5 0,0 0-4 16,0 0 0-16,0 0-4 0,0 0-3 0,0 0 3 15,0 0-2-15,7 40 0 0,-7-28-5 0,-1 6 6 16,1-2-2-16,1-1-2 0,1 0-6 0,-2 1 1 16,0 1 5-16,0-5-5 0,0-12 2 0,1 22-5 15,-1-22 5-15,1 11-4 0,-1-11 0 0,0 0 3 16,1 15-6-16,-1-15 6 0,0 0-9 0,0 0-5 16,2 13 0-16,-2-13-1 0,0 0-2 0,0 0 3 15,0 0-1-15,0 0-2 0,5 11-3 0,-5-11 2 16,0 0 4-16,11 10 1 0,-11-10 9 0,13 4-4 15,0-1 7-15,-3 1-5 0,3-1-3 0,0 1 9 16,7-3 10-16,-3-1 7 0,2-1 1 0,-1-2 0 16,3-1 4-16,1-2-1 0,4-2 2 0,-8 0 0 15,7-4-6-15,-1 0 0 0,-4 3 10 0,-1 0-3 16,-1-2-2-16,-3 2 5 0,-2-4 2 0,0 3 2 16,-6-2-4-16,1 1 4 0,-2 2-4 0,-1-4-1 15,-3 1 4-15,-2 12-14 0,0-23 13 0,0 23 0 16,-6-20-10-16,3 12-1 0,3 8-4 0,-9-13-3 15,9 13-3-15,-13-4 6 0,13 4-7 0,-22 3 4 16,22-3-2-16,-24 14-2 0,12-3 4 16,0 1-9-16,0 2 0 0,5-4-1 0,-1 3-17 0,3 0-7 15,1-1-25-15,3 1-26 0,1-13-19 16,6 31-41-16,-2-19-68 0,2-2-61 0,-6-10-161 16,13 28-447-16,-5-18 198 0</inkml:trace>
  <inkml:trace contextRef="#ctx0" brushRef="#br0" timeOffset="30308.06">2386 5334 9 0,'-11'-5'219'0,"1"3"-17"0,-1 0-25 0,-1 4-16 16,-1 2-8-16,-3 7 4 0,-5 6-8 15,1 8 14-15,1-1-16 0,2 5-13 0,0-3-8 16,3 0-12-16,5 1-14 0,2-3-8 0,2-5-13 15,5 0-6-15,-2 1-9 0,4-4-6 0,1 1-2 16,4-2-5-16,2-1-4 0,-1-1-4 0,8-2-4 16,-1-3 0-16,2 1-4 0,11-4-8 0,-1-2 1 15,1-2-3-15,1-3-5 0,1-1-3 0,-2-3 0 16,-1-1-6-16,-9 1-2 0,7-7-2 0,-8 5 2 16,-2-4-4-16,-1 2-1 0,0-2 1 0,-3-2-2 15,4-8-1-15,-7 5 0 0,3 2 1 0,-6-3 1 16,2-2-4-16,-4 4 0 0,1-4 1 0,-1 3-2 15,-1 0 2-15,0 5 8 0,-2 1 1 0,0 0 4 16,-2 1-1-16,2 10 0 0,0-11-5 0,0 11-2 16,0-9-3-16,0 9-8 0,0 0 2 0,0 0-3 15,0 0 3-15,0 0 3 0,0 0 5 0,-3 34-4 16,0-18 3-16,2-1 0 0,-3 2 0 0,3-1-1 16,2 1 0-16,0-5 3 0,2 3-4 0,-1-5 4 15,1 3-2-15,1-1-1 0,2-3 1 0,-1 0 1 16,2-3-2-16,0 2 6 0,3-2-2 0,-5-2-3 15,6-2 0-15,0 0 2 0,1-2 2 0,-1-2-1 16,2 1 1-16,-3-3 0 0,3 2-2 0,-2-3 8 16,-2 0-6-16,1-3 3 0,-2 0-2 0,-1 0 2 15,-1-4-3-15,1 2 0 0,-4-5-6 0,4-1 7 16,-3 0-6-16,-1 3 2 0,-1-1 0 0,0 2-3 16,-3 2 1-16,4 1 4 0,-3 1 7 0,1 0 1 15,-1 8-3-15,1-8-6 0,-1 8 0 0,0 0-6 16,1-9-6-16,-1 9-1 0,0 0 3 0,0 0 7 15,0 0 0-15,0 0 5 0,-2 27-3 0,2-16 9 16,0 1-2-16,0 0-4 0,0 0 0 0,1-1-9 16,0-1 7-16,1 2-1 0,2-3-1 0,-2 1 3 15,3-4-2-15,1 3 1 0,1-4 2 16,2 1 0-16,-4-2 3 0,8-1 3 0,0-2-1 0,4-1 2 16,-1-2 3-16,3 0-1 0,-6-2-13 15,6 0 14-15,-4-2-5 0,-2 0 5 0,-1-1-5 0,0 0-3 16,1-5 0-16,-4 4 2 0,0-3-11 0,1-2-6 15,-3-2-8-15,0 0 0 0,0 3-8 16,-4-4 0-16,-1-1-6 0,-1 2 7 0,-1-2 0 0,0 5 1 16,-3 1 5-16,0 2-3 0,-2 1 0 15,1 0-2-15,-3 1 5 0,1 3 3 0,1 0-5 16,5 4 3-16,-15-1-1 0,7 1 0 0,8 0 0 16,-13 1 2-16,13-1-4 0,-11 2 5 0,11-2-1 0,-8 4-2 15,8-4 1-15,-1 6 7 0,1-6-6 16,0 0 1-16,0 0 0 0,16 10 2 0,-4-11-1 15,-1 1 6-15,7-6 5 0,-5 3-4 0,-2 1-6 0,1 0 6 16,-1-2-1-16,0 4-3 0,-1-2-1 16,-10 2 0-16,13 2 0 0,-6-1 1 0,-7-1 4 15,0 0 7-15,14 7 10 0,-5 0 8 0,-1 2 2 16,-6 0 2-16,1 2 4 0,2-1 0 0,-4 1-2 16,1 0-2-16,2 0-1 0,-1 2-1 0,0-2-1 15,5-1-5-15,-7 2-1 0,4 0 2 0,-2 0-8 16,-1-1-11-16,2-1-28 0,4 0-20 0,-2 0-20 15,0-2-35-15,1 1-61 0,1-2-52 0,0-1-42 16,0 0-149-16,-2-2-441 0,-6-4 196 0</inkml:trace>
  <inkml:trace contextRef="#ctx0" brushRef="#br0" timeOffset="30610.69">3367 5350 90 0,'0'0'200'0,"0"0"-17"0,0 0-23 0,0 0-24 16,0 0-14-16,3-7 5 0,-3 7 12 0,0 0-4 16,12 21 7-16,-7-11-7 0,2 5-7 0,1-1-11 15,-2 3-13-15,-2-5-6 0,3 3-6 16,-3-3-4-16,0-2-3 0,0 1-10 0,1-2-7 0,-2 1-9 16,0-1 2-16,-1-3-8 0,2-2-4 0,-4-4-6 15,3 9 0-15,-3-9-5 0,3 6 2 0,-3-6 7 16,0 0 15-16,3 5 14 0,-3-5 5 0,0 0 0 15,0 0-8-15,0 0-10 0,0 0-1 16,16-17-6-16,-9 9-14 0,0-3 7 0,3-2-10 16,-2-4-11-16,2 0-13 0,3 0-12 0,2-3-34 15,1-3-23-15,-2 1-14 0,-3 6-24 0,2 1-38 0,-3 2-60 16,3 1-61-16,-4 4-212 0,-3-1-499 0,2 4 221 16</inkml:trace>
  <inkml:trace contextRef="#ctx0" brushRef="#br0" timeOffset="30914.35">3767 5424 156 0,'11'-4'218'0,"-11"4"-3"0,11-5-5 0,-6 3-18 16,1-2-13-16,1-2-13 0,-2 2-5 0,1-2 0 16,-1-1-8-16,2-2-8 0,-2-1-8 0,-1 0-4 15,-2 3-14-15,2-1-12 0,-3 2 10 0,-1 6-6 16,2-13 1-16,-2 13-3 0,-2-9-16 0,2 9-8 15,-4-10-14-15,-1 5-6 0,5 5-4 0,-10-4-8 16,10 4-12-16,-11-3 17 0,11 3-19 0,-16 3-6 16,9 1-12-16,0-1 8 0,1 4 0 0,-2 2-4 15,2 2-3-15,1 0-2 0,1 2 2 0,1-1-5 16,1 0-4-16,0-1-2 0,2 2 14 0,3 0-8 16,0-2-4-16,4 0-17 0,-2-1 5 0,4 4-11 15,0-5-17-15,4 1-27 0,4-4-36 0,2 1-32 16,-1-2-53-16,10 2-52 0,-1-3-54 0,-9-3-182 15,2 0-501-15,0-3 222 0</inkml:trace>
  <inkml:trace contextRef="#ctx0" brushRef="#br0" timeOffset="31144.28">4162 5129 171 0,'0'0'256'0,"5"-6"-27"0,-1 3-25 0,-4 3-22 16,10-2-15-16,0 4-16 0,2 5 1 16,1-2-7-16,2 7-11 0,0 1-5 0,2 8-8 0,1 0-6 15,-7 4-9-15,1 2-3 0,-6 4-6 0,-6 16 0 16,-2-12-9-16,-9 10-13 0,-4 1-12 16,-4-2-11-16,-4-3-32 0,-4 1-29 0,-6-6-31 15,-2 2-60-15,7-11-89 0,-14 7-232 0,10-12-454 0,-11 2 201 16</inkml:trace>
  <inkml:trace contextRef="#ctx0" brushRef="#br0" timeOffset="34734.41">6915 2643 8 0,'-5'30'159'0,"-6"-3"-11"16,-1 2-6-16,-9 16-11 0,-3 2-4 15,0 3 0-15,-2 6-12 0,-8 20-6 0,4-23-11 16,8-4-9-16,-3-1-8 0,2-1-16 0,0-2 0 16,2-2-3-16,5-10-6 0,3-2-7 0,-2 1-15 15,3-5-21-15,-1 1-24 0,5-10-31 0,-1 4-44 16,-2 3-32-16,4-9-120 0,-1 0-256 0,3-4 114 16</inkml:trace>
  <inkml:trace contextRef="#ctx0" brushRef="#br0" timeOffset="35231.4">6907 2998 5 0,'3'-2'199'0,"-3"2"-11"0,0 0-6 0,0 0-24 15,0 0-14-15,0 0-12 0,0 0-20 0,0 0-13 16,0 0-14-16,0 0-11 0,0 0-8 0,0 0-6 15,0 0-11-15,0 0-6 0,0 0-4 0,0 0-7 16,0 0-2-16,12 18 0 0,-9-11-4 0,0 0-4 16,-1 4-3-16,2-1 5 0,-1 2-8 0,-1-1 2 15,1-1 0-15,-2-1-2 0,4-1-2 0,-4-1-3 16,2 1-2-16,-2-2 2 0,-1-6-3 0,4 10 4 16,-1-5-3-16,-3-5-1 0,2 7 2 0,-2-7 5 15,1 7 4-15,-1-7 7 0,0 0 22 16,0 0 2-16,0 0 4 0,0 0-9 0,0 0-2 0,12-17-6 15,-5 8-3-15,2-4-9 0,0-1 0 0,3-4-3 16,-1-5-2-16,1 1-1 0,1 0-5 0,-4 5-5 16,0-2-7-16,2 3-11 0,-3 0-12 0,-2 0-10 15,-1 5-23-15,0 2-32 0,-1 0-49 16,-1 6-52-16,-3 3-140 0,1-8-355 0,-1 8 157 16</inkml:trace>
  <inkml:trace contextRef="#ctx0" brushRef="#br0" timeOffset="35524.18">7081 3014 2 0,'8'5'89'0,"-8"-5"-4"0,0 0-8 16,0 0-7-16,7 4-11 0,-7-4-5 0,0 0 5 15,13 1 0-15,-13-1 1 0,13 1 3 0,-13-1 5 16,14-1 4-16,-14 1 5 0,13-1-6 0,-13 1 6 15,12-4-9-15,-5 2 14 0,-2-1 1 0,-5 3 2 16,9-6 7-16,-5 1-4 0,-4 5-6 0,7-11-7 16,-5 6-9-16,-1-3-7 0,-1 8-7 0,-1-15-6 15,-2 6-1-15,-1 2-9 0,2 1-2 0,-2 0-10 16,4 6 3-16,-4-11-2 0,4 11-9 0,-4-6-7 16,4 6-26-16,-6-5-17 0,6 5-27 0,0 0-15 15,0 0-17-15,-23 6-24 0,14 2-24 0,0-2-126 16,1 1-288-16,1 2 128 0</inkml:trace>
  <inkml:trace contextRef="#ctx0" brushRef="#br0" timeOffset="35777.69">7352 2762 132 0,'0'0'157'0,"0"0"-17"0,0 0-14 16,0 0-17-16,0 0-14 0,0 0-15 0,0 0-7 16,0 0 8-16,0 0 12 0,0 0-17 0,1 27-2 15,-1-14-9-15,0 2-6 0,0-2-4 0,0 4-4 16,-1 1-5-16,-2-1-6 0,2-1-1 0,0 2-1 16,-2-1-3-16,2-5-5 0,0 3-2 0,-1 0-19 15,0-1-22-15,1-5-43 0,1 3-45 0,-2 1-45 16,2-13-91-16,-2 20-255 0,2-20 114 0</inkml:trace>
  <inkml:trace contextRef="#ctx0" brushRef="#br0" timeOffset="36001.39">7469 2782 45 0,'3'-8'155'0,"-3"8"-13"16,0 0-22-16,0 0-15 0,0 0-11 15,0 0-7-15,0 0 8 0,0 0 5 0,0 0-2 16,0 0-21-16,-1 29 1 0,1-16-7 0,-2 1-9 16,2 1-3-16,0 2-3 0,0-5-3 0,0-1 0 15,-2 5-10-15,2-3-2 0,0-2-4 0,-1 0-5 16,-1 1 7-16,0-1-19 0,2-11-17 0,-1 19-43 16,1-19-35-16,-3 18-58 0,0-8-121 0,3-10-273 15,-6 11 122-15</inkml:trace>
  <inkml:trace contextRef="#ctx0" brushRef="#br0" timeOffset="36881.53">7515 2869 10 0,'20'-3'58'0,"-4"-1"-6"0,2 2-6 0,-6 1-2 15,-2-1-7-15,1 0 0 0,-4 0 13 0,-7 2 8 16,0 0 6-16,16-2 13 0,-12 0 6 0,-4 2-1 0,0 0-8 16,7-2-4-16,-7 2-6 0,0 0-10 0,0 0-2 15,0 0-10-15,0 0 0 0,0 0-13 16,0 0-1-16,-22 15 7 0,17-7 15 0,-2 0 5 16,1 1-15-16,-3-1-2 0,3 1-9 0,-1-1-2 15,1-1 6-15,6-7 6 0,-8 11-5 0,6-4-2 16,2-7-7-16,0 0-1 0,-4 13-1 0,4-13-2 15,0 0-5-15,-1 12 2 0,1-12 5 0,0 0-2 16,0 0-3-16,10 8-1 0,-10-8-4 0,0 0 1 16,18-3 0-16,-11 1 2 0,-7 2-4 0,13-5 3 15,-8 1-5-15,0 1 2 0,0-1 0 0,-5 4-2 16,9-10-6-16,-5 5 3 0,0-1-4 0,-1-2 0 16,-1 2-5-16,-1-1 4 0,-1 7 3 0,6-10-5 15,-6 10 4-15,1-8-4 0,-1 8-1 0,2-6-2 16,-2 6-1-16,0 0-2 0,3-7 1 0,-3 7-1 15,0 0-2-15,0 0 0 0,0 0 7 16,0 0 0-16,0 0-2 0,17 7-2 0,-11-5 6 16,-6-2 2-16,13 3 0 0,-7-2 1 0,-6-1 0 0,17-2-2 15,-10 0 4-15,2-2 0 0,0-1-4 0,-2 3 3 16,1-6-1-16,0 2 0 0,0 1-5 0,-4-1 4 16,1 0 2-16,-1 2-5 0,-4 4 3 0,5-11-2 15,-5 11-2-15,2-8 5 0,-2 8-5 16,2-9 2-16,-2 9-4 0,0 0-1 0,1-7-1 0,-1 7-6 15,0 0 9-15,0 0-8 0,0 0 2 0,0 0-1 16,0 0 6-16,-14 30-4 0,9-15 4 0,-3 4-3 16,0 4 3-16,1 0 3 0,-2 0-3 15,5-4 0-15,0-2-1 0,0 1 7 0,2 1-5 0,-1-2 1 16,1-5 2-16,0 0 1 0,1-1-1 0,-1-3 1 16,2-8-2-16,-2 12 2 0,2-12 0 15,-1 9 3-15,1-9 2 0,0 0 3 0,-4 8-1 16,4-8 13-16,0 0 12 0,0 0 3 0,-1 6-3 15,1-6-5-15,0 0-2 0,0 0-5 0,0 0-4 16,0 0 0-16,0 0 3 0,11-26-8 0,-4 16 2 16,3-2-7-16,0 1 1 0,4-5-6 0,-1 3 4 15,5-6-5-15,1 0 5 0,-6 5-9 0,1 1 4 16,1-3-5-16,-3 1 1 0,2 1-1 0,-3 0 2 16,-2-1-1-16,1 1-1 0,-4 5 1 0,-1-3-1 15,-1 3-1-15,-1 0 7 0,0 0 3 0,-3 3 0 16,0 6 6-16,4-11-7 0,-4 11-2 0,0 0 1 15,-4-11-3-15,4 11 0 0,-6-3-10 0,6 3 7 16,0 0-4-16,0 0 2 0,0 0 0 0,-23 7 0 16,23-7-1-16,-12 7 4 0,7-2-7 0,5-5 6 15,-9 10-1-15,9-10 1 0,-9 10 4 0,7-4-5 16,2-6-1-16,-2 15 9 0,2-15-6 0,3 15-14 16,-1-7-34-16,5-1-56 0,0 0-63 0,-1 2-140 15,-6-9-333-15,14 9 148 0</inkml:trace>
  <inkml:trace contextRef="#ctx0" brushRef="#br0" timeOffset="37045.9">8079 2875 2415 0,'0'0'104'0,"11"-2"-60"15,-11 2-34-15,0 0 10 0,8-5 28 0,-8 5 31 16,0 0 13-16,0 0 1 0,9-4-14 16,-9 4 0-16,0 0-13 0,0 0-2 0,0 0-10 15,0 0 1-15,0 0-18 0,0 0-29 0,0 0-51 16,0 0-59-16,0 0-29 0,0 0-60 0,0 0-89 15,0 0-154-15,0 0-469 0,0 0 207 0</inkml:trace>
  <inkml:trace contextRef="#ctx0" brushRef="#br0" timeOffset="44976.41">11646 5005 30 0,'0'0'57'0,"0"0"-2"0,0 0-16 15,0 0-9-15,0 0-27 0,0 0-39 0,0 0-39 16,0 0 17-16</inkml:trace>
  <inkml:trace contextRef="#ctx0" brushRef="#br0" timeOffset="49709.3">12170 6502 16 0,'0'0'40'0,"-3"-7"-1"0,3 7-2 16,0 0-3-16,0 0-2 0,0 0-9 15,0 0 4-15,0 0-10 0,0 0-3 0,0 0 0 16,0 0-2-16,0 0 3 0,0 0-12 0,0 0 0 16,0 0-6-16,0 0-8 0,0 0-13 0,0 0-24 0,0 0-52 15,0 0 23-15</inkml:trace>
  <inkml:trace contextRef="#ctx0" brushRef="#br0" timeOffset="50989.57">11848 7654 19 0,'0'0'76'0,"0"0"-8"15,0 0-12-15,0 0-5 0,0 0-15 0,0 0-12 16,0 0-8-16,0 0-27 0,0 0-46 0,0 0-60 16,0 0 28-16</inkml:trace>
  <inkml:trace contextRef="#ctx0" brushRef="#br0" timeOffset="53110.86">15278 7234 89 0,'0'0'100'0,"0"0"-1"16,0 0 0-16,0 0 1 0,0 0-13 16,0 0 1-16,0 0-9 0,0 0-2 0,0 0-11 0,0 0-7 15,0 0-2-15,0 0-7 0,0 0-5 0,0 0-6 16,0 0-5-16,0 0 0 0,0 0-3 0,0 0-8 15,0 0 4-15,0 0-1 0,0 0-9 0,0 0 2 16,0 0-4-16,0 0-5 0,0 0-1 0,0 0-3 16,0 0 9-16,0 0-10 0,0 0-3 0,0 0-18 15,0 0-6-15,0 0-20 0,0 0-15 0,0 0-20 16,0 0-27-16,0 0-78 0,0 0-197 0,0 0 88 16</inkml:trace>
  <inkml:trace contextRef="#ctx0" brushRef="#br0" timeOffset="54229.53">15416 7127 20 0,'0'0'89'16,"0"0"-9"-16,0 0-12 0,0 0-18 0,0 0-22 15,0 0-10-15,-14-15-28 0,14 15-24 16,-5-6-18-16,1 0-56 0,-1-2 25 0</inkml:trace>
  <inkml:trace contextRef="#ctx0" brushRef="#br0" timeOffset="55786.89">15458 7289 7 0,'0'0'26'0,"0"0"-7"16,0 0-15-16,0 0-8 0,0 0-5 0,0 0-10 15,0 0 5-15</inkml:trace>
  <inkml:trace contextRef="#ctx0" brushRef="#br0" timeOffset="60063.13">23259 6124 2 0,'0'0'84'16,"0"0"-13"-16,0 0 1 0,0 0-16 0,0 0-9 15,0 0-6-15,0-9-16 0,0 9-19 0,0 0-19 16,0 0-21-16,0 0-26 0,0-10-64 16,0 10 28-16</inkml:trace>
  <inkml:trace contextRef="#ctx0" brushRef="#br0" timeOffset="60427.55">23881 4514 22 0,'0'0'56'0,"0"0"-14"0,0 0 2 0,0 0-1 16,-3-7-9-16,3 7-11 0,0 0-12 0,0 0-11 15,0 0-10-15,0 0-15 0,0 0-15 0,0 0-44 16,-12 13 20-16</inkml:trace>
  <inkml:trace contextRef="#ctx0" brushRef="#br0" timeOffset="61020.47">23821 4646 61 0,'0'0'57'0,"0"0"-6"0,0 0-4 0,0 0-9 0,0 0-23 15,0 0-17-15,0 0-12 0,0 0-29 16,0 0-45-16,0 0 20 0</inkml:trace>
  <inkml:trace contextRef="#ctx0" brushRef="#br0" timeOffset="62083.75">23922 4618 9 0,'0'0'77'0,"0"0"-3"15,0 0-11-15,0 0-5 0,0 0-9 0,0 0-9 16,0 0-11-16,0 0-9 0,0 0-16 0,0 0-16 16,0 0-16-16,0 0-9 0,0 0-21 0,0 0-62 15,0 0 27-15</inkml:trace>
  <inkml:trace contextRef="#ctx0" brushRef="#br0" timeOffset="66461.48">14092 7811 33 0,'0'0'27'0,"-5"-5"-29"0,5 5-8 15,-6-6-10-15,6 6 4 0</inkml:trace>
  <inkml:trace contextRef="#ctx0" brushRef="#br0" timeOffset="69541.66">19149 7001 13 0,'0'0'66'0,"0"0"-3"0,0 0-5 16,0 0-8-16,0 0-5 0,0 0-3 0,0 0 3 15,0 0-16-15,0 0 4 0,0 0-10 0,0 0 9 16,0 0-11-16,6-8-1 0,-6 8 0 0,0 0-6 16,0 0 0-16,0 0-2 0,0 0-1 0,7-2 6 15,-7 2-6-15,0 0-3 0,0 0-2 0,0 0 2 0,0 0 1 16,0 0-1-16,0 0-3 0,0 0-4 15,0 0 2-15,5-3-3 0,-5 3 2 0,0 0 0 16,0 0-4-16,0 0 5 0,0 0-3 0,0 0 8 16,0 0-5-16,0 0-2 0,0 0 1 0,0 0-3 15,0 0 0-15,0 0 1 0,0 0-3 0,0 0 7 0,0 0-7 16,0 0 6-16,0 0-7 0,0 0 13 16,0 0-9-16,0 0 0 0,0 0 1 0,0 0-2 15,9-5-3-15,-9 5 17 0,0 0-15 0,0 0-6 16,0 0-8-16,0 0-2 0,0 0-26 0,0 0-8 0,0 0-45 15,0 0-105-15,0 0 48 0</inkml:trace>
  <inkml:trace contextRef="#ctx0" brushRef="#br0" timeOffset="73113.16">12597 10586 26 0,'0'0'56'15,"0"0"-5"-15,0 0-10 0,0 0-2 0,0 0-4 16,0 0 0-16,0 0-6 0,0 0-4 0,0 0 2 15,0 0-6-15,0 0-4 0,0 0 1 0,0 0-7 16,0 0 0-16,0 0 2 0,0 0-2 0,0 0-1 16,0 0-4-16,0 0 6 0,0 0-8 0,0 0-1 15,0 0-6-15,0 0 3 0,0 0-11 0,0 0-10 16,0 0-9-16,0 0-12 0,-13 4-24 0,13-4-71 16,0 0 31-16</inkml:trace>
  <inkml:trace contextRef="#ctx0" brushRef="#br0" timeOffset="73810.41">14416 10403 7 0,'0'0'9'0,"0"0"-12"0,0 0-3 0,0 0 1 0</inkml:trace>
  <inkml:trace contextRef="#ctx0" brushRef="#br0" timeOffset="74761.06">15443 9701 16 0,'0'0'66'16,"0"0"-11"-16,0 0 2 0,0 0-12 0,0 0 0 15,0 0-13-15,0 0 10 0,0 0 3 0,0 0-10 16,0 0 2-16,0 0-1 0,0 0-4 0,0 0-15 15,0 0 10-15,0 0 4 0,0 0 0 0,0 0-2 0,0 0-8 16,0 0-2-16,0 0 0 0,0 0-6 16,0 0 3-16,0 0-4 0,0 0 2 0,0 0-1 15,0 0 4-15,0 0-6 0,0 0-5 0,0 0 0 16,0 0 1-16,0 0 5 0,0 0-12 0,0 0 0 16,0 0-18-16,0 0-6 0,0 0-15 0,0 0-18 15,0 0-64-15,0 0-132 0,0 0 59 0</inkml:trace>
  <inkml:trace contextRef="#ctx0" brushRef="#br0" timeOffset="77723.33">18843 9099 47 0,'0'0'77'0,"0"0"-4"0,11-6-3 0,-11 6-5 16,0 0-14-16,0 0-13 0,0 0-12 0,0 0-17 15,0 0-22-15,0 0-27 0,0 0-28 0,0 0-73 16,0 0 33-16</inkml:trace>
  <inkml:trace contextRef="#ctx0" brushRef="#br0" timeOffset="99465.7">25132 9786 15 0,'0'0'55'0,"0"0"-8"16,3-8-12-16,-3 8-19 0,0 0-9 0,0 0-16 15,0 0-19-15,0 0-30 0,0 0 14 0</inkml:trace>
  <inkml:trace contextRef="#ctx0" brushRef="#br0" timeOffset="101383.68">28510 8767 22 0,'0'0'51'0,"0"0"-11"0,0 0 6 15,0 0-15-15,0 0-1 0,0-9 0 0,0 9-5 16,0 0-1-16,0 0-5 0,0 0-6 0,0 0 3 16,0 0-9-16,0 0-8 0,0 0-16 0,0 0-39 15,0 0-61-15,0 0 26 0</inkml:trace>
  <inkml:trace contextRef="#ctx0" brushRef="#br0" timeOffset="107216.53">26888 11103 72 0,'0'0'68'0,"2"-9"-11"0,-2 9 3 15,0 0-8-15,0 0-7 0,0 0-8 16,0 0-15-16,0 0-3 0,0 0-8 0,0 0-14 16,0 0 5-16,0 0-8 0,0 0-11 0,0 0-12 15,0 0-10-15,0 0-20 0,0 0-63 0,0 0 28 16</inkml:trace>
  <inkml:trace contextRef="#ctx0" brushRef="#br0" timeOffset="109148.21">27535 12683 32 0,'0'0'62'0,"0"0"-2"16,0 0-13-16,0 0-8 0,0 0-14 0,6-4-9 15,-6 4-22-15,0 0-18 0,0 0-19 0,0 0-44 16,0 0 20-16</inkml:trace>
  <inkml:trace contextRef="#ctx0" brushRef="#br0" timeOffset="110060.76">28521 12401 57 0,'0'0'221'16,"2"-6"-20"-16,-2 6-20 0,0 0-15 0,2-8-9 16,-2 8-11-16,0 0-9 0,0 0-13 0,0 0-9 15,0 0-10-15,0 0-11 0,4-6-10 0,-4 6-11 16,0 0-3-16,0 0-11 0,0 0-8 0,0 0-3 16,0 0-7-16,0 0-5 0,0 0-3 0,0 0-4 15,0 0-2-15,0 0-6 0,0 0-1 0,0 0 16 16,0 0 26-16,13 13-5 0,-9-7-6 0,0 1-4 15,2-1-4-15,-2 4-5 0,-1-4-2 0,5 2 3 16,-4-1-4-16,0-1-3 0,0 0-3 0,0 0-2 16,-3-1-3-16,4 1 4 0,-5-6-1 0,9 9-2 15,-7-4-2-15,2 0-2 0,0 1-4 0,-4-6-2 16,5 3 1-16,-5-3-1 0,4 7 3 0,-4-7-4 16,8 5 0-16,-8-5 1 0,10 0-4 0,0-4 1 15,5-4 0-15,5-1-2 0,5-6-2 0,17-12-4 16,6-2-4-16,2-5-12 0,25-17-12 0,-1 6-15 15,4-1-33-15,3 4-37 0,-2-1-46 0,4 0-41 16,-1-1-46-16,-30 17-143 0,31-15-417 0,-2 4 185 16</inkml:trace>
  <inkml:trace contextRef="#ctx0" brushRef="#br0" timeOffset="111531.84">15483 12868 16 0,'0'0'39'0,"0"0"-7"0,0 0-1 0,0 0-4 0,0 0-1 16,0 0-2-16,0 0-4 0,0 0 9 0,0 0-14 16,0 0 3-16,0 0-5 0,0 0 1 0,0 0-1 15,0 0-4-15,0 0 0 0,0 0 5 0,0 0-9 16,0 0 3-16,0 0-4 0,0 0 0 16,0 0 5-16,0 0-6 0,0 0 3 0,0 0-2 0,0 0 0 15,0 0-3-15,0 0 2 0,0 0-9 0,0 0-13 16,0 0-15-16,6 5-24 0,-6-5-61 0,0 0 28 15</inkml:trace>
  <inkml:trace contextRef="#ctx0" brushRef="#br0" timeOffset="112009.7">16454 12278 78 0,'5'-3'112'16,"-5"3"-1"-16,0 0-10 0,0 0-14 0,0 0-9 15,0 0-1-15,0 0-6 0,0 0 0 0,0 0 0 16,0 0-8-16,0 0-2 0,0 0-4 0,14 7-8 15,-14-7-8-15,1 8 5 0,-1-8-8 0,0 0-3 16,4 7-3-16,-4-7 3 0,0 0-12 0,2 6 3 16,-2-6-10-16,0 0 7 0,0 0-4 0,0 0-6 15,3 6 1-15,-3-6 5 0,0 0 1 0,0 0-4 16,11-1-3-16,-2-6 1 0,2 1-6 0,5-4-3 0,6-4-10 16,4-4-35-16,4-5-28 0,12-6-42 15,-2-3-110-15,2 2-239 0,5-5 106 0</inkml:trace>
  <inkml:trace contextRef="#ctx0" brushRef="#br0" timeOffset="113837.59">7666 13833 2 0,'0'0'13'0,"0"0"-9"0,0 0-8 15,0 0-3-15,0 0 2 0</inkml:trace>
  <inkml:trace contextRef="#ctx0" brushRef="#br0" timeOffset="114745.14">9656 14426 24 0,'-4'-8'23'15,"4"8"-3"-15,0 0 4 0,0 0-6 0,0 0-9 16,0 0 6-16,0 0-11 0,0 0-8 0,0 0-5 16,0 0-12-16,0 0-23 0,0 0 10 0</inkml:trace>
  <inkml:trace contextRef="#ctx0" brushRef="#br0" timeOffset="115460.32">11342 14448 9 0,'0'0'13'0,"0"0"-15"0,0 0-2 0,0 0-3 15,0 0 1-15</inkml:trace>
  <inkml:trace contextRef="#ctx0" brushRef="#br0" timeOffset="116970.32">8864 17376 44 0,'-5'-9'67'0,"5"9"0"16,0 0-21-16,0 0-8 0,0 0-21 0,0 0-11 15,0 0-21-15,0 0-30 0,0 0-49 0,0 0 21 16</inkml:trace>
  <inkml:trace contextRef="#ctx0" brushRef="#br0" timeOffset="118850.09">7887 17293 12 0,'0'0'62'0,"0"0"0"16,0 0-5-16,0 0-2 0,0 0-3 0,0 0-8 15,0 0 0-15,0 0-12 0,0 0-2 0,0 0-7 16,0 0 2-16,0 0-9 0,0 0 0 0,0 0 5 16,0 0-7-16,0 0 1 0,0 0-1 0,0 0-2 15,0 0-2-15,0 0 0 0,0 0-3 16,37 1 3-16,-37-1 3 0,21 1-2 0,-8 2-5 0,5-4 0 15,1-1-5-15,0 2 0 0,12-2 7 16,-3-1-5-16,5 0 4 0,0 0-4 0,3 0-2 16,2 1 8-16,12-1-5 0,1 0 4 0,-12 1-9 0,13 1 5 15,-1-2-3-15,-13 2-3 0,2 1 5 16,12-1-6-16,-13 5 5 0,-1-3-2 0,3 0 2 16,8 2 2-16,-12-2-1 0,3-1-3 0,-2-1-3 15,1 0 10-15,0-2-2 0,0-1-4 0,10-3 7 16,2-3 3-16,-13 5 4 0,12-8-6 0,-1 5 3 15,-11-2 5-15,-2 0 2 0,-1 0-8 0,1-2 7 16,-1 1-1-16,-2-2 2 0,3 3-5 0,-7-2 10 16,1 1-2-16,-2 0 3 0,-1 3-5 0,-7 0 9 15,-3 2-10-15,-1 1-8 0,0-4 11 0,-5 6-6 16,-2 0 1-16,-9 3-2 0,17-6-5 0,-17 6 14 16,11-4 4-16,-11 4 5 0,0 0 16 0,13-4-2 15,-13 4 1-15,0 0 6 0,9-3-3 0,-9 3-1 16,0 0-1-16,0 0-5 0,0 0-7 0,0 0-3 15,0 0-1-15,0 0-6 0,0 0-3 0,0 0 0 16,0 0-1-16,0 0-5 0,0 0 1 16,0 0-7-16,0 0-16 0,0 0-14 0,0 0-31 15,0 0-25-15,0 0-26 0,0 0-33 0,0 0-117 16,-40 7-271-16,40-7 121 0</inkml:trace>
  <inkml:trace contextRef="#ctx0" brushRef="#br0" timeOffset="120436.13">9140 17239 16 0,'0'0'26'0,"0"0"-22"16,0 0-12-16,0 0-9 0,0 0 5 0</inkml:trace>
  <inkml:trace contextRef="#ctx0" brushRef="#br0" timeOffset="121461.41">11866 16341 19 0,'0'0'30'0,"0"0"-9"16,0 0-9-16,0 0-7 0,0 0-8 0,0 0-11 15,0 0-16-15,0 0 8 0</inkml:trace>
  <inkml:trace contextRef="#ctx0" brushRef="#br0" timeOffset="122035.38">12019 17547 19 0,'0'0'34'0,"0"0"4"16,0 0-1-16,0 0-11 0,0 0 3 0,0 0-9 15,0 0 2-15,0 0-13 0,0 0-4 0,0 0-11 16,0 0-7-16,0 0-2 0,0 0-20 0,0 0-37 15,0 0 17-15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4T05:38:54.2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7326 3349 118 0,'0'0'152'0,"-2"-5"-14"16,2 5-14-16,0 0-13 0,0 0-14 16,0 0-14-16,0 0-3 0,0 0-3 0,0 0 3 0,0 0 1 15,0 0 30-15,0 0-15 0,15 22-4 0,-7-11-6 16,-1 3-15-16,2 1 4 0,0 2 2 0,3 0-6 16,-3 2-7-16,0-2-8 0,6 5-4 15,-2 3-3-15,2-1-6 0,-5-6 1 0,4 2-9 16,-2 2-2-16,-2-6 0 0,0 0-6 0,-1 1-3 15,0-1 2-15,-1-1-5 0,1 0-4 0,0 1-4 0,0-2 1 16,-3-4 3-16,0-1-2 0,0 0-3 0,0 0-3 16,-1-3 8-16,-3 0-7 0,1 0-1 15,-3-6 0-15,7 8 6 0,-7-8 15 0,3 5 18 16,-3-5 13-16,4 2 2 0,-4-2-5 0,0 0-4 16,0 0-6-16,9-20-3 0,-9 11-5 0,2-8 10 15,1 1-17-15,0-3 1 0,3-7-2 0,-1-3-4 0,-1 1-3 16,4-2-2-16,-2-3-7 0,4 1 1 15,-2 3-1-15,1-7-3 0,-4 3-1 0,7 2-6 16,-3-1 1-16,-1 3 1 0,-3 3-1 0,5 2 0 16,-5 9-3-16,0 2-1 0,-2 3 2 0,0-2-3 15,1 4-10-15,1 2-19 0,-2 1-19 0,-3 5-23 16,5-7-25-16,-5 7-4 0,6-3-20 0,-6 3-28 16,0 0-26-16,16 10-37 0,-11 1-173 0,-3 0-415 15,0 8 184-15</inkml:trace>
  <inkml:trace contextRef="#ctx0" brushRef="#br0" timeOffset="349.22">7884 3800 97 0,'0'0'194'0,"0"0"-11"0,7 7-10 16,-5-4-13-16,-2-3-7 0,0 0-1 0,1 10-2 15,-1-3-11-15,0-7-10 0,1 9-14 0,-1-9-9 16,0 10-12-16,0-10-7 0,3 9-10 0,-3-9-3 16,3 8-7-16,-3-8-6 0,5 7-3 0,-2-2-2 15,2-2 6-15,4 0-1 0,3-1 0 0,-2-1 0 16,4-3 1-16,-1-1-3 0,3-2-2 16,1 0-7-16,-2 1 1 0,2-2-6 0,-2-5-3 0,2-1-2 15,-4 0-1-15,1 2-5 0,-7-2 3 0,2 1-9 16,-2-2 4-16,-4 1-2 0,-1-3-8 0,-2-1-5 15,-4 4 0-15,-2 0-5 0,1 2 1 0,-6-4-6 16,1 6-2-16,-3 2-12 0,-2-1-22 16,-4 6-15-16,-2-1-18 0,1 5-16 0,-1 3-23 15,-5 1-20-15,1 6-32 0,10-3-38 0,-2 3-42 16,-2 6-142-16,4-4-407 0,3-1 180 0</inkml:trace>
  <inkml:trace contextRef="#ctx0" brushRef="#br0" timeOffset="741.63">8475 3416 233 0,'4'-12'231'0,"-1"0"-2"0,-1 2-12 0,-2 5-12 15,4-3-19-15,-4 8-13 0,0-10-21 0,0 10-18 16,0 0-15-16,0 0-13 0,0 0-11 0,0 0-9 15,-20 38-6-15,9-12-6 0,0 4-1 0,1 2-8 16,-1-3-4-16,0 2-4 0,4-2-7 0,5-1-6 16,-1-2-3-16,3-5 0 0,4 3-8 0,1 1-15 15,1-6-25-15,1 5-28 0,1-6-42 0,5 4-32 16,2-2-41-16,0-6-29 0,2 0-29 16,-3-2-132-16,0-1-368 0,0 0 163 0</inkml:trace>
  <inkml:trace contextRef="#ctx0" brushRef="#br0" timeOffset="1117.33">8704 3944 50 0,'2'-3'242'15,"-2"3"-9"-15,7-11-16 0,-3 1-4 0,0 0-3 16,0 1-1-16,1-3-14 0,0 2-10 0,-2 0-10 16,4-6-20-16,-3-1-15 0,2-2-11 0,-2 0-9 15,2-4-10-15,-2 5-4 0,3-6-14 0,-4 5-11 16,1-2-4-16,-2-4-7 0,-5 4-7 0,3 2-6 15,-1 1-7-15,-4 1-1 0,-1 2-8 0,4 3-6 16,-3 1 6-16,-2-1-8 0,1 3-4 0,2 4-4 16,-1 0-3-16,5 5-5 0,-8-7-4 0,2 4-1 15,6 3 0-15,-9-2-5 0,9 2-2 0,0 0-5 16,-12 5-7-16,12-5 1 0,-3 6-12 0,3-6 2 0,0 0-3 16,3 13 3-16,4-8-4 0,1 1 3 15,1 0-4-15,5-2 7 0,1 3 1 0,2-1 1 16,2-2-4-16,-6 1 6 0,-3-1-2 0,4 1 2 15,-4-2-7-15,0 2 6 0,0 1 1 0,-2 0-3 16,-1 3 4-16,-1-1 0 0,1 1 2 0,-1 1 2 16,-1 1 0-16,0 3 3 0,-5-1 1 0,3 0-1 15,-1 2-7-15,-2 0-20 0,0 3-27 0,0-1-34 16,0 1-37-16,0-1-41 0,1-6-38 0,1 0-40 16,-2 2-133-16,0-13-410 0,1 18 181 0</inkml:trace>
  <inkml:trace contextRef="#ctx0" brushRef="#br0" timeOffset="1900.2">9030 3727 76 0,'5'-9'185'0,"-5"9"-6"0,0 0-3 0,0 0 0 16,0 0-5-16,0 0-6 0,11 22-10 0,-11-22-9 15,2 15-13-15,0-7-13 0,-2 7-6 0,0-4-10 16,2 0-8-16,-2 0-5 0,1-1-8 0,-1-10-2 15,2 13-8-15,0-5-1 0,-2-8-5 0,0 0 7 16,1 13 6-16,-1-13 15 0,0 0 12 16,0 0 10-16,0 0-10 0,0 0-11 0,0 0-10 15,0 0-4-15,0 0-22 0,0 0 9 0,0 0-7 0,-12-27-6 16,11 14-4-16,1-4-1 0,1 2-12 0,-1-2 1 16,4-3-13-16,0 2 2 0,1 0-18 0,2 0 13 15,3 0-3-15,0 4-1 0,-1 0-7 0,1 5 0 16,-1 2 1-16,2 1-9 0,0 2-2 15,0 3 0-15,2 1 0 0,-13 0-3 0,23 5 0 16,-11 3 0-16,-3 1 0 0,2 1 0 0,2 2 3 16,-2 3-15-16,-1-2 15 0,-2 1-3 0,-4-2 3 0,1-1-2 15,0 0 9-15,-1 0-11 0,0 1 7 16,-1-1-5-16,-2-2 3 0,-1-9 1 0,4 13 3 16,-4-13-2-16,2 11 6 0,-2-11-7 0,1 8 6 15,-1-8-1-15,0 0 2 0,0 0-2 0,0 0 2 16,0 0-3-16,0 0-1 0,0 0 0 0,0 0-21 15,0 0 14-15,-15-27 0 0,14 16 0 0,1 11-4 16,1-30-1-16,3 14-1 0,-1 1-7 0,4-3-1 16,1 0-4-16,1 2-7 0,-3 2 4 0,4 1 2 15,-3 4-4-15,1 1 2 0,1 2-2 0,-3 3 2 16,0 1 2-16,-6 2 2 0,13 3 2 0,-3 1-6 16,-1 4 8-16,-1-1 2 0,0 2 0 0,0 1-3 15,1 2 6-15,-1-1 0 0,-1-1-2 0,1 0 4 16,0-3 5-16,-3 3-2 0,3-2 1 0,0-1 1 15,-1-1-8-15,1-1 8 0,-2-1 4 0,6-1 5 16,-6 0-5-16,5-1-2 0,-1-4 4 0,-10 2 0 16,16-7 2-16,-5 3 6 0,-3 0-11 0,0-5-2 15,0 1 2-15,-2-1 1 0,2-2 4 0,-3 0-4 16,1 1-2-16,0-6-5 0,-1-1 6 0,-2 2-1 16,0 2-1-16,-2 2-1 0,2-2 3 0,-3 1-17 15,0 4 19-15,2 1-6 0,-2 7-2 0,0-11-1 16,0 11-5-16,0 0-4 0,0 0 3 0,0 0 0 15,0 0 4-15,0 0-1 0,0 0 0 0,0 0 1 16,-1 38 3-16,1-25-3 0,1 4 4 0,-1-2-3 16,3 3 2-16,-2 0 2 0,-1-1-3 0,3 0-2 15,-2-1 5-15,2 0-3 0,1 3 8 0,-3-3-3 16,0 0-4-16,2-3 4 0,-3 0 1 0,2 0-2 16,-2-3-15-16,0 6-19 0,-4-6-20 0,3-1-21 15,-3 0-28-15,0 1-38 0,-1-2-44 0,0-1-54 16,-1 0-231-16,-3-2-509 0,9-5 226 0</inkml:trace>
  <inkml:trace contextRef="#ctx0" brushRef="#br0" timeOffset="2175.85">9893 3481 68 0,'6'-7'259'15,"1"-1"-18"-15,0 4-21 0,-1 1-15 0,1 0-12 16,0 2-14-16,-7 1-18 0,16 5-4 16,-7 1-13-16,5 6-7 0,-1 3-12 0,-1 1-7 0,-3 2-11 15,4 4-7-15,0 3-6 0,-4 2-7 16,-3-3-5-16,-2 4-6 0,-3-1-5 0,1 4-7 0,-6 4-5 16,-3-3-2-16,-2-3-7 0,2 0-2 0,-7 2-3 15,0-3-3-15,-4 0-11 0,-3-4-17 0,3 3-22 16,-5-6-28-16,0-1-34 0,3-2-37 15,-2-1-43-15,4-7-55 0,4 1-57 0,-4-1-138 16,7-6-432-16,1 2 191 0</inkml:trace>
  <inkml:trace contextRef="#ctx0" brushRef="#br0" timeOffset="2369.48">10519 3621 166 0,'0'0'229'16,"13"-4"-28"-16,-7 2-18 0,2 1-18 0,-1-2-15 0,-7 3-24 15,16-1-22-15,-5 1-35 0,-1 1-41 16,1 1-34-16,1 0-41 0,-3 3-39 0,2 0-28 16,-3 0-81-16,-3-2-211 0,-1 2 93 0</inkml:trace>
  <inkml:trace contextRef="#ctx0" brushRef="#br0" timeOffset="2507.89">10593 3718 84 0,'-9'3'202'0,"9"-3"-9"0,-8 6 3 16,8-6-8-16,0 0-4 0,-7 3-7 0,7-3-10 15,0 0-13-15,0 0-17 0,-6 4-16 0,6-4-6 16,0 0-11-16,0 0-9 0,17 5-22 0,-7-5-32 16,4-1-37-16,6-2-71 0,9-2-64 0,0 2-209 15,-1-4-368-15,3-2 163 0</inkml:trace>
  <inkml:trace contextRef="#ctx0" brushRef="#br0" timeOffset="4220.42">12672 3187 90 0,'0'0'98'0,"0"0"1"0,0 0-10 0,0 0 3 16,0 0-2-16,0 0-29 0,0 0-16 0,0 0 11 16,0 0-11-16,0 0 2 0,0 0-4 0,0 0 1 0,0 0-5 15,-24 5-4-15,15-4 2 0,9-1 6 16,-13 2-4-16,8 1-11 0,-6-3 19 0,2 2 0 16,-2-1 6-16,4 0-3 0,7-1 1 0,-12 3-6 15,12-3 6-15,-6 0-4 0,6 0 1 0,0 0-8 16,-9 1 1-16,9-1-8 0,0 0 3 0,0 0-7 15,36-8-5-15,-7 3 1 0,5-1-4 0,4-3-2 0,14 1-1 16,0 0-2-16,-1 2 3 0,-11 1-11 16,-3 0-15-16,-4-1-25 0,-1 4-27 0,-5-1-25 15,-6 2-24-15,-2 0-21 0,-4 3-117 0,-3-2-265 16,-6 2 119-16</inkml:trace>
  <inkml:trace contextRef="#ctx0" brushRef="#br0" timeOffset="4674.52">12808 3178 33 0,'0'0'189'0,"0"0"-4"16,-7-4-4-16,7 4-13 0,0 0-19 0,-7-3-15 16,7 3-14-16,0 0-15 0,0 0-7 0,-2 16-8 15,4-3-5-15,1 6-7 0,-1 7 6 0,0 2-8 16,0 4 22-16,0-3-4 0,-2 3-4 0,0 3-3 15,0-3-4-15,0-1-4 0,3 0-6 0,-1-5-6 16,2-1-6-16,0 1-4 0,-3-2-4 0,5 3-5 16,-3-11-3-16,-1 2-1 0,0-2-9 0,-1-1-2 15,3 1-7-15,0-4 3 0,-4-1-3 0,0 1-4 16,2-2-5-16,-2-3 0 0,0 1-3 0,0-8-4 16,0 9-1-16,0-9-6 0,-2 8 2 0,2-8-4 15,-4 4-1-15,4-4-7 0,0 0-2 0,-16 0 0 16,16 0 0-16,-15-9-7 0,8 6 5 15,-5-2 6-15,3-1-7 0,1 0 1 0,-2 0 1 0,-1 1 1 16,2 0 2-16,-2 0-1 0,4 2 1 16,-2-1-2-16,-1 1 2 0,10 3 0 0,-10-4-2 0,10 4 0 15,-7-1 5-15,7 1-4 0,-8-4 1 0,8 4 2 16,0 0-3-16,0 0 4 0,0 0 0 0,-6 8-2 16,6-8 5-16,0 0 5 0,0 0-1 0,18 9 1 15,-7-7 0-15,8 2-1 0,1-2 0 0,8-1-1 16,3 0-11-16,1 1-21 0,1-4-39 0,0-1-39 15,3 2-58-15,-2 0-68 0,-3 0-131 0,-4-1-396 16,1 0 175-16</inkml:trace>
  <inkml:trace contextRef="#ctx0" brushRef="#br0" timeOffset="5090.85">13178 3860 159 0,'0'0'253'0,"0"0"-5"0,0 0-7 15,0 0-5-15,0 0-6 0,0 0-8 0,0 0-7 16,17-12-2-16,-16 9-21 0,-1 3-20 16,9-11-22-16,-4 7-7 0,-1-2-7 0,0-1-18 15,1-3-8-15,0 4-11 0,-1-4-10 0,-2 1-5 16,5-2-10-16,-5 3-22 0,-2-2 8 0,2-2-3 16,-2 1 3-16,-2-2-19 0,0-2-4 0,-2 4-3 15,-1-1-9-15,-2 1 0 0,-4-1-1 0,2 2-6 16,-1 3-3-16,-3-2 1 0,0 4-7 0,-1 0 1 15,1 2 1-15,-3 0-8 0,3 3 4 0,-1-1-5 16,3 1 1-16,-2 0-5 0,4 0-8 0,9 0-10 16,-9 2 2-16,9-2-5 0,0 0 1 0,-4 6-3 15,4-6 2-15,0 0-1 0,24 9 0 0,-11-7 3 16,6-1 9-16,2 3-3 0,9-3-3 0,-1-1 3 16,0 1 1-16,-8 2 5 0,1-3-4 0,-4 1 0 15,-4 2 3-15,3 1-2 0,-5-1 2 0,-1 3 1 16,-2 1-3-16,-3 1 4 0,2 0 0 0,-6 2 3 15,2 0-2-15,-1-1 5 0,-3 3-4 0,0 4 13 16,0 1-8-16,0-5-8 0,0 3-23 0,0 0-32 16,-5-1-25-16,3-3-36 0,0 2-37 0,2-3-25 15,0-10-52-15,0 21-192 0,-4-13-466 0,4-8 206 16</inkml:trace>
  <inkml:trace contextRef="#ctx0" brushRef="#br0" timeOffset="5898.21">13549 3721 150 0,'0'0'228'0,"2"-6"-24"0,-2 6-20 0,6-2 1 15,-6 2-6-15,0 0-6 0,0 0-13 0,10 11-9 16,-8-5-14-16,-2 3-8 0,3 1-14 0,-1 0-4 16,2 2-12-16,-4-2-10 0,0 0-7 0,4 1-3 15,-4-2-10-15,0-3-3 0,2 1-4 0,-2-7-3 16,0 10-6-16,0-10 2 0,0 8 10 0,0-8 10 15,0 0 8-15,0 0-3 0,0 0-6 0,0 0-5 16,0 0-4-16,0 0-8 0,0 0 0 0,0 0-10 16,0 0 4-16,0 0-14 0,-20-25 5 0,18 17-12 15,2-3-6-15,5-4-1 0,-3 0-11 0,1-3-6 16,3 0-3-16,1 2-8 0,-1-2 4 0,6 5-4 16,-1 0-5-16,-2 4-7 0,2 1 10 0,-2 0-2 15,2 4-2-15,1 2 5 0,-1 2-2 0,3 2-2 16,1 4 7-16,-2-2-6 0,1 6 2 0,-3 2 2 15,1 0 1-15,-6-2-1 0,5 3-6 0,-4-2 9 16,0 1 2-16,-1 0 0 0,1 2-6 0,-3-3 9 16,-1 0 1-16,1 0-2 0,1-3 3 0,-3-1-2 15,-1 0 0-15,-1-7-1 0,2 7 5 16,-2-7 3-16,0 10 1 0,0-10 3 0,0 0-4 0,0 0 13 16,0 0-14-16,0 0 3 0,0 0-3 0,0 0 2 15,0 0-4-15,0 0-2 0,0 0-3 0,-7-27 1 16,9 18-8-16,1-8-4 0,3 1-2 15,1 0 0-15,1 0-6 0,4-3 7 0,1 4-6 0,1-1 4 16,-3 2-4-16,5 1 4 0,-5 6-4 16,-2-1-1-16,0 2 1 0,0 2 1 0,2 3 2 0,-4 2 1 15,4 3 1-15,-2 1-1 0,-2 1 3 0,2 1 3 16,-2 3-1-16,-1-1 1 0,-1 2-1 0,1 2 0 16,-1-4-4-16,0 4 11 0,-1-4-1 15,1 2 2-15,1-4 0 0,1 3 1 0,0-2 3 0,2-2 1 16,0-2 1-16,1-1 1 0,3-1 2 0,4-3-2 15,-3-2-7-15,1-2 5 0,-3 1-2 16,5-3-2-16,1-1-2 0,-4 0-2 0,-2 1 0 0,-1-4-1 16,3-1-2-16,-6 4-10 0,1-8 7 0,-1 3-6 15,-2-3-3-15,-2 2 1 0,0 2 0 0,-1 1 3 16,-1 2-4-16,0 2 8 0,0 2 0 16,-2 5-3-16,0-9-3 0,0 9 2 0,0 0-4 15,0 0 4-15,0 0 0 0,0 0 1 0,0 0 3 16,-7 24-1-16,5-12 4 0,-2 4 0 0,2-1-1 0,0 3 2 15,2-3 1-15,0 3 1 0,0-1 3 0,0-1-6 16,0 0 2-16,4 1 1 0,-4-1 0 16,2-4 0-16,-2 1 1 0,2 0 2 0,-2-2 1 15,-2 1-1-15,2-2 0 0,-2 2 5 0,-2-1-2 16,0-1-2-16,2 3-2 0,-4-5-10 0,-1 1-7 16,-1-2-11-16,0-1-22 0,1 1-17 0,1-4-20 0,-2 2-24 15,8-5-40-15,-15 5-48 0,7-5-41 16,8 0-132-16,-17 1-404 0,17-1 179 0</inkml:trace>
  <inkml:trace contextRef="#ctx0" brushRef="#br0" timeOffset="6166.41">14741 3446 146 0,'0'0'311'16,"0"0"-22"-16,1-11-18 0,-1 11-21 0,0 0-22 16,0 0-25-16,1-7-9 0,-1 7-8 0,0 0-3 15,14 15-8-15,0-3-14 0,-1 1-5 0,3 0-15 16,-2 3-12-16,4 2-14 0,-1 1-6 0,3-1-14 16,-6-3-8-16,0 0-9 0,0-1-7 0,1 0-7 15,-2 0-10-15,-2-2-24 0,2 1-43 0,-5-5-43 16,-2 1-52-16,1 0-53 0,-3-2-59 0,-4-7-49 15,2 14-215-15,-2-14-523 0,0 0 232 0</inkml:trace>
  <inkml:trace contextRef="#ctx0" brushRef="#br0" timeOffset="6370.48">14939 3470 164 0,'0'0'254'0,"2"-8"-25"0,-2 8-18 0,0 0-3 15,0 0 1-15,0 0 11 0,0 0-6 0,-13 31-7 16,4-15-15-16,-2 0-9 0,-3 7-11 0,-1 1-25 16,-1-3-14-16,-1 3-14 0,-1-7-7 0,1 6-12 15,7-6-20-15,-3 0-40 0,4-2-40 0,-1 0-38 16,0 1-42-16,2-3-50 0,3-4-72 0,1 1-62 16,-4-3-150-16,8-7-448 0,0 0 199 0</inkml:trace>
  <inkml:trace contextRef="#ctx0" brushRef="#br0" timeOffset="6640.23">15245 3305 110 0,'6'-9'326'16,"-2"1"-8"-16,0 4-17 0,0-1-19 0,-4 5-20 15,4-8-22-15,-4 8-19 0,7-4-26 0,-7 4-7 16,0 0 1-16,6 16-6 0,-4-1-17 0,2 2 2 15,2 10-5-15,-1 0-14 0,-1 2-27 0,1-2 11 16,-1 0-19-16,-2 0-6 0,0 1-6 0,0-1-12 16,3 1-11-16,-2-9-6 0,-2 5-2 0,2 1-11 15,-1-6-5-15,-2 0-18 0,1-2-29 0,3 0-36 16,-4-2-31-16,2-4-35 0,-4 1-30 0,2 3-29 16,-1-4-25-16,1-11-33 0,0 0-35 0,-6 19-31 15,4-12-28-15,2-7-168 0,0 0-513 0,-12 6 226 16</inkml:trace>
  <inkml:trace contextRef="#ctx0" brushRef="#br0" timeOffset="6928.53">15267 3360 1628 0,'8'-27'46'0,"4"2"15"0,-1 2 5 16,-3 9-15-16,-2 3-8 0,2 1 5 0,3-2 3 15,-2 5 10-15,0 1 4 0,1 1 2 0,-1 2 9 16,-1 0-12-16,1 3-2 0,1 3-2 0,-3-1-3 15,0 6-4-15,2-1-3 0,-4 4-2 0,-1 1-5 16,0 3-1-16,-2 2-7 0,-2 1 3 0,-2 2-4 16,-3-4 2-16,-1 1-10 0,-2-2-3 0,-1 1 0 15,1-3 2-15,2-2-3 0,-4-1-2 0,6 2 1 16,-1-4-6-16,1-1-3 0,1 0 2 0,-1 0-4 16,2 0 1-16,2-7-1 0,-3 12-1 0,3-12-4 15,-1 12 3-15,1-12-1 0,5 9 1 0,2-4-6 16,2 1-22-16,2 0-24 0,2-2-31 0,6 0-31 15,3-1-38-15,10 0-36 0,-3-1-38 0,2-2-178 16,-4 2-427-16,-7-2 190 0</inkml:trace>
  <inkml:trace contextRef="#ctx0" brushRef="#br0" timeOffset="7263.53">15807 3468 175 0,'0'0'255'0,"5"-5"-3"0,-5 5 6 16,0 0-11-16,6-7 2 0,-6 7-13 0,0 0-21 0,0 0-19 15,0 0-23-15,0 0-6 0,0 0 5 16,0 0-4-16,5 12-3 0,-6-2-13 0,1-10 0 16,-1 23-3-16,0-7-31 0,-1 1 17 0,1 2-6 0,-3-2-9 15,3 2-8-15,0-1-18 0,-2 2 11 16,1-1-11-16,0-2-4 0,-2 2-4 0,3-3-9 16,-1 0-1-16,0 0-12 0,1 1-9 0,-2-4 3 0,3 0-5 15,0-1-9-15,-1-1 3 0,1 2-9 0,1-3-5 16,-1-10-6-16,-2 15 0 0,2-15-1 15,1 13 4-15,-1-13-7 0,5 9 5 0,-5-9-6 16,8 8 6-16,0-7-6 0,4 0 1 0,6-2 0 16,1-1-4-16,10-5-6 0,-3 4 2 0,4-4-3 15,0 3-1-15,0-4-5 0,1 1-12 0,-5-3-21 16,-6 4-25-16,6-3-30 0,-5 2-37 0,-3 1-28 16,0 4-29-16,-4-2-47 0,-2 0-37 0,-1 1-42 15,0-2-50-15,-11 5-251 0,14-5-654 0,-14 5 289 16</inkml:trace>
  <inkml:trace contextRef="#ctx0" brushRef="#br0" timeOffset="8731.34">17306 3421 180 0,'-8'0'202'16,"8"0"-6"-16,0 0-14 0,0 0-6 0,0 0-13 15,0 0-5-15,0 0-5 0,0 0-5 0,0 0-11 16,36 0-14-16,-17-1-6 0,3-2-10 0,6-1-14 16,-5 2-6-16,4-2-19 0,1 2-27 0,-9 0-22 15,3 1-44-15,-2 0-44 0,-3-1-43 0,-2 1-42 16,-3 1-44-16,-6 1-101 0,-6-1-324 0,0 0 144 16</inkml:trace>
  <inkml:trace contextRef="#ctx0" brushRef="#br0" timeOffset="8910.14">17363 3578 182 0,'0'0'208'0,"0"0"-8"0,-5 5-16 0,5-5-10 16,0 0-5-16,0 0-18 0,21 4-12 0,-7-4-16 15,4 0-15-15,2 0-29 0,2-2-42 0,5 2-44 16,2-1-54-16,-2 0-57 0,1 0-144 15,-6-3-283-15,6 3 126 0</inkml:trace>
  <inkml:trace contextRef="#ctx0" brushRef="#br0" timeOffset="10160.28">19076 3197 42 0,'0'0'176'0,"0"0"-10"0,0 0-14 16,5-8-9-16,-5 8-9 0,0 0-7 0,0 0-4 15,1-6-4-15,-1 6-3 0,0 0-14 0,0 0-8 16,0 0-5-16,0 0-8 0,0 0-7 16,0 0-7-16,-15-9-8 0,15 9-3 0,-10 1-6 15,10-1-6-15,-13 1 3 0,4-2 3 0,9 1-6 0,-17 1-3 16,5 1 3-16,4-2-1 0,0 1 0 0,-3-1-4 15,3 2 2-15,8-2-3 0,-16 1 3 16,9-1-1-16,7 0-3 0,-11 1-1 0,11-1-2 0,-8 2-6 16,8-2-2-16,0 0-1 0,0 0-5 15,0 0 0-15,0 0 2 0,0 0-1 0,29-4-2 16,-8 1-4-16,13-5 2 0,6 3 0 0,12-3-4 16,3 2-2-16,-2 1-2 0,-14 2 1 0,12-3-10 0,-16 3-17 15,-1 2-16-15,-4-2-37 0,-3 3-39 0,-7-3-45 16,-2 0-33-16,-4 3-37 0,-2-1-129 15,-6 1-380-15,0-2 169 0</inkml:trace>
  <inkml:trace contextRef="#ctx0" brushRef="#br0" timeOffset="10571.99">19306 3111 222 0,'0'0'214'0,"0"0"-16"15,-5-4-20-15,5 4-21 0,0 0-6 0,0 0 3 16,-3 18 0-16,1-1-2 0,-1 1-14 0,-1 7-7 16,3 4-15-16,-4-2-3 0,4 4-9 0,-3 0-7 15,5-2-6-15,-2-1-6 0,1-1-4 0,2 0-10 16,-2-8-6-16,3 0-6 0,-2 0-5 0,1-1-6 16,0-1 2-16,-1-2-8 0,2-2-3 0,-2-4-3 15,2 1-8-15,-2 1 0 0,-1-2-4 0,0-3-13 16,0-6-14-16,0 10-7 0,0-10-11 0,-6 9-7 15,2-5-5-15,-1 0-6 0,5-4-12 0,-14 2-7 16,2-3-3-16,-1-1 3 0,-1-1 5 0,2 1 4 16,-5-3 4-16,4 1 0 0,-6 1 5 0,4-2 8 15,-2 0 4-15,6 1 0 0,-1 2 11 0,1 1 7 16,3 1 1-16,8 0 1 0,-13-2-1 0,13 2 4 16,0 0 14-16,-11 2 10 0,11-2 6 0,0 0 4 15,0 0 4-15,0 0 1 0,0 0 2 0,28 12-2 16,-9-10 0-16,1 1-6 0,2-3-1 0,7-1-2 15,0-2-9-15,1 4-24 0,0-3-24 0,0-2-22 16,-3 2-44-16,-6-1-34 0,0 2-42 0,2-1-29 16,-5-2-131-16,0 1-360 0,-6-1 159 0</inkml:trace>
  <inkml:trace contextRef="#ctx0" brushRef="#br0" timeOffset="11063.65">19537 3520 84 0,'3'10'178'15,"-3"-3"6"-15,0-7-3 0,0 13-12 0,0-13-5 0,-1 13-8 16,2-5-4-16,-2-1-6 0,2 0-9 0,-1-7-12 16,-3 13-8-16,3-13-12 0,0 10-4 0,0-10-3 15,-1 7 3-15,1-7 15 0,0 0 9 0,0 0 12 16,0 10 1-16,0-10-15 0,0 0-7 0,0 0-14 16,0 0-9-16,0 0-6 0,0 0-17 15,-10-19 3-15,10 19-5 0,0-14-9 0,2 5-3 16,1-2-9-16,2-5-4 0,3 6-6 0,2-6-3 0,0 1 3 15,3 0-7-15,1 2-9 0,0 0 1 0,-2 5-3 16,0 1-6-16,2 3 0 0,-1-2 1 16,1 6-9-16,-1 2 4 0,1 4-6 0,1 0 3 15,1 2 5-15,-2 2-3 0,-4-3-4 0,0 2-1 16,-3 0 1-16,0 2 2 0,0-1-4 0,2 0 2 16,-6-1-1-16,3 0 1 0,-4-1-1 0,-2-2 1 15,0-6 7-15,0 12-2 0,0-12-3 0,-2 8-13 0,2-8 18 16,-4 7-4-16,4-7 1 0,0 0-2 15,-7 4 2-15,7-4-1 0,0 0 3 0,0 0-6 16,0 0 4-16,0 0-1 0,-7-18-1 0,7 18-3 16,7-17-3-16,1 7 2 0,-2 0 4 0,6-4-4 15,2 0-6-15,1 1 4 0,2 0 4 0,-2 4-6 16,1 1 0-16,-5 2-1 0,1 0-3 0,-1 3 9 0,-1 1-12 16,2 2 2-16,-2 2 0 0,-1 2 2 15,1 2 5-15,0 1-2 0,-3 2-2 0,-1 1 2 16,1-1-3-16,-4 2 4 0,-1 1-13 0,-2-1-17 15,1 3-30-15,-1 1-30 0,-3 1-39 0,0-1-48 16,-1 2-66-16,-2-2-69 0,-4 1-182 0,5-6-537 16,-1 0 237-16</inkml:trace>
  <inkml:trace contextRef="#ctx0" brushRef="#br0" timeOffset="11342.38">19155 3923 250 0,'-28'1'251'16,"10"-2"-15"-16,8 1-17 0,6 1-17 0,4-1-15 16,0 0-3-16,0 0-12 0,51-3-11 0,-12 2-11 15,22-2-16-15,30-8-10 0,-27 8-9 0,26 0-11 16,0-4-15-16,-28 2-9 0,2 4-3 15,-4-4-8-15,-1 2-4 0,-4-1-8 0,-17 2-7 0,0 2-4 16,-3-3-11-16,-5 2-21 0,-9-1-22 16,1 2-27-16,-9 0-23 0,0-1-31 0,-1 1-41 0,0-1-45 15,-12 1-45-15,13 1-173 0,-13-1-426 0,0 0 189 16</inkml:trace>
  <inkml:trace contextRef="#ctx0" brushRef="#br0" timeOffset="11733.53">19477 4305 292 0,'-6'1'288'16,"6"-1"-4"-16,0 0-12 0,-16-4-18 0,16 4-22 15,0 0-9-15,0 0-11 0,15-15-14 0,-3 10-4 16,5-2-10-16,2 3-9 0,-1-1-17 0,4 2-16 15,5-1-11-15,-6 2-11 0,-4 5-10 0,1 0-1 16,-3 3-18-16,-2 0-9 0,-3 1-7 0,-1 3-10 16,-4 0-6-16,2 6-5 0,-6 0-4 0,-5 0-9 15,-3 3 1-15,-1-1-13 0,-5 4-11 0,-7 0 15 16,-2 0 2-16,-4-2-2 0,2 2-7 0,-6-3 4 16,4-1-20-16,-2-3 18 0,1 1-9 0,1-4 4 15,10-4-1-15,-1-2 0 0,7 1-2 0,1-1-9 0,-1-3-2 16,10-3 2-16,-11 4-3 0,11-4 3 15,0 0 2-15,0 0-11 0,0 0-3 0,0 0 11 16,0 0-3-16,32 9 4 0,-1-11-2 0,5 0-6 16,17-4-10-16,1-3-18 0,0 2-9 0,2-3-34 15,0 2-29-15,-3-2-37 0,-15 5-42 0,-1-5-48 16,14-1-57-16,-16 4-39 0,-6 0-218 0,0 1-581 16,-2 1 257-16</inkml:trace>
  <inkml:trace contextRef="#ctx0" brushRef="#br0" timeOffset="13170.92">20906 3398 139 0,'0'-13'204'16,"0"6"-14"-16,0 7 1 0,1-13 0 0,1 7 6 16,-2 6-5-16,0-10-8 0,0 10-11 0,2-7-6 15,-2 7-14-15,1-6-19 0,-1 6-11 0,0 0-14 16,0 0-15-16,0 0-10 0,0 0-3 0,0 0 9 15,0 0-11-15,3 27 10 0,-3-11-3 0,1 2 0 16,-1 0-10-16,2 8 4 0,-1-8-15 0,-1 1 2 16,0 0-1-16,0 4-5 0,0-5-8 0,0 0-2 15,0-1-5-15,0-1-18 0,1 2 10 0,2-2-2 16,-2 0 0-16,-1 1-2 0,0-5-3 0,1 0 0 16,2 4-8-16,-2-6-7 0,-1 0-29 0,1 1-25 15,2-1-30-15,-3-10-30 0,0 14-20 0,0-14-25 16,0 11-28-16,0-11-22 0,0 0-21 0,1 9-12 15,-1-9-23-15,0 0-142 0,0 0-423 0,0 0 187 16</inkml:trace>
  <inkml:trace contextRef="#ctx0" brushRef="#br0" timeOffset="13474.94">20892 3319 93 0,'5'-17'199'16,"-1"6"-4"-16,0-1-5 0,2 3-2 0,1 1-17 15,0-1-9-15,5 3-12 0,-2 2-10 0,3 2-15 16,-2 2-5-16,2 1-14 0,-2 3-6 16,1 3-12-16,1 0-8 0,-4 3-5 0,-2 3-5 15,-1 2-5-15,-1 0-1 0,-4 4-7 0,-2-2-1 16,-3 0-2-16,-1 1-4 0,-2 0-2 0,-3-1-3 0,-1-1 2 16,-5 4-1-16,1-6-6 0,1 0-4 0,0 0 0 15,0-4-4-15,0 0 1 0,2-3-1 16,3-1 0-16,-1 0-2 0,5-1-3 0,0-1-1 15,0-1-2-15,5-3-3 0,-7 5-1 0,7-5-6 16,-4 6 3-16,4-6-2 0,0 0-9 0,0 0 5 16,24 6-12-16,-7-5-24 0,11-1-31 0,-1 1-35 15,1 2-41-15,-2-4-43 0,3 1-45 0,-2 1-203 16,-6 0-458-16,-1-2 203 0</inkml:trace>
  <inkml:trace contextRef="#ctx0" brushRef="#br0" timeOffset="13763.65">21306 3547 116 0,'4'-4'255'0,"-4"4"-4"0,0 0-18 0,0 0-16 15,8-1-23-15,-8 1-16 0,0 0-8 0,0 0-2 16,5 17 19-16,-5-6-11 0,0 4-4 0,0 1-14 16,1 3-8-16,-3-1 0 0,-1 0-1 0,2 0-19 15,-1 0 0-15,1 1-15 0,0 0-6 0,-1-2-12 16,2-1 6-16,0-4-1 0,0 4-21 0,0-5-5 15,0 1-5-15,0-12-3 0,2 14-5 0,-2-6-5 16,0-8-6-16,0 0 3 0,4 16-8 0,-2-11 1 16,-2-5-3-16,10 10 1 0,-3-7-8 0,2 0 3 15,9 1-25-15,0-2 19 0,3 0-7 0,11-1 0 16,0-1-16-16,3-3-27 0,-1-1-35 0,2 2-43 16,1-4-42-16,-3-1-46 0,0 2-52 0,0 0-61 15,-3-2-62-15,-12 4-188 0,7-6-589 0,-7 6 261 16</inkml:trace>
  <inkml:trace contextRef="#ctx0" brushRef="#br0" timeOffset="22510.09">11201 6605 177 0,'-9'-10'187'15,"6"6"-2"-15,3 4 4 0,-7-7 13 0,4 4-7 0,3 3-7 16,-6-5-10-16,6 5-9 0,0 0-15 0,-5-6-7 16,5 6-19-16,0 0-11 0,0 0-14 15,0 0-11-15,0 0-8 0,9-10-8 0,0 9-10 16,5-3-8-16,5 1-19 0,0-1-22 0,9-1-30 16,2 2-34-16,-2 1-41 0,0-1-40 0,-2 2-33 0,-5-1-34 15,-4 2-159-15,-6 2-382 0,1-1 169 0</inkml:trace>
  <inkml:trace contextRef="#ctx0" brushRef="#br0" timeOffset="22681.96">11241 6723 80 0,'0'0'175'0,"-8"4"-2"0,8-4-1 15,0 0 4-15,0 0-23 0,0 0-10 0,0 0-10 16,0 0-15-16,0 0-12 0,29 1-11 0,-7-4-27 15,6-1-31-15,3 2-42 0,1-2-44 0,1 2-39 16,4-1-161-16,-6-1-268 0,2 0 120 0</inkml:trace>
  <inkml:trace contextRef="#ctx0" brushRef="#br0" timeOffset="23854.69">13582 5960 42 0,'0'0'223'0,"-2"-12"4"16,2 12-8-16,-2-10-6 0,2 10-12 0,0-6-3 15,0 6-21-15,0 0-20 0,0 0-18 16,0 0-15-16,0 0-12 0,0 0-11 0,0 0-7 16,0 0-10-16,23 27-5 0,-15-13-6 0,6 9-5 0,-3 2-5 15,-2 0-3-15,4 2-1 0,-3-1-7 0,1-2-5 16,-3 0-2-16,0-4-1 0,-2-2-4 0,1 1-5 15,-1-1-3-15,-1 0 0 0,2-1-2 16,0-2-4-16,-3-3-3 0,0 0 2 0,-1-2-3 16,1-2-1-16,-2-1-4 0,3-1-4 0,-4 1-1 0,3-3 4 15,-4-4-1-15,4 7 5 0,-4-7 13 16,4 8 16-16,-4-8 10 0,0 0 1 0,0 0-5 16,11-11-3-16,-3 1-6 0,1-3-9 0,-1-3 0 15,8-6-5-15,0-2 3 0,0-1-6 0,1-1-1 0,-1-4 8 16,0-1-15-16,2 4 3 0,-3-2-9 0,2 1 0 15,-4-1-5-15,3 2-2 0,-3 0-2 0,1 4 2 16,-6 6 0-16,-1 4-4 0,-3 3-16 16,2 1-23-16,-4 3-28 0,0 1-41 0,-2 5-45 15,4-8-35-15,-4 8-25 0,0 0-10 0,0 0-21 0,0 0-13 16,-16 22-168-16,7-10-454 0,-2 4 201 0</inkml:trace>
  <inkml:trace contextRef="#ctx0" brushRef="#br0" timeOffset="24357.07">14014 6379 101 0,'0'0'189'0,"2"12"1"0,-2-12 0 16,2 8-6-16,-2-8-1 0,2 6-1 16,-2-6-8-16,2 4 0 0,-2-4-9 0,0 0 0 0,0 0-1 15,2 7-4-15,-2-7 3 0,0 0 12 0,0 0-2 16,0 0-14-16,0 0-17 0,0 0-20 15,0 0-8-15,0 0-13 0,0 0-4 0,-11-23-11 16,9 14-7-16,0-2 9 0,2-2-30 0,0-2 1 16,0-2-11-16,4 0-5 0,1-1-7 0,-1 1-10 0,6-2 0 15,-1 2-2-15,2-1-10 0,-2 5 6 0,4 0-12 16,0 3 1-16,1 5-6 0,2 0-6 0,0 4 1 16,-3 1-1-16,3 3 5 0,2 4-2 0,-5-1-11 15,-2 0 16-15,4 6-6 0,-2 0-4 0,0 1 9 16,0 0-5-16,-4 1-3 0,-4-2 5 0,4 1-2 15,-3 0-2-15,-3-4-3 0,1 2 9 0,2-2-4 16,-6-1 2-16,0-2 4 0,3-1-4 0,-3-5 9 16,5 10 3-16,-5-10-3 0,0 0-4 0,0 0 3 15,0 0 0-15,0 0 3 0,0 0-2 0,0 0 0 16,0 0 4-16,0 0-20 0,-10-20-13 0,10 8 3 16,3-2 0-16,4-1 1 0,-4 3 0 0,5-5-2 15,1 0 6-15,5-4-9 0,-3 6-7 0,5 0 3 16,-3 2 1-16,0 2 0 0,-3 4 2 0,1 3-1 15,1 1 6-15,-1 5 0 0,-3 2 2 0,1 3 6 16,2 0-4-16,-4 3-5 0,2 4 6 0,-3 2 0 16,2 1 2-16,-4-1-3 0,0 3-15 0,-2-1-27 15,-3 2-33-15,-2 0-46 0,1 4-43 0,-2-4-47 16,-1 4-51-16,-4-5-194 0,0-2-506 0,4 0 225 16</inkml:trace>
  <inkml:trace contextRef="#ctx0" brushRef="#br0" timeOffset="24734.52">13438 6804 240 0,'0'0'236'0,"0"0"-20"0,0 0-5 0,34-2-4 16,5-5-9-16,22 0-12 0,39-4-11 0,8 2-14 15,4-2-14-15,5 1-7 0,0-2-13 0,-3 5-13 16,-1-2-7-16,-5 1-9 0,-7 6-9 0,-5-3-8 16,-4 3-10-16,-29-1-6 0,-2 3-1 0,2-2-5 15,-3 0-5-15,-3 2-3 0,-3-2-4 0,-3 1-5 16,-13 0 1-16,-2 1-4 0,-6-2 6 0,-7 2 2 0,-3-2-2 15,-7 1 0-15,-1 1 7 0,0-1-4 16,-2 1 1-16,-4-2 1 0,-6 2-11 0,11-1 6 16,-11 1-7-16,9-1-5 0,-9 1-8 0,0 0-12 15,0 0-29-15,0 0-35 0,0 0-40 0,0 0-51 0,0 0-53 16,0 0-61-16,-38 5-260 0,22-2-558 16,-12-1 248-16</inkml:trace>
  <inkml:trace contextRef="#ctx0" brushRef="#br0" timeOffset="26423.57">13664 7121 111 0,'0'0'139'0,"-10"2"-9"0,10-2-6 0,0 0-5 15,-11 2-7-15,11-2 2 0,0 0-7 0,-9 2-1 16,9-2 0-16,0 0-2 0,-10 0-1 0,10 0 0 16,0 0-1-16,-8 1 2 0,8-1 4 0,0 0-3 15,0 0-2-15,0 0-1 0,0 0-3 0,0 0-3 16,0 0-3-16,-9-3 1 0,9 3-11 0,0 0-9 15,0 0-7-15,0 0-5 0,0 0-5 0,0 0-12 16,16-13-3-16,-9 11-6 0,-7 2-1 0,13-2-5 0,-4 0-2 16,3 2-5-16,-2 0-5 0,1 3-2 0,-1 1 1 15,1 2-2-15,-2 0-4 0,0 0-3 0,0 4 3 16,-3 0-2-16,-1 3 0 0,-1 4 1 16,-4-2-2-16,0 3 6 0,-2 0-7 0,-2 0-3 0,-5-1 4 15,3-3-1-15,-4 2 1 0,-1-2-2 0,-2 2-1 16,-1-2 1-16,1-3-2 0,-1 2 0 0,-1-5 1 15,2-1-1-15,1 0 1 0,-5-1 1 0,9-3-5 16,-1 1 2-16,3-1 2 0,-2-1 0 0,8-2-1 16,-9 1 0-16,9-1 2 0,0 0 0 0,-11-2-1 15,11 2-4-15,0 0 1 0,0 0-2 0,-4-4-3 16,4 4 5-16,0 0-6 0,0 0 1 0,0 0 2 16,0 0-3-16,20-9 2 0,-6 9 1 0,-4 0-2 15,4 0 4-15,4-1-11 0,0 3-15 0,2-2-23 16,1 1-26-16,1 1-32 0,-2 0-33 0,7 1-21 15,-4-3-47-15,-3 2-25 0,0 0-154 0,0-2-418 16,-1 2 185-16</inkml:trace>
  <inkml:trace contextRef="#ctx0" brushRef="#br0" timeOffset="26681.26">14087 7115 84 0,'0'-7'265'0,"-4"-1"-12"16,4 1-11-16,0 7-22 0,-4-9-19 0,4 9-17 16,-5-6-20-16,5 6-12 0,0 0-10 0,0 0-7 15,-23 21-4-15,13-6-8 0,-1 7-7 0,-1 2-8 16,-1 0-10-16,3-2-6 0,3 4-2 0,3-7-7 16,0 0-10-16,2 0-3 0,0-2-10 0,4 4-3 0,2-2-5 15,-2-2-5-15,5 0-3 0,3-2-9 0,-2 1-10 16,5-3-24-16,3 0-29 0,0-2-35 15,2 2-32-15,2-4-34 0,-2 0-43 0,1-1-28 16,0-2-29-16,0-3-177 0,-7 0-438 0,5-2 194 16</inkml:trace>
  <inkml:trace contextRef="#ctx0" brushRef="#br0" timeOffset="26908.95">14395 7236 56 0,'0'-11'258'0,"0"1"-1"0,0 10-5 15,-2-12-8-15,2 12-13 0,0-10-17 0,0 10-24 0,2-7-21 16,-2 7-16-16,0 0-9 0,0 0-4 0,0 0-8 16,5 22-3-16,-5-8-9 0,1 1 1 0,-1 2-8 15,0-1-9-15,-1 3-12 0,1-2-2 0,-3-1-11 16,3 3-9-16,-2-2-9 0,2 1-5 0,-2-2-3 16,2-1-20-16,0-2-19 0,0 2-30 0,2-2-18 15,-2-1-38-15,0-2-40 0,-2 1-34 0,2-11-39 16,-2 19-38-16,1-9-33 0,-1-2-167 0,2-8-456 15,-6 10 202-15</inkml:trace>
  <inkml:trace contextRef="#ctx0" brushRef="#br0" timeOffset="27208.23">14402 7136 8 0,'5'-7'207'0,"1"1"-13"15,1 2-10-15,0 2-8 0,0 0-5 0,-7 2-8 16,18 3-15-16,-9 2-15 0,2 1-8 0,-1 0-15 16,-3 4-11-16,1-1-7 0,-2 2-7 0,1 2-9 15,-5-4-9-15,0 4-8 0,-2-3-1 0,0 2-11 16,-2 0 2-16,0-1-6 0,-2-2-4 0,1 1-5 16,-1-4 3-16,1 1-8 0,-4-1-1 0,3 0-5 15,-1 0-2-15,5-6-3 0,-6 9 0 0,2-3-4 16,4-6 1-16,0 9-4 0,0-9 2 0,-1 8-3 15,1-8-1-15,3 8-3 0,-3-8 2 0,10 7-11 16,-5-4-11-16,5-2-26 0,-1 1-30 0,2-1-42 16,3-1-27-16,-2 0-35 0,2 0-29 0,-3-1-109 15,0 0-338-15,1-1 149 0</inkml:trace>
  <inkml:trace contextRef="#ctx0" brushRef="#br0" timeOffset="27436.08">14703 7247 133 0,'5'-8'232'0,"-5"8"-4"0,0 0-15 0,4-5-20 16,-4 5-18-16,0 0-27 0,0 0-1 0,0 0 5 0,0 0-5 16,5 21-4-16,-5-9 1 0,0-1-1 15,0 0-8-15,-2 6 4 0,1-2-4 0,0 1-14 16,0-4-12-16,-1 0-2 0,0 0-13 0,2 1-6 16,0-3-10-16,0 1-2 0,0-1-4 0,0 0-5 0,2 0-9 15,2-2 8-15,-1-3-18 0,1 0 10 0,1 1-14 16,-1 0-9-16,7-3-10 0,-2 0-38 0,3 0-24 15,-1-1-38-15,2-1-41 0,3-2-50 16,-3 1-55-16,6-4-38 0,-7 2-219 0,1-3-517 0,-1-1 228 16</inkml:trace>
  <inkml:trace contextRef="#ctx0" brushRef="#br0" timeOffset="27618.59">15006 7320 180 0,'0'0'277'0,"2"-7"-5"0,-2 7-5 15,8-5 0-15,-3 1-18 0,-1-1-14 0,2 1-24 16,1 0-24-16,3 0-18 0,-4 0-16 0,11 1-14 16,2 0-17-16,3 0-18 0,-4 0-28 0,2 0-34 15,-1 2-44-15,-5 1-40 0,-4-2-39 0,4 2-50 16,-6 2-27-16,-1-2-29 0,-7 0-32 0,13 0-136 16,-13 0-386-16,0 0 171 0</inkml:trace>
  <inkml:trace contextRef="#ctx0" brushRef="#br0" timeOffset="27810.14">15188 7222 36 0,'0'0'187'0,"-2"-13"9"0,2 13 9 0,-2-9 8 16,2 9 6-16,-2-10 8 0,2 10-6 0,-1-7-4 15,1 7-13-15,0 0-20 0,0 0-16 0,0 0-21 16,0 0-11-16,0 0-8 0,0 0-9 0,0 0-7 16,0 0-10-16,5 23-4 0,-3-11-8 0,-2-1-4 15,0 6-17-15,0-6-2 0,2 3-4 0,-2 1-3 16,0-2-7-16,0 1-10 0,1-2-47 0,0 0-30 15,0 0-43-15,-1-1-35 0,0-1-50 0,0-10-47 16,2 20-49-16,-4-13-208 0,2-7-504 0,-1 13 222 16</inkml:trace>
  <inkml:trace contextRef="#ctx0" brushRef="#br0" timeOffset="28090.49">15470 7131 310 0,'1'-4'301'0,"-1"4"-8"0,4-9-20 0,-4 9-19 15,0 0-23-15,5-5-26 0,-5 5-21 0,0 0-14 16,0 0-4-16,0 0-14 0,7 23-5 0,-5-12-12 0,1 5-2 16,-3 1-10-16,2-2-9 0,-1 3-5 15,-1 1-22-15,1 0 6 0,-2-3-8 0,2 0-5 16,-1 1-14-16,0-2-4 0,3 2-3 0,-4-4-3 15,1-1-8-15,0-1-6 0,0-1-11 0,0-1-20 16,1 0-30-16,-1 0-30 0,0-9-26 0,0 14-33 16,-3-9-35-16,3-5-37 0,-2 11-33 0,2-11-29 15,-3 7-35-15,3-7-176 0,-6 5-490 0,6-5 217 16</inkml:trace>
  <inkml:trace contextRef="#ctx0" brushRef="#br0" timeOffset="28399.84">15523 7078 189 0,'7'-10'228'0,"-2"2"-11"0,1 4-8 15,-1-2-16-15,2 3-12 0,1 2-14 0,4 0-15 16,-3 5-10-16,0 1-18 0,1 0-9 0,-2 4-10 16,-2 0-12-16,1 1-9 0,-4 2-6 0,0-1-7 15,1 0-9-15,-4 0-6 0,-3 3-5 0,-1-1-5 16,-1-3-5-16,-2 1-2 0,1-2-8 0,-1 1 2 15,-1-3-6-15,3-3-8 0,1 1 7 16,4-5-4-16,-6 8-1 0,6-8 4 0,-4 5 13 16,4-5-1-16,-3 6 3 0,3-6-3 0,0 0 3 0,0 0-1 15,0 0-4-15,0 0-4 0,0 0-6 0,0 0-2 16,0 0-3-16,0 0-5 0,7 12 0 0,-2-7-4 16,1-2-1-16,1 0-21 0,3 1-27 0,-2 3-31 15,1 1-38-15,2-2-47 0,1-2-31 0,0 1-45 16,2 0-182-16,-1-2-446 0,1-2 197 0</inkml:trace>
  <inkml:trace contextRef="#ctx0" brushRef="#br0" timeOffset="28667.47">15962 7141 217 0,'2'-6'265'0,"-1"0"1"15,-1 6 1-15,2-10-2 0,-2 10-12 0,0-8-19 16,0 8-20-16,0 0-24 0,0 0-24 0,0 0-12 15,0 0-11-15,0 0-10 0,0 0-8 0,-11 29-5 16,8-12-9-16,-3 0-8 0,0 1-11 0,-2-1-7 16,2 8 0-16,1-2-6 0,0 1-6 0,2-5-11 15,1 1 5-15,-2-2-12 0,1-1-4 0,1 2-7 16,-1-3-2-16,3-3 2 0,-1-1-17 0,1 4 3 16,-1-5-3-16,2 1 0 0,-4-2-9 0,3-1-25 15,2-3-14-15,-2-6-22 0,0 12-19 0,0-12-31 16,-2 10-27-16,0-5-30 0,2-5-35 0,0 0-35 15,-12 10-46-15,3-8-229 0,2-1-535 0,-4-2 236 16</inkml:trace>
  <inkml:trace contextRef="#ctx0" brushRef="#br0" timeOffset="28813.93">15776 7405 211 0,'12'-3'203'0,"-5"1"-5"0,4-2-10 16,0 1-14-16,1 1-14 0,5-3-18 0,3 1-13 15,0 0-17-15,9-1-32 0,2 2-41 0,-3-2-48 0,2-3-63 16,-1 2-76-16,-8 2-87 0,-2-2-254 0,-1-2 112 16</inkml:trace>
  <inkml:trace contextRef="#ctx0" brushRef="#br0" timeOffset="29041.83">16275 7022 185 0,'5'-4'244'16,"-5"4"-8"-16,10-5-10 0,-10 5-11 0,14 5-6 0,-4 2-6 16,2 8-10-16,2 8-9 0,-3-2-10 0,2 3-7 15,-2 0-19-15,-4 3-7 0,1 0-14 16,-4-1-8-16,-1-1-7 0,-3-1-11 0,-3-4-10 0,0-2-7 16,-1 2-7-16,-2-1-9 0,-5-3-2 0,0 0-11 15,1 1-17-15,-6-2-17 0,1-2-31 0,-7 4-33 16,6-7-44-16,-10 2-46 0,6-5-51 0,2-1-47 15,-1-3-235-15,-3 0-506 0,3-3 224 0</inkml:trace>
  <inkml:trace contextRef="#ctx0" brushRef="#br0" timeOffset="29514.38">15326 6702 80 0,'17'-5'164'0,"5"-1"-6"0,8 0-9 16,5-1-9-16,-1 1-16 0,3-1-5 0,15-1-3 15,-14 5-6-15,-1-1-12 0,4 1-2 0,-5-1-3 16,1 2-7-16,-3-2-6 0,-2 4 0 0,-1-2 2 0,-2 2-5 15,-1-1 1-15,-7 1-3 0,-3-5 0 16,0 5-3-16,-6 0 3 0,1 0 8 0,-1 0-6 16,-2 0-1-16,-1 0 1 0,-9 0 1 0,9-2-5 15,-9 2-1-15,9 1-3 0,-9-1-10 0,10 0-5 16,-10 0-4-16,0 0-6 0,6-3 2 0,-6 3-20 16,0 0-17-16,0 0-24 0,0 0-30 0,0 0-45 15,8 0-52-15,-8 0-63 0,0 0-233 0,0 0-473 16,4-6 209-16</inkml:trace>
  <inkml:trace contextRef="#ctx0" brushRef="#br0" timeOffset="29860.23">16730 6270 143 0,'1'-7'268'0,"-1"7"-13"0,0-13-7 0,0 13-6 0,0-10-8 16,0 10-14-16,1-6-15 0,-1 6-15 0,0 0-13 16,0 0-33-16,0-10-12 0,0 10-3 0,0 0-25 15,0 0-9-15,0 0-7 0,17 17-7 0,-10-7-4 16,0 0 7-16,0 2-19 0,4 1-2 0,-1 3 1 15,1 1-5-15,1-1-7 0,0-1-1 0,-1 1-2 16,0 0 4-16,0-1-10 0,1-2-6 0,0-2 5 16,-4 0-17-16,3-2-29 0,-5 0-24 0,5-2-36 15,-2 3-30-15,-2-3-26 0,0 1-39 0,-2-2-30 16,1-2-41-16,-1-1-28 0,-5-3-172 0,5 4-464 16,-5-4 206-16</inkml:trace>
  <inkml:trace contextRef="#ctx0" brushRef="#br0" timeOffset="30059.08">16962 6265 90 0,'0'0'251'15,"-5"-8"-10"-15,5 8-18 0,-4-7-14 0,4 7-16 0,0 0-2 16,0 0-7-16,0 0-7 0,-15 10-4 16,10-1-7-16,-8 3-14 0,1 3-12 0,1 0-6 15,-7 6-15-15,-1 2-14 0,2-1-11 0,1-2-6 16,-1 1-8-16,4-4-16 0,3-1-47 0,-3 0-34 0,3 0-33 15,0 1-46-15,2-3-59 0,2-1-41 16,1-2-39-16,0-1-156 0,2-1-423 0,0-2 188 16</inkml:trace>
  <inkml:trace contextRef="#ctx0" brushRef="#br0" timeOffset="30426.29">17604 6092 41 0,'2'-10'265'0,"1"0"-12"15,-1 1-2-15,0-1-10 0,-1 2-5 0,0 2-11 16,1-1-5-16,-2 7-18 0,2-11-21 0,-2 11-16 15,0-7-15-15,0 7-20 0,0 0-14 0,0 0-16 16,0 0-7-16,0 0-13 0,0 0-5 0,4 36 0 16,-4-19-7-16,0 9-3 0,0 0-6 0,0 2 7 15,1 0-2-15,-1-2-8 0,0-3-6 0,0 3-1 16,-1-2-6-16,1-6 1 0,0 1-5 0,-3-2-5 16,2-1-1-16,1 0-3 0,0-1-6 0,-2-3-1 15,2 0-3-15,0 1-20 0,-2-4-27 0,1 1-25 16,2-3-26-16,-1-7-28 0,-2 13-37 0,2-13-28 15,-2 10-29-15,2-10-21 0,-1 7-34 0,1-7-181 16,0 0-472-16,0 0 209 0</inkml:trace>
  <inkml:trace contextRef="#ctx0" brushRef="#br0" timeOffset="30733.34">17623 6034 1790 0,'-1'-28'-31'0,"-1"4"86"0,1 6 9 15,1 1-5-15,3 1-16 0,-2 3 7 0,0 2 17 16,2 0-3-16,2 2 18 0,1-1-4 0,2 2 2 0,0 0-8 16,3 3-5-16,-5 1-6 0,5 2-4 15,-4 2-5-15,5 2-6 0,1 2-4 0,-1 1-8 16,-3 3-2-16,0 1-2 0,0 1 1 0,0 4-6 16,-1-1 1-16,-2 3-5 0,-3-4 0 0,-2 5-4 0,-1-5-1 15,-1 5 0-15,0-4 0 0,-3-1 0 0,2-1 0 16,0 2-3-16,-1-1 0 0,-1-2-1 15,2 0 1-15,1 0 1 0,-1-4-2 0,2-6-2 16,-1 13 3-16,0-7-1 0,1-6 2 0,5 11-4 0,-1-6 0 16,1 2-6-16,5-3-24 0,1 1-27 0,2-4-30 15,8 2-36-15,-3 1-36 0,10 0-30 0,-6-4-24 16,0 0-33-16,-1 2-138 0,-2-3-405 16,0-2 180-16</inkml:trace>
  <inkml:trace contextRef="#ctx0" brushRef="#br0" timeOffset="31002.01">18157 6075 156 0,'6'-5'208'0,"0"-1"11"0,-3 2 8 16,3-1 10-16,-3 0-3 0,1 0 2 0,-4 5-12 16,7-7-18-16,-7 7-22 0,3-4-17 15,-3 4-24-15,0 0-14 0,0 0-14 0,0 0-4 0,7 15-4 16,-7-4-2-16,-1 7-2 0,-2 1 4 0,2 5 2 16,-4 5 3-16,2-3-12 0,-1 2-4 15,0-1-3-15,1-3 1 0,1 3-5 0,-2-3 2 16,2-6 0-16,1-1-5 0,-2-1-9 0,2 0 2 0,-1 0-12 15,2-6-2-15,0 0-2 0,-1-4-5 0,1-6 0 16,1 13-5-16,-1-6-2 0,0-7-1 0,4 10-2 16,1-6-3-16,2-1-6 0,3 1 3 0,3-1-5 15,6-3-8-15,2-2-32 0,7-1-20 0,4-1-41 16,-2-2-57-16,4-3-50 0,-3 1-43 0,1-1-45 16,3-1-52-16,-2 1-24 0,-1 1-256 0,-1-1-638 15,-1 1 282-15</inkml:trace>
  <inkml:trace contextRef="#ctx0" brushRef="#br0" timeOffset="31139.29">18847 6364 22 0,'0'0'262'0,"0"0"-15"0,3 6-5 15,-3-6 1-15,0 0 5 0,0 0-11 0,0 0-12 16,0 0-25-16,0 0-12 0,0 0-30 0,0 0-31 16,0 0-37-16,0 0-50 0,0 0-66 0,0 0-81 15,0 0-76-15,0 0-187 0,0 0-399 0,0 0 177 16</inkml:trace>
  <inkml:trace contextRef="#ctx0" brushRef="#br0" timeOffset="31769.72">11259 8887 81 0,'-12'3'249'0,"2"0"1"0,1-2-1 0,-2 1-9 16,2-1-4-16,2 1-16 0,7-2-5 0,-11 0-27 16,11 0-11-16,-8 1-21 0,8-1-15 0,0 0-9 15,0 0-12-15,0 0-10 0,0 0-9 0,0 0-4 16,35-3-12-16,-12 0-12 0,6 1-3 0,3 0-8 16,1-1-23-16,-1 0-35 0,1 1-38 0,-2-2-49 15,-4 3-62-15,-6-2-67 0,-4 3-70 0,-4 1-142 16,-3 1-458-16,-3-1 203 0</inkml:trace>
  <inkml:trace contextRef="#ctx0" brushRef="#br0" timeOffset="31957.44">11179 9106 186 0,'-5'4'257'0,"5"-4"-8"0,0 0-6 0,-6 5-2 16,6-5-7-16,0 0-20 0,0 0-20 0,21 7-22 15,-4-6-13-15,13 2-14 0,0-6-16 0,4 0-21 16,0 2-33-16,4-1-42 0,-3-1-40 0,1 3-52 16,-1-1-56-16,0-2-49 0,-2-1-54 0,-1 3-128 15,0-1-376-15,-1-5 167 0</inkml:trace>
  <inkml:trace contextRef="#ctx0" brushRef="#br0" timeOffset="34249.41">23125 7933 160 0,'0'0'197'0,"-4"-12"-4"0,2 8 0 0,2 4-11 0,-2-11-4 15,2 11-9-15,-3-9-10 0,3 9-11 16,-5-10-9-16,5 10-10 0,-2-5-4 0,2 5-8 0,0 0-7 16,-3-8-13-16,3 8 2 0,0 0-17 0,0 0-12 15,0 0-10-15,-1-7-8 0,1 7-1 0,0 0-7 16,0 0-9-16,0 0 3 0,0 0-2 0,4 38-4 16,-3-24-2-16,2 6-2 0,0-1-1 0,0 7 0 15,-2 0 1-15,3-1 1 0,-1 0-2 0,-2 0 2 16,3 0-1-16,-3-6-1 0,0 0-2 0,2 0-1 15,-3-3-6-15,1 4 3 0,1-4-8 0,-2 0 3 16,0-1-1-16,0-2 0 0,1-3-2 0,-1-2-2 16,1 1 1-16,-1-3-7 0,0-6 3 0,0 11-1 15,0-11-5-15,1 9-15 0,-1-9-18 0,2 9-17 16,-2-9-17-16,0 0-16 0,2 6-22 0,-2-6-28 16,0 0-37-16,0 0-43 0,0 0-211 0,0 0-457 15,0 0 203-15</inkml:trace>
  <inkml:trace contextRef="#ctx0" brushRef="#br0" timeOffset="34583.6">23153 7851 30 0,'11'-14'198'0,"1"8"-20"0,3-2-6 16,-3 4 0-16,0 3-10 0,-1-3-13 15,-1 4-13-15,-1 0-13 0,-3 4-19 0,3 1-2 16,-4 3-10-16,2-1-7 0,-4 5-8 0,0-2-5 0,-3 6-7 16,-1-5-7-16,-1 5 0 0,-1 0-9 0,-6 2-4 15,2-4-2-15,0 2-3 0,-6-4-1 0,5-2-5 16,-1 3 0-16,2-5-5 0,-1 1 3 0,0-3-3 16,2 1 1-16,1-4 5 0,1 3-8 0,4-6-4 15,-8 6 2-15,8-6-1 0,-5 5-3 0,5-5-2 16,0 0 5-16,2 9 7 0,-2-9 0 15,7 7 0-15,-1-4-3 0,2 0 0 0,2 0 1 0,3 1-9 16,1 0-13-16,4-2-29 0,0 1-36 0,2 2-39 16,1-3-39-16,-1 1-35 0,7 1-37 0,-9-1-150 15,1 1-389-15,0-2 172 0</inkml:trace>
  <inkml:trace contextRef="#ctx0" brushRef="#br0" timeOffset="34857.53">23594 8061 257 0,'2'-4'265'16,"-2"4"-25"-16,0 0-20 0,4-5-19 0,-4 5-17 15,0 0-5-15,0 0 2 0,0 0-5 0,4 16-16 16,-4-7-2-16,-1 1-11 0,-1 3 0 0,0 2-13 16,1-2-14-16,1 2-6 0,-3-3-16 15,0 1-1-15,1 0-9 0,1-3-8 0,-1 2-1 0,1-1-10 16,1 0-3-16,0-1-2 0,0-3 7 0,0 2-11 15,1-2-3-15,2 0-3 0,-1 1-7 0,5-3 1 16,2 3-8-16,0-4 1 0,2 1-5 0,3-1-16 16,3 0-15-16,5-1-27 0,-1-3-32 0,9 1-45 15,-11-2-47-15,4 1-51 0,8-2-56 0,-2-1-54 16,-2-1-181-16,1-2-528 0,-1 1 234 0</inkml:trace>
  <inkml:trace contextRef="#ctx0" brushRef="#br0" timeOffset="35266.39">24389 7957 2570 0,'-6'-6'44'0,"1"0"1"0,-2 2-20 15,2-2-9-15,0 2 3 0,5 4 7 0,-8-7 11 16,8 7 8-16,-7-5 1 0,7 5 3 0,0 0 0 0,-7-5-5 15,7 5-5-15,0 0-6 0,0 0 0 0,0 0 3 16,0 0-4-16,0 0 4 0,0 0-5 0,25 13 2 16,-14-8-2-16,2-1 0 0,0 1-1 15,-1-3-3-15,1 2 3 0,3 1-4 0,-3 0-4 0,1-1 2 16,-2 2-2-16,1-5-3 0,0 4 0 0,-2-1-1 16,-1-1 5-16,1 1-6 0,-4-1-4 0,1 0-1 15,-2-1-3-15,1 1-2 0,-1 2 2 0,0-3-3 16,-6-2 4-16,8 6-1 0,-6-1 6 0,-2-5 6 15,6 9-6-15,-6-4 9 0,0-5 7 0,0 12 3 16,0-12 1-16,-6 18 8 0,1-8 1 0,-2 2 1 16,0-2-4-16,-7 4-3 0,6-3 1 0,-1-1-4 15,-3 1-4-15,0 1-2 0,2-4 12 0,-3 5-14 16,5-5-9-16,-1 1-5 0,0-3-28 0,2 3-31 16,-1-2-33-16,3-1-39 0,1-2-43 0,2 1-40 15,2-5-46-15,-4 6-31 0,4-6-252 0,0 0-573 16,0 0 253-16</inkml:trace>
  <inkml:trace contextRef="#ctx0" brushRef="#br0" timeOffset="35600.04">24691 7858 44 0,'-3'-4'281'16,"-2"0"-13"-16,5 4-9 0,-4-7-16 0,4 7-19 15,0 0-17-15,-4-6-19 0,4 6-18 0,0 0-22 0,0 0-11 16,0 0-14-16,0 0-5 0,20-1-16 16,-9 5-8-16,10 1-13 0,-4 1-3 0,4-3-12 15,0 1-8-15,-2 2-1 0,2 1-8 0,-3-2-9 16,-3 1-1-16,-4-1-5 0,1 1-3 0,-6 0-7 16,1-2 0-16,-1 1-3 0,0 4 6 0,-2-1-2 15,-1 0 7-15,-2 4 11 0,-1-1 7 0,-1 3 0 16,0-3 6-16,-3 1-5 0,-1 5 3 0,0-2 10 0,-1 2 9 15,0-7-22-15,1 1-3 0,-2 0-4 0,0 2-4 16,2-3 0-16,-1 3-10 0,0-3 2 0,2 1-1 16,-1-1-14-16,-1-2-42 0,2 1-35 15,0 1-44-15,2-4-51 0,-2 1-52 0,1-1-53 0,3-6-283 16,0 10-587-16,0-10 259 0</inkml:trace>
  <inkml:trace contextRef="#ctx0" brushRef="#br0" timeOffset="35884.35">25271 7893 48 0,'2'-6'350'0,"0"1"-9"0,1-1-20 0,-3 6-13 16,4-9-10-16,-4 9-25 0,4-6-11 0,-4 6-44 15,0 0-20-15,4-4-17 0,-4 4-22 0,0 0-11 16,0 0-7-16,3 26 4 0,-3-12-6 0,-3 3-4 15,3 2-13-15,0-1-14 0,0 2-5 0,-2-1-7 16,4 0-12-16,-4-1-11 0,2 1-4 0,-2 0-7 16,2-2-1-16,0 1-6 0,0-2-2 0,-2 1-8 15,2-4-5-15,2-1-20 0,-2-2-25 0,0 3-31 16,1-3-29-16,0-1-28 0,-1 0-27 0,2 0-34 16,-2-1-37-16,0-8-44 0,-2 9-35 0,2-9-48 15,0 0-211-15,-1 11-571 0,1-11 253 0</inkml:trace>
  <inkml:trace contextRef="#ctx0" brushRef="#br0" timeOffset="36211.55">25295 7796 61 0,'12'-13'241'0,"1"1"-19"0,-1 1 0 15,-1 4-6-15,6 0-16 0,-5 3-3 0,1 3-14 16,5 0-17-16,-5 3-7 0,1 2-17 0,-2 1-17 0,-2 3-9 15,0 2-10-15,-3 0-10 0,1 4-3 16,-5-1-8-16,0-1-5 0,-3 2-8 0,-2-1-6 0,0-2-3 16,-8 4-4-16,3-4-3 0,-3 0-8 15,-3 2-4-15,0 0 0 0,-1-5-9 0,5 1 1 0,-5-4-6 16,7 1-4-16,1-3-2 0,-4 2 2 0,4-4-4 16,6-1 2-16,-9 7-5 0,9-7 0 0,-6 4-2 15,6-4-3-15,0 0-6 0,-6 3-1 0,6-3 2 16,-3 4-2-16,3-4-5 0,0 0 8 0,6 12-5 15,-6-12-1-15,9 7 0 0,0 0 4 0,1-1-4 16,0-1 2-16,1 2-19 0,6-1-18 0,-1 3-28 16,-1-3-38-16,3 1-42 0,0-1-51 0,2 0-42 15,1 0-230-15,-2-2-499 0,0-1 221 0</inkml:trace>
  <inkml:trace contextRef="#ctx0" brushRef="#br0" timeOffset="36513.92">25963 7964 148 0,'1'-9'305'0,"-1"0"-5"0,-1 0-10 0,1 9 1 15,-3-12-10-15,1 6-16 0,2 6-17 0,-9-8-6 16,9 8-36-16,-9-5-23 0,2 5-11 0,7 0-20 16,-15 6-9-16,3-1-11 0,3 3-11 0,-5 4 6 15,3 2-22-15,0 3-4 0,0-1-8 0,2 0-7 0,3 3-5 16,1 0-4-16,-4 4-9 0,4 2 11 15,3-5-22-15,0-1 2 0,0 5-12 0,1 1 3 16,-1-6-8-16,2 7-1 0,0-3-7 0,0-2-2 16,2-2 8-16,-2-1-11 0,0-1-3 0,0-5-4 0,0 4-2 15,-2 0-8-15,1 1 10 0,0-5-8 0,-1-2-20 16,0 0-26-16,0 1-26 0,0 0-27 0,1-5-33 16,1-6-31-16,-5 8-39 0,3-2-39 15,0 0-45-15,2-6-40 0,-9 2-254 0,9-2-614 0,0 0 272 16</inkml:trace>
  <inkml:trace contextRef="#ctx0" brushRef="#br0" timeOffset="36670.21">25833 8242 9 0,'0'0'281'0,"1"-7"-23"16,-1 7-19-16,0 0-12 0,5-6-19 0,-5 6-12 15,7-1-16-15,-7 1-19 0,18-3-17 0,-3 2-20 16,3 1-39-16,3 2-49 0,-1-4-58 0,2 0-75 15,-1 0-89-15,-2 1-122 0,0 0-333 0,-2-2 148 16</inkml:trace>
  <inkml:trace contextRef="#ctx0" brushRef="#br0" timeOffset="54035.67">13333 8658 106 0,'0'0'122'0,"0"0"-2"16,0 0-12-16,0 0 2 0,0 0-6 0,0 0-3 16,0 0-2-16,0 0 1 0,0 0-8 0,0 0-8 15,0 0-2-15,0 0-7 0,0 0-2 0,0 0 1 16,-4-12-7-16,4 12 0 0,0 0-1 0,0 0-8 16,0 0 1-16,-2-11-3 0,2 11 4 0,0 0 3 15,0 0-4-15,0-8-1 0,0 8 2 0,0 0-1 16,0 0-2-16,-3-7-4 0,3 7-3 0,0 0-3 0,0 0-9 15,0 0-2-15,0 0-4 0,0 0-6 16,0 0-2-16,0 0-4 0,0 0 2 0,0 0-6 16,0 0 0-16,0 0-1 0,0 0 9 0,0 0 8 15,16 22-2-15,-14-13-1 0,4 1-2 0,0 3-2 0,5 0-4 16,-7 4 0-16,2-2 1 0,2 4-2 16,-2-2 2-16,-1 2 1 0,3-2-2 0,-1 1 2 15,1-1-2-15,-2 2 1 0,1-4-7 0,-1 0 1 16,2 2-1-16,-4-1-3 0,5-1 0 0,1-1 4 0,-5-5-5 15,2 3-3-15,-2-3 1 0,1 1-1 0,-1-2 3 16,1 0-4-16,-1-2 0 0,2 0-1 16,-3-1 5-16,-1 0-7 0,-3-5 1 0,6 7-1 0,-6-7 6 15,4 4 2-15,-4-4 11 0,0 0 2 0,8 3 0 16,-8-3 0-16,0 0-3 0,0 0 0 0,11-14 0 16,-7 6 3-16,3-2-1 0,-3 0-7 0,4-4 0 15,0-3-2-15,-1 0-1 0,5-8-2 0,-2 2-1 16,1 0-1-16,-1 1 1 0,-1-4-3 0,2 1-1 15,3 1-5-15,-3 0 4 0,1 1-1 0,-2-1 1 16,-1 6-1-16,0 0-2 0,0 1-1 0,0-1 2 16,-2 2-4-16,-1 3 5 0,1 3-6 0,-2-1 0 15,-3 2 1-15,2 3-1 0,-1 0 0 0,-3 6 0 16,4-9 1-16,-4 9-5 0,2-10-15 0,-2 10-7 16,2-3-14-16,-2 3-8 0,0 0-9 0,0 0-21 15,0 0-24-15,0 0-20 0,8 17-14 0,-8-17-23 16,2 15-7-16,0-4-23 0,0 1-17 0,-2 3-163 15,0 1-400-15,0-3 176 0</inkml:trace>
  <inkml:trace contextRef="#ctx0" brushRef="#br0" timeOffset="55374.62">13877 8973 57 0,'0'0'133'0,"0"0"-11"0,0 0-14 0,4-6-2 0,-4 6-6 15,0 0-16-15,0 0-2 0,0 0-7 0,3-6-6 16,-3 6-10-16,0 0-4 0,0 0-7 0,0 0 1 16,0 0-5-16,0 0-5 0,0 0-2 0,0 0-6 15,0 0 5-15,0 0-5 0,0 0 4 0,0 0 1 16,0 0-6-16,0 0 1 0,0 0-7 0,0 0 4 16,0 0-2-16,0 0-1 0,0 0 2 0,0 0-3 15,0 0 5-15,0 0-3 0,0 0 2 0,0 0-3 16,0 0-9-16,0 0 9 0,0 0-1 0,0 0-7 15,0 0 6-15,0 0-8 0,0 0-8 0,0 0 12 16,0 0-1-16,0 0 1 0,0 0-5 0,0 0 5 16,0 0-7-16,0 0 3 0,0 0 0 0,0 0 1 15,0 0 3-15,0 0-2 0,0 0 0 0,0 0 4 16,0 0 0-16,0 0 3 0,0 0 3 0,0 0 0 16,0 0 0-16,0 0-1 0,0 0 3 0,0 0-3 15,0 0-1-15,0 0 2 0,0 0-6 0,0 0 1 16,0 0 4-16,0 0-3 0,0 0-1 0,4-5 1 15,-4 5-2-15,0 0 0 0,0 0-3 0,0 0 0 0,0 0-1 16,0 0-2-16,0 0-1 0,0 0-5 0,0 0 1 16,0 0-2-16,0 0-4 0,0 0 1 15,0 0-2-15,0 0 2 0,0 0-2 0,4 15-3 16,-4-15 2-16,3 9-4 0,-3-2 3 0,0-7-2 0,4 10 3 16,-2-3-1-16,0 0-1 0,-2 0 2 0,5 1-1 15,-4 1 1-15,1-1 1 0,0 0-5 0,-2-2 4 16,4 1 0-16,-4-7 0 0,0 12-5 15,0-12 7-15,0 11-4 0,0-11-4 0,2 8 4 0,-2-8 2 16,0 10 2-16,0-10 1 0,0 0-1 0,-2 8 6 16,2-8 4-16,0 0 7 0,0 0 0 0,0 0 14 15,2 7-2-15,-2-7 12 0,0 0-8 0,0 0-4 16,0 0 6-16,0 0-8 0,0 0-7 0,0 0 0 16,0 0 7-16,0 0-8 0,-6-23-4 0,6 23-1 15,0-13-4-15,0 3 1 0,0-1 1 0,2-1-4 16,0 0-1-16,0-4 1 0,2-1-1 0,1 1-4 15,-1 0-2-15,4 0-1 0,-2-1 0 0,-1 2 1 16,4 0-6-16,-3 5 3 0,2-1-1 0,-2 0-1 16,1 3 0-16,1 0 3 0,-1 0-9 0,0 3 4 15,-2 2 1-15,3 1-1 0,2 2-1 0,-10 0-2 16,19 3 1-16,-6 3 2 0,-1 3-1 0,1 1 1 16,0 2-2-16,0 0 3 0,-4 1-4 0,0 2 5 15,-3-4-2-15,1 3-3 0,4-1 7 16,-8-2 0-16,3 0-4 0,-4-2 0 0,1 3 1 0,1-4 0 15,0 0-3-15,-2-2 3 0,1 1 5 0,-2-1 4 16,-1-6 2-16,4 8 19 0,-4-8-6 0,0 0-2 16,0 0-2-16,0 0 11 0,0 0-13 0,0 0 3 15,0 0-3-15,0 0-1 0,0 0 2 0,-14-17-4 0,14 7 0 16,0 1-1-16,0-1-1 0,2-3-4 0,2-3-2 16,0-2-3-16,5 1-1 0,-1 0 1 15,1-1 0-15,1 1 0 0,1 3-3 0,2 1-5 16,-6 3 1-16,2 2 3 0,1 2 2 0,-4 1-5 0,0 3 0 15,1 1-4-15,-7 1 1 0,13 1 3 0,-6 5 6 16,0-2-8-16,2 5 5 0,-3 1-2 16,2 0-1-16,2 4 2 0,-3-4-1 0,0 4-3 15,0 2 6-15,-1-5-9 0,-3 5-17 0,1-4-27 0,0 4-25 16,-1-5-30-16,1 6-40 0,-6-1-33 0,6-1-33 16,-6-1-31-16,0 1-158 0,-1-6-438 0,-1 5 194 15</inkml:trace>
  <inkml:trace contextRef="#ctx0" brushRef="#br0" timeOffset="55695.98">13488 9429 22 0,'-13'2'166'0,"1"0"2"16,8 1-4-16,4-3 5 0,0 0-2 0,0 0-9 16,27 7-10-16,4-7-7 0,7-1-11 0,16-4-11 15,5 1-5-15,4-3-8 0,0 3-6 0,-3-5-10 16,3 5-8-16,-4-4-6 0,-5 3-8 0,-18 2-3 16,1 0-4-16,-3 0-10 0,-1 2-1 0,-3-2-4 15,-3-2-4-15,-5 4-4 0,-4-2-2 0,1 1-6 16,-2-1 1-16,3 2-6 0,-6-2-2 0,-1-1-8 15,0 3-12-15,-1 0-22 0,-3 0-25 0,-2 0-30 16,-7 1-38-16,14 2-15 0,-14-2-17 0,8 2-31 16,-8-2-161-16,0 0-362 0,0 0 161 0</inkml:trace>
  <inkml:trace contextRef="#ctx0" brushRef="#br0" timeOffset="56130.44">13632 9807 112 0,'0'0'246'16,"-10"-3"-19"-16,10 3-5 0,0 0 1 0,0 0-15 16,0 0-3-16,0 0-12 0,19-12-15 0,-6 11-14 0,1 1-18 15,3 1-17-15,-3 1-6 0,2 5-16 0,4 1-6 16,-7 1-16-16,3 4-5 0,-5-2-4 0,-1 5-7 15,-2-3-5-15,-7 2-4 0,-1 4-8 0,-1-2-3 16,-5 2-6-16,-2 0-2 0,-5 4-5 0,-5-1-3 16,-1-1-4-16,-4-1 1 0,-2-5-7 0,-2 2 0 15,0-1-1-15,1-3 0 0,5-5-6 0,1-1 9 16,0-1-13-16,2 1-1 0,7-5-2 0,-1 0 2 16,3-2-2-16,1 0-1 0,8 0 0 0,-14-4 0 15,9 0 0-15,5 4 1 0,-2-11-3 0,2 11-2 16,6-12 2-16,-1 7-7 0,0 1 1 0,4-3-3 15,0 2 4-15,2 2 5 0,-4 2-9 0,4 0 13 16,1 0 1-16,1 2 3 0,-2 0-5 0,3 1-1 16,3 2 4-16,1-1-5 0,-2 4 0 0,2-3 1 15,0 2 2-15,-2 0-6 0,4 1-2 0,-5-1-12 16,2-1-29-16,0 1-27 0,-1 1-37 0,-3 1-33 16,1-1-41-16,-5-3-48 0,2 2-20 0,1 0-201 15,-4-1-482-15,1 1 213 0</inkml:trace>
  <inkml:trace contextRef="#ctx0" brushRef="#br0" timeOffset="56564.47">14099 9916 247 0,'3'-6'273'16,"-2"-3"-4"-16,-1 9-2 0,2-11-6 0,-1 4-6 15,-1 7-14-15,2-8-17 0,-2 8-14 0,0 0-22 16,2-8-17-16,-2 8-22 0,0 0-13 0,0 0-12 16,2-8-14-16,-2 8-11 0,0 0-11 0,0 0-10 15,0 0 9-15,0 0-20 0,0 0-7 0,5 21-9 16,-5-21 1-16,-1 16-5 0,1-11-3 0,0 5-5 16,0 1 0-16,1 0 5 0,-1-2-2 0,2 2-6 0,-2-2 0 15,0 1-5-15,0 0 11 0,-2-2-17 0,2-8-7 16,0 13-3-16,0-7 10 0,0-6-9 15,-1 9 0-15,2-1-3 0,-1-8-1 0,0 13 1 16,0-13 1-16,0 11-9 0,0-3 4 0,2 1 4 0,-2-1-1 16,0 1-3-16,0-9-5 0,3 15 2 0,-1-7-2 15,-2-1 9-15,0-1-10 0,0-6 1 0,2 12 0 16,-2-12 16-16,0 13-15 0,3-8-12 16,-3-5 10-16,2 11 0 0,-2-11 5 0,2 7-6 0,-2-7-7 15,0 7-4-15,0-7-14 0,0 0-7 0,0 10-16 16,0-10-20-16,0 0-17 0,2 6-24 0,-2-6-17 15,0 0-18-15,0 0-23 0,0 0-26 16,0 0-28-16,0 0-23 0,0 0-44 0,0 0-157 0,0 0-480 16,0 0 213-16</inkml:trace>
  <inkml:trace contextRef="#ctx0" brushRef="#br0" timeOffset="57087.99">14148 9846 21 0,'0'-6'148'0,"0"6"-19"0,-5-12 16 15,4 7-2-15,-4-1-3 0,5 6-8 0,-4-13 1 16,4 13-6-16,-3-10-4 0,3 10-7 0,-4-8-5 15,4 8-2-15,0-7-4 0,0 7 0 0,0 0-5 16,0 0 0-16,0-14-4 0,0 14-6 0,4-7-2 16,-4 7-1-16,7-8 6 0,-2 4-13 0,1-1-4 0,3-1-3 15,-2 0-4-15,0 1 2 0,2-1-9 16,2-2-5-16,-2 5-5 0,0-3-2 0,1 2-7 16,0 1-3-16,-1 2-7 0,-1-1-4 0,-8 2-2 15,15 3-2-15,-5 0-2 0,0 1-3 0,-1 4-2 16,0 0-1-16,-2 1-1 0,-2 1-2 0,-3 0 3 15,2 2-1-15,-4 1-3 0,-4-1-1 0,1 4 1 16,-6-1-2-16,2 2-2 0,-6-2 4 0,3-2-3 16,-2 2 0-16,1-4-1 0,-2 1 0 0,1 0-3 0,3-3 1 15,1-3 0-15,-2 1-2 0,3-2 0 0,2-1-2 16,-2-1 2-16,1 1 1 0,6-4-5 16,-7 5 1-16,7-5 3 0,-6 3-2 0,6-3-1 15,-4 4 11-15,4-4-10 0,0 0-3 0,0 0-5 0,-6 5 1 16,6-5 4-16,0 0-1 0,0 0-1 0,10 8 3 15,-10-8-4-15,12 6 2 0,-3 1 1 16,1-2-11-16,1 0-11 0,0 0-18 0,-1 2-24 0,3-2-26 16,-2 0-48-16,2 1-32 0,-1-3-32 0,-1 0-24 15,2 3-204-15,-4-2-464 0,1-2 206 0</inkml:trace>
  <inkml:trace contextRef="#ctx0" brushRef="#br0" timeOffset="57347.57">14494 9936 80 0,'3'-4'246'0,"-3"4"-7"0,4-6-6 16,-4 6-18-16,6-5-7 0,-6 5 1 0,0 0 0 15,0 0-4-15,0 0-5 0,9 15-6 0,-8-5 12 16,1 2-22-16,-1 1-22 0,1-1-12 0,0 4-13 16,-4 0-2-16,2 1-11 0,2-1-10 0,-2 0 0 15,0-3-10-15,0-3-14 0,0 2 1 0,2-2-12 16,-2 1-1-16,4-2-8 0,-3 1-10 0,2-4-13 15,0 0 4-15,4 1-5 0,-1-2 1 0,4 0-4 16,1-2-6-16,3-3-19 0,3 2-25 0,4-4-25 16,7-1-33-16,-1-2-24 0,0-2-36 0,-6 1-43 15,5-2-47-15,-5 2-57 0,6-8-56 0,-11 6-193 16,2-2-565-16,-3-2 251 0</inkml:trace>
  <inkml:trace contextRef="#ctx0" brushRef="#br0" timeOffset="57614.01">15237 9338 2976 0,'-3'-28'-3'0,"1"8"26"0,-2 4 18 0,0 0 1 0,3 0 5 15,0 7 8-15,-1-1 4 0,2 5 1 0,0 5-6 16,0-12-1-16,0 12-8 0,0 0-7 0,4-3-3 15,-4 3 0-15,0 0-3 0,19 11 0 0,-8-3-2 16,4 3 2-16,-1 1-9 0,0 1 4 0,1 0 0 16,-1 1-4-16,-1-2-8 0,1 2-24 0,-2-2-24 15,-6 0-34-15,2-4-33 0,-1 3-37 0,-3-2-34 16,-1 0-33-16,-3-2-30 0,2 0-40 0,-2-7-155 16,-4 7-465-16,4-7 206 0</inkml:trace>
  <inkml:trace contextRef="#ctx0" brushRef="#br0" timeOffset="57795.68">15363 9222 96 0,'2'-12'241'16,"-2"2"0"-16,0 2 2 0,0 1-9 0,0 7-14 15,0-10-15-15,0 10-19 0,0 0-17 0,0 0 5 16,0 0 1-16,0 0-6 0,-17 26-8 0,7-9-12 16,-4 7-11-16,-2-1-24 0,2 0-8 0,-4 3-5 15,7-5-11-15,-3 2-9 0,6-5-15 0,-1-1-27 16,-1 2-35-16,2-2-43 0,2 0-53 0,-4-3-57 0,7-2-56 15,1-1-59-15,-3-2-179 0,1 2-479 0,4-6 213 16</inkml:trace>
  <inkml:trace contextRef="#ctx0" brushRef="#br0" timeOffset="58044.58">15716 8961 316 0,'5'-10'311'0,"-1"4"-19"0,0 0-21 16,-3 0-21-16,-1 6-22 0,5-5-18 0,-5 5-16 16,0 0 2-16,0 0 0 0,5 23-4 0,-3-3-13 15,-2 5-8-15,0 1-22 0,-2 3-10 0,2-1-9 16,-1 3-15-16,-1-2-12 0,-1-1-12 0,2-2 9 16,-2 1-14-16,3-6-18 0,-1-2-6 0,1-1-22 15,-3 1-21-15,3-3-42 0,-1 2-37 0,1-3-24 16,0-3-35-16,-1 1-46 0,1-5-41 0,1 3-40 15,-1-4-25-15,0-7-218 0,-1 12-530 0,1-12 234 16</inkml:trace>
  <inkml:trace contextRef="#ctx0" brushRef="#br0" timeOffset="58346.41">15788 8981 1847 0,'5'-27'47'0,"-1"2"24"0,-2 9-2 16,-1 4-19-16,1 1-6 0,-1 5-8 0,2-1-5 0,-3 7 0 15,1-10 0-15,3 6 2 0,-4 4 6 16,9-3 8-16,-9 3 2 0,0 0-4 0,16 9 1 16,-9 0-8-16,1 0-2 0,-2 4-2 0,-4-3-5 15,-1 3-2-15,2 3 3 0,-4 3 0 0,-1-3 1 0,-3 0 2 16,1 0 4-16,-1 0 5 0,-3-3-2 16,0 1 4-16,-1 0 1 0,0-5-8 0,4 1 0 15,-2 1-3-15,2-3-1 0,1-2-5 0,1 1 4 16,0-1-9-16,3-6 2 0,-4 11-2 0,3-5-2 0,1-6-3 15,3 11-1-15,0-5-1 0,1-2 0 0,0 1-1 16,6-1-6-16,2 0-27 0,-1-3-24 16,6 1-34-16,1-1-34 0,-5-2-35 0,6 1-35 15,0-5-11-15,0 1-23 0,2 2-8 0,-1-3-145 0,-3-2-397 16,-5 2 176-16</inkml:trace>
  <inkml:trace contextRef="#ctx0" brushRef="#br0" timeOffset="58569.78">16073 9101 429 0,'14'-11'43'0,"-2"-1"31"15,-1 1 24-15,-1-2 5 0,-1 5 14 0,-1-2 15 16,-2 5 10-16,2-2 5 0,-2 0 1 0,-2 4-5 15,-4 3-10-15,6-5-15 0,-6 5-3 0,0 0 3 16,0 0 11-16,12 8 4 0,-10 3 13 0,0 1-4 16,-2 7-3-16,0 6 5 0,-4 3-11 0,-3 2-3 15,0-3-4-15,-1 0-3 0,2 2-4 0,-1-4-17 16,5-7 5-16,-1 1-11 0,2-1 10 0,-2-1-23 16,6-1-2-16,-1-3-8 0,1-1-1 0,3-1 0 15,6 1-9-15,1-2-1 0,6-1-7 0,0-4-2 16,9 3-13-16,3-6 2 0,1 0-13 0,2-2-38 15,2-3-27-15,-4-2-42 0,-3 1-33 0,1 1-45 16,-11-1-43-16,0-2-52 0,-2 0-44 0,-1 1-46 16,-7 2-190-16,-2-1-575 0,-1 2 254 0</inkml:trace>
  <inkml:trace contextRef="#ctx0" brushRef="#br0" timeOffset="59030.5">11476 11404 180 0,'0'0'293'0,"-6"3"-26"15,6-3-22-15,0 0-11 0,0 0-20 0,0 0-8 16,27-3-19-16,-10-1-5 0,1-2-32 0,9 0-14 16,3 0-17-16,0 2-29 0,1-1-37 0,-4 0-48 15,3 2-47-15,-9 2-48 0,-2 1-40 0,1 0-28 16,-2 4-27-16,-6-1-141 0,-4 1-354 0,0 3 157 15</inkml:trace>
  <inkml:trace contextRef="#ctx0" brushRef="#br0" timeOffset="59185.67">11684 11586 185 0,'-10'6'217'0,"2"-1"-5"0,2-1 4 0,0 0-5 16,2 1-2-16,4-5-2 0,-4 5-11 0,4-5-12 15,0 0-11-15,0 0-15 0,0 0-10 0,22 3-15 16,-3-7-20-16,13-3-5 0,1-2-16 15,-1 0-33-15,17-5-34 0,-11 4-52 0,14-2-47 0,-2-5-52 16,0 4-55-16,-11 4-226 0,-5 2-440 0,-1-2 195 16</inkml:trace>
  <inkml:trace contextRef="#ctx0" brushRef="#br0" timeOffset="63844.31">13346 11065 87 0,'-2'-7'196'0,"2"7"-12"16,-2-9-10-16,2 9-20 0,0-7-9 0,0 7-13 15,0 0-19-15,0 0-6 0,4-9-17 0,-4 9-5 16,0 0 3-16,0 0-13 0,14 16 0 0,-7-7-6 16,1 4-5-16,2 1-5 0,-1 2-5 0,-1 2-4 15,1 6 8-15,3 1-8 0,-3 0 0 16,-1 0-7-16,2 0-6 0,-1-1-1 0,-3 0-5 0,-1-5 0 15,4-1-6-15,-4 1 1 0,3 6-1 0,-5-5-4 16,3-5-3-16,1 1 1 0,-4-6-4 0,-1 2-2 16,0-4 4-16,0-1-2 0,1 0-1 0,-1-3 6 15,-2-4 16-15,4 7 15 0,-4-7 22 0,2 5-5 16,-2-5-6-16,0 0-3 0,0 0-3 0,14-19-8 16,-9 9-2-16,3-3-1 0,4-4-7 0,1-6-1 15,0 2-6-15,3-5-2 0,-1 0-5 0,0-1-2 16,0 1-5-16,1-3-2 0,-3 0-4 0,1 2 8 15,1-1-7-15,-3 5-3 0,-1 0-1 0,-4 7-3 0,-1 7-16 16,-1 0-22-16,-2 5-30 0,-1-1-26 16,-2 5-30-16,0 0-27 0,0 0-9 0,0 0-22 15,0 0-27-15,-10 26-22 0,4-8-135 0,-3 1-391 16,2 7 174-16</inkml:trace>
  <inkml:trace contextRef="#ctx0" brushRef="#br0" timeOffset="64361.59">13742 11589 112 0,'-2'12'180'0,"2"-12"-4"0,0 8-2 15,0-8 0-15,2 8-5 0,-2-8 0 0,0 0-3 16,0 0-1-16,0 6-5 0,0-6 5 0,0 0-4 16,0 0-1-16,0 0 4 0,0 0-7 0,0 0 2 15,0 0-4-15,0 0-13 0,0 0-15 0,0 0-7 16,0 0-10-16,0 0-8 0,0 0-12 0,0 0-7 15,-3-29-14-15,3 29-8 0,0-16-3 0,0 3-8 16,1 2 1-16,1-2-8 0,2 1-6 16,0-5-6-16,2 0-7 0,0 4 2 0,3-1-2 0,0-1 3 15,5 5-8-15,-6 0-6 0,9 4-4 0,-2-2-2 16,-1 5-5-16,3 1 1 0,1 2-1 0,-2 4 4 16,2 1-3-16,-3 2-6 0,0 3 3 0,0 1 2 15,-2 0-7-15,-2 4 5 0,-2-5-4 0,-1-1 5 16,-2 2 1-16,-1 1 1 0,1-2 0 0,-1-2-2 15,0 1 5-15,-3-4-7 0,0 0 2 0,-2-5 4 16,5 9-3-16,-5-9-1 0,0 0 4 0,0 0 1 16,0 0-1-16,0 0 4 0,-7 8-5 0,7-8 9 15,0 0-7-15,0 0-2 0,0 0 0 0,-12-15-2 16,10 6 1-16,2 9 4 0,2-17-7 0,0 6-2 0,0-6-7 16,4 0-3-16,-2-1 0 0,3 2 1 15,3 2 1-15,0 1-2 0,-1-2-5 0,-1 5 5 16,-1 3-1-16,5 0 0 0,-4 1 0 0,2 3 3 0,-3 3 1 15,-7 0 0-15,13 3-2 0,-2 2 5 16,-1 1-1-16,-2 2 0 0,3 5-1 0,-1 1 0 16,-2-2 2-16,-5 0-11 0,3 5-10 0,-4 1-31 15,1-1-26-15,-2-1-34 0,-3 10-40 0,-2-9-45 0,2 0-42 16,-3 1-43-16,-1-1-174 0,-2-1-501 0,0-1 221 16</inkml:trace>
  <inkml:trace contextRef="#ctx0" brushRef="#br0" timeOffset="64625.64">13358 11991 174 0,'-12'4'198'15,"8"0"-7"-15,2 0-6 0,2-4 3 0,0 0-5 16,18 11-12-16,1-8-6 0,15 1-6 0,5-2-16 15,19-2-10-15,3-4-10 0,2 1-10 0,2-2-11 16,0-1-9-16,0 2-4 0,-2 0-10 0,-2-2-8 16,-9 0-6-16,-14 1-7 0,0 1-7 0,0 0 2 15,-5 0-12-15,4 2-4 0,-8 1-8 0,0-1-24 16,-11 0-28-16,0 3-41 0,-7-1-45 0,-4 0-46 16,-7 0-23-16,12 1-43 0,-12-1-138 0,4 2-388 15,-4-2 172-15</inkml:trace>
  <inkml:trace contextRef="#ctx0" brushRef="#br0" timeOffset="65052.55">13683 12263 94 0,'0'0'249'0,"0"-6"-14"0,0 6-8 0,0 0-2 15,19-10-7-15,-7 8-6 0,1-3-11 0,4 2-14 0,1 3-17 16,3-1-11-16,-2 1-15 0,0 3-5 0,0 2-17 16,-1 4-7-16,-4 0-10 0,2 1-12 15,-5-2-4-15,-1 1-9 0,-4 1-8 0,0 2-1 16,-4-2-8-16,1 5 1 0,-5 1-3 0,-1 1 5 0,-5-1-2 16,-4-1-2-16,-5 4-9 0,-2 1 1 15,-1-3-1-15,-6 0 2 0,3-1-8 0,0-4 1 0,0 2 2 16,6-3-10-16,-1-1-9 0,4-2 6 0,3-2-3 15,0-1 2-15,4-2-16 0,1 1 19 0,1-1-18 16,5-3-8-16,-7 4 3 0,7-4 0 0,-7 3 2 16,7-3-2-16,0 0 1 0,0 0 15 0,0 0 10 15,19 7 5-15,-6-7 4 0,7 0-3 0,0-1 11 16,9-2-2-16,0 0-5 0,1-1-1 0,3-2-2 16,-1 1-10-16,5 1 2 0,-4-3-3 0,3 1-4 15,0-1-5-15,0 1-17 0,-3-1-34 0,1 2-30 16,-1-2-42-16,-3 0-38 0,-1 0-47 0,0 3-49 15,-9 1-49-15,7-3-36 0,-11 2-51 0,4 0-190 16,-3-2-600-16,-2 2 266 0</inkml:trace>
  <inkml:trace contextRef="#ctx0" brushRef="#br0" timeOffset="65221.38">14501 12465 144 0,'0'0'255'0,"0"0"-12"0,0 0-13 0,0 0-20 16,0 0-23-16,0 0-15 0,0 0-20 0,0 0-30 16,0 0-33-16,0 0-49 0,0 0-49 0,0 0-60 15,0 0-59-15,5-19-145 0,-5 19-296 0,0 0 131 16</inkml:trace>
  <inkml:trace contextRef="#ctx0" brushRef="#br0" timeOffset="65576.13">13560 12882 132 0,'-11'0'242'0,"2"-1"-5"16,-1 2-10-16,10-1-12 0,-13-2-15 0,13 2-17 0,-9 1-17 15,9-1-13-15,0 0 6 0,0 0-10 16,0 0-2-16,34 13-9 0,-2-9-9 0,8-1-8 0,20 1-6 16,3-5-10-16,29 1 2 0,-26-4-23 0,28 4-5 15,-31-2-11-15,2-2-10 0,3-1-2 0,-5-2-4 16,-5 1-5-16,0 3-4 0,-6-1-2 0,-1 1-11 15,-11 3-19-15,-1-3-11 0,-1 1-33 16,-6-2-29-16,-2 3-38 0,-9 0-43 0,-2 1-41 0,-2 1-38 16,-3 0-42-16,-7 0-151 0,-1-1-449 0,-6 0 199 15</inkml:trace>
  <inkml:trace contextRef="#ctx0" brushRef="#br0" timeOffset="65817.81">13735 13227 101 0,'-20'6'235'0,"7"0"-24"0,4 0-25 0,-1-1-13 0,10-1 4 16,-4 1 7-16,4-5-9 0,14 10 5 0,3-6-13 16,15-2-17-16,6-2-14 0,18-3-11 0,4 0-11 15,-1-4-10-15,6-3-9 0,-2-1-11 0,0 0-8 16,26-5-8-16,-32 6-6 0,0-2-16 0,-4 0-17 15,-3 4-30-15,-15-2-24 0,2 3-42 0,-5-2-33 16,-2 4-36-16,-2-2-32 0,-11 1-34 0,4 1-162 16,-9 2-393-16,1-2 174 0</inkml:trace>
  <inkml:trace contextRef="#ctx0" brushRef="#br0" timeOffset="67210.33">22354 7871 45 0,'-14'-13'142'15,"5"6"-3"-15,-1-2 2 0,1 2 5 0,1-1-3 16,2 3-13-16,1 1-6 0,5 4-12 0,-8-8-10 16,3 4-14-16,5 4-12 0,-5-3-6 0,5 3-8 15,0 0-6-15,0 0-8 0,-7 13 3 0,5-4 5 16,2 4 2-16,-1 7-2 0,-1 8 3 0,0 4-4 0,3 1 9 15,-2 15 2-15,-2-2 7 0,1 4-5 0,-5 0-2 16,4 1 0-16,-4 3-4 0,2 0 1 16,1 3 3-16,-1 0 0 0,-1 2-11 0,3 0 0 15,-1-2-3-15,0-1-7 0,2-2 3 0,1-7-7 16,3 0-3-16,-2-12-3 0,0 0-2 0,0-1 0 0,1-2-3 16,-1-1-1-16,2-1-5 0,-4-2-1 0,1-1 0 15,1-9-5-15,1 1-2 0,-1-2 0 0,2-2 2 16,-1-2-4-16,2-1-3 0,-1 0 0 15,3-3 3-15,1-1-8 0,2 1-5 0,6-1-4 0,5-5-19 16,11-1-21-16,2 0-27 0,5-5-33 0,18-3-33 16,2-6-34-16,31-5-34 0,1-2-34 0,-26 2-149 15,36-10-418-15,-3 1 184 0</inkml:trace>
  <inkml:trace contextRef="#ctx0" brushRef="#br0" timeOffset="67825.89">26630 7832 183 0,'0'0'184'0,"-4"-7"-2"16,4 7-9-16,0 0-6 0,-4-11-9 0,4 11-12 15,0 0-15-15,0 0-15 0,8-11-13 0,0 10-9 16,1-1-6-16,5 1-11 0,4-1-3 0,4-2-6 16,6 1 1-16,-6 3-13 0,4-2-6 0,-5 1-4 15,-1-2 4-15,-2 3-6 0,2-1-3 0,-3-1 1 16,-2 3 1-16,-4-1-6 0,0 0 0 0,-2-1-5 16,0 2-1-16,-9-1-6 0,12 0 1 0,-6 2-7 15,-6-2-4-15,9 2 3 0,-5 2-2 0,2-1-2 16,-2 3-1-16,2-2-1 0,-3 5 3 0,-1 0-3 0,2 1 3 15,0 2 5-15,-3 5 3 0,1 2 1 16,-2 1 2-16,2 8-2 0,1 0 3 0,-6 3 3 16,3 2-1-16,0 0-3 0,0 11 4 0,-2-8 7 0,-1 10 0 15,-1 1-4-15,4 0 9 0,2 3-7 0,-2 2-2 16,0-2-2-16,-2 0 0 0,2 1-8 16,-2 2 0-16,0-4-3 0,0-2 0 0,-1 1-3 15,-1-12 1-15,2-1-1 0,-6 0-6 0,2-3 1 0,-5-2 2 16,-3 0-1-16,1 0-4 0,-7-3 1 0,-4 0-2 15,-3-2 13-15,-17 1-20 0,-5 2-16 0,-5-8-27 16,-7 3-28-16,-30 0-34 0,3-5-36 16,-2-2-35-16,-7-6-47 0,-5 3-234 0,-3-9-492 0,-2 4 219 15</inkml:trace>
  <inkml:trace contextRef="#ctx0" brushRef="#br0" timeOffset="-115839.18">14953 11741 9 0,'0'0'134'0,"0"0"-7"0,4 5-3 0,-4-5-12 16,0 0 4-16,0 0-10 0,0 0-5 0,0 0-6 15,0 0 4-15,7 3 11 0,-7-3 6 0,7 2-9 16,-7-2-11-16,8 3-2 0,-8-3-6 0,12 3-13 15,-12-3-8-15,8 3-2 0,-5 1-6 0,-3-4-7 16,7 3 4-16,-7-3-3 0,7 2-3 0,-7-2-9 16,7 3 0-16,-7-3-4 0,8 4-1 0,-8-4-1 15,9 1-1-15,-9-1-5 0,11 1-3 0,-11-1-2 16,11-1-3-16,-11 1-2 0,10 0-3 0,-10 0 4 16,13-5-4-16,-4 2-7 0,1-1-10 0,1-1-23 0,5-2-3 15,3-3-12-15,4-3-34 0,4-6-27 16,14-12-35-16,0 0-30 0,1-4-161 0,2-8-352 15,21-24 156-15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8T10:27:08.4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24700 4437 168 0,'-10'-1'189'0,"10"1"-5"0,0 0-3 0,-9-2-5 15,9 2-6-15,0 0-19 0,-8-3-15 0,8 3-16 16,0 0-7-16,0 0-21 0,0 0-5 15,0 0-10-15,0 0-11 0,0 0-5 0,0 0-8 0,0 0-3 16,0 0-7-16,22-3-4 0,-4 2-3 16,3-2-10-16,8 0 3 0,3 0-5 0,3 0 0 0,-1 2-10 15,-1-1-20-15,-1 1-28 0,1 1-45 16,-2-1-33-16,-3 2-38 0,-6-1-27 0,-3 1-116 16,-8 1-315-16,3 1 140 0</inkml:trace>
  <inkml:trace contextRef="#ctx0" brushRef="#br0" timeOffset="919.11">25002 4419 51 0,'0'0'123'0,"0"0"-15"0,-9 2-18 16,9-2 8-16,-4 8 5 0,2 0-2 0,1 5-4 15,-2 3 10-15,-1 3-11 0,3 6-3 0,-3 6-14 16,2-6-17-16,0 2 5 0,2 1-7 0,0-4-6 15,0 2-2-15,2-6 7 0,0-2-1 0,1 1-8 16,-2 0-1-16,1-1 1 0,1 1-7 0,0-2 1 16,0-1-13-16,1-3 1 0,-3-1-3 0,2-1-1 15,-1 0 0-15,0 0 1 0,0-4-8 0,0 3 1 16,-1-1-3-16,-2-2-8 0,1-7-6 0,-6 10-6 16,4-4 0-16,-4 0-12 0,0-3-7 0,-1 1-4 15,-4-1 5-15,0-2-1 0,0 1-1 0,0 0 2 16,-3-2 5-16,1 0 10 0,1 0-4 0,4 0 3 15,8 0 10-15,-14 1 6 0,14-1 4 0,-10 0-7 16,10 0-4-16,-8-1 0 0,8 1 3 0,0 0-4 16,0 0 1-16,0 0-5 0,0 0 5 0,0 0-3 15,0 0 7-15,0 0 5 0,0 0 0 0,0 0 2 16,36-4-5-16,-14 2 6 0,7 0-18 0,3-2-10 16,-3-2-29-16,3 0-25 0,-1 1-18 0,1-2-16 15,-1 0-7-15,-4 0-1 0,-7 1-9 0,0-1 4 16,-1 0 6-16,-2 0 8 0,1-1 14 0,-3-1 4 15,-2 2 19-15,-3 0 22 0,4-3 12 0,-5 2 23 16,0-2-3-16,-3 3 17 0,2 0 7 0,-3 1 19 16,-5 6 14-16,8-7 7 0,-8 7 1 0,4-7 3 15,-4 7-11-15,0 0-7 0,0 0-5 0,0 0 3 16,7-1 8-16,-7 1 2 0,0 0 6 0,0 0-2 16,-4 25-7-16,4-16 4 0,0 1-5 0,-2 0-3 15,1 1-2-15,1 0-7 0,0-1 5 0,-2-4-7 16,2-6 1-16,-2 14 0 0,2-9 0 0,0-5 14 15,0 10 6-15,0-10 15 0,0 0 11 0,0 9 11 16,0-9 7-16,0 0 11 0,0 0-8 0,0 0-8 16,0 0-10-16,0 0-8 0,0 0-12 0,0 0-5 15,-5-26-8-15,8 16-2 0,-1-1-16 0,-2 0-3 16,4-1-1-16,0-5-6 0,1 1-11 16,0 0-6-16,4 1-5 0,-1 1 0 0,-3 3 0 0,1 0-3 15,0 5-2-15,-4 1 0 0,4-3-8 0,-1 7 2 16,-5 1 1-16,14 0-5 0,-14 0 5 0,11 9 2 15,-2-1-3-15,2 6 5 0,-4-4-3 0,4 2 2 16,-5 2 2-16,-1-3 1 0,2 0-1 0,2 0 3 16,-7 0 2-16,4-2-3 0,-3 0 4 0,2-3-3 15,-3 1 2-15,1-2 3 0,-3-5-1 0,4 7 4 16,-4-7 0-16,4 7 2 0,-4-7 0 0,0 0 9 16,2 5 7-16,-2-5 6 0,0 0 3 0,0 0-9 15,0 0-3-15,0 0-7 0,9-16-9 0,-1 8-2 16,1-2 4-16,3-5-1 0,0 2-12 15,3 0 1-15,0-1-6 0,0 2-1 0,3-1-4 0,-1 3 2 16,-1 1 1-16,0-1-3 0,-4 7-1 0,3 0 3 16,-3 0-4-16,-4 3 5 0,3 0-8 0,-1 3 9 15,-1 0-1-15,-1 3 2 0,-1-1 1 0,-2 1 1 16,2 4 3-16,0-1-1 0,-1 4 0 0,-2-4 3 16,0 4 1-16,0-3 4 0,-2 3-1 0,0-2 2 15,0 1-4-15,0-3-14 0,-1 0-31 0,0 4-39 16,-2-4-50-16,2-1-53 0,0 2-202 0,-1-10-425 15,0 12 189-15</inkml:trace>
  <inkml:trace contextRef="#ctx0" brushRef="#br0" timeOffset="1079.14">26163 4750 195 0,'6'-3'180'0,"-5"-2"-15"0,3 0-11 16,2 2-16-16,-6 3-11 0,0 0-18 0,16-9-11 15,-16 9-12-15,14-4-15 0,-6 4-27 0,-8 0-52 16,25-4-49-16,-14 4-46 0,1 1-98 16,-12-1-216-16,20 3 97 0</inkml:trace>
  <inkml:trace contextRef="#ctx0" brushRef="#br0" timeOffset="1222.51">26326 4778 172 0,'0'0'194'0,"-4"8"-8"0,4-8-8 16,0 0-13-16,-4 5-11 0,4-5-18 15,0 0-11-15,0 0-14 0,0 0-11 0,0 0-10 16,0 0-9-16,4 10-9 0,-4-10-8 0,4 5-15 16,1-2-40-16,-5-3-51 0,18 5-54 0,-5-4-63 0,0-1-107 15,8 0-286-15,6-5 127 0</inkml:trace>
  <inkml:trace contextRef="#ctx0" brushRef="#br0" timeOffset="2336.96">27168 4289 39 0,'0'0'196'15,"-2"-7"-6"-15,2 7-5 0,0 0-16 0,0 0-14 16,0-8-17-16,0 8-14 0,0 0-18 0,0 0-17 16,0 0-7-16,0 0-12 0,0 0-5 0,0 0-10 15,0 0-4-15,0 0-6 0,14 28-4 0,-7-15-5 16,3 3 1-16,-1 2-5 0,-1-1-3 0,3 5-4 16,-1-4 1-16,0 0-4 0,-1 0-3 0,-2 0-2 15,-1 0 0-15,4-1 2 0,-4-2-7 0,3-1 6 16,-5-4-7-16,4 2-1 0,-2-2-2 0,-1 0 5 15,1-2-4-15,-2 1 2 0,1 0-4 0,0-3 2 16,-1-2 0-16,-1 2 0 0,-3-6 0 0,4 8-1 16,-4-8 2-16,5 5 2 0,-5-5 20 0,2 4 21 15,-2-4 14-15,0 0-6 0,0 0-4 0,0 0-3 16,12-20 7-16,-8 8-8 0,0-4-5 0,3-2-4 16,-1-2-6-16,6-6-4 0,-3-1 0 0,0 2-8 15,2 0 30-15,-2-1-14 0,2 3 2 0,-5 4-9 16,6-4 0-16,-5 6-5 0,0 3-8 0,-3 2-8 15,1 2-11-15,-3 3-12 0,2 2-22 0,-2-1-32 16,-2 6-42-16,5-8-33 0,-5 8-26 0,8 0-34 16,-8 0-27-16,7 11-151 0,-7-11-407 0,0 19 180 15</inkml:trace>
  <inkml:trace contextRef="#ctx0" brushRef="#br0" timeOffset="2856.61">27553 4610 93 0,'0'0'151'0,"0"0"-13"0,2 8-6 0,-2-8-8 15,0 0-1-15,0 0-1 0,0 13-9 0,0-13 3 16,0 7-9-16,0-7 3 0,0 0 2 16,3 5 6-16,-3-5-1 0,0 0 6 0,0 0 3 15,0 0 15-15,2 7 8 0,-2-7 6 0,0 0 6 16,0 0-12-16,0 0-17 0,0 0-9 0,0 0-26 15,0 0 9-15,0 0-6 0,0 0-13 0,-7-29-3 16,7 29-16-16,0-12-9 0,0-1-6 0,2 0-17 16,3 2-6-16,-1 0 3 0,0 0-19 0,3-1-1 15,0 1-8-15,-2 1-12 0,5 1-1 0,-1 1-6 16,1 3 0-16,0-1 0 0,1 6 3 0,0 0-4 16,-1 0 2-16,1 0-2 0,1 4 8 0,-1 3-5 15,0 0 3-15,-4 1-1 0,2 1 5 0,0 1-5 16,2 2 5-16,-4-2 0 0,-1-2 1 0,-1 0-3 15,-5-8 8-15,9 7-2 0,-9-7 2 0,5 9 3 16,-5-9 2-16,2 7 1 0,-2-7-2 0,0 0 6 16,0 0 6-16,0 0 3 0,0 0 3 0,0 0-9 15,0 0 0-15,0 0-5 0,0 0-7 0,11-23-13 16,-7 14 12-16,2-3-7 0,0 2 2 0,3-6-15 16,1 2 7-16,1 1-1 0,2 1-2 0,1 0-3 15,0 2 3-15,-4 3-1 0,-1 2 1 0,0 0-5 16,1 1 0-16,2 1-2 0,-12 3 4 0,14-2 0 15,-14 2 3-15,18 7 0 0,-8-2 3 0,-2 1 0 16,1 2 1-16,-2 1 4 0,-1 2-7 0,2 3-23 16,-3-3-11-16,3 7-17 0,-4-2-33 0,0 0-36 15,-2-1-52-15,-4 0-54 0,0 1-183 0,2-16-457 16,-5 23 203-16</inkml:trace>
  <inkml:trace contextRef="#ctx0" brushRef="#br0" timeOffset="3122.54">27210 4914 92 0,'0'0'215'0,"-13"1"-13"0,13-1-23 0,0 0-6 0,0 0-6 15,0 0-8-15,46-4-11 0,3-2-9 0,11-2-15 16,31-6-10-16,-26 6-11 0,27-3-11 0,-29 3-11 15,2 3-6-15,-1-3-4 0,-5 2-9 16,-3 0-5-16,0 2-5 0,-3 1-5 0,-17-1-5 0,3 3-2 16,-7 0-5-16,2 1-5 0,-3-1-9 15,-8 1-21-15,-3 1-23 0,-7-1-43 0,0-1-42 16,-3 3-34-16,-10-2-23 0,9 5-20 0,-5-2-121 0,-4-3-330 16,0 0 146-16</inkml:trace>
  <inkml:trace contextRef="#ctx0" brushRef="#br0" timeOffset="3447.04">27386 5163 61 0,'0'0'255'16,"-10"-2"-3"-16,10 2 2 0,0 0-12 0,0 0-19 15,0 0-21-15,-15-2-16 0,15 2-26 0,0 0-19 16,0 0-14-16,0 0-20 0,0 0-14 0,-6 7-10 16,6-7-8-16,-2 17-5 0,1-3-8 0,0 5 0 15,1 6-12-15,-3 5-2 0,1-2-6 0,0 1 1 16,0-2-5-16,2 4-4 0,0-4-3 0,0-1 3 16,-2 1-4-16,4-1-3 0,-2 0-4 0,-3-7 2 15,2-2-1-15,1 3-4 0,0-3 3 0,-1 2-3 16,-4-4-15-16,5 1-15 0,-4-4-16 0,3 0-24 15,-1-1-35-15,2-11-39 0,-4 15-42 0,4-15-42 16,-2 10-28-16,2-10-143 0,0 0-408 0,0 0 181 16</inkml:trace>
  <inkml:trace contextRef="#ctx0" brushRef="#br0" timeOffset="3760.89">27328 5228 19 0,'7'-8'151'0,"0"1"-6"0,2-1-7 0,-1 4-8 16,4 0-12-16,-3 0-9 0,4 3-12 0,-3-2-6 16,-10 3-11-16,24 0-10 0,-13 3-2 15,0 0-10-15,1-1 1 0,-3 2-10 0,1-1-1 16,-10-3-3-16,14 9-1 0,-9-4 5 0,-5-5 4 0,6 11-2 16,-4-3 7-16,-2-8 1 0,-2 14-4 0,2-14 2 15,-6 12-7-15,6-12-2 0,-11 14-5 0,6-9-6 16,1 1-7-16,4-6 0 0,-7 8-2 15,7-8-4-15,-5 8-3 0,5-8-5 0,0 0-4 16,-6 7 0-16,6-7-3 0,0 0 4 0,0 0-4 16,2 14-4-16,-2-14 4 0,7 9 0 0,-1-5-3 15,3 1 4-15,5 2-1 0,-3-4-4 0,5 4-12 16,2 0-13-16,0-1-13 0,0-5-39 0,-1 4-32 16,2-1-24-16,2-3-33 0,-2-1-142 0,-1 2-326 15,-18-2 144-15</inkml:trace>
  <inkml:trace contextRef="#ctx0" brushRef="#br0" timeOffset="4020.68">27876 5238 97 0,'0'0'181'0,"-3"-20"-1"0,3 20 1 16,-2-7-11-16,2 7-2 0,0 0-7 0,-4-9-15 16,4 9-12-16,0 0-15 0,0 0-10 0,0 0-7 15,0 0-1-15,0 0 3 0,0 0-2 0,-20 23-5 16,15-6 9-16,-3 2-13 0,4 7-6 0,-6-1-3 15,5 1 3-15,-2 2-7 0,2-1-10 0,0 0 9 16,0-1-8-16,4-6-7 0,-7 5 1 0,5-6-5 16,1-1-6-16,-2 1-7 0,2 0-3 0,0-3-7 15,0 1-2-15,0 1 0 0,0-6-1 0,-2 4-22 16,2-5-16-16,0 0-27 0,1-1-14 0,-3-1-25 16,2 0-38-16,2-9-40 0,0 0-49 0,-8 16-49 15,3-10-179-15,5-6-460 0,0 0 204 0</inkml:trace>
  <inkml:trace contextRef="#ctx0" brushRef="#br0" timeOffset="4216.93">27708 5479 22 0,'0'0'216'0,"0"0"-15"15,0 0-15-15,4-11-9 0,-4 11-13 16,0 0-15-16,11-5-11 0,-11 5-12 0,12-4-9 15,-3 0-14-15,3-1-13 0,1 1-3 0,4 0-11 16,0-1-9-16,0-1-18 0,-3 0-28 0,-1 5-34 16,1-2-39-16,-3 0-51 0,-11 3-48 0,22-7-128 0,-22 7-302 15,0 0 135-15</inkml:trace>
  <inkml:trace contextRef="#ctx0" brushRef="#br0" timeOffset="4954.6">28114 5423 191 0,'0'0'235'0,"0"0"-5"0,0 0-14 0,0 0-15 15,0 0-13-15,0 0-13 0,1 6-15 0,-1-6-9 16,0 0-11-16,0 0-9 0,0 0-12 0,0 0-12 16,0 0-10-16,0 0-14 0,0 0-5 0,17-4-7 15,-17 4-6-15,21-1-11 0,-8 0 0 16,-1-1-10-16,-12 2-2 0,26-2-16 0,-13 0-10 15,5-1-16-15,-2-2-23 0,3 3-22 0,-6 0-34 0,-1-2-31 16,-12 4-27-16,24-5-37 0,-13 4-26 0,-2-3-151 16,-9 4-381-16,0 0 168 0</inkml:trace>
  <inkml:trace contextRef="#ctx0" brushRef="#br0" timeOffset="5183.68">28292 5287 191 0,'-8'-8'228'0,"8"8"0"0,0 0-3 0,-9-6-5 16,9 6-14-16,0 0-17 0,0 0-21 0,0 0-18 0,-8-5-18 16,8 5-20-16,0 0-14 0,0 0-8 0,0 0-1 15,0 0 9-15,0 0-8 0,-2 31-11 0,0-13 2 16,0-1-9-16,0 2-8 0,0-2-2 16,-2 2 0-16,2 1-9 0,-2-1-2 0,4-1-8 15,-2 0 1-15,1 3-7 0,0-4-7 0,-2-1-15 16,3 3-26-16,0-7-26 0,-2-2-33 0,4 2-45 15,-2-12-55-15,3 20-54 0,-1-11-206 0,-2-9-467 16,4 12 207-16</inkml:trace>
  <inkml:trace contextRef="#ctx0" brushRef="#br0" timeOffset="5423.34">28521 5243 11 0,'0'0'270'0,"2"-11"-18"0,-2 11-17 0,0 0-17 0,0 0-19 16,0-12-22-16,0 12-22 0,0 0-12 0,0 0 4 16,0 0 8-16,0 0-8 0,0 0-10 0,0 41-2 15,-2-23-27-15,0 9 0 0,-2-2-9 0,1 0-10 16,1 0-10-16,2 0-7 0,-1-7-4 0,-3 0-9 16,0 0-4-16,3 0-2 0,-2-3-26 0,1-2-21 15,0-1-16-15,0-1-20 0,0-2-19 16,0 0-37-16,2-9-38 0,0 0-52 0,-4 19-36 0,4-19-208 15,-4 8-454-15,4-8 200 0</inkml:trace>
  <inkml:trace contextRef="#ctx0" brushRef="#br0" timeOffset="5739.86">28496 5175 58 0,'6'-9'191'0,"2"2"-1"0,2 1-3 15,-3 0-22-15,-1 4-8 0,2-1-15 0,-8 3-6 0,14-1-7 16,-8 1-12-16,-6 0-15 0,14 2-8 0,-14-2-6 16,13 6-6-16,-7-2 17 0,-2 3 3 15,0 1 11-15,-4-8 2 0,4 14 4 0,-3-5-2 16,-2 2 5-16,1-11-5 0,-7 22-4 0,0-8-7 16,0-2-3-16,-3-3-7 0,5 2-3 0,-4-4-12 15,3 2 3-15,-1 0-8 0,2-2-2 0,-1 3-11 16,6-10-7-16,-5 13-7 0,2-7 1 0,3-6-9 0,-2 11-3 15,2-11-4-15,0 0 2 0,-2 14-1 16,2-14-10-16,7 9-3 0,-7-9-16 0,18 5 3 16,-7-2-23-16,3-4-32 0,5 1-34 0,4-2-38 15,4-2-32-15,-5-1-43 0,6-3-46 0,-10 5-47 16,2-1-199-16,-8 1-524 0,6-4 232 0</inkml:trace>
  <inkml:trace contextRef="#ctx0" brushRef="#br0" timeOffset="5989.47">28874 5281 13 0,'0'0'229'0,"5"-4"-4"15,-5 4-2-15,0 0-5 0,0 0-5 0,8-7-11 16,-8 7-11-16,0 0-20 0,0 0-15 0,0 0-17 16,0 0-18-16,0 0-15 0,0 0-4 0,0 0 10 15,0 0 15-15,4 30-1 0,-4-30-7 0,-5 24-7 16,2-8-5-16,0 0 3 0,0 0-5 0,-1 1-4 16,1-4-5-16,2 2 19 0,0-3-14 0,1-12-11 15,-1 21-8-15,1-21 2 0,1 16 4 0,-1-16 5 16,1 16-22-16,-1-16 1 0,5 13-1 0,-5-13 9 15,6 10-16-15,1-5 3 0,-7-5-11 0,13 9-6 16,-13-9-7-16,16 5-8 0,-5-2-11 0,-11-3-24 16,21 1-28-16,-9-1-39 0,-1 0-37 0,-11 0-35 15,23-4-35-15,-11 1-43 0,-1-2-45 16,1 0-53-16,-2-1-253 0,-1 0-614 0,1-1 271 0</inkml:trace>
  <inkml:trace contextRef="#ctx0" brushRef="#br0" timeOffset="6225.4">29411 5042 126 0,'0'0'237'0,"5"-8"-14"16,-5 8-14-16,3-3-20 0,-3 3-22 0,0 0-19 16,0 0-16-16,0 0 11 0,0 0-8 0,10 16-8 0,-6-4-5 15,-2 4-2-15,3 4-8 0,0-2 0 0,2 8-8 16,-2-2-10-16,1 2-6 0,-2-6-7 0,0 4-3 15,0 2-9-15,-3 1 0 0,0-2-10 16,-3 4-5-16,-2-4-3 0,-4 2-15 0,-6 0-21 16,0-3-30-16,-10 1-33 0,-17 8-45 0,-1-2-64 15,1-2-57-15,-8 1-216 0,-1-6-464 0,5-1 206 16</inkml:trace>
  <inkml:trace contextRef="#ctx0" brushRef="#br0" timeOffset="6622.64">27177 5254 157 0,'-8'-2'233'0,"8"2"-22"0,-18 0-10 0,10 1-16 16,-5 2-19-16,-1 2-16 0,-3 8-14 0,-3 6-14 0,0 5-7 15,4 4-15-15,-3 4-12 0,2 11-8 0,8-10-7 16,0 16-21-16,9-2-4 0,4-1-4 16,6-12-6-16,7 11 1 0,8-2-5 0,-2-15-2 15,17 6-8-15,-2-3-20 0,9-4-19 0,5-4-37 16,-1-6-51-16,-1-2-31 0,2-2-48 0,-14-4-126 0,-2-2-334 16,0 3 149-16</inkml:trace>
  <inkml:trace contextRef="#ctx0" brushRef="#br0" timeOffset="7633.92">23916 4337 29 0,'0'0'175'0,"-4"-7"-24"0,4 7-19 15,0 0-5-15,-6-5-20 0,6 5-5 0,0 0-8 16,-12 21-3-16,2-4-4 0,-3 7 0 0,4 6-8 15,-7 14-6-15,1 8 8 0,0 4-1 0,-2 22-4 16,1 4-8-16,4-23-5 0,0 23-3 0,4-22-9 16,5-1-4-16,-2 0-3 0,0-1-6 0,0 0-4 15,5-1-2-15,0 0 1 0,4-4-10 0,0-1 6 16,2 2-6-16,1-8-6 0,3 0 3 0,-1-1-3 16,-2-13-2-16,1 0 0 0,3-1-3 0,-3-2 0 15,2-3-3-15,1-1 2 0,-4-7 1 0,-2 1-4 16,3-1 3-16,1-1-1 0,-1-3-5 0,-3 2 5 15,3-3-2-15,-2-4-2 0,-1-1 4 0,-1 2 0 16,-2-4 4-16,-2-6-2 0,8 12 1 0,-5-8 2 16,3 0-4-16,-6-4-5 0,14 10-3 0,-8-6-4 15,-6-4-8-15,22 1-8 0,-4 1-9 0,2-5-17 16,11 0-13-16,0-2-28 0,5-3-10 0,2-1-54 16,13-4-40-16,-2-3-103 0,1-1-315 0,2-1 141 15</inkml:trace>
  <inkml:trace contextRef="#ctx0" brushRef="#br0" timeOffset="8447.75">29548 3795 91 0,'0'0'150'0,"0"0"-10"16,-5-3-11-16,5 3-11 0,0 0-23 0,0 0-8 15,0 0-1-15,0 0-14 0,0 0-10 0,0 0 5 16,0 0-13-16,0 0-5 0,35 6-8 0,-14-2 10 15,-1-1-8-15,8 2-13 0,2-1-4 0,-2 2-1 16,-2-2-3-16,-5-1-3 0,7 1 4 0,-6 3-11 16,-4-2 5-16,4 2-3 0,-2-1 0 0,-1 1-2 15,-1 0 1-15,0 0 18 0,0 0-1 0,0 2-3 16,-4 1-7-16,2 1 3 0,-1 2-7 0,-3-1 0 16,1-2-2-16,0 4 2 0,-3 0-6 0,0 0 3 15,-1 0-4-15,4 2 1 0,-5 2-5 0,1 5 6 16,-2-4 0-16,2 6 0 0,-2 0 1 0,0 0 5 15,-1 1 5-15,0 0 4 0,-4 2-1 0,0-1-5 16,0-1-4-16,-2 5 1 0,1-4-3 0,-3 3 1 16,1-2 3-16,-2 5 5 0,2 1 0 0,-4 11 5 15,1-11-8-15,-1 13 0 0,1-2-6 0,-1-11 6 16,0 3-1-16,1 6-1 0,-1-7-5 0,0 1 4 16,1 7-6-16,0-9 3 0,0-2-5 0,1 1 2 15,2 1-2-15,0 1 3 0,-2 10-5 0,5-11 1 16,-7 0 0-16,3 1 1 0,0 8 0 0,1 5 12 15,-3-4 5-15,-1 1 2 0,5-12-2 0,-4-1 4 16,1-1 0-16,-1 1 1 0,2 1 8 0,-3-2 1 16,1-1 4-16,-1-1-4 0,1-3-3 0,-4-3-5 15,3-3 1-15,-1 2-3 0,-1-7-3 0,-2 3 1 16,2-4-3-16,-3 0 6 0,-3-2-1 0,-1-1 7 16,1-1 7-16,-4 0-1 0,-1-6-8 0,1 5 4 15,-3-5-2-15,-7 1-3 0,-2-3-10 16,-3-2 3-16,-2 1-20 0,-5-2-17 0,1 0-24 15,-13 0-25-15,10 0-25 0,-13-2-25 0,3 0-32 0,0 0-59 16,-1 1-56-16,-2 0-148 0,2-2-437 0,1 3 194 16</inkml:trace>
  <inkml:trace contextRef="#ctx0" brushRef="#br0" timeOffset="22179.63">15067 13024 61 0,'0'0'91'15,"0"0"4"-15,0 0-13 0,0 0 3 0,4-6-9 16,-4 6-3-16,0 0-11 0,0 0-2 0,0 0 9 15,9 13 7-15,-6-8-8 0,1 2-12 0,1-1 2 16,-1 2-8-16,1 1 2 0,-1 1-6 0,3-2-7 0,-4 2 9 16,1-4-6-16,3 2-5 0,-3-2-9 15,-2 1 4-15,2-2-5 0,1-1-3 0,-3 3-2 16,-2-7 3-16,5 6-7 0,-5-6 2 0,7 6-5 0,-7-6 8 16,8 0-4-16,-8 0 3 0,19-9-2 0,-6-3 1 15,8-5-5-15,4-7-1 0,12-6-6 0,1-8-2 16,7 0-17-16,0-6-30 0,30-17-25 15,-5 3-48-15,-2-4-131 0,-5-3-264 0,6-3 117 16</inkml:trace>
  <inkml:trace contextRef="#ctx0" brushRef="#br0" timeOffset="24809.87">26073 8474 34 0,'0'0'46'16,"0"0"-8"-16,6-3-6 0,-6 3 1 0,0 0-8 15,0 0 0-15,0 0 0 0,0 0-3 0,0 0-9 16,9-2 3-16,-9 2-8 0,0 0-6 0,0 0-3 15,0 0-8-15,0 0-12 0,0 0-27 0,0 0-52 16,0 0 23-16</inkml:trace>
  <inkml:trace contextRef="#ctx0" brushRef="#br0" timeOffset="36670.04">14070 13516 4 0,'0'0'19'0,"0"0"-8"0,0 0 5 0,0 0-4 16,0 0 0-16,0 0 1 0,0 0-4 0,4 3 4 15,-4-3 0-15,0 0 5 0,0 0-4 0,0 0 3 16,0 0-2-16,0 0-4 0,0 0 2 0,0 0-1 16,0 0-2-16,0 0 1 0,0 0-4 0,0 0 0 15,0 0 1-15,0 0 0 0,0 0-5 0,0 0-4 16,0 0-7-16,0 0-8 0,0 0-27 0,0 0-44 15,0 0 20-15</inkml:trace>
  <inkml:trace contextRef="#ctx0" brushRef="#br0" timeOffset="40502.86">13867 13013 22 0,'0'0'62'0,"0"0"-11"0,0 0-3 0,0 0-6 15,0 0-1-15,0 0-9 0,0 0-7 0,0 0-6 16,0 0-10-16,0 0 6 0,0 0-8 0,0 0-2 16,0 0 2-16,0 0-7 0,0 0 0 0,0 0-3 15,0 0-3-15,0 0 4 0,0 0-1 0,0 0 0 16,0 0-6-16,0 0-8 0,0 0-12 0,0 0-24 16,0 0-56-16,0 0 25 0</inkml:trace>
  <inkml:trace contextRef="#ctx0" brushRef="#br0" timeOffset="43145.97">13742 13797 15 0,'0'0'53'16,"0"0"-14"-16,12-15-19 0,-12 15-10 0,0 0-18 15,0 0-14-15,0 0-24 0,0 0 12 0</inkml:trace>
  <inkml:trace contextRef="#ctx0" brushRef="#br0" timeOffset="44217.87">13806 14051 81 0,'0'0'180'0,"0"0"1"15,0 0-10-15,0 0-3 0,0 0-9 16,0 0-6-16,0 0-9 0,1-24-16 0,3 17-7 0,6-4-17 15,0 0-11-15,-1-3-7 0,10-7-7 16,3-1-11-16,0-6-26 0,3 1-32 0,11-14-38 16,2-2-34-16,1-2-53 0,1-1-49 0,14-22-103 0,-4 0-288 15,-1-2 127-15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4T10:06:36.7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2828 3573 123 0,'0'0'127'0,"-3"-6"-4"0,3 6-6 16,-4-8-7-16,4 8-9 0,-1-10-6 0,-3 4-6 16,4 6-1-16,-1-10-7 0,1 10-4 0,-3-12-3 15,3 12 2-15,-1-7-3 0,1 7-3 0,-2-5-2 16,2 5-1-16,0 0-6 0,-2-9-3 0,2 9-5 16,0 0-5-16,0 0-9 0,0 0-2 0,0 0-6 15,0 0 0-15,-2-7-5 0,2 7-5 16,0 0-1-16,0 0-6 0,0 0 4 0,0 24-3 15,0-13-2-15,1 6-1 0,-2 2 3 0,2 8-7 16,-2-3-1-16,2 3 3 0,-2 4 0 0,2-2 1 0,-1 6 0 16,-1 10-4-16,1-12 1 0,0 2 0 0,0-2 1 15,-2 1-1-15,2-1 0 0,-2 0-2 16,2-3-3-16,0-1 4 0,0 2 0 0,-4-6-4 16,3 2 3-16,-1-2 4 0,0-8-5 0,1 1 0 15,-2 2-2-15,-1-2-12 0,4-2-7 0,-2 0 0 16,1 0-7-16,-2-5-5 0,2 0-6 0,-2-2-8 15,2-1-4-15,1-8-8 0,0 13-9 0,0-13-17 16,-2 11-12-16,2-11-13 0,-2 8-15 0,2-8-21 16,0 0-86-16,0 0-247 0,0 0 110 0</inkml:trace>
  <inkml:trace contextRef="#ctx0" brushRef="#br0" timeOffset="464.31">2760 3509 118 0,'17'-12'133'0,"-1"0"-9"0,1 3-7 15,1 3-10-15,-2 2-11 0,2 2-3 0,-1 1-12 16,1 4-6-16,-2 2-6 0,0 3-1 0,-1 1-7 15,-5 3-4-15,2 3-5 0,-3 3 3 16,0-3-12-16,-4 3-1 0,-1 7-3 0,-4-7-9 16,-3 9 4-16,-1-3-2 0,-2-5-6 0,-1 0-2 15,-5 4-2-15,-1-1-1 0,-1 3 1 0,1-10-8 16,-2 0 3-16,1-2-2 0,-3 0 1 0,0-1-5 0,-4 4 1 16,4-8-3-16,-1 2-2 0,-1-6 2 0,4 3-3 15,1-4 2-15,3 0-3 0,1-1 4 0,1-2-1 16,-1-1-4-16,10 1 4 0,-13-4-4 15,6 2-2-15,7 2 5 0,-9-4-3 0,9 4 3 16,-7-3-8-16,7 3-1 0,0 0 4 0,0 0-4 16,0 0 6-16,0 0-2 0,0 0-1 0,0 0 3 15,18 17 8-15,-6-4-3 0,-1-3 4 0,1 5-1 16,-2-2-2-16,3 1 9 0,-1 3-6 0,1 0-4 16,4 2 3-16,-2 1-5 0,-2-5-1 0,0-1-19 15,-2 2-13-15,3 0-27 0,-1-1-25 0,1-2-25 16,0 1-16-16,1-2-23 0,2-2-95 0,-2 1-256 15,-3-4 113-15</inkml:trace>
  <inkml:trace contextRef="#ctx0" brushRef="#br0" timeOffset="676.33">3202 4039 67 0,'-2'-14'224'0,"2"14"-11"0,0 0-16 0,0 0-23 0,0 0-21 15,-2-9-17-15,2 9-10 0,0 0-12 0,0 0-15 16,0 0-5-16,0 0-9 0,0 34-3 0,0-22-11 16,0 1-2-16,-2 4-15 0,2-2-2 0,-2 2-1 15,2 1-7-15,0 0-14 0,-2-3-23 0,1 2-29 16,-1-1-23-16,0-4-33 0,1-1-21 0,-1 4-55 16,4-4-137-16,-6-2-315 0,4-9 139 0</inkml:trace>
  <inkml:trace contextRef="#ctx0" brushRef="#br0" timeOffset="876.16">3238 3696 99 0,'-4'-11'171'0,"4"11"-21"0,0 0-22 15,0 0-29-15,0 0-27 0,0 0-14 0,0 0-25 16,0 0-41-16,0 0-32 0,0 0-33 0,0 0-43 16,0 0-123-16,17 31 54 0</inkml:trace>
  <inkml:trace contextRef="#ctx0" brushRef="#br0" timeOffset="1185.94">3518 3833 108 0,'1'-13'180'0,"2"4"-1"0,-3-4 1 0,1 6 1 16,0-3 2-16,-1 10 2 0,0-12-11 0,0 12-11 15,-1-10-16-15,1 10-14 0,0 0-19 0,0-9-14 0,0 9-10 16,0 0-12-16,0 0-7 0,5 25-5 15,-4 6-3-15,1 1-8 0,-1 14 0 0,-5 0-10 16,3 3-2-16,-6-3-1 0,4 4-3 0,0-15-7 16,-1 0 0-16,0-2-5 0,0-1-2 0,2 1-1 15,-1-4 0-15,0-2-7 0,-1 4-17 0,1-5-20 16,1-3-14-16,-1-4-22 0,-1-2-24 0,2 1-28 16,-2-1-22-16,0-1-28 0,-1-3-22 0,0 1-169 15,0-1-376-15,1-5 166 0</inkml:trace>
  <inkml:trace contextRef="#ctx0" brushRef="#br0" timeOffset="1433.38">3594 3957 61 0,'12'-4'158'0,"0"2"-8"0,0 1-15 0,0 0-12 15,0 1-10-15,0 2-11 0,0 3-10 16,-1-1-13-16,-2 2-3 0,-1 0-7 0,1 2-11 0,-4 1 1 16,-3 3-11-16,0 1-1 0,-5 1-9 0,-3 3 5 15,-4-2-5-15,-1 3-4 0,0-5-3 0,-7 6-6 16,4-8-10-16,-2 2-14 0,2-2-27 16,-1-3-27-16,0 3-32 0,2-5-32 0,1-2-102 15,0 3-238-15,3-6 105 0</inkml:trace>
  <inkml:trace contextRef="#ctx0" brushRef="#br0" timeOffset="1699.26">3876 3709 39 0,'2'-5'200'0,"-2"5"-13"0,4-8-14 0,-4 8-18 16,3-5-18-16,-3 5-15 0,0 0-4 0,0 0-1 15,0 0 9-15,2 37-6 0,-3-5-6 0,0 3-5 16,-1 18-9-16,1-3-10 0,0-2-7 0,-2 1-7 16,-1-4-6-16,0-11-10 0,3 2-5 15,0-4-2-15,-3 0-4 0,2 0-6 0,-1 0-7 0,2-4 0 16,0 1-18-16,-1-4-14 0,2 0-21 0,-2-7-19 16,2 0-35-16,-3-1-36 0,1-1-31 0,0-3-25 15,1-2-20-15,0 1-114 0,1-12-320 0,-5 14 143 16</inkml:trace>
  <inkml:trace contextRef="#ctx0" brushRef="#br0" timeOffset="1934.76">3914 4006 143 0,'10'-4'182'0,"3"1"-9"0,-3-1-13 0,3 1-13 15,0 2-10-15,-2-1-7 0,3 4-12 0,-2 0-10 16,-1 1-9-16,0 2-4 0,-2-2-14 0,-3 2-6 16,-6-5-8-16,11 11-8 0,-7-3 0 0,-2 2-15 15,-4 2 4-15,2-12-5 0,-7 23-3 0,-2-13-7 16,0 3-5-16,-2 1-23 0,-2-1-26 0,1-2-37 16,-2-2-40-16,5 0-40 0,-1-2-38 0,-2 0-89 15,3-1-285-15,0-4 127 0</inkml:trace>
  <inkml:trace contextRef="#ctx0" brushRef="#br0" timeOffset="2165.41">4242 3684 133 0,'2'-5'209'0,"-2"5"-12"0,2-9-19 0,-2 9-17 0,3-4-15 16,-3 4-2-16,0 0 8 0,0 0-1 0,4 26-9 15,-3-1-8-15,-1 8-12 0,1-1-10 0,1 1-10 16,-2 2-7-16,-2-1-11 0,2-3-10 0,-1 3-7 16,1-3-12-16,-3 0-26 0,3-3-22 0,-2-1-33 15,-2-1-35-15,3-1-22 0,-2 1-51 16,-2-2-26-16,0-6-32 0,0-1-115 0,0-5-332 16,1-1 148-16</inkml:trace>
  <inkml:trace contextRef="#ctx0" brushRef="#br0" timeOffset="2438.23">4317 4246 61 0,'16'-10'180'0,"1"-3"-9"0,5-2-7 0,-1-4-3 15,1 3-6-15,-2-2-7 0,2 1-5 16,-1 0-5-16,-6 3-18 0,3-4-6 0,-4 4-14 16,0-1-4-16,-1 0-6 0,1-6-3 0,-4 6-5 15,-4 1-5-15,0-2-2 0,-4 3-1 0,-1-3-2 16,-2 4-5-16,-1 2 7 0,-2 1-4 0,0-1-5 15,-1 3-5-15,5 7-4 0,-16-4-8 0,6 4 2 16,10 0-8-16,-31 12-3 0,9 5-1 0,1 2-4 16,2-2 0-16,1 3-4 0,4 2-5 0,0 0 1 15,5-6-6-15,4 1 6 0,2 1-7 0,4-3-5 16,3-1-18-16,2-2-23 0,3 2-29 0,4-2-29 16,3-4-33-16,4 3-48 0,7-3-43 0,-1-2-205 15,1 1-448-15,2-4 199 0</inkml:trace>
  <inkml:trace contextRef="#ctx0" brushRef="#br0" timeOffset="2855.99">5534 3727 12 0,'0'0'233'0,"0"-9"-21"0,0 9-21 0,6-9-16 16,-3 2-8-16,5 2-14 0,5-3-13 0,-3 3-12 16,9-2-8-16,1-1-14 0,8-1-12 0,1 2-8 15,3 0-10-15,-1 2-4 0,-2 0-8 0,2-1-7 16,-1 1-6-16,0 0-27 0,-10 2-29 0,-3 1-40 15,-3 1-44-15,-1 1-30 0,-4 1-36 0,-1 1-137 16,-2 1-315-16,-6-3 139 0</inkml:trace>
  <inkml:trace contextRef="#ctx0" brushRef="#br0" timeOffset="3104.43">5634 3682 154 0,'-8'9'164'0,"6"1"1"16,-2 0-3-16,2 7-3 0,-3 8 1 0,-1 7 1 16,0 0-6-16,1 1-5 0,-3 1-11 0,1 10-8 15,1-9-9-15,0-1-7 0,1-1-4 0,2-1-11 16,-3-2-7-16,2-3-9 0,0 1-7 0,2-3-4 16,-2 1-11-16,1-9-3 0,1 2-6 0,-2-2-5 15,1 0-3-15,-2-3-6 0,4-1-12 0,0-4-27 16,0-2-29-16,-2 3-26 0,2-4-31 0,1-6-30 15,0 0-39-15,-2 13-30 0,2-13-179 0,-3 3-394 16,3-3 175-16</inkml:trace>
  <inkml:trace contextRef="#ctx0" brushRef="#br0" timeOffset="3634.64">5542 4059 154 0,'7'0'171'0,"4"-2"-9"0,3 1-5 15,-1 0-17-15,7-1-12 0,8 1-17 0,1 0-8 16,1 0-13-16,1 0-3 0,2-1-12 0,2 0-16 16,-2-2-29-16,0 3-19 0,-1 2-20 0,-1-5-18 15,0 2-11-15,-2 0-17 0,0 1-2 0,-7-1-5 16,-4 2-3-16,2-2 12 0,-2 1 0 0,-1-1 11 16,-5 1-5-16,-1 1 20 0,-3-3-1 15,-3 2 16-15,-5 1 9 0,0 0 13 0,0 0 17 16,7-7 10-16,-7 7 4 0,0 0 2 0,0 0 14 15,-15-11 8-15,5 10 7 0,-2-2 3 0,2 2 1 0,-2 0 2 16,1 1-2-16,1 1-6 0,-1 1-5 0,0 1-2 16,0 5-1-16,-2 2-4 0,-3 4 1 0,4 1-4 15,-5 7 1-15,3 2-5 0,1-2-10 0,4 2 4 16,3-5-8-16,1-1-1 0,1-1 0 16,4-1-7-16,0 0 0 0,2-4-1 0,2-1-3 15,1 0-2-15,2-3-1 0,2 0 0 0,2-2-3 0,1-1-4 16,-1-1-4-16,3-3-8 0,-1-1-5 0,2-2-2 15,-2-1 1-15,1 0-2 0,-2-4-2 16,-1-5 5-16,1 6-4 0,-2-4 1 0,-1-2 3 16,1-1-2-16,-2-1-1 0,-4 3 3 0,1-1-2 15,0-5-2-15,-1 5 2 0,-2-4 3 0,-1 4-2 16,2 0 1-16,-3 3 9 0,0 3 2 0,0 6 2 16,3-11-5-16,-1 7-4 0,-2 4-1 0,0 0 6 0,0 0 8 15,0 0 2-15,14 11 5 0,-10-4-1 0,-1 5 1 16,-1 0-2-16,1-1-1 0,2 6-4 15,-1-2 4-15,0 0-5 0,3 2-13 0,-2-2-22 16,2 0-31-16,-3-5-31 0,1 0-35 0,2-3-45 16,2 1-36-16,-1-1-142 0,-2-5-368 0,5 1 163 15</inkml:trace>
  <inkml:trace contextRef="#ctx0" brushRef="#br0" timeOffset="3872.43">6595 3920 68 0,'-13'-7'222'0,"3"5"-9"0,0 4-9 0,-2 0-6 15,0 4-8-15,-2 6-1 0,-5 6-10 0,4-3-9 16,-2 6-15-16,0 2-12 0,2 0-15 0,2 1-11 16,0-3-5-16,5 3-13 0,5-7-8 0,0 1-6 15,2-2-12-15,3 1-3 0,1 0-7 0,1-3-8 16,2 0-5-16,7-1-3 0,-3-4-20 0,5 0-20 15,2-2-28-15,1-1-25 0,1-2-33 0,2-1-36 16,0-3-34-16,6-1-39 0,-8 1-23 0,4-5-147 16,-6 1-387-16,3-1 170 0</inkml:trace>
  <inkml:trace contextRef="#ctx0" brushRef="#br0" timeOffset="4128.42">6870 3783 12 0,'-1'-10'273'0,"1"0"0"0,0-1-4 0,0 4-4 0,0 7-12 16,0-11-20-16,0 11-27 0,0-7-26 0,0 7-16 15,0 0-17-15,0 0-15 0,0 0-19 0,0 0 0 16,8 28-4-16,-3-8-5 0,0 6-6 0,-2 4-8 16,0 1-7-16,-2 2-5 0,2 0-6 0,-3 0-3 15,0-2-13-15,-1-2-2 0,1 3-3 16,0-4-6-16,-3 1 0 0,2-3-11 0,1-2-7 0,-3-5-29 15,2 0-25-15,-2 0-33 0,0-4-22 0,0-1-18 16,-1-4-32-16,0 0-39 0,2-2-52 0,-1 0-39 16,1-3-170-16,2-5-467 0,0 0 206 0</inkml:trace>
  <inkml:trace contextRef="#ctx0" brushRef="#br0" timeOffset="4564.24">6801 4025 117 0,'8'-1'175'0,"3"1"-7"15,3-1-20-15,3 1-10 0,3-2-16 16,7-1-6-16,1 2-8 0,-6 0-12 0,4 0 0 16,2-1-12-16,-8-2-1 0,0 4-15 0,-3 0 3 15,-3 0-9-15,-1 0-8 0,-1 0-3 0,-4 1-6 16,0-1-5-16,-1 3-7 0,-7-3-1 0,12 1-2 15,-8 2-2-15,-4-3-5 0,7 8 7 0,-7-3 3 16,2 6 0-16,-3-1 1 0,1-1-2 0,0 4 0 16,0-1-2-16,-1 1-5 0,1 3-2 0,-3-3 0 15,2 1-2-15,1-2-3 0,1 0 1 0,-1 0-1 16,3-1-1-16,0-3-2 0,1 2-2 0,1-3 2 16,3 0-1-16,-3-2 2 0,4-2 0 0,0 3 2 15,4-6-2-15,-2 3 7 0,2-3-6 0,0-1 2 16,0-1-3-16,5-4 0 0,-7 2 0 0,0-1 4 15,0-3 9-15,-2 4 10 0,0-5 1 0,-3-2 2 16,-1-1-3-16,-1-3 0 0,-3 0-2 0,1-2-9 16,-5 0 0-16,0-1-3 0,0 3-2 0,-1 0-8 15,-1 4 1-15,-3 0-10 0,2 2-9 0,0-2-20 16,-1 5-19-16,-3 0-22 0,1 1-22 0,0 3-23 16,9 2-27-16,-22 3-21 0,12 1-26 0,1 3-36 15,-4 5-116-15,3 0-364 0,0 1 162 0</inkml:trace>
  <inkml:trace contextRef="#ctx0" brushRef="#br0" timeOffset="5014.64">7316 4330 213 0,'10'-3'216'0,"-1"-3"-5"0,3 2-14 0,-2-3-7 15,2-1-7-15,3 2-3 0,-1-5-9 0,0 0-6 16,1 0-5-16,-1-3-10 0,-3 1-4 0,6-8-11 15,-5 6-14-15,3-7-6 0,-1 0-13 0,-1 0-10 16,-3 3-12-16,-3 2-4 0,-1-3-3 0,-2 2-8 16,0 0-8-16,-2 1 12 0,0 6-12 0,-5-1 4 15,3 1-6-15,-1-1-7 0,-3 2-13 0,4 10 8 16,-8-16-3-16,4 10-2 0,4 6-4 16,-16-8-14-16,6 5 7 0,-1-1-3 0,3 2-6 15,8 2-3-15,-15 0 2 0,9-2-6 0,6 2 3 0,-11-1-3 16,11 1-6-16,0 0-2 0,-11 3 4 0,11-3 0 15,0 0-11-15,0 0 7 0,0 0 1 0,0 0-5 16,23 16 5-16,-11-16-1 0,7 3-1 0,-1-2-1 16,9 0-6-16,-6 1 5 0,0-2 1 15,-1-2-2-15,-1 1-2 0,-2 2-2 0,-4-1 0 16,-2 0-2-16,-3 0-7 0,1 0 9 0,-1 0 2 16,-2 2-2-16,1 1-1 0,0 1-1 0,-2 2 2 0,0 1 4 15,-1-1-5-15,1 3 3 0,-1 1 5 0,-1 1-8 16,-1 1 5-16,1 4 0 0,-2 2-8 15,-1-3 10-15,0 3 3 0,0 0-3 0,-4-1 0 16,2 1-1-16,2-3-8 0,0 2-19 0,-2-1-18 16,-4 0-35-16,5-4-46 0,1-1-58 0,0 0-64 15,0 0-247-15,-2 0-534 0,2-11 236 0</inkml:trace>
  <inkml:trace contextRef="#ctx0" brushRef="#br0" timeOffset="5226.18">8160 3985 181 0,'0'0'263'0,"0"0"-22"0,5-5-25 0,-5 5-20 16,0 0-21-16,0 0-15 0,0 0-17 0,9 0-12 0,-9 0-14 15,0 0-18-15,10 12-40 0,-10-12-40 16,8 10-48-16,-5 1-43 0,1-3-43 0,1 1-42 15,-1 3-115-15,-4 1-294 0,0-2 131 0</inkml:trace>
  <inkml:trace contextRef="#ctx0" brushRef="#br0" timeOffset="5373.31">8195 4317 108 0,'2'8'231'0,"-2"-8"-1"15,0 0 7-15,1 8-7 0,-1-8-4 0,0 0-17 16,0 0-15-16,0 0-16 0,0 0-19 0,0 0-17 15,1 7-20-15,-1-7-29 0,0 0-42 0,0 0-51 16,0 0-60-16,0 0-83 0,32-13-64 0,-27 7-127 16,5 0-361-16,3-4 160 0</inkml:trace>
  <inkml:trace contextRef="#ctx0" brushRef="#br0" timeOffset="5535.21">8579 4192 95 0,'0'0'271'15,"9"-1"-1"-15,-9 1-4 0,0 0-9 0,7-2-10 16,-7 2-29-16,0 0-15 0,0 0-23 0,7-4-19 16,-7 4-18-16,0 0-29 0,0 0-28 0,9-1-38 15,-9 1-45-15,0 0-59 0,0 0-68 0,16 0-70 16,-16 0-171-16,0 0-396 0,0 0 176 0</inkml:trace>
  <inkml:trace contextRef="#ctx0" brushRef="#br0" timeOffset="6861.99">2462 4484 45 0,'-10'1'86'0,"10"-1"4"0,-24 0-8 0,10 0 4 16,1 0-3-16,0 0-4 0,-1 0 4 0,2-1-2 16,-1 2-8-16,1-1-7 0,2 0-5 0,-3 0-7 15,0-1-2-15,3 1-6 0,-2 0 0 0,2 1-9 16,1-1-1-16,9 0 1 0,-12 1-5 0,12-1 10 15,-12 2-3-15,12-2-3 0,0 0-1 0,-10 0-7 16,10 0-2-16,0 0-4 0,0 0-3 0,0 0 5 16,0 0-6-16,0 0 10 0,0 0 9 0,0 0-1 15,27 7 0-15,-10-4 5 0,4-1 3 0,10 0-1 16,-2-1 2-16,3-1-5 0,0 2 0 0,5-1-1 16,0-1 4-16,3-1-1 0,12-1 3 0,-1 4 1 15,2-2-2-15,-1-3-1 0,2 3-1 0,-2-1-2 16,3 1 1-16,-5 0-4 0,4-3 1 0,-1 3-2 15,1 0-3-15,-2 2-3 0,6-2 2 0,1 2 1 16,-2-1-7-16,2-1-1 0,-2-1-1 0,2 1-4 16,-1 1 4-16,2 2-6 0,-3-1 2 0,1 0-5 15,-4 2-1-15,-2-1 1 0,1-1-2 0,0 3-1 16,-2-2 0-16,3 2 2 0,-16-1-7 0,14 1 7 16,-2-3-4-16,4 4 0 0,-2-2-2 0,1 2 1 15,-1-5 0-15,2 5 1 0,2-4 1 0,-2 0 0 16,-2 2-2-16,-1-1-1 0,2-1 1 0,0 1-3 15,0 0 2-15,2 1 1 0,-3-1 0 0,1 1-3 16,1-2 4-16,1-1-2 0,0 2 1 0,0 3 0 16,0-3-5-16,0 0 3 0,0 1-1 0,-2-1 2 15,2-3-5-15,-1 6 4 0,-1-1-3 0,3 0 2 16,-2-3 0-16,5 1-2 0,-6 0 11 0,3-2-9 16,1 2-1-16,3-2 4 0,-3 1-3 15,2-1-3-15,4 1 2 0,-4-2 2 0,2 2-1 0,-2 0-3 16,1-1 4-16,0 5-5 0,-1-6 5 0,1 4-2 15,-6 0 1-15,4 0 2 0,-2 1 0 0,3 0 1 16,-3-2-1-16,2-1 2 0,-3 3-3 0,2 1 0 16,0-3 4-16,-5 2-3 0,0-2 2 0,1 1 10 15,-1-2-8-15,1-2 2 0,1 3 12 16,-4 0-16-16,3-1 2 0,-14 0-1 0,12-2 3 0,-12 0-1 16,14 3 0-16,0-1 1 0,-15 2-6 0,16-3 3 15,-16 0 1-15,1 2 5 0,0-2-8 0,2 3-1 16,-3-3 0-16,0-1-2 0,-3 2 4 0,-3 0 1 15,3-1 2-15,-3-1-1 0,0 3-3 16,-1-1 1-16,1-2 1 0,-5-1 1 0,0 4-2 0,-6-3 2 16,-2 2-2-16,-1-2 2 0,0 2-1 0,-6-2-3 15,2 2 1-15,-2-1 2 0,1-1 4 0,-13 0-10 16,11 0-5-16,-11 0 2 0,12 2-2 0,-12-2 1 16,0 0 0-16,12 1 1 0,-12-1 3 0,0 0-5 15,0 0 6-15,0 0-1 0,13 0-3 0,-13 0-1 16,0 0-1-16,0 0-14 0,0 0-20 15,0 0-25-15,0 0-36 0,0 0-38 0,0 0-47 0,0 0-60 16,0 0-258-16,0 0-538 0,0 0 239 0</inkml:trace>
  <inkml:trace contextRef="#ctx0" brushRef="#br0" timeOffset="16798.84">10218 4409 77 0,'0'0'152'16,"-2"-8"-7"-16,2 8-10 0,-3-8-13 0,3 8-2 15,-5-8-3-15,5 8 6 0,-2-8-9 0,2 8 0 16,-3-7-10-16,3 7-3 0,0 0-5 0,0-11-6 15,0 11-6-15,0 0-10 0,0 0-9 0,0-9-7 16,0 9-4-16,0 0-6 0,0 0-3 0,13-5-8 16,-8 3-3-16,5 2-1 0,3 0-3 0,0 3-2 15,0 0-2-15,4 3-3 0,1 2-3 16,-1 2-4-16,1 2 2 0,2 5-4 0,1 2 1 0,-3 3 0 16,-3 4 1-16,1 1 0 0,-3 0-2 0,-1 3-2 15,-1-1 0-15,-3 2 3 0,-2-4-1 0,2 3 0 16,-4-2-2-16,2-2 0 0,-2 0-2 0,-1-7-2 15,1-3 0-15,-3 0-2 0,1-4 2 0,0-2-1 16,0-1 1-16,-2-3-2 0,3 0 5 0,-3-6 3 16,0 11 20-16,0-11 13 0,1 8 18 0,-1-8 6 15,0 0-2-15,0 0-9 0,0 0-7 0,0 0-2 16,0 0-11-16,-1-29-2 0,2 13-5 0,1-2-5 16,4 0 0-16,0-8-1 0,4 1 2 0,0 1-12 15,3-5 4-15,3 1-8 0,-2-1 4 0,4 3-12 16,2-3-1-16,0 2 1 0,3 2-5 0,2-3-3 15,-3 3-3-15,-1 1-6 0,3 1-1 0,-3 2-1 16,1 4 0-16,-5 5-2 0,-1 1 0 0,-1 0-8 16,-3 7-7-16,-2-2-12 0,1 1-9 0,-4 2-14 15,1 0-10-15,-1 3-14 0,-7 0-18 0,14 0-18 16,-7 3-14-16,1 0-18 0,-1 2-12 0,-2 0-23 16,3 0-133-16,-3 4-353 0,-1-3 156 0</inkml:trace>
  <inkml:trace contextRef="#ctx0" brushRef="#br0" timeOffset="17119.54">11329 4714 169 0,'0'0'200'0,"7"-10"-19"15,-7 10-15-15,5-6-21 0,-5 6-13 0,9-5-16 16,-1 1-9-16,3 0-11 0,-1 2-10 0,5 0-30 15,-2 0-32-15,6-1-24 0,1 1-54 0,1-2-45 16,-1 3-123-16,-7-2-239 0,5 1 107 16</inkml:trace>
  <inkml:trace contextRef="#ctx0" brushRef="#br0" timeOffset="17299.52">11451 4834 54 0,'-8'5'195'0,"8"-5"-24"16,-4 3-9-16,4-3-6 0,0 0-9 16,0 0-11-16,-5 4-13 0,5-4-12 0,0 0-7 15,0 0-13-15,0 0-6 0,22 1-17 0,-10-1-34 0,9-1-33 16,-1 1-49-16,2-3-36 0,4 2-43 0,-5 0-104 16,-2-1-248-16,3 0 110 0</inkml:trace>
  <inkml:trace contextRef="#ctx0" brushRef="#br0" timeOffset="19153.72">13091 4814 214 0,'-3'6'222'0,"3"-6"-5"0,0 0-13 15,0 0-14-15,0 0-14 0,0 0-11 0,0 0-10 16,0 0-12-16,11-19-13 0,-7 10-12 0,2 2-11 16,2-3-8-16,-3 0-9 0,4-5-6 0,0 1-8 15,0-3-6-15,0 2-7 0,2-4-5 0,0-5-7 16,2 1-3-16,-1-6-6 0,1 2-4 0,-1-2-4 15,-3 3-4-15,0-3-6 0,-1-2 0 0,0 2-8 16,-2 1 0-16,-3 0 0 0,1 2-2 0,-2 0-5 16,-2 6-1-16,-2 2 1 0,0 1-5 0,-3 2 3 15,3 5-1-15,0 1-3 0,-2 2 3 0,-2 0-7 16,2 4 0-16,-5-1-3 0,9 4 3 0,-18-3-2 16,5 7 1-16,-3 2 1 0,-2 1-1 15,2 0 1-15,-1 5-3 0,2-4 2 0,-2 2-1 0,3 1-2 16,6-4 3-16,1 2-3 0,1-1 2 0,0 1 2 15,4-3-5-15,0 1 1 0,2-7-1 0,4 13 1 16,2-5 2-16,4-2-4 0,-1 0 3 0,5 1-5 16,5-1 0-16,0-1 2 0,1 1 0 0,0 0-1 15,1-2-2-15,-3 1 0 0,-3-1-1 0,3-1-2 16,-6 1 6-16,1 0-1 0,5 2 2 0,-7 1 0 16,1-2-1-16,-1 0-3 0,-3 3 4 0,2-1 1 15,-1 0 0-15,-1 2-2 0,-4-4 1 0,2 6 1 16,-2 2 3-16,-1-3-1 0,-1 1 0 0,2 0 1 15,-2 1-1-15,2-1-2 0,-4 2 6 0,3-1 0 16,3 3-2-16,-6-4-1 0,5 0-18 0,-4-1-19 16,3 2-16-16,-2-2-28 0,-2-10-30 0,11 19-27 15,-7-10-32-15,4-1-35 0,-4 2-110 0,-4-10-343 16,7 11 152-16</inkml:trace>
  <inkml:trace contextRef="#ctx0" brushRef="#br0" timeOffset="20012.27">13746 4523 2 0,'0'0'144'0,"0"0"-3"16,0 0-1-16,0 0-12 0,0 0 0 0,10 18 1 16,-10-18-6-16,-3 15-12 0,3-15-9 0,0 16-2 15,0-16-8-15,-5 17-6 0,5-7-8 16,0-10-3-16,0 17-6 0,0-9-3 0,0-8 3 15,-2 13-8-15,2-13-2 0,0 9-2 0,0-9 4 0,0 9 4 16,0-9 13-16,0 0-6 0,0 0-6 0,-6 4-2 16,6-4-1-16,0 0-4 0,0 0-1 0,0 0-9 15,-18-13-1-15,11 5-5 0,2 1-5 16,1-3-6-16,0-1 2 0,3-4-9 0,-1-1-1 16,0 0 0-16,4-1 0 0,0-1-4 0,3 0-2 0,-1 0-4 15,5 1-3-15,1 1-2 0,0 2 1 0,5 0 1 16,0 2-5-16,3 4-5 0,1 1 4 0,0 3-2 15,1 2 0-15,-2 2-2 0,3 3 0 16,5 3 0-16,-8 1-1 0,-2 6 1 0,-1-3 1 16,-1 5-2-16,-3-2 2 0,0 3 1 0,-3-1 0 15,0 2 0-15,-3-2-2 0,-1-2 0 0,-2 2 1 16,1-3 2-16,-1 0-3 0,-2 0 1 0,0-2-2 0,0-3 4 16,0-7-1-16,0 0 2 0,0 15 3 15,0-15-2-15,-5 6 6 0,5-6-9 0,0 0 1 16,0 0-1-16,0 0 5 0,0 0-4 0,0 0-1 15,-15-25-3-15,15 15 0 0,2-2-1 0,0-5 2 16,1 6-5-16,1-6 0 0,3 0-8 0,2-6-5 0,-2 4 0 16,-1 1-3-16,8 0-2 0,-5 6 0 0,0-4 0 15,1 3 2-15,-2 6 2 0,1-1-2 16,1 2 5-16,0 2-3 0,-1 2 1 0,-2 1 3 16,-7 1-2-16,20 5 3 0,-12 1 0 0,1 2 4 15,-1 3 1-15,3 0 1 0,-5 5 2 0,1-2-2 16,-2 1 1-16,2-1 3 0,-5-2 0 0,4 4 0 15,-1-4 1-15,-3 1-3 0,8-1 3 0,-6-2 1 16,3-2 1-16,-1 1 3 0,1-1 2 0,2-3 6 0,0-1 1 16,2-2-1-16,3 0 1 0,-3-4-2 15,-11 2-2-15,29-6-3 0,-11-1 0 0,0 1 2 16,-2-3-1-16,-3-2-1 0,1-1 0 0,-3 2-2 16,0-3 3-16,-1 4-1 0,-2-2 0 0,1-2 1 15,-3-1-3-15,1 2-1 0,-2 0-3 0,-5 3 3 16,4-3 0-16,-4 3-2 0,1 3 8 0,-1 6-10 15,0-12 1-15,1 5 2 0,-1 7-6 0,0 0-1 16,0 0 1-16,0 0-1 0,0 0 1 0,0 0 4 16,0 0-3-16,-15 15 0 0,10-4 1 0,1-1 0 15,1 2-1-15,3 0 0 0,-2 2 6 0,0 4-6 16,2 1-2-16,0-7 3 0,3 5 0 0,-2-1 0 16,2-1 2-16,1-3 0 0,-4 0 2 0,6-1 0 15,-5 0-4-15,2 0 3 0,-1-3-1 0,0 2-1 16,3-2 1-16,-4-2 1 0,0 1-2 0,1-2 1 15,-2-5-9-15,0 12-3 0,0-12-6 0,0 0-5 16,-4 14-18-16,4-14-20 0,-7 5-21 0,7-5-28 0,-10 7-28 16,10-7-35-16,0 0-34 0,-15 3-110 15,15-3-344-15,0 0 152 0</inkml:trace>
  <inkml:trace contextRef="#ctx0" brushRef="#br0" timeOffset="20551.24">15340 4383 78 0,'-5'-7'169'0,"5"7"0"0,0 0-10 0,0 0-14 16,-1-7-6-16,1 7-7 0,0 0-8 0,0 0-15 15,0 0-2-15,0 0-16 0,0 0 5 0,0 0 2 16,0 0-5-16,9 19-4 0,-4-9 0 0,2 6-15 15,1 1-6-15,0-1-3 0,2 7-4 0,-3-5-6 16,3 4-6-16,-4-2-2 0,1-1-4 0,0-2-4 16,1 2-3-16,-3-2 0 0,2-3-7 0,-2-3 0 15,1 1 1-15,-2-2-5 0,1-3 4 0,0 3-2 16,-2-6 7-16,-3-4 6 0,5 8 6 0,-3-3 15 16,-2-5 9-16,7 4-7 0,-7-4-4 0,0 0-6 15,11-11 2-15,-3 3-7 0,-2-4-4 0,6-3-6 16,-3-2-1-16,5-5-3 0,-4 5 0 0,1-5-6 15,5-3-5-15,-1 0-4 0,0-3 1 0,1 3 5 16,-1-4-2-16,-2 2-12 0,2-1-4 0,-3 2 0 16,-2 1-9-16,-1 6-7 0,-3 5-5 0,-1 2-15 15,-1 4-22-15,0-1-30 0,0 3-36 0,-3 2-39 16,-1 4-15-16,0 0-1 0,0 0-14 0,0 0-16 16,7 21-11-16,-10-10-139 0,-2 8-379 0,1-2 168 15</inkml:trace>
  <inkml:trace contextRef="#ctx0" brushRef="#br0" timeOffset="20951.73">15981 4460 164 0,'0'0'204'16,"3"-8"2"-16,-3 8-4 0,0 0-18 0,2-14-10 16,-2 14-2-16,-3-7-15 0,3 7-10 0,0 0-12 15,-11-4-14-15,2 4-10 0,9 0 1 0,-21 7-19 16,5 1-9-16,-1 3-1 0,0 2-9 0,-3 3-4 15,-2 3-5-15,2 1-6 0,2 0-7 0,5-4-7 16,3 1-6-16,-1-2-4 0,3 1-5 0,4-5 1 16,-1 5-7-16,3-7-4 0,2 2 1 0,0-4 0 15,4 3-1-15,-2-5-2 0,4 2 1 0,2-3 4 16,3 0-9-16,-11-4 0 0,22 3 0 0,-11-4 0 16,1-3-8-16,2-1 4 0,-3 0-6 0,0-2 4 15,0 0-6-15,1-6-1 0,-2 0 5 0,1 0-3 16,-2-1 4-16,-1-1-6 0,-4 3 1 0,0 2 6 15,1 1-6-15,-4-2 0 0,-1 11-2 0,7-15 3 16,-7 15-1-16,5-11-1 0,-5 11 2 16,4-7-12-16,-4 7-1 0,0 0 4 0,0 0-3 0,0 0 0 15,0 0 1-15,0 0-2 0,8 26 5 0,-6-15 1 16,-1 5 3-16,-1-1 0 0,1 2 0 0,0-1-2 16,-1-2-18-16,0 2-28 0,3-1-25 0,0 1-33 15,-2-3-28-15,1-3-31 0,1-1-31 0,0 2-190 16,-2-2-418-16,-1-9 186 0</inkml:trace>
  <inkml:trace contextRef="#ctx0" brushRef="#br0" timeOffset="21185.92">16270 4282 216 0,'1'-10'220'0,"0"-1"-2"16,-1 3-5-16,0 8-16 0,-1-14-22 0,1 14-12 15,0-7-22-15,0 7-12 0,0 0-9 0,0 0-3 0,0 0-10 16,1 40 0-16,0-14-10 0,-1 3-11 0,2 3 1 16,-2-2-8-16,0 2-7 0,-2-3 2 15,2 3-9-15,-2-3-14 0,1 2-1 0,1-5-8 0,-2 2-18 16,1-3-22-16,1-6-21 0,0 0-28 16,0-1-34-16,0 0-31 0,1-6-61 0,-1 0-32 15,0 0-165-15,0-2-399 0,0-10 177 0</inkml:trace>
  <inkml:trace contextRef="#ctx0" brushRef="#br0" timeOffset="21704.05">16420 4555 2 0,'0'0'231'16,"3"-11"-13"-16,-3 11-19 0,4-8-20 0,-4 8-16 16,0 0-14-16,0 0-17 0,0 0 0 0,0 0-1 0,0 0-7 15,0 0-8-15,0 0-11 0,0 0-10 0,-9 34-8 16,6-25-9-16,2 0-6 0,1-9-6 15,0 20-7-15,1-10-4 0,2-1-4 0,1-1-4 16,-1-1-6-16,5 2-3 0,0-1-1 0,1-1-5 16,1-3-2-16,4 0-5 0,-2-4-1 0,1 1-4 15,0-2-3-15,6-2-2 0,-1-2-3 0,-5 2-6 16,0-3-4-16,3-1 1 0,-3-4-2 0,3 2 1 16,-4-3-5-16,0-2-1 0,-1-1 4 0,-3 1-3 15,-3 3 4-15,2 2-2 0,-4 0-4 0,1 4 4 16,-4 5 2-16,5-10-2 0,-5 10-2 0,0 0-4 15,6-7 4-15,-6 7-3 0,0 0 2 0,0 0 0 16,0 0 1-16,0 0 2 0,3 22-1 0,-1-11 0 16,-1-2 4-16,-1-9 2 0,6 19 5 0,1-11 5 15,2 1 2-15,-3 2-1 0,4-6 4 0,2 1-3 16,-1 1 0-16,7-3 0 0,3-2 0 0,0-2 0 16,0-2-5-16,0 2 2 0,-1-3-2 0,0-1-2 15,-3-1 1-15,1-2-4 0,-6 4 1 0,1-4 6 16,-3 0-7-16,1-3-1 0,-3 1-5 0,-2-1 5 15,-2-1 1-15,1-1-2 0,-4-3-4 0,-2 3 2 16,-1 0 1-16,-4 2-3 0,2 0 0 0,0 0 2 16,-3 2 1-16,7 8 3 0,-11-6 0 0,11 6-6 15,-16 1 7-15,16-1-1 0,-23 13 6 0,8-3 0 16,-1 4-3-16,0 7-1 0,3-7 3 0,2 4-1 16,1-3-3-16,6 0-14 0,2 2-16 0,3 2-28 15,4-5-43-15,3 2-44 0,7-6-65 0,11 4-36 16,2-1-155-16,6-3-425 0,21-1 188 0</inkml:trace>
  <inkml:trace contextRef="#ctx0" brushRef="#br0" timeOffset="22415.4">17835 4675 1620 0,'-10'-6'81'0,"10"6"-55"0,-13-8-2 16,8 3-1-16,-3-1 29 0,8 6 18 0,-11-10 3 16,11 10-7-16,-7-10 9 0,7 10 8 0,-7-9 13 15,7 9 2-15,-5-7 4 0,5 7-5 0,0 0-10 16,0 0-5-16,-7-6-19 0,7 6-9 0,0 0-4 16,0 0-5-16,-11 16-4 0,8-7 5 0,-1 0-12 15,2 2-3-15,-1 0-1 0,3 1-2 0,-1-3-2 16,1-9-3-16,2 24-3 0,2-15-3 0,0 1 2 15,0-1 7-15,2 0-12 0,1-2 0 0,0-3-3 16,2 0 4-16,4-1 1 0,-1-2 1 0,3-1-8 16,-2-1-3-16,3-4-4 0,0-1 1 0,-1-4-17 15,-1 0 1-15,-1-2-5 0,1 0-2 0,-4-2-2 16,-2 4-3-16,-2-6-6 0,-3-1-1 16,-1-1 0-16,-3-1 0 0,-2 1 3 0,-2-6-1 0,-1 7 1 15,0-1 10-15,-2 3-2 0,1 5 2 0,2-1 0 16,-2 2-1-16,0 1 0 0,4 4 0 0,-3-2 6 15,0 1-8-15,6 5 5 0,-15 0 0 0,15 0 4 16,0 0 5-16,-21 8-5 0,16-1 2 0,0-1 0 16,5-6 0-16,0 14 6 0,0-14-1 0,7 15 3 15,1-8-2-15,3 0 1 0,8-2 2 0,0-1-5 16,10-1 3-16,2-3 1 0,5 0 2 0,0-3-5 16,1-1-6-16,-6-5 7 0,0 4 2 0,-3-5-1 15,-8 2 0-15,-3 2 1 0,-1-6 8 0,-2 2-4 16,-3-3-5-16,-4 2 4 0,2-3 0 0,-3-2 4 15,0 1 2-15,-2-2-1 0,-2 0 8 0,-2 0 1 16,1 5 7-16,-2 0 2 0,2 0 5 16,-1 3 2-16,0 1-2 0,0 8 0 0,0-10-4 0,0 10-7 15,0-8-6-15,0 8-2 0,0 0-1 0,0 0-1 16,0 0 0-16,-9 23-1 0,1-4 8 0,-1 8 0 16,2 4 1-16,-5 14 5 0,-1 1 10 15,4 0 0-15,2-10 0 0,-1 11 5 0,-1-2 2 16,0 2 4-16,1-13 2 0,2 11-4 0,0-13 7 15,1 0-10-15,-1 2-5 0,1-5-5 0,1 0-1 0,2 0 0 16,-2-4-6-16,-1 0 2 0,3-5 7 0,-1-4-14 16,0-1-28-16,1-3-23 0,-1 0-28 0,2-2-23 15,-2-1-32-15,3-9-25 0,-5 15-34 16,5-15-28-16,-2 8-53 0,2-8-163 0,0 0-456 16,0 0 202-16</inkml:trace>
  <inkml:trace contextRef="#ctx0" brushRef="#br0" timeOffset="22570.54">18198 4712 76 0,'0'0'197'0,"5"-10"-25"0,-5 10-12 0,8-6-19 16,-8 6-13-16,11-7-12 0,-3 5-14 0,-8 2-1 16,19-2-16-16,-5 0-16 0,4 0-33 0,3 0-49 15,5 1-44-15,4-1-54 0,-3 1-90 0,-5-1-217 0,7-1 96 16</inkml:trace>
  <inkml:trace contextRef="#ctx0" brushRef="#br0" timeOffset="22713.34">18661 4666 87 0,'0'0'262'16,"0"0"-16"-16,0 0-20 0,0 0-15 0,0 0-17 0,0 0-10 16,0 0-15-16,0 0-17 0,3-9-19 0,-3 9-21 15,0 0-42-15,0 0-48 0,7-6-52 16,-7 6-46-16,11-6-56 0,-3 2-173 0,-8 4-331 15,14-7 146-15</inkml:trace>
  <inkml:trace contextRef="#ctx0" brushRef="#br0" timeOffset="24947.71">19280 4587 180 0,'-3'-14'194'0,"0"5"-5"15,3 9-15-15,-5-11-16 0,2 5 2 0,3 6-11 16,-10-8-10-16,4 5-7 0,-2 1-11 16,-3 0-14-16,-1 2-6 0,-1 2-14 0,-3 2-7 0,-2 4-8 15,1 2-5-15,1 4-4 0,0-1-9 0,-3 6-23 16,6-3-2-16,-1 0 1 0,4 2-6 15,2-1 0-15,2-1-2 0,2 1 1 0,0-2-6 16,4-1-2-16,2-3-2 0,1 0 0 0,1 2-4 16,3-4 2-16,0 0 1 0,5 0-1 0,-1-2-3 0,1-1-2 15,2-3-3-15,4-1 0 0,0-2 0 0,-5 0 2 16,6-2-6-16,-8 0 2 0,8-4 0 0,-7 0-3 16,-1-1 1-16,1-4 3 0,1-1 1 15,-2 0 0-15,1 0 0 0,-5-1-4 0,0 0 1 16,-1-1 4-16,-2-2-3 0,0 5 2 0,0-6-3 15,-3 7 6-15,1 1-2 0,-2 2 4 0,2 0 0 0,-2 7-1 16,1-10 1-16,-1 10 0 0,2-8-12 16,-2 8 4-16,0 0 0 0,0 0-2 0,0 0 0 15,0 0 2-15,2 24-3 0,-4-13 4 0,2 1-1 0,2 4 2 16,-2 0 0-16,2 1-1 0,-2-1-4 16,3 0-21-16,-3 1-22 0,4-1-6 0,0 0-39 15,-1-4-36-15,1-2-23 0,0 2-34 0,2-2-137 0,-2-3-347 16,1 2 154-16</inkml:trace>
  <inkml:trace contextRef="#ctx0" brushRef="#br0" timeOffset="25196.25">19634 4452 2 0,'0'-11'207'0,"0"3"2"0,0 8-8 0,-2-12-16 15,4 5-25-15,-2 7-18 0,0 0-12 0,0 0-15 16,0 0 0-16,0 0 4 0,0 0-9 0,-7 34-10 16,4-8-8-16,-1 0-8 0,2 1-7 0,1 1-7 15,-1-4-3-15,0 3-12 0,3 0 0 0,-2-3-8 0,-1 0-7 16,2-5-9-16,0-1-17 0,2-2-31 0,-1 1-26 16,0-3-33-16,1-2-42 0,-1-1-26 15,4-1-35-15,-1-1-130 0,-2-1-334 0,5-2 148 16</inkml:trace>
  <inkml:trace contextRef="#ctx0" brushRef="#br0" timeOffset="25421.75">19954 4395 214 0,'0'-6'209'0,"0"6"-20"15,1-10-17-15,-1 10-19 0,3-6-15 0,-3 6-11 0,0 0 5 16,0 0-2-16,0 0 4 0,-11 34-6 15,4-17-7-15,1 9-9 0,-2 5 2 0,0-3-19 16,-2 2-7-16,5 0-11 0,0 0-5 0,0-1-9 16,-4-2-6-16,6-3-4 0,-2 2-4 0,4-7-13 15,-2-1-25-15,2 0-29 0,0-1-31 0,-2 1-23 16,3-5-26-16,0 2-32 0,-1-4-42 0,1-1-38 16,-3 2-112-16,3-12-347 0,-1 13 154 0</inkml:trace>
  <inkml:trace contextRef="#ctx0" brushRef="#br0" timeOffset="25586.02">19881 4599 56 0,'0'0'113'0,"23"2"-16"15,-5-1-17-15,-5-1-27 0,-1 7-25 0,0 0-30 16,2 4-26-16,-4 2-39 0,-2 3-71 0,-3-1 32 15</inkml:trace>
  <inkml:trace contextRef="#ctx0" brushRef="#br0" timeOffset="26093.79">20008 4885 93 0,'0'0'154'16,"0"0"-4"-16,19-6-10 0,-9 1-3 0,2 1-5 15,0-3-4-15,5 0-10 0,-2-3-8 0,1 1-8 16,-1-1-1-16,9-6-13 0,-2 1-4 0,-7 2-6 15,4 0-13-15,-1-6-1 0,-5 4-4 0,-1-2-8 16,0 0-2-16,-3 2-2 0,-1-1-1 0,0 1 3 16,-5-1-5-16,-3 4 0 0,0 0 3 0,0 1 2 15,0 11-12-15,-2-20 2 0,-2 13-4 16,4 7 4-16,-6-10-9 0,6 10-2 0,-14-5-5 0,14 5 0 16,-22 1-5-16,12 3-2 0,-3 2 1 15,-2 5-3-15,-1 0 0 0,4 4-5 0,-1-1-2 16,3 2 1-16,1 0 0 0,1 3-1 0,0 0 2 0,3-2 4 15,3-1-7-15,2 1-1 0,0-6 0 0,2 6-1 16,2-5 1-16,2-1-2 0,1 0 0 16,4 1 6-16,6-3-7 0,-6-1 2 0,6-2 0 0,1-2-1 15,2-1 9-15,-1-2-12 0,1-1 3 0,-3-3-1 16,3 2 0-16,-2-3-3 0,-2-1 2 16,3-1-2-16,-5 2-1 0,0-5 0 0,-4 2-2 0,0-2-5 15,0-4-3-15,-1-2-1 0,0 1 3 0,-2-1-2 16,-3 3 0-16,0-6 1 0,-1 1 1 0,-2 1 3 15,0 0 0-15,1 5-1 0,1-2-2 16,0 3 3-16,1-1 0 0,-2 4 0 0,-2 7-3 16,5-12 3-16,-1 6 4 0,-4 6-3 0,8-9-1 0,-8 9 0 15,0 0-2-15,15-2 0 0,-15 2-1 0,10 10 4 16,-3-3 1-16,-2 5 9 0,0-1-9 16,-1 2 4-16,0 2-1 0,0 2 2 0,-2-2-3 0,2 2 4 15,-3-1-9-15,1 0-19 0,0 0-25 0,1-1-28 16,-3-5-48-16,3 1-37 0,-1 1-35 15,-2-2-117-15,1 0-341 0,-1-10 150 0</inkml:trace>
  <inkml:trace contextRef="#ctx0" brushRef="#br0" timeOffset="26475.34">20798 4642 183 0,'0'0'166'0,"0"0"-11"0,0 0 11 0,0 0 5 0,0 0-7 16,0 0-3-16,0 37-18 0,-3-24-11 16,2 5-2-16,-2-1-9 0,2 1-12 0,0-2-11 15,-1 1-11-15,2 0-7 0,-1-5-9 0,1-1 4 16,0-1-15-16,0 0-2 0,0-1-6 0,0-9-5 16,0 10-2-16,0-10 12 0,0 9 10 0,0-9 9 0,0 0-2 15,0 0-10-15,0 0-4 0,0 0-7 16,0 0-2-16,0 0-9 0,0 0-4 0,5-34-3 15,-2 22-4-15,1-5 0 0,1 2-7 0,5-3-6 16,0-4-3-16,4-1-6 0,0 2-6 0,3 0 1 16,-2 2-5-16,0 5 0 0,-1 1-3 0,2 3 1 15,-2 1-2-15,4 4 2 0,-8 1-1 0,2 0-4 0,1 5 1 16,-2 4 1-16,-1 2 0 0,-1-1-2 16,2 7 0-16,-4-3 2 0,2 4 2 0,-3 3 1 15,-2 0 0-15,-1 2 0 0,-2-2-18 0,-1 0-24 16,2 4-27-16,0-5-22 0,-2 0-28 0,1-3-52 15,-1 0-25-15,3-2-26 0,-2 1-141 0,-1-1-395 16,0-11 175-16</inkml:trace>
  <inkml:trace contextRef="#ctx0" brushRef="#br0" timeOffset="26841.97">21434 4645 101 0,'0'0'202'0,"-7"-20"-1"0,4 13-15 15,-4 0-5-15,7 7-16 0,-15 0-16 0,15 0-8 16,-29 9-5-16,9-1-6 0,-1 6-7 0,-1 4-15 16,0-1-9-16,5 2-7 0,0-1-9 0,4-1-7 15,2-5-10-15,3 0-6 0,3 2-6 0,2-1-3 16,0-3-4-16,6 1-7 0,-2 0-5 0,4-4-10 16,3 0-10-16,0 1-7 0,2-6-8 0,3 1-7 15,1-1-4-15,-1-3 0 0,4-2-1 0,-5 1 1 16,-2-3-2-16,2 0 5 0,-2-3-3 0,-1-2-2 15,1 1 4-15,-3-2 0 0,-1-3 2 0,0 3 5 16,1 0-6-16,-2 0 1 0,-3 0 2 0,4 1 7 16,-4 3 13-16,-2 7 8 0,3-14 1 0,-3 14-5 15,1-9-3-15,-1 9-4 0,0 0 0 0,3-6-3 16,-3 6 2-16,0 0 2 0,0 0 2 0,1 21-3 16,-2-10-1-16,-2 0-1 0,0 2 8 0,2-1-8 15,0 5 0-15,-2-2-18 0,5-2-23 0,0 2-29 16,-1-3-37-16,3-1-42 0,1 0-49 0,2 1-171 15,-5-3-388-15,3-4 172 0</inkml:trace>
  <inkml:trace contextRef="#ctx0" brushRef="#br0" timeOffset="27104.62">21865 4452 152 0,'2'-11'261'0,"-2"4"-10"0,1 0-20 0,-1 7-19 16,0-10-27-16,0 10-9 0,0 0-23 0,0 0-3 16,0 0 10-16,0 0-11 0,2 35-5 0,-2-8-9 15,-2 2-7-15,0 2-8 0,-1 0-13 0,1 1-9 16,0-2-10-16,0-1-5 0,-1 2-5 16,2-2-12-16,-3 0-6 0,1-1 1 0,1-4-12 0,1 1-2 15,0-6-13-15,-2-2-22 0,3 2-22 0,-1-4-23 16,1-3-31-16,0-3-35 0,-2 3-32 0,2-12-37 15,-2 12-31-15,2-12-33 0,-4 8-177 0,4-8-444 16,-9 3 197-16</inkml:trace>
  <inkml:trace contextRef="#ctx0" brushRef="#br0" timeOffset="27373.96">21755 4709 174 0,'0'0'175'0,"5"-9"-20"0,-5 9-15 0,10-5-11 15,-10 5-11-15,20-3-7 0,-4 2-7 0,3-2-14 16,0 4-2-16,9-2-7 0,0 1-14 16,-6 1 1-16,5-3-10 0,-7 2-2 0,2 1-6 0,-4 0-7 15,0 2 0-15,-3-2 0 0,1-1-6 0,-4 2-8 16,0 1 8-16,-12-3-2 0,13 0 0 16,-13 0-1-16,14 4-3 0,-14-4-1 0,9 7 7 15,-5-2 3-15,1 2 1 0,1 0-2 0,-4 3 2 16,0 0 6-16,-2 2-10 0,1 3-1 0,-2 1-5 15,-1 1 0-15,0 0-3 0,-2 0-24 0,-1-2-17 0,3 1-32 16,-2-1-37-16,2-4-49 0,1 0-36 0,-1-1-173 16,2-10-367-16,-7 15 163 0</inkml:trace>
  <inkml:trace contextRef="#ctx0" brushRef="#br0" timeOffset="27545.88">22198 4421 3 0,'5'-7'84'0,"-5"7"-21"0,0 0-16 16,0 0-17-16,19 19-15 0,-12-2-27 0,2 10-27 16,-4 5-42-16,-1 3 20 0</inkml:trace>
  <inkml:trace contextRef="#ctx0" brushRef="#br0" timeOffset="27778.17">22295 4908 121 0,'0'0'195'0,"0"0"-14"0,0 0-9 15,8-25-14-15,-5 15-2 0,-2 0-6 0,3 0-5 16,1-4-13-16,0 0-11 0,2-2-10 0,4 2-7 0,0 1-15 16,2 1-4-16,0 1-6 0,-3 5-7 15,2-1-4-15,0 2-7 0,0 1-6 0,-1 3 0 16,3 2-7-16,-1 3-7 0,0 2-5 0,2 4-2 15,-3 2 5-15,-3 3-11 0,-4-3 0 0,0 5-2 16,-2-2 0-16,2 3-4 0,0-1-1 0,-5-1-12 16,1-3-21-16,-1-1-25 0,0-1-23 0,1 2-23 15,-1-2-31-15,0-11-33 0,5 15-34 0,-3-9-158 16,-2-6-368-16,7 11 163 0</inkml:trace>
  <inkml:trace contextRef="#ctx0" brushRef="#br0" timeOffset="28316.23">22882 4748 149 0,'-1'-17'180'0,"-3"7"-5"0,4 10-6 15,-12-11 2-15,3 8-8 0,-4 1-7 0,13 2-6 16,-25 4-8-16,6 1-10 0,2 4-10 0,-1-1-11 16,3 2-10-16,0 0-11 0,2 3-7 0,0-3-9 15,5 0-6-15,3 1-4 0,0-1-8 0,3-2-7 16,2-1-3-16,0-7-4 0,6 16-4 0,2-9-10 15,1-3-8-15,2-1-8 0,7 0-7 0,-4-1-5 16,-2-2-1-16,2 0-4 0,4-4 2 0,-6 2-3 16,0-3 0-16,-2-1-1 0,1 0 2 0,0 1-2 15,-2-2 4-15,0 1-2 0,-2-1 6 0,0 1-1 16,-1 1 7-16,-6 5 3 0,8-8 3 0,-8 8-4 16,6-5 0-16,-6 5-7 0,0 0 0 0,0 0 3 15,0 0 2-15,0 0 12 0,8 23 8 0,-8-4 9 16,-7 9 2-16,1 1-1 0,-2 7 10 0,1 10 2 15,2 4-5-15,-1 1-3 0,-4 1 3 0,4-3 2 16,5-1-7-16,-1 2 1 0,4-3-1 0,-4-12-1 16,2 10 0-16,2-11 4 0,0 1-5 15,0-2 0-15,0-1 0 0,-1-1-7 0,2-1-2 0,-2-4 0 16,0-1-6-16,-1-7 1 0,2-1-1 0,-6-3-2 16,-1-4-1-16,-2 0 2 0,-2-5-4 0,-3 2 2 15,-5-3-7-15,-2-2 10 0,2-5-8 0,-3-1-2 16,1-5-4-16,-8-1 1 0,1-4-8 0,1-1 2 15,3-4-9-15,1-3-1 0,2-1-4 0,5 0-3 16,4-5-9-16,4-1 1 0,0-3-4 0,8-1-7 16,5-2 4-16,2 2-4 0,4-16-9 0,11 6-4 15,2 2 2-15,7 2-8 0,3 5-7 0,2 1-7 16,1 1 0-16,-9 11-7 0,15-9-15 0,-12 13-18 16,3 1-14-16,-1 3-28 0,11-5-42 0,-11 7-27 15,-3 4-150-15,0-2-396 0,0 0 175 16</inkml:trace>
  <inkml:trace contextRef="#ctx0" brushRef="#br0" timeOffset="30021.15">23711 4614 157 0,'-19'-3'195'0,"0"0"-14"0,-3 6-13 0,-5 4-5 0,1 2-10 16,0 6-2-16,3 4-8 0,-3 2-5 0,5 3-33 15,0 1-5-15,6 1-12 0,2 3-9 0,3-2-7 16,5-1-8-16,2 1 0 0,5-2-11 0,4-2-2 15,5 0-4-15,0-7-6 0,5 5-8 16,6-6-16-16,0 2-9 0,3-4-10 0,-5-4-6 0,9-3-11 16,0 0-21-16,-1-4-7 0,0 1-20 0,2-5 2 15,-10-1-5-15,1-1-4 0,6-3 6 0,-10 1 8 16,0-3 2-16,0-1 11 0,-2-1 3 0,-1-3 10 16,-4-1 3-16,6-7-1 0,-7 5 20 0,1-6 4 15,-1-1 4-15,-2-1 3 0,-1 8 10 0,0-1 14 16,0 0-3-16,3-5 4 0,-4 5 4 0,-1 6 6 15,0 1 8-15,-1 2 2 0,-1 3 4 0,0-1-8 16,-2 7-9-16,2-9-6 0,-2 9-1 0,0 0 10 16,0 0 2-16,0 0-3 0,0 0 1 15,-5 38 7-15,0-20 1 0,0 2-3 0,-1 4-7 0,1 1 6 16,0-2-6-16,4-4-4 0,-1-2-3 0,2-1-2 16,0 0-5-16,2-3 0 0,1 2 3 0,2-5-4 15,-2 0 5-15,4-3-6 0,1 0 1 0,1-2 1 16,3 0-2-16,0-2-2 0,2-3 3 0,3-1-6 15,-2 1 4-15,0-6-5 0,3 2 3 16,-6-3 0-16,3-1 1 0,0-1-11 0,1-1 8 0,-4-2-7 16,2-2 3-16,-2-1-6 0,-3-2 1 0,0-2 1 15,-2 1-2-15,-1-1 0 0,-1 0 1 0,-3 2-3 16,0-1 2-16,-1 2-2 0,0 4 10 0,-1 4 11 16,-1 1-4-16,1 7-1 0,0-11-7 0,0 11-3 15,0 0 0-15,0 0-2 0,0 0 0 0,0 0 0 16,0 0 2-16,-13 21 1 0,9-10 7 0,-1 3 0 15,0 3 0-15,1 0 0 0,1-1 1 0,0 2 1 16,0 0 3-16,4-1-5 0,-1-6 4 0,2 2-4 16,1 0 0-16,0-4 4 0,1 1 2 0,5-1-4 15,-1-1 7-15,1-2-2 0,2 1 0 16,1-2-2-16,-1-3-1 0,4 1-1 0,1-2 0 0,3-1-1 16,-1-2-2-16,-2-2-3 0,2-1-1 0,-2-2 4 15,0 0-3-15,-4-3-8 0,3 0-3 0,-2-4-3 16,-2 2-3-16,1-3 3 0,-3-1-3 0,-1-1-2 15,-1-1-5-15,-4 0 5 0,0 0-2 16,-3 0-2-16,0 1 3 0,-2 0-1 0,-2 1 2 0,-1 6 6 16,1 0-5-16,0-2-1 0,-1 5 4 0,1 1-7 15,-1 0 3-15,-2 2 0 0,2 1 0 0,5 3 0 16,-12-5 2-16,7 3 0 0,5 2-1 0,0 0 0 16,-12-1-1-16,12 1 1 0,0 0 2 0,0 0-2 15,0 0-1-15,-7 5 3 0,7-5 1 0,0 0-2 16,0 0-1-16,16 9 3 0,-8-8 0 0,5 1 2 15,5-2 0-15,2 2 0 0,2-2 2 0,-6 0-1 16,2-2 2-16,-4 2-2 0,-1 0 3 0,0-3-3 16,-3 6 5-16,-2-3-2 0,4 0 4 0,-12 0-2 15,10 0-3-15,-10 0 2 0,9 3-1 0,-4-2-1 16,-5-1 3-16,7 9 0 0,-2-2 2 0,-1 2-2 16,-1 2 3-16,-2 1 5 0,0 1 8 0,2 2-5 15,-2 2 0-15,-1 1-3 0,0-3 3 0,2 4 0 16,0-6 0-16,-2 4-1 0,0 1-3 0,4-7 1 15,-4 1 2-15,5-1-3 0,0 0 4 16,-2 0-3-16,2-2-5 0,0-3 7 0,0 1-1 16,2-1-1-16,-1-2 0 0,1-1-1 0,0-1-5 0,2-1 6 15,2-1-2-15,-2-1-3 0,3-1 2 16,-3-2-2-16,0-2-1 0,2 0-2 0,-2-2-9 0,3-6-4 16,-1-1 0-16,-2 0-8 0,-3-1-3 15,2 0-5-15,-4-2 0 0,2-1-4 0,-4 0 0 0,-1 1 2 16,-2 0 2-16,1 0 3 0,-2 1 1 0,0 2 2 15,-5-1 0-15,4 6 1 0,-3 0 2 0,3 0 0 16,-3 2 3-16,-1 1-3 0,0 5 11 16,0-2-3-16,7 4 1 0,-13-4-8 0,9 1 5 15,4 3-1-15,-11 0 4 0,11 0-2 0,0 0 3 16,-8 4 1-16,8-4 3 0,0 0 0 0,3 12 3 16,-3-12 14-16,16 5-5 0,-6-2 5 0,7 3-5 0,1-4 4 15,2 1-1-15,-2-3 0 0,4 3 1 0,-5-3-5 16,-3 3 1-16,-2-3 1 0,1 3-3 0,-1-3 1 15,-2 1 1-15,-3 1-2 0,3 1-3 0,-4-1 1 16,0 1 1-16,2 2 0 0,-3-1-3 0,1 4 1 16,-2-3 3-16,0 4 0 0,1-1 6 0,-2 4-7 15,-1-2 5-15,0 2-6 0,0 4 3 0,-1-4 2 16,-1 0-1-16,0 0 1 0,2 0-1 0,0 2-3 16,0-3 1-16,0 0 1 0,1 1-2 0,1-3 3 15,0 1 5-15,-1-2 0 0,2-1-9 16,1 1-2-16,-1-2 4 0,1-2-3 0,0-2 0 15,4 0 0-15,-1-1 1 0,2 1 1 0,0-2-2 0,-1-2 0 16,0 0 2-16,2-1 2 0,-4-4-6 0,2 0 4 16,0-1-1-16,0-1-2 0,-3 0 3 0,-1-1-3 15,3-6-3-15,-2 6 0 0,-1-7-6 0,-1 2 3 16,-2-2 0-16,-2 0-6 0,3 6 6 16,-4 1-2-16,-3 2 1 0,3 8-3 0,-2-12 2 0,2 12-2 15,-3-9-1-15,3 9 0 0,0 0 0 0,-11 3 2 16,11-3 0-16,-16 14 1 0,1-3-1 15,4 2 0-15,-3-1 6 0,3 3-5 0,-1 1 7 16,2 0 1-16,5 1-13 0,-1 0-22 0,3-6-20 0,2 3-27 16,2-2-34-16,2 1-29 0,3 2-23 15,2-5-13-15,5 2-11 0,4 1-149 0,0-4-364 0,4-2 162 16</inkml:trace>
  <inkml:trace contextRef="#ctx0" brushRef="#br0" timeOffset="30401.6">25452 4821 118 0,'0'0'152'15,"0"0"-5"-15,0 0 4 0,0 0 12 16,0 0 3-16,0 0-9 0,5 26-12 0,-5-14-5 0,0-1-11 16,-5 4 0-16,5-1-6 0,0-2-10 15,0 0-6-15,-2-1-12 0,0 0-8 0,0-2-6 16,0-2-8-16,2 1-7 0,0-8-6 0,0 10-2 0,0-10 7 15,0 0 4-15,0 12 6 0,0-12 9 16,0 0-8-16,0 0-10 0,0 0-2 0,0 0-8 16,0 0-3-16,0 0-8 0,0 0-3 0,0 0-6 15,8-34-3-15,-4 22-5 0,4-2-3 0,-2-2-2 16,3 0-8-16,-2-1 1 0,4-2-2 0,0 3-5 16,6-3-2-16,-4 8 3 0,-2 2-6 0,-1 1-1 0,2 0 0 15,0 4-7-15,-1 0 3 0,-2 3-5 16,2 1 0-16,-2 3 3 0,0 2-2 0,-1 4 4 15,-2-1-1-15,1 4-1 0,-1 0 5 0,-3 3-5 16,-1 2 0-16,2 1 4 0,-1-1-2 0,-3 0 1 16,-3-1-7-16,3-3-23 0,0-1-34 0,0 0-28 15,0 0-38-15,0-1-46 0,0-1-49 0,3-1-212 16,-3-9-474-16,2 10 209 0</inkml:trace>
  <inkml:trace contextRef="#ctx0" brushRef="#br0" timeOffset="30685.41">26041 4546 205 0,'3'-12'231'16,"-1"2"-5"-16,0 4-6 0,-2 6-18 0,2-12-21 16,-2 12-17-16,2-6-17 0,-2 6-9 0,0 0-1 15,0 0-6-15,3 23-7 0,-4-8-8 0,1 11-1 0,0 2-10 16,-1 0-8-16,0 1-4 0,-3-1-6 15,2 1-5-15,-4-1-5 0,2 1-3 0,2-6-8 16,-4 2-7-16,5-5 0 0,-3-1-9 0,2 0-3 16,0-1-3-16,2-1-4 0,-4-1-4 0,4-4 3 15,-1-1-11-15,1-1-18 0,0-2-21 0,0-8-30 0,0 12-21 16,0-12-36-16,-2 8-28 0,2-8-13 16,-2 7-22-16,2-7-33 0,0 0-31 0,0 0-171 15,0 0-428-15,0 0 189 0</inkml:trace>
  <inkml:trace contextRef="#ctx0" brushRef="#br0" timeOffset="30840.05">25883 4734 181 0,'-4'-5'170'0,"4"5"-20"0,0 0-3 0,0 0 1 16,12-11-10-16,-5 11-5 0,6-3-15 0,7 3-11 15,7-1-5-15,2 1-16 0,3 1-23 0,-3-2-30 16,4 1-50-16,-1 0-39 0,-3-2-45 0,-6 4-133 15,3-2-253-15,-7 0 112 0</inkml:trace>
  <inkml:trace contextRef="#ctx0" brushRef="#br0" timeOffset="32896.94">13014 5334 87 0,'0'0'123'16,"-13"0"-7"-16,6-2 6 0,7 2-13 0,-9-3 5 15,9 3-13-15,-11-2-3 0,11 2-7 0,-7 0-3 0,7 0-15 16,0 0-4-16,-9-2-7 0,9 2-3 16,0 0-9-16,-10-2-7 0,10 2-4 0,0 0-7 15,0 0 0-15,0 0-6 0,0 0-1 0,0 0-3 16,0 0-2-16,0 0 1 0,-2 9 1 0,2-9 2 0,0 0 3 15,12 11 9-15,-5-7-2 0,-1-1-2 0,8 2-2 16,-1-1-2-16,4 2-1 0,2-1-2 16,10 1 2-16,-1 0 1 0,3-2 0 0,2-1 1 0,-1 4-1 15,4-4-4-15,0-1-1 0,2 0-3 0,-2 1 0 16,16 0 0-16,-12 1 0 0,-4 0-2 0,4-2-2 16,12 0 0-16,0 2-4 0,-14-2 4 0,16 2-2 15,-3-1-2-15,3 0 4 0,1-1-2 0,-4 1 0 16,-12-2 0-16,14 3-2 0,-15-4-2 0,2 3 2 15,-3 0 1-15,4 1-5 0,-4-1 0 0,1 1 1 16,1 0-2-16,-1 0 1 0,0 1 1 0,0-2-1 16,0 2-4-16,-2-1 1 0,3 2 1 0,-1-2-1 15,0 2 1-15,-2 0-3 0,0 1 3 0,-2-2-5 16,1 0 0-16,-3 1 4 0,3-2-4 16,-1 1 4-16,-2 2-2 0,1-3 0 0,1 1 2 0,-1-1-2 15,4 2-1-15,-1-1 2 0,-2-1-1 0,3 1 3 16,0-2-1-16,2 0-1 0,-1 3 4 0,2-3-1 15,12 1-1-15,-12-1 0 0,12-1-1 0,-12 2 2 16,-1-1 1-16,15 0-1 0,-2 1 1 0,-1-2-2 16,-11 3 1-16,12-1 0 0,-13 0 2 0,0 0-2 15,14 1 0-15,-14-2 1 0,14 2 3 0,-14-2-3 16,16 2 0-16,-3 1 0 0,0-3 0 0,4 3-1 16,-5 0 2-16,4 0 0 0,1-1-1 0,2 2-1 15,-2-1-1-15,3-1 2 0,-2-2-5 0,-2 2 3 16,3 0-2-16,3-2 0 0,-1 4 2 0,2-4 1 15,-1 1-1-15,2-1 0 0,-2-1 1 0,4 3 1 16,-2-1-2-16,1 1-1 0,-2-2-1 0,1 2 3 16,-4 1-3-16,1-2-1 0,5 1 1 0,-6 1 0 15,-2 0 0-15,3 0 0 0,-2-2-1 0,1 2 6 16,-1 1-8-16,4-4 3 0,-2 3 0 0,0 0 0 16,0-1-1-16,2 0 1 0,0 1-1 0,-2 1 5 15,4-4-6-15,-4 2-2 0,4-1 2 0,-3-1-1 16,0 1-1-16,1 0 2 0,-1 0-2 0,4 2 4 15,-1 0-2-15,0-1-2 0,-2 0 0 0,-1-1 1 16,-1 1-1-16,0-1 0 0,-1 1 1 0,1 1 2 16,-4-1-2-16,5 2 3 0,-2-1-1 0,3-3 7 15,-1 2-8-15,3 1 1 0,1-3-2 0,-1 2 1 16,1-2 1-16,-1 2 3 0,0 0 1 0,1-1-1 16,-1-1 2-16,1 0 1 0,-1 2-2 0,26 1 1 15,-28-3 1-15,2 0 1 0,28 3-4 0,-27-4 4 16,0 2 0-16,29 0-1 0,-33-2-2 0,4 3 4 15,-1-1-5-15,25-2 6 0,-22 3-3 0,26-2-3 0,-28 1 1 16,26 0 1-16,-26-3-3 0,2 1 1 16,25 4 3-16,-29-5-5 0,32 5-1 0,-33-4 3 15,4 1-2-15,27-1 3 0,-29-1-2 0,28 1 0 16,-2 1 1-16,-28-3-1 0,32 0-2 0,-4 4 3 0,-27-4 0 16,2 2-2-16,30-2 2 0,-29 0-1 15,26 0 3-15,-28 0-3 0,1 0 0 0,30 3 1 0,-28-2 2 16,23 1-3-16,-26 2 0 0,27-4 2 15,-27 1-3-15,25-1 2 0,-27 0 0 0,1 0 2 16,28-1-4-16,-28 1 3 0,2 3-1 0,28-3-2 0,-2 3 0 16,-32-2-1-16,5-1 0 0,2 0 2 0,23-4-3 15,-32 4 4-15,4 0-2 0,3-3-2 0,-1 3 3 16,3-2-2-16,1 2 3 0,23-2-3 16,-28 3 2-16,-2-1-3 0,2-1 2 0,-7 1 0 15,6 0-5-15,-4 1 3 0,3-2-1 0,-5-1 3 0,3 4 0 16,0-4-2-16,-5 0 1 0,-3 2-3 0,-11-2 3 15,12 2-1-15,-15 0 2 0,2 2-1 0,3-4-1 16,-5 2-2-16,-3-3 2 0,3 2 2 0,-4-1 1 16,3 1 2-16,-3 1 7 0,-1 0-5 0,-2-2 3 15,3 1 3-15,-3 0 1 0,-11 0-1 0,5-1 3 16,-3 0 6-16,1 1 4 0,1-1-2 0,-5 0 1 16,-4 1 10-16,-1 0-6 0,-1-1 2 0,-1 1 2 15,-10 1 10-15,11 0-1 0,-5-2 5 0,-6 2-4 16,10 0-6-16,-10 0 1 0,0 0-4 0,9-2-10 15,-9 2 5-15,0 0-4 0,6-2-5 0,-6 2-15 16,0 0-15-16,0 0-20 0,0 0-22 16,0 0-29-16,0 0-34 0,0 0-37 0,0 0-53 0,-22-15-44 15,11 11-50-15,-16-3-199 0,6 1-536 0,-7-1 237 16</inkml:trace>
  <inkml:trace contextRef="#ctx0" brushRef="#br0" timeOffset="35207.44">16379 6245 137 0,'-6'-4'167'0,"6"4"-15"0,-17-1-17 0,6 1-11 16,-3 1-9-16,1 0-4 0,-3 3 3 0,0 1-8 16,-2 5-6-16,1-1-4 0,0 4-1 0,-4 4-7 15,1 1-8-15,2 0-7 0,4-1-5 0,-1 3-7 0,4-2-9 16,4-3-3-16,-1 2-2 0,3 0-7 0,1 0-3 15,3-3-1-15,1 1 1 0,4-6-9 16,-2 2-2-16,6-2 1 0,-2 0-4 0,4-1 0 16,1-2-2-16,0-1 1 0,2-2-3 0,2-1 0 15,-3-2-5-15,6 0 0 0,-2-2 2 0,-2-2 2 0,3 0 13 16,-6-3 0-16,1 0 0 0,-3-2 12 0,1 2-1 16,-1-5-6-16,-3 3 0 0,0-2-6 15,-1 1-3-15,1-2 0 0,-2-1-3 0,-2 3 7 16,0-3 0-16,-1 1-3 0,-1 3-3 0,1 1 0 0,-1 8-1 15,0-14 4-15,2 9-4 0,-2 5-1 0,0 0-7 16,0-10-4-16,0 10-4 0,0 0-2 0,0 0 0 16,0 0-2-16,0 0-2 0,0 0 0 0,0 0 6 15,1 26-5-15,-2-10 0 0,1 3 0 0,0 0 1 16,-2-2 1-16,2 5-2 0,2-4-1 0,-2-1-1 16,1 1-7-16,-1 0-22 0,4-1-12 0,-2-2-24 15,2-2-29-15,0-2-21 0,1 1-39 0,0-1-28 16,2-1-34-16,-4-2-149 0,1 0-394 0,1-3 174 15</inkml:trace>
  <inkml:trace contextRef="#ctx0" brushRef="#br0" timeOffset="35577.94">16506 6378 149 0,'1'-11'199'0,"-1"11"-17"15,0 0-17-15,0-7-10 0,0 7-23 0,0 0-2 16,0 0 2-16,0 0-4 0,9 25-6 0,-4-11-7 16,0 2-12-16,-1 1-11 0,0 1-4 0,1 1-11 15,-1-2-8-15,0 1-5 0,0 1 2 0,1-1-14 16,-3-2-4-16,3-3-6 0,-2-1-2 0,1-3-4 16,-2 2 0-16,0-5-6 0,0 0 1 0,1 2 2 15,1-5-11-15,-4-3-1 0,3 10 24 0,-3-10-6 16,4 4 16-16,-4-4 2 0,0 0 3 0,0 0-6 15,0 0-3-15,13-10 2 0,-8 3-10 0,4-5 1 16,-4 2-7-16,2-6-1 0,-1-1-5 0,2-9-1 16,1 0-3-16,-2 1-6 0,1-1 3 0,1 0-7 15,-2 1-1-15,1-2-1 0,0 1-4 0,1 1-3 16,-3 5 4-16,1-4-15 0,-4 7-18 0,1 3-11 16,0 4-19-16,-1 1-17 0,-1 2-33 0,1 2-31 15,-3 5-41-15,2-8-15 0,-2 8-20 0,0 0-11 16,0 0-140-16,0 0-388 0,0 0 172 0</inkml:trace>
  <inkml:trace contextRef="#ctx0" brushRef="#br0" timeOffset="36319.18">16937 6464 146 0,'-4'-5'149'0,"4"5"-14"0,-9-9-9 16,3 5-8-16,-1 0-4 0,7 4-10 0,-9-5-4 15,9 5-11-15,-11-2-3 0,11 2-15 0,-5-3-9 0,5 3-8 16,0 0-3-16,0 0-7 0,0 0-2 16,0 0-9-16,-15 3 3 0,15-3-6 0,-4 5-2 15,4-5-5-15,-3 7-3 0,3-7 1 0,-7 7-1 16,7-7-8-16,-1 5 4 0,1-5-6 0,-2 8-2 0,2-8 2 15,0 0 2-15,0 0-2 0,-2 7 0 16,2-7-1-16,0 0-2 0,0 0 6 0,0 0 6 16,0 0 9-16,0 0 3 0,0 0 4 0,0 0 1 15,0 0 5-15,0 0-1 0,0 0-6 0,0 0 3 16,0 0-3-16,0 0-3 0,0 0-1 0,0 0-2 0,5 7-2 16,-5-7 2-16,0 0 1 0,0 0 2 15,0 0 0-15,0 0 0 0,0 0-3 0,21-7 2 16,-15 4 0-16,-6 3 2 0,12-4 3 0,-7 1 1 15,4-4 4-15,-3 2-3 0,2 0 1 0,-2-1-2 0,2 0 1 16,0-2-2-16,-3-1 0 0,1 1 0 0,-2 3-2 16,0-4-4-16,-3 0 7 0,0 2-8 0,3-3-2 15,-1 4-4-15,-2-3 0 0,-1 9-4 16,-4-13-2-16,3 7 0 0,1 6-3 0,-5-12-3 0,1 8-6 16,4 4 1-16,-9-5-1 0,3 3-1 0,6 2 1 15,-15-2-2-15,2 4-1 0,0 3-2 0,1-1 2 16,-4 6-4-16,1 3 2 0,0 1 0 15,2 0 0-15,-1 4-4 0,3-3 5 0,3 2-3 0,1 1 2 16,3 2 2-16,2 0-2 0,2-4 1 0,3 1 2 16,2 0-1-16,1 0 0 0,2-2-4 0,1 1-3 15,8-6-16-15,-6 3-14 0,8-6-15 0,-1 1-18 16,1-1-18-16,8-3-16 0,0 0-18 0,0-2-23 16,-5-1-10-16,4-1-13 0,-4-1-17 0,-3-1-15 15,1-2-108-15,-9 3-332 0,3-2 148 0</inkml:trace>
  <inkml:trace contextRef="#ctx0" brushRef="#br0" timeOffset="36907.65">17087 6639 59 0,'7'-7'193'0,"-1"-1"1"0,3-1-2 16,1-4-5-16,-1 3-11 0,0-2-6 0,1-1-8 15,-1-1-6-15,-1-1-10 0,2 0-11 0,-2-2-8 16,1 3-8-16,-3-2-10 0,1 1-10 0,-2 0-5 16,-3 4-10-16,0-3-6 0,-4 3-8 0,4 0-7 15,-4 1-4-15,0 0-5 0,-2 1-7 0,1 2-5 16,-2 1-2-16,5 6-7 0,-9-10-2 0,4 7-2 15,5 3-4-15,-13-4-5 0,6 4-2 0,7 0 0 16,-14 1-5-16,14-1-1 0,-13 4-3 0,8 0-12 16,1 0-5-16,4-4-9 0,-5 8-3 0,5-8-5 15,2 9-1-15,4-2 4 0,1-2-1 0,3 0-4 16,3-1 4-16,4 1 1 0,1-2 7 0,1-2-2 16,3 1-2-16,-4 2 2 0,3-4 3 0,-4 0 0 15,-3 3-2-15,-1 1 3 0,-1-1-1 0,-3-1 3 16,2 1 0-16,-1 5-2 0,-4-2 4 0,1 3 4 15,-2-1 1-15,-4 0 4 0,0 2 0 0,1 1 0 16,-2 0 3-16,-3-1 1 0,3 2-3 0,-4 1 7 16,2-2-14-16,-2 1-19 0,0-1-22 0,1-2-23 15,2 2-20-15,0-3-35 0,1 0-21 0,0-8-35 16,2 12-150-16,0-6-357 0,-2-6 158 0</inkml:trace>
  <inkml:trace contextRef="#ctx0" brushRef="#br0" timeOffset="37923.92">17574 6449 112 0,'-14'-2'189'0,"14"2"-9"0,-13 4-8 0,2 1-10 16,2 0-8-16,0 4-3 0,-5 2-13 0,6 0-11 0,1-1-12 15,-1 0-11-15,0 1-8 0,5 1-11 0,-3-2-8 16,3 2-8-16,0-4-5 0,3 1-5 15,1 0-5-15,2-1-6 0,-1 0-2 0,2-4-5 16,1 2-1-16,2-1-10 0,-2-2-4 0,1-1-7 0,-6-2-5 16,14 0 1-16,-4-1 2 0,-2-2-4 0,1 1-1 15,0-5 0-15,-3 3-1 0,1-5-3 16,-1 2 1-16,-1-3-6 0,2 1 5 0,-3-3-1 16,-2 3 7-16,1-2 4 0,-1 0-2 0,0 4-2 0,0 1 3 15,1-3 7-15,-2 2 5 0,-1 7-3 0,3-7-3 16,-3 7-6-16,0 0-4 0,0 0-3 0,1-9-1 15,-1 9-3-15,0 0 3 0,0 0-4 16,0 0 4-16,2 29-1 0,0-19-2 0,-2 1-1 0,1 0 3 16,1-1-4-16,2 0 0 0,0 0 4 0,1 0-1 15,2-3 1-15,0 2 1 0,5-3 1 0,3 1-6 16,6-2 0-16,7-2-2 0,-7-2 2 0,10-1-1 16,-2 0-2-16,-2-5-2 0,3 0 3 0,-10 0-3 15,1 1 1-15,-2 0 7 0,-1-5-6 0,-2 3 5 16,-2-4-2-16,0 1 0 0,-2-2 4 0,-4 2 1 15,-2-1 1-15,-1 2 2 0,1-3 3 0,-3 1 2 16,-2 1-1-16,0-3 6 0,-1 5 4 0,-5-1 2 16,2 1-1-16,3 7-3 0,-9-8-1 0,2 6-6 15,0-1-5-15,-5 3 0 0,-1 4 0 0,2 0-1 16,-6 1-2-16,2 4-1 0,0 1 0 0,-1 0-4 16,6 2 1-16,0-3-4 0,2 1 3 0,1 0-6 15,3-1-2-15,-4-1-5 0,8 1 1 0,0-9-3 16,2 12-7-16,2-5-4 0,0-2 0 0,5 0 4 15,-3-2 1-15,5-1-1 0,-5 0-1 0,6-2 0 16,-2 0 4-16,-1 0 3 0,2-2 1 0,-3 0-3 16,1-1 5-16,1-1 1 0,-4 0 0 0,3 1 3 15,-2-1-3-15,-2-1 6 0,-5 5-4 0,13-7 2 16,-8 4-1-16,-5 3-2 0,8-3-1 0,-8 3 0 16,10-3 2-16,-10 3 2 0,10 4 7 0,-5 1 4 15,2 3 5-15,0 3 0 0,5 5 7 0,1 9 2 16,-2 0 1-16,-2 7-1 0,2 2 1 0,5 10 0 15,-7 5 1-15,2-3 1 0,-5 2-5 0,-2-14 3 16,-1 0-4-16,-1 15-2 0,-2-16 1 0,-3 4-3 16,-1-6 0-16,-1 1-1 0,-3-3 2 0,-2-4-1 15,-1-2 2-15,0-8-4 0,0 0 1 0,-6-2-6 16,3-4-1-16,-4-2-2 0,1-1-5 0,1 0-2 16,-1-6 1-16,1 0-2 0,3-2-5 0,-2-3 0 15,0-4-4-15,0-1-4 0,2-2 2 0,4-1-2 16,2-4 1-16,0-5-4 0,6-3 3 0,2-2-4 15,2 3 2-15,3-1 2 0,7-3 0 0,0-1 1 16,3-1-2-16,5 1 2 0,8-11-1 0,-1 4 3 16,-3 8 2-16,1 0 4 0,8-9-2 0,2 3 1 15,-10 8 3-15,10-9-2 0,-12 12-1 0,3-4 4 16,-4 2 5-16,-1-2-3 0,-4 3 3 0,1-2 0 16,-4 2 1-16,1-1 2 0,-5 3 2 0,-3 2 1 15,-2 5 5-15,1-3 1 0,-4 3 9 0,-1 3 0 16,-1 1 6-16,-1 2-4 0,-1 1 8 0,1 8 0 15,-3-11 3-15,3 11-6 0,-5-5-6 0,5 5-6 16,-15 4 2-16,3 3-4 0,-3 4 0 0,-6 5 0 0,-2 5 0 16,6-3 3-16,4-2-6 0,1 2-6 0,3-2 0 15,4 1-12-15,3 0-15 0,4 1-29 0,5-2-36 16,3 0-32-16,3-3-33 0,7-4-47 16,9 1-41-16,2-3-171 0,5-4-444 0,14 1 196 0</inkml:trace>
  <inkml:trace contextRef="#ctx0" brushRef="#br0" timeOffset="38433.43">19130 6554 115 0,'1'-7'248'0,"0"1"-20"0,-1 6-21 0,3-10-23 15,-3 10-20-15,0-10-18 0,0 10-14 0,0 0-16 16,0 0-6-16,0 0-9 0,12 17 0 0,-9-7-2 16,1 2-9-16,1 5-8 0,0 8-6 0,0-8-3 15,-1 2-10-15,0-3-1 0,-2 0-8 0,2 0-5 16,-1-3-4-16,-2-3-5 0,2 1-4 0,-1-2-2 16,0-3 5-16,-1 1 1 0,-1-7 9 0,2 8 14 15,-2-8 10-15,3 6 15 0,-3-6 1 0,0 0-9 16,0 0-8-16,18-12-8 0,-12 5-6 0,1-2 1 15,1-3-3-15,2-2-5 0,-1-2-5 0,-1 0-4 16,3-7-7-16,0-1-3 0,2 0 2 0,-4-1-4 16,1 2-4-16,0-3-9 0,1 3-6 0,-2-1-11 15,-4 5-9-15,5 1-24 0,-6 6-24 0,1 1-21 16,-1 2-32-16,-2-1-38 0,0 6-33 0,-2 4-17 16,6-4-7-16,-6 4-15 0,0 0-8 0,0 0-163 15,6 25-423-15,-5-12 188 0</inkml:trace>
  <inkml:trace contextRef="#ctx0" brushRef="#br0" timeOffset="38834.28">19645 6600 166 0,'0'0'208'0,"-13"-8"-3"0,5 5-6 15,-2 0-7-15,0 3-15 0,-3-3-9 0,1 4-7 16,-1 1-16-16,-3 3-7 0,-3 1-17 0,1 3-8 15,-1 2-16-15,-4 4 0 0,2 0-11 0,1 3-12 16,6-2-5-16,0 5-11 0,0 0-4 0,4-5-5 16,4-1-6-16,3-4-5 0,0-2-12 0,2 4-6 0,1-3-9 15,4 0-3-15,-1-3-6 0,3 1-5 0,-1-7-3 16,6 4-2-16,-1-2-6 0,2-3-2 16,2-2 1-16,0 1-2 0,3-5-2 0,-2-1 2 15,2-1 2-15,-5-3 4 0,4 2 0 0,-7-1 0 16,1-2 0-16,1-1 10 0,-2-1-9 0,-1-2 4 0,1 2-1 15,-5 2 6-15,1-1 6 0,-1 4 19 16,0-1 3-16,-2 5 3 0,1 0-7 0,-3 5-4 0,5-11-4 16,-5 11 1-16,2-5-7 0,-2 5-3 15,0 0 0-15,0 0-1 0,0 0 1 0,8 17-2 0,-5-8 0 16,-2 3 2-16,-1-2-3 0,1 1 1 0,0 1 2 16,-1 0-2-16,3 2 0 0,-2-2-6 15,2 0-23-15,-1-1-28 0,0-2-32 0,1 0-45 16,1-2-38-16,-1 0-35 0,-1 0-145 0,-2-7-377 0,6 8 167 15</inkml:trace>
  <inkml:trace contextRef="#ctx0" brushRef="#br0" timeOffset="39064.46">19821 6437 115 0,'1'-10'249'0,"-2"4"-17"0,1 6-23 0,3-9-23 15,-3 9-16-15,0 0-18 0,0 0-10 0,0 0-2 16,0 0 5-16,-2 28 7 0,2-8-6 0,-1 6-11 16,-5 2-11-16,4 3-12 0,-1-2-7 0,-1 0-9 15,0 2-8-15,0-4-5 0,1 3-16 0,1-3-6 16,-3-1-11-16,2-7-24 0,1 0-30 0,-1 1-36 16,-1 0-25-16,4-4-31 0,-1 3-53 0,0-8-50 15,1 3-207-15,-3-4-439 0,2-1 195 0</inkml:trace>
  <inkml:trace contextRef="#ctx0" brushRef="#br0" timeOffset="39604.21">19930 6654 85 0,'0'0'219'0,"5"-7"-22"0,-5 7-14 15,0 0 3-15,0 0-5 0,0 0-13 0,0 0-4 16,5 22-8-16,-5-13-10 0,0 2-8 0,-1 2-11 15,1-1-5-15,0 1-19 0,1-2-7 0,-2 3-9 16,1-2-10-16,1 0-6 0,3 0-7 0,-2-1-9 16,1-3-3-16,1 0-4 0,-2-1-4 0,2-2-10 15,-1-1-4-15,2 2 0 0,1-3-8 0,2 1 0 16,-8-4-3-16,13-1-2 0,-2-4-3 0,-2 2 2 16,0-4-2-16,1 1-5 0,2-2 1 0,-3-2-3 15,0-2 3-15,2-2-2 0,-5 4-2 0,2-6 1 16,1 3-2-16,-4 5 0 0,-1 0-3 0,-3 3 1 15,3 0 1-15,-4 5-4 0,4-9 3 0,-4 9-9 16,4-4-1-16,-4 4 0 0,0 0 4 0,0 0 1 16,5 16 0-16,-5-16 0 0,0 19 1 0,0-9 2 15,0 1-2-15,1-2 1 0,4 2 1 0,-3 0 3 16,3-1-2-16,0 0 3 0,0 2 1 0,3-6-1 16,3 0 1-16,5 1 3 0,-3-2 0 0,5-3-1 15,4-1-3-15,-2-1-1 0,7-2 3 0,-9-2-1 16,1 1-2-16,-1-3-1 0,-5 0 1 0,1-2-2 0,-1 2 5 15,-3-1-1-15,-1-2 0 0,0 0-4 16,-1-3 1-16,-4 2-2 0,-1 0 0 0,-1-2 2 16,-1-1-3-16,-1 2 2 0,0-2-2 0,-3 1 1 15,2 4 4-15,-3-3 4 0,2 7 2 0,-2-3 1 16,4 7-1-16,-9-8-3 0,1 7-3 0,8 1-2 0,-16 6 0 16,6 1 0-16,-6 4 2 0,2 3 2 0,-1 0-3 15,1 1 1-15,3 3-1 0,2-3-11 16,4 1-18-16,0 1-28 0,5-2-21 0,5 5-28 15,3-5-41-15,2-4-37 0,4-2-46 0,3 2-182 0,10-2-441 16,3-5 196-16</inkml:trace>
  <inkml:trace contextRef="#ctx0" brushRef="#br0" timeOffset="40168.44">21063 6685 176 0,'0'-7'283'0,"3"1"-9"0,-3 6-16 15,0-9-24-15,0 9-21 0,0 0-15 0,0 0-7 16,0 0-3-16,0 0-9 0,-23 18-16 16,15-7-10-16,0 2-18 0,1 2-11 0,1-3-11 0,2 0-13 15,2 3-9-15,2 3-6 0,2-2-1 0,3 0-12 16,-3-5-8-16,5 0-6 0,-2-2-2 0,4-1-9 16,0 0-5-16,9-1-5 0,-8-3-10 15,1-1-6-15,1-1-10 0,2-2-3 0,-3 0-10 0,0-2-14 16,-1-3-9-16,-1 0 4 0,-2-2-7 0,1-2-1 15,0 0 6-15,-3-2 0 0,0 0 2 0,-2-7-2 16,-1 1 2-16,-2 0 1 0,-1-2-2 0,-2 4 6 16,-2-4-1-16,2 2 1 0,1 0 1 0,-1 6 6 15,1 2 4-15,-1 0 2 0,3 1 1 0,0 8-4 16,-3-10-2-16,3 10-1 0,0 0 1 0,0 0 2 16,0 0 0-16,0 0 2 0,0 0 0 0,0 0 1 15,0 0 0-15,0 0 2 0,13 23 2 0,0-18-2 16,1-1 3-16,6 0-2 0,9-3 2 0,-1-1-4 15,3-1-5-15,-1-3-1 0,2-1 1 0,-2-2 2 16,-2 2-2-16,-1-2 2 0,-8 0 2 0,0 1-2 16,-4-3 3-16,1-1 1 0,-2 0 0 0,-4 1-1 15,0-2 1-15,0 1 4 0,-3-5-1 0,-1 5 1 16,-1-1 12-16,-1-2-4 0,1 4 7 0,-1 0 9 16,-1 2 5-16,-1 1 3 0,-2 6-10 0,5-8 0 15,-5 8-4-15,0 0-8 0,0 0-1 0,0 0 2 16,0 0 13-16,0 33 4 0,-5-9-4 0,3 3 0 15,-5 0 1-15,2 1 12 0,-1 4 0 0,-2-2-14 16,0 3 1-16,2 0-7 0,-2-4 7 0,3 2-3 16,0-1-4-16,3 1-9 0,0-5 3 0,-3 0-9 15,3 0-28-15,2-10-32 0,-1 2-29 0,-2 0-39 16,0-2-37-16,2-6-34 0,1-1-48 0,-1 1-257 16,-3-4-538-16,4-6 238 0</inkml:trace>
  <inkml:trace contextRef="#ctx0" brushRef="#br0" timeOffset="40339.21">21426 6877 2603 0,'7'-10'62'0,"-1"0"-39"0,-1 1-8 0,3 3 16 16,-3-1 1-16,0 1 3 0,1 0-1 0,3-2-8 16,4 2-1-16,-1-1-3 0,5 1 0 0,0 1-7 0,4-1 0 15,5 0-2-15,-4 3-18 0,6-2-26 16,0 2-40-16,1-2-53 0,-3-1-68 0,-3 3-233 15,-2-3-461-15,-2 0 203 0</inkml:trace>
  <inkml:trace contextRef="#ctx0" brushRef="#br0" timeOffset="41538.39">22201 6735 159 0,'2'-6'229'15,"0"0"-21"-15,-2 6-21 0,2-10-18 0,-2 10-15 16,1-5-11-16,-1 5-13 0,0 0-12 16,0 0-6-16,0 0-12 0,0 0-7 0,-14 21-8 0,7-9-7 15,3-1-10-15,-1 5-3 0,2 1-4 0,1 0-7 16,0 0-3-16,2-1-4 0,2 0-8 15,0-3 1-15,2-1-9 0,1-1 3 0,3-1-1 0,-1-2-7 16,1 1-2-16,1-5 1 0,2 0-6 0,1-1 3 16,-2 1-4-16,3-2-1 0,-1-4-3 0,-1 0-4 15,-1-1 3-15,1-2 0 0,-1 0-2 0,-3-2-3 16,1-3 3-16,0 2 1 0,-1-2-4 0,-2-1 1 16,-1 2-4-16,0 0 0 0,-1-1 2 0,-2 1-4 15,-1 0-1-15,0 9 3 0,1-13-4 0,1 6-2 16,-2 7-2-16,0 0 0 0,-2-10-1 0,2 10 2 15,0 0-3-15,0 0 2 0,0 0-3 0,0 0 5 16,-10 25-4-16,7-15 6 0,2 1-3 0,1 5 1 16,1 0-1-16,3-1 2 0,0-4 0 0,3 3-3 15,-1-4-2-15,2-1 1 0,1 0-3 0,1-4 0 16,2 2-1-16,1-3 3 0,4 1-5 0,0-3 9 16,0-2-2-16,-4-4 0 0,1 2 0 0,3-2 4 15,-4-1-4-15,-3-2 0 0,-1-1 8 0,0-1 4 16,-2-3-2-16,1-1 1 0,-5 2 2 0,1-5 0 15,-4-1-1-15,0 6 0 0,-2-7-5 0,-3 3 3 16,0-1-7-16,-1 0-11 0,-3 3 5 0,2 3-10 16,3 1-12-16,-1 3-6 0,1 0-22 0,1 1-28 0,3 5-35 15,-8-7-9-15,8 7-13 0,0 0-10 16,0 0-12-16,0 0-140 0,0 0-328 0,-5 17 145 16</inkml:trace>
  <inkml:trace contextRef="#ctx0" brushRef="#br0" timeOffset="41885.89">22892 6773 133 0,'0'0'194'0,"0"0"-9"15,-15-10-8-15,6 10-14 0,-3-2-7 0,12 2-3 0,-24 3-7 16,7 3-6-16,0-2-13 0,1 5-12 0,-2 0-3 16,3 1-12-16,0 2-10 0,3 1-8 15,-2 0-10-15,4 1-4 0,3 0-9 0,2-1-3 16,-2 2-7-16,3-1-6 0,3-2-12 0,1-2-6 0,0-3-10 15,1 4-6-15,3-4-7 0,1-1-7 0,-1 1-3 16,2-2-6-16,-1-2-3 0,3 0-2 16,-8-3-2-16,14-2 4 0,-6 0-1 0,-2-3 5 15,2 0 4-15,0-2-3 0,0-3 4 0,-1-1-1 0,0-3 2 16,0 4-5-16,-2-2 13 0,1 1 13 16,-1 1-3-16,-2 1 7 0,-1 3 5 0,0-1 4 15,3 0-4-15,-2 4-1 0,-3 3-9 0,7-7-2 0,-7 7 1 16,0 0-2-16,0 0-5 0,0 0-1 0,13 14 6 15,-11-4-5-15,3 2-1 0,0 4-2 0,-2-4-13 16,1 6-21-16,1-1-21 0,2 1-40 0,0-3-28 16,-1 1-33-16,3-2-47 0,-6-3-110 0,3 0-336 15,2-1 149-15</inkml:trace>
  <inkml:trace contextRef="#ctx0" brushRef="#br0" timeOffset="42414.44">23034 6782 100 0,'1'-8'178'0,"-1"8"-14"0,0 0-17 0,3-7-7 16,-3 7 9-16,0 0-17 0,0 0-5 0,0 0-14 16,9 20-3-16,-7-14-16 0,3 5-5 0,-1 0-3 15,-1-1-12-15,1 2-8 0,-1 1-3 0,1-2-7 16,-1 0-7-16,0 0-3 0,-1-2-3 0,2-1-7 15,-3 1-2-15,0-3-4 0,1-1-1 0,-2-5-5 16,2 11 1-16,-2-11-1 0,3 6-1 0,-3-6 1 16,0 0-2-16,0 0-1 0,0 0-5 0,0 0-2 15,0 0 3-15,0 0-6 0,14-13 1 0,-7 5-5 16,1-2 3-16,4-4-2 0,3 4-1 0,-2-4-3 16,3 3 3-16,0 1-6 0,2 1 2 0,-2 0-3 15,1 2 3-15,-3 0-4 0,4 2 2 0,-5 1 0 16,1 2-1-16,-3 0 2 0,4 2 0 0,-2 0-5 15,-1 0 4-15,2 2 0 0,-1-1-1 0,-1-1 2 16,-1 0 0-16,0 1-3 0,2-1 5 0,-4 0-2 16,-1 0 0-16,-8 0 3 0,13-1 0 0,-7-2 4 15,-6 3-5-15,7-6 2 0,-1 2-1 0,-6 4 8 16,6-9 0-16,-6 9 1 0,1-9 0 0,-1 2-4 16,0-3 1-16,0 10-2 0,-5-12 2 0,3 5 2 15,2 7 7-15,-7-10 3 0,4 4-6 0,0 2-1 16,3 4-1-16,-9-8-7 0,1 7 1 0,8 1-3 15,-17 2 2-15,3 2-1 0,-1 3-3 0,-3 4 2 16,-5 6 2-16,-1 0-3 0,7-3-2 0,2 7-4 0,3-6-5 16,6 3-16-16,0-2-8 0,3 3-16 0,4-1-30 15,1-5-18-15,1 5-32 0,8-3-34 16,1-2-19-16,3 1-156 0,1-3-364 0,10-1 162 16</inkml:trace>
  <inkml:trace contextRef="#ctx0" brushRef="#br0" timeOffset="42666.15">23796 6637 244 0,'-3'-17'263'0,"2"7"-7"0,-4 2-7 16,2 1-8-16,2 1-15 0,1 6-21 0,-3-8-22 0,3 8-20 15,0 0-20-15,0 0 9 0,0 0-16 16,-14 24-13-16,7-7-8 0,-4 8-10 0,-2 5-4 0,2-1-10 15,2 3-7-15,0-2-12 0,0 1-4 0,3 1-7 16,-3 0-5-16,1 1 1 0,-1-5-8 0,4 2-9 16,0-1-2-16,1-1-20 0,0-4-24 0,-2 0-27 15,0-5-27-15,1 2-38 0,1-5-37 0,-1 0-35 16,-1-6-27-16,4 0-45 0,-3 2-191 0,-2-5-470 16,7-7 208-16</inkml:trace>
  <inkml:trace contextRef="#ctx0" brushRef="#br0" timeOffset="43041.75">23557 6903 146 0,'0'0'226'0,"0"-8"-24"16,0 8-25-16,5-8-16 0,0 3-12 0,0 1-14 16,8 0-11-16,-2 2-9 0,3-3-15 0,0 5-8 15,5-3-11-15,2 2-6 0,6-1-9 0,-5 1-3 16,-1 1-6-16,-3-3-8 0,1 3-1 0,-7 2-9 15,-1-2-3-15,0 1-3 0,-4 2-10 0,-7-3 2 16,12 0 0-16,-12 0-3 0,9 0 4 0,-9 0 1 16,5 2-1-16,-5-2 2 0,0 0-8 0,2 5 1 15,-2-5-3-15,0 0 2 0,-9 19 0 0,6-9 1 16,-4-2-2-16,2 3-3 0,3-4 0 0,0 3-3 16,0-2 3-16,0-1 1 0,2 3-7 0,2-3 3 15,2-1-4-15,-2 0 3 0,7 1-3 0,-1 2 2 16,1-5-2-16,3-1 2 0,-1-2-2 0,0 1-1 15,3-2 1-15,-2-3-1 0,2 3-3 0,-3-5 6 16,-2 0-2-16,-1-2-1 0,1 0-6 0,-4-2-1 16,0 0-6-16,-2-4-10 0,-1 0-11 0,0 1-15 15,-4 0-20-15,-2-1-24 0,2 2-19 0,-2-1-21 16,0 2-26-16,0 2-5 0,0 2-17 0,-2 1-129 0,1 2-325 16,5 3 145-16</inkml:trace>
  <inkml:trace contextRef="#ctx0" brushRef="#br0" timeOffset="43387.94">23967 7054 154 0,'8'-3'201'0,"0"1"-2"16,1-2 1-16,0-1-8 0,0-1-17 16,-1-1-22-16,0 1-3 0,-2-2-11 0,2 0-4 0,-1-4-12 15,-1 2-15-15,-3 2-10 0,1-2-3 0,-1-1-3 16,-2 0-10-16,0-1-12 0,-2-4-2 0,2 0-1 15,-2 5-3-15,0 0 1 0,-2 1-5 16,3 0-6-16,0 1-9 0,0 9 0 0,-2-11-5 16,2 11-4-16,0-9-5 0,0 9-6 0,2-6-4 0,-2 6-4 15,10-5-1-15,-5 3-4 0,-5 2-2 0,19-2-3 16,-8 3 7-16,0 0-7 0,-4 1-5 0,3 3 2 16,-1-2 2-16,0 3-2 0,-1 1-1 0,-2-2 2 15,0 3-2-15,1 2-2 0,-1 6 2 0,-2-4-1 16,1-1-2-16,-2 5 1 0,-2-3 0 0,1-1 3 15,-2 0-1-15,-1 5-7 0,0-2-18 0,0 2-13 16,-1-5-21-16,0-1-22 0,-2-1-29 0,2 1-22 16,0-6-32-16,2-5-21 0,-1 14-20 0,0-8-154 15,-2 0-386-15,3-6 170 0</inkml:trace>
  <inkml:trace contextRef="#ctx0" brushRef="#br0" timeOffset="43944.41">24307 6931 16 0,'2'-6'216'0,"2"-1"-11"16,-4 7-26-16,5-9-13 0,-5 9-16 0,0 0-13 16,5-6 4-16,-5 6-8 0,0 0-8 0,0 0 2 15,6 15-2-15,-6-15-9 0,0 13-10 0,1-6-10 16,0 1 0-16,-1 1-8 0,1 0-3 0,-1-9-6 16,0 14-5-16,2-9-5 0,-2-5-5 0,2 10-5 15,-2-10 2-15,0 8 2 0,0-8 9 0,0 0 8 16,0 8 13-16,0-8 4 0,0 0 3 0,0 0-15 15,0 0-10-15,0 0-4 0,0 0-12 0,0 0-4 16,3-26 9-16,-2 17-20 0,0-1-3 0,2 0-9 16,3-2 2-16,-2-5 3 0,3 2-21 0,0 0-12 15,5-3-4-15,3-2-3 0,-1 8 0 0,0-2-2 0,0 6 0 16,2 0 0-16,-2-1-3 0,-1 5 0 16,-2 1 0-16,3 0 0 0,-5 3 3 0,2 3 4 15,0 3-7-15,-2-1-1 0,0 4 6 0,-1-3-4 16,-4 6-3-16,3-2 4 0,-1 4 1 0,-2-2-1 0,-3 0 12 15,1 0-5-15,0 0-2 0,-1-2 0 16,1 0-2-16,-2-2-1 0,2-3 6 0,-2-5-2 16,-2 12 0-16,2-12 7 0,2 6 3 0,-2-6-4 15,0 0 0-15,0 0 2 0,0 0 0 0,0 0-3 16,0 0 5-16,0 0-5 0,0 0-3 0,0 0 2 0,0 0 1 16,-4-35-13-16,6 24-7 0,4-4-3 15,-1-1 0-15,1 5-10 0,2-5-1 0,5-2 4 16,0 4-1-16,1 3 0 0,1-1 2 0,1-1 2 15,-3 4 5-15,-2 4 3 0,0 1-6 0,-1 1 1 0,1 0 1 16,-2 3 2-16,-9 0 3 0,16 6 1 0,-7-2-3 16,-4 1 4-16,5 3 8 0,-3 1-6 0,-1 2 4 15,1 1-6-15,-4-2 5 0,0 3 0 0,2-4 5 16,0 7-2-16,-2-5-1 0,-1 0-7 0,0 1-24 16,-2-1-33-16,0 2-37 0,-2-1-34 0,2-3-41 15,-1-2-52-15,0 0-199 0,1-7-468 0,0 0 208 16</inkml:trace>
  <inkml:trace contextRef="#ctx0" brushRef="#br0" timeOffset="44762.5">26831 5946 207 0,'0'0'243'0,"-8"-6"-22"0,8 6-19 0,-3-6-18 0,3 6-17 16,0 0-15-16,-4-5-16 0,4 5-3 0,0 0-24 15,0 0-11-15,15-5-9 0,-15 5-9 0,19 0-18 16,0 1-22-16,0-1-49 0,-5 3-42 0,5-2-33 16,0 1-37-16,-6-2-37 0,1 1-126 0,-6 1-306 15,-1 0 135-15</inkml:trace>
  <inkml:trace contextRef="#ctx0" brushRef="#br0" timeOffset="44932.28">26800 6039 140 0,'0'0'159'0,"-6"4"2"16,6-4-5-16,0 0-6 0,-7 3-13 0,7-3-4 15,0 0-10-15,0 0-4 0,0 0-15 0,11 10-10 16,3-7-6-16,3-1-23 0,4 0-33 0,6 1-41 16,4-1-50-16,1 0-47 0,1-2-143 0,1 0-268 15,2-3 120-15</inkml:trace>
  <inkml:trace contextRef="#ctx0" brushRef="#br0" timeOffset="45246.67">28067 5667 180 0,'0'0'229'0,"-9"-8"-7"0,9 8-3 0,-4-6-17 16,4 6-15-16,0 0-15 0,-7-5-18 0,7 5-14 0,0 0-16 16,0 0-13-16,0 0-11 0,0 0-3 15,0 0-19-15,16-7-5 0,-4 7-5 0,6 0-9 16,-1 0-6-16,3 0-15 0,0 0-14 0,1 0-30 15,-4 1-21-15,3-1-27 0,-4 0-32 0,0 0-12 16,-5 0-30-16,1-1-21 0,0 0-25 0,-4 1-128 16,-8 0-326-16,12 0 144 0</inkml:trace>
  <inkml:trace contextRef="#ctx0" brushRef="#br0" timeOffset="45746.78">28208 5637 25 0,'0'0'140'0,"0"0"-1"0,0 0-1 0,0 0-6 16,-11 3-4-16,11-3-5 0,0 0-8 0,0 0-6 15,0 0-8-15,0 0-10 0,0 0-12 0,0 0-9 16,0 0-11-16,0 0-3 0,-6 7 7 0,6-7 13 0,0 10 6 16,-3 0 2-16,3 0-7 0,-2 1-2 15,1 4-2-15,-1 1-1 0,-1-1 1 0,1 2-4 16,-1 2-1-16,3 0-1 0,-2 0 4 0,0 0-4 15,2 0-5-15,0-1-3 0,-1 1-4 0,0 0-5 16,-1 0 2-16,2-2-8 0,-1 2-5 0,2 1-2 16,-2-5-4-16,-2 1 0 0,6-4-6 0,-3 0-2 15,0-1-1-15,-3-1-6 0,3 1 2 0,-2-5-1 16,2-6-2-16,0 13-1 0,0-7-1 0,0-6 2 16,0 10-1-16,0-10-5 0,-2 9 4 0,2-9 0 15,0 0-1-15,0 0-3 0,-11 6 2 0,11-6-7 16,0 0 4-16,-18 0-3 0,18 0 1 0,-15-5-2 15,15 5 0-15,-19-5-3 0,10 3 2 0,9 2-1 16,-18-5 1-16,7 1-2 0,4 2 4 0,7 2-5 16,-15-4 2-16,15 4-6 0,-14-4 5 0,14 4-3 15,-9-1-1-15,9 1-3 0,0 0 4 0,-13-3-1 16,13 3-3-16,0 0 2 0,0 0 0 0,0 0-3 16,0 0 1-16,0 0-2 0,0 0 2 0,0 0 3 15,0 0 2-15,0 0 1 0,0 0 2 0,31 10-4 16,-17-10 2-16,-1 3 0 0,6 0-5 0,-2-1-11 15,12-2-19-15,-8 0-21 0,6 2-33 0,-6-2-26 0,2 0-36 16,5-3-36-16,-1 0-52 0,-7 2-173 16,1-2-444-16,-2-3 196 0</inkml:trace>
  <inkml:trace contextRef="#ctx0" brushRef="#br0" timeOffset="46008.33">28663 5199 112 0,'0'-10'252'0,"3"4"-27"16,-3 6-13-16,0-9-27 0,0 9-22 15,0 0-20-15,0 0-13 0,0 0-12 0,0 0-6 16,0 0-5-16,0 0-9 0,-13 27-12 0,9-10-7 15,-3 6-5-15,1 2-6 0,-1 5-6 0,0 2-28 16,2-3-10-16,-2 3-33 0,1-3-36 0,-1 2-26 16,0-3-58-16,2 3-48 0,-3 1-133 0,2-3-334 15,-2-3 148-15</inkml:trace>
  <inkml:trace contextRef="#ctx0" brushRef="#br0" timeOffset="46637.5">28611 6151 123 0,'0'0'201'0,"0"0"-5"0,0 0 3 0,0 0-3 15,0 0-4-15,0 0-13 0,22-13-9 0,-13 6-13 16,-2-3-9-16,3 3-12 0,1-5-1 0,-1-1-8 16,4 1-6-16,-3-2-15 0,1 0-9 0,-2-1-6 15,3-1-4-15,-2 1-10 0,1-2-9 0,1-5-4 16,-1-2-7-16,0 1-7 0,-4 5-3 0,3-5-5 16,-3 4-2-16,-6 2-4 0,2 0-3 0,-5-1 0 15,2 6-1-15,-3 1-4 0,2-1-3 0,-4 1-4 16,3 1 0-16,-5 0-3 0,1 2-4 0,-2 2-2 15,3 2 0-15,-5 1-2 0,9 3-4 0,-19-1 5 16,10 3-8-16,-4-1 1 0,0 3-2 0,7-1-2 16,-3 1-1-16,-1-1 1 0,3 1-4 0,2 1 0 0,1-2 7 15,4-3-6-15,-8 9 2 0,8-9 0 0,0 9 2 16,0-9 1-16,4 11-1 0,2-6-3 16,-1-2 1-16,5 3 2 0,0-2 0 0,3 0-3 15,1 0 5-15,4 0-5 0,1 0 9 0,-3-2-8 16,1 2 0-16,-4-3-2 0,-1-1 3 0,-1 2-5 0,-2-2 2 15,2 1-2-15,-4 1 7 0,2-2-3 0,-9 0 0 16,14 0-1-16,-14 0 1 0,13 0 1 16,-8 0 1-16,-5 0-2 0,13-2-2 0,-13 2 2 15,9 2-1-15,-9-2-1 0,9 0 2 0,-9 0-3 16,7 2-1-16,-7-2 0 0,6 5 0 0,-6-5-2 0,6 6 1 16,-2-2 4-16,-4-4 1 0,3 12-3 15,1-2-1-15,-1 0 5 0,-2-1-1 0,-1 4 8 16,0-1-7-16,0 5 2 0,-1-2 3 0,-2 0-4 15,1-1 4-15,2-2-1 0,-2 3-3 0,1-1-8 16,1-3-22-16,-1 1-25 0,0 0-24 0,1-12-41 0,-4 18-40 16,2-9-39-16,1 0-42 0,1-9-175 15,-3 15-451-15,3-15 200 0</inkml:trace>
  <inkml:trace contextRef="#ctx0" brushRef="#br0" timeOffset="47627.96">29151 5928 47 0,'0'0'201'15,"0"0"-22"-15,0 0-17 0,0 0-5 0,0 0 0 16,0 0-1-16,0 0 1 0,0 22-10 0,0-12-12 0,-2 0-12 16,1 1-7-16,-1 0-10 0,1 0-10 0,0 1-8 15,0-2-6-15,1-1-5 0,-3 1-8 16,2-4-2-16,1-6-8 0,-2 13-1 0,2-13-3 15,0 9 7-15,0-9 6 0,-1 7 16 0,1-7 13 16,0 0 5-16,0 0 6 0,0 0-10 0,0 0-7 0,0 0-7 16,0 0-9-16,0 0-10 0,0 0-4 0,0 0-9 15,1-29-3-15,1 20-6 0,0-4-7 0,2 2-8 16,4-5-3-16,-3 1 1 0,1-2-5 0,3 1 0 16,0 0-4-16,1 2-8 0,1 0 3 15,0 1-7-15,1 0 2 0,-5 6-1 0,3 0-1 0,-1 1-2 16,2 0 0-16,-5 3-11 0,3 2 5 15,0 1 0-15,3 0 2 0,1 4-6 0,-4 2-1 0,0 1 4 16,0 2-1-16,0 3-1 0,-1 1 3 16,3 1 0-16,-4 0-2 0,-2 2 3 0,0-1 0 0,-1 0 1 15,0-4 1-15,-2 1-1 0,1 0 3 0,-2-3-2 16,0-2 2-16,1 1-4 0,-2-1 3 16,0-7 0-16,1 10 1 0,-1-10 6 0,1 7 1 15,-1-7-3-15,0 0 11 0,0 0 1 0,0 0 0 16,0 0-4-16,0 0-3 0,0 0 6 0,0 0-3 15,0 0-5-15,0 0 0 0,-12-25-1 0,10 14-6 0,2 1 1 16,0-2-9-16,3-3-3 0,2-1-6 0,0-1-6 16,1 0-3-16,2 0-2 0,2 0-2 0,2 0 0 15,1-4-4-15,2 8 5 0,-2 0 1 16,-1 2 4-16,-1 3-1 0,-4 1-2 0,1 1 7 16,1 0-1-16,-1 5-1 0,-2-1 0 0,-6 2 1 0,18 3 2 15,-12 1-2-15,2 3 4 0,0 1 1 0,-1 2 2 16,0 4-2-16,-3 1 4 0,2 1-1 15,-5-4 5-15,1 5-2 0,0-1 0 0,-2-3 1 16,0-2 13-16,0 1-10 0,4-2 0 0,-3 0 0 16,0-4 5-16,1 0 1 0,-1 1 1 0,1-1 12 0,-2-6-7 15,4 8 9-15,-4-8-5 0,11 9 11 0,-5-6-11 16,-6-3-3-16,13 3 7 0,-13-3-8 0,13 0 4 16,-2 2 2-16,-3-2-1 0,2-2-2 0,1 1 3 15,-2-3 0-15,2 1 5 0,-1-3-2 16,-1 0 1-16,-3-2 2 0,2 0-2 0,2 0 2 0,0-6-9 15,1 2 6-15,-3-2-3 0,3-2 6 0,-1 0-4 16,0-2-1-16,0 0 1 0,2-4-3 0,2-2-2 16,-6 7 3-16,1 0-4 0,-2 6-1 0,-2-1 7 15,0 2-4-15,2 0 5 0,-3 2 2 0,-2 0-8 16,2 3 7-16,0 0-11 0,-4 5 8 0,2-10-8 16,-2 10-2-16,2-6-5 0,-2 6-2 0,0 0-1 15,0 0-1-15,0 0 1 0,0 0 5 0,-21 23-7 16,13-13 6-16,0 0-4 0,-1 2-2 0,-2 2 10 15,2-2-5-15,3 0 0 0,-3 1-6 0,1-4-7 16,3 2 10-16,0-3-12 0,0 2-5 0,1-1 3 16,3 1-5-16,1 1 2 0,0-2-1 0,1 2-1 15,2 0 0-15,0-1 5 0,0 1 3 0,4-2-2 16,3 5 3-16,-1-1-1 0,1 1 4 0,-4 1 2 16,3 0-4-16,-2-4 7 0,3 2-2 0,-5-1 0 15,0-2 2-15,-1 0-1 0,1 2 2 0,-2-5 7 16,-2 3-15-16,3-4 0 0,-4 4-1 0,0-10-15 15,-3 13-10-15,0-7-8 0,-1 0-16 0,-4 1-19 16,-1 0-27-16,-1-2-41 0,0 2-48 0,-1-3-40 16,-4 2-214-16,2-4-488 0,-6 3 217 0</inkml:trace>
  <inkml:trace contextRef="#ctx0" brushRef="#br0" timeOffset="48182.03">27716 6389 47 0,'-6'-3'200'0,"6"3"-11"0,-12 0-13 0,12 0-20 0,0 0-5 16,0 0-5-16,0 0-5 0,53 0-11 16,4 5 0-16,34 0-7 0,11 1-7 0,12 2-8 0,13-3 10 15,4-2-11-15,14 0-7 0,-5 1-7 16,-6 0-4-16,6 1-8 0,-3-1-3 0,-6-1-9 0,-10 3-3 16,-8-3-7-16,-2-2-10 0,-13-1-2 15,-7 1-3-15,-31 1-4 0,3-2-1 0,-2 0-3 0,-4 0 0 16,-6 0 0-16,-14 2-1 0,-5-4 5 15,-3 2 5-15,-7 0 7 0,-9 0 11 0,1 0 12 0,-4-2 6 16,0 2 2-16,-10 0 5 0,14 0-1 0,-9-1-9 16,-5 1 4-16,0 0-11 0,11 0-7 0,-11 0-21 15,0 0-8-15,0 0-23 0,0 0-28 16,0 0-31-16,0 0-33 0,0 0-44 0,0 0-43 16,-31-7-46-16,21 9-46 0,-8-2-48 0,0 3-164 0,-3-2-509 15,1 0 226-15</inkml:trace>
  <inkml:trace contextRef="#ctx0" brushRef="#br0" timeOffset="49150.84">28801 6723 49 0,'-7'-2'169'0,"0"0"-2"0,7 2-3 0,-11-4-5 16,11 4-3-16,0 0-8 0,-9-2-17 0,9 2-8 16,0 0-11-16,0 0-13 0,0 0-14 0,-8-2-6 15,8 2-4-15,0 0-6 0,0 0-2 0,0 0-2 16,24 5-2-16,-11-5-2 0,6 3-6 0,7-2-6 15,2 0-4-15,2 1-5 0,-1 3-4 0,-1-5-3 16,0 1-3-16,1 1-7 0,0-2-21 16,-9 1-16-16,-1 0-27 0,-1-2-26 0,-5 1-34 15,1 0-14-15,-4 0-23 0,-3 0-26 0,-7 0-122 0,11-4-309 16,-11 4 136-16</inkml:trace>
  <inkml:trace contextRef="#ctx0" brushRef="#br0" timeOffset="49557.85">28972 6719 6 0,'0'0'124'0,"-10"4"5"0,7 1 4 0,0 2-9 15,-1 0-3-15,0 3-1 0,-1 5 1 0,1 0 5 16,0-2-5-16,-2 6-3 0,1 4 5 0,0 3-13 16,0 0-3-16,-2 0-10 0,2-3-6 0,3-5-8 15,1 0-7-15,-2-1-9 0,0-2-5 0,2-2-7 16,0 0-1-16,-1-1-9 0,0-1 0 0,2-2-7 15,0 1 0-15,0-2-8 0,0-8-1 0,-1 11-3 16,-1-4-2-16,2-7 1 0,-1 10-5 0,1-10 0 16,-4 11 0-16,2-7-3 0,2-4 6 0,-8 9-9 15,3-5-1-15,5-4 1 0,-13 3 4 0,5-1-8 16,0 1-1-16,-1-2-2 0,0 1 1 0,-4-1 1 16,3-1-4-16,10 0-3 0,-22-3 2 0,13 3-2 15,-1-2 4-15,1 2-3 0,9 0 2 0,-14-2-3 16,7 0 1-16,7 2 2 0,-12-1 2 0,12 1-1 0,-7-2-4 15,7 2 1-15,0 0 3 0,-8-3 1 16,8 3 1-16,0 0 0 0,0 0 5 0,0 0-12 0,0 0 6 16,0 0-1-16,0 0 0 0,0 0 1 15,31 3-1-15,-13 1 0 0,3-3-1 0,-1 1-11 16,8-1-11-16,3 2-18 0,-2-3-21 0,-1 2-32 0,5 0-38 16,-2-1-31-16,0-1-35 0,-4 2-164 0,-7-1-386 15,2-1 172-15</inkml:trace>
  <inkml:trace contextRef="#ctx0" brushRef="#br0" timeOffset="50035.96">29270 7146 207 0,'0'0'216'0,"0"0"-9"0,-9-17-10 0,9 17-6 16,-7-6-6-16,3 2-11 0,4 4-17 0,-12-4-11 15,12 4-15-15,-11-2-11 0,11 2-11 0,-13 2-10 16,3 4-14-16,1 0-1 0,0-1-5 0,-6 5-14 15,6-2 4-15,-4 3-10 0,3 2-4 0,2-4-9 16,0 1-6-16,2 0 4 0,2 0-11 0,0 1-4 16,2-1-1-16,-1-1 1 0,3 2-6 0,1-5-2 15,-1-6-2-15,3 14-2 0,1-9-2 0,1-2 0 16,4 2 19-16,0-1-4 0,-1-2-2 0,2-2-6 16,3 0 3-16,-3 0-6 0,2-2-1 0,-1-3-1 15,-1-1 2-15,1 0-4 0,-2-3-3 0,2-2 0 16,-2-1 0-16,0-5 2 0,-2 1-7 0,2 0 0 15,0-8 2-15,-1 0-4 0,0-3-2 0,-1 1 3 16,-1-1 0-16,0 2 4 0,-3-1 3 0,-1 8 3 16,0-3-2-16,1 2 11 0,1-6 4 0,1 6 5 15,-3 3-2-15,-2 3 0 0,0 3 12 0,-1 1 3 16,1 2 4-16,0 7-4 0,0-11-4 0,0 11-11 16,0 0-5-16,0 0-2 0,0 0-3 0,0 0-6 15,0 0-1-15,0 0 5 0,-6 35-1 0,3-16-6 16,1 0 5-16,-1 6-4 0,-1 1 2 0,2 0-2 15,-1-7-5-15,0 1 0 0,0 0 7 0,1-4-4 16,1 5 1-16,-3-3-3 0,4 0-2 0,3 0-1 16,-3-1-11-16,0-6-24 0,0 2-28 0,0-1-37 15,1-1-31-15,-1 1-40 0,1-2-46 0,1-4-45 16,-2-6-46-16,0 14-175 0,1-9-515 0,3-1 229 16</inkml:trace>
  <inkml:trace contextRef="#ctx0" brushRef="#br0" timeOffset="50278.59">29716 7142 2366 0,'3'-6'125'0,"-1"-1"-66"0,-2 7-30 0,0 0-7 16,-7-14 12-16,0 12 17 0,0 0 14 0,-3 2 10 16,10 0 9-16,-22 3 9 0,9 2 9 0,-4 3 5 15,1 3-7-15,-1 1-2 0,0-1-6 0,2 2-4 16,0 2-21-16,3-1 0 0,2 0-5 0,2 1 0 15,3 0-11-15,-1-4 3 0,6 1-20 0,0-1 5 16,4 1 0-16,2-2-3 0,3-2-23 0,4 2-18 16,5-3-25-16,9 2-29 0,1-3-24 0,0-1-43 15,-8-3-48-15,10-1-54 0,-1 0-50 0,-8-3-245 16,-1 0-564-16,-1-1 250 0</inkml:trace>
  <inkml:trace contextRef="#ctx0" brushRef="#br0" timeOffset="51657.88">13109 7644 51 0,'0'0'236'0,"0"0"-8"0,-6 2-20 15,6-2-2-15,0 0-15 0,0 0-5 0,0 0-10 0,0 0-8 16,0 0-14-16,0 0-15 0,0 0-2 0,0 0-23 15,14 5-9-15,-3-5-11 0,1 0-8 0,-1 0-8 16,10 2-7-16,-4-2-5 0,12 0-9 0,-10 1-12 16,10-1-17-16,-2-1-23 0,-5-1-29 0,5 4-31 15,0-2-33-15,-4 0-30 0,-1-2-42 0,-2 1-25 16,-2 1-182-16,-7 0-397 0,-4 0 176 0</inkml:trace>
  <inkml:trace contextRef="#ctx0" brushRef="#br0" timeOffset="52067.33">13375 7611 74 0,'0'0'186'0,"-8"3"-7"0,8-3-4 16,-5 10-6-16,1 1 0 0,2-1-1 16,-2 9-3-16,-2 0-7 0,2 1-11 0,-3 6-16 15,3 2-11-15,-2 2-11 0,3-3-8 0,0 0-9 0,-1 1-11 16,-1-2 1-16,3 0-14 0,0 1-7 0,0-8-5 15,0 0-5-15,2-5-6 0,0 1-3 16,0-3-4-16,-2-1-2 0,1-3-5 0,2 3-3 0,-1-11-4 16,-1 13 0-16,1-13-1 0,0 12-4 15,-2-7 1-15,2-5-1 0,-2 8-5 0,2-8 4 16,-7 6-2-16,7-6-4 0,-7 4-1 0,1-3-3 0,6-1 1 16,-13 0-2-16,3 0-3 0,-1-1-3 0,0 0-2 15,-1 0 1-15,1-1-2 0,0 0 1 0,-2 2-3 16,4-3 2-16,-1 2 0 0,10 1 1 0,-15-2 2 15,15 2-3-15,-9 0-3 0,9 0 6 0,-10-3 0 16,10 3-2-16,0 0 0 0,-8-1 1 0,8 1-2 16,0 0 2-16,0 0 3 0,0 0-1 0,0 0 1 15,0 0-1-15,0 0 0 0,0 0 1 0,33 6 1 16,-19-5 1-16,-1-1-3 0,6 0 4 0,1-1-22 16,7-3-15-16,-5 2-36 0,-1 0-35 0,7 0-42 15,1-3-51-15,-2 1-214 0,-6-1-441 0,0-2 196 16</inkml:trace>
  <inkml:trace contextRef="#ctx0" brushRef="#br0" timeOffset="52302.34">13702 7473 2579 0,'0'-19'75'0,"-1"3"13"16,1 0-40-16,-2 7 4 0,2-2 1 0,-2 1 6 15,2 1 1-15,0 9 0 0,-4-10-9 0,4 10-3 16,0-8-6-16,0 8-10 0,0 0-5 0,0 0 4 16,0 0-10-16,0 0 0 0,0 0 2 0,0 0 1 0,0 28-9 15,0-15 1-15,0 3-29 0,0 3-31 16,0-3-30-16,0 1-33 0,0 4-50 0,0-3-44 16,2 0-49-16,-4-2-181 0,4-4-464 0,-2 5 205 15</inkml:trace>
  <inkml:trace contextRef="#ctx0" brushRef="#br0" timeOffset="52849.94">14146 8256 194 0,'16'-27'207'0,"2"-3"-14"0,-2 2-6 0,-3-2-9 16,3 2-8-16,-1-3-13 0,-1 0-6 0,-1 3-12 15,-3-2-7-15,-2 4-10 0,-3 2 0 0,-1 6-8 16,0 1-12-16,-2 1-5 0,-2 0-6 0,0 5-11 16,-1 1 1-16,0 1-8 0,-3 1-7 0,2 1-5 15,2 7-5-15,-6-10-12 0,-1 5 0 0,1 1-5 16,-2 2 3-16,8 2-11 0,-15 1-3 0,7-1-6 16,0 2-4-16,-1 1-4 0,2-1 1 0,0 3-2 15,0-3-8-15,1 4-9 0,2-1-6 0,-1 0 0 16,5 1 0-16,-2 3 2 0,2-9-7 0,4 17-4 0,0-10 2 15,1-1-6-15,3 3 0 0,5 2-4 0,-3-3 0 16,5 3 0-16,0-1-2 0,1 0 3 16,-1 0 1-16,1 0-1 0,-2-1 6 0,-1 3-1 15,-4-5 0-15,0 4 5 0,2 3-2 0,-4-4 4 0,0 1 5 16,-1 0-3-16,0 0 2 0,-5-1 5 0,3 2 2 16,-4 0 0-16,5-1 3 0,-5 1-3 0,-3 1 2 15,1-5-2-15,2 4 4 0,0-3-9 16,0-1-18-16,0 2-22 0,-2 0-33 0,0-1-49 0,2-9-33 15,-1 13-40-15,-1-6-122 0,1-2-350 0,1-5 155 16</inkml:trace>
  <inkml:trace contextRef="#ctx0" brushRef="#br0" timeOffset="53640.17">14556 8099 18 0,'0'0'204'0,"0"0"-17"0,0 0 3 0,6 11-7 16,-6-11-12-16,0 10-9 0,0-2-4 0,0-8-4 16,4 17-11-16,-6-8-10 0,0-2-9 0,2-7-8 15,0 18-7-15,0-10-9 0,0-8-2 0,0 12 0 16,0-12-2-16,-2 10-1 0,2-10 7 0,2 6 2 16,-2-6-3-16,0 0 1 0,-2 9 5 0,2-9 5 15,0 0 2-15,0 0-24 0,0 0-1 0,-7 4-13 16,7-4 5-16,0 0-8 0,0 0-5 0,0 0-8 15,-9-16-5-15,9 16-12 0,-1-12-5 0,1 2-3 16,0-2-3-16,1 2-7 0,3-1 0 0,1-4-1 16,4 1-15-16,-1 1 7 0,-1 2-7 0,5 0 6 0,-1 3-13 15,-3 2-1-15,2 0-1 0,1 0-2 16,-4 4 1-16,6 2-2 0,-4 2-2 0,2-2-3 16,1 4 2-16,-3 1 3 0,2 2-5 0,1 1 5 15,-4 2-4-15,1-1 5 0,-2-1 2 0,-1 3-3 0,1-2 3 16,-2 2 0-16,2-2 3 0,-5 1-10 0,2-4 22 15,-3-1-14-15,3-1 1 0,-4-4-10 0,4 10 14 16,-4-10-5-16,2 8 7 0,-2-8 2 16,0 0 0-16,3 5-3 0,-3-5 3 0,0 0-3 0,0 0 2 15,0 0-7-15,0 0 1 0,0 0-1 16,0 0-1-16,-17-19-15 0,16 13 5 0,1 6-4 16,-1-17-7-16,2 7-3 0,3-2-8 0,-1-5-3 15,3 3-4-15,-1-1-2 0,5 2-1 0,0 0-3 0,-3 4 4 16,3 0 1-16,-1 2 3 0,-3 1 1 0,3 2 2 15,-3 4 5-15,-6 0 0 0,12 2 3 0,-4 2 1 16,1 0 0-16,-2 1 6 0,4 2 4 0,-4 1-2 16,2 1 1-16,-4 0 4 0,4 1-1 0,0-2 6 15,-1 1 2-15,-1-1 7 0,4-1-5 0,-4 0 0 16,4-1-4-16,-2-3 2 0,1-1 10 16,0 0-10-16,2-1-1 0,-1-4-1 0,-1 1 2 0,3-1-2 15,0 0 3-15,-2-3 1 0,-2 0-3 0,-2-1 0 16,2 0 2-16,-2-1-3 0,-2 2 3 0,-1-4-5 15,1 1 1-15,-3 0 2 0,-1 2 2 0,-1 7 3 16,-1-14-7-16,1 14-5 0,-3-8 5 0,3 8-5 16,-4-6 6-16,4 6-4 0,0 0 1 0,0 0-3 15,0 0 3-15,-11 13 1 0,7-6 3 0,1 2-3 16,1 4 3-16,1 2-3 0,1 3 3 0,-2-3 1 16,0 1 2-16,2 1-2 0,-2-1 3 0,2 0 1 15,0-2-2-15,2-1 1 0,-5 2 4 0,2-2-2 16,0 2 5-16,-1-2 0 0,-2-1-2 0,2-1 4 15,-2-1 0-15,-1 0-4 0,0 0 1 0,1 0 1 16,-5-1-3-16,3 2-8 0,-1-1-24 0,0-2-29 16,0 0-33-16,1-1-31 0,-2 0-43 0,4-1-52 15,1-2-219-15,3-4-472 0,0 0 209 0</inkml:trace>
  <inkml:trace contextRef="#ctx0" brushRef="#br0" timeOffset="53978.41">15806 8122 32 0,'-7'-3'273'0,"7"3"-15"0,0 0 2 0,-11-1-24 0,11 1-14 15,0 0-13-15,-9-1-17 0,9 1-4 0,0 0 1 16,0 0-3-16,0 0-3 0,29 9 7 0,-14-6-25 15,5 0-15-15,0-2-9 0,8 1-10 0,0-1-5 16,-5 1 2-16,-2-2-14 0,7 0-12 16,-12 3 7-16,-1-5-6 0,-3 2-14 0,-4 0 4 0,1 0-4 15,-9 0 6-15,14 0 3 0,-14 0 5 0,9 0 0 16,-9 0-9-16,0 0-1 0,8 0-6 0,-8 0-5 16,0 0-12-16,7 2-1 0,-7-2-11 0,0 0-4 15,0 0-10-15,0 0-26 0,0 0-35 0,0 0-34 16,0 0-55-16,0 0-45 0,9-3-50 0,-9 3-53 15,0 0-62-15,0 0-67 0,0 0-242 0,0 0-677 16,0 0 301-16</inkml:trace>
  <inkml:trace contextRef="#ctx0" brushRef="#br0" timeOffset="55024.37">17600 8661 213 0,'0'0'228'0,"-5"-3"-13"0,5 3-10 16,-1-11-11-16,1 11-7 0,0-12-10 0,3-1-8 15,5 2-17-15,0-4-12 0,3 0-13 0,7-11-5 16,-1 4-9-16,4-2-7 0,2-2-5 0,0 0-8 0,-1 2-8 16,1 0-6-16,-1-3-12 0,-2 4-2 0,1-3-8 15,-2 2-9-15,-1-2-1 0,-2-2-5 16,0 2-4-16,-1-2-5 0,-5 1-3 0,4 4-1 16,-7 5-6-16,2-5-1 0,-4 6-3 0,-3 6 0 0,0-1 1 15,-1 3-1-15,-1 2 0 0,0 7-3 16,-3-12-4-16,3 12-1 0,-5-3-2 0,5 3-4 15,-13 2 1-15,1 1 2 0,-4 3-1 0,-3 5-1 16,-4 2-2-16,7 0-2 0,-2 0-2 0,4 1 1 0,0-3 4 16,2 0-5-16,2 1 0 0,5-2-1 0,0 0-2 15,3 0 11-15,2 2-11 0,5-3 3 0,0-1 0 16,2 2 1-16,7-2-1 0,3 2-6 0,2-3-2 16,8 1-3-16,-7-1 2 0,2-1-5 0,-2 1-4 15,1-2-2-15,-2 2-3 0,-4-1 1 0,-2-1 1 16,-3 3 3-16,-1-3-2 0,1 4 2 0,-3 1 3 15,-2 0 5-15,-3 1 1 0,1 6-2 16,-3-5 2-16,-1 5 4 0,1-2-1 0,-4 2 4 0,3 0-5 16,-1-4 4-16,1-2-1 0,0 1 1 0,1-1-4 15,-2-2 9-15,2 1-6 0,0 0 5 16,3-3-4-16,-2-2 6 0,3 2-4 0,0-2 2 0,5 0 2 16,2-1-1-16,1-1-2 0,3-2 8 0,3-2-5 15,3-2 1-15,-1 0-2 0,1-2 1 0,-1-1 1 16,-2-4-2-16,8-1 3 0,-4-5-2 0,-2 5-2 15,0-3-1-15,-3 0 3 0,-6 0-1 0,4 0-1 16,2-5 4-16,-7 3 0 0,-1 2-3 0,-1-1-1 16,-2 0 2-16,-1 4 0 0,-3 0 10 0,1 3 3 15,-1 2 1-15,0 0 1 0,-2 6 2 0,2-8-4 16,-2 8 1-16,1-8 1 0,-1 8-7 0,0 0-2 16,0 0-1-16,0 0-3 0,0 0-4 0,0 0 3 15,0 0 2-15,-17 28 2 0,11-13-1 0,1 5-2 16,0-4 2-16,1 2-2 0,1 0 3 0,1 3 0 15,-1-6-3-15,3 3 5 0,3-4-2 0,-2 1-1 16,0-2 9-16,3-2-12 0,1-1 4 0,3 1-14 0,1-3-14 16,1-1-30-16,2 0-36 0,0-2-45 15,1-2-54-15,6-1-40 0,-2-1-233 0,1-4-495 16,0-1 219-16</inkml:trace>
  <inkml:trace contextRef="#ctx0" brushRef="#br0" timeOffset="55195.25">18497 7974 23 0,'0'0'193'0,"-8"-6"-20"0,8 6-36 0,-3-3-30 16,3 3-22-16,0 0-35 0,0 0-32 0,0 0-34 15,0 0-27-15,14 25-79 0,-11-16-131 0,5-2 59 16</inkml:trace>
  <inkml:trace contextRef="#ctx0" brushRef="#br0" timeOffset="55433.42">18640 8056 61 0,'0'0'233'0,"0"0"-14"0,0 0-19 0,0 0-20 16,0 0-16-16,0 0-19 0,0 0 6 0,0 0 19 15,0 0 0-15,2 29-9 0,-2-10-7 0,0 6-2 16,-3 5-6-16,2 1-6 0,-1 1-13 0,-1 3-5 15,0 12-9-15,0-10-7 0,-3 9-10 0,-3-10-4 16,1-2-13-16,3-1-4 0,-1-1-8 0,1 1-12 16,-2-2 1-16,0-4-4 0,3 2-12 0,0-10-21 15,1 7 0-15,0-7-33 0,0-1-19 0,-3-3-19 16,1 5-34-16,-1-5-19 0,1 1-26 0,1-5-41 16,3-2-23-16,0-1-42 0,0-1-187 0,-4-3-458 15,5-4 203-15</inkml:trace>
  <inkml:trace contextRef="#ctx0" brushRef="#br0" timeOffset="55663.54">18630 8323 205 0,'12'-13'197'0,"1"4"-14"0,2-1 5 15,2 1-6-15,1 2-1 0,2 5-11 0,-3 0-13 0,0 1-15 16,1 2-12-16,-5 2-11 0,-2 1-16 15,1 4-12-15,-2 1-5 0,-4 2-6 0,1 0-7 16,-7 1-5-16,0 6-6 0,-8 0-7 0,0-1-2 16,-1 1-6-16,-2-1-5 0,-4 2-18 0,3-3-20 0,1-3-14 15,-2-1-27-15,3-3-27 0,-3 0-39 0,4-1-40 16,0-4-37-16,-1 2-172 0,2-5-379 16,8-1 168-16</inkml:trace>
  <inkml:trace contextRef="#ctx0" brushRef="#br0" timeOffset="55899.73">18966 8096 57 0,'4'-10'272'0,"-2"0"-10"0,1 5-14 16,-2-1-22-16,-1 6-18 0,4-7-26 0,-4 7-18 16,0 0-4-16,0 0 3 0,0 0 2 0,9 27 3 15,-9-8-7-15,-1 8-1 0,-2 2-8 0,-2 2-12 16,-3 2-14-16,3 2-14 0,-4 12-6 0,1-15-16 15,1 5-7-15,1-2-4 0,-2-5-10 0,2 3-4 16,-1-3-18-16,3 0-15 0,-1-3-26 0,1-1-29 16,-1-8-32-16,3 0-27 0,-3 2-31 0,1-4-37 15,1 0-42-15,2-5-50 0,-2-1-233 0,0 0-514 16,0-6 228-16</inkml:trace>
  <inkml:trace contextRef="#ctx0" brushRef="#br0" timeOffset="56130.28">18974 8335 69 0,'16'-10'212'0,"0"4"-8"0,0 0 1 0,1 2-5 16,2 2-13-16,-2 2-14 0,-3 0-13 0,-1 3-13 16,-2 2-12-16,-2 0-9 0,1 0-11 0,-3 3-9 15,-1 3-6-15,-4 0-4 0,0 1-10 0,-6 0-11 16,-2 5-7-16,1-6-4 0,-3 6-9 0,-4-3-9 15,1 0-7-15,-2-3-22 0,4-3-20 0,-2-1-26 16,0 1-28-16,1-2-33 0,0-2-40 0,-2-1-36 16,5-1-54-16,-3 0-112 0,3-2-360 0,7 0 160 15</inkml:trace>
  <inkml:trace contextRef="#ctx0" brushRef="#br0" timeOffset="56351">19259 8035 173 0,'7'-16'251'0,"0"0"-11"0,-3 6-6 16,-1 3-19-16,-1 0-19 0,0 2-22 16,-2 5-16-16,0 0-6 0,0 0 1 0,9 13 1 15,-4 2 2-15,-5 10-13 0,-1 5-6 0,0 3-10 0,-3 1-4 16,0 1-20-16,-1-1-7 0,0 2-15 0,-2 10-15 16,1-15 8-16,1 1-27 0,0-1-19 15,4-3-35-15,-1-1-35 0,1-8-30 0,0 2-34 0,2-3-34 16,0-3-39-16,2-2-33 0,0-2-36 0,-2 0-132 15,3-2-411-15,1-3 183 0</inkml:trace>
  <inkml:trace contextRef="#ctx0" brushRef="#br0" timeOffset="56590.18">19380 8524 98 0,'8'-5'167'0,"-2"-4"1"0,-1-2 2 16,2 5 2-16,-1-1 5 0,3-4-6 0,-3 4-6 15,2-3-8-15,-1 2-3 0,4-6-8 0,-5 3-8 16,2 3-3-16,2-6-6 0,-1 1-8 15,-1 2-5-15,1-3-8 0,1 0-2 0,-5 5-1 0,-1-2-3 16,0 0-5-16,1 1 4 0,-4 1-7 0,1 3 0 16,-2 6 0-16,0-14-2 0,0 14-3 0,-3-9-11 15,3 9-8-15,-6-5 7 0,6 5-22 0,0 0-6 16,-23 10 1-16,7 0-9 0,0 3-5 0,-4 4-7 16,1 2-2-16,0 1 3 0,5 1-8 0,5-5-17 15,0 1-23-15,5-2-37 0,0-2-30 0,7 3-29 16,1-3-37-16,9 1-43 0,3-3-65 0,12 1-268 15,6-3-570-15,3-5 252 0</inkml:trace>
  <inkml:trace contextRef="#ctx0" brushRef="#br0" timeOffset="57124.06">20135 8758 38 0,'3'-16'211'0,"2"-2"-18"16,4-7-2-16,6 0-6 0,2 0-7 0,3-2-6 15,1 0-10-15,2-1-6 0,8-11-9 0,-2 1-7 16,-6 9-13-16,1 3-1 0,-2-5-17 0,0 5-12 15,-3-2-1-15,-1 0-9 0,-5 1-7 0,-3 3-7 16,-3 1 4-16,-3 4-15 0,-1 0-5 0,-5 1 0 16,0 2-9-16,-3 3-4 0,0 4 6 0,-3 1-12 15,-2 1-6-15,-3 3-4 0,-4 2-3 0,-2 4-4 16,-2 1 0-16,-5 5-1 0,6 0-2 0,-6 2-2 16,3 3 1-16,6-3-1 0,3 3-7 0,5-6-2 15,3 1 7-15,2 1-6 0,0 0-1 0,6 0-1 16,-1 0 2-16,5 1-4 0,5 1 6 0,5-1 4 15,3-4-9-15,10 2 1 0,-8-1-3 0,10-1-1 16,-2-1 5-16,1-2-11 0,-9-1-1 0,-1 1-4 0,-3 0 4 16,0 0-1-16,-3 0 0 0,-5 1 1 15,1-1 0-15,-2 1-3 0,-2-1 2 0,-1 3 2 16,1 1-3-16,-3-1 0 0,-1 1 6 0,-1 4-6 16,1 2 2-16,0 2 6 0,-2 0 0 0,0 3 7 15,1-1 2-15,-2 0 0 0,-1 1 1 0,2 0-4 0,-2 0 1 16,2-1 0-16,2 0-2 0,-2 0-1 15,0-4-15-15,3-2-19 0,-1 2-27 0,1-3-24 0,1 3-26 16,-3-4-35-16,3 1-39 0,1-2-35 0,-1-2-201 16,2-1-450-16,-2 0 199 0</inkml:trace>
  <inkml:trace contextRef="#ctx0" brushRef="#br0" timeOffset="58003.81">20748 8509 70 0,'0'0'217'0,"0"0"-20"0,6-2-2 16,-6 2 7-16,0 0-2 0,4 15-20 0,-3-6 3 15,2 2-7-15,-2 0-11 0,2 0-11 0,-2-1-15 16,-1 2-9-16,0 1-11 0,-1-4-7 0,1 2-9 16,1-2-7-16,-1 2-2 0,-1-5 3 0,1-6-4 15,-2 11 9-15,2-11 2 0,-2 7 3 0,2-7-3 16,-3 5-5-16,3-5-12 0,0 0-1 0,0 0-16 15,0 0 5-15,-11-14-14 0,8 7 1 0,-1-1-14 16,3-3 1-16,2-4-7 0,2-1-10 0,-1-2 0 16,3-7-5-16,2 6-3 0,2-6-10 0,5-4-3 15,-1 2 1-15,1 4 7 0,0-1-13 0,2 5 5 16,-4 4-9-16,1 2 2 0,-5 4-4 0,2 0-2 16,0 3-2-16,1 1-1 0,-2 3-1 0,3 4 3 15,-1 0 1-15,-2 3-2 0,3 2-1 0,-1 6 1 16,-3 3 2-16,1 0 0 0,1 9 2 0,-2-7-3 15,-3 1-2-15,0 0 5 0,-1 0 1 0,-2-3-3 16,3 2 2-16,-3-6 4 0,0 1-2 0,-2-2-5 16,3 0 6-16,-2-1-8 0,0-4 5 0,-1-6 8 15,2 10 1-15,-2-10 1 0,1 7 13 0,-1-7 13 16,0 0-6-16,0 0-10 0,0 0-3 0,0 0 4 16,0 0-2-16,0 0-4 0,0 0-2 0,0 0-1 15,-7-30-3-15,7 20-6 0,2-7 7 0,0 1-7 0,3-2-12 16,-1 0-3-16,5-4-7 0,3-2-2 15,1 0-2-15,3 3-4 0,0 0-3 0,3 5 8 16,-4 4-2-16,-1-1 7 0,0 4-4 0,-3 1 2 0,0 5-2 16,0-3 1-16,-1 3 0 0,1 3 3 0,-3 2 0 15,0 3 1-15,0 0 0 0,0 1 18 0,-2 5-14 16,2 5 2-16,-1-1-3 0,-4 2 4 16,1 0 0-16,0 1 4 0,-2 0 3 0,1-1-5 0,3-2-1 15,-3-2 9-15,-2-2-3 0,3 0-3 0,-2 0 8 16,2-1-1-16,1-2 2 0,1-2-1 0,1-2 5 15,1 0 15-15,-1-2-16 0,4-1-2 0,1-3 1 16,1-1 4-16,5-1-1 0,-2-4-2 0,0 0 4 16,-2-2-13-16,3-1 10 0,-3-3 11 15,1 1-9-15,-1-2-10 0,-1-1-1 0,-4-1 1 0,1 0-3 16,0-1 5-16,-2 0-2 0,0-1-10 0,-4 1 11 16,1 0 2-16,0 2-6 0,-2 5 16 0,-3 2-13 15,0 2-6-15,0 7 2 0,3-11 6 0,-2 6-8 16,-1 5-2-16,0 0 4 0,0 0 3 0,0 0-2 15,0 0-4-15,-32 18 7 0,19-7-2 0,0 2-2 16,-1 2 5-16,2 1-3 0,3 1 1 0,3 2 1 16,-3 3 0-16,5-4-3 0,4 0 3 0,1 1-3 15,2 1 0-15,1-4 4 0,1 4 0 0,2-4-1 16,2 1-3-16,-1 0 4 0,2 0-4 0,-1-2 1 16,-1 1 4-16,1-1-5 0,-3 1 1 0,-2-3 2 15,1 3-3-15,-1-5 9 0,-3-3-4 0,1 2-4 16,-4 2 1-16,1-3 6 0,-3 1-11 0,-1-2-9 15,-1-1-11-15,-3 1-17 0,1-2-12 0,-1 1-24 0,0-3-32 16,-1 2-32-16,-2-3-38 0,6-2-55 16,-3-1-50-16,9 0-193 0,-13-4-519 0,13 4 230 15</inkml:trace>
  <inkml:trace contextRef="#ctx0" brushRef="#br0" timeOffset="58164.73">21782 8581 247 0,'6'-6'310'0,"0"2"-14"0,-2 0-13 0,-4 4-17 16,9-4-20-16,-5-1-25 0,-4 5-15 0,5-4-22 0,-5 4-15 16,6-5-15-16,-6 5-33 0,4-4-45 0,-4 4-50 15,0 0-72-15,0 0-82 0,0 0-96 16,0 0-178-16,0 0-434 0,0 0 192 0</inkml:trace>
  <inkml:trace contextRef="#ctx0" brushRef="#br0" timeOffset="67779.8">11430 9756 36 0,'-4'-10'130'0,"2"0"-8"0,-2 0-7 0,0-2 6 15,1 3-6-15,1-1-8 0,-3-1 5 0,2 1-8 16,1 0-5-16,0 3 1 0,0 0-4 0,2 7-3 0,-4-14-13 16,3 9-3-16,1 5-10 0,-4-12 0 0,4 12-3 15,-2-6-4-15,2 6-4 0,0 0-5 16,-2-10-7-16,2 10-2 0,0 0 1 0,-3-6-10 16,3 6-4-16,0 0-1 0,0 0-8 0,0 0-1 0,0 0-6 15,0 0 0-15,0 0-4 0,0 0 0 0,0 0 2 16,0 0-3-16,5 22 0 0,-2-13-5 0,0 0 3 15,-1 1-2-15,1 2 6 0,-1 0-4 16,-2-1 2-16,3 2 0 0,-2 2 9 0,2-2 4 0,-2 0-1 16,3 4-4-16,-4-2-1 0,0 2 0 0,2-1 0 15,-2 3 2-15,0-3-6 0,2-3 1 0,-2 3 6 16,0 2 0-16,0 0 0 0,-2 0 1 0,4-2 0 16,-2 2 0-16,0 0-4 0,1 1 2 0,0 0-2 15,-1-2 4-15,0 3-2 0,0-1 2 0,0-2-4 16,0 2-4-16,1 0 0 0,1 0 0 0,0 0 0 15,0 1 3-15,0-4-6 0,-2 1-2 0,0 1 4 16,0-1 4-16,1-1-1 0,1 0 1 0,-1 0-1 16,0 0 4-16,2-4-4 0,0 5 1 0,-1-7 0 15,-2 3 4-15,5 0-6 0,-4 2 3 0,0-2-1 16,2-1-6-16,-1-1 4 0,0 2 9 0,-2-1-7 16,3 4 0-16,-1-5-2 0,-1 2-3 0,2 3 2 15,-3-1 2-15,4-2 0 0,-3-1 5 0,0 0 0 16,1 1 2-16,-2 0-2 0,0-2-3 0,1 1 0 15,-1 0 3-15,0 1-5 0,0 0-3 0,-1 0 3 16,1 3 0-16,-2 0-5 0,1-2 6 0,0-1-8 16,1 1 8-16,0-1-2 0,0-2 5 0,-2 5-6 15,2-3 2-15,0-1-5 0,0 0 3 0,0-2-2 16,-2 3 3-16,4-3-3 0,-2 1-2 0,0-2 0 16,0 3 2-16,0-1-1 0,0-2 0 0,0 2-2 0,0-3-1 15,0 3 2-15,0-3 3 0,0 3-2 16,0-1 1-16,2 1 1 0,-4 0 0 0,2-3 0 15,0 3 3-15,0-1-3 0,0 1 2 0,-2 0-1 16,2 0 0-16,0-1 1 0,0 1-7 0,0-1 1 0,0 0 5 16,0 0-5-16,0-1 1 0,0-1-3 0,0 1 2 15,0-9-1-15,2 18-1 0,-2-11 1 0,0 0 3 16,0 2-2-16,0-2-3 0,2 2 0 16,-2-2-1-16,0 2 4 0,0 0 0 0,0 2-1 0,0-11-2 15,-2 13 0-15,2-3 5 0,0-3-2 0,0 2-3 16,0 0 0-16,0 1 2 0,2 0 4 0,-2-3-9 15,0 1 3-15,0-8-7 0,0 13 5 16,0-5 2-16,1 2-3 0,-1-1 2 0,1 0 1 0,1 1 3 16,-2-1-4-16,1 1 12 0,1 0-8 0,0-1-5 15,-2-2 1-15,1 3 13 0,1-1-12 16,-2 1 4-16,2 0-7 0,0-2 10 0,-2 2-2 16,2 1 3-16,-1 3-2 0,0-4 2 0,-1 0 0 0,3 2-3 15,-3 2 1-15,2-4 4 0,-2 1-1 0,2 0 17 16,-1 0-9-16,0 2 0 0,1-1-4 0,-1-1 4 15,-1 3-9-15,0-2 7 0,1 0-9 0,-1 0 7 16,0 0-4-16,0 0 3 0,1 4 1 0,-2-4-5 16,2-1 1-16,-1 5-5 0,0-5-3 0,0 1 19 15,0 0-9-15,2 1 1 0,-2-1-7 0,-2 1 6 16,2-2-11-16,0 6 5 0,0-5-1 0,0-2 6 0,0 2-1 16,-1 0-5-16,1 0 2 0,-1-3-1 15,1 2 1-15,0-1-6 0,1 1 5 0,-2-2-2 16,1 1-1-16,1-1 2 0,-2-1-3 0,1 2 0 15,1-3-4-15,-1-7 6 0,0 15 3 0,0-5-6 0,0-2 6 16,0 3 1-16,0-3-1 0,0 0 1 16,0-8-8-16,0 14-1 0,0-7 2 0,0 2 16 0,0 1-12 15,0 0-3-15,0 0 2 0,-1-2 5 16,1 0-1-16,0 0-4 0,0 4 3 0,-1-7-13 0,1 5 11 16,0 1 3-16,0-1 1 0,0-1 1 0,-2 2-3 15,2-1 3-15,0 2-1 0,-1-2-9 16,1-1 10-16,-1 1-2 0,1 2 2 0,-2-1-2 15,2 0-8-15,0 0 6 0,0-1 2 0,-2 2 1 0,0-2 5 16,0 0-8-16,1 3 7 0,1-2 3 0,-2 1-6 16,1 0 2-16,1 0 1 0,-1-1-6 0,1-1 4 15,0 2 10-15,-2-2-6 0,0 0-7 16,1 0 2-16,1 2-6 0,-2 2 5 0,0-2 0 0,1-1 4 16,-1 2 8-16,1-1-13 0,0-1 0 0,1 1 3 15,0-1 3-15,0 0-7 0,0 0-3 0,-2 1 5 16,0-1-1-16,2-2-1 0,-3 3 0 0,2-3 7 15,0 1-10-15,1-2-1 0,-1 3-3 0,-1-3 8 16,5 2-7-16,-3-10 8 0,-1 12-3 0,1-2-11 16,0-1 7-16,-2-2 3 0,2-7-8 0,0 19 2 15,0-13 2-15,0 3 1 0,-1 1 4 0,1 1 1 16,0-1-7-16,0-1-3 0,-2 1 15 0,2-1-15 16,0 0 3-16,0-9-1 0,0 14 12 0,0-3-9 15,0-1-2-15,2-2-2 0,-4 3 6 0,4-2 0 16,-2-1-4-16,0 0-2 0,0 1 9 0,0 0-9 15,0-9 5-15,0 16-7 0,0-9 8 0,0 2-4 16,0-2 0-16,0-7-3 0,1 13-5 0,-1-7 8 16,0-6 0-16,0 12-1 0,2-7 0 0,-2-5 4 15,2 11-8-15,-2-3 11 0,1 1-5 0,1-3-8 16,-2-6 10-16,3 11 1 0,-3-5-2 0,0-6-2 0,2 11 2 16,-1-6 0-16,-1-5 3 0,1 8-9 15,-1-8 6-15,5 8-4 0,-5-8 2 0,0 5 2 16,0-5-3-16,0 0 3 0,2 8 1 0,-2-8-10 15,0 0 10-15,0 0-2 0,0 0-3 0,0 0 6 0,0 0 4 16,0 0-5-16,0 0 0 0,0 0-14 16,0 0-26-16,0 0-43 0,0 0-38 0,0 0-49 15,0 0-45-15,-13-18-60 0,12 5-61 0,-3-2-52 16,0-4-204-16,-1-7-637 0,1-2 282 0</inkml:trace>
  <inkml:trace contextRef="#ctx0" brushRef="#br0" timeOffset="71264.03">11446 11630 38 0,'0'0'71'0,"0"0"4"16,0 0-2-16,0 0-4 0,0 0-5 0,0 0 0 16,0 0-16-16,0 0 2 0,0 0-4 0,0 0-6 15,0 0 1-15,0 0-20 0,0 0-3 0,0 0 10 16,0 0-8-16,-15 3 2 0,15-3 3 0,0 0-13 15,-15 4-5-15,7-2 5 0,8-2-6 0,-9 1 8 16,3 2-4-16,6-3-6 0,-12 2 13 0,12-2-6 16,-12 2-4-16,5-2-6 0,7 0 5 0,-12 3-3 15,3-3-2-15,9 0 4 0,-13 1 0 0,13-1 15 16,-13 0 4-16,13 0 8 0,-10 2 1 0,10-2 5 16,-9 0-16-16,9 0 15 0,-12-2 2 0,12 2 2 15,0 0-3-15,-13-1 2 0,13 1 1 0,-9-1-5 16,9 1-3-16,0 0 0 0,-12-2-5 0,12 2 3 15,0 0-3-15,-10 2-2 0,10-2-3 0,-8 0 3 16,8 0-6-16,-13 0-1 0,13 0-7 0,-11-2 4 16,11 2-4-16,-9 2 1 0,9-2-2 0,-10 1 2 15,10-1-2-15,-12-1 1 0,12 1 11 0,-11 0-13 16,11 0 2-16,-11 0 8 0,11 0-5 0,0 0 0 16,-13 0 1-16,13 0 8 0,-7-3-2 0,7 3 1 15,0 0 2-15,0 0-3 0,-13 0 5 0,13 0-2 0,0 0-3 16,0 0 7-16,0 0-2 0,-8-1-1 15,8 1-2-15,0 0 0 0,0 0-1 0,0 0-3 16,0 0 3-16,0 0-7 0,0 0 4 0,0 0-7 0,0 0 5 16,0 0-2-16,0 0-3 0,0 0 4 0,27-2-1 15,-14 1 2-15,0 1-3 0,-1-2 2 0,8 2 2 16,0-1 1-16,-1 2-1 0,3-1-2 0,-3 0 0 16,9 2-2-16,1-1 2 0,-1-2-3 0,2 1-3 15,0 0 4-15,0-3 1 0,1 3-2 0,-2 1 6 16,3-1-5-16,-4 0 1 0,2 2-2 15,1-1-2-15,-5-1 4 0,4 1-4 0,-2 2-1 16,0-4 2-16,1 4-1 0,3 1 0 0,-1-4-4 0,-2 2 3 16,2-1-5-16,-1 1 2 0,-1-2 1 0,-1 3 0 15,-4-1-4-15,3 0 1 0,1 2-1 16,1-1-3-16,0-2 7 0,0 1-1 0,0-2-3 16,-3 0 4-16,2 3-5 0,3-3 1 0,-2 0 0 0,-2 0 3 15,1 2-1-15,0-1 2 0,0-1-4 0,1-1 5 16,-2 1-3-16,2-2 0 0,0 2-2 0,3 0 0 15,-4 0 3-15,5-2 3 0,-2 1-4 0,0-1 4 16,-1 2-1-16,3 0-3 0,-3 0 1 0,1 0 2 16,0 0-1-16,-2-2-2 0,0 3 8 0,3-2-4 15,0 2-4-15,-1-2 8 0,1 1-9 0,-1 0 1 16,0 0-2-16,1-2 0 0,1-2 0 0,-1 4 4 16,2 0-3-16,1-2 3 0,-1 2-3 0,1-1 2 15,1 1-2-15,1-3 2 0,-1 2 0 0,0 1-2 16,-3-2-1-16,3 1 2 0,0-3-1 0,0 4 2 15,3 0-3-15,-4-1-3 0,3 1 0 0,-2-4 8 16,3 2-7-16,-1 0 4 0,0 0-3 0,0 1 8 0,0-1-12 16,0 1 7-16,0-2 3 0,1 0 0 15,1 1-6-15,-3 0 2 0,2 1-3 0,12-3 11 16,-12 3-9-16,-1-1 1 0,1-2-2 0,12 1 0 16,-1-3 1-16,-14 4 0 0,2 0-2 0,0 1 1 15,3-1-4-15,-3 0 0 0,13 2 5 0,-14-2-1 0,2 2 0 16,0-2 0-16,1 0-1 0,10-1-2 15,-11 2 6-15,-3-3-4 0,3 4 2 0,0-3 7 16,15 1-8-16,-16 0-2 0,15 2 3 0,-15 0-2 0,-1-2-1 16,4 0 3-16,-1 0-3 0,12 0 3 0,-1 0-2 15,-13-1 1-15,12 6 2 0,-11-3 4 0,1-1-4 16,10-1 4-16,1 2-5 0,-12 0 6 0,2 0-3 16,-2-3 0-16,12 2-2 0,-1-1 2 0,-11 2-2 15,12-3 3-15,-12 1 0 0,14 4-4 0,-2-5-3 16,0 1 3-16,-12 2-3 0,13-3 6 15,-1 4-6-15,1-2 1 0,-13 2 1 0,-1-1 0 16,0-1-3-16,16 2 4 0,-16-1-3 0,15 0 4 0,0 0-3 16,-14 0 3-16,14-1 1 0,-14 2-3 0,14-2-2 15,-3 2 4-15,1-1-4 0,-11 2 1 0,12-2 1 16,1 0 3-16,-3-2-5 0,-11 4 9 0,14-2-9 16,-2 0 4-16,-13 0-1 0,14 0-5 0,-1 2 9 15,-13-3-2-15,13 2-6 0,-1-1 21 0,2-2-18 16,-1 0 3-16,-14 4 0 0,13-4-5 0,1 5 2 15,-12-2 1-15,13 0 1 0,-14 1-1 0,15-4 0 16,-1 4-4-16,-2-1 2 0,-13-1 1 0,2 0 0 16,13 1 5-16,-15-1-8 0,1 0 3 0,2 1 2 15,11-3 4-15,-1 3-4 0,-11 0 0 0,12-2 4 16,-11 1-3-16,13 0 1 0,-2 1 4 0,-13 1-5 16,16-4-3-16,-5 4 4 0,-9-2 0 0,12 1 2 15,-2 0-4-15,-11-1 0 0,1 0 0 0,13 2-2 16,-15-2-1-16,13 0 5 0,-12 0-2 0,-1 0-6 15,0 0 3-15,13-3 0 0,-12 4 1 0,12 1 0 0,-13-2 1 16,1 0 0-16,-1 3 1 0,13-4-2 0,-11 1-7 16,-1 1 5-16,1-1 2 0,12 0-2 15,-13 0 5-15,-2 3-2 0,0-2 2 0,2 1-3 16,-3-1 0-16,3-1 0 0,-2 0-7 0,0 1 6 0,2-2-1 16,-2 1 2-16,3-3 0 0,-3 3-1 0,3-1 0 15,-3-2 0-15,1 3-6 0,-1-1 4 16,3-1 2-16,-2-1 0 0,-2 0-1 0,1 3-2 15,0-1 5-15,0 0-4 0,0-2-1 0,0 2-2 0,-1-1 2 16,-1 2 2-16,-2-3 2 0,0 3 3 0,-2-2-2 16,-2 2 4-16,0-4-8 0,1 1 9 0,1 4 0 15,-1-2-6-15,1 0 4 0,-3 1 0 16,0-2-5-16,1 1 1 0,2 1 0 0,-3-1 0 0,-1 1 5 16,-5 0 1-16,0 0-1 0,4-1-6 0,2 0-1 15,-6-2 0-15,-1 4 1 0,7-2-1 0,-7 1-2 16,1 0 6-16,-1-4 3 0,0 4-9 0,1 0 3 15,0 0 4-15,0-3 3 0,-1 2-2 0,1 0 3 16,0-2-3-16,-1 2 3 0,1 1-4 0,0-1 1 16,0 1 0-16,-2-2 6 0,8 0-4 0,-7 1 0 15,-1 1-2-15,0-2 8 0,0 2-9 0,0 0 1 16,0-2-2-16,-1-1-5 0,1 3 4 0,0 0 1 16,0-2-1-16,-1-1-5 0,-1 1 5 0,1-1 4 15,0 2-3-15,0 0-1 0,2 0 0 0,-2-1-2 16,0 0 2-16,1 2-3 0,1-2 6 0,-3 3-2 15,-1 0 1-15,3-2 0 0,-2-3-1 0,2 4-4 16,-5-1 3-16,5 2-2 0,-4-3-5 0,5 1 5 16,-5-1 2-16,2 2-8 0,1 0 6 0,-2 0 0 15,1 0 0-15,-1 2-3 0,2-5-3 0,0 2 0 16,-1-1 9-16,-1 4-3 0,2-2 4 0,-6 0-3 16,2 1 7-16,-1-1-14 0,-3 1 4 0,2-1 4 15,1 0 11-15,-2 0-11 0,1-1-1 0,-1 1 0 16,1 0 13-16,-2 1-7 0,1-1 0 0,2 0 4 15,-3 0 2-15,0 0 0 0,1-1-1 0,-1 2-2 16,0-1-5-16,-1-1 3 0,-2 1-1 0,1-1-1 16,-9 1-6-16,13 0 7 0,-13 0 7 0,10-2-11 15,-10 2 6-15,13 3 5 0,-13-3-1 0,9-1-2 16,-9 1 0-16,0 0 6 0,10 0-5 0,-10 0 1 0,10 0 2 16,-10 0-9-16,10-2 9 0,-10 2-6 0,8 0 4 15,-8 0 0-15,0 0-4 0,13-1 2 16,-13 1 4-16,0 0-4 0,9-3 3 0,-9 3-10 0,0 0 8 15,9 0-10-15,-9 0 5 0,7 2 0 0,-7-2 8 16,0 0-16-16,13 1 15 0,-13-1-7 0,9-1-2 16,-9 1 0-16,0 0 5 0,10 0-6 15,-10 0 3-15,0 0 0 0,13-2 1 0,-13 2 3 0,9 2-1 16,-9-2-2-16,9-2 0 0,-9 2-4 0,10 2 6 16,-10-2-6-16,7 1 4 0,-7-1-4 0,0 0-4 15,11-1 3-15,-11 1-1 0,0 0 0 0,10 2-1 16,-10-2-6-16,0 0 5 0,9-1 1 0,-9 1 5 15,0 0-6-15,0 0-2 0,11-1 0 0,-11 1 1 16,0 0-3-16,0 0 9 0,10 0-1 0,-10 0-5 16,0 0 1-16,0 0 0 0,0 0 2 0,0 0-3 15,6 2-2-15,-6-2 10 0,0 0-8 0,0 0 1 16,0 0 3-16,0 0-5 0,0 0-1 0,0 0-5 16,0 0-1-16,0 0 9 0,0 0-6 0,0 0 4 15,0 0 0-15,0 0-2 0,9 0 3 0,-9 0 1 16,0 0 6-16,0 0-10 0,0 0-1 0,0 0-5 0,0 0 17 15,8 0-10-15,-8 0 1 0,0 0 3 16,0 0-3-16,0 0-9 0,9 2 10 0,-9-2-5 16,0 0 3-16,0 0 0 0,7 2 3 0,-7-2 0 0,0 0-1 15,9 0 1-15,-9 0-3 0,0 0 0 16,8 2-1-16,-8-2 3 0,0 0 0 0,0 0 1 0,0 0 0 16,11-3-3-16,-11 3 3 0,0 0-3 0,0 0 2 15,0 0-2-15,0 0 3 0,0 0-1 0,8-1 0 16,-8 1 5-16,0 0-4 0,0 0-6 0,0 0 2 15,0 0 2-15,0 0 2 0,0 0 0 0,8 2-6 16,-8-2 3-16,0 0 3 0,0 0-3 0,0 0 0 16,9 2-3-16,-9-2 4 0,0 0 0 0,0 0 2 15,0 0-2-15,9 0-4 0,-9 0-1 0,0 0 3 16,0 0 2-16,0 0 1 0,0 0 0 0,0 0-5 16,0 0 2-16,0 0-3 0,9-3 6 0,-9 3 1 15,0 0-5-15,0 0 1 0,0 0 4 0,0 0-6 16,0 0 3-16,0 0 0 0,0 0-5 0,0 0 6 15,0 0 1-15,9 1 1 0,-9-1-3 0,0 0 0 16,0 0-1-16,0 0 0 0,0 0 3 0,0 0-8 16,0 0 5-16,6 4-2 0,-6-4-2 0,0 0 7 15,0 0 2-15,0 0-3 0,0 0 1 0,0 0 1 16,0 0-1-16,0 0-1 0,0 0-1 0,0 0 2 0,9 0 0 16,-9 0 0-16,0 0-4 0,0 0 2 0,0 0 6 15,0 0-8-15,0 0 2 0,0 0 3 16,0 0-6-16,0 0 5 0,0 0 2 0,0 0-4 0,0 0-1 15,0 0 0-15,0 0 0 0,0 0 1 0,0 0 3 16,0 0-6-16,0 0 11 0,0 0-11 16,0 0-2-16,0 0 4 0,0 0 2 0,0 0-10 15,0 0 8-15,0 0-6 0,0 0 4 0,8 1 5 0,-8-1 0 16,0 0 0-16,0 0-2 0,0 0 0 16,0 0 0-16,0 0-3 0,0 0 4 0,0 0-3 15,0 0 3-15,0 0 1 0,0 0 2 0,0 0-1 16,0 0-3-16,0 0-1 0,0 0 4 0,0 0-3 0,0 0 2 15,0 0 1-15,0 0 1 0,0 0-7 16,0 0 1-16,0 0 2 0,0 0 2 0,6 3-4 0,-6-3 6 16,0 0-4-16,0 0-3 0,0 0 0 0,0 0 6 15,0 0 0-15,0 0-2 0,0 0 0 0,0 0-2 16,0 0-2-16,0 0 4 0,0 0-2 0,0 0 1 16,0 0 2-16,9 1-1 0,-9-1-1 0,0 0 1 15,6 3-2-15,-6-3 6 0,0 0 0 0,11-2-5 16,-11 2 7-16,0 0-2 0,10 2-4 0,-10-2-1 15,0 0 0-15,9 0-1 0,-9 0-4 0,0 0 2 16,10 1 0-16,-10-1 0 0,0 0 2 0,11-1 0 16,-11 1 2-16,7 2 0 0,-7-2-1 0,9 1-1 15,-9-1 3-15,0 0 0 0,10 0-2 0,-10 0 0 16,0 0-2-16,8 2 0 0,-8-2 0 0,0 0 0 16,7 0 2-16,-7 0 4 0,0 0-5 0,0 0 5 0,0 0 0 15,8 1 1-15,-8-1-4 0,0 0 4 0,0 0-2 16,0 0-1-16,0 0 1 0,0 0 4 15,0 0-5-15,0 0 8 0,0 0-1 0,8 2-2 16,-8-2 3-16,0 0-3 0,0 0 5 0,0 0-6 0,0 0 1 16,0 0 5-16,0 0-6 0,0 0-4 0,0 0 2 15,0 0 2-15,0 0-5 0,0 0 0 16,0 0 3-16,0 0-4 0,0 0 0 0,0 0 3 0,0 0-4 16,0 0 2-16,0 0-2 0,0 0 1 0,0 0 1 15,0 0 2-15,0 0-6 0,0 0 4 0,0 0-5 16,0 0-2-16,0 0-18 0,0 0-12 15,0 0-27-15,0 0-19 0,0 0-27 0,0 0-19 0,0 0-18 16,0 0-20-16,0 0-17 0,0 0-20 0,0 0-19 16,0 0-29-16,0 0-30 0,0 0-19 0,-7 14-247 15,7-14-592-15,0 0 262 0</inkml:trace>
  <inkml:trace contextRef="#ctx0" brushRef="#br0" timeOffset="74218.77">11415 9372 53 0,'0'0'49'0,"3"-5"-9"0,-3 5 5 15,0 0 6-15,0 0-8 0,0 0 3 0,2-9-10 16,-2 9 3-16,0 0-1 0,0 0 4 0,0 0-3 15,0 0-6-15,-3-12-1 0,3 12-2 0,0 0 0 16,0 0-8-16,-4-7 2 0,4 7 3 0,0 0-3 16,0 0 6-16,2-11-7 0,-2 11-3 0,1-10-2 15,-1 10 1-15,1-7 2 0,-1 7 4 16,0 0 10-16,1-8 7 0,-1 8-6 0,0 0-8 0,0-9 2 16,0 9 3-16,0 0 7 0,0 0-4 0,-1-12-3 15,1 12-2-15,0 0 1 0,0 0 7 0,-1-7-2 16,1 7-5-16,0 0 6 0,0 0 1 0,0 0-8 15,0 0-2-15,0 0-4 0,0 0 1 0,0 0-7 16,0 0 0-16,0 0-7 0,0 0 1 0,0 0-5 16,0 0 2-16,0 0 2 0,0 0-7 0,0 0-2 15,0 0 9-15,0 0-10 0,0 0 3 0,0 0-7 0,0 0 12 16,0 0-1-16,0 0-4 0,2 29-2 0,-2-22 4 16,0 1 1-16,0 4 0 0,-1-4 4 15,0 3 2-15,1-1 5 0,0 1-7 0,-1 0 3 16,-1 0-5-16,2-1 7 0,-5 2 5 0,4 1-7 0,0-2 6 15,-1 5-3-15,1-6-1 0,-1 0-1 16,0 2-1-16,0 1-4 0,0-2 1 0,0 1 4 16,1 0-1-16,-2-1 0 0,2 1 5 0,-1-1-5 15,2 0-1-15,-3-1 0 0,1 1-1 0,0-1-1 0,-1 0 0 16,2 0 0-16,1-1 0 0,-1 1 2 16,1-1-3-16,0 1-1 0,0-2-3 0,0 2 3 15,0-2-1-15,0 0 0 0,1 2 1 0,0-1 0 16,-1-2 0-16,3 0-2 0,-3 2-5 0,2 0 3 0,0-2-1 15,-1 0 1-15,-1-7 1 0,2 14-3 0,-2-7 1 16,2 0-1-16,-1 0-4 0,0 1 7 0,1 1 0 16,-1-1-4-16,0 3 2 0,2-3 4 0,-3 0-4 15,0-8-4-15,2 14 2 0,-2-6 4 0,0-2-5 16,0-6 3-16,3 11-1 0,-2-6-4 0,-1-5 4 16,1 11 0-16,1-6-3 0,-2-5 2 0,1 7-5 15,-1-7-10-15,4 9-27 0,-4-9-16 0,0 0-25 16,2 5-28-16,-2-5-24 0,0 0-26 0,0 0-141 15,0 0-321-15,0 0 142 0</inkml:trace>
  <inkml:trace contextRef="#ctx0" brushRef="#br0" timeOffset="74624.02">11383 9364 102 0,'-2'-9'118'16,"2"9"-4"-16,-3-8 0 0,3 8-5 0,-3-6 4 15,3 6-15-15,-1-6-2 0,1 6-9 0,0 0-2 16,0 0-1-16,-7-7-10 0,7 7-7 0,0 0-4 15,0 0-11-15,0 0-4 0,0 0-2 0,0 0-6 16,0 0 7-16,0 0-4 0,0 0-1 0,-1 23 2 0,1-14 4 16,0 3 3-16,-1 6-3 0,2-1-1 15,-3 8 0-15,2-7-9 0,-2 1 2 0,1 6 2 16,1 0-9-16,0-5 2 0,-3 5-2 0,2-1-4 16,1-3-2-16,0-2 0 0,0-1-5 0,0 1-1 0,1 6-1 15,-1-8-6-15,3 0 1 0,-3-4-1 0,0-1 0 16,0 4-2-16,1-6-13 0,-2 2-16 15,1-2-4-15,0 2-11 0,0-2-21 0,0-2-21 16,0 2-24-16,0-10-17 0,0 12-15 0,0-12-21 0,0 9-128 16,0-9-301-16,0 0 133 0</inkml:trace>
  <inkml:trace contextRef="#ctx0" brushRef="#br0" timeOffset="74837.89">11361 9503 68 0,'0'0'151'0,"0"0"-16"0,0 0-9 0,0 0-13 16,0 0-13-16,-7 19-5 0,6-6-17 15,0 1-1-15,0 4-10 0,-3 0-3 0,4 2-17 0,-3 6-32 16,1 0-39-16,-1-1-36 0,0 2-116 0,-5-1-189 15,1-1 83-15</inkml:trace>
  <inkml:trace contextRef="#ctx0" brushRef="#br0" timeOffset="80270.23">11523 11713 36 0,'0'0'79'0,"0"0"3"15,0 0-2-15,0 0-19 0,0 0-1 0,0 0-3 16,0 0-1-16,0 0-2 0,0 0 0 0,0 0-2 16,0 0-5-16,0 0-5 0,0 0 5 0,0 0-7 15,0 0 2-15,0 0 0 0,0 0-4 0,0 0-2 16,0 0 0-16,0 0 4 0,0 0-10 0,0 0-1 15,0 0 7-15,0 0-1 0,0 0 8 0,0 0-2 16,0 0-5-16,0 0-3 0,0 0 2 0,0 0-4 16,0 0-2-16,0 0 3 0,0 0-4 0,0 0-2 15,0 0-2-15,0 0 7 0,0 0-7 0,0 0 2 16,0 0-4-16,0 0-5 0,0 0 9 0,0 0 1 16,0 0 2-16,0 0 1 0,0 0 2 0,0 0 2 15,0 0 4-15,0 0 1 0,0 0-1 0,0 0 1 16,0 0-7-16,0 0 6 0,0 0-5 0,0 0-3 15,0 0-1-15,0 0-1 0,6-19-3 0,-6 19 0 16,0 0-3-16,0 0-2 0,2-8-4 0,-2 8 0 16,0 0 0-16,0 0-4 0,0-8 1 0,0 8 0 0,0 0-1 15,5-7 1-15,-5 7-6 0,0 0 4 16,-1-9-4-16,1 9-1 0,0 0-1 0,0 0 4 16,4-9-5-16,-4 9 2 0,2-9 1 0,-2 9 1 15,2-5 2-15,-2 5 2 0,1-9 0 0,-1 9-3 16,2-9 3-16,-2 9-1 0,3-7 4 0,-3 7-4 15,1-10 8-15,3 6-7 0,-4 4-1 0,2-10 0 16,-2 10 0-16,2-11-2 0,-1 5-3 0,-1 6 4 16,0-11-3-16,3 5-2 0,-3 6 1 0,3-11-2 0,0 5 0 15,-3 6 2-15,4-10-3 0,-3 4 3 16,-1 6 1-16,1-11-2 0,1 6-1 0,0-4 4 16,-2 9-2-16,3-9 1 0,-1 2 1 0,-2 7-3 15,2-13-1-15,-1 8-1 0,-1 5-1 0,4-12 7 0,-2 7 1 16,-2 5-4-16,2-12 5 0,1 5-7 0,-3 7-1 15,2-10 1-15,0 5-1 0,-2 5 3 16,3-13-3-16,-1 8 0 0,-2 5 3 0,3-9-1 0,-2 4 0 16,-1 5 1-16,1-8 0 0,-1 8-1 0,3-9-2 15,-3 9 7-15,1-6-6 0,-1 6 5 0,2-8-7 16,-2 8 0-16,2-8 3 0,-2 8-3 0,3-10 2 16,-2 5-1-16,-1 5-1 0,4-9 0 0,-4 9 1 15,4-8 1-15,-2 2-2 0,-2 6 5 0,3-10-5 16,-1 5 0-16,-2 5 0 0,6-11 1 0,-4 5-1 15,0 1 0-15,-2 5 1 0,4-9 1 0,-2 2-2 16,-2 7 3-16,6-10 0 0,-6 5 0 16,0 5-2-16,6-10 6 0,-4 3-3 0,1 1-1 0,-3 6-1 15,6-10 2-15,-4 3-1 0,1 2 4 0,-3 5-2 16,4-12 0-16,-1 6 0 0,1 2 4 0,-1-3-4 16,-3 7 1-16,6-11 0 0,-3 5-2 0,-1 0-4 15,-2 6 3-15,7-11 0 0,-5 5 5 0,2 1-4 16,-1-1 1-16,0 0 0 0,1 0-1 0,2-1-2 15,-3 1 0-15,2-2-5 0,-2 2 6 0,3-3-3 16,-2 4 2-16,0-3 0 0,0 1 1 0,0 3 1 0,1-3-4 16,-3 2 3-16,1-1 1 0,-3 6 9 15,9-11-11-15,-7 5-1 0,1 2 4 0,1-2-2 16,0-2-1-16,1 5 1 0,-3-3 1 0,3-2 0 16,-5 8-3-16,7-10-2 0,-3 2 1 0,0 3 0 0,1-2 0 15,1 1 2-15,-1 0-1 0,-3-1 0 16,2-1-1-16,1 3-2 0,-1-6 10 0,3 3-7 15,-5-1 1-15,5 1 2 0,0-1-2 0,-4-1 1 16,-1 0 2-16,4 1-1 0,-1 0 1 0,-1 1 2 0,2-1 4 16,-2 2-3-16,-2 3 13 0,2-2-12 0,-1-1-6 15,-1 2 3-15,-2 5 1 0,8-13-3 16,-8 9 2-16,4-2-1 0,-4 6 1 0,5-11-6 16,0 4 0-16,-2 0 0 0,-1 0-1 0,-2 7 4 0,8-12-3 15,-6 8 2-15,1-2-2 0,-3 6 4 0,7-7-1 16,-7 7-5-16,3-10 6 0,1 4-4 0,0 1-1 15,-2-1-1-15,-2 6 12 0,7-12-15 16,-3 5 2-16,1 0-4 0,-2 1 5 0,3-3 2 0,-2 2-1 16,-1 1-3-16,1 0 4 0,0-1 0 0,1 1-1 15,0 2-4-15,-1-3 8 0,-3 1-6 0,3 0-1 16,0 0 2-16,-4 6 6 0,5-8-6 0,-1 2 1 16,1 1 5-16,-1-1-5 0,0 1-1 0,1 0 1 15,-3-1-1-15,2 0-3 0,1 2 2 0,0-3 0 16,-1 1 2-16,1 1 0 0,-1-1-1 0,1-1 4 15,1 2-7-15,-1 0 6 0,0-1-1 0,-5 6-2 16,7-9-2-16,-3 3 1 0,0 1 1 0,1 0 2 16,-1 2 7-16,-4 3-8 0,9-12 0 0,-5 7 2 15,1 1-3-15,-3-1 13 0,2 0-12 0,-1 0 0 16,-3 5 1-16,9-12-3 0,-7 7 2 0,3 1 4 16,-5 4 0-16,7-11-1 0,-5 5-1 0,2-1-2 15,0 2 1-15,1 0 0 0,0-1 1 0,-1-4 3 16,-1 4-2-16,1 0 1 0,0 1 1 0,-4 5 7 15,3-8 2-15,1 2 0 0,-4 6-4 0,7-11 0 16,-5 7-5-16,-2 4 2 0,5-10-3 0,-1 5 3 16,-4 5 0-16,2-9-2 0,1 5 0 0,-3 4 0 0,4-8-1 15,-4 8-2-15,6-9 2 0,-3 4-5 16,-3 5-1-16,3-8 6 0,-3 8 1 0,4-6-1 16,0 1 0-16,-4 5 11 0,7-10-15 0,-3 6 2 15,-2-2-8-15,-2 6 6 0,8-6 1 0,-8 6 1 16,5-8 0-16,-3 3-1 0,-2 5-1 0,6-5 1 15,-6 5-3-15,6-9 2 0,-1 3-1 0,-5 6-2 16,6-6 9-16,-2 3-4 0,-4 3 0 0,6-9-1 16,-6 9-2-16,6-4 2 0,-6 4 2 0,5-8 0 15,-3 3-2-15,-2 5 3 0,8-6-5 0,-6 0 12 0,-2 6-10 16,8-5-4-16,-8 5 4 0,7-7 2 0,-5 2 0 16,-2 5 7-16,5-4-12 0,-5 4 3 15,9-4 3-15,-9 4-5 0,7-7-1 0,-1 5 3 0,-2-2 1 16,-4 4-2-16,10-8-2 0,-5 5 3 0,-5 3-2 15,10-6-4-15,-5 3 5 0,-5 3-3 16,8-7 7-16,-2 6-5 0,-6 1 3 0,8-6 3 16,-3 4-6-16,-5 2 4 0,11-4-8 0,-11 4 4 15,12-4-2-15,-8 1 1 0,-4 3 1 0,13-3 13 0,-7 2-16 16,-6 1 2-16,12-2-4 0,-12 2 4 0,11 0 1 16,-3-1 3-16,-8 1-6 0,11 1 3 15,-5 1-3-15,-6-2 2 0,11 2-4 0,-3 0 2 16,-2 0 4-16,-6-2 3 0,13 1-6 0,-5 1-1 0,0-1 0 15,-8-1 5-15,13 4 2 0,-8-3-7 0,2 3 15 16,2-2-16-16,-5 1 6 0,-4-3-5 0,11 4 6 16,-3-1-1-16,-8-3 6 0,10 5-7 0,-5-5-3 15,-1 4 0-15,2-1 1 0,0 3 0 0,-3-3 1 16,-3-3 1-16,12 7-3 0,-7-4-3 0,0 2 2 16,-1-2 6-16,1 2-6 0,-1 1 2 0,0-2 1 15,1 2 2-15,-1 0 0 0,1-2-2 0,-2 1 0 16,1 2 0-16,0-3-3 0,-1 1 4 0,3 0-1 15,-4 0-1-15,3 2 0 0,2-3 4 0,-3 4-2 16,-3-3 2-16,5 2 0 0,-2 0 0 0,-1-2-1 16,3 3 3-16,-1-2 2 0,0 2-2 0,-1-1 3 15,0-1-7-15,1 1 4 0,-1-1 3 0,3 2-6 16,-2 1 4-16,-1 0-5 0,-2-3 3 0,3 3 3 16,-1-1-8-16,-2 2 13 0,1-2-9 0,-1-1-1 15,0 0-1-15,1 0 0 0,-1 1 2 0,1 0 5 16,-2-1-1-16,2-1 2 0,-1 0 2 0,-2-6-1 15,4 14 0-15,-4-7 3 0,2 0-1 0,-1 0 0 16,0-1-4-16,0 2 20 0,1-2-23 0,0 1-2 16,3 2 0-16,-5-2-2 0,3 3 7 0,-1-1 1 15,2 1 1-15,-4-2-6 0,2 3 4 0,0-1 1 16,0-4-5-16,1 3 3 0,-3-2 1 0,4 2-1 0,-2 1 5 16,0-2-2-16,0 1 2 0,-2-3-2 15,4 1-1-15,-2-1 10 0,0 1-7 0,0-1-1 16,-2 1 0-16,3 0 5 0,-3-7-4 0,4 14 0 15,-2-9-3-15,0 3 1 0,0 0-3 0,-2-1 18 0,3 1-18 16,-1-1 5-16,-2 3-5 0,4-1 3 16,-1-1-2-16,-1 3-11 0,1 0 11 0,-1-2 1 15,0 0-3-15,0 1 4 0,0-1 5 0,0 2-5 16,0-1 1-16,-1-1 5 0,1 1-4 0,-2-1 0 0,2-2 3 16,0 0-1-16,0 2 1 0,0-2 10 15,1 3-13-15,0 0 7 0,-3-2-8 0,4-2 6 0,-2 4-3 16,0-3 3-16,-1 2-3 0,0 0 7 15,2 0-14-15,1 1 2 0,-4-2-1 0,2 3 6 0,0-2-7 16,1 1 3-16,0-1-4 0,-3 1 7 16,2 0-7-16,0 2 11 0,0-1-8 0,0 0 2 15,-1 0 3-15,1 1-5 0,0 0 6 0,-2-1-2 16,2 2 2-16,0 0-8 0,-2-1 4 0,2-1 1 0,-2 1-7 16,2 1 4-16,1-1-2 0,-1-1 4 0,0 2-6 15,-2-1 6-15,5-2-6 0,-4 1 1 0,3 3 3 16,-4-3-4-16,4 1 3 0,-2-2 0 0,0 0-2 15,1 0-9-15,-1 1 9 0,2 0 3 0,-2-1-4 16,0 0 3-16,2-2-1 0,-2 2 2 0,0-2 1 16,0-1-10-16,2 1 9 0,-4-1-4 0,3 0 1 15,-1 1 2-15,-2 2-1 0,4 1-2 0,-2-5 0 16,0 1 3-16,1 3 1 0,0 1 1 0,1 0-9 16,-2 0 9-16,1-1-5 0,-3 1 5 0,4-1-4 15,-4-1 6-15,2 2-7 0,2-1-5 0,-1 1-3 16,-3-3 8-16,2 1-3 0,0 3 5 0,0-2-1 15,3 0-3-15,-5 1 4 0,3-2-3 0,-1 2-1 16,-2 0 5-16,4-1-5 0,-2 2 7 0,0-3-5 16,1 2 0-16,1-1-2 0,-2-1 3 0,2 1 2 15,-3 0 2-15,2 0-5 0,1 0 4 0,0-1-1 16,-1 6 3-16,1-3-3 0,0-1 1 0,-1 0 5 16,1 0-1-16,1 2-2 0,-1-2-4 0,1 1 4 15,-1 3 0-15,-2-2 1 0,3 1-3 0,-1 2 4 16,3 0-4-16,-2-1 0 0,-3-3 2 0,5 4 2 15,-3-5-8-15,0-1 3 0,-2 2 4 0,4-1-3 0,-2 0 3 16,0 2 5-16,-1-5-7 0,1 3-1 0,0-1 4 16,1 0 2-16,-1-1-3 0,2 0 0 15,0-1-1-15,-2 1-2 0,-4 0 0 0,5 0-6 0,-3-1 5 16,2 0 2-16,-2 0-1 0,2 2-1 0,0-1 5 16,0 0-4-16,-2-2 1 0,1-1-5 15,-1 4 9-15,2-1-6 0,-2 2 3 0,2 5 0 0,-1-5 0 16,0 1-1-16,-1 0-4 0,-2 0 3 15,4-2-2-15,-3-1 0 0,3 1 1 0,-4-5 2 0,4 5 2 16,-4-2-6-16,4 1 4 0,-1-1-4 0,-1-3 2 16,-2-5-1-16,4 11-2 0,-1-5 2 0,-1-1-1 15,-2-5-3-15,1 9 2 0,-1-9 2 0,4 10-3 16,-4-10-3-16,4 7 5 0,-4-7 1 0,2 7-4 16,-2-7 0-16,3 6-1 0,-3-6 1 0,4 8 0 15,-4-8 0-15,2 6-3 0,-2-6 0 0,2 5 3 16,-2-5-3-16,6 7 3 0,-6-7 2 0,0 0-5 15,4 5-4-15,-4-5 5 0,4 4-11 0,-4-4-21 16,0 0-18-16,0 0-15 0,5 5-36 0,-5-5-33 16,0 0-30-16,0 0-38 0,0 0-36 0,0 0-48 15,0 0-77-15,0 0-349 0,0 0-769 0,0 0 340 16</inkml:trace>
  <inkml:trace contextRef="#ctx0" brushRef="#br0" timeOffset="97302.36">13450 12222 67 0,'0'0'84'0,"0"0"-7"16,0 0-10-16,0 0 9 0,0 0-11 0,0 0-1 0,0 0 2 16,0 0-3-16,0 0-3 0,0 0 5 0,0 0-4 15,0 0-4-15,0 0-3 0,0 0 0 16,0 0-2-16,0 0-1 0,0 0-3 0,0 0-7 0,0 0-8 16,0 0 2-16,0 0-4 0,0 0-2 0,0 0 1 15,0 0-4-15,0 0-7 0,0 0 2 0,0 0-3 16,0 0 1-16,0 0-6 0,0 0 2 0,0 0-5 15,0 0 2-15,0 0-7 0,-20 8 5 0,20-8-4 16,0 0-3-16,0 0-1 0,0 0 5 0,-3 6 0 16,3-6-5-16,0 0 1 0,-2 9 0 0,2-9 5 15,0 0-3-15,-4 6-6 0,4-6-10 0,-4 7-9 16,4-7 1-16,-6 6 4 0,6-6-8 0,-4 8 1 16,4-8 1-16,-4 6 4 0,4-6 4 0,-3 4-2 15,3-4 5-15,0 0-3 0,-6 7 3 0,6-7-1 16,0 0 5-16,0 0-3 0,0 0-2 0,-4 5 10 15,4-5-6-15,0 0 11 0,0 0-10 0,0 0 9 16,0 0-11-16,0 0 7 0,0 0 2 0,0 0 0 16,0 0-6-16,0 0 5 0,-5 4-5 0,5-4 9 15,0 0-3-15,0 0 6 0,0 0-1 0,0 0 2 16,0 0 6-16,0 0-6 0,0 0 14 0,0 0-6 0,0 0 6 16,0 0-4-16,0 0 5 0,0 0-1 15,0 0 9-15,0 0-3 0,0 0 3 0,0 0 2 0,0 0-7 16,0 0 6-16,0 0-7 0,0 0 3 0,0 0-5 15,0 0-1-15,0 0 0 0,0 0-2 0,0 0 0 16,0 0-3-16,0 0-3 0,0 0-4 16,0 0 2-16,0 0 2 0,0 0-8 0,0 0 0 0,0 0 7 15,0 0-2-15,0 0-8 0,0 0 3 0,0 0 2 16,0 0-7-16,0 0 6 0,13 10 6 0,-9-7 5 16,-4-3 0-16,3 5 5 0,-3-5-1 0,0 0 1 15,6 7-1-15,-6-7-1 0,5 7 1 0,-5-7-3 16,3 5 1-16,1-3-6 0,-4-2-6 0,4 6 1 15,-4-6 13-15,5 7-2 0,-5-7 6 0,6 7-1 16,-4-2 0-16,-2-5 3 0,4 7 3 0,-4-7 1 16,6 7-2-16,-4-2-5 0,-2-5 7 0,7 7-1 15,-3-4 0-15,0 1-3 0,-4-4 3 0,8 8-6 16,-2-4 0-16,-6-4-1 0,5 4-3 0,-5-4-4 16,4 7 6-16,-4-7-6 0,7 5-4 0,-7-5 10 15,6 4-9-15,-3 0 2 0,-3-4-2 0,5 5 1 16,-5-5-1-16,6 5 3 0,-6-5 2 0,7 5-3 15,-7-5-1-15,6 5-2 0,-6-5 4 0,6 5-6 16,-6-5 2-16,4 7-9 0,-2-5 4 0,-2-2 3 16,5 6-4-16,-5-6 3 0,4 4-2 0,-4-4 4 15,8 7 2-15,-8-7 0 0,5 4 0 0,-5-4 4 16,8 5 6-16,-6-2-6 0,-2-3-1 0,4 4 1 16,-4-4 1-16,4 5-4 0,-4-5-1 0,5 5-3 0,-5-5 0 15,0 0-1-15,6 6 3 0,-6-6-2 16,6 4 1-16,-6-4-4 0,0 0 0 0,4 4-1 15,-4-4 3-15,0 0 2 0,6 4 2 0,-6-4 0 16,5 4 4-16,-5-4-5 0,0 0-2 0,9 2 3 0,-9-2-2 16,4 3 0-16,-4-3 1 0,7 2 1 0,-7-2 0 15,0 0 2-15,11 0-2 0,-11 0 1 0,9 0-1 16,-9 0-3-16,0 0 5 0,12 0-2 0,-12 0-1 16,8 2 1-16,-8-2 0 0,0 0 2 0,9 0 2 15,-9 0 3-15,10 0-5 0,-10 0 3 0,0 0 1 16,11-2 0-16,-11 2 9 0,0 0-14 15,11-2 3-15,-11 2-2 0,9-3 0 0,-9 3-2 16,9-2-3-16,-3-1 0 0,-6 3 2 0,9-5-7 0,-1 3 7 16,-8 2 8-16,11-5-16 0,-7 1 2 0,0 2-2 15,-4 2 3-15,12-6 3 0,-6 4-3 0,-6 2 2 16,9-5-3-16,-9 5 1 0,9-4 0 0,-4 2 0 16,-5 2-3-16,9-5 4 0,-9 5-7 0,7-6 1 15,-3 4 2-15,0-2-3 0,-4 4-1 0,10-5 5 16,-6 2-3-16,-4 3 7 0,9-6 1 0,-5 2-1 15,-4 4-2-15,10-7 3 0,-6 2 0 0,1-1-3 16,-1 1-3-16,1 0-3 0,-5 5 3 0,6-9 1 16,-1 3-3-16,0-1 4 0,-1 0-1 0,0 3-6 15,-4 4 11-15,7-12-5 0,-3 6-5 0,1-2-1 16,0-1 1-16,1 3 7 0,-3-2-3 0,1 2-2 16,2-1 3-16,-3-1-4 0,-1 1-2 0,3-1-1 15,-3 2 2-15,2 0-1 0,-1 0 10 0,-1 0-6 16,0-1-4-16,2 1-3 0,-4 6 10 0,2-13-7 15,-1 8 2-15,1-4-5 0,-2 9 4 0,2-13 16 16,-2 7-13-16,0 6-7 0,2-11 4 0,-2 11-3 0,3-11 4 16,-3 5-2-16,0 6 0 0,3-13 2 15,-2 5 4-15,0 2-10 0,1-3 2 0,-2 2 1 16,4 0 3-16,-2 0-2 0,1-1 12 0,-1 2-13 16,-2 6 3-16,2-14-2 0,2 8 1 0,-4-3-1 15,5 0-2-15,-5 1 1 0,5-2 4 0,-5 4-7 16,2-1-1-16,2-2 12 0,-4-1-8 0,0 10 1 15,1-16 3-15,1 7-6 0,0-1 14 0,-2 3-16 16,0-2 5-16,2-1-1 0,-2 0-6 0,2 0 1 16,-2 1 5-16,0-1 3 0,0-2-1 0,3 3-2 0,-3-2-1 15,2 1 11-15,0 0-11 0,-2 0-1 0,2 1 3 16,-2 0-1-16,5 1 7 0,-5 0-12 0,3 0 3 16,-2 0 1-16,0-1 0 0,1 1 4 15,0 2-4-15,-2-2 0 0,2 1 2 0,0 0 1 0,-2 7 2 16,0-13-6-16,4 4 3 0,-3 0-2 0,1 1 1 15,0-2 1-15,2 0-2 0,-2 1 0 0,2 2 2 16,-4-3-1-16,4 3 2 0,-2-3 0 16,1 1 2-16,0 0-5 0,0 2 2 0,-1-4-3 15,0-1 4-15,0 1 2 0,-1 0-6 0,-1-1 0 0,1 0-3 16,0 3 2-16,1-3 7 0,-2 3-3 16,3 2-3-16,-3-2 3 0,2-1-4 0,-2 2 17 15,0-2-12-15,0 1-3 0,0 9 1 0,2-16 1 16,-2 6-1-16,0 2-2 0,0 8 3 0,3-11-2 0,-3 11 4 15,-3-12-2-15,3 6 0 0,-2-4-3 0,2 10 2 16,2-14 3-16,-2 8-6 0,0-1 1 0,3-2 3 16,-3 9 0-16,0-14-2 0,0 7 1 0,1-1-1 15,2 1 4-15,-3 7-3 0,0-13-1 0,0 13 5 16,0-12-4-16,0 6 2 0,0 6 11 0,0-9-16 16,0 9 2-16,0-14 1 0,2 4-1 0,-2 10 6 15,0-12 6-15,0 3-13 0,2 1-4 0,-2 8 8 16,0-12-8-16,2 5 5 0,-2-3-1 0,0 10 5 15,0-12-8-15,3 6 6 0,-3 6-3 0,-3-13 3 16,3 3-5-16,0 10 7 0,0-14 11 0,0 4-2 16,0 1-14-16,0 0-1 0,0 9 5 0,0-14-6 15,-2 7 7-15,2-2-6 0,0 9 2 0,0-16 0 16,2 6 0-16,-2 1 2 0,0 2-2 0,0-1 4 16,0 8-5-16,0-14 15 0,0 5-15 0,3 3-2 15,-3 6-1-15,0-15 5 0,1 9 4 0,-1 6-5 16,-1-12-7-16,1 12 7 0,0-15-1 0,1 9 1 15,0-1 5-15,-1 7 8 0,0-11-10 0,0 11 1 16,-1-10-5-16,1 10 4 0,-1-12-2 0,1 12-2 16,0-11 2-16,1 4-3 0,-1 7 0 0,1-15 4 15,-1 8-3-15,0 7 3 0,0-11 0 0,0 11 1 16,-1-9-1-16,1 9 8 0,1-12-7 0,-1 12 0 16,0-10-2-16,0 10 0 0,-1-13-2 0,1 13 0 15,3-10 3-15,-3 5 2 0,0 5-4 0,2-14 0 16,0 7-1-16,1 2 0 0,-3 5 9 0,4-17-9 15,-3 10-4-15,1-1 3 0,-2 1 1 0,0 7 4 0,2-12-3 16,-2 12 4-16,0-9 0 0,0 9-2 16,0-12-6-16,0 12 6 0,0-10 17 0,0 10-22 15,0-11 4-15,0 11-3 0,-2-10 5 0,0 4-5 16,2 6 7-16,-1-11-6 0,0 4 3 0,1 7-1 0,0-14-2 16,0 14 2-16,0-11-1 0,0 11-4 0,0-12 5 15,0 4-3-15,0-1 1 0,0 9 3 16,0-13-1-16,2 6 11 0,-2 7-11 0,0-12 3 15,0 12-3-15,0-11-4 0,0 11 3 0,0-11 0 0,0 11 2 16,0-11 8-16,0 11-6 0,0-11-6 0,0 5-2 16,0 6 6-16,2-11 3 0,-2 11 5 0,2-10-11 15,-2 10 3-15,2-9 4 0,-2 2-7 16,0 7-3-16,0 0 6 0,0-14-3 0,0 14 3 16,-2-6 2-16,2 6-3 0,0-12-7 0,0 12 9 0,2-10-1 15,-2 10-2-15,2-10 1 0,-2 10 17 0,1-10-17 16,-1 10-4-16,1-7-2 0,-1 7 7 0,3-8-3 15,-1 3-1-15,-2 5-1 0,2-9 3 0,-2 9-2 16,4-8 6-16,-4 8-1 0,2-11 0 0,-2 11-2 16,4-8 11-16,-4 8-13 0,2-11 7 0,0 7-2 15,-2 4-2-15,2-10 0 0,-2 10-4 0,3-11 2 16,-2 5-2-16,-1 6 2 0,1-9 4 0,-1 9 0 16,2-10 0-16,-2 4 3 0,2-1-5 0,-2 7-6 15,2-12 5-15,2 6-2 0,-4 6 0 0,1-10 2 16,-1 10-3-16,1-11 3 0,-1 11-1 0,0-11 2 15,0 11 0-15,3-10-1 0,-3 6-5 0,0 4 6 16,3-8 0-16,-3 8-3 0,2-9 6 0,-2 9 2 16,2-8-5-16,-2 8 2 0,1-7-3 0,-1 7 4 15,3-10-6-15,-3 10-2 0,1-9 3 0,-1 9 1 16,2-7-4-16,-2 7 4 0,4-6 1 0,-4 6-2 16,0-8 4-16,0 8-2 0,5-9 0 0,-5 9 0 0,6-8 0 15,-4 4 0-15,-2 4 2 0,7-7 0 16,-7 7 1-16,5-8-3 0,-5 8-1 0,4-8 2 15,-4 8 2-15,5-5-10 0,-3 0 7 0,-2 5 2 16,5-9-7-16,-5 9 5 0,7-5-3 0,-7 5 5 16,6-8-1-16,-3 4-1 0,-3 4-5 0,4-6 6 0,-4 6-3 15,8-8 0-15,-8 8 2 0,3-6 2 16,-3 6 0-16,7-7-4 0,-7 7 4 0,7-5-3 16,-7 5 0-16,7-7 3 0,-7 7-5 0,4-6 1 15,-4 6 5-15,0 0-3 0,6-7 0 0,-6 7-1 16,3-6 1-16,-3 6-3 0,7-3-1 0,-7 3 16 15,7-6-15-15,-7 6 2 0,6-6-4 0,-2 2 7 16,-4 4-1-16,0 0 1 0,10-3-2 0,-10 3 0 16,5-6 0-16,-5 6-5 0,8-6 0 0,-3 4 5 0,-5 2 1 15,6-5-3-15,-6 5-2 0,8-6 2 16,-8 6 18-16,8-4-15 0,-8 4 0 0,6-3-3 16,-6 3 0-16,7-4-1 0,-7 4 0 0,10 0 2 15,-10 0-3-15,0 0 4 0,7-3-3 0,-7 3-1 0,8-2 16 16,-8 2-14-16,9-4 2 0,-9 4-2 0,11-2 1 15,-11 2 1-15,15-1-2 0,-15 1 0 0,11 1 1 16,-11-1 1-16,12-1 2 0,-12 1-4 0,9-1-1 16,-9 1 3-16,16-1 0 0,-11-1-3 0,-5 2-1 15,13 0-1-15,-13 0 6 0,12 0-3 0,-12 0 5 16,11 0-7-16,-11 0 7 0,8 0-3 0,-8 0-1 16,10 0-5-16,-10 0 14 0,10 0-9 15,-10 0 4-15,15 0-8 0,-7 2 3 0,-1-1 13 16,-7-1-10-16,11 0-1 0,-11 0 1 0,14 0-3 0,-8 0 2 15,-6 0-2-15,12 2 3 0,-12-2-3 0,11 0-1 16,-11 0-2-16,11 3 11 0,-11-3-4 0,9 1-6 16,-2 1 6-16,-7-2-5 0,9 1 1 0,-9-1 4 15,9 1-2-15,-9-1-1 0,9 3 2 0,-3-2-1 16,-6-1 5-16,0 0-7 0,9 3-3 0,-9-3 8 16,5 3-9-16,-5-3 0 0,7 6 9 0,-2-4 8 15,-5-2-11-15,6 4-3 0,-6-4 2 0,6 4-1 16,-3 0 1-16,-3-4-1 0,7 5 2 0,-7-5-1 15,6 6 3-15,-2-3-2 0,1 1 1 0,-2 0 1 16,-3-4-2-16,7 9 0 0,-3-4 2 16,0 0 1-16,-1-1-4 0,2 1 5 0,-5-5-5 15,6 8 5-15,-1-4-4 0,-1 1-3 0,-2 0 4 0,-2-5-1 16,7 8 2-16,-2-2-3 0,-1-3 0 0,0 1 2 16,-1 3 3-16,-3-7 4 0,7 9 1 0,-4-6-2 15,-1 3 17-15,1-2-14 0,2 2-6 0,-5-6 3 16,5 10-3-16,-1-6-1 0,-2 2 1 0,1 0-3 15,-1 0 2-15,1-1 3 0,-3-5 1 0,5 12-4 16,-2-9 1-16,0 3-2 0,-3-6-4 0,4 12 3 16,-2-8 10-16,-2-4-9 0,5 10 4 0,-3-6 2 15,0 3-2-15,-2-7-3 0,4 10 4 0,-1-5-3 16,-1 1 1-16,-2-6-4 0,3 10 6 0,1-5 2 0,-4 1-4 16,0-6 1-16,6 11-8 0,-2-5 1 15,-1 0 2-15,-3-1 6 0,4 2 0 0,-2-1-4 16,1 0-2-16,-3-6 5 0,4 13-2 0,-2-7-1 15,2 0-1-15,0 0 2 0,-2-1 0 0,0 2 0 16,0 0 4-16,-2-7 3 0,4 12-8 0,-1-4 3 16,-3-3-3-16,0-5 6 0,4 11-7 0,-4-4 5 15,3-2 1-15,-1 3 3 0,-2-8-5 0,1 12 2 16,0-5-2-16,2-2 0 0,-1 1 2 0,-2-6 3 16,3 13 6-16,-1-6 2 0,1-1-2 0,-3-6-1 15,3 13-9-15,-1-6 5 0,-2-2-2 0,0-5-10 16,4 12 10-16,-3-5 0 0,1 0 4 0,-1 2-5 15,5-1-1-15,-6 0 3 0,0-1-7 0,3 1 8 0,-2 1-3 16,0-1-3-16,0 1 2 0,2-2-5 0,-1 2 0 16,0-2 5-16,-2 4 1 0,2-2-4 0,-2-9-2 15,3 20 4-15,0-9-8 0,0-3 9 0,0 3-1 16,1-2-4-16,-2 2-4 0,1 1 9 0,-1-3 13 16,0 4-15-16,-1-3-2 0,3 6-1 0,-2-5 3 15,0 0-2-15,-2 0-5 0,5-2-2 0,-3 1 20 16,1 0-11-16,1 2-1 0,-4 1-8 15,2-4 5-15,1 2-1 0,-2-2 2 0,2 2 1 0,-1-1 3 16,0-1-4-16,1 1-5 0,0 2 6 0,0-1 1 16,-2 0-3-16,0-1 3 0,1-1-4 0,2 2 3 15,-1-2 0-15,-3 2-3 0,1-2 4 0,2 1-3 16,-2 0 1-16,1-1-3 0,0 3-2 0,-1-5 2 16,2 3 0-16,-1-1 1 0,-2 4 4 0,2-4 0 15,-1 1-3-15,1 0 3 0,0-3 1 0,4 2-5 16,-5 1 5-16,1-3 0 0,-2 3-8 0,0-1 8 15,1 1-1-15,-1-1-4 0,5 0 9 0,-4-2-12 16,1 0 9-16,-1 1-1 0,-1-8 2 0,4 15-6 16,-4-6 4-16,4-2-10 0,-3-1 11 0,1 0-2 15,1 2 3-15,-2 0-1 0,2-3 3 0,-1 3-7 16,1-2 11-16,-2 1-4 0,2-1 4 0,-1 1-13 16,-2-7 14-16,2 14-1 0,-2-9-5 0,3 1 5 15,0 1-2-15,-3-7-2 0,4 14 1 0,-4-7-4 16,1-2 3-16,-1-5-6 0,3 14 3 0,2-7 0 15,-4-1 0-15,-1 2 1 0,2-1 0 0,0-1-3 16,-1 1-1-16,-1-7 5 0,3 13-6 0,-1-6-1 16,-2-7 4-16,-1 15-1 0,2-9-4 0,2-2 2 15,-2 4 4-15,-1-8-7 0,4 14 7 0,-4-7-4 16,5 2 3-16,-5-1-1 0,1-1 3 0,3-1-2 0,-3 3-1 16,0-2 12-16,-1-7-7 0,2 15-2 0,-2-6 0 15,2-2 0-15,-2-1 6 0,2 4 3 16,0-1-1-16,-2-1 4 0,0-8-3 0,3 13 1 15,-2-7-2-15,2 1 1 0,-3-7-1 0,-2 13-6 0,5-6 1 16,-2-1 0-16,-1-6-1 0,0 11 0 0,2-3 0 16,-2-8-1-16,1 14-2 0,0-7 0 15,-1 0-1-15,0-7-8 0,0 14 6 0,2-8 3 16,-1 1-5-16,0 0 5 0,0 1-1 0,-1-8-7 0,3 12 9 16,-3-6 3-16,0-6-5 0,2 12-3 0,-2-12-1 15,2 8-1-15,0-2 0 0,-2-6 3 0,3 10-1 16,-3-5 3-16,0-5-3 0,4 10 6 0,-4-10-8 15,1 7-1-15,-1-7-4 0,2 7 6 0,-2-7 0 16,0 0 2-16,2 12-6 0,-2-12 2 0,1 6 5 16,-1-6-2-16,1 7-2 0,-1-7-13 0,2 7-22 15,-2-7-20-15,2 8-20 0,-2-8-35 0,0 8-32 16,0-8-31-16,-2 10-42 0,-1-5-51 0,-2-1-65 16,5-4-40-16,-10 8-260 0,3-4-682 0,7-4 302 15</inkml:trace>
  <inkml:trace contextRef="#ctx0" brushRef="#br0" timeOffset="102587.12">15294 11711 11 0,'0'0'59'0,"0"0"3"15,0 0-1-15,0 0-10 0,0 0 4 0,0 0-8 16,0 0 1-16,0 0 0 0,0 0-1 0,-2-10 1 16,2 10-8-16,0 0 2 0,0 0-2 15,0 0-6-15,0 0 4 0,0 0-3 0,0 0-5 0,0 0 2 16,0 0-3-16,-4-6 5 0,4 6 5 16,0 0-4-16,0 0 4 0,0 0-9 0,0 0 5 0,0 0-4 15,0 0 9-15,0 0-9 0,0 0 5 0,0 0 4 16,0 0-5-16,0 0-8 0,0 0-1 0,0 0-4 15,0 0 0-15,0 0-2 0,0 0-7 0,-12 2-1 16,12-2 1-16,0 0-2 0,0 0 5 0,0 0-16 16,0 0 21-16,0 0-4 0,0 0-2 0,0 14 8 15,0-14 2-15,0 0-13 0,-1 12 1 0,1-12 4 16,0 10 5-16,0-10 4 0,-1 10-1 0,1-10 1 16,1 10-2-16,0-4 3 0,-1-6 6 0,4 10-7 15,-2-3 2-15,-2-7-3 0,2 10 0 0,0-5 0 16,-2-5-2-16,1 10-3 0,-1-10 5 0,1 10 4 15,0-6-1-15,-1-4-3 0,4 11-2 0,-1-7 3 0,-3-4 0 16,2 11 3-16,-1-6-2 0,1 2 0 0,-2-7 1 16,2 12 3-16,-2-6-5 0,2 1 1 15,0-1-3-15,-2-6 1 0,1 13 0 0,-1-7 0 16,0-6-4-16,3 14 3 0,-2-9 1 0,-1-5-1 0,2 13-3 16,-2-8 0-16,0-5 0 0,0 11 1 0,0-5 1 15,0-6-1-15,0 11-4 0,0-11 4 16,2 10-1-16,1-5 1 0,-3-5-7 0,1 11 5 15,-1-11-5-15,0 10 1 0,4-5 1 0,-4-5 3 0,0 12-3 16,0-12-2-16,2 9 2 0,-2-9-4 0,2 10 6 16,-2-5-3-16,0-5 0 0,3 8-1 15,-3-8-4-15,4 9 1 0,-2-5 1 0,-2-4 0 16,2 9 0-16,0-5 2 0,-2-4-2 0,2 9-2 0,-2-9 1 16,3 10 2-16,-1-5-3 0,-2-5 3 0,1 8-3 15,-1-8-3-15,2 8 1 0,-2-8-1 0,3 8-2 16,-3-8 3-16,3 8-4 0,-3-8 6 0,0 8 1 15,0-8 2-15,2 7-2 0,-2-7-1 0,3 6 5 16,-3-6-5-16,4 7 1 0,-4-7 1 0,2 6-1 16,-2-6 3-16,4 6 5 0,-4-6-10 0,4 7 0 15,-4-7 0-15,3 8-2 0,-3-8 1 0,0 6-1 16,0-6 3-16,0 0-4 0,2 8-2 0,-2-8 0 16,4 7 4-16,-4-7-6 0,1 8 1 0,-1-8 7 15,2 7-3-15,-2-7 1 0,0 9-2 0,0-9-2 16,2 8 6-16,-2-8-5 0,1 8-2 0,-1-8 12 15,2 7-16-15,-2-7 3 0,0 10 0 0,0-10-4 16,2 8 6-16,-2-8 3 0,3 9-6 0,-3-9 1 16,1 6 7-16,-1-6-2 0,3 8-1 0,-3-8-1 15,0 0-1-15,1 10 4 0,-1-10-4 0,0 7-1 16,0-7-2-16,1 7 6 0,-1-7-2 0,0 0 0 16,2 10 1-16,-2-10-1 0,0 7-2 0,0-7-3 15,0 0 0-15,0 10 6 0,0-10-1 0,2 7 0 16,-2-7-2-16,0 0 4 0,0 8 10 0,0-8-13 15,0 0 3-15,0 10-4 0,0-10 1 0,0 0 3 0,1 6-3 16,-1-6 0-16,0 0 1 0,2 7 1 16,-2-7 0-16,0 0-1 0,0 0 0 0,1 8-3 15,-1-8 1-15,0 0 3 0,4 8 2 0,-4-8 1 16,0 0 0-16,1 7 1 0,-1-7-1 0,0 0-1 0,0 7 2 16,0-7-1-16,0 0-2 0,3 6-4 0,-3-6 5 15,0 0-1-15,0 0-1 0,3 7-2 16,-3-7 13-16,0 0-15 0,0 0 4 0,2 6-5 15,-2-6 1-15,0 0 1 0,0 0-1 0,2 6 3 16,-2-6-3-16,0 0 6 0,4 5-7 0,-4-5 5 0,0 0 0 16,5 6 1-16,-5-6 4 0,0 0 0 0,3 6-2 15,-3-6 3-15,0 0-1 0,0 0-2 0,5 7 4 16,-5-7-5-16,0 0 13 0,5 5-12 0,-5-5-1 16,0 0 3-16,5 3-1 0,-5-3-9 15,0 0-5-15,4 7 17 0,-4-7-6 0,0 0-2 0,3 4 3 16,-3-4-1-16,0 0-8 0,2 6 6 0,-2-6-3 15,0 0-15-15,0 0 19 0,3 6-5 0,-3-6 4 16,0 0-3-16,0 0 5 0,5 6 10 0,-5-6-18 16,0 0-1-16,7 5 9 0,-7-5-5 0,0 0 14 15,7 5 0-15,-7-5-16 0,5 3 10 0,-5-3-10 16,4 3 0-16,-4-3 21 0,0 0-18 0,6 5 6 16,-6-5-1-16,0 0 2 0,8 5-2 0,-8-5-2 15,6 3 9-15,-6-3-4 0,5 3-4 0,-5-3 5 16,0 0-5-16,8 1 0 0,-8-1-1 0,5 3-5 15,-5-3 5-15,0 0-3 0,8 4 8 0,-8-4-6 16,0 0 7-16,7 3-5 0,-7-3 0 0,0 0 5 16,8 0-5-16,-8 0-8 0,0 0 12 0,9 3-4 15,-9-3-8-15,8 1 11 0,-8-1-5 0,0 0 2 16,9 0 0-16,-9 0-5 0,6 3 7 0,-6-3-6 16,8 2-7-16,-8-2 7 0,7 2-2 0,-7-2 7 15,8 3 0-15,-8-3 7 0,9 1-15 0,-9-1 4 16,6 2 0-16,-6-2 4 0,0 0-10 0,12 1 13 15,-12-1-6-15,0 0 3 0,9 1-2 0,-9-1-7 16,6 2 3-16,-6-2 2 0,0 0 3 0,0 0-4 16,10 3-1-16,-10-3-1 0,0 0 0 0,11 0 8 15,-11 0-4-15,0 0 5 0,9 0-5 0,-9 0 4 16,7 1 1-16,-7-1-2 0,10 0 4 0,-10 0-5 16,0 0-1-16,9-3-3 0,-9 3 7 0,0 0-5 0,13-3-11 15,-13 3 12-15,8-1-3 0,-8 1 1 16,9-2 2-16,-9 2-4 0,9-2-1 0,-9 2 2 15,9-2-2-15,-9 2 12 0,7-1-12 0,-7 1-1 16,0 0-5-16,11-1 7 0,-11 1 5 0,0 0-9 0,9 0 0 16,-9 0 3-16,0 0-1 0,10-2 1 0,-10 2 2 15,0 0-1-15,6-1 0 0,-6 1 3 0,7-3-1 16,-7 3 2-16,0 0-7 0,7-2 7 0,-7 2-7 16,0 0 6-16,10-4 0 0,-10 4-15 0,7-4 18 15,-7 4-4-15,8-4 1 0,-8 4 1 0,0 0-5 16,6-4 3-16,-6 4 2 0,7-5-7 0,-7 5 5 15,8-5-12-15,-4 2 7 0,-4 3 0 0,7-5 4 16,-7 5-4-16,8-4 10 0,-8 4-12 0,7-6 6 16,-3 2 4-16,-4 4-3 0,9-7-10 0,-5 3 8 15,-1-1-6-15,5 2 9 0,-8 3-12 0,8-7 3 16,-5 1 0-16,1 2 4 0,1 1 0 0,-5 3 3 16,9-9 0-16,-5 2 1 0,0 4-4 0,2-4 1 15,-2 1-3-15,3-1 5 0,-1 2-6 0,-2-1 3 16,1 1 2-16,-1-1-1 0,0-1 0 0,1 2 3 15,1-1-1-15,-2 0-1 0,1 1-6 0,-1-3 6 16,0 3-4-16,2-4 3 0,-2 5-10 0,2-6 11 16,-1 4-7-16,1-2 3 0,-1 2 5 0,1-1-4 15,-2-3-2-15,1 2-1 0,0-2 2 0,0 1 5 16,0 1-3-16,1-1-1 0,-1 1 1 0,0-2 1 16,0 3 0-16,0-1 6 0,0 0-9 0,0-1 2 15,-1 2-1-15,1-2-1 0,-1 2 2 0,0-2 3 16,1 1-6-16,-3 2 2 0,1 0 1 0,-2-1 4 15,2 0-2-15,2-3-5 0,-1 2 2 0,-2 0-3 16,2 2-1-16,0-3 4 0,-1 0-2 0,0-1 1 0,0 4 1 16,0-3 1-16,-1-2-2 0,1 3 1 0,0 0 4 15,0-1-6-15,-1 0 2 0,1 1-1 16,0-2-1-16,-1 0 1 0,1 0 2 0,-1 4 1 16,0-5-5-16,0 2 4 0,1-1-2 0,-2 1 6 0,3-1-5 15,-3 2 12-15,0-1-15 0,1 1-3 0,-1-1 7 16,0-1 11-16,-1 3-16 0,0 7 7 15,3-13-4-15,-3 2-2 0,2 3-2 0,0-4 4 0,-1 5 0 16,-1-2 0-16,0 9-2 0,1-17 4 0,-1 9-4 16,1-1 2-16,-1-1-1 0,2 1 1 0,0 0 3 15,-3-1-3-15,1 0 1 0,1 1 3 16,1-1-3-16,-2 0-3 0,1 0 3 0,1-2 0 0,-2 2 0 16,2-3-2-16,-1 3 4 0,-1 0 9 0,0-1-11 15,1 2-3-15,-1-3 1 0,4-1 1 0,-3 3-2 16,0-1 4-16,1 2-13 0,-2-1 12 0,1-1-6 15,0 0 10-15,-1 0-7 0,3 0 7 0,-2 1-6 16,1 0-3-16,-1-1 8 0,1 1-1 0,1 0 0 16,-2 2-3-16,1-2-4 0,-1 1 0 0,1-1 7 15,2 2-2-15,-3-3-4 0,2 2 1 0,-2 1 7 16,2 2-3-16,-1-5-1 0,1 3 2 0,-2-2-6 16,2 1 6-16,-2-1-4 0,2 0 0 0,-1 2 3 15,-2-2-5-15,2 0 4 0,-2 2-3 0,1 1 3 16,-1 7 1-16,1-14-7 0,0 8 6 0,-1-4-6 15,3 4 6-15,-3 6 2 0,2-13-2 0,0 9-1 16,-2 4 3-16,2-14-3 0,-1 9 4 0,1-4-4 16,-2 9-3-16,2-12 3 0,0 4 2 0,-1 2-3 15,-1 6 9-15,2-10-15 0,-2 2 8 0,3-1-3 16,-2 3 4-16,1-3-2 0,-1 1-1 0,-1 0 3 16,0 8 1-16,4-17-3 0,-3 7 1 0,3 1 1 15,-2-1-9-15,1 1 2 0,-2 3 7 0,3-4 1 16,-3 3-3-16,2-3 2 0,-1 1-2 0,1 0 0 15,0 2 11-15,-2-3-17 0,0 3 8 0,0-2-3 16,1-1 1-16,3 1-5 0,-3-1 6 0,-1 3 0 16,2-3 0-16,0 1 0 0,-2 2-3 0,2 1-5 15,-1-2 12-15,-1-1-4 0,2 2-2 0,-2 0 3 16,1-2-1-16,-1 1-1 0,1 0-1 0,0 0 2 0,1 0 0 16,-3 8 2-16,3-13-3 0,-2 7 0 15,3-3 1-15,-1 1-2 0,-2 1 3 0,1 0-3 0,-2 7 0 16,4-12 0-16,-2 4 2 0,0-1-5 15,-1 2 4-15,1 0 3 0,-2 7 2 0,2-14-3 0,3 5-5 16,-5 1 6-16,3 2-3 0,-3 6-1 0,1-11 4 16,0 4 1-16,1 1-8 0,-2 6 7 15,2-14-4-15,1 9-2 0,-3 5 7 0,2-13 0 0,1 7-2 16,-2-1 0-16,1 0-3 0,-2 7 2 0,3-14-3 16,-1 9 2-16,-1-2-2 0,3-1 0 0,-2 1 3 15,1 0 2-15,-3 7-2 0,2-12-1 0,0 5 0 16,0 2 0-16,-2 5 2 0,3-12 1 0,-1 6-1 15,1 0 2-15,-3 6-5 0,3-12 1 0,-2 5 4 16,-1 7-10-16,4-13 7 0,-2 8-1 0,1-1 2 16,-3 6-4-16,2-12 1 0,-1 6 5 0,-1 6-5 15,3-13-3-15,-2 8 4 0,-1 5-1 0,4-12 3 16,-3 6-1-16,2-1-1 0,-3 7 0 0,4-11 3 16,-1 4-4-16,-2 1 11 0,-1 6-19 0,6-11 19 15,-3 4-12-15,-3 7-3 0,2-10-2 0,1 2 18 16,-2 3-17-16,2-3 4 0,-1 1 0 0,-2 7 9 15,4-10-9-15,-3 2 3 0,-1 8 2 0,3-11 0 16,-2 5 0-16,-1 6-4 0,4-13 0 0,-2 7 6 16,1 1-4-16,-3 5-5 0,4-12 10 0,0 8 2 15,-4 4-7-15,4-9-5 0,-3 3-1 0,-1 6 7 16,2-9-5-16,-2 9 5 0,4-10 1 0,-2 3-2 16,-2 7 9-16,5-9-9 0,-2 4-3 0,-3 5 4 15,5-9-9-15,-5 9 5 0,4-10 1 0,-1 6 0 16,-3 4-1-16,2-10 3 0,1 5 0 0,-3 5 9 15,4-10-12-15,-4 10 2 0,3-8-3 0,0 4 12 0,-3 4-11 16,8-10 4-16,-6 5-8 0,2 0-4 16,0-1 11-16,-4 6 0 0,4-8 0 0,-4 8 0 15,5-8 11-15,-1 2-12 0,1 2 0 0,-5 4-1 16,6-8 1-16,-3 3 5 0,1 1-6 0,-4 4 2 0,5-9-3 16,-1 5 4-16,-4 4-7 0,7-10 14 0,-2 5-11 15,-2 1 3-15,-3 4 5 0,7-9-4 0,-5 5-1 16,-2 4 0-16,7-9 10 0,-5 4-13 0,-2 5 1 15,6-9 1-15,-6 9 0 0,5-9 0 0,-5 9-2 16,4-6-2-16,-4 6 11 0,4-7-6 0,-4 7 2 16,5-6-1-16,-5 6-5 0,5-7 6 0,-5 7-5 15,4-8 5-15,-4 8-1 0,5-7 1 0,-5 7-1 16,4-5-4-16,-4 5 7 0,4-9-1 0,0 5-5 16,-4 4 14-16,6-7-18 0,-2 5 7 0,-4 2-1 15,6-6 5-15,-6 6-7 0,5-7 3 0,-5 7-3 16,3-6 2-16,-3 6-1 0,0 0 5 0,8-7-2 15,-4 5-7-15,-4 2 3 0,6-4 13 0,-6 4-17 16,9-4 2-16,-9 4-9 0,8-8 12 0,-2 7 1 16,-6 1-3-16,9-4-1 0,-1 2 3 0,-8 2 1 15,9-6-1-15,-9 6 14 0,9-3-14 0,-3 0 6 16,-6 3-11-16,13-4 5 0,-6 4 0 0,0-3 1 16,-7 3 0-16,15-2-2 0,-9 0-1 0,-6 2 0 15,11 0 5-15,-11 0-5 0,11-2-1 0,-11 2 3 16,0 0-2-16,13 0-2 0,-13 0-1 0,9 0 7 15,-9 0-18-15,9-1 14 0,-9 1-1 0,0 0 0 16,11 1-1-16,-11-1 1 0,0 0 1 0,9 0 3 16,-9 0 1-16,8 6-1 0,-8-6-4 0,8 3 3 15,-3 0-1-15,-5-3-1 0,9 5 0 0,-9-5 5 16,7 5-1-16,-3-2-6 0,-4-3 5 0,7 3-3 16,-7-3 0-16,6 6 4 0,-2-2-1 0,-4-4 2 15,9 7-5-15,-9-7-1 0,6 8 5 0,-3-4-5 16,1 2 10-16,-2-2-4 0,2 2 0 0,-4-6-3 0,6 9 1 15,-3-3-7-15,2-2 3 0,-5-4 0 16,4 13 3-16,0-9-5 0,-2 3 9 0,1-2-5 16,1 0 0-16,-2 3 5 0,2-2 0 0,-1-2 0 0,2 2-5 15,-2 1-2-15,0-2 8 0,0 3-14 0,-1-2 7 16,2 2 6-16,0 1 4 0,-1-4-9 0,-1 2 2 16,3 2-1-16,-1-1 4 0,-2 1 3 0,2 0-6 15,-1 0 0-15,-1-1-1 0,1 2 2 16,-2-4-2-16,2 3 9 0,-1-1-9 0,3 2 1 0,-2-1 0 15,1-1 0-15,-2 0-1 0,1-2-2 0,0 3 2 16,0 0 2-16,0 1-1 0,0-1 2 16,-2 1-2-16,1 1 4 0,2-1-8 0,-3-1 8 0,2 1-4 15,-2 0 3-15,2 0 2 0,-2 1-7 0,0 0 4 16,-1 1 2-16,3-2-2 0,-2 3-7 0,0-2 10 16,1-1-4-16,-2 1 1 0,1-2-13 0,0 3 16 15,1-3-2-15,-1 0-9 0,-1 1 5 0,1 1 2 16,1-2 3-16,-1 1-3 0,0 0-5 0,0-1 6 15,2 1 0-15,-2-1 0 0,2 1-2 0,-1-3 2 16,1 3-5-16,-1 0 9 0,2-2-9 0,0 2 5 16,-1-1-4-16,-1-1 3 0,2 1 6 0,1 2-7 15,-2-2 1-15,-1 1 2 0,2-1 8 0,-1 4-9 16,-1 0-3-16,1 3 2 0,-1-5-2 0,2 4 4 16,-3-3-2-16,1-2 7 0,1 4-6 0,-1-2-3 15,0 3-2-15,-1-2 6 0,2-2 4 0,-2 0-3 0,2 4-4 16,0-3 1-16,-1 1 0 0,-1-2 0 15,2 1 3-15,-2 0-1 0,3 2-5 0,-3-3-1 16,2 0 11-16,-1-1-5 0,0 1 6 0,0 1 2 16,-2-1-8-16,1 0 1 0,2-1 3 0,-2 1-4 0,-1-1 1 15,3-1-4-15,-2 1 3 0,0 0 2 16,2-2-2-16,0 3-2 0,-2-2 3 0,1 0 2 16,0 1-9-16,0-1 4 0,1 1-2 0,-1-1 3 15,0 1 2-15,-1-3 0 0,0 4-3 0,2 1 5 0,-3-3-7 16,2 0 5-16,0 2-1 0,0-3 1 0,-1 2-2 15,1-2 1-15,0 1-1 0,0 0 3 0,-1 1-2 16,0-1-3-16,2 0 4 0,-2 0 1 0,1 1 1 16,1-3-6-16,-2 1 4 0,0 2-3 0,2-1-1 15,-2 1 5-15,1 0-1 0,-2-1-1 0,1 0 4 16,0-2-5-16,1 0-7 0,-2-7 8 0,1 13 0 16,0-5 2-16,2 1-13 0,-2 1 16 0,0-2-4 15,2-1 0-15,-2 1-2 0,0 0 5 0,1 1-12 16,0-3 7-16,-1 2 4 0,1 2 0 0,0-1-1 15,1 1-4-15,-2-1 1 0,0 2 4 0,2-2-1 16,-2 1-1-16,2 0 0 0,-2 1-2 0,0-1 13 16,1-1-11-16,-2-2-1 0,2 3 2 0,-2 0-4 15,4-1 3-15,-4-1-3 0,0 1 5 0,1 1-4 16,2-1 4-16,-3 1-2 0,0-3 2 0,0 2-1 16,1 0 0-16,-1-2-3 0,0-7 6 0,1 13-1 15,1-8-4-15,-1 2 1 0,-1-7-3 0,1 14 5 16,0-8 2-16,-1-6-4 0,2 14 1 0,-1-8 5 15,2 0-1-15,-2 1-5 0,0-1 4 0,2 0-3 16,-3-6 5-16,2 15-3 0,1-9 2 0,-2 0 2 16,2 1-2-16,0-2-1 0,0 2-1 0,-3-7-3 0,5 14 4 15,-1-5-1-15,-1-3-2 0,-1-1-2 16,-1 3 6-16,2-2-4 0,-2 3-2 0,1-2-2 16,0-1 6-16,-1 4-2 0,3-4-5 0,-3 1 9 15,1 2-3-15,-2-9-9 0,1 13 6 0,1-6-1 0,-2 0-1 16,3 3-1-16,-2-4 2 0,-1-6-4 15,3 12 1-15,-1-8-1 0,1 3 5 0,-3-7-1 16,4 12 2-16,-1-5-2 0,-1 0-2 0,2 0-3 16,-3-1 3-16,2 2 8 0,-1-2 1 0,-2-6-12 15,4 16 7-15,-1-10-7 0,-1 3 3 0,1-2 2 16,-2 1 2-16,0-1-6 0,1-1 3 0,-1 2-1 0,-1-8 4 16,2 10-5-16,0-3 4 0,-2-7-2 15,1 7 1-15,0-2 3 0,-1-5 0 0,5 11-7 0,-5-6 0 16,0-5 1-16,3 9 4 0,-2-3-6 15,-1-6 3-15,4 9 1 0,-4-9 1 0,4 10-4 16,-4-10 2-16,2 8 0 0,0-4 2 0,-2-4 0 16,4 8 0-16,-2-4-1 0,-2-4 2 0,1 7-1 0,-1-7-7 15,5 8 10-15,-5-8-3 0,3 7 0 0,-3-7 2 16,4 7-2-16,-2-3-2 0,1 2 2 0,-3-6 1 16,3 9-2-16,-1-3-27 0,-2-6-25 0,3 8-27 15,-1-3-36-15,-2-5-43 0,0 12-34 0,0-12-52 16,-7 15-66-16,1-4-61 0,-3-5-276 0,-2 5-701 15,-2-3 310-15</inkml:trace>
  <inkml:trace contextRef="#ctx0" brushRef="#br0" timeOffset="104500.75">17633 12187 45 0,'0'0'58'0,"0"0"-1"16,0 0-5-16,0 0-3 0,0 0-2 0,0 0-3 16,0 0-3-16,0 0-1 0,0-9 6 0,0 9-8 0,0 0-1 15,0 0 3-15,0 0-3 0,0 0-5 0,0 0-2 16,0 0-3-16,0 0 0 0,0 0-3 15,0 0 1-15,0 0-9 0,0 0 1 0,0 0 1 16,0 0-7-16,-6-5 5 0,6 5-1 0,0 0-1 0,0 0-6 16,0 0 0-16,0 0 7 0,0 0-18 0,0 0 13 15,0 0-1-15,0 0-2 0,0 0-7 0,0 0 5 16,0 0-5-16,0 0 10 0,0 0-5 0,0 0-4 16,0 0-1-16,0 0 6 0,0 0-2 0,0 0 1 15,0 0-5-15,0 0 11 0,0 0-4 0,0 0 0 16,0 0-1-16,-3-8 3 0,3 8 1 0,0 0 6 15,0 0-1-15,-5-3 4 0,5 3 0 0,0 0 1 16,0 0 2-16,-5-6 3 0,5 6-4 0,0 0-1 16,0 0 10-16,-4-6-9 0,4 6-3 0,0 0 5 15,0 0-1-15,0 0-2 0,0 0-1 0,-4-7 2 16,4 7-7-16,0 0 4 0,0 0-4 0,0 0-1 16,0 0-4-16,0 0-1 0,-4-4 0 0,4 4-3 15,0 0 3-15,0 0 4 0,0 0-9 0,0 0 5 16,0 0-3-16,0 0 4 0,0 0-7 0,0 0 4 15,-3-9-8-15,3 9 6 0,0 0 6 0,0 0-8 16,0 0-5-16,0 0-4 0,0 0 13 0,0 0 2 16,0 0 2-16,0 0-9 0,0 0 7 0,0 0-1 15,0 0-5-15,0 0 11 0,-7-4-13 0,7 4 1 16,0 0-3-16,0 0 6 0,0 0-1 0,0 0-5 16,0 0 3-16,0 0 3 0,-7-3-3 0,7 3 6 15,0 0-7-15,0 0 1 0,0 0 7 0,0 0 1 16,0 0 1-16,0 0-3 0,0 0-6 0,0 0 2 0,0 0 9 15,0 0-11-15,0 0 7 0,0 0-2 0,0 0-9 16,0 0 11-16,0 0 3 0,0 0 5 16,0 0-9-16,0 0 4 0,0 0-2 0,0 0-1 15,0 0 1-15,0 0-3 0,0 0 2 0,0 0 2 0,0 0-3 16,0 0-5-16,0 0 6 0,0 0-9 0,0 0 2 16,0 0 2-16,0 0-4 0,0 0 8 0,0 0 3 15,0 0 12-15,0 0-6 0,0 0-3 16,9 20 5-16,-9-20 3 0,2 6 1 0,-2-6 0 0,1 7 9 15,-1-7-2-15,5 9-6 0,-3-5-2 0,-2-4 5 16,2 10-7-16,-2-10 0 0,4 8 2 0,-3-3 1 16,-1-5 2-16,2 9 1 0,0-2 0 0,-2-7-3 15,4 10 0-15,-3-3 5 0,1-2-5 0,-2-5 1 16,2 11-2-16,-2-5 4 0,3 1 4 0,-3-7-3 16,2 10-3-16,-2-10-3 0,4 11 2 0,-4-6-4 15,0-5-2-15,3 11 5 0,-2-5-2 0,-1-6-1 16,1 12-3-16,0-7-1 0,-1-5 5 0,2 14-1 15,-2-9-3-15,0-5 1 0,1 10-4 0,-1-10 3 16,-1 10-5-16,1-10 1 0,1 9-3 0,-1-9 2 16,0 7-1-16,0-7 2 0,0 10 9 0,0-10-1 15,0 9-2-15,0-9-1 0,1 7-2 0,-1-7 8 16,0 0-10-16,3 9-2 0,-3-9 2 0,2 4-2 16,-2-4-4-16,0 0 2 0,0 0 0 0,3 7 1 15,-3-7-4-15,0 0-2 0,4 8 0 0,-4-8 1 0,0 0 2 16,0 0-1-16,0 0 0 0,0 8 0 15,0-8 3-15,0 0-1 0,4 4 1 0,-4-4 2 16,0 0-3-16,0 0 1 0,0 0-3 0,0 0 2 16,2 6 0-16,-2-6 0 0,0 0-6 0,0 0 3 0,0 0 1 15,5 5-3-15,-5-5 2 0,0 0-2 0,0 0-2 16,0 0 2-16,0 0 0 0,0 0 3 16,0 0 6-16,0 0-9 0,0 0 0 0,0 0 2 15,0 0-5-15,0 0 4 0,0 0-1 0,0 0 1 0,0 0 0 16,0 0 3-16,0 0-10 0,0 0 0 0,0 0-22 15,0 0-20-15,0 0-23 0,0 0-37 16,0 0-18-16,0 0-41 0,0 0-26 0,0 0-31 16,0 0-143-16,0 0-396 0,-19-11 176 0</inkml:trace>
  <inkml:trace contextRef="#ctx0" brushRef="#br0" timeOffset="109135.89">10578 4775 45 0,'0'0'48'0,"0"0"-1"16,0 0 10-16,-7-10-1 0,7 10-4 0,0 0 0 16,0 0-12-16,0 0 1 0,-2-8 6 0,2 8 11 15,0 0-2-15,0 0-5 0,0 0 8 0,0 0-8 16,-6-7 5-16,6 7 0 0,0 0-5 0,0 0 1 16,0 0-5-16,0 0 8 0,0 0-6 0,0 0-7 15,-2-5-8-15,2 5 0 0,0 0 0 0,0 0-4 16,0 0-3-16,0 0-3 0,0 0-1 0,0 0-4 15,0 0 2-15,0 0-9 0,-3-8 12 0,3 8-12 16,0 0 1-16,0 0-5 0,0 0-2 0,0 0 1 16,0 0 0-16,0 0-4 0,0 0 0 0,0 0 1 15,0 0-1-15,0 0 3 0,0 0-1 0,0 0-6 16,0 0 7-16,0 0-4 0,0 0 0 0,0 0 3 16,0 0-3-16,-2-6-1 0,2 6 3 0,0 0-1 15,0 0 0-15,0 0-2 0,0 0 1 0,0 0-1 16,0 0 1-16,0 0 0 0,0 0 1 0,0 0-6 15,0 0-2-15,0 0 4 0,0 0 2 0,0 0 0 16,0 0 1-16,0 0-4 0,0 0-1 0,0 0 2 16,0 0 1-16,0 0-3 0,0 0-4 15,0 0 17-15,0 0-16 0,0 0 18 0,0 0-17 16,0 0-6-16,0 0 7 0,0 0 1 0,0 0 3 0,0 0-1 16,0 0-4-16,0 0 5 0,0 0-6 0,0 0 2 15,0 0 11-15,0 0-1 0,-10 12-4 0,10-12-12 16,0 0 15-16,-3 7-6 0,3-7 7 0,-4 6-2 15,4-6-5-15,-4 8 0 0,4-8 4 0,-3 9 10 16,1-1-3-16,-2 2-2 0,3 0 0 0,-2 2 8 16,0 0-12-16,-1-1 11 0,1 0-2 0,1 5-2 15,-2-1-3-15,1-1 5 0,2-1-4 0,0 0-3 16,1-3 2-16,-1 2-2 0,-1-2 4 0,2-1-4 16,-1 0-5-16,1-9 10 0,0 17-5 15,1-11 5-15,-2 3 4 0,2 0 4 0,-1-3-1 16,0-6 6-16,0 16-4 0,0-10-3 0,0-6-1 0,0 13-5 15,2-10-1-15,-2-3 1 0,0 10 1 0,0-10-5 16,0 0-1-16,-2 10 7 0,2-10-7 0,0 0-1 16,-1 9 1-16,1-9-1 0,0 0 4 15,0 0-2-15,0 0-2 0,0 0 1 0,0 7 6 0,0-7 1 16,0 0 2-16,0 0 13 0,0 0 8 0,0 0-2 16,0 0 4-16,0 0 5 0,0 0-2 0,0 0-4 15,0 0-5-15,0 0-6 0,0 0 2 0,0 0-9 16,0 0 4-16,-4-26-7 0,4 26-2 15,-1-16-5-15,2 6 2 0,-1 1-5 0,0-4-2 0,1-2-4 16,-2 3-1-16,1-3-3 0,0-2-2 16,-1 0 2-16,1 1 1 0,-1-1-2 0,-1 6-1 0,0-5 5 15,-1 3-7-15,2 3 5 0,-2 0 1 0,2 1 0 16,-3 0 2-16,3 2 3 0,1 7-4 0,-3-11 2 16,1 6-2-16,2 5 1 0,-3-7-2 15,3 7 0-15,0 0 6 0,-1-9-1 0,1 9-9 16,0 0 1-16,0 0-2 0,0 0 2 0,-3-7 0 15,3 7 2-15,0 0-4 0,0 0 1 0,0 0-4 0,0 0-23 16,0 0-20-16,0 0-11 0,0 0-24 0,7 26-23 16,-6-19-33-16,2-1-22 0,-1 4-120 0,-2-2-309 15,3-1 136-15</inkml:trace>
  <inkml:trace contextRef="#ctx0" brushRef="#br0" timeOffset="121259.49">17639 12269 3 0,'0'0'81'0,"0"0"0"0,0 0-10 0,0 0 0 16,0 0-4-16,0 0-6 0,0 0 2 0,0 0 0 15,0 0-2-15,0 0-2 0,0 0-11 0,0-12 2 16,0 12-10-16,0 0 2 0,0 0-5 0,0 0 0 15,0 0-4-15,0 0-8 0,0 0 9 0,0 0 0 16,0 0-8-16,0 0 1 0,0 0-5 0,0 0 4 16,0 0-9-16,-3-4 1 0,3 4-8 0,0 0 10 15,0 0 2-15,0 0-4 0,0 0 3 0,0 0-1 16,-8-6 3-16,8 6 2 0,0 0-7 0,0 0 15 0,0 0 4 16,0 0-5-16,0 0 5 0,-2-7-4 15,2 7 3-15,0 0-2 0,0 0 2 0,0 0-2 16,0 0 1-16,0 0-2 0,0 0 0 0,0 0-2 0,0 0 0 15,0 0 2-15,0 0-6 0,0 0 0 0,0 0-4 16,-3-7 0-16,3 7 3 0,0 0-6 16,0 0 1-16,0 0-4 0,0 0-3 0,0 0-3 15,0 0-1-15,0 0 2 0,0 0-6 0,0 0 1 0,0 0-1 16,0 0-1-16,0 0 2 0,0 0-1 0,0 0-2 16,0 0 0-16,0 0-3 0,0 0 5 0,0 0-2 15,0 0-1-15,9 23 4 0,-9-23 0 16,1 6-2-16,-1-6 1 0,4 6-2 0,-4-6 2 0,2 7-3 15,-2-7 5-15,2 8-2 0,-2-8 2 0,0 8 2 16,0-8 0-16,1 7-1 0,-1-7 5 0,3 7-5 16,-3-7 4-16,1 6-1 0,-1-6-1 0,0 8 0 15,0-8 0-15,0 9 0 0,0-9 1 0,1 8-1 16,-1-8 1-16,1 7-1 0,-1-7 2 0,0 0-3 16,0 11 0-16,0-11-1 0,0 0 0 0,-1 10-1 15,1-10-1-15,1 7 2 0,-1-7-2 16,0 0 0-16,3 10-1 0,-3-10 1 0,0 0 6 0,-1 9-1 15,1-9 1-15,2 5-2 0,-2-5-1 0,0 0-8 16,-1 10 9-16,1-10 0 0,0 0-4 0,3 8-1 16,-3-8 6-16,0 0-3 0,0 10 4 0,0-10 0 15,0 8 2-15,0-8-1 0,2 8-2 0,-2-8-1 16,3 5 1-16,-3-5-2 0,0 0-3 0,1 10 2 16,-1-10 1-16,0 0-2 0,0 9 0 0,0-9-2 15,4 5-3-15,-4-5 6 0,0 0-4 0,1 9-1 16,-1-9 1-16,1 5-3 0,-1-5 4 0,5 5-4 15,-5-5 1-15,0 0 2 0,2 9-1 0,-2-9 0 16,0 0 1-16,1 7-2 0,-1-7 4 0,0 0-2 16,4 6 6-16,-4-6 0 0,2 5 2 0,-2-5 0 15,0 0-3-15,3 6-2 0,-3-6 3 0,0 0-4 16,0 0 3-16,1 7-2 0,-1-7 0 0,0 0-5 0,0 0 2 16,3 9-1-16,-3-9 3 0,0 0-2 15,1 5-1-15,-1-5 0 0,0 0-1 0,0 0 1 16,4 5 0-16,-4-5-3 0,0 0 4 0,0 0-1 0,0 0-2 15,2 8 3-15,-2-8-1 0,0 0 5 0,0 0-8 16,4 4 1-16,-4-4 3 0,0 0-5 16,0 0-1-16,0 0 9 0,0 0-5 0,5 4 1 15,-5-4-1-15,0 0 2 0,0 0-1 0,0 0-1 0,3 7 0 16,-3-7-1-16,0 0 3 0,0 0-4 0,0 0 5 16,5 4-2-16,-5-4 3 0,0 0-1 15,5 3 2-15,-5-3-3 0,0 0 1 0,5 4 0 16,-5-4-4-16,0 0 3 0,0 0-2 0,8 3 1 15,-8-3 4-15,5 3-4 0,-5-3-1 0,0 0 1 0,0 0-1 16,0 0-6-16,8 3 6 0,-8-3 1 0,0 0-2 16,0 0 1-16,6 1 2 0,-6-1-3 15,0 0 1-15,0 0-2 0,0 0 2 0,5 4-1 16,-5-4-2-16,0 0 2 0,0 0 1 0,0 0-1 0,10 1 0 16,-10-1-2-16,0 0 10 0,0 0-9 0,0 0 2 15,7 2-3-15,-7-2 3 0,0 0-1 0,0 0 2 16,0 0-2-16,8 1 4 0,-8-1 1 0,0 0-6 15,0 0 5-15,8 3 1 0,-8-3-3 0,0 0 0 16,0 0 1-16,0 0 1 0,8 2-4 0,-8-2 4 16,0 0-3-16,0 0 2 0,0 0-2 0,9 1 3 15,-9-1-6-15,0 0 4 0,0 0-3 0,0 0 3 16,9 0-2-16,-9 0 4 0,0 0-3 0,0 0 1 16,10 3-5-16,-10-3 4 0,0 0-4 0,0 0 2 15,7 1-2-15,-7-1 5 0,0 0 1 0,0 0-2 16,10 1-2-16,-10-1 1 0,0 0 5 0,0 0-6 15,10 2 2-15,-10-2-1 0,0 0-1 0,0 0 4 16,0 0-2-16,10 0-1 0,-10 0-1 0,0 0 1 16,0 0 1-16,9-2 0 0,-9 2-2 0,0 0 2 15,0 0-1-15,0 0 3 0,0 0-2 0,12-1 0 16,-12 1 3-16,0 0-4 0,0 0 3 0,0 0 1 16,7 1 0-16,-7-1-1 0,0 0-3 0,0 0 3 15,0 0-2-15,11-1-3 0,-11 1 5 0,0 0-2 16,0 0 1-16,0 0-2 0,7-3 9 0,-7 3-9 15,0 0-2-15,0 0 0 0,0 0 0 0,10 0-2 16,-10 0 4-16,0 0 2 0,0 0-9 0,8-2 8 16,-8 2 7-16,0 0-8 0,0 0 0 0,9-2-2 15,-9 2-2-15,0 0 2 0,9-3 4 0,-9 3 1 16,0 0-5-16,6-1 11 0,-6 1-11 0,0 0 3 16,0 0-3-16,8-3 2 0,-8 3 1 0,0 0 1 15,0 0 18-15,9-4 4 0,-9 4-3 0,9-1 0 0,-9 1-4 16,0 0 0-16,9-4-3 0,-9 4 2 15,6-4 1-15,-6 4-2 0,7-2-4 0,-7 2 4 16,5-4-7-16,-5 4 1 0,0 0 0 0,7-3 1 0,-7 3 0 16,0 0-2-16,8-6-2 0,-8 6-1 0,4-3 0 15,-4 3 2-15,5-4-5 0,-5 4 14 16,5-4-12-16,-5 4 0 0,8-5-4 0,-8 5 1 0,5-6 6 16,-5 6-4-16,5-5-5 0,-5 5 1 15,4-3 3-15,-4 3-2 0,5-6 5 0,-5 6-7 16,0 0-2-16,5-4 7 0,-5 4-3 0,0 0 1 15,5-7-1-15,-5 7 5 0,3-6-4 0,-3 6 3 16,0 0-4-16,5-8-4 0,-1 4 3 0,-4 4 1 16,4-6-4-16,-4 6 7 0,2-8-5 0,-2 8 5 0,4-6-5 15,-4 6 1-15,3-8 1 0,-3 8 13 0,6-10-19 16,-6 10 1-16,5-8 3 0,-2 3 3 0,-3 5 0 16,4-7-3-16,-4 7 15 0,5-7-15 15,-5 7 2-15,2-10-4 0,-2 10 5 0,3-11-4 16,-2 7 0-16,-1 4 3 0,3-10-2 0,-3 10-2 0,2-11 3 15,-2 11-1-15,4-9-2 0,-3 4 3 0,-1 5 2 16,4-10 2-16,-4 10-7 0,4-11 0 0,-3 6 1 16,-1 5-4-16,4-9 4 0,-3 3-1 0,-1 6 0 15,2-8 7-15,-2 8-5 0,2-11 0 0,-2 11 0 16,3-7 2-16,-3 7-1 0,5-11-7 0,-5 11 6 16,0-11-1-16,1 5 3 0,-1 6-1 0,1-13 0 15,1 8 7-15,-2 5-8 0,2-13 2 0,-2 7-4 16,0 6 0-16,3-14 0 0,-2 9 6 0,-1 5-8 15,3-12 5-15,-3 6-3 0,0 6 0 0,3-13 0 16,-1 6-3-16,-2 7 6 0,2-12-3 0,1 8 3 16,-2-4 2-16,-1 8-5 0,3-10 0 0,-2 3 6 15,-1 7-8-15,4-11 5 0,-3 3-1 0,0 3 0 16,1-3-1-16,0 1 1 0,-1-2-1 0,2 4 2 16,0-2-3-16,0-2 1 0,-1 1-5 0,-1 1 5 15,-1 7 0-15,3-12 0 0,-1 7 1 0,-1-3-4 16,-1 8 7-16,5-13 0 0,-3 6-5 0,-1 1 8 15,-1 6-6-15,2-13 0 0,0 6 1 0,-1-1-4 16,-1 8 7-16,3-11-3 0,-2 4-2 0,-1 7-1 16,2-10 4-16,-2 10-2 0,0-12 0 0,2 6-2 15,-2 6 1-15,1-12 2 0,-1 5-2 0,1 0-2 16,-1 7 5-16,2-14 2 0,-1 8-8 0,-1 6 3 16,1-12 3-16,-1 12-5 0,2-10 17 0,-1 4-11 15,-1 6-4-15,1-12 0 0,-1 12 0 0,0-12 1 16,1 6 2-16,-1 6-1 0,4-11 7 0,-3 4-13 15,-1 7 5-15,3-10 0 0,-3 10-3 0,1-10 1 16,0 4-2-16,-1 6 4 0,3-12 0 0,-3 4 1 0,0 8-3 16,3-12 3-16,-2 5-1 0,0 0-4 0,0 0 4 15,-1 7-1-15,3-12 3 0,-2 5-5 16,2 1 1-16,-2-1-1 0,-1 7 3 0,1-10 1 16,1 3-3-16,0 1 1 0,-2 6 3 0,4-12-2 0,-4 12-1 15,1-11 2-15,1 3-2 0,0 2 5 16,-1-1-7-16,-1 7 10 0,3-11-8 0,0 4-1 15,-3 7 2-15,1-15 1 0,0 11 2 0,-1 4-6 16,1-14 5-16,-1 14-3 0,3-8 3 0,-3 8-2 16,1-13-2-16,-1 13 2 0,0-9 1 0,2 3-6 0,-2 6 6 15,1-11 0-15,0 4-2 0,-1 7 2 16,1-9 0-16,1 1 0 0,-2 8 2 0,1-8-4 16,-1 8 2-16,2-12 8 0,0 6-11 0,-2 6-3 15,1-10 0-15,-1 10 4 0,0-10 1 0,0 10-4 0,1-9 3 16,-1 9 1-16,1-9-1 0,-1 9 1 0,2-12 1 15,-1 5-3-15,-1 7 1 0,1-13-1 16,2 8-1-16,-3 5 0 0,1-14 3 0,1 8 3 0,-1-1-5 16,-1 7 1-16,1-12 2 0,0 6 1 0,1-1-3 15,-2 7-1-15,1-12 4 0,2 6 1 0,-3 6-5 16,1-11-1-16,0 5 4 0,-1 6 1 0,3-9-1 16,-3 9-2-16,3-9-4 0,-1 3 1 0,-2 6 8 15,1-9-5-15,-1 9 0 0,2-9 0 16,0 3 3-16,-2 6-5 0,2-11 6 0,-2 11-6 0,4-12 2 15,-3 7 4-15,-1 5-5 0,3-10 2 0,-2 4 6 16,-1 6-8-16,3-12 4 0,-2 7-2 0,-1 5 2 16,0-11-2-16,0 11 1 0,2-11-5 0,-2 11-1 15,2-9 8-15,-2 3-3 0,0 6-3 0,4-12-2 16,-3 5 6-16,0 0 0 0,1 1 0 0,-2 6-4 16,1-13 3-16,0 7 0 0,-1 6 0 0,1-11 0 15,-1 11 0-15,2-12-8 0,-1 8 10 0,-1 4-2 16,3-12-3-16,-3 6 6 0,0 6-3 0,1-12 0 15,0 6-5-15,-1 6 7 0,1-13-2 0,-1 13 0 16,3-11-1-16,-3 4 1 0,0 7 4 0,3-13-5 16,-2 9 2-16,-1 4-4 0,1-12 3 0,-1 5 3 15,1-2-3-15,-1 9-1 0,0-10 0 0,2 4 2 16,-2 6-2-16,1-10 2 0,-1 10 0 0,4-12-4 16,-4 5 0-16,0 7 4 0,1-14-2 0,-1 8-1 15,1-1 0-15,-1 7-1 0,1-12 5 0,-1 4-2 16,0 8 0-16,3-13 1 0,-2 5-5 0,-1 8 7 15,2-11-5-15,-1 3 3 0,0 1 2 0,1 0-3 16,-2 7-3-16,1-13 5 0,0 5-4 0,-1 8 5 16,3-11-6-16,-2 5 4 0,0-1 2 0,-1 7 6 15,3-14-12-15,-3 8-1 0,0 6 4 0,2-12-3 16,-2 12 4-16,2-10-2 0,0 3-1 0,-2 7-2 16,0-11 5-16,0 11-4 0,1-12 1 0,-1 12 3 15,2-9-3-15,-1 3 8 0,-1 6-5 0,2-9-1 16,-2 9-2-16,0-10 0 0,0 10 1 0,2-9 0 15,0 3-3-15,-2 6 4 0,0-10 0 0,3 5-4 16,-3 5 3-16,1-11 0 0,-1 11-1 0,1-10-3 16,-1 10 3-16,2-11 0 0,-1 6 0 0,-1 5 6 0,3-12-3 15,-2 7-3-15,-1 5 0 0,3-13 2 16,-2 9-1-16,-1 4 1 0,2-11-1 0,-2 11 0 16,3-11 0-16,-3 11 0 0,1-9 1 0,0 2-3 15,-1 7 7-15,3-10-7 0,-2 4 2 0,-1 6 5 16,0-11-9-16,0 11 1 0,3-12 5 0,-2 6-1 15,-1 6-1-15,0-11 4 0,3 6 0 0,-3 5 2 16,1-12 6-16,-1 12-12 0,4-11-5 0,-3 5 2 16,-1 6 3-16,3-10 2 0,-1 5-3 0,-2 5 4 0,0-10-4 15,0 10 4-15,3-10-4 0,-3 10 2 0,1-8-4 16,-1 8 1-16,0-8 1 0,0 8-1 16,4-9 1-16,-4 9 6 0,1-9-1 0,-1 9-3 15,4-11 0-15,-4 11-2 0,1-10 1 0,2 6 3 16,-3 4-5-16,2-10 5 0,-2 10-2 0,5-8 0 0,-2 3-4 15,-3 5 2-15,4-11 2 0,-3 6 0 0,-1 5-2 16,4-8 1-16,-4 8-1 0,2-10 3 16,1 5-2-16,-3 5 2 0,2-9 0 0,2 4 2 15,0 0-8-15,-4 5 6 0,1-11-5 0,-1 11 2 0,3-8 3 16,-3 8-2-16,3-9 1 0,-3 9 2 0,5-7-2 16,-5 7 0-16,1-6-2 0,-1 6 3 15,5-8 0-15,-5 8 0 0,3-8-2 0,0 4-4 0,-3 4 5 16,6-7 5-16,-6 7-3 0,2-8-5 0,-2 8 3 15,3-7 0-15,-3 7 10 0,4-10-13 0,-2 7 0 16,-2 3 5-16,1-8-2 0,-1 8 0 0,7-6-1 16,-7 6 2-16,4-9-1 0,1 6-2 0,-3-4 1 15,-2 7 1-15,4-6 1 0,-4 6-1 0,1-9-2 16,-1 9 3-16,6-9 1 0,-4 4-1 0,-2 5-3 16,4-9 5-16,-4 9 3 0,4-5-6 0,-4 5-1 15,3-5-1-15,-3 5 0 0,4-7 1 0,-4 7 1 16,6-9-2-16,-6 9 2 0,2-10 0 0,1 6 2 15,-3 4 1-15,4-8-4 0,-4 8 2 0,5-10-3 16,1 6 0-16,-6 4 4 0,5-7 0 0,-5 7-2 16,5-8-1-16,-5 8 1 0,4-5-3 0,-4 5 3 15,3-5 0-15,-3 5 0 0,5-7 0 0,-5 7-2 16,6-6-1-16,-6 6 3 0,3-6-2 0,-3 6 2 16,5-7-1-16,-5 7 3 0,6-5-2 0,-6 5-4 15,7-6 1-15,-7 6 4 0,2-6 2 0,-2 6-2 16,6-3-1-16,-6 3 3 0,5-4-3 0,-5 4-2 15,0 0 0-15,7-8-1 0,-7 8 9 0,6-4-5 16,-6 4-1-16,7-3 1 0,-7 3-4 0,9-4 1 16,-9 4 1-16,7-5 2 0,-7 5 0 0,9-3-6 15,-5 1 5-15,-4 2-3 0,10-5 3 0,-10 5-2 16,8-2 1-16,-8 2 4 0,9-4-4 0,-9 4 0 16,6-4 11-16,-6 4-13 0,9-2 4 0,-9 2 4 15,9-3-5-15,-9 3 0 0,8-4 0 0,-8 4-5 16,9-4 8-16,-9 4-1 0,10-3-2 0,-5 1-2 15,-5 2 2-15,12-3-2 0,-6 1 2 0,-6 2 3 16,9-4-6-16,-9 4 3 0,10-2-1 0,-10 2 1 16,7-2 8-16,-7 2-12 0,6-4 0 0,-6 4 2 15,0 0 8-15,6-2 0 0,-6 2 1 0,0 0-2 16,8-2-1-16,-8 2-2 0,0 0 1 0,0 0-2 16,0 0-2-16,9-2 5 0,-9 2 1 0,0 0 0 0,0 0-2 15,13 2-1-15,-13-2 6 0,0 0-4 0,0 0-2 16,0 0 2-16,10 0 1 0,-10 0-2 0,0 0-2 15,9 1 5-15,-9-1-5 0,9 3 2 16,-9-3 3-16,0 0-5 0,6 4 1 0,-6-4 2 16,7 4-3-16,-7-4-2 0,8 3 4 0,-8-3 0 0,0 0-1 15,8 3-3-15,-8-3 1 0,0 0 5 16,8 2-3-16,-8-2 3 0,4 5 0 0,-4-5-2 16,6 4 7-16,-6-4-4 0,0 0 3 0,10 3 6 15,-10-3-8-15,5 2-7 0,-5-2 4 0,7 5 1 0,-7-5 2 16,8 4 0-16,-6 0-2 0,-2-4 5 0,7 3 6 15,-4 2-17-15,4-2 3 0,-3 1-1 16,-1 2 2-16,-3-6 6 0,4 5-2 0,0-2-3 16,-4-3 3-16,4 9 2 0,-4-9-1 0,8 6 10 0,-8-6-10 15,5 7-2-15,-5-7 8 0,5 6-7 0,-3-3-1 16,-2-3 9-16,6 9-5 0,-6-9-2 0,5 9 3 16,0-5-2-16,-3 0-3 0,-2-4 7 0,5 9 2 15,-2-5 3-15,-3-4-2 0,5 9 5 16,-2-3-5-16,-3-6 2 0,4 9-1 0,-2-4-1 0,-2-5 0 15,4 8-8-15,0-4-11 0,-4-4 16 0,2 11-3 16,1-6 4-16,-1-1-3 0,-2-4 2 0,3 12-3 16,-2-7 0-16,-1-5-2 0,3 10 4 15,-1-5 2-15,-2-5-8 0,3 12-1 0,-2-7 17 0,-1-5-17 16,4 9 3-16,-3-4-1 0,-1-5-1 0,4 10 9 16,-1-3-4-16,-3-7 1 0,2 10-3 0,1-3 5 15,-3-7 1-15,1 9-1 0,0-4-13 0,-1-5 7 16,2 8 9-16,-2-8-8 0,2 11 0 0,-2-5 7 15,0-6-6-15,4 11-4 0,-4-11 0 0,1 11 5 16,1-5-4-16,0-1 0 0,-2-5-2 0,1 14 4 16,1-8-1-16,-2-6-4 0,0 13 7 0,1-7-5 15,-1-6 3-15,1 13-10 0,2-5 7 0,-2-2 0 16,-1-6 8-16,1 11-20 0,1-5 16 0,-2-6-3 16,1 13 7-16,0-4-5 0,-1-2 1 0,0-7-7 15,1 12 3-15,-1-6 2 0,0-6 0 0,3 12 1 16,-3-6 0-16,0-6 2 0,3 12-5 0,-3-5 0 15,1-1 7-15,0 1-9 0,-1-7 4 0,0 16 0 16,1-10 0-16,-1 1-1 0,2 2-2 0,-1 1 0 16,-1-1 1-16,1 1-3 0,-1-1 6 0,0 2-3 15,0-2-3-15,-1-2 4 0,1 3-2 0,1 0 1 16,-2-2 2-16,1-8 2 0,1 17-6 0,-1-9-20 16,0-1 23-16,0-7-1 0,2 14 3 0,-2-7 0 15,0-7-7-15,0 13 5 0,0-7 0 0,1 4-3 16,0-3 0-16,-1 3 1 0,1-2 6 0,-1 0-3 0,0 2-3 15,0-10-6-15,0 14 3 0,-1-6-1 0,2 1 4 16,-1 3 0-16,2-3 2 0,-2-1-6 0,1-2 0 16,1 1 1-16,-2-7 3 0,2 17 0 0,-2-8-12 15,0 1 14-15,1-1-4 0,0 1 4 16,0 0-7-16,1-1 5 0,-1 1 1 0,0 1-2 0,1 0 2 16,-2 0-2-16,0-1 5 0,1 1-8 0,0 0 2 15,1 0 3-15,-1 0-1 0,-1-1-1 0,1 2-1 16,-1-1 8-16,1 0-8 0,-1 0-1 0,0 1-4 15,0-1 0-15,2-2 3 0,-2 3 0 0,0-3 4 16,1 2-1-16,0-2 0 0,-1 1-5 16,2 0 2-16,-2 1 4 0,1-1-4 0,-1 1 3 0,0 0-4 15,1-2 4-15,0 1 1 0,1 0-5 0,-2 1 2 16,0 0-1-16,2-2 2 0,-2 4-1 0,0-1 3 16,-2 1-2-16,0-2-1 0,2 2 2 0,0-3-13 15,-1 2 14-15,0 2 1 0,1 1-4 0,-1-3-12 16,-1-1 13-16,1 1 5 0,1-3-8 0,0 2 4 15,-1-1-2-15,1 1 2 0,-2-1-3 0,2-3-1 16,0 3 7-16,2-3-8 0,-2-7 6 0,1 13-8 16,-1-7 6-16,0-6 2 0,4 13-4 0,-4-7 1 15,2 0 2-15,-2-6 2 0,2 13 0 0,0-6 2 16,-1 1 6-16,1 1-23 0,0 1 20 0,-1-1-2 16,2-1 0-16,-2 2-1 0,1 1 3 0,-1 0-3 15,0-2-3-15,2 1 2 0,-2 2-2 0,0-2-3 16,2 1 3-16,-3-1-1 0,2-1 6 0,-2 1-9 15,3-2 6-15,-2 2-4 0,3-1 5 0,-3-3-1 16,1 4 0-16,0-4-2 0,-1 0 0 0,-1-6-9 16,3 13 12-16,-2-7-4 0,1-1 6 0,-2-5-4 15,3 14 5-15,0-8 3 0,0 1-2 0,-1 1-7 16,1-3 6-16,0 4-2 0,0-2-1 0,-1-1 1 16,2 4-1-16,0-2 1 0,-1 2-4 0,-1-3-5 15,2 2 10-15,-1-2-1 0,-1 3-2 0,2-4-2 16,-1 4 4-16,-1-1-5 0,-1-1 1 0,1 0 2 15,-2-1 0-15,2 2-2 0,0 0 1 0,0-1-2 16,1 1 2-16,-2-3-11 0,0 2 11 0,1 0-2 16,-1 0 0-16,3 1 1 0,-4-1 0 0,2 0 2 15,1-1 4-15,-2 3-4 0,2-2 1 0,-1 3-1 16,-1-5-1-16,2 1 3 0,0 2-4 0,-1 1 2 0,1-4 1 16,-1 3-2-16,1-1 1 0,-2-2 0 0,2 1-2 15,-1 3-2-15,1-4 3 0,-1 2-3 16,1-3 3-16,-1 3-3 0,-2-8 4 0,3 11-3 15,0-4-3-15,-2-1 4 0,3 2-4 0,-2-2 5 0,0 0-1 16,-2-6-8-16,7 10 7 0,-4-5-3 0,2 1 3 16,-3-2-1-16,0 3-2 0,1 0 2 0,-3-7 2 15,6 12-1-15,-4-6-4 0,2-2 4 16,-4-4-4-16,6 9 3 0,-3-4 1 0,-3-5-1 0,4 8 4 16,0-4-4-16,-4-4-3 0,5 9 0 0,-4-6 4 15,-1-3-3-15,5 8 2 0,-1-3 0 0,1-1 2 16,-1 0 5-16,-4-4-2 0,6 9-2 15,-3-6 4-15,-1 2-1 0,-2-5 1 0,7 8-2 0,-7-8-1 16,7 6 1-16,-3-3-2 0,0 1 4 0,-4-4 1 16,5 6-5-16,-1-2 4 0,0 1-7 0,-4-5 7 15,10 6 1-15,-5-2 2 0,-1-1-2 0,-4-3 0 16,9 4-2-16,-4-1 0 0,-5-3-2 0,9 6 1 16,-4-5-1-16,-5-1 0 0,8 6 2 0,-3-4 2 15,-5-2 0-15,9 3 2 0,-9-3-3 0,13 4-1 16,-8-3 2-16,-5-1-3 0,9 3 0 0,-3 0-1 15,-6-3 0-15,9 6 2 0,-4-6-4 0,2 1 0 16,-7-1 1-16,11 2 3 0,-11-2 2 0,12 1 4 16,-12-1-6-16,10 1 2 0,-4 0-4 0,-6-1 0 15,12 2 2-15,-12-2 1 0,10 2-4 0,-10-2 2 16,8 1-3-16,-8-1 2 0,8 1-2 0,-8-1 1 16,9 2 0-16,-9-2-4 0,10 1 4 0,-10-1-1 15,10-1 2-15,-10 1-2 0,10 1 1 0,-10-1 0 16,9 1-1-16,-9-1-1 0,13 1 3 0,-8 1-1 15,-5-2-1-15,10-2-1 0,-10 2 5 0,11-1-2 16,-11 1-2-16,12 0-5 0,-6-1 6 0,-6 1 3 16,11-1-2-16,-11 1 4 0,11-3-6 0,-11 3 5 15,10-1-2-15,-3-1 3 0,-1-1-5 0,-6 3 1 16,12-1 5-16,-12 1-2 0,9-3-3 0,-9 3 2 0,10-1-1 16,-10 1-3-16,7-3 0 0,-7 3 5 15,11-3 1-15,-11 3-4 0,7-3 2 0,-7 3-2 0,9-5 0 16,-9 5 4-16,7-4-6 0,-7 4 4 15,7-4-3-15,-7 4 2 0,9-6 1 0,-9 6-9 16,7-3 9-16,-4-1-2 0,-3 4 3 0,7-3-1 0,-7 3-2 16,8-3 0-16,-8 3-2 0,7-6-2 0,-7 6 3 15,9-3-1-15,-9 3-3 0,5-3 2 16,-5 3 0-16,5-4-1 0,-5 4 2 0,8-3 3 16,-8 3-1-16,0 0-2 0,9-4-5 0,-9 4 3 0,6-2 3 15,-6 2-1-15,5-4-1 0,-5 4 2 16,0 0 0-16,7-7 1 0,-7 7 1 0,4-4-4 0,-4 4 4 15,0 0-2-15,6-7-3 0,-6 7-1 0,0 0-1 16,6-5 4-16,-6 5 0 0,6-3-3 0,-6 3-1 16,5-3 2-16,-5 3 0 0,0 0-3 0,5-5 2 15,-5 5-1-15,5-5-3 0,-5 5 6 0,6-4-4 16,-6 4 3-16,7-7 3 0,-7 7-3 0,4-5-2 16,-4 5 3-16,0 0-19 0,5-7 19 0,-5 7 0 15,0 0 1-15,5-4-4 0,-5 4 3 0,0 0-1 16,5-7 1-16,-5 7 0 0,5-5 0 0,-5 5 1 15,0 0-3-15,0 0 2 0,6-3-2 0,-6 3-3 16,0 0 3-16,0 0 3 0,4-6-6 0,-4 6 0 16,0 0 4-16,0 0-3 0,0 0-1 0,0 0 1 15,0 0-1-15,0 0 2 0,5-5 2 0,-5 5 0 16,0 0-3-16,0 0 2 0,0 0-1 0,0 0-1 16,0 0 4-16,0 0-3 0,0 0-9 0,0 0 10 15,0 0-2-15,0 0 1 0,0 0 1 0,0 0-2 16,0 0-12-16,0 0-12 0,0 0-11 0,0 0-17 15,0 0-15-15,0 0-19 0,0 0-32 0,0 0-49 16,0 0-25-16,0 0-51 0,-9-12-30 0,9 12-38 16,-2-8-44-16,2 8-64 0,0-14-361 0,-2 4-844 15,2 10 374-15</inkml:trace>
  <inkml:trace contextRef="#ctx0" brushRef="#br0" timeOffset="124304.55">11466 11007 92 0,'0'0'125'0,"0"0"-4"16,0 0-12-16,0 0-3 0,0 0-11 0,0 0 1 16,0 0-5-16,-9-6-7 0,9 6-2 0,0 0 1 15,0 0-5-15,0 0 7 0,-6-5-1 0,6 5-5 16,0 0 3-16,0 0-4 0,0 0 1 0,-6-6-3 15,6 6-8-15,0 0-6 0,0 0-4 0,-5-6-3 16,5 6-7-16,0 0 2 0,0 0 0 0,0 0-2 16,-5-5-2-16,5 5-5 0,0 0-1 0,0 0-3 15,0 0 3-15,0 0-7 0,0 0-6 0,0 0 0 16,0 0 1-16,0 0-6 0,0 0 1 0,0 0-3 16,-6-4-3-16,6 4-2 0,0 0 2 0,0 0-6 15,0 0 3-15,0 0-3 0,0 0 2 0,0 0-2 16,0 0-2-16,0 0-1 0,0 0 2 0,0 0-2 15,0 0 0-15,0 0-1 0,0 0 4 0,0 0-2 16,0 0 0-16,0 0-1 0,0 0 7 0,0 0-6 16,24 0 3-16,-24 0-4 0,13 0 2 0,-3 0-1 0,-10 0 0 15,17 0-6-15,-5 0 5 0,-4 0-1 0,2 0 0 16,3 2-2-16,-3-4 1 0,3 2 1 16,-2 0 0-16,0 0-2 0,0 0 0 0,-2 0 1 15,-9 0 0-15,14-2-1 0,-6 1 2 0,-8 1 4 0,15 0-3 16,-7 0 4-16,-8 0-2 0,12 0 4 15,-12 0 1-15,10-3 4 0,-5 2-1 0,-5 1 1 16,11-1 0-16,-11 1-4 0,9-2 2 0,-9 2-3 16,8-3 2-16,-8 3-6 0,0 0 0 0,8-2-2 0,-8 2 0 15,0 0-6-15,0 0-21 0,7-1-24 0,-7 1-27 16,0 0-32-16,0 0-40 0,0 0-22 0,0 0-35 16,0 0-22-16,0 0-144 0,0 0-394 0,0 0 175 15</inkml:trace>
  <inkml:trace contextRef="#ctx0" brushRef="#br0" timeOffset="124772.34">11878 10962 153 0,'0'0'183'0,"0"0"-9"0,0 0-16 0,0 0-12 16,0 0-13-16,0 0-12 0,0 0-7 0,0 0-13 15,0 0-4-15,0 0-13 0,30-6-4 0,-20 5-6 0,1 1-4 16,1-1-11-16,-2 0-5 0,3-1 0 16,0 1-5-16,-1 1-1 0,1-2-5 0,-1 2 2 15,1 0-4-15,0-2-3 0,-3 2 5 0,2 0-1 16,1 0-5-16,-4-1 2 0,5 1-5 0,-3 0 5 16,0 1-3-16,-2-2 1 0,-9 1-5 0,13 0-1 15,-5 1 0-15,-8-1 0 0,11 0-2 0,-11 0-5 16,0 0 2-16,10 0 2 0,-10 0-1 0,0 0-2 15,0 0-4-15,10 0 0 0,-10 0-3 0,0 0-1 0,0 0-3 16,0 0-1-16,0 0-8 0,7-3-18 0,-7 3-23 16,0 0-29-16,0 0-32 0,0 0-30 15,0 0-29-15,0 0-44 0,0 0-155 0,6 8-383 16,-6-8 170-16</inkml:trace>
  <inkml:trace contextRef="#ctx0" brushRef="#br0" timeOffset="125274.15">12742 10943 84 0,'0'0'144'0,"0"0"-4"0,-9 0-12 16,9 0 6-16,0 0-2 0,0 0-12 0,0 0-3 15,0 0-4-15,0 0-9 0,0 0 0 0,0 0-3 16,0 0 2-16,0 0-4 0,0 0-5 0,0 0-3 15,0 0-7-15,29-2-6 0,-17 2-4 0,1-2-4 16,1 2 1-16,-3-2-7 0,2 1-3 0,5 0-6 16,-1 1 0-16,-2-2 0 0,-2 1-5 0,7-2 1 15,-3 3-1-15,0 0-1 0,-3-3-2 0,-1 1-2 16,1 1 0-16,-3 0-4 0,2 1 3 0,1-3-5 16,-5 3 1-16,2-1 5 0,-4 0-3 0,-7 1 6 15,13-3 2-15,-6 2 1 0,-7 1 2 0,9-1 1 16,-9 1-9-16,5-4 0 0,-5 4 0 0,0 0-7 15,0 0-3-15,0 0-3 0,9-1-4 0,-9 1-6 16,0 0-6-16,0 0-7 0,0 0-14 0,0 0-22 16,0 0-20-16,0 0-32 0,0 0-31 0,0 0-33 15,0 0-45-15,0 0-45 0,0 0-234 0,0 0-507 16,0 0 225-16</inkml:trace>
  <inkml:trace contextRef="#ctx0" brushRef="#br0" timeOffset="125810.54">14041 10965 106 0,'0'0'180'0,"-9"0"-8"0,9 0-17 16,0 0-3-16,-10-1-3 0,10 1-9 0,0 0 1 15,0 0-7-15,0 0-8 0,0 0-5 0,0 0-9 16,0 0-13-16,0 0-8 0,0 0-4 0,0 0-5 16,0 0-9-16,0 0-3 0,0 0-1 0,0 0-4 15,0 0-5-15,32-6 1 0,-16 2-4 0,1 3-2 16,4-1-8-16,0 0 4 0,-2 1-5 0,1-2 1 16,10 1-4-16,-3-2 5 0,-4 4-11 0,-4-3-4 15,4-1-3-15,-2 1-3 0,-4 1 0 0,1 1 6 16,-5 1-7-16,2 0-1 0,-3-2-1 0,-5 1 1 15,-7 1 5-15,14-1 0 0,-7 1-3 0,-7 0 6 16,10-2 0-16,-10 2 0 0,8-1-1 0,-8 1-1 16,0 0 0-16,0 0-5 0,0 0-1 0,10-1-5 15,-10 1-3-15,0 0 2 0,0 0-3 0,0 0-3 16,0 0-18-16,0 0-20 0,0 0-29 0,0 0-31 16,0 0-44-16,0 0-56 0,0 0-40 0,0 0-248 15,0 0-511-15,0 0 226 0</inkml:trace>
  <inkml:trace contextRef="#ctx0" brushRef="#br0" timeOffset="126332.34">15169 10907 50 0,'0'0'151'0,"0"0"5"0,0 0-8 0,0 0 0 0,0 0-10 15,0 0-4-15,0 0-6 0,0 0-6 0,0 0-8 16,0 0-4-16,0 0-9 0,33-3-4 0,-20 3-7 16,6-3-4-16,-2 2-4 0,3 0-9 0,2-2-4 15,5 1-3-15,-6 2-2 0,1-3-4 16,0 2-1-16,-1 1-2 0,2 0-4 0,-2-2 0 0,-1 0-6 15,0 2 9-15,-2-3-10 0,-5 5 1 0,-3-5-5 16,1 3 2-16,-3 0 1 0,-8 0 0 0,13-1 1 16,-13 1-2-16,10-3 4 0,-10 3-1 0,0 0 2 15,10 0-2-15,-10 0 6 0,0 0-10 0,0 0-8 16,11 0 9-16,-11 0-13 0,0 0-5 0,0 0-3 16,0 0-2-16,0 0-14 0,0 0-16 0,8 1-19 15,-8-1-28-15,0 0-32 0,0 0-38 0,0 0-44 16,0 0-55-16,0 0-216 0,0 0-477 0,0 0 211 15</inkml:trace>
  <inkml:trace contextRef="#ctx0" brushRef="#br0" timeOffset="126853.84">16746 10912 28 0,'0'0'143'0,"-10"1"4"0,10-1-7 16,0 0 4-16,0 0-6 0,0 0-6 0,0 0-1 15,0 0-8-15,0 0 6 0,-12-3-5 0,12 3 1 16,0 0-8-16,0 0-9 0,0 0-7 0,0 0 3 16,0 0-11-16,27-5-3 0,-18 4-6 0,5-2-5 15,-1 2-8-15,10-2-5 0,-1 0-5 0,5 0 0 16,1 0-8-16,0 0-1 0,-1 0-6 0,0 2-2 15,-5-1-5-15,5-1 3 0,-5 2-3 0,6-3 1 16,-9 2-7-16,1 1-2 0,-1 0-3 0,-1-2 2 0,-6 1-7 16,2 2 1-16,-2-3 1 0,-2 2-2 15,-1 1 2-15,-3-3 1 0,-6 3-3 0,12 0 4 16,-12 0 1-16,9-1 0 0,-9 1-2 0,9 1 3 16,-9-1-5-16,0 0-2 0,0 0-5 0,0 0 1 0,10-1-4 15,-10 1-3-15,0 0 0 0,0 0-11 0,0 0-15 16,0 0-22-16,0 0-27 0,0 0-35 15,0 0-40-15,0 0-44 0,0 0-46 0,-24 11-217 16,19-9-483-16,5-2 213 0</inkml:trace>
  <inkml:trace contextRef="#ctx0" brushRef="#br0" timeOffset="127419.61">17876 10792 11 0,'0'0'198'0,"0"0"-12"0,-10-1-9 16,10 1-11-16,0 0-11 0,0 0-7 0,0 0-9 15,0 0-7-15,0 0-12 0,0 0-4 0,0 0-7 16,0 0-5-16,29-3-6 0,-11 2-6 0,1 1-10 0,2-1-5 16,2 0-4-16,-4-1-4 0,9 4-1 15,-6-2-6-15,6-2-5 0,1 2 3 0,0-1-8 16,-2-1-1-16,-1 0-3 0,-4 2-5 0,-1 0-2 16,-3-1 1-16,1-1-6 0,-6 2 1 0,5 0 2 0,-6-2-2 15,0 1 0-15,-1 0 2 0,0-1 0 16,-3 2 4-16,-8 0 0 0,13-1 6 0,-7 0-2 15,-6 1 0-15,9-3-5 0,-9 3 8 0,6-3-13 16,-6 3-1-16,8-3-8 0,-8 3-5 0,0 0-2 0,0 0-1 16,4-4-4-16,-4 4-5 0,0 0-18 0,0 0-14 15,0 0-21-15,0 0-28 0,0 0-35 16,0 0-33-16,0 0-48 0,0 0-39 0,0 0-37 0,-19-5-155 16,19 5-450-16,0 0 199 0</inkml:trace>
  <inkml:trace contextRef="#ctx0" brushRef="#br0" timeOffset="127846.78">18680 10747 31 0,'0'0'218'16,"0"0"-9"-16,0 0-9 0,0 0-10 0,0 0-16 16,0 0-10-16,0 0-12 0,0 0-12 0,10-8-11 15,-10 8-12-15,10-3-6 0,-10 3-2 0,14-3-6 16,-6 3-7-16,2-3 2 0,3 2-8 0,-2 0-4 16,2-1-5-16,0 2-4 0,5-1-6 0,-1-2-2 15,2 3-4-15,0 0 4 0,0-1-11 0,-1-2-1 16,2 2-4-16,1-1-5 0,-3 1 1 0,3 1-11 15,1-1 3-15,-4-1 2 0,0 2-3 0,1 0-3 16,-2 0-2-16,-3-1 5 0,-1 1-13 0,-3-2 3 0,3-1-8 16,-4 2 7-16,1 1 0 0,-3-1-4 15,-7 1 0-15,13 0-3 0,-13 0-2 0,9-2-2 16,-9 2-4-16,0 0-2 0,9-1 3 0,-9 1-1 0,0 0-6 16,8-1 2-16,-8 1-6 0,0 0-4 15,0 0-19-15,0 0-11 0,0 0-29 0,0 0-25 0,0 0-32 16,0 0-44-16,0 0-35 0,0 0-42 15,9 2-37-15,-9-2-149 0,0 0-459 0,0 0 203 0</inkml:trace>
  <inkml:trace contextRef="#ctx0" brushRef="#br0" timeOffset="128234.63">19563 10665 80 0,'0'0'231'0,"-8"-3"-8"16,8 3-16-16,0 0-11 0,0 0-16 0,0 0-18 15,0 0-9-15,-5-4-16 0,5 4-8 0,0 0-9 16,0 0-8-16,0 0-3 0,0 0-3 0,0 0-5 16,0 0-4-16,0 0 4 0,28 6-9 0,-20-6-5 15,1-2-5-15,2 2 2 0,0 0-4 0,0 0-4 16,2 0-5-16,0 0-6 0,1 0-4 0,4-2-4 15,-2 0-4-15,2-1-6 0,0 1-2 0,-5 0-4 16,6 1 0-16,-1 1-9 0,-5-1 4 0,-1-2 1 16,2 3-9-16,-1-1 0 0,0-1-1 0,-1 1-9 15,-2 1 15-15,0 1-14 0,0-2-4 0,-10 1 0 0,13-1-1 16,-13 1 0-16,11 0-5 0,-11 0-4 16,8-2 1-16,-8 2 2 0,7-2 0 0,-7 2 2 15,0 0 0-15,11-1-10 0,-11 1-17 0,0 0-15 16,0 0-18-16,0 0-26 0,0 0-28 0,8-1-33 0,-8 1-30 15,0 0-27-15,0 0-26 0,0 0-33 0,0 0-172 16,4 7-461-16,-4-7 205 0</inkml:trace>
  <inkml:trace contextRef="#ctx0" brushRef="#br0" timeOffset="128541.59">20353 10665 187 0,'0'0'249'0,"0"0"-9"0,0 0-13 0,0 0-15 0,9-7-19 15,-9 7-15-15,0 0-14 0,11 0-11 0,-11 0-5 16,12-2-7-16,-12 2-13 0,13 0-4 0,-2 2-7 16,-1-4-12-16,-1 4-2 0,3-5-15 0,-1 3 1 15,2 0-11-15,1 0-1 0,-1 0-9 0,1 0-4 16,-1 1-7-16,2-1-5 0,-2-1-3 0,2 1-8 15,-3 0-2-15,0-1-3 0,0 0-4 0,-1 1-5 16,2 0 0-16,-3 0 2 0,2 0-8 0,0 0-3 16,-4-2-8-16,-8 2-15 0,14 0-21 0,-5 0-28 15,-9 0-31-15,9 0-33 0,-9 0-34 0,8 3-33 16,-8-3-41-16,10 0-34 0,-10 0-150 0,0 0-445 16,12-1 197-16</inkml:trace>
  <inkml:trace contextRef="#ctx0" brushRef="#br0" timeOffset="128755.54">20955 10656 76 0,'15'0'212'0,"-10"-1"-4"0,-5 1-6 16,12-1 1-16,-12 1-12 0,10-3-6 16,-10 3-8-16,10 0-6 0,-10 0-9 0,0 0-4 15,9 0-13-15,-9 0-11 0,0 0-12 0,0 0-11 0,10-2-14 16,-10 2-5-16,0 0-12 0,9-1-10 0,-9 1-8 15,0 0-10-15,8-2-28 0,-8 2-26 0,0 0-30 16,11 0-39-16,-11 0-43 0,9 0-37 0,-9 0-26 16,16 0-31-16,-9-1-156 0,-7 1-393 0,16-3 174 15</inkml:trace>
  <inkml:trace contextRef="#ctx0" brushRef="#br0" timeOffset="128935.18">21417 10619 208 0,'9'1'234'16,"-9"-1"-11"-16,0 0-10 0,13-1-11 0,-13 1-16 16,8-2-11-16,-8 2-12 0,12 0-16 0,-12 0-12 15,11 0-15-15,-5-2-11 0,-6 2-11 0,14-2-23 16,-9 1-26-16,-5 1-32 0,13-2-32 0,-7-1-48 16,-6 3-30-16,13-2-36 0,-6 0-33 0,-7 2-154 15,11-4-341-15,-5 2 150 0</inkml:trace>
  <inkml:trace contextRef="#ctx0" brushRef="#br0" timeOffset="129134.93">21723 10578 11 0,'0'0'234'0,"0"0"-7"0,12-2-11 0,-12 2-16 0,11-1-18 16,-11 1-13-16,10-1-18 0,-10 1-17 0,11-2-6 15,-11 2-19-15,12 3-22 0,-12-3-27 16,14-1-34-16,-8-1-34 0,-6 2-47 0,13-1-34 16,-13 1-52-16,7 0-133 0,-7 0-297 0,0 0 133 15</inkml:trace>
  <inkml:trace contextRef="#ctx0" brushRef="#br0" timeOffset="133749.81">21106 10689 136 0,'0'0'134'0,"0"0"1"15,0 0-7-15,-3-7-8 0,3 7-5 16,0 0-6-16,0 0-14 0,0 0-6 0,0 0-10 0,0 0-1 16,0 0-10-16,0 0-4 0,0 0 0 0,0 0-3 15,0 0 3-15,-5-5-3 0,5 5-1 16,0 0 0-16,0 0-2 0,0 0 0 0,0 0-2 0,0 0-4 15,0 0-3-15,0 0 0 0,0 0-8 0,0 0 0 16,0 0-7-16,0 0-5 0,0 0-5 0,0 0 0 16,0 0 0-16,0 0-3 0,0 0 2 0,0 0 4 15,4 23-1-15,-2-14 3 0,0 2 5 0,-2 5 5 16,0 2 0-16,0-1-2 0,-2 2-1 0,2 0 1 16,-1 7-1-16,0 3 2 0,-2 0 1 0,-2 0 0 15,0 0 2-15,-2 4-3 0,0-2-3 0,3-1 2 16,-4 0-5-16,3-2-5 0,0-1-1 0,-1 1 1 15,1-3-3-15,-1 0 0 0,4-6-3 0,-1 0 5 16,2-1-5-16,-3 0 1 0,2 1-3 0,-2-2 4 0,-1-2-3 16,2-3-4-16,2 1 6 0,0 0-1 0,-2-3 0 15,2 1 1-15,-2-2-4 0,1 1 10 16,0-2-3-16,1 1-2 0,0-4-1 0,-1 3-5 16,2-8 2-16,-1 9-1 0,1-9-3 0,-1 8 1 15,1-8-6-15,-1 7 1 0,1-7 0 0,0 0-4 16,-2 8 4-16,2-8-3 0,0 0-1 0,0 0-1 15,0 9 4-15,0-9-2 0,0 0-4 0,0 0 6 16,0 0-3-16,0 0 4 0,0 0-2 0,0 0-3 0,0 0 13 16,0 0-14-16,0 0 3 0,0 0 2 0,0 0-2 15,0 0 0-15,0 0-2 0,0 0 8 0,0 0-4 16,0 0 2-16,0 0-5 0,0 0 0 16,0 0-1-16,0 0-2 0,0 0 3 0,0 0 1 0,0 0 1 15,0 0-6-15,12-20 0 0,-12 20-3 0,2-5 3 16,-2 5-2-16,4-6 0 0,-4 6-2 0,2-8 1 15,-2 8 2-15,0 0-3 0,2-6 1 16,-2 6 0-16,0 0-3 0,0 0 5 0,0 0-3 0,3-5-2 16,-3 5 3-16,0 0-4 0,0 0 2 0,0 0-4 15,0 0 5-15,0 0-3 0,0 0 2 16,0 0-2-16,0 0 1 0,0 0-2 0,0 0-4 0,5 17 4 16,-5-17 5-16,0 8-3 0,0-8-2 0,0 0 4 15,-3 12-1-15,3-12 3 0,3 7 1 0,-3-7-3 16,0 9 1-16,0-9 2 0,0 0-1 0,0 0-4 15,0 0 2-15,2 9 5 0,-2-9-7 0,0 0 2 16,0 0 0-16,0 0 10 0,0 0-12 0,0 0 5 16,-1 7-2-16,1-7-3 0,0 0 4 0,0 0 0 15,0 0 0-15,0 0 2 0,0 0 3 0,0 0-6 16,0 0 3-16,0 0-4 0,0 0-2 0,0 0 1 16,0 0-8-16,0 0-3 0,0 0-2 0,0 0 2 15,0 0 1-15,0 0-3 0,0 0 9 0,0 0-10 16,0 0 3-16,0 0 8 0,0 0-9 0,0 0 2 0,0 0-2 15,0 0 3-15,0 0-1 0,0 0 0 0,1 7 2 16,-1-7-1-16,0 0 2 0,0 0 0 16,0 0 2-16,0 0-1 0,0 0 2 0,0 0 2 15,0 0 0-15,0 0 0 0,0 0-1 0,0 0 1 16,0 0 4-16,0 0 0 0,0 9-1 0,0-9 2 0,0 0 2 16,0 0-3-16,0 0 3 0,0 0 0 15,0 0 4-15,0 0 3 0,0 0-9 0,0 0 3 0,0 0 1 16,0 0-4-16,0 0 1 0,0 0-3 0,0 0 3 15,7-22-3-15,-7 22 0 0,7-7 3 0,-3 4-3 16,1-4 1-16,4 2-1 0,-1 0 1 0,2-3 2 16,2 2-5-16,-2-2 5 0,4-1-1 0,1 2-1 15,-1-4 0-15,2 3 0 0,-2 0 1 0,-4 2 3 16,0 0-4-16,1 1-2 0,-3-1 1 0,0 1 1 16,-3 1 3-16,2 0 0 0,-2 0-3 0,1 0-2 15,-6 4 2-15,8-5 4 0,-8 5-7 0,5-4-4 16,-5 4-4-16,0 0-10 0,5-4-17 0,-5 4-17 15,0 0-18-15,0 0-20 0,0 0-24 0,0 0-29 16,-27 12-15-16,16-6-28 0,-7 3-20 0,1-1-6 16,-1 2-154-16,0-1-399 0,2-2 176 0</inkml:trace>
  <inkml:trace contextRef="#ctx0" brushRef="#br0" timeOffset="133957.26">21008 11504 88 0,'0'0'196'0,"0"0"-7"15,-6-9-2-15,6 9 3 0,-5-7-3 0,5 7-8 16,-8-6-7-16,3 2-6 0,5 4-12 0,-8-9-15 16,3 7-10-16,1-3-8 0,0-2-11 0,-3 4-11 0,2-2-7 15,5 5-11-15,-10-8-9 0,6 4-6 0,0-1-6 16,-4 2-3-16,8 3-12 0,-9-9-9 16,5 5-23-16,-2 1-19 0,6 3-29 0,-11-6-23 15,4 4-20-15,7 2-31 0,-11-6-20 0,5 4-30 16,6 2-29-16,-10-1-157 0,10 1-373 0,-7-6 165 0</inkml:trace>
  <inkml:trace contextRef="#ctx0" brushRef="#br0" timeOffset="134320.29">21309 10759 1 0,'0'0'163'0,"0"0"-9"0,0 0-6 15,0 0-5-15,0 0-8 0,0 0-7 0,-28 9-8 16,18-5-5-16,-1-1 3 0,1 2-12 0,-7 2-9 16,1-2-4-16,-3 0-9 0,0 1-5 0,0-2-9 15,3 2-6-15,-1-2-7 0,6 1-7 0,-5-1-4 16,5 2-5-16,-3-3-7 0,2 3-19 0,2 0-23 16,-1-1-26-16,-1 1-34 0,3-2-31 0,2 1-31 15,1-1-35-15,-1 2-95 0,3-4-281 0,4-2 125 16</inkml:trace>
  <inkml:trace contextRef="#ctx0" brushRef="#br0" timeOffset="134535.04">21154 10790 83 0,'0'0'185'0,"0"0"-3"0,0 0-15 16,4-5-8-16,-4 5-20 0,0 0-6 0,0 0-16 0,0 0-9 15,0 0-12-15,9 0-7 0,-9 0-8 16,0 0-10-16,14 6-8 0,-9-3-2 0,-5-3-10 16,12 5-6-16,-4 0-14 0,1 1-27 0,2 0-25 15,-1 1-21-15,0-1-16 0,0 1-25 0,0 2-27 0,5 1-18 16,-5-3-110-16,1 2-256 0,2-1 113 0</inkml:trace>
  <inkml:trace contextRef="#ctx0" brushRef="#br0" timeOffset="134849.74">21687 10985 88 0,'5'-8'153'16,"-5"8"-7"-16,11-6-15 0,-4 3-7 0,3 0-6 16,4 0-13-16,-2 0-13 0,3 0-8 0,-2 2-11 15,6-3-6-15,-7 3-18 0,-2 0-19 0,2 0-18 16,0-1-37-16,-2 2-17 0,2-1-32 0,-6-1-26 15,-6 2-73-15,0 0-185 0,12 0 83 0</inkml:trace>
  <inkml:trace contextRef="#ctx0" brushRef="#br0" timeOffset="135255.44">21815 10929 87 0,'0'0'147'16,"0"0"5"-16,0 0-4 0,-5 8-5 0,5-8-1 15,-4 12-7-15,1-1 4 0,1 1-6 0,-5 3 4 0,1-1-5 16,1 5-11-16,1-3-13 0,-1 1-5 0,-2-2-2 16,4 3-5-16,-1-3-1 0,0 1-12 15,1-4-5-15,1 0-10 0,-1 0-2 0,1-1-5 16,0-2-6-16,1 1-3 0,0 0-5 0,0-5-3 16,1-5-10-16,-2 14 3 0,2-8-6 0,0-6-5 15,-2 8 2-15,2-8-2 0,-2 7-4 0,2-7 1 16,0 0-6-16,-1 10 2 0,1-10-2 0,0 0 0 0,0 0-3 15,0 0-5-15,-4 3 5 0,4-3-2 0,0 0 4 16,-11 0-11-16,11 0-4 0,-10-1-1 0,10 1 0 16,-13 0 2-16,13 0-5 0,-13-2 5 0,13 2-3 15,-10-2 0-15,10 2-2 0,-12 0 6 0,12 0-4 16,0 0-2-16,-9 0 2 0,9 0 0 0,0 0-1 16,0 0 3-16,-9-1-2 0,9 1 1 15,0 0 0-15,0 0-1 0,0 0 2 0,0 0-1 16,0 0 0-16,0 0 2 0,0 0-3 0,30 0 2 0,-19 0-3 15,3-1-3-15,-1-1-18 0,5 2-18 0,-1 0-21 16,-3 0-30-16,5 0-39 0,-1 0-17 0,-3 0-22 16,3 0-33-16,-1 2-157 0,-3-2-389 0,-3 0 172 15</inkml:trace>
  <inkml:trace contextRef="#ctx0" brushRef="#br0" timeOffset="135739.24">22103 11194 131 0,'0'0'198'0,"0"0"-2"0,0 0-9 16,-12-12-2-16,7 9-3 0,5 3-11 0,-9-3-11 15,2 0-5-15,7 3-9 0,-14-1-13 0,3 1-6 16,2 1-10-16,-3 1-13 0,3 0-9 0,-2 2-9 16,2 0-8-16,0 0-10 0,0 2-3 0,0-1-6 15,3 2-5-15,2-2-10 0,-1 1 7 0,0 2-13 16,2-3 1-16,-1 1-6 0,3 2-1 0,1-8-3 15,-1 11-1-15,1-11-4 0,1 11 0 0,4-6-4 0,-5-5-2 16,8 7-2-16,-4-4 2 0,2-3-2 16,-6 0 1-16,17 4-3 0,-8-4 1 0,1 0-1 0,0 0-4 15,-4-4-2-15,2 3 0 0,2-3 1 16,-1-2-1-16,1 0 1 0,-1 0 1 0,2 0-2 0,-4-1-4 16,2-3 2-16,-1 1 1 0,-2 0-7 0,1-1 5 15,-1-1 4-15,-1 1-6 0,0-1 0 16,2-5 0-16,-4 2-1 0,3 1 2 0,-4 2 1 15,-1-2 1-15,3 1 0 0,-2 2 5 0,0 1 2 0,-2 3 6 16,0 6 10-16,2-13 17 0,-2 13-16 0,1-8-1 16,-1 8-4-16,0 0-8 0,0-9 5 0,0 9-8 15,0 0-3-15,0 0-3 0,0 0 3 0,0 0-1 16,-3 27 1-16,2-18-1 0,-2 4 1 0,2-1-11 16,-2-1 10-16,2 3-1 0,-3-2 1 0,2 3-1 15,-1-2-5-15,2-3 1 0,-2 2-1 0,3-1 1 16,-3 0-3-16,0 0-32 0,3-1-18 0,-2 0-19 15,0-4-40-15,0 4-35 0,0-4-31 0,1 2-36 16,0 0-36-16,1-8-203 0,-4 11-484 0,4-5 214 16</inkml:trace>
  <inkml:trace contextRef="#ctx0" brushRef="#br0" timeOffset="135971.51">22394 11219 42 0,'2'-2'238'0,"-2"2"-3"15,5-10-9-15,-5 10-9 0,2-9-11 0,-2 9-8 16,0 0-12-16,0 0-8 0,-11-7-10 0,11 7-9 16,-12 3 1-16,0 0-8 0,3 3-7 0,0-2-9 15,-3 2-6-15,4 0-4 0,-1 1-16 0,-1-1-11 16,3 3-9-16,2-4-12 0,3 2-6 0,-1 0 0 16,2 0-8-16,1-7-7 0,1 15-9 0,3-10-9 15,1 0-24-15,3 1-29 0,2 0-32 0,1 0-34 16,1-2-41-16,-2 0-35 0,2 0-40 0,3 0-28 15,2-3-43-15,-4 2-157 0,0-3-459 0,5 0 203 16</inkml:trace>
  <inkml:trace contextRef="#ctx0" brushRef="#br0" timeOffset="136112.94">22656 11275 180 0,'3'-6'235'0,"-3"6"-3"0,0 0-9 15,0-7-13-15,0 7-12 0,0 0-17 16,0 0-19-16,0 0-15 0,0 0-18 0,0 0-20 0,0 0-32 15,-2-13-40-15,2 13-57 0,0 0-66 0,0 0-47 16,0 0-181-16,-11 0-340 0,11 0 151 0</inkml:trace>
  <inkml:trace contextRef="#ctx0" brushRef="#br0" timeOffset="139340.43">18924 9943 29 0,'-4'-6'89'0,"4"6"-8"0,0 0-2 0,0 0-15 0,0 0 4 15,0 0-10-15,-4-5-7 0,4 5 2 0,0 0-9 16,0 0-5-16,0 0 2 0,0 0-12 0,-5-6 1 16,5 6 6-16,0 0-11 0,0 0-7 0,0 0 1 15,0 0-2-15,0 0 1 0,-6-3-3 0,6 3-6 16,0 0 3-16,0 0 0 0,0 0 4 0,0 0-3 16,0 0-14-16,0 0 14 0,0 0-9 0,0 0 0 15,0 0 2-15,0 0 2 0,0 0-2 0,-12 0 1 16,12 0-3-16,0 0-3 0,0 0 0 0,0 0 1 0,0 0-2 15,0 0 5-15,0 0-2 0,0 0 5 0,0 0-8 16,0 0 3-16,0 0 1 0,0 0 3 16,0 0-4-16,0 0 0 0,0 0-1 0,0 0 2 15,0 0 0-15,0 0-1 0,0 0 3 0,0 0-2 0,0 0 0 16,0 0 11-16,30-4-3 0,-19 3 3 0,2 1 0 16,0-1-2-16,3 1-4 0,3-2-2 15,-1 1-2-15,3-2-14 0,-1 3-23 0,0 0-13 0,0-1-17 16,2 1-14-16,-3-1-15 0,2-1-53 0,1 2-155 15,-3-3 70-15</inkml:trace>
  <inkml:trace contextRef="#ctx0" brushRef="#br0" timeOffset="139525.74">19597 9885 70 0,'12'1'89'0,"-12"-1"-12"15,8 0 1-15,-8 0-15 0,11 1-3 0,0-1-10 16,0-1 1-16,0 2-6 0,2-1-9 0,0 0-11 16,2 1-12-16,3-1-12 0,-4 0-12 0,0-1-17 15,4 0-11-15,-1 1-9 0,-2 0-41 16,2-1-97-16,-5-2 44 0</inkml:trace>
  <inkml:trace contextRef="#ctx0" brushRef="#br0" timeOffset="139683.66">20100 9868 47 0,'14'0'103'0,"-8"0"-16"15,4-3-13-15,-2 3-3 0,4-2-11 0,0 0 0 16,1 0-13-16,1 1-12 0,-2 1-19 16,-1-3-20-16,3 3-17 0,-2-3-22 0,3 1-46 15,-1-1-97-15,-2 2 44 0</inkml:trace>
  <inkml:trace contextRef="#ctx0" brushRef="#br0" timeOffset="139859.87">20463 9850 104 0,'0'0'152'0,"0"0"-3"16,0 0-12-16,12-1-7 0,-12 1-9 0,0 0-11 16,9-4-11-16,-9 4-6 0,9-1-14 0,-9 1-9 15,13-4-3-15,-7 3-13 0,2 1-4 0,4-3-22 16,-1 0-21-16,1 2-28 0,0-2-16 0,1 3-22 15,0-1-19-15,0 1-23 0,1-1-8 0,-3 0-66 16,0 0-188-16,1-2 83 0</inkml:trace>
  <inkml:trace contextRef="#ctx0" brushRef="#br0" timeOffset="140019.47">20829 9827 109 0,'0'0'149'0,"0"0"-8"15,0 0-6-15,0 0-2 0,13-1-4 0,-13 1 3 16,0 0-19-16,9-1-3 0,-9 1-15 0,0 0-5 15,9-3-7-15,-9 3-9 0,10-3-10 0,-3 2-4 16,-7 1-8-16,13-3-21 0,-5 2-42 0,-8 1-8 0,17-3-37 16,-4 1-4-16,-2 1-22 0,3-1-11 0,0-1-26 15,3 0-91-15,1 3-228 0,1-1 101 16</inkml:trace>
  <inkml:trace contextRef="#ctx0" brushRef="#br0" timeOffset="140336.49">21250 9800 125 0,'0'0'136'0,"6"1"8"0,-6-1-9 0,0 0-7 16,10 0-4-16,-10 0-1 0,0 0-14 0,0 0-4 0,12-2-15 16,-12 2-8-16,9-3-5 0,-9 3-11 0,8-2-10 15,-8 2-8-15,11 0-11 0,-11 0-25 0,14-3-21 16,-5 2-22-16,-9 1-12 0,17-3-7 16,-10 3-16-16,5-1-12 0,-2 0 1 0,0 1-1 0,4-1-4 15,-1 0 1-15,0 1 11 0,1-1 0 0,0 0 10 16,-2-1 3-16,-2 1 18 0,2 1 8 0,-1 0 9 15,-11 0 13-15,15-1 15 0,-9-1 13 0,-6 2 11 16,12-1-3-16,-12 1 12 0,10 0 9 0,-10 0-2 16,0 0 10-16,14 0 4 0,-14 0-1 0,8-1 0 15,-8 1-3-15,9-1-2 0,-9 1 1 0,11-3-10 16,-11 3-5-16,11-1-7 0,-5 0 0 0,-6 1-14 16,13-2 10-16,-13 2-8 0,15 0 0 0,-5 0-28 15,1 0-15-15,-1-1-21 0,4-1-24 0,-3 1-15 16,3 0-14-16,4-1-101 0,1-1-214 15,-6 2 94-15</inkml:trace>
  <inkml:trace contextRef="#ctx0" brushRef="#br0" timeOffset="140506.78">21962 9751 109 0,'0'0'158'0,"0"0"-14"0,0 0-1 16,10-1-5-16,-10 1-8 0,0 0-11 15,0 0-2-15,11-1-13 0,-11 1-13 0,8-3-7 16,-8 3-6-16,9-1-12 0,-9 1-6 0,13-2-11 15,-13 2-25-15,10-2-22 0,-3 0-25 0,0 0-33 0,-7 2-34 16,15-2-36-16,-6 0-95 0,0 1-238 16,2-2 106-16</inkml:trace>
  <inkml:trace contextRef="#ctx0" brushRef="#br0" timeOffset="140637.01">22259 9729 174 0,'0'0'213'0,"0"0"-6"0,0 0-8 0,8 0-13 0,-8 0-20 15,0 0-16-15,0 0-17 0,0 0-11 0,0 0-20 16,0 0-27-16,8-3-31 0,-8 3-44 0,0 0-40 16,0 0-51-16,9-4-61 0,-9 4-96 0,5-5-269 15,-5 5 118-15</inkml:trace>
  <inkml:trace contextRef="#ctx0" brushRef="#br0" timeOffset="145021.6">20239 9878 106 0,'0'0'117'16,"0"0"-3"-16,0 0-7 0,0 0-2 0,0-11-4 0,0 11-10 16,0 0-6-16,0 0 6 0,0 0-8 15,0 0-4-15,0 0-10 0,3-6-1 0,-3 6-6 16,0 0-6-16,0 0-10 0,0 0 1 0,0 0-9 0,0 0-1 16,0 0-2-16,0 0-4 0,0 0 0 0,0 0-3 15,0 0 1-15,0 0 4 0,0 0 0 16,0 0 0-16,0 0 2 0,0 0 5 0,0 0 1 15,0 0-3-15,0 0-2 0,0 0-1 0,0 0-1 0,0 0-9 16,0 0 0-16,0 0-5 0,0 0-3 16,0 0 1-16,0 0-3 0,0 0-4 0,0 0 1 15,0 0 4-15,0 0-3 0,0 0 8 0,-6 26-2 0,5-16 7 16,0 9 2-16,0-2 4 0,-1 1 7 0,1 2-3 16,-2 4-1-16,0 3-1 0,-1-1 1 0,0 0-1 15,0 1-11-15,-1 0-2 0,1 0 1 0,0 0 2 16,0-2 3-16,1 0-3 0,-2-6 2 0,2 1-3 15,1-1 3-15,2 0 8 0,-4-2-4 0,2 0 1 16,1 1 8-16,-1-2-7 0,0-3-2 0,0 1-5 16,2 0 3-16,-2-4-6 0,1 1 1 0,1-1-3 15,-1-1-1-15,1 1 1 0,1-1 1 0,-1-1 1 16,1-1-5-16,-1-7 2 0,-1 15 0 0,1-8-3 16,0-7 1-16,1 12-3 0,-1-5-2 0,0-7 0 15,2 9 0-15,-2-9-2 0,0 10-1 0,0-10 0 16,0 0 0-16,0 10-1 0,0-10 0 0,0 0-2 15,0 9-1-15,0-9 3 0,0 0-1 0,0 7 0 16,0-7 4-16,0 0-3 0,0 0 2 0,1 8-3 16,-1-8 1-16,0 0 2 0,0 0-2 0,0 0 1 0,0 0-3 15,-3 9 0-15,3-9-1 0,0 0 0 0,0 0 4 16,0 0-5-16,-1 9-3 0,1-9 5 16,0 0-1-16,0 0-6 0,0 0 6 0,0 8-1 15,0-8-2-15,0 0-2 0,0 0 1 0,0 0-3 0,0 0 5 16,-3 6-3-16,3-6 3 0,0 0-6 0,0 0 7 15,0 0-2-15,0 0 0 0,0 0-12 16,0 0-8-16,0 0-13 0,0 0-12 0,0 0-23 16,0 0-30-16,0 0-30 0,0 0-23 0,0 0-34 0,0 0-25 15,0 0-16-15,0 0-168 0,2-28-422 0,-2 28 186 16</inkml:trace>
  <inkml:trace contextRef="#ctx0" brushRef="#br0" timeOffset="145455.87">20005 10469 122 0,'0'0'153'0,"0"0"-5"0,0 0-6 0,-4-8-1 0,4 8-16 15,0 0-3-15,0 0 0 0,0 0-9 0,0 0-12 16,0 0 2-16,0 0 0 0,25 6-2 0,-20-2-6 16,1 0-1-16,0 2 3 0,2 0 0 0,0 1-7 15,-1 0-5-15,1 2-5 0,-2-1-7 0,1 0-6 16,-2-1-6-16,1 1-2 0,1 1-5 0,-3-1-5 16,2 1-6-16,-2-5 0 0,1 2 1 0,1 0-2 15,-2 1-7-15,0-2-2 0,0 1-2 0,0 0 3 16,0-1-1-16,-4-5-1 0,6 7-6 0,-2-2 4 15,-4-5-4-15,3 5 5 0,-3-5-7 0,6 6 3 16,-6-6-2-16,0 0 3 0,0 0-3 0,5 4 7 16,-5-4-4-16,0 0 2 0,8 0-3 0,-8 0-3 15,0 0-1-15,11-6 4 0,-5 2-13 0,2-2 1 16,0 0-5-16,-1 1 4 0,0 0-1 0,0-1-13 16,1-1-14-16,2-1-20 0,-2-1-25 0,0-1-29 15,-1 1-26-15,5-3-31 0,-5 1-21 0,5-1-33 0,-1-1-27 16,-3 2-178-16,-3 0-437 0,4 1 194 0</inkml:trace>
  <inkml:trace contextRef="#ctx0" brushRef="#br0" timeOffset="146000.07">20243 9878 45 0,'0'0'139'15,"0"-9"-1"-15,0 9 1 0,0 0-4 0,0 0-15 16,0 0-14-16,0 0-8 0,0 0-15 0,0 0-2 16,0 0-6-16,0 0-7 0,0 0-1 0,0 0 10 15,0 0-3-15,0 0 4 0,-14 19-2 0,9-10 2 0,-4 1 4 16,1-1-2-16,0 1-8 0,1 1-1 16,-2-1-6-16,-1 5-6 0,2-5 1 0,-2 0-7 15,2-2-6-15,0 1-10 0,1-1 2 0,-2-1-2 16,0 1-3-16,2-2-6 0,1-1-2 0,1 1-4 0,-1-2 1 15,0-1-15-15,2 2-20 0,4-5-26 16,-7 7-33-16,7-7-31 0,-7 6-44 0,7-6-27 16,0 0-157-16,-7 4-357 0,7-4 158 0</inkml:trace>
  <inkml:trace contextRef="#ctx0" brushRef="#br0" timeOffset="146200.76">20265 9885 216 0,'5'-5'207'0,"-5"5"-15"0,0 0-14 0,0 0-23 15,6-5-11-15,-6 5-12 0,0 0-12 0,0 0-10 16,15 6-9-16,-10-2-9 0,2-1-11 0,-1 3-8 16,2-1-5-16,1 5-6 0,-1-3-22 0,3 0-30 15,-1 2-40-15,2 1-43 0,3 0-55 0,1 0-164 16,1-1-316-16,-1-6 140 0</inkml:trace>
  <inkml:trace contextRef="#ctx0" brushRef="#br0" timeOffset="149051.79">20815 10043 104 0,'0'0'132'0,"-4"-14"-11"0,4 14 0 0,0 0-12 16,0 0-14-16,-3-6-8 0,3 6 1 0,0 0-3 15,0 0-8-15,0 0-8 0,-10-5-3 0,10 5-12 16,0 0 6-16,-12-3-8 0,12 3 8 0,-10-1-8 16,10 1 5-16,-10-1 2 0,10 1-8 0,0 0-5 15,-13 0 1-15,13 0-5 0,0 0-1 0,-12-1-5 16,12 1 0-16,0 0-4 0,0 0 1 0,0 0-5 15,0 0-1-15,0 0 7 0,0 0 0 0,0 0-3 16,0 0 3-16,0 0 0 0,37 0-5 0,-20-2-9 16,3 1 10-16,-2-1-7 0,4 2-8 0,0-2 3 0,-4 0-16 15,3 2-20-15,-2 0-19 0,-1 1-20 16,-4 0-19-16,1-2-22 0,-2 1-24 0,-2-1-16 16,-2 1-16-16,2 1-109 0,-3 0-282 0,-8-1 124 15</inkml:trace>
  <inkml:trace contextRef="#ctx0" brushRef="#br0" timeOffset="149565.81">20903 10028 63 0,'0'0'114'0,"0"0"3"16,-6 8 10-16,2-3-11 0,4-5 3 0,-3 9-4 0,0-3 0 15,0 3-7-15,1 0-4 0,-1 1 0 0,1 0 1 16,0 2-3-16,0 0-5 0,-1-1-7 16,2 2-4-16,1 1-6 0,0-1-3 0,-1-2-1 15,1 0-9-15,0 1-2 0,0-1-9 0,0-1-1 0,0 1-4 16,0-1 3-16,0-3-5 0,-2 1-7 16,0 1 0-16,4-2-4 0,-2-7-5 0,-2 14 0 15,2-14-4-15,-1 10-2 0,1-10 2 0,-2 9-8 0,2-9-3 16,0 0-1-16,-2 9-2 0,2-9 1 0,0 0-2 15,-3 8-3-15,3-8 1 0,-4 3 0 0,4-3 1 16,0 0-5-16,-5 7 2 0,5-7-3 0,-5 3-2 16,5-3 2-16,-10 3-1 0,10-3-1 0,-8 3-1 15,8-3 0-15,-10 0 2 0,10 0-1 0,-11-2-1 16,11 2 0-16,-11 0-2 0,11 0 1 0,-9 0-1 16,9 0 0-16,0 0-1 0,-12-1 3 0,12 1-1 15,0 0-1-15,-9-1-1 0,9 1-3 0,0 0 5 16,0 0-2-16,0 0 3 0,0 0-3 0,-8-2 1 15,8 2 2-15,0 0-3 0,0 0 5 0,0 0-4 16,0 0 2-16,0 0 4 0,0 0-5 0,0 0-3 16,25-7 2-16,-18 6-1 0,3-1-3 0,2-1 6 15,-1 0-5-15,2 2 0 0,0-3 2 0,0 1-2 16,3 1-11-16,-3-2-16 0,0 2-20 0,-1 0-20 16,1 0-20-16,0 0-28 0,-1-2-26 0,1 2-27 15,0 1-16-15,-2-2-151 0,-3 2-363 0,3-4 160 0</inkml:trace>
  <inkml:trace contextRef="#ctx0" brushRef="#br0" timeOffset="149957.65">21172 9924 40 0,'0'0'173'0,"0"0"-6"0,2-9-3 15,-2 9-6-15,0 0-4 0,3-8-2 0,-3 8-5 16,0 0-7-16,1-7-9 0,-1 7-9 0,0 0-6 15,0 0-15-15,0 0 3 0,0 0-10 0,0 0-5 16,0 0-8-16,0 0-7 0,0 0-4 0,0 0-2 16,0 0-9-16,0 0-5 0,0 0-5 0,0 0-7 15,0 0-4-15,0 0 0 0,0 0-4 0,0 0-4 16,0 0 1-16,0 0-5 0,0 0-3 0,0 0-4 16,0 0-2-16,0 0 1 0,-7 22-26 15,7-22-26-15,-2 13-32 0,0-5-33 0,2-8-28 0,-4 18-51 16,-1-7-50-16,4 2-120 0,-5-3-376 0,1 2 167 15</inkml:trace>
  <inkml:trace contextRef="#ctx0" brushRef="#br0" timeOffset="152902.12">21769 9873 165 0,'-16'2'167'0,"7"1"-10"16,-1 2-4-16,-1 0-10 0,-2 3-8 0,-2 0-6 15,1 4 1-15,-3 1-11 0,3 1-7 0,-5 4-5 16,2 3-2-16,1 2-9 0,1 0-11 0,4-8-1 16,3 9-1-16,1-5 3 0,1-1-6 0,4 1-4 0,-2 0-3 15,3-2 5-15,2-1-4 0,0 1-1 0,2 0-2 16,-1-5-8-16,2-1-4 0,1-3-2 0,2 2-7 15,2-3 0-15,0 3-7 0,0-5-5 16,2 1-4-16,-2 2 2 0,0-4-10 0,4 0-22 0,-6 1-21 16,1-3-34-16,-1 2-31 0,0-2-45 0,-7-2-29 15,13 3-36-15,-8-3-31 0,-5 0-143 0,9 3-396 16,-9-3 176-16</inkml:trace>
  <inkml:trace contextRef="#ctx0" brushRef="#br0" timeOffset="153283.43">21903 10118 215 0,'0'0'233'0,"0"0"-9"0,0 0-15 0,0-8-11 16,0 8-18-16,0 0-15 0,0 0-15 15,0 0-17-15,0 0-8 0,0 0-7 0,0 0-6 0,-24 18-9 16,17-7-11-16,0-1-6 0,0 0-5 0,1 2-8 15,-2 3-6-15,4-4-7 0,0 1-2 0,2-2-6 16,1 0-1-16,-1 0-4 0,1 0-6 0,2 0-4 16,1-1-1-16,0-2 0 0,3-1-4 0,-1-1 0 15,1 0-2-15,3-1-4 0,1 0-1 0,2-3 5 16,2 0-10-16,-3-1 0 0,4-2-2 0,-3 0 1 16,0 0-3-16,1-3 0 0,0 1 1 0,-1-1-7 15,0-2 4-15,-3-2-1 0,0 2 0 0,-2-2-7 16,-1 0 3-16,-1-2 2 0,-3 1-1 0,2 0 1 15,-3-2-7-15,-3 0 2 0,-1 2-2 0,-2-1-3 16,0 1-2-16,-2 1-4 0,3 1-5 0,-3 0-10 0,0 1-14 16,2 2-17-16,1 1-17 0,-3 1-18 15,-1 2-21-15,9 1-16 0,-16 2-35 0,5 2-33 16,1 3-19-16,3-1-179 0,-5 5-421 0,2-3 187 16</inkml:trace>
  <inkml:trace contextRef="#ctx0" brushRef="#br0" timeOffset="153746.22">22075 10394 145 0,'8'-7'199'0,"-3"4"-6"0,3-6 0 16,1-1-15-16,-1 3-15 0,-1-2-13 0,0-1-11 15,3 0-13-15,-4 1-8 0,3-4-8 0,-1 1-3 16,-2 0-5-16,1-2-9 0,-1-2-10 15,0 0-3-15,1 1-10 0,-4 3-5 0,1-4-6 0,-1 0-4 16,-2-1-8-16,2 6-6 0,-3 0-2 0,0-2 0 16,-1 4 5-16,-1 2-5 0,2 7-5 0,-2-14 2 15,-1 8-7-15,3 6 0 0,-4-9-6 0,0 3 1 16,4 6-6-16,-10-6-2 0,10 6-1 0,-9-2 0 16,9 2-4-16,-11 0 1 0,11 0-3 0,-12 0 8 15,12 0-10-15,-9 1-1 0,9-1 0 0,0 0-4 16,0 0 0-16,0 0 7 0,-4 5-5 0,4-5 3 15,0 0-1-15,0 0 0 0,22 0-3 0,-8 1-2 16,3-1 2-16,3 1-1 0,-1-2 1 0,1 0 0 16,-2 0-1-16,-2 1-2 0,-3 0 0 0,-1 2 1 15,0-2-2-15,-2 3-1 0,-2-2-2 0,0 0 4 16,-2 3 0-16,1-1 0 0,-2 2-3 0,0 1 1 16,-3 0 2-16,2 0 0 0,0 4-2 0,-3-2 2 15,1 2-1-15,-4-3-1 0,2 3 5 0,-1 0 0 16,0 1-2-16,-3 0-1 0,3 0 0 0,-2-1-9 15,1 0-20-15,-1 2-33 0,0-1-40 0,0 0-23 16,0 0-45-16,0 1-27 0,2-1-34 0,-1-2-120 0,2 2-379 16,1-4 167-16</inkml:trace>
  <inkml:trace contextRef="#ctx0" brushRef="#br0" timeOffset="154205.79">22840 10081 101 0,'-8'-8'224'0,"2"3"-9"0,-1 2 0 0,-4 0-11 0,-7 2-14 16,0 2-14-16,3 2-12 0,-4 3-13 0,2 1-11 16,-2 1-10-16,2 2-16 0,-1 1-7 0,0 0-10 15,4 0-8-15,3 2-10 0,-2 0-7 0,7-4-8 16,-1 2-4-16,2-3-11 0,0 3-1 0,4-5-3 15,-1 4-7-15,2-3-4 0,0-7 1 0,4 12-3 16,0-6-1-16,0-1-9 0,1-2 5 0,1 0-4 16,1 0-1-16,2-1 0 0,-2-2-4 0,4 0 0 15,0-1-3-15,-1-2-2 0,-1-1 3 0,3 1-4 16,-3-2-5-16,0 1 2 0,0-3 6 0,1 0-10 16,-2 0 4-16,1-2-6 0,-1 2 0 0,0-4-4 15,-3 3 2-15,2-2-1 0,-1 1 3 0,0-1-2 16,-2 1 0-16,0 0-2 0,1 3-1 0,-1 1 0 15,-4 5 1-15,4-10-2 0,-4 10 0 0,4-6-1 16,-4 6 0-16,0 0-2 0,0 0 3 0,0 0 0 16,0 0 2-16,0 0 2 0,0 0-2 0,6 14 2 15,-4-7 4-15,-2-7-1 0,0 17-1 0,-1-10-2 16,2 3 0-16,-1-1 0 0,0 1 0 0,0-10-1 16,-1 17-2-16,1-9-15 0,1 1-23 0,-1-2-27 15,0-7-26-15,2 16-31 0,-1-8-27 0,0-2-29 0,1 1-33 16,2-1-165-16,-1-1-409 0,-3-5 182 0</inkml:trace>
  <inkml:trace contextRef="#ctx0" brushRef="#br0" timeOffset="154504.49">23209 10010 221 0,'-8'-1'233'0,"8"1"-4"0,-15-2-10 0,6 2-8 16,-2 3-12-16,-1 2-11 0,-1 2-12 0,2 0-9 16,-7 3-15-16,4 1-5 0,4-3-11 0,-3 5-7 15,3 0-11-15,3-3-8 0,0 2-12 0,3-1-5 16,0 0 8-16,3 0-20 0,-2 0-3 0,4-2-5 16,1 1-8-16,2-2-4 0,-1 1-3 15,4-1-10-15,-1-2-3 0,0 1-1 0,4-1 4 0,0-3-16 16,0-1-3-16,3 2 0 0,-1-2 2 0,1 0-11 15,1-2-9-15,-2 0-17 0,-2 0-22 0,3 0-28 16,-4 0-35-16,-2 0-35 0,-7 0-46 0,16-4-38 16,-10 3-59-16,-6 1-185 0,10-4-491 0,-3 3 216 15</inkml:trace>
  <inkml:trace contextRef="#ctx0" brushRef="#br0" timeOffset="155026">23470 10355 26 0,'8'-29'255'0,"-5"23"-13"0,6-4-11 0,3 0-8 15,-2 1-7-15,4-1-7 0,-1-2-12 0,1-2-11 16,1 4-10-16,-1-4-14 0,2 0-9 0,-2 4-9 15,1-3-16-15,0-1 5 0,-1-1-22 16,-1 4-13-16,0-3-9 0,0-1-5 0,-3 0-11 0,0-1-4 16,-2 0-7-16,-1 2-7 0,-3 3-4 0,-1-1-4 15,2-3-4-15,-4 2-2 0,-2 4-6 0,1-2 4 16,-3 3-13-16,-1 1-1 0,-1 1 2 0,-3 2-5 16,-3-2-1-16,0 3-2 0,-3-1 2 0,0 3-5 15,0 0 5-15,1 1-8 0,-1 1-5 0,4 0 4 16,2-1-5-16,8 0-3 0,-14 2 2 0,14-2-2 15,-8 2-2-15,8-2 10 0,-4 3-9 0,4-3 3 16,0 0-2-16,0 0-2 0,17 10 2 0,-4-6-1 16,-3-1 2-16,3 0-3 0,6 1 4 0,-1 0-1 15,-2-3-2-15,2 3-5 0,-6-2 3 0,0 2-1 16,-1-1 10-16,0 2-13 0,1-2 1 0,-5 3 10 16,3 0-11-16,-3-1-2 0,-2 2 2 0,-1 0-2 15,-1 3-1-15,0-1-2 0,1 2 6 0,-1 1-2 16,-2-3 2-16,0 0 1 0,-1 2 0 0,-1 0 2 15,1-1-6-15,-2-1 6 0,2 2-2 0,0 1 3 16,0-2-2-16,0 0-1 0,-2 0-16 0,2 0-24 16,-1-3-24-16,1 2-36 0,-1 1-34 0,1 0-46 15,0-10-21-15,1 14-35 0,0-7-44 0,-1-7-152 16,2 12-469-16,0-6 208 0</inkml:trace>
  <inkml:trace contextRef="#ctx0" brushRef="#br0" timeOffset="155935.72">23996 10145 55 0,'0'0'229'0,"4"-8"-19"0,-4 8-13 15,4-4-13-15,-4 4 1 0,0 0 1 0,0 0 1 16,0 0-13-16,5 18-9 0,-5-18-6 0,-1 13-12 16,-2-6-4-16,3 3 1 0,0-1-7 0,0-9-18 15,-2 17-9-15,-1-10-6 0,3-7-9 0,-1 9-11 16,1-9 2-16,-1 9-10 0,1-9 14 0,-3 5 3 15,3-5-6-15,0 0 17 0,0 0-5 0,0 0-12 16,0 0-8-16,0 0-6 0,0 0-4 0,0 0-7 16,0 0-11-16,0 0 0 0,-10-20 0 0,10 13-11 15,0 7-7-15,2-19 0 0,1 6-9 0,3-1-2 16,1 0-1-16,2-1 1 0,-2-1-5 0,4 1 3 16,0 0-14-16,1 1 5 0,-5 4-9 0,6-2 4 15,-7 2-4-15,2 4 2 0,0 1-1 0,1 1-4 16,-3 2-2-16,2 2-2 0,-8 0 2 0,15 3-2 15,-9 1 4-15,2 2-4 0,0 3 0 0,-1 1 2 16,2 3-3-16,-2-3-1 0,-2 1 2 0,4 4 5 16,-4-3 0-16,-1-2-5 0,0 3 2 0,-1-3 6 15,1-1-2-15,-2 1-3 0,-1-4 3 0,1-2 2 0,-2-4-3 16,3 11-5-16,-3-11 10 0,4 7-2 16,-4-7-2-16,0 0 7 0,2 5 4 0,-2-5-3 15,0 0 0-15,0 0 0 0,0 0 4 0,0 0-7 0,0 0 6 16,0 0-6-16,0 0 3 0,0 0-1 0,-2-26-13 15,3 19 9-15,0-3-8 0,3 1-3 0,0-1-16 16,2-3 0-16,0 3 1 0,2-6 5 16,1 2-6-16,-1-2-4 0,2 4-5 0,0-3 8 0,-2 8-2 15,1-3 6-15,-4 7 0 0,2-1-2 0,-2 1 2 16,-5 3 1-16,9-5-2 0,-9 5 4 0,10 3-2 16,-10-3 2-16,11 7 7 0,-3-2-3 0,-5 2 2 15,1 2 3-15,1 1 5 0,-2-3 2 0,0 2 5 16,1-1-2-16,1 0 17 0,-4-1-13 0,2 0 4 15,-2-1 13-15,-1-6-14 0,6 11 7 0,-3-7 5 16,-3-4 5-16,6 5 3 0,-1-3-9 0,-5-2 4 16,11 3-2-16,-11-3 4 0,10 0 2 0,-10 0-5 15,14-5 1-15,-5 0 2 0,1 1-9 0,-4-1-3 16,2-1 4-16,0-2-5 0,1-1-1 0,-4 1 6 16,3-2-15-16,-3-1 11 0,4-4-12 0,1 2 3 15,-4 4 2-15,-2-2 1 0,3 3-8 0,-1-2 8 16,-1 2-9-16,0 2 10 0,-4 2-13 0,-1 4-1 15,4-9-3-15,-4 9 8 0,3-6-4 0,-3 6-10 16,0 0 7-16,0 0-3 0,0 0 0 0,0 0 7 0,-22 14-1 16,13-8-4-16,0 0 4 0,3 2-13 0,-2 1 5 15,2 0 12-15,1 0-1 0,1 0-18 16,1 0-3-16,2 0 16 0,1 1-11 0,0-1 7 16,2 0-2-16,2 0 2 0,3 1 2 0,-3-1-3 0,2-1-1 15,2 0 11-15,-1-1-12 0,0 1 3 0,-1-1 4 16,3 0 1-16,-1 1-1 0,-3 0-2 15,0-2-3-15,0-1 8 0,0-1-1 0,-1 1 2 16,0 0-4-16,-4-5 4 0,5 7-7 0,-5-7 14 0,2 8-9 16,-2-8 2-16,0 0 0 0,0 0 16 0,-7 11-27 15,7-11-6-15,-10 4-15 0,5-2-15 16,-2 0-18-16,7-2-20 0,-12 3-30 0,4-1-32 0,8-2-34 16,-16 0-41-16,16 0-20 0,-11-2-48 0,3 1-168 15,8 1-497-15,-11-5 219 0</inkml:trace>
  <inkml:trace contextRef="#ctx0" brushRef="#br0" timeOffset="156183.54">24830 9837 56 0,'5'-5'250'0,"2"0"-13"15,1 1-9-15,-8 4-17 0,13 0-13 0,-13 0 1 16,17 6-14-16,-9 4-2 0,1-3-10 0,1 8-6 15,-3 4-12-15,2 6 1 0,-4 2-23 0,-1 0-13 16,-2 0-8-16,-2-3-13 0,-5 5-8 0,3-3-10 16,-3 3-4-16,-2-3-12 0,-1-1-4 0,-3 1-4 15,2-1-9-15,-1-3-19 0,1-7-11 0,-4 3-22 16,2-2-25-16,-3-2-28 0,1 0-38 0,-1 0-33 16,-2-3-40-16,1 0-51 0,0-1-49 0,-10 2-136 15,9-5-437-15,-5 1 194 0</inkml:trace>
  <inkml:trace contextRef="#ctx0" brushRef="#br0" timeOffset="160562.07">11444 10113 6 0,'0'0'67'0,"-5"-5"-3"0,5 5-5 15,0 0-11-15,0 0 5 0,0 0-1 0,-10-2 2 16,10 2 3-16,0 0-5 0,0 0-2 16,0 0 4-16,0 0-9 0,-11-2 6 0,11 2-3 0,0 0-9 15,0 0 6-15,-11 0 4 0,11 0-2 0,0 0 4 16,0 0-15-16,0 0 8 0,0 0-14 0,0 0-2 16,-12-1 1-16,12 1-3 0,0 0-8 0,0 0 10 15,0 0-12-15,-7 0 5 0,7 0-7 0,0 0 5 16,0 0-6-16,0 0 1 0,0 0-6 0,0 0 4 15,0 0-6-15,0 0-1 0,0 0 6 0,0 0-3 16,0 0 5-16,0 0 1 0,0 0 1 0,0 0-5 16,0 0 5-16,33-4-8 0,-21 4 8 0,0-2-12 15,5-1 11-15,1 3 0 0,0-2-2 0,2-1-1 16,-3 1-5-16,-1 1-1 0,3 1 3 0,0-2 0 16,1 0 0-16,8 1-17 0,-7-1 17 0,-1 1-3 15,8 0 1-15,0 2-2 0,-6-1-5 0,0-3-13 16,-1 1 0-16,1 2-5 0,6-2 1 0,-1 0-3 15,-6 2-6-15,0 0-3 0,0-2 6 0,0 0 1 16,0 2-1-16,-1-3-4 0,2 2 4 0,1 0-9 0,-5 1 1 16,2-2-1-16,-1 2-4 0,1 0 9 0,-1-2-4 15,-4 4 0-15,2-7-1 0,1 3 1 16,-2 4-5-16,-2-2-3 0,3-2-9 0,-3 2-2 16,3-2-2-16,1 1-3 0,-6 1 1 0,2-2-6 0,-2-1-41 15,1 2-110-15,-1-2 49 0</inkml:trace>
  <inkml:trace contextRef="#ctx0" brushRef="#br0" timeOffset="162225.65">10781 11688 34 0,'0'0'70'0,"-8"2"-5"0,8-2 1 15,0 0 0-15,-6 2-18 0,6-2 11 16,0 0 1-16,0 0-3 0,0 0-8 0,0 0 5 16,0 0-3-16,0 0 5 0,0 0 3 0,0 0-20 15,0 0 17-15,-13-1 17 0,13 1-25 0,0 0 3 16,0 0 16-16,0 0-10 0,0 0-4 0,-9-3 4 16,9 3-3-16,0 0-7 0,0 0-2 0,0 0-3 15,0 0-2-15,0 0-1 0,0 0-4 0,0 0 1 0,-9 2-5 16,9-2 0-16,0 0-7 0,0 0-3 0,0 0-2 15,0 0-5-15,0 0 2 0,0 0 2 0,0 0 8 16,0 0 1-16,0 0 2 0,0 0-1 0,0 0 4 16,34-4-2-16,-23 3 0 0,0-2 3 0,2 2-8 15,1 0 10-15,4-1-3 0,4-1-8 0,-2 0 5 16,2-1 1-16,7-1 0 0,-7 4-8 0,-1-2 3 16,0 2-2-16,2-1-5 0,4-1-3 0,-5 3-2 15,5-4-3-15,-6 2 4 0,1 1-2 0,-1 0-3 16,1 1 1-16,-1-2-4 0,-2-1-1 0,3 3 2 15,-2-1 0-15,1-1-2 0,-3-2-1 0,1 1 2 16,-2 3 0-16,0 0-3 0,-5-3 0 0,2 4 0 16,0-4 3-16,-1 0-4 0,1 2 0 0,-3-1 0 15,3 1 2-15,-2-2-3 0,-1 1 3 0,2 2-6 16,-1-2 6-16,0 1 3 0,-3-1-5 0,-1 1-1 16,-1-1 0-16,-7 2 2 0,12 0-8 0,-12 0-12 15,10-1-8-15,-10 1-9 0,11 0-13 0,-11 0-18 16,0 0-19-16,0 0-6 0,0 0-27 0,10 0-23 15,-10 0-28-15,0 0-119 0,0 0-310 0,0 0 137 16</inkml:trace>
  <inkml:trace contextRef="#ctx0" brushRef="#br0" timeOffset="163970.34">10946 10111 23 0,'0'0'120'0,"0"0"-10"0,1-8-12 0,-1 8 3 15,0 0-4-15,0 0 9 0,4-9-7 0,-4 9-2 16,0 0-7-16,0 0 4 0,2-7-3 0,-2 7-1 16,0 0 0-16,0 0 1 0,0 0-3 0,0 0 0 15,0 0-4-15,-1-9-4 0,1 9-2 0,0 0-7 16,0 0-3-16,0 0-7 0,0 0-4 0,0 0-8 16,0 0-2-16,0 0-8 0,0 0-4 15,0 0-2-15,0 0-6 0,0 0-1 0,0 0 1 0,0 0-6 16,0 0 2-16,0 0-2 0,0 0 6 0,2 25 5 15,0-20 0-15,-1 6 0 0,1-2-7 0,-1 2 1 16,1 0 7-16,-1 0 2 0,1 3 5 0,-1 2-8 16,3 0 2-16,-2 0 0 0,-1 2-1 0,-1-1-1 15,1 0 4-15,0 1-4 0,0 1 2 0,3 0 3 16,-4 1 2-16,3 0 2 0,-3-1 0 0,0 1-4 16,0-1 3-16,-2-1-4 0,1 0-5 0,-1 0 5 15,4 0-1-15,-4 0-5 0,0-1 0 0,0 1-3 16,3-1 2-16,-3 0-1 0,3 0 2 0,-2-2-6 15,-2 1 0-15,2-1 1 0,-1-1-1 0,2 0-1 16,-2 1 3-16,0 2-7 0,1-1 3 0,1 1-3 0,0-5-5 16,1 4 2-16,-2-3 7 0,1 2 1 15,1-2-3-15,-1 3-1 0,2-4 2 0,-2 1-6 16,0 0-3-16,0-2-4 0,2 1 7 0,-2 2-3 16,0 1-3-16,0 1 9 0,0-3-4 0,3-1 4 15,-1 0-2-15,-2-1 10 0,0 0-23 0,1 2 7 16,-2-2-5-16,1 0 3 0,-3 0-1 0,3 0 2 0,1 0 0 15,-1-1 2-15,0 0-4 0,2 2-3 16,-2-3 16-16,2 1-17 0,-2 0 5 0,1 0 7 0,-1-2-8 16,0 3-5-16,1-4 0 0,-2 2 4 0,2 0-3 15,1 1 1-15,-2-1-1 0,2 0 3 0,-4-1 0 16,2 2-9-16,2-3 7 0,-1 2 2 0,-1-9 3 16,2 15-6-16,-1-7-2 0,-1-8 8 0,0 16-6 15,-1-10-3-15,1 4 9 0,-2-3-1 0,4 2-1 16,-2 1 6-16,0-2-8 0,-2 3 3 0,4-4-6 15,-4 5 5-15,1-5 3 0,1-7 1 0,1 17 1 16,-1-5 1-16,-1-3-2 0,-1 1 2 0,0 0-6 16,2-3 6-16,0 4 3 0,0-1 2 0,-1 1-11 15,0-4 2-15,2 3 7 0,-1-1-5 0,-2-2-7 16,2-7 8-16,0 15-4 0,-3-10 3 0,3-5-10 16,0 12 10-16,-1-6-7 0,1-6 7 0,0 12-5 15,0-12-4-15,0 11 6 0,0-11-6 0,-2 9 5 16,2-9-6-16,-1 13 7 0,2-7-12 0,1 0 0 15,-2-6 8-15,-3 11 4 0,3-11-4 0,0 12-9 16,0-12 9-16,-1 9-5 0,1-9-2 0,0 11-1 16,0-11 11-16,1 7-3 0,-1-7 7 0,0 0-13 15,0 10 7-15,0-10-14 0,0 0 8 0,0 8 3 0,0-8 0 16,0 0-5-16,3 7-5 0,-3-7 10 16,0 0-2-16,0 8-1 0,0-8-2 0,0 0 2 15,0 0-2-15,1 9 6 0,-1-9 2 0,0 0-7 16,0 0 12-16,0 0-5 0,0 0 0 0,0 0-1 0,0 0 1 15,-3 8 3-15,3-8-3 0,0 0 3 0,0 0 13 16,0 0 6-16,0 0 10 0,0 0 3 0,0 0-1 16,0 0 0-16,0 0-9 0,0 0-1 0,0 0-3 15,0 0-8-15,6-27 1 0,-4 20 5 0,1 1-6 16,-3 6-1-16,6-15-3 0,-4 6-5 0,2 4 2 16,1-5-3-16,-2 4 0 0,2-3-5 0,0 0 4 15,2 3 1-15,-2 0-1 0,0-4-4 0,0 3 1 16,-1 2-5-16,1-3 6 0,0 2-1 0,-1 0 1 15,2 0-6-15,2-2 0 0,-5 3-6 0,2-1 8 16,1 2-1-16,0-4 4 0,-1 5-7 0,1-2 2 16,-3 0-2-16,4 1 3 0,-7 4-4 0,9-7 4 15,-4 4 0-15,-5 3-2 0,8-9-5 0,-5 6 1 16,4-1-4-16,-7 4-4 0,7-7-12 0,-3 4-12 16,-4 3-20-16,8-6-11 0,-3 5-24 0,-5 1-14 15,0 0-25-15,8-6-30 0,-8 6-25 0,0 0-32 16,0 0-27-16,0 0-33 0,0 0-19 0,0 0-25 15,0 0-172-15,0 0-535 0,0 0 237 0</inkml:trace>
  <inkml:trace contextRef="#ctx0" brushRef="#br0" timeOffset="164182.31">10942 11558 39 0,'-13'2'195'0,"-4"0"5"16,-1 1-5-16,5-1-2 0,-2-1-3 15,4 2-2-15,-2-3-10 0,0 1-10 0,3 0-7 16,1 1-2-16,1-2-8 0,8 0-9 0,-15 0-5 0,15 0-8 16,-11-3-15-16,11 3-9 0,-9-5-7 0,2 2-14 15,7 3-8-15,-7-6-14 0,7 6-14 0,-5-9-26 16,2 3-40-16,-1 0-34 0,4 6-50 0,-4-10-40 16,3 2-42-16,0 1-27 0,-2-2-177 0,2 1-420 15,-2 0 186-15</inkml:trace>
  <inkml:trace contextRef="#ctx0" brushRef="#br0" timeOffset="164773.67">10942 10271 50 0,'0'0'117'0,"0"0"-1"0,0-12-11 15,0 12-4-15,0 0 3 0,0 0-5 0,-3-9-9 16,3 9-5-16,-1-8 1 0,1 8 1 0,0 0-1 16,-3-9-1-16,3 9-4 0,0 0-2 0,-2-7-1 15,2 7 1-15,0 0-4 0,0 0-1 16,0 0-6-16,-3-8-8 0,3 8 1 0,0 0-13 0,0 0-14 16,0 0 5-16,0 0-3 0,0 0-4 0,0 0 8 15,0 0-3-15,-14 14-1 0,9-6 0 0,1 2 1 16,-5-1-4-16,2 1-3 0,-6 3 0 0,3 0-4 15,-3 2-2-15,4-2-4 0,-4-3 2 0,3 5-3 16,1-5-1-16,1-1-5 0,1-1-6 0,-2 1-20 16,2-1-15-16,2 0-24 0,1-3-35 0,0 0-37 15,4-5-21-15,-5 9-21 0,0-6-146 0,5-3-337 16,-3 5 149-16</inkml:trace>
  <inkml:trace contextRef="#ctx0" brushRef="#br0" timeOffset="164967.97">10954 10229 36 0,'6'-3'168'0,"-6"3"-6"15,7-4-1-15,-1 1-8 0,-6 3-16 0,0 0-1 16,15-1-15-16,-15 1-13 0,10 3-9 0,-4-1-9 0,2 1 0 16,-2 2-17-16,2 0-5 0,3-1-9 15,-2 2-6-15,1 0-13 0,0 1-29 0,0 1-27 16,1-3-29-16,0 2-32 0,-1 1-31 0,0-1-32 0,-1-1-91 15,-1 1-248-15,-1-1 110 0</inkml:trace>
  <inkml:trace contextRef="#ctx0" brushRef="#br0" timeOffset="165589.25">10178 10941 64 0,'-7'2'242'0,"7"-2"3"0,0 0-1 0,0 0-12 15,0 0-14-15,0 0-19 0,0 0-21 0,0 0-14 16,0 0-18-16,0 0-9 0,15-30-9 0,-4 18-13 16,0-1-9-16,5 2-2 0,-4 1-11 0,2-4-5 15,1 1-8-15,0 1-8 0,-4 0-7 0,2-1-3 16,-3 6-6-16,1-8-4 0,0 2-4 0,-2-1-5 15,-1 5-5-15,-2 0-2 0,3-2-6 0,-3 0 0 16,-1 0-6-16,1 2-1 0,-1 0-1 0,0-1-3 16,-3 3-4-16,1 1-3 0,-2-1 4 0,-1 7-2 15,4-9 1-15,-3 2-3 0,-1 7-1 0,0 0 0 16,3-10-1-16,-3 10 0 0,0 0-2 0,1-7 2 16,-1 7-9-16,0 0 3 0,0 0-4 0,0 0 1 15,0 0 1-15,0 0-4 0,0 0-1 0,0 0 1 16,0 0 1-16,0 0 0 0,0 0 0 0,-13 23 3 15,11-13 1-15,-2 0 3 0,-1 2 0 0,1 3-4 0,0-3 7 16,2-1 3-16,-2 4 1 0,1 1 4 0,2-4-2 16,1-1 1-16,-1 1 2 0,2-1-1 15,0-2-1-15,2 0-1 0,1 0-5 0,1 1 4 0,1-3 1 16,3 2 1-16,-3-5-2 0,5 0-6 0,0 0 1 16,3-2 4-16,3 1-15 0,-1-3-20 0,4 2-26 15,-4-4-23-15,2 2-27 0,-6 0-32 16,2-2-42-16,-4 1-37 0,2-3-33 0,-1 2-228 0,-5 0-509 15,-6 2 226-15</inkml:trace>
  <inkml:trace contextRef="#ctx0" brushRef="#br0" timeOffset="166025.93">10357 10391 140 0,'0'0'235'0,"0"0"1"0,0 0 3 16,0 0-3-16,0 0-3 0,0 0-15 0,0 0-7 15,0 0-10-15,0 0-11 0,0 0-12 0,0 0-9 16,0 0-4-16,0 0-1 0,-8-2-11 0,8 2 1 15,0 0 1-15,0 0 0 0,0 0-10 0,0 0 1 16,0 0-6-16,0 0-8 0,0 0-11 0,0 0-11 16,0-11-14-16,0 11-1 0,0 0-18 0,1-11-3 15,-1 11-11-15,1-9-3 0,-1 9-6 0,2-10-7 0,-2 10 1 16,0-9 6-16,0 9-1 0,0 0-3 16,0 0-2-16,0-10-5 0,0 10-6 0,0 0-9 15,0 0 2-15,0 0-4 0,1-6-2 0,-1 6-3 16,0 0-4-16,0 0-1 0,0 0-3 0,0 0 1 0,0 0-2 15,0 0 2-15,0 0-5 0,0 0-2 0,0 0 0 16,0 0 0-16,0 0-1 0,0 0-16 16,0 0-40-16,0 0-52 0,0 0-65 0,0 0-51 15,0 0-46-15,1 27-60 0,1-21-54 0,0 0-267 0,1 0-697 16,-3-6 310-16</inkml:trace>
  <inkml:trace contextRef="#ctx0" brushRef="#br0" timeOffset="176273.7">21191 9933 33 0,'0'0'69'0,"0"0"-3"0,0 0-4 15,0 0-8-15,3-7-3 0,-3 7 5 0,0 0-6 16,0 0-2-16,0 0 0 0,0 0-10 0,0 0 1 16,0 0 0-16,0 0 0 0,0 0-6 0,0 0-4 15,-2-10 4-15,2 10 5 0,0 0-9 0,0 0 1 16,0 0-1-16,0 0-10 0,4-6-2 0,-4 6-1 16,0 0 1-16,0 0-3 0,0 0 5 0,0 0-12 15,0 0 1-15,4-6 2 0,-4 6 3 0,0 0-3 16,0 0-4-16,0 0-5 0,0 0 7 0,0 0-11 15,0 0 14-15,0 0-2 0,0 0-1 0,0 0-5 16,3-7 17-16,-3 7-16 0,0 0 9 0,0 0-6 16,0 0 5-16,0 0 7 0,0 0-7 0,0 0-6 15,0 0 6-15,0 0-4 0,0 0 1 0,0 0-6 0,0 0-1 16,0 0 5-16,0 0 0 0,0 0 3 16,0 0-2-16,0 0 3 0,0 0-1 0,0 0-1 15,0 0 1-15,0 0-3 0,0 0-7 0,0 0 15 0,0 0 3 16,0 0 8-16,0 0-6 0,0 0 2 0,0 0-1 15,0 0-3-15,-7 22 11 0,7-22-16 0,0 0 0 16,-1 10 1-16,1-10-1 0,-1 10 12 0,1-10 7 16,-2 10 5-16,2-10-7 0,-2 9-2 0,2-9-2 15,-1 10-1-15,1-10-3 0,0 11 10 0,0-11-2 16,2 11 10-16,-2-4-3 0,-1 3 0 0,1-10-2 16,-1 11-2-16,2-5-1 0,-1-6-4 0,0 13-5 15,0-13 2-15,-3 9-5 0,3-9 0 16,-1 9 1-16,1-9 0 0,0 10-6 0,0-10 10 0,0 0 0 15,-1 10 4-15,1-10 1 0,-3 8 0 0,3-8-1 16,-3 8 1-16,3-8-4 0,-2 6-1 0,2-6 1 16,0 0-3-16,-3 6 3 0,3-6-4 0,0 0 0 15,0 0-1-15,0 0 0 0,-5 6 2 0,5-6-2 16,0 0 7-16,0 0-4 0,0 0 1 0,0 0-2 16,0 0 3-16,0 0-1 0,0 0 3 0,0 0-5 15,0 0 0-15,0 0-4 0,0 0 3 0,0 0-2 16,0 0-2-16,0 0-2 0,0 0-1 0,0 0-4 15,0 0 1-15,0 0-3 0,0 0-8 0,0 0-13 16,0 0-15-16,0 0-22 0,0 0-22 0,0 0-23 16,0 0-25-16,0 0-17 0,0 0 1 0,0 0-9 15,0 0-33-15,7-27-25 0,-7 27-109 0,5-8-337 16,-3 5 150-16</inkml:trace>
  <inkml:trace contextRef="#ctx0" brushRef="#br0" timeOffset="182889.15">19564 10679 35 0,'7'3'41'0,"-7"-3"-5"0,0 0-4 0,0 0 1 15,0 0-5-15,0 0-7 0,0 0 8 0,0 0-6 16,0 0 3-16,0 0-7 0,0 0-7 0,0 0 2 15,0 0-3-15,0 0-1 0,0 0 0 16,0 0-8-16,0 0-3 0,0 0-8 0,0 0 1 0,0 0-10 16,0 0-5-16,0 0-32 0,0 0-57 15,0 0 26-15</inkml:trace>
  <inkml:trace contextRef="#ctx0" brushRef="#br0" timeOffset="183480.68">19595 9936 45 0,'0'0'44'0,"0"0"-2"16,0 0-8-16,0 0-8 0,0 0-13 0,0 0-12 15,0 0-9-15,0 0-10 0,0 0-13 0,0 0-31 16,0 0 14-16</inkml:trace>
  <inkml:trace contextRef="#ctx0" brushRef="#br0" timeOffset="183931.55">19482 10641 19 0,'0'0'78'0,"0"0"-9"0,0 0-2 15,7-5-16-15,-7 5 2 0,0 0-5 0,0 0-3 16,0 0-13-16,0 0-14 0,0 0-10 0,0 0-7 16,0 0-16-16,0 0-14 0,0 0-46 0,0 0-80 15,0 0 36-15</inkml:trace>
  <inkml:trace contextRef="#ctx0" brushRef="#br0" timeOffset="185859.75">19462 10755 4 0,'2'-8'49'0,"-2"8"-17"0,0 0-18 0,2-8-23 0,-2 8-6 16,0 0-17-16,-4-10 7 0</inkml:trace>
  <inkml:trace contextRef="#ctx0" brushRef="#br0" timeOffset="186619.26">19471 10635 28 0,'0'0'43'16,"0"0"-11"-16,0 0-20 0,1-9-32 0,-1 9-21 16,2-8 10-16</inkml:trace>
  <inkml:trace contextRef="#ctx0" brushRef="#br0" timeOffset="189636.69">10820 11697 12 0,'-7'-5'94'0,"7"5"-3"0,0 0 1 15,-5-4-21-15,5 4-1 0,0 0 1 0,-7-3-6 16,7 3-7-16,0 0-2 0,0 0 1 15,0 0-15-15,0 0 1 0,0 0-7 0,-9-4-11 0,9 4-17 16,0 0-18-16,0 0-9 0,0 0-13 0,-5-6-13 16,5 6-14-16,0 0-12 0,-5-8-39 0,5 8-118 15,-5-8 53-15</inkml:trace>
  <inkml:trace contextRef="#ctx0" brushRef="#br0" timeOffset="190265.18">10846 10190 48 0,'0'0'62'0,"0"0"5"0,0 0-9 0,0-10-6 16,0 10 1-16,0 0-8 0,0 0 0 0,0 0-6 15,0 0-11-15,0 0-7 0,0 0-5 16,0 0-7-16,0 0-3 0,0 0-7 0,0 0-13 0,0 0 0 16,0 0-13-16,0 0-10 0,0 0-6 0,0 0-27 15,0 0-74-15,0 0 33 0</inkml:trace>
  <inkml:trace contextRef="#ctx0" brushRef="#br0" timeOffset="191434.08">10882 11594 81 0,'0'0'118'0,"-9"2"-7"15,9-2-8-15,0 0-13 0,0 0-12 0,0 0-12 16,0 0-16-16,-9-10-17 0,9 10-26 16,0 0-13-16,-3-9-16 0,3 9-29 0,-2-10-59 15,2 10-119-15,-4-8 52 0</inkml:trace>
  <inkml:trace contextRef="#ctx0" brushRef="#br0" timeOffset="191819.97">11020 10073 58 0,'0'0'65'0,"0"0"-12"0,0 0-5 0,0 0-4 0,0 0-8 16,0 0-8-16,0 0-7 0,0 0-16 0,0 0-13 15,0 0-16-15,0 0-31 0,0 0-59 0,0 0 27 16</inkml:trace>
  <inkml:trace contextRef="#ctx0" brushRef="#br0" timeOffset="192186.64">10924 11536 8 0,'0'0'90'0,"0"0"-2"16,8-24-11-16,-8 24-12 0,3-9-11 16,-3 9-21-16,3-10-12 0,0 4-28 0,-3 6-30 0,0-15-29 15,1 8-71-15,-1 7 32 0</inkml:trace>
  <inkml:trace contextRef="#ctx0" brushRef="#br0" timeOffset="192447.47">10986 10180 14 0,'0'0'14'0,"0"0"-19"0,13 20-6 16,-11-13 4-16</inkml:trace>
  <inkml:trace contextRef="#ctx0" brushRef="#br0" timeOffset="194764.83">20374 10665 45 0,'0'0'124'0,"0"0"-19"0,0 0-8 0,0 0-7 0,0 0-4 15,0 0-18-15,0 0-18 0,0 0-8 0,0 0-16 16,0 0-10-16,0 0-7 0,0 0-22 0,0 0-10 16,0 0-12-16,0 0-15 0,0 0-10 15,0 0-37-15,0 0-103 0,0 0 46 0</inkml:trace>
  <inkml:trace contextRef="#ctx0" brushRef="#br0" timeOffset="195157.62">20535 9917 30 0,'0'0'49'0,"0"0"-1"0,0 0-12 15,0 0-6-15,0 0-11 0,0 0-17 0,0 0-14 0,0 0-22 16,0 0-36-16,0 0 15 0</inkml:trace>
  <inkml:trace contextRef="#ctx0" brushRef="#br0" timeOffset="202205.52">20179 10632 24 0,'0'0'48'16,"0"0"-1"-16,0 0-3 0,0 0-9 0,0 0-1 15,0 0-16-15,0 0-10 0,0 0-12 0,0 0-8 16,0 0-29-16,0 0-43 0,0 0 19 0</inkml:trace>
  <inkml:trace contextRef="#ctx0" brushRef="#br0" timeOffset="202612.52">20401 9719 2 0,'0'0'34'0,"0"0"-17"0,0 0-17 16,0 0-10-16,0 0-9 0,-7 23 5 0</inkml:trace>
  <inkml:trace contextRef="#ctx0" brushRef="#br0" timeOffset="202939.36">20103 10739 50 0,'0'0'60'0,"0"0"-5"16,0 0-11-16,0 0-2 0,0 0-7 0,0 0-12 16,16-6-13-16,-16 6-7 0,0 0-16 0,0 0-39 15,0 0-56-15,5-6 25 0</inkml:trace>
  <inkml:trace contextRef="#ctx0" brushRef="#br0" timeOffset="203206.94">20330 9865 33 0,'0'0'37'0,"0"0"-12"0,5 21-10 0,-4-13-14 16,-1 1-20-16,0 2-20 0,0-1 9 0</inkml:trace>
  <inkml:trace contextRef="#ctx0" brushRef="#br0" timeOffset="203499.19">20153 10786 11 0,'0'0'48'16,"0"0"-9"-16,0 0-21 0,0 0-16 0,0 0-22 16,0 0-22-16,0 0 11 0</inkml:trace>
  <inkml:trace contextRef="#ctx0" brushRef="#br0" timeOffset="203766.91">20277 9933 18 0,'-1'8'15'0,"-1"3"-10"15,2-1-12-15,-4 6-7 0,1 0 4 0</inkml:trace>
  <inkml:trace contextRef="#ctx0" brushRef="#br0" timeOffset="204018.78">20100 10755 12 0,'0'0'-2'0,"2"-8"-3"0,-2 8 2 0</inkml:trace>
  <inkml:trace contextRef="#ctx0" brushRef="#br0" timeOffset="204945.48">20134 10700 5 0,'0'0'34'0,"0"0"-12"15,12-17-25-15,-12 17-7 0,2-11-10 0,1 4 4 16</inkml:trace>
  <inkml:trace contextRef="#ctx0" brushRef="#br0" timeOffset="212141.05">6851 13127 56 0,'-5'-4'169'16,"5"4"-6"-16,0 0-5 0,0 0-4 16,-7-3-8-16,7 3-9 0,0 0-9 0,0 0-10 0,0 0-12 15,0 0-8-15,0 0-10 0,0 0-4 0,18-9-4 16,-8 7-9-16,2 0-5 0,7-1-3 0,0 2-10 15,2-1-4-15,2-1-5 0,-2-1-4 0,8 0-6 16,-4 3-16-16,-3-2-20 0,0-1-19 0,-2 3-24 16,-1-1-16-16,0 0-27 0,-1 2-33 0,-2 0-15 15,-5 2-140-15,1 0-297 0,-6-2 133 0</inkml:trace>
  <inkml:trace contextRef="#ctx0" brushRef="#br0" timeOffset="212535.12">7003 13095 167 0,'0'0'149'0,"-8"0"-3"15,8 0-9-15,-7 6-5 0,3 1 0 0,0 3-1 16,-1 5 4-16,-1 5-6 0,2 6 11 0,-3 4-11 16,2-2-15-16,1 4-9 0,-5 0-11 0,7-2-9 15,-2 1-9-15,1-2 0 0,2-2-13 0,1-2-6 16,0-6-5-16,0 1-4 0,1-3-6 0,1 1-2 15,0-1-5-15,0-1-5 0,-1-6-1 0,0 2-2 16,0-2 1-16,-1-4-6 0,0 1-4 0,0-7-1 16,2 10-2-16,-2-10 1 0,0 0-2 0,-2 10-4 15,2-10-6-15,-3 4-2 0,3-4-5 0,0 0-2 16,-15-4 4-16,15 4-3 0,-14-4 1 0,8 1 1 0,0 0 0 16,-2-1 0-16,0 1 5 0,8 3 5 15,-11-8 7-15,6 6 4 0,5 2 2 0,-9-3-2 16,9 3-3-16,-8-3-2 0,8 3-3 0,0 0-2 15,0 0 2-15,0 0-4 0,0 0 0 0,0 0 3 16,0 0-3-16,0 0 2 0,0 0 0 0,19 9-1 0,-7-5 0 16,6-1 0-16,1-3-5 0,3 0-23 15,-1 0-29-15,10-3-31 0,-2 1-41 0,5-2-36 16,-4 1-39-16,2-4-175 0,-4 1-401 0,2-1 178 16</inkml:trace>
  <inkml:trace contextRef="#ctx0" brushRef="#br0" timeOffset="212777.77">7541 13153 177 0,'-1'-13'238'0,"-1"1"-2"15,1 2-2-15,-3 3-4 0,4 7-7 0,-2-10-19 0,2 10-21 16,-4-7-15-16,4 7-20 0,0 0-8 0,-10 24 1 16,1 2 0-16,-5 8-4 0,-2 11-2 15,-4 4-14-15,7-2-15 0,-2 0-11 0,7-12-4 16,-1-4-9-16,2 3-4 0,3-2 0 0,-1 0-21 15,-3-3-6-15,5 0-4 0,1-3-7 0,-1-6-6 0,-1 5 4 16,1-7-6-16,3 2-18 0,-2-4-29 0,1-2-28 16,0-2-38-16,1-2-30 0,-1-2-38 15,-1 1-47-15,2-9-31 0,-2 9-27 0,2-9-184 16,-7 4-473-16,7-4 209 0</inkml:trace>
  <inkml:trace contextRef="#ctx0" brushRef="#br0" timeOffset="212930.52">7211 13508 123 0,'0'0'208'0,"0"0"-12"0,3-8-5 0,-3 8-8 0,10-3-12 15,-10 3-19-15,17-2-12 0,2 0-15 0,-2 1-12 16,3-1-14-16,0-1-34 0,7 1-44 0,8-1-60 16,-1 1-75-16,-2-1-159 0,3-2-295 0,-3 1 131 15</inkml:trace>
  <inkml:trace contextRef="#ctx0" brushRef="#br0" timeOffset="213283.42">8149 13190 117 0,'2'-7'197'0,"-2"7"-10"0,0 0-7 0,0 0 11 15,2 21 11-15,2 3-2 0,-5 2-5 0,-2 6-7 16,3 0-16-16,-2 3-13 0,-1 10-16 0,-1-13-13 15,0 0-12-15,2 0-12 0,-2-3-9 16,1 1-10-16,1-1-11 0,-2-4 3 0,1 2-14 16,0-2-13-16,1-7-26 0,-1 0-25 0,0 0-34 0,1-3-39 15,0-2-41-15,-2 0-46 0,3-4-42 0,0-1-198 16,-3-3-432-16,1 0 193 0</inkml:trace>
  <inkml:trace contextRef="#ctx0" brushRef="#br0" timeOffset="213888.67">8106 13486 147 0,'13'-11'164'0,"-1"0"-12"0,6 2-16 15,-2-2-6-15,3 0-12 0,-1 1-4 0,7 0-11 16,-7 1-10-16,0 0-3 0,8-2-3 0,-7 3-3 16,0-1-3-16,-2 2-4 0,-6 1-4 0,0-1 5 15,-1 1 9-15,-3-2-6 0,3 4 2 0,-5-1 3 16,-1-1-9-16,3 1-3 0,-3-1-5 0,-2 0-2 15,2-1-2-15,-1 1 0 0,-3 6-5 0,6-9-1 16,-6 9-6-16,1-8-6 0,-1 8-3 0,0 0-7 16,3-5-9-16,-3 5-2 0,0 0-4 0,0 0 2 15,0 0-3-15,-2 32 0 0,1-13 6 0,0 7-7 16,1-1-3-16,-1-1-1 0,-6 2-1 16,5-1-3-16,-1-6 1 0,2-1-2 0,0 1-1 0,-1-1 1 15,1-2-3-15,1-2-2 0,3-4 3 0,-5-1-2 16,2 1-1-16,0-3 0 0,0-7-6 0,3 11-2 15,-3-11-2-15,0 7 1 0,0-7-1 0,0 0 0 16,0 7-1-16,0-7 2 0,0 0-1 0,0 0-1 16,0 0 0-16,18-10-1 0,-9 2 0 0,1 1 0 15,0 1-1-15,0-2 1 0,1 2 0 0,3 0 1 16,-3 1-2-16,3 3 3 0,-2 1 0 0,2-1 4 16,-1 4 3-16,-1-1 3 0,2-1 4 0,-1 3 5 15,5-1-6-15,-5 1 1 0,1 2-1 0,-1-2 4 16,4 0-4-16,0 0 0 0,-3-3 1 0,-1 1 1 15,1-1-2-15,0-2 2 0,3 0-2 0,1-1 0 16,-4-3 0-16,1 0 2 0,-3 1-6 0,-1-1 3 16,-1-2 1-16,-3 0-3 0,0-1 1 0,0 0 0 15,-3-1-4-15,1 0 4 0,-4 0-2 0,0-3 0 16,-2 4 0-16,0-3-4 0,-2 1 3 0,-1 3 5 16,0-1 0-16,1 3-1 0,3 6 1 0,-11-7-2 15,11 7 0-15,-11 0-1 0,11 0 2 0,-19 14 4 16,7-2 1-16,1 1 0 0,-2 2-3 0,3 2 1 15,1-1 0-15,-3 7-5 0,7-7-6 0,0 1-20 16,1-1-22-16,4 0-30 0,1-4-33 0,2 2-42 16,1-1-36-16,6 3-36 0,0-7-40 0,2-1-135 15,-2 1-425-15,9-1 189 0</inkml:trace>
  <inkml:trace contextRef="#ctx0" brushRef="#br0" timeOffset="-214608.07">9361 13749 124 0,'15'-12'221'0,"1"0"-12"0,0 0-12 15,10-4-11-15,-1-2-11 0,2 2-10 0,-1 0-7 16,-1 0-8-16,0-2-9 0,-1 1-6 0,1 2-6 16,0-3-7-16,-4 4-4 0,-1-5 1 0,-5 5-10 15,-2 0-6-15,-2 3 6 0,-2 0-4 0,-3 2-4 16,1-1-10-16,-3 0-6 0,-2 3-6 0,0 0 1 15,0 2-3-15,-2 5-2 0,1-11-4 0,-1 11-17 16,0-8-6-16,0 8-2 0,0 0-1 0,-7-5-8 16,7 5-2-16,0 0-6 0,-14 9-7 0,7 0-2 15,0 2 0-15,-2 2-4 0,1 3 4 0,2 1-3 16,-2 2-3-16,2 0-7 0,2-3 0 0,0 0 2 16,3 0-2-16,1-3 3 0,0 3 4 0,1-5-6 0,1 2-1 15,2-1-2-15,1-3 1 0,3-1 1 16,0 0 2-16,-1-4-4 0,5 1 4 0,-1-2-6 15,2-1-3-15,1-2-1 0,0 0-7 0,0-2 0 16,3-1-6-16,3 0 4 0,-4-3-6 0,-2 2 1 16,-3-2 2-16,6 0 1 0,-6-3-4 0,0 2 4 0,-1 1-3 15,-2-3 4-15,-1 1-1 0,0-3 4 0,0 1-2 16,-4 0 2-16,1 1 2 0,-1-1 3 16,0 3-2-16,-2 0-1 0,2 1-2 0,-3 6 0 0,3-8-2 15,-3 8-1-15,3-5-1 0,-3 5 8 16,0 0-10-16,0 0 0 0,0 0 6 0,0 0 0 0,10 12 1 15,-8-5 4-15,-2-7-3 0,-2 15 6 0,4-8 0 16,-2 2 5-16,0-1-5 0,0-1-1 16,0-7-2-16,-2 14 3 0,2-14-4 0,0 12 3 0,0-12 2 15,2 10 2-15,-2-10 0 0,0 5 4 0,0-5-5 16,0 0 6-16,0 0 0 0,1 7 5 0,-1-7 24 16,0 0-19-16,0 0 6 0,0 0-5 0,0 0-5 15,0 0-3-15,14-12 2 0,-6 3-1 16,-2 1 0-16,2 1-2 0,3-5-5 0,-2 3 6 15,0 1-11-15,3-3 2 0,-2 3 1 0,0 3-6 0,-1 1 2 16,1-1 2-16,-2 4-6 0,0 1 1 0,-8 0 1 16,17 2 1-16,-10 2-3 0,2 2 1 0,0-1 2 15,1 2 1-15,-2 0 1 0,1-2 0 16,1 1 0-16,-2-1 0 0,1-1 3 0,1 0 0 0,0-1 3 16,0-2-2-16,3-1 7 0,-2-3-4 0,1 0 0 15,5-3-3-15,-5 1 5 0,5-3 3 0,-5 3-8 16,1-6 17-16,-4 5-14 0,2-2-3 0,-1-1 0 15,-4 1-3-15,2-2 4 0,-4 3 0 16,1-3 2-16,-4 2-1 0,3 1 2 0,-3 0-5 0,-1 7 0 16,0-14 5-16,0 14-6 0,0-8-4 0,0 8 4 15,-5-7-6-15,5 7 4 0,0 0-4 0,0 0-1 16,-14 14 3-16,9-3-3 0,0 3 10 0,-3 4-11 16,3 2 5-16,0-2-4 0,1 1 2 0,2-2 0 15,-1 2-2-15,0-1 2 0,3-1-1 0,-1 0 0 16,2-1 4-16,1 1-5 0,-1-4 7 0,0-1-6 15,-2 4 4-15,2-5-7 0,1 5-13 0,-4-6-12 16,0-1-24-16,0 0-23 0,-5 1-24 0,1-3-35 16,-1 1-40-16,-1-1-33 0,1-3-37 0,-5-1-232 15,1 0-519-15,-2-1 229 0</inkml:trace>
  <inkml:trace contextRef="#ctx0" brushRef="#br0" timeOffset="-214424.01">9848 13305 2688 0,'-17'-19'6'15,"4"5"-13"-15,1 2 0 0,1 5-2 0,4 1 4 16,0 0-2-16,0 1 5 0,3 2-1 0,4 3-4 16,-8-5-6-16,8 5-14 0,0 0-5 0,0 0-43 15,0 0-46-15,0 0-41 0,12 22-208 0,-1-17-401 16,5 6 179-16</inkml:trace>
  <inkml:trace contextRef="#ctx0" brushRef="#br0" timeOffset="-213985.16">10514 13377 73 0,'-3'-10'297'0,"2"5"-14"0,1 5-13 0,-4-12-14 15,4 12-29-15,-3-7-20 0,3 7-27 0,0 0-18 16,0 0-11-16,0 0-9 0,-6 19 6 0,5-2 1 16,-1 11-12-16,-1-1-9 0,-1 3 3 0,-3-1-23 15,4 4-12-15,0-5-5 0,0 3-15 0,0-3-7 16,1 2-4-16,1-4-9 0,0 3-8 0,-1-4 3 15,0 1-12-15,1-7-3 0,-1-1-14 0,2 0-26 16,-2-6-29-16,4 0-31 0,-2-1-42 0,-2-1-46 16,4-1-38-16,-2-2-41 0,0-7-44 0,3 10-166 15,-3-10-477-15,0 0 211 0</inkml:trace>
  <inkml:trace contextRef="#ctx0" brushRef="#br0" timeOffset="-213512.29">10350 13591 64 0,'0'0'183'16,"8"-8"-16"-16,1 6-11 0,2-2-14 0,8 3-13 15,2-3-12-15,8 1-7 0,2 0-10 0,3 1-10 16,5-3-11-16,-2-1-9 0,-1 0-8 0,2 3-4 16,0-2-6-16,-3-1-4 0,-3 3-8 0,-4 0-2 15,-9-1-5-15,3 2 0 0,-9 0-2 0,-1-1-6 16,0 1 2-16,-2 2 3 0,-2 0 3 0,-8 0 4 15,7-3 1-15,-7 3 3 0,0 0 0 0,0 0 0 16,0 0-1-16,0 0 1 0,-29 7 4 0,15 2 3 16,-4 0 3-16,-1 2 4 0,-3 4 0 0,0-1 1 15,2 3-1-15,4-5-6 0,3 4 1 0,1-3-10 16,4 0-1-16,2-1-6 0,1-2-2 0,2 1-1 16,2 0-3-16,1-1-4 0,1 0 0 0,1-4-2 15,3 0-3-15,2 1-1 0,1-1 0 0,1-1-1 16,1-3 1-16,3-1 1 0,0 2-4 0,1-5-3 15,0 2 4-15,0-4-3 0,-1 0-1 0,4 1 0 16,-4-1 2-16,-1-4-3 0,-1 3 3 0,-2-3-7 16,-1-2 0-16,-2 2 1 0,2-1 1 0,-2-1-3 15,0 0 1-15,-3-2 0 0,1 2 0 0,0 1-3 0,0 1 7 16,-2-1 5-16,-2 3-5 0,0 6-1 16,3-8-3-16,-3 8-7 0,0 0 4 0,4-5-2 0,-4 5 1 15,0 0-3-15,0 0 0 0,2 24 4 16,1-13-3-16,-3 2 0 0,0-2-26 0,1 4-29 15,1 1-31-15,-2 2-51 0,1-3-57 0,0-2-57 0,1-3-166 16,0 2-452-16,0-3 200 0</inkml:trace>
  <inkml:trace contextRef="#ctx0" brushRef="#br0" timeOffset="-213159.93">11104 13608 88 0,'0'0'233'0,"0"0"-10"0,0 0-13 0,1 19-4 16,-1-10-6-16,-1 2-18 0,0-1-11 0,1 1-14 0,0-3-8 15,-3 1-11-15,2 1-8 0,2-1-10 0,-1-2-7 16,0-7-7-16,0 12-10 0,0-5-1 0,0-7 2 16,0 0-4-16,-1 9 12 0,1-9 1 15,0 0 7-15,0 0-7 0,0 0-4 0,0 0-11 0,0 0-12 16,0 0-7-16,0 0-1 0,0 0-13 0,8-31-8 15,-6 21-5-15,3-2-4 0,4-3-10 0,0-3 0 16,4 4-2-16,-1-2-5 0,0 1 2 16,1 1-5-16,-3 6-9 0,4-2-7 0,-1 3 0 15,-3 1-4-15,2 3 0 0,-4 2 0 0,4 2-2 0,-2 2 0 16,1 0 0-16,-1 4-3 0,-1 3 1 0,-1 0 5 16,2-1 1-16,-1 4-14 0,-1 1-24 0,-1 1-28 15,0 0-31-15,-5-2-40 0,2 2-45 16,1-3-66-16,-5 4-66 0,0 0-182 0,0-6-534 0,-4 0 237 15</inkml:trace>
  <inkml:trace contextRef="#ctx0" brushRef="#br0" timeOffset="-212900.85">11531 13305 118 0,'0'-16'332'15,"-2"6"-9"-15,4-1-18 0,-2 5-23 0,0 6-32 16,0-10-30-16,0 10-18 0,0 0-14 0,0 0 4 16,0 0-8-16,0 44-3 0,0-15-9 0,0 3-7 15,0 1-6-15,-2 0-20 0,0 0-6 0,1 1-15 16,-2-2-17-16,2-2-2 0,-2 0-15 0,3-3-8 16,-1 0 1-16,-1-1-2 0,2-6-18 0,0-1-34 15,-2 6-38-15,1-7-43 0,2-3-37 16,-2-2-37-16,0-1-47 0,-1-3-51 0,2-2-44 0,-1 1-35 15,1-8-186-15,-2 6-534 0,2-6 236 0</inkml:trace>
  <inkml:trace contextRef="#ctx0" brushRef="#br0" timeOffset="-212424.31">11367 13522 81 0,'0'0'196'0,"0"0"-14"0,12-5-5 0,-1 4-10 15,1-1-14-15,10 2-8 0,7 0-13 0,2 0-14 16,1 0-12-16,0-2-7 0,-3 1-11 0,5 1-10 16,-3-2-6-16,1 2-8 0,-3-2-7 0,0 0-4 15,-9 1-2-15,-2-2-7 0,-3 2-7 0,-3 0-1 16,-1 1-4-16,-2-1-3 0,-9 1 2 0,9-3-1 16,-9 3-1-16,7-3-1 0,-7 3 2 0,0 0-2 15,0 0-2-15,0 0 5 0,0 0 4 0,0 0 1 16,-26-1 3-16,14 5 8 0,-4 2 1 0,0 4 6 15,-3-2-4-15,3 3-5 0,-1 2 0 0,4-1 0 16,-1 4 0-16,3-1-6 0,0 0-3 0,0 2-6 16,4-4-2-16,3-1 0 0,1 0-3 0,2 1-1 15,2-2-3-15,2-5-3 0,3 3 2 0,-1-2 0 16,5-3-2-16,0 0-3 0,1-2-1 0,3 0 0 16,-1-2 2-16,1 1-3 0,2-4 3 0,2 0-5 15,-5-1-2-15,3-2 4 0,-3 0-4 0,-2 1 5 16,1-2 1-16,-3-1 2 0,4-2-2 0,-4 1 12 15,2-4-1-15,-5 4 4 0,0-1 5 0,0 0-3 16,-2 1-1-16,-1 1 6 0,-1 0-6 0,-2 8 2 16,4-9-6-16,-2 5-6 0,-2 4-6 0,0 0 0 15,0 0-5-15,0 0-3 0,0 0-2 0,0 0 0 16,0 0 0-16,2 25 3 0,-1-12-5 0,1-1-25 16,-2-1-36-16,3 6-41 0,-3-5-45 0,3 4-42 15,-1 0-56-15,2-4-45 0,0 4-177 0,-1-3-503 16,1-4 223-16</inkml:trace>
  <inkml:trace contextRef="#ctx0" brushRef="#br0" timeOffset="-211873.17">11949 13562 128 0,'0'0'280'0,"-1"-10"-32"0,1 10-18 16,0 0-32-16,0 0-13 0,0 0-2 0,0 0-8 15,0 0-7-15,10 25-12 0,-8-13-6 0,1 4-6 16,-2 0-12-16,3 0-9 0,-2 0-10 0,0-1-5 16,-1-4-8-16,0 0-4 0,2 0-13 0,-2-1-5 15,2-1-9-15,-1-2-4 0,-2 0 0 0,0-7-6 16,2 7-3-16,-2-7 3 0,1 6 2 0,-1-6 6 16,0 0 0-16,0 0-9 0,0 0-10 0,0 0-2 15,0 0-3-15,0 0-8 0,0 0-9 0,8-22 0 16,0 12-9-16,2-4-12 0,-3 0-11 0,5-1-9 0,0-2-18 15,7-4-10-15,-8 5-1 0,9-4-7 16,-4 8 3-16,2 2 6 0,-3 2 3 0,-3 3 2 16,-1 1-1-16,-2 3 9 0,3 2-3 0,-1 3 7 15,-1 2 0-15,0 0 3 0,-2 2 2 0,0 2 4 0,3-1 1 16,-2 2 1-16,-1 0 5 0,3-1-2 16,-3-3 4-16,1 1 4 0,1 0 6 0,2 0 3 15,-1-2 3-15,0-1 6 0,3-1-1 0,-3-2 0 16,3-2 1-16,-3 0 2 0,3 0-5 0,-3-3 3 15,0 1-3-15,2-4 1 0,-4 0 3 0,2 0-6 0,-1-3 2 16,1 2-2-16,-5-2 1 0,6-4-3 16,-9 3 4-16,1-3-4 0,0-2-4 0,-2 3 1 15,-2-5 2-15,-2 0-2 0,2 6-1 0,-2-4-3 16,0 2-1-16,-3 2 4 0,1 3-1 0,-1 1 1 0,2 1-1 16,3 6-8-16,-11-3 6 0,11 3-2 15,-16 10-2-15,8-3 3 0,-3 4-3 0,-1 3 3 0,1 3-4 16,3-3 5-16,1 3-1 0,1 1 0 15,2-3-15-15,4 3-26 0,0-7-27 0,2 6-28 16,-1-5-43-16,6 1-45 0,-3-4-38 0,5 1-34 0,-4-2-172 16,5-3-463-16,2 1 206 0</inkml:trace>
  <inkml:trace contextRef="#ctx0" brushRef="#br0" timeOffset="-210922.76">12724 13534 86 0,'0'0'290'0,"2"-11"1"0,-2 11-6 0,0-7-15 16,0 7-10-16,0 0-28 0,0 0-13 16,0 0-5-16,0 0-13 0,-21 15-9 0,15-3-14 15,0-2-6-15,-5 3-19 0,5 3-19 0,-2 0-7 0,1-2-15 16,3 0-14-16,-4 0 0 0,7-1-9 0,-1-3-8 16,4 2-9-16,-2-2-4 0,4 0-7 0,1-1 11 15,-1-2-26-15,5 0 1 0,1-2-11 0,0 2-20 16,2-3-11-16,6-4-8 0,-2 2-12 15,-1-4-16-15,4-1-11 0,-2-2-12 0,1-1-6 0,-4 1-4 16,0-5-4-16,-4 3-1 0,-1-2-2 0,-2-1 5 16,0 0 5-16,-3 0-1 0,-1-3-3 0,-3-3 5 15,-3 0 14-15,-1 0-3 0,-6 1 9 0,2 0-1 16,-3 1 10-16,2 1 15 0,-5 3 16 0,5 1 5 16,-4 3 13-16,4 1 2 0,-2 2 12 0,-1-1-1 15,1 1-6-15,3 2-3 0,8 1-2 0,-14 0-3 16,14 0 3-16,-7 4-2 0,7-4 3 0,0 0-7 15,0 0 3-15,0 0-3 0,18 15 6 0,-7-11-7 16,7-3 0-16,0 1-2 0,11-4 2 0,0 0 1 16,1-1-2-16,-1 1-5 0,0-3 0 0,-8 2-2 15,-2-1 1-15,-2 0 0 0,-4 2 3 16,1 0-2-16,-4-1 4 0,-3 3 4 0,-1-1-2 16,-6 1-5-16,12 0 8 0,-12 0 8 0,7 7 11 0,-5-2 7 15,-2 2 5-15,0 3 9 0,-2 2 0 0,2 1-6 16,0 4-3-16,-4-2 5 0,3 4-8 0,1-3-2 15,-2 0-4-15,4-3-5 0,-1-2-16 0,3 1 24 16,0-1-15-16,1-1 1 0,1 1 2 0,0-4 0 16,2 2-4-16,1-3 1 0,1-1 5 0,2-2-3 15,1 1-10-15,2-4 3 0,-2 0-4 0,5-2 4 16,-1-2-6-16,0-1 8 0,-4 1-3 0,-2-4-3 16,-2 2 0-16,2-2-3 0,3-5 3 0,-7 3-1 15,1 0 2-15,0 1-7 0,-2-5-3 0,-1 1 3 16,-1-1-3-16,2-2-18 0,-1 2 18 0,-3 3-2 15,1 0 0-15,-1 3 0 0,-2 1-8 0,1 1 11 16,-1 6-7-16,-1-9 0 0,1 9-10 0,1-8-1 16,-1 8-3-16,0 0 8 0,0 0-3 0,0 0 1 0,0 0 5 15,4 22-4-15,-2-13-3 0,-2 1 9 16,2-1-2-16,0 2 1 0,0-1 3 0,-1-2-6 16,3 0 11-16,0 2-6 0,2-4 4 0,0 0-1 15,1 2 5-15,1-4 13 0,2-1 2 0,1-1-5 16,-2-2 6-16,4 0-3 0,-2-2-4 0,6-3-5 15,-2 0 5-15,3 0 3 0,-1-1-12 0,-2-2 1 16,-4 0 0-16,2-3-3 0,1 2 0 0,-4-4-3 16,0-1-6-16,-3 2 0 0,1-1-5 0,-3-2-8 15,-1-2-7-15,0 2-3 0,0 2 1 0,-2 2-4 16,-2 1 4-16,0 1 3 0,0 1 0 0,0 8-7 16,-2-9 4-16,2 9 1 0,0 0 1 0,0 0 2 15,0 0 0-15,-23 15 7 0,16-5-5 0,-2 1 3 16,0 4 3-16,2 1 3 0,3 1-2 0,0 0 2 0,-2 2 1 15,2-1 3-15,0-1-7 0,4 0 14 0,0 2-12 16,-3-4-10-16,3 0 13 0,0-3-1 0,1 1 3 16,-1-2-4-16,2 0 0 0,-2 2 9 15,0-4-4-15,0-9-3 0,0 21 1 0,-5-11 4 16,5-10 4-16,-2 12-4 0,-4-6-19 0,5 0-16 0,-6-1-24 16,1-1-29-16,-1-1-38 0,-2 0-43 0,-3-1-46 15,4-2-60-15,-3 0-71 0,11 0-191 16,-27-6-582-16,11 0 257 0</inkml:trace>
  <inkml:trace contextRef="#ctx0" brushRef="#br0" timeOffset="-210206.64">14855 13404 146 0,'1'-12'256'0,"-3"2"-12"0,-3 0 4 0,2 1-15 16,-5 1-16-16,-2 2-16 0,0 4-15 0,-7-2-14 15,-2 4-8-15,0 6-9 0,-10 3-13 0,5 6-3 16,-5 3-11-16,4 5-9 0,-2 0-14 0,2 2-12 16,2 0-4-16,6 2-7 0,1-4-8 15,5 0-12-15,5-4-3 0,1-4-9 0,8 2-2 0,-2-4-4 16,4 3-2-16,4-2-2 0,4-2-7 0,2-2-5 15,2 0 2-15,0-4 0 0,2 0 1 0,2-3 0 16,6-1-9-16,-6-1-4 0,-1-4-4 0,-2 1-3 16,4 0 4-16,-3-5-4 0,-2 1 0 0,-1-1 1 15,-4 1-2-15,-3-2-4 0,0 2 7 0,1-3-3 16,-2 0-2-16,-3-1-4 0,1-1 1 0,-4 1 6 16,1 0-8-16,-2 0 0 0,-1 1 3 0,3 2 10 15,-3 7-15-15,2-10 0 0,-2 10-4 0,2-8-2 16,-2 8-4-16,0 0 2 0,0 0 1 0,0 0 10 15,0 0-8-15,0 0 0 0,0 0 8 0,2 23-1 16,-2-12 0-16,0-1-1 0,0 0-2 0,0 3 3 16,0-2 3-16,2 0-3 0,-1-1-3 0,-1 2-5 15,2 2-20-15,0-4-34 0,3-1-41 0,-4 2-52 16,4-2-64-16,-2-2-49 0,3-1-252 0,-1-3-560 16,2-1 248-16</inkml:trace>
  <inkml:trace contextRef="#ctx0" brushRef="#br0" timeOffset="-209965.31">15269 13454 232 0,'0'0'290'16,"-8"-7"-8"-16,8 7-6 0,-16-2-1 0,5 6-14 16,-3 2-8-16,1 3 1 0,-4 3-8 0,-4 3-4 15,3-1-15-15,-1 3-3 0,5 4-9 0,0-6-18 16,2 0-11-16,1 1-14 0,3-1-23 0,2 0-13 15,2-3-15-15,3 0-6 0,2-1-10 0,2 0-16 16,-2-1-6-16,8-1-10 0,-2-2-9 0,4 0-27 16,0-1-20-16,8 1-59 0,-1-5-44 0,-1 2-35 15,5-3-41-15,-3 1-53 0,-1-1-67 0,2-2-59 16,-2-1-255-16,0-2-644 0,-5 1 285 0</inkml:trace>
  <inkml:trace contextRef="#ctx0" brushRef="#br0" timeOffset="-208755.51">16234 13369 66 0,'0'0'242'15,"-8"-9"-10"-15,2 4-9 0,-2 3-4 0,-4 0-14 16,0 1-5-16,-2 4-14 0,-3 4-11 0,2 1-8 16,1 6-7-16,-2 0-5 0,3 1-15 0,-3 7 3 15,2 1-19-15,2 2-9 0,3-1-8 0,3-1-11 16,2-4-13-16,2 0 13 0,3-2-21 0,1 0-8 16,2 0-7-16,4-2-4 0,3 0 7 0,2 0-20 15,-1-4-19-15,4-2-17 0,-2 0-24 0,6-2-18 16,-1-2-28-16,0-1-27 0,3-3-28 0,-2 2-22 15,-1-5-10-15,3-2-10 0,0 2-11 0,-2-3 12 16,2-1 12-16,-3-1 14 0,0-1 5 0,-2-1 16 16,1-1 9-16,0-1 14 0,-4-2 13 0,1 2 26 15,-3-3 26-15,-4 3 5 0,-1 2 38 0,-2-1 13 16,-1 0 21-16,-3 4 16 0,2 0 7 0,-3 6 24 16,1-12 2-16,-1 12-1 0,0-8-1 0,0 8 1 15,0 0 10-15,0 0 5 0,0 0 8 0,-21 12 9 16,11-4-5-16,-1 4-4 0,-1 1-5 0,3 0-12 15,0 1-4-15,0 1-6 0,1 0-15 0,1-4-1 16,3 1 11-16,0-2-20 0,2 0-4 0,-1 2-12 16,3-1-1-16,1-1-10 0,2 1 6 0,0-3-12 15,1-1-2-15,1-3 0 0,1 1 0 0,3 0-7 16,0-2-7-16,1 0-6 0,2-1-22 0,-2-2-10 16,1-1-12-16,1-2-13 0,-3-1-17 0,2-2-4 0,-1 1-3 15,-2-2 2-15,0 0-7 0,-2-3-4 16,2-1-2-16,-3 0 3 0,-2-2-11 0,0-3 9 15,-3 1 7-15,0 0 7 0,-1-2 4 0,0 2 3 16,-2-2 5-16,-1 3 8 0,2 2 4 0,-2 1 5 16,-1 1 9-16,3 2 5 0,0 3 5 0,2 5 2 15,-2-12 2-15,2 12-2 0,-2-7 2 0,2 7 0 16,0 0 3-16,12-7-2 0,-5 7 1 0,-7 0 3 16,21 3-2-16,-8 1 2 0,2 2 0 0,2 1 10 15,-3 3 6-15,2 3 4 0,-2-2 3 0,-1 3 0 16,-1 0 5-16,-2-2 0 0,1 4 3 0,-2 0 0 15,4-2 7-15,-7 0 0 0,0-3-3 0,-3 0 0 16,0 0 1-16,0-4 3 0,-2-1 7 0,0 1 9 16,0 0 12-16,-1-7 8 0,2 8 9 0,-2-8 9 15,0 0-10-15,0 0-5 0,-7 6 0 0,7-6-10 16,0 0-10-16,0 0-2 0,0 0 1 0,-11-14-10 16,11 14-5-16,-3-15-5 0,6 6-4 0,-2-3-6 15,5-2 7-15,1-3-28 0,4 0-9 0,-2-2 3 16,5-1-9-16,4 0-1 0,3-1-2 0,-2 3 1 0,-1 6-2 15,-2 2 5-15,1 3 4 0,2 1-9 0,-6 5-2 16,-3 2 5-16,3 3-1 0,-3 2-1 0,-1 1 2 16,0 2 4-16,1 3 0 0,-3 2 9 15,-1 1-9-15,-3-4 2 0,0 5-1 0,0-4 1 16,-1 2 4-16,0-4-1 0,-2 0-2 0,0 0 2 0,1-1 3 16,-1-1-1-16,0-8 13 0,0 11-12 0,0-11-2 15,0 8 9-15,0-8-2 0,-4 8 5 16,4-8 1-16,0 0-7 0,0 0 19 0,0 0-17 15,0 0 0-15,0 0-8 0,0 0 6 0,0 0-11 0,-4-27-8 16,7 18 1-16,2-1-7 0,4-5 2 0,5 0-19 16,1-4 2-16,5-2-3 0,-1 4 3 0,1 0 5 15,-2 6 4-15,-1 0 0 0,1 4 3 0,-3 0 1 16,-1 5 5-16,-4 0-4 0,2 5 4 16,-1 0-1-16,-2 3 1 0,-1 1 1 0,2 3 5 0,-5-1 1 15,0 2 3-15,-2 1-1 0,1 3 1 0,-2-2 6 16,-2-2-3-16,0 6-2 0,2-5 2 0,-4 1-1 15,1-1-32-15,-2 0-40 0,1-1-46 0,-2 5-53 16,0-5-65-16,-1-2-261 0,-1 0-544 16,1-2 242-16</inkml:trace>
  <inkml:trace contextRef="#ctx0" brushRef="#br0" timeOffset="-208498.79">17431 13395 42 0,'-2'-16'306'0,"-1"4"-13"0,-1 2-1 0,3 2-16 16,-2 2-28-16,3 6-27 0,-3-9-21 0,3 9-15 15,0 0-1-15,0 0-4 0,0 34-10 0,2-10-8 16,-1 2-16-16,1 7-5 0,-2-1-5 0,-2 3-6 16,-1-1-7-16,1 2-8 0,1-2-12 0,-1 2-11 15,-1 9-9-15,2-11 1 0,-3 2-17 16,1 0-1-16,-3-5-12 0,2 0-12 0,-1-2-22 0,1-4-34 15,0-6-30-15,-1 0-30 0,1 0-35 0,0-2-39 16,-2-1-49-16,2-5-52 0,0-1-40 0,1-3-218 16,-1-1-548-16,0-1 243 0</inkml:trace>
  <inkml:trace contextRef="#ctx0" brushRef="#br0" timeOffset="-208288.83">17514 13605 123 0,'13'-7'222'0,"1"5"-7"0,-2 2-11 0,-1 0-9 16,2 4-6-16,-4 1-11 0,0 2-9 0,-4 2-20 15,2 0-7-15,0 1-7 0,-2 1-12 0,-2 6-11 16,-3-6-11-16,0 4-7 0,-3-2-7 0,-2 1-10 16,-3 2-4-16,-2-2-6 0,1 1-19 0,-1 0-26 15,-4-1-35-15,1-2-45 0,-2-5-52 0,4 1-53 16,1 0-59-16,-6-2-139 0,4-3-389 0,6-1 173 15</inkml:trace>
  <inkml:trace contextRef="#ctx0" brushRef="#br0" timeOffset="-207960.95">17696 13604 208 0,'0'0'241'0,"0"0"4"16,0 0 5-16,0 0-4 0,-10 21-10 0,6-5-14 15,-3-2-14-15,2 3-22 0,3 0-17 0,-1-1-12 16,2 2-12-16,3 3-14 0,1-4-13 0,-2-1-11 16,7 1-1-16,0-2-20 0,5-2-5 0,-3-1-8 15,4 1-6-15,1-6-1 0,-2-1-10 0,1-1-4 16,2-4-9-16,-3-1-4 0,0 0 2 0,1-1-5 16,-4-4-5-16,2-1-7 0,0 2-8 0,-4-3-1 15,1-3 2-15,0-5-2 0,0 1-2 0,-4 0-1 16,0-3-3-16,-1 0 0 0,-4 0 2 0,1-1-2 15,-2 1-5-15,-3 0 1 0,-1 1 1 0,4 4-5 16,-6-4 0-16,1 5 2 0,-2 3-4 0,-1-1-2 16,0 2-4-16,-1 4-13 0,0 2-14 0,-2-2-20 15,-1 4-22-15,1 2-34 0,-6 3-41 0,3 1-62 16,-2 2-62-16,3 4-204 0,-1-4-519 0,2 2 230 16</inkml:trace>
  <inkml:trace contextRef="#ctx0" brushRef="#br0" timeOffset="-207439">18029 13682 78 0,'0'0'302'0,"0"0"-6"16,14 5-2-16,-11 0-4 0,1 1-25 0,1-3-15 15,0 7-16-15,1-1-14 0,-1 2-17 0,2-1-20 16,-1 0-15-16,-1 1-15 0,2-1-13 0,-4 0-11 15,1-1-13-15,0-3-10 0,-1 1-8 0,-2 0-6 16,-1-7-13-16,3 10-7 0,-3-10 0 0,1 6-7 16,-1-6-3-16,0 0-4 0,0 0 1 0,0 0-2 15,0 0-11-15,0 0 2 0,0 0-12 0,0 0 9 16,0 0-11-16,-6-26-8 0,11 16-1 0,1-5 3 16,4-2-10-16,0 2 0 0,6-6 2 0,2-3-9 15,5 4-14-15,1-1 6 0,-1 0 6 0,4 3-15 16,0 4-8-16,-3 2 8 0,-4 5 1 0,-3 0-1 15,1 4-3-15,-5 2 3 0,2 2-2 0,-3 2 2 16,-2 3-1-16,2 0-7 0,3 4 11 0,0-2-3 16,-6 0-3-16,-1 2 3 0,-1-1 4 0,2-1 1 0,0 1 5 15,0 0-10-15,0-2 18 0,2 1-6 0,-1-3-10 16,-3-1 8-16,3 0-2 0,-3-3 1 16,3 0-1-16,1-1 4 0,1-2 0 0,1-2-2 15,-4 0-1-15,1 1 0 0,-5-4 1 0,3 0-3 0,-1-1-2 16,-2 0 7-16,1-2-1 0,-5 0 6 0,2-1-3 15,-3 0-6-15,0-5 16 0,-2 4-14 16,1 1-2-16,-2-2 3 0,1 3-7 0,-3 2 6 0,2 1 3 16,-1 3-9-16,4 4 2 0,-12-4-4 15,1 6 4-15,1 4-2 0,-5 3 0 0,-6 9-4 0,8-4-11 16,1 1-25-16,-4 8-49 0,0 0-49 0,2 3-62 16,3-2-80-16,5-1-67 0,-3 3-214 0,5-7-607 15,6-3 268-15</inkml:trace>
  <inkml:trace contextRef="#ctx0" brushRef="#br0" timeOffset="-207208.73">18715 13772 38 0,'7'-17'282'0,"1"-1"0"16,-1 1-4-16,3 0-3 0,5-4-5 0,0-1-11 16,-2 9-20-16,1-3-14 0,0 3-14 0,2 0-7 15,-3 3-14-15,-1 4-15 0,0 2-13 0,0 1-14 16,-2 3-2-16,3 0-19 0,-7 3-18 0,3 0-9 15,1 3-7-15,0 2-8 0,-4 1-5 0,-1 1-12 16,1 0-2-16,-2 2-6 0,0-1-6 0,-3 1-4 16,2 1-3-16,-2-1-27 0,0-2-43 0,1 0-39 15,-2 2-47-15,1-1-48 0,0 0-52 0,3-5-61 16,-1 1-67-16,-1-1-193 0,-2-6-573 0,10 8 253 16</inkml:trace>
  <inkml:trace contextRef="#ctx0" brushRef="#br0" timeOffset="-206984.36">19204 13445 46 0,'4'-25'316'0,"1"6"0"15,-3 0 8-15,1 3 11 0,-2 3 7 0,0 3-17 16,1 4-22-16,0-1-26 0,-2 7-33 0,4-5-24 16,-4 5-18-16,0 0-8 0,13 22-10 0,-9-4-8 15,-2 1-12-15,5 6-7 0,-6 2-17 0,0 0-11 16,1 2-14-16,-2-3-9 0,2 1-17 0,-1-1-4 15,-2-1-9-15,1-6-6 0,-1 0-17 0,1-3-18 16,-1 0-47-16,1 0-48 0,0 0-42 0,-2-3-57 16,1-2-57-16,-2 1-64 0,3-5-71 0,-5 3-290 15,5-10-694-15,-8 10 307 0</inkml:trace>
  <inkml:trace contextRef="#ctx0" brushRef="#br0" timeOffset="-206813.75">19109 13557 2393 0,'5'-7'143'0,"-2"2"-89"16,-3 5-29-16,6-10-12 0,-3 6 17 0,-3 4 26 15,11-3 6-15,-4 1-5 0,-7 2-6 0,18-2-2 16,-6 2-9-16,2 0-6 0,4 0-3 0,2 0-32 16,3 0-47-16,5-1-55 0,1-3-85 0,-7 3-262 15,5-3-487-15,-6 1 215 0</inkml:trace>
  <inkml:trace contextRef="#ctx0" brushRef="#br0" timeOffset="-205499.17">20502 13596 15 0,'1'-7'282'0,"-1"7"-15"16,0 0-22-16,0 0-13 0,3-7-18 15,-3 7-28-15,0 0-17 0,0 0-14 0,0 0-7 0,0 0-2 16,0 0-4-16,1 22-15 0,-1-12-7 0,0 3-14 16,0 1-12-16,2-4-3 0,1 7-9 0,0-5 0 15,5 2-15-15,-1-4-4 0,4 3-7 0,-1-5 0 16,4 4-11-16,0-2 5 0,2-1-7 15,1-2-4-15,0-1-5 0,-4-2-1 0,4-1-3 16,-1-2-2-16,-4-2-4 0,0-2 2 0,-3 2-3 0,1-3-3 16,-1 0-4-16,-4-1 1 0,0 0 4 0,-1-4-8 15,0 3 0-15,-1-3-4 0,-3-3-3 0,-3 1 5 16,-1-1-4-16,-3-4-6 0,-1 0-3 16,-1 1 28-16,-2-1-7 0,-2 1-3 0,-1 0 5 0,1 4-8 15,0-1-1-15,-2 4-3 0,1 0 4 0,1 2-10 16,1 2 2-16,0 1 0 0,0 2-1 0,-1-1-2 15,2 2-1-15,3 3-6 0,8-3-4 0,-10 3-6 16,10-3 2-16,-5 5-7 0,5-5-1 16,0 0-6-16,0 0 4 0,22 11-4 0,-3-11-2 0,1 0 1 15,8-1 3-15,4-3-5 0,1 0 6 0,-1-2-1 16,-2 1 4-16,0-3 3 0,-3 1 5 0,-1-3-2 16,-7 3 2-16,-1-1 4 0,-3-2 2 0,-1 0 4 15,-1-3-1-15,-1-1 3 0,-2-1 9 0,-4 0 5 16,-2 0-1-16,0-3 2 0,-3 1-2 0,0 1 0 15,2 0 2-15,-6 0 7 0,3 6 3 0,-2-1 0 16,-1 3 5-16,1 1-3 0,2 7-5 0,-3-9-2 16,3 9 2-16,0 0-9 0,0 0 1 0,0 0 18 15,-15 26 5-15,6 0 10 0,4 2-3 0,-3 4 10 16,-1 14-4-16,2-11 28 0,0 11-15 0,1-11-12 16,-1 11 2-16,2 0-8 0,3-11 1 0,2-3-5 15,0 2-4-15,0 0-4 0,2-3 1 0,0-2-7 16,-2 2 6-16,5-4-17 0,0-1-23 0,-4-1-18 15,1-7-21-15,1-3-34 0,0-3-38 0,-2 1-36 16,0 0-45-16,-2-3-47 0,2-2-45 0,-1-2-258 16,0-6-595-16,-5 8 262 0</inkml:trace>
  <inkml:trace contextRef="#ctx0" brushRef="#br0" timeOffset="-205334.03">20790 13755 166 0,'1'-6'255'16,"3"1"-19"-16,-1-2-16 0,0 2-17 0,7-1-17 16,-1 0-19-16,4 1-15 0,6-2-17 0,7 0-13 15,5 1-24-15,-1-2-40 0,7 3-60 0,3-1-71 16,15-2-58-16,-1 2-168 0,3 2-324 0,4-3 144 16</inkml:trace>
  <inkml:trace contextRef="#ctx0" brushRef="#br0" timeOffset="-203927.23">22243 13369 180 0,'-9'-2'264'0,"-3"1"-11"0,-5 1-5 0,-1 3-5 16,-2 3-14-16,-4 1-3 0,-3 9-9 0,1-3-11 16,-1 4-15-16,4 2-9 0,1 3-21 0,3 2-10 0,3-3-15 15,4 2-9-15,3 0-13 0,4-4-9 16,3-2-8-16,1 0-12 0,5 2-9 0,2-2-2 15,2 2-8-15,7-5-3 0,6 2-10 0,1-1-2 16,3-5-1-16,-3-2-14 0,4 2 6 0,3-6-12 0,0 1-16 16,-2-2-8-16,1-3-19 0,0-6-7 15,-1 3-3-15,-8 0-3 0,-1-1 0 0,2-5 3 16,-3 2-6-16,-2-3 2 0,1 0-1 0,-3 0 5 16,-1-1-1-16,1-4 4 0,-1-1 0 0,-3-1 3 15,2 2 5-15,-3-1 0 0,0 0 1 0,-1-1 1 0,-1-1 2 16,0 1 2-16,-1 1-1 0,-1 1-3 0,-1 6 6 15,-1-1 5-15,1 4 1 0,-1 1 1 16,-2 5-2-16,2-6-4 0,-2 6 0 0,0 0 6 16,0 0 16-16,0 0 1 0,-6 26 0 0,2-10 1 15,0-1-2-15,0 2-5 0,3 2 11 0,-1-2-5 0,0 2-3 16,2-2-2-16,3-2-3 0,-2 2 3 0,4-4 0 16,0-2 1-16,3 0 4 0,1 2-5 0,-1-4-2 15,3-1-3-15,1-2 5 0,-1-3-4 16,3 1 4-16,-2-1-1 0,2-2-6 0,-1-1-1 0,-2-3 1 15,2 0 3-15,-2 0 0 0,2-3-3 0,-3-1-2 16,-2 0 2-16,1-3-2 0,1-2-1 16,-2-1 2-16,0-2-2 0,0-1-3 0,-3 0-3 15,1-1-2-15,-2 0 1 0,-1 0 1 0,0 0 2 16,-2-2-3-16,2 7 1 0,-2 0 5 0,0 1-1 0,-1 3-3 16,0 8 6-16,0-12-4 0,0 12-5 15,0-7 3-15,0 7-5 0,0 0 0 0,0 0 11 16,0 0-2-16,-7 24-1 0,5-14 0 0,0 1 32 15,2 2-34-15,-1 2 0 0,-1-2-1 0,4 1 0 0,1-1 4 16,4 2-1-16,-3-4 1 0,1 1 4 0,0-2-2 16,4 0 4-16,2-3 0 0,-1-1 2 0,1 2 4 15,1-4-2-15,-1 0 0 0,0-2-3 16,1-2 3-16,0 0-3 0,-1 0-7 0,-1-3 5 16,-1 0-7-16,-1-1 1 0,-1-1 7 0,2-1-12 0,-4-1-6 15,0-2-5-15,-2 0 4 0,2-2-14 16,-2-5 2-16,-2 4 0 0,1-3 0 0,-4-3 2 0,-3 2 8 15,-2-2-12-15,1 0 6 0,0 2 1 0,-6 0 1 16,4 1 4-16,2 4 2 0,0 1 1 0,-3 0-3 16,2 1 3-16,0 1-2 0,-1 1 0 0,5 3 1 15,3 4-4-15,-7-6 0 0,7 6 6 0,0 0 0 16,0 0-2-16,0 0 6 0,0 0-5 0,0 0-5 16,27 9 3-16,-15-6 0 0,6-2 0 15,3 1-1-15,0 0 4 0,-1-1 2 0,0 2 0 0,-2-2 0 16,-3 0-3-16,-3 1 3 0,2 0 7 0,-4-2-11 15,-3 2 1-15,0 0-6 0,-2-1 9 0,0 4 7 16,0 2 10-16,-2-1 12 0,1 2 6 0,-1 3 0 16,-2-2 7-16,0 2-4 0,-1 0-5 0,1 1-4 15,2 4 7-15,-1 0 1 0,0-3-7 0,-2-4-2 16,3 2 0-16,0-2-5 0,0 1-1 0,0-2 1 16,0 2-2-16,5-2 3 0,-2-2-2 0,3 2 0 15,0-4 0-15,1 0 2 0,0-2-8 0,1 0-1 16,1 0 3-16,-1-4 1 0,-1 2-8 0,0-2-11 15,0-1 1-15,-1-3-4 0,-2 2-9 0,0-3-6 16,0-1-3-16,-4-1-7 0,1-3 1 0,0 1-2 16,-2-1 4-16,0-3 0 0,-1 0 4 0,-2-3-5 15,0 1 0-15,1 1-6 0,-3 0 8 0,3 0 3 0,0 5 2 16,0 0 3-16,2 0-2 0,0 1 1 16,3 2 2-16,-2 2 3 0,2 2-2 0,1 0 6 15,2 4-2-15,-8 0 0 0,18 3 1 0,-8 2 1 16,1 3 2-16,-2 1 5 0,-1 2-4 0,0 3 1 15,-1 3 3-15,0-2-1 0,-2 1 1 0,0 1 1 16,-1 0 0-16,0-5 3 0,1-1 5 0,-1 2 1 16,-1-3 4-16,3 1-1 0,-3-3 5 0,3 1 7 15,-1-1 8-15,5 0 4 0,-4-4-1 0,2 1-1 16,2-3-4-16,-1 0-1 0,4-2-3 0,1 0-1 16,0-3-2-16,0 0-5 0,1-4 1 0,3-1 10 15,-4-2-12-15,-1 3-2 0,-1 0-1 0,0-3 0 16,-3-2 6-16,2-1-8 0,-2 0 0 0,-3-2-3 15,0 0 0-15,1-2 1 0,-5 2-1 0,0 3-5 16,-2-1 1-16,-3 3 1 0,3 0 2 0,-4 1-2 16,0 0-4-16,0 6 0 0,4 3 4 0,-14-2-7 15,4 4 3-15,-3 3 2 0,-3 7-1 0,-5 5 6 16,0-2-3-16,3 3 1 0,4-5-9 0,1 2-29 16,5 1-29-16,-2-2-35 0,6 1-36 0,0 1-52 15,4 0-62-15,0-5-46 0,3 1-198 0,1 1-534 16,5-4 237-16</inkml:trace>
  <inkml:trace contextRef="#ctx0" brushRef="#br0" timeOffset="-203704.98">23789 13589 108 0,'5'-10'243'0,"-1"-1"-6"16,-1-2 0-16,-2-2 4 0,4-2-22 0,0 1-5 16,0 0-4-16,2 0-12 0,-3 4-4 15,1 3-13-15,1-4-9 0,-1 2-9 0,0 3-15 16,3 0-8-16,-2 2-13 0,1 2-16 0,-1 1-2 15,-6 3-14-15,15-2-13 0,-4 6-3 0,-2 0-7 0,2 0-10 16,-3 5-3-16,0-1-7 0,-2 1-7 16,1 1-7-16,-1 1 2 0,-4 0-8 0,1 0-22 15,-2 1-31-15,0 0-33 0,-1-2-43 0,-1 0-39 16,1 0-45-16,0 0-52 0,0-10-64 0,-1 11-187 16,1-4-523-16,0-7 232 0</inkml:trace>
  <inkml:trace contextRef="#ctx0" brushRef="#br0" timeOffset="-203469.86">24289 13161 315 0,'0'-12'312'0,"0"0"1"16,0 2-16-16,1 3-24 0,-1 7-29 0,0 0-27 15,0 0-16-15,0 0 1 0,0 0-2 0,0 0-15 16,1 36-14-16,-1-17-11 0,-1 11-11 0,0 0-4 15,-3-2-13-15,4 0-17 0,-5 0-10 0,1 0-9 16,3 0-8-16,-2-2-9 0,2 0-11 0,-3-6-19 16,3-1-43-16,1 0-36 0,-3-3-44 0,1 0-50 0,0-3-51 15,-1-2-47-15,1 0-65 0,-3-1-248 16,0-3-581-16,0-1 257 0</inkml:trace>
  <inkml:trace contextRef="#ctx0" brushRef="#br0" timeOffset="-203315.19">24286 13269 56 0,'4'-6'197'0,"0"1"-22"16,1 0-23-16,0 2-43 0,-5 3-45 16,19-5-57-16,-8 3-78 0,1 6-45 0,8-1-123 15,10 4 54-15</inkml:trace>
  <inkml:trace contextRef="#ctx0" brushRef="#br0" timeOffset="-202812.68">24813 13471 9 0,'0'0'295'0,"9"4"-3"15,-9-4 2-15,10-2-5 0,-10 2-10 0,13-5-16 16,-7 3-16-16,3-2-19 0,4-1-20 0,2-3 3 16,4 0-33-16,2-5-12 0,5 3-18 0,-2-3-10 15,3 2-11-15,-2-2-15 0,1-1 6 0,-4-2-21 16,2 4-3-16,-4-4-21 0,-2 4 0 15,-1-6-10-15,-4 4-3 0,0-2 0 0,-2 2-4 0,-2-2-1 16,-3 6 7-16,0 1-10 0,-2 2 0 0,0-1 17 16,-1 3-4-16,-3 5-9 0,2-7-6 0,-2 7-6 15,0 0-9-15,0 0-4 0,0 0-2 0,0 0-4 16,-18 24 0-16,7-11 1 0,4 2-1 0,-3-1-5 16,7-1-3-16,-5 2-1 0,4-3-1 0,2 0-4 15,0 5 0-15,2-7-8 0,2 1 7 0,0 1 3 16,2-2-1-16,4 0 3 0,-1-3-4 0,5 0-8 15,0-1 13-15,4-2-6 0,4 1-1 0,-4-4-2 16,4 1-3-16,-1-6-10 0,0 2-13 0,-1-1 14 16,-5-3 3-16,2 0-4 0,-3 1 1 0,-1-4-6 15,-1 0-2-15,-3 0-3 0,-1-2 4 0,2-3 6 16,-2 4-3-16,-3-2 8 0,-1-4-11 0,1 1 0 16,0 3 10-16,-1 0 1 0,-2 1-7 0,0 11 1 15,-4-15-22-15,4 15 25 0,0-12-9 0,0 12 1 16,0 0 5-16,0 0-9 0,0 0 5 0,0 0 5 15,0 0 4-15,-19 17-1 0,15-7 15 0,-3 4-4 16,1 2 6-16,-2 0-3 0,4 1 3 0,-1 0 0 16,1-2-6-16,0 2 2 0,2-2-5 0,-3 1 1 15,1-1 6-15,1-1-3 0,1-2-14 0,-1-1-26 16,2-2-40-16,-1 1-37 0,1-2-37 0,-1 0-41 16,0-3-35-16,-4 0-62 0,6-5-49 0,-9 8-263 15,1-7-644-15,0 0 285 0</inkml:trace>
  <inkml:trace contextRef="#ctx0" brushRef="#br0" timeOffset="-202639.37">25203 13009 22 0,'0'-6'279'0,"-4"-1"-13"15,4 7-20-15,-3-9-21 0,3 9-23 0,-1-8-26 16,1 8-16-16,0 0-25 0,0 0-33 0,0 0-46 15,0 0-58-15,0 0-38 0,20 16-53 0,7-3-196 16,8-4-314-16,24-1 139 0</inkml:trace>
  <inkml:trace contextRef="#ctx0" brushRef="#br0" timeOffset="-202172.52">26104 13486 228 0,'-7'6'312'0,"7"-6"-6"0,0 0-3 15,0 0-11-15,0 0-13 0,0 0-14 0,0 0-21 16,0 0-10-16,0 0-13 0,7-24-13 0,-4 18-10 16,5-2-17-16,1-1-19 0,0 1-3 0,5-4-11 15,-1-2-10-15,1 1-14 0,-1 0-7 0,3 1-9 0,-3-1-2 16,1-1-10-16,-3-2-8 0,-2 0-8 16,2 0-3-16,-2 0-8 0,-2 0-10 0,2-3-4 0,-4 2-2 15,-3 1-8-15,0 5-4 0,-2 3 0 16,0-1 2-16,4 3-4 0,-4 6-9 0,0-12-1 0,0 12-8 15,0 0-4-15,0 0 3 0,-6-6-6 0,6 6-1 16,0 0-3-16,-14 19 2 0,5-5 1 16,3 2 0-16,-1 0-3 0,-3-2-2 0,4 4 1 15,2 0 0-15,2-1-15 0,2 1 15 0,2-3 0 0,2 2 1 16,2-2-1-16,6 1-18 0,-1-6-19 0,2 1-28 16,6-2-35-16,-1-1-46 0,1-3-44 0,0 0-43 15,-2-1-56-15,4-1-60 0,-7-3-332 16,-3 2-728-16,0-4 322 0</inkml:trace>
  <inkml:trace contextRef="#ctx0" brushRef="#br0" timeOffset="-201996.45">26335 12971 87 0,'-9'-12'304'15,"1"3"0"-15,-2 2-11 0,6 1-15 0,-1 2-23 16,3-1-21-16,2 5-29 0,-6-9-19 0,6 9-19 15,0 0-18-15,0 0-49 0,0 0-45 0,0 0-56 16,0 0-80-16,35 11-68 0,-17-6-81 0,0 1-130 16,1-1-389-16,0 1 172 0</inkml:trace>
  <inkml:trace contextRef="#ctx0" brushRef="#br0" timeOffset="-201783.91">26804 12679 152 0,'3'-17'360'16,"0"5"3"-16,-3-2 16 0,0 4 0 0,2 0-1 16,-2 10-20-16,0-12-16 0,0 6-32 0,0 6-30 15,0 0-30-15,0-8-22 0,0 8-13 0,0 0-6 16,0 0-18-16,0 0-21 0,-8 27-15 0,6-14-13 16,0 2-15-16,2 2-10 0,0-6-16 0,4 9-34 15,-4-2-46-15,6 0-54 0,-2 1-66 0,2-1-93 16,-1 0-78-16,1-1-105 0,-6 0-347 0,3-2-780 15,-6-1 346-15</inkml:trace>
  <inkml:trace contextRef="#ctx0" brushRef="#br0" timeOffset="-199570.89">26241 13163 19 0,'-9'-7'79'0,"9"7"0"15,-9-6-2-15,9 6 5 0,-7-4-15 0,7 4-3 16,-11-3 3-16,11 3-6 0,-9-3 1 0,2 0-1 16,7 3 9-16,-11-1-1 0,4-2 3 0,7 3 8 0,-8-3-2 15,8 3 6-15,-12-4-2 0,12 4-4 16,-9-3 3-16,9 3 3 0,-12-3-1 0,6 1-1 16,6 2-4-16,-9-3 4 0,9 3-5 0,-9-2 2 15,9 2-2-15,0 0-4 0,-9-2-7 0,9 2-2 0,0 0-1 16,0 0-3-16,0 0-2 0,0 0-2 15,0 0-2-15,0 0-6 0,0 0-3 0,45 0 5 16,-22 0-13-16,6 0-2 0,3-3 2 0,-1-1-11 16,-2 3-3-16,-2-1 2 0,2 2-4 0,-7 0-19 0,-3 0-22 15,-2 0-27-15,-5 0-33 0,-1 0-35 0,-4 2-17 16,-1 0-7-16,-6-2-14 0,10 2-22 16,-10-2-12-16,4 4-122 0,-4-4-333 0,0 0 147 15</inkml:trace>
  <inkml:trace contextRef="#ctx0" brushRef="#br0" timeOffset="-199070.3">26326 13067 158 0,'0'0'191'0,"-6"-5"-9"15,6 5 2-15,0 0-10 0,0 0-11 0,-7-3-13 16,7 3-12-16,0 0-14 0,0 0 8 0,0 0 6 16,-9 12-4-16,4-4-6 0,-1 8-3 0,-1 0-1 15,-2 3 3-15,0 5-2 0,-2 2-7 0,4 1-6 16,-2-1 0-16,0 4-1 0,-3-3-9 0,4-2-10 15,3 1-5-15,1-2-4 0,-3-7-13 0,0 9 3 16,5-9-9-16,-5-1-7 0,3 1-3 16,2-4 10-16,-2-2-15 0,3 2-6 0,-3-3-5 0,2-1-4 15,-4 1-7-15,5-3 0 0,1-7-1 0,0 12-5 16,-1-8 3-16,1-4-7 0,-2 10 1 0,2-10 16 16,-2 9-31-16,2-9-2 0,0 0-2 0,0 5-2 15,0-5-5-15,0 0-2 0,0 0-5 0,0 0-1 16,0 0-13-16,0 0-5 0,0 0-6 0,0 0-1 15,0 0 3-15,0 0-5 0,0 0 2 0,0 0 3 16,-4-24 0-16,4 24 6 0,-2-12 2 0,-1 7 2 16,3 5 2-16,-8-8 1 0,2 3 14 0,2 0-9 15,-5 0 3-15,0-1-2 0,0 3 23 0,-2-2-3 16,-2 3 5-16,1-2-8 0,-5 0 5 0,0 2 0 16,4 2-4-16,-1-1 0 0,-1 1 4 0,3 0 0 15,3 0-3-15,9 0-2 0,-10 0-1 0,10 0 2 16,-10 1-1-16,10-1 5 0,0 0 8 0,0 0 5 15,0 0 2-15,0 0 4 0,0 0 12 0,35 5-15 16,-16-5 3-16,2-1-4 0,6-1-1 0,2 1-4 16,2 0-1-16,1-3 2 0,-1 4 4 0,-1-1-9 0,1 0-5 15,-4 1-16-15,-5 0-22 0,-2 0-27 0,-1 0-35 16,-6 0-37-16,0 0-39 0,-1 1-41 16,-1-1-34-16,-5 1-211 0,2 1-497 0,-8-2 220 15</inkml:trace>
  <inkml:trace contextRef="#ctx0" brushRef="#br0" timeOffset="-198058.86">26144 13118 120 0,'0'0'178'0,"0"0"-10"0,0 0-12 0,0 0-10 15,0 0-11-15,0 0-10 0,25-7-13 0,-7 5-12 0,4 0-8 16,6-1-10-16,-6 0-9 0,-2 3-5 16,0-1-9-16,-1-1-12 0,-4 2-13 0,-4-2-9 15,-3 1-13-15,0 2 3 0,-8-1-7 0,11 0 2 16,-11 0-2-16,6-4-8 0,-6 4-8 0,0 0 0 0,0 0-4 15,0 0 7-15,0 0-5 0,0 0 0 0,0 0 3 16,0 0 0-16,-19-15-2 0,19 15 5 16,-14-1-3-16,14 1 1 0,-13 0 5 0,13 0-8 15,-18 3 0-15,18-3-2 0,-16 2-18 0,5-1-8 16,11-1-11-16,-14 5-3 0,4-2-1 0,10-3-4 0,-17 5 2 16,7-2 3-16,10-3 7 0,-15 3 6 0,7 0-5 15,8-3 15-15,-11 5-4 0,11-5 14 16,-10 4 1-16,10-4 15 0,0 0-1 0,-11 4 17 15,11-4 9-15,-6 1 7 0,6-1 9 0,0 0 3 16,0 0-3-16,0 0-1 0,0 0 0 0,0 0-3 0,0 0-2 16,0 0-1-16,0 0 11 0,0 0 16 0,0 0-3 15,0 0 11-15,0 0-1 0,15-17 6 16,-15 17 3-16,0 0-2 0,10-3-2 0,-10 3-4 16,8-2 0-16,-8 2-1 0,7-1 1 0,-7 1-8 0,0 0-1 15,0 0-2-15,0 0-3 0,14 5 16 0,-12-1 4 16,2 3 2-16,-3 2 4 0,1 1 4 0,-2 1 4 15,2 7 10-15,-4 1 5 0,2 0-10 16,-3 8 0-16,-3-1 26 0,1-1-20 0,0 3-5 16,-1-1-2-16,-3-2-7 0,0-1-9 0,4 1 1 0,-1-6-15 15,3-1-4-15,-3 0-3 0,2 0-6 0,-1 0 6 16,0-2-6-16,1-4-8 0,3 0 1 0,-3 0-9 16,0-1-1-16,4 0 0 0,-2-1-4 0,1 0-7 15,-1-4-1-15,2 1 0 0,-2 0-1 0,2-7 2 16,-2 13-17-16,0-9 16 0,2-4-7 0,0 8 1 15,0-8-6-15,0 0 4 0,-2 12-5 0,2-12 8 16,0 0-20-16,-2 5 9 0,2-5-6 0,0 0-2 16,0 0-8-16,0 0-9 0,0 0-10 0,0 0-1 15,0 0 1-15,-17-8-5 0,11 2 6 0,1 1-4 16,-2 0-3-16,0-1 1 0,3 0-6 0,-3 2 1 16,-1-2 8-16,0 2-9 0,0-1-1 0,-1 2 7 15,-3-1 2-15,1 0 3 0,-2 1 1 0,3-2 7 16,-3 3 5-16,-1-1-3 0,3 2 5 0,-2-1 1 15,2 1 1-15,0-1 0 0,-1 2 3 0,1 0-1 16,11 0 3-16,-13-2 3 0,13 2-3 0,-10 2 1 16,10-2 2-16,-10 0 0 0,10 0 1 0,0 0-4 15,-7 0 1-15,7 0 7 0,0 0-5 0,0 0 3 16,0 0 6-16,0 0-3 0,0 0 4 0,0 0 3 16,0 0 0-16,22 6 3 0,-9-7 2 0,8-1 5 15,8 1-4-15,3-1-5 0,-1 0 6 0,3 1-4 16,2 0 1-16,1-3-4 0,1-1 5 0,-1 2-6 15,-1 0 3-15,-5 0-1 0,-1 0-3 0,-3 2 0 16,-1 0 3-16,-6-1-2 0,-3-1 0 0,-2 3-6 16,-4-3 3-16,3 2-3 0,-3-1 2 0,1 1-11 15,0 0-15-15,-5-1-6 0,-2 1-10 0,-5 1-11 16,18-2-9-16,-12 0-12 0,1 0-13 0,2 1-15 0,-9 1-25 16,11-4-35-16,-4 3-50 0,-7 1-54 0,7-6-184 15,-7 6-487-15,3-7 215 0</inkml:trace>
  <inkml:trace contextRef="#ctx0" brushRef="#br0" timeOffset="-197902.28">26526 13473 20 0,'0'0'242'0,"0"0"-10"0,0 0-12 0,0 0-26 15,0 0-23-15,0 0-14 0,0 0-19 0,12-9-33 16,-12 9-39-16,0 0-54 0,13 2-65 0,-13-2-69 15,0 0-109-15,14 0-250 0,-14 0 112 0</inkml:trace>
  <inkml:trace contextRef="#ctx0" brushRef="#br0" timeOffset="-195347.57">13899 14888 199 0,'-4'-3'234'16,"4"3"-3"-16,-9-8-14 0,9 8-9 0,-5-7-12 15,5 7-19-15,0 0-17 0,-6-4-17 0,6 4-14 16,0 0-12-16,0 0-14 0,0 0-7 0,20-9-9 15,-2 5-7-15,-1-1-3 0,4 1-14 0,8-1-4 16,0 0-9-16,1 1-4 0,3-2-18 0,-4 3-21 16,0-1-25-16,-2-1-26 0,-9 4-34 0,2-3-43 15,-4 1-39-15,-4 1-34 0,0 2-155 0,-12 0-378 16,14 0 168-16</inkml:trace>
  <inkml:trace contextRef="#ctx0" brushRef="#br0" timeOffset="-194922.88">14102 14863 181 0,'-3'5'187'0,"1"6"7"0,-2 3 5 0,0 2-5 16,-2 4-9-16,2 4-9 0,-1 2-6 0,-3 2-1 16,0-1-14-16,4-2-14 0,-5 2-16 0,3-1-7 15,1 0-8-15,3-2-9 0,-3-4-6 16,0 3-7-16,3-4-10 0,0-3-1 0,-2-4-14 15,4 5 0-15,-1-6-9 0,1 2-5 0,0-4-2 0,0-3-6 16,0-6-6-16,0 12-2 0,0-12 1 0,-2 8-6 16,2-8 0-16,-2 9-1 0,2-9-2 0,0 0-2 15,0 0-1-15,0 0-2 0,-6 3-2 16,6-3-4-16,0 0 2 0,-15-5-5 0,15 5-1 16,-15-7 1-16,4 3-6 0,0-2-2 0,2 1 2 0,-1 1-2 15,2-3-2-15,-1 3 2 0,0 0-2 0,2 0 0 16,0 0 0-16,1 2 1 0,6 2-5 0,-9-5 2 15,9 5 3-15,-10-3 0 0,10 3-9 0,-4-3 0 16,4 3-1-16,0 0 3 0,0 0 2 16,0 0-2-16,0 0 5 0,0 0-1 0,0 0 3 15,32 6 8-15,-18-9-8 0,5 3 3 0,2-1-2 0,5-4 0 16,2 1-2-16,3 0-2 0,0-1-14 0,-3 0-26 16,-2 0-27-16,3-1-34 0,0 0-27 0,0-1-58 15,-3 1-23-15,-8-1-36 0,2 1-160 0,-3-1-438 16,-1-2 194-16</inkml:trace>
  <inkml:trace contextRef="#ctx0" brushRef="#br0" timeOffset="-194688.98">14441 14479 232 0,'-3'-12'282'0,"-1"3"-8"0,2-1-4 0,-2 3-2 15,3 0-11-15,1 7-10 0,-5-12-16 0,5 6-27 16,0 6-18-16,0 0-24 0,-2-8-13 16,2 8-20-16,0 0-13 0,0 0-12 0,0 0-8 15,0 0-12-15,0 0-25 0,0 0-23 0,7 29-28 16,-7-16-26-16,1 0-41 0,3 5-31 0,-2 6-35 0,-2 3-52 16,2-1-40-16,-4-2-40 0,0 5-152 15,2-3-443-15,0-1 197 0</inkml:trace>
  <inkml:trace contextRef="#ctx0" brushRef="#br0" timeOffset="-194464.33">14730 15085 87 0,'0'0'322'0,"0"0"-11"0,0 0-14 15,0 0-22-15,0 0-19 0,0 0-30 0,0 0-23 16,0 0-18-16,0 0-21 0,0 0-13 0,0 0-18 16,34-8-29-16,-16 8-37 0,0 0-55 0,1 0-50 0,-2 0-56 15,1-1-58-15,-1 2-49 0,-5 1-184 16,2-2-417-16,-4 3 185 0</inkml:trace>
  <inkml:trace contextRef="#ctx0" brushRef="#br0" timeOffset="-194304.68">14732 15186 171 0,'0'0'248'16,"-8"2"-6"-16,8-2-7 0,0 0-4 0,-9 0-24 15,9 0-24-15,0 0-14 0,0 0-14 0,0 0-18 16,0 0-7-16,25 3-18 0,-11-3-7 0,9 2-23 16,6-5-46-16,-1 3-42 0,-1-1-63 0,4 0-59 0,-4-2-77 15,-9 0-135-15,4 0-367 0,-4-1 163 16</inkml:trace>
  <inkml:trace contextRef="#ctx0" brushRef="#br0" timeOffset="-189832.02">15586 14859 97 0,'2'-6'215'0,"-2"6"3"16,4-9-11-16,-4 9-12 0,2-10-4 0,0 5-2 16,-2 5 0-16,1-11-5 0,2 5-5 0,-3 6-11 15,0 0-8-15,1-10-6 0,-1 10-8 0,1-7-6 16,-1 7-3-16,0 0-6 0,0 0-8 0,0-9-10 15,0 9-12-15,0 0-9 0,0 0-7 0,0 0-11 16,0 0-8-16,0 0-14 0,0 0-4 16,0 0 3-16,0 0-7 0,0 0-1 0,0 0-2 15,-2 26-1-15,-2-15 2 0,2 2-6 0,-4 4 2 0,1 2 0 16,-1 0 6-16,-1 1-7 0,-2 3-6 0,2 3 2 16,0-7-5-16,1 0-5 0,0-2-2 0,1 0 3 15,-2-1-4-15,3 2-6 0,0-2 2 0,2-5-1 16,-2 1-1-16,3-2 0 0,-2 2-8 15,3-2 8-15,-1 0-9 0,1-4 4 0,0-6-1 16,1 14-4-16,3-8 9 0,-1 0-7 0,2-3-20 0,1 0-12 16,2 0-23-16,3-3-17 0,1 1-28 0,-1-1-29 15,1 0-23-15,-1-3-37 0,2 0-44 0,-3 1-36 16,1-3-47-16,-1 0-178 0,-4-3-528 0,2 2 234 16</inkml:trace>
  <inkml:trace contextRef="#ctx0" brushRef="#br0" timeOffset="-189565.39">15540 14543 172 0,'-9'-7'281'16,"0"1"-15"-16,1 3-6 0,8 3-3 0,-11-5-9 15,11 5-10-15,-12-4-23 0,12 4-15 0,-8-3-18 16,8 3-18-16,0 0-19 0,0 0-11 0,0 0-13 0,-12-4-9 15,12 4-10-15,0 0-9 0,0 0-13 16,0 0-10-16,0 0 1 0,0 0-8 0,0 0-3 16,0 0-7-16,0 0-6 0,0 0-9 0,0 0 0 15,0 0-18-15,0 0-22 0,0 0-24 0,0 0-28 16,0 0-30-16,0 0-33 0,0 0-39 0,0 0-34 16,0 0-29-16,0 0-45 0,0 0-173 0,0 0-472 15,0 0 209-15</inkml:trace>
  <inkml:trace contextRef="#ctx0" brushRef="#br0" timeOffset="-188920.37">16226 14970 205 0,'0'0'242'0,"5"-4"-18"16,-5 4-14-16,0 0-16 0,0 0-14 15,0 0-16-15,0 0-15 0,0 0-13 0,0 0-2 0,0 0-20 16,0 0-3-16,0 0-11 0,0 0 0 0,-20-4-7 15,20 4-6-15,-11 1 1 0,11-1-1 0,0 0 6 16,-12 1-12-16,12-1 1 0,-10 2-1 0,10-2-3 16,-8 0-2-16,8 0-3 0,0 0 5 0,-12 3-13 15,12-3 0-15,0 0-6 0,0 0-7 0,0 0 2 16,0 0-14-16,0 0 5 0,0 0-5 0,0 0 1 16,0 0-3-16,0 0-5 0,40 0-5 0,-18 0 5 15,3 0-13-15,5 0 6 0,-2-3 2 0,2 1 1 16,-3 2-4-16,1-1-2 0,-9 0 0 0,-1 1-3 15,-4 0 0-15,-1 0-5 0,-1 0-2 0,-5 1 1 16,-7-1 4-16,13 0-2 0,-8 1 7 0,-5-1 6 16,10 0 5-16,-10 0 14 0,0 0 7 0,0 0-9 15,11 0 13-15,-11 0-9 0,0 0 0 0,0 0-3 16,0 0-10-16,0 0 2 0,0 0-6 0,0 0-14 16,0 0-24-16,0 0-37 0,0 0-53 15,-28-4-58-15,28 4-66 0,0 0-83 0,-15 1-70 0,15-1-216 16,-12 2-636-16,12-2 282 0</inkml:trace>
  <inkml:trace contextRef="#ctx0" brushRef="#br0" timeOffset="-187664.48">17136 14827 92 0,'0'0'123'0,"0"0"-2"0,0 0-13 16,-5-4 0-16,5 4-4 0,0 0-9 0,0 0-1 15,0 0-1-15,0 0-7 0,-5-5-4 0,5 5-4 16,0 0 2-16,0 0-2 0,0 0-2 0,0 0-8 16,-4-6 4-16,4 6-5 0,0 0-8 0,0 0-1 15,0 0-6-15,0 0-8 0,-4-7-2 0,4 7-3 16,0 0-4-16,0 0-7 0,-4-4-1 0,4 4-4 15,0 0 1-15,0 0 0 0,0 0-4 0,0 0-3 16,-7-6-6-16,7 6 2 0,0 0 2 0,0 0-5 16,-7-3 3-16,7 3-4 0,0 0 2 0,-6-3-5 15,6 3 1-15,-8-3-1 0,8 3-4 0,-8-3 4 16,8 3 3-16,0 0 1 0,-14-2 2 0,14 2-2 16,-9 0 0-16,9 0 2 0,-10 0 2 0,10 0 0 15,0 0 3-15,-11-2 1 0,11 2 2 0,0 0-1 16,-9 0 0-16,9 0-2 0,0 0 0 0,0 0 2 15,0 0 0-15,0 0-3 0,-9 0-1 0,9 0-1 16,0 0 0-16,0 0-2 0,0 0 3 0,0 0-4 16,0 0-3-16,0 0 2 0,0 0 2 0,0 0 0 0,32 0 0 15,-14-2 1-15,1 0 0 0,0 0-4 16,9-2-1-16,-1 2-1 0,1 1-3 0,-8-1 0 16,9 1-10-16,-11 0-24 0,-1 1-26 0,-4 0-26 15,0 1-29-15,-1-2-37 0,-2 2-30 0,-3-1-17 16,-7 0-120-16,9 4-340 0,-9-4 151 0</inkml:trace>
  <inkml:trace contextRef="#ctx0" brushRef="#br0" timeOffset="-187194.28">17214 14757 131 0,'0'0'204'0,"-5"-4"-10"0,5 4-17 0,0 0-19 15,0 0-19-15,0 0-10 0,0 0-10 0,0 0 5 16,0 0 1-16,-8 16-1 0,6-4-4 0,-1 5-9 16,1 1-6-16,-2 5 2 0,0-3-1 0,1 7-3 15,-2-4-9-15,0 4-7 0,2-2-1 0,0-1-13 16,0 2-6-16,1-6 0 0,0-3-8 0,0 1-5 16,0 0-5-16,0-3 0 0,2 1-9 0,-1-5 6 15,-1 0-10-15,1-1-2 0,1 0-5 0,0-2-5 16,0-8-1-16,-3 14-3 0,3-9 0 0,0-5-6 15,0 9 3-15,0-9-2 0,-1 9 0 0,1-9-3 16,0 0 0-16,0 0 3 0,0 9-2 0,0-9 1 16,0 0-3-16,0 0 0 0,0 0-3 0,-11 0 0 15,11 0-13-15,0 0-2 0,-17-7-2 0,17 7 7 16,-14-4-2-16,6 1-14 0,1-3 4 0,-4 3 0 16,4 0-4-16,-3-1 8 0,1 2 1 0,0 0-2 15,1-2 4-15,0 3 0 0,8 1 0 0,-14-2 0 16,14 2-2-16,-7-1 3 0,7 1-3 0,-7-3 0 15,7 3 2-15,0 0 0 0,0 0 3 0,0 0 1 16,0 0 1-16,0 0 2 0,0 0 3 0,23 6-2 16,-9-6-2-16,5 1 0 0,4-1 4 0,4-1-4 15,3 1-13-15,-2 1-20 0,1-2-24 0,-1 0-30 16,2 0-31-16,-3 1-35 0,-6-3-33 0,-1 2-18 16,0 0-27-16,0 2-119 0,-2-2-381 0,-3-1 168 15</inkml:trace>
  <inkml:trace contextRef="#ctx0" brushRef="#br0" timeOffset="-186740.47">17517 15152 15 0,'0'0'198'15,"0"0"5"-15,-10-18 1 0,10 18-2 0,-8-4 2 16,2 3-13-16,6 1-7 0,-11-4-1 0,2 4-8 16,9 0-6-16,-15 0-14 0,6 0-10 0,9 0-13 15,-18 4-12-15,9-1-5 0,0 2-14 0,0-1-12 16,0 3-5-16,0 2-8 0,1-1-8 0,0 0-6 15,4 2-6-15,-1 0-5 0,2-1-4 0,2-2 0 16,1 3-11-16,1-1-3 0,-1-9-3 0,4 13-2 16,0-7-2-16,1 0-7 0,2-1-5 0,-1-1-1 15,4 0-3-15,-2-1-10 0,0-2 0 0,3 0-2 16,-1-3-3-16,-1-1 7 0,3-1-13 0,-3-1-3 16,0 1 2-16,1-4-1 0,-1 3 4 0,0-5 0 15,0-1 1-15,-1-5 0 0,0 2 2 0,0-2 3 16,-2-1-4-16,2-2 3 0,-2 0-2 0,-1-6 3 15,1-1 1-15,0 2-1 0,-1-1 4 0,-1 6 0 16,-2 0 1-16,2 0 12 0,0 2 7 0,-3 5 4 16,1 1 7-16,0 2 3 0,-2 2 10 0,0 7-8 15,2-12 0-15,-2 12-11 0,0 0-1 0,0 0 2 16,0 0 0-16,0 0 0 0,0 0 0 0,-6 29 3 16,3-11-2-16,-3 1 0 0,3 6 3 0,-5-1-6 15,3 2 1-15,1-6-4 0,0-1 1 0,2-1-1 16,0 3-6-16,1-4 0 0,1 1 0 0,-1 6 0 15,1-7-12-15,1-1-22 0,0-2-26 0,1-4-40 16,-1 3-29-16,1 0-41 0,0-2-34 0,0 0-56 16,1-2-29-16,1 0-220 0,-4-9-534 0,9 15 237 15</inkml:trace>
  <inkml:trace contextRef="#ctx0" brushRef="#br0" timeOffset="-186512.98">17996 15132 129 0,'0'0'276'0,"-13"-7"4"0,4 7 1 16,-3 0 0-16,-4 4-7 0,-2 1-6 0,0-1-13 15,-1 5-7-15,0 1-19 0,4 0-11 0,1 2-7 16,0-3-19-16,3 5-15 0,1-1-19 0,3-4-11 16,3 1-17-16,1 1-7 0,4 0-17 0,3 0-2 15,3-1-15-15,0-1-7 0,9 1-29 0,-1-4-35 16,7 1-40-16,-2-1-31 0,11-1-38 0,-3-1-43 15,0-3-50-15,-1 0-53 0,-7-1-52 0,-1-2-265 16,0-1-599-16,-8 2 266 0</inkml:trace>
  <inkml:trace contextRef="#ctx0" brushRef="#br0" timeOffset="-146349.15">11183 11589 1 0,'0'0'39'0,"0"0"-16"15,0 0-20-15,-4 3-14 0,4-3-13 0,-7 9 6 16</inkml:trace>
  <inkml:trace contextRef="#ctx0" brushRef="#br0" timeOffset="-143261.1">11325 9974 30 0,'0'0'29'0,"0"0"-1"16,0 0 0-16,0 0-3 0,0 0-2 0,0 0-3 15,0 0-12-15,7 11-7 0,-7-11-18 0,2 6-13 16,-2-6-31-16,-4 12 14 0</inkml:trace>
  <inkml:trace contextRef="#ctx0" brushRef="#br0" timeOffset="-142963.6">11328 11589 28 0,'0'0'36'0,"0"0"-13"0,0 0-22 16,0 0-16-16,0 0-16 0,0 0 7 0</inkml:trace>
  <inkml:trace contextRef="#ctx0" brushRef="#br0" timeOffset="-140339.28">21365 11150 48 0,'0'0'65'0,"0"0"-12"0,0 0-5 0,0 0 4 0,0 0-14 16,0 0-1-16,0 0-12 0,0 0-9 0,0 0-9 15,0 0-15-15,0 0-7 0,0 0-22 0,6 17-19 16,-6-17-58-16,0 0 25 0</inkml:trace>
  <inkml:trace contextRef="#ctx0" brushRef="#br0" timeOffset="33477.93">21617 11307 55 0,'0'0'70'0,"0"0"2"0,0 0-5 0,0 0-8 16,0 0-8-16,7-3 17 0,-7 3-4 0,0 0-11 0,0 0-8 16,0 0-4-16,0 0 9 0,0 0-2 15,0 0 0-15,0 0-26 0,0 0 14 0,0 0 2 16,0 0-5-16,0 0 0 0,0 0 5 0,0 0-7 0,0 0-10 15,0 0-3-15,0 0 1 0,0 0 0 0,0 0 0 16,0 0-4-16,0 0 1 0,0 0-2 0,0 0-4 16,0 0-2-16,0 0 3 0,0 0-2 15,0 0 0-15,0 0-2 0,0 0-5 0,0 0 6 0,0 0 2 16,0 0-6-16,0 0 8 0,0 0-8 0,0 0 0 16,0 0 5-16,0 0-3 0,0 0-13 0,0 0-16 15,0 0-8-15,0 0-4 0,0 0-12 0,0 0-7 16,0 0-17-16,0 0-25 0,0 0-56 0,0 0-165 15,0 0 72-15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5T09:52:56.8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21091 10240 33 0,'0'0'54'0,"0"0"-3"16,0 0-4-16,0 0 1 0,7 2-8 0,-7-2-2 15,0 0-10-15,0 0-3 0,0 0-4 0,0 0 2 16,0 0-6-16,0 0 2 0,0 0-10 0,0 0 7 16,0 0-4-16,0 0 5 0,0 0-6 0,0 0-4 15,0 0 3-15,0 0-7 0,0 0 1 0,0 0-9 16,0 0-8-16,6 4 4 0,-6-4-6 0,0 0-9 0,0 0-9 15,4 7-40-15,-4-7-78 0,0 0 35 16</inkml:trace>
  <inkml:trace contextRef="#ctx0" brushRef="#br0" timeOffset="3328.62">21495 11375 28 0,'3'-8'78'0,"-3"8"-18"0,0 0 10 0,-5-13-13 16,5 13-4-16,-7-9-18 0,7 9-27 16,-11-5-17-16,4 5-55 0,-4 0-68 0,11 0 30 15</inkml:trace>
  <inkml:trace contextRef="#ctx0" brushRef="#br0" timeOffset="8921.19">18413 15509 1 0,'0'0'15'0,"0"0"0"0,0 0-10 0,0 0 6 15,0 0 2-15,0 0 0 0,0 0 4 0,0 0-10 16,9 2 0-16,-9-2 4 0,0 0-7 0,0 0 4 15,0 0 0-15,0 0-4 0,4 4 0 16,-4-4-3-16,0 0 9 0,0 0-9 0,0 0 2 0,0 0 0 16,0 0 0-16,0 0 1 0,0 0-1 0,0 0 3 15,0 0 4-15,0 0-3 0,0 0 0 0,0 0 1 16,0 0 2-16,0 0-2 0,0 0 4 0,0 0-3 16,0 0-3-16,0 0-1 0,0 0 3 0,0 0-8 15,0 0 2-15,0 0-1 0,0 0-6 0,0 0 4 16,0 0-4-16,1 7 2 0,-1-7 2 0,0 0 1 15,0 0-4-15,0 0 3 0,0 9 5 0,0-9-3 16,0 0-3-16,0 0-5 0,4 5 4 0,-4-5 16 16,0 0-9-16,0 0-8 0,0 0 1 0,0 0 15 15,0 0-16-15,0 0-1 0,0 0-1 0,3 5 1 16,-3-5 4-16,0 0-5 0,0 0 12 16,0 0-7-16,0 0 2 0,0 0 0 0,0 0 1 0,0 0-7 15,0 0 4-15,0 0 3 0,0 0-4 0,0 0-3 16,0 0 2-16,0 0-1 0,0 0 5 0,0 0-1 15,0 0-1-15,0 0-2 0,0 0 4 16,0 0-5-16,0 0-1 0,0 0-2 0,0 0 2 16,0 0-7-16,4 6-3 0,-4-6 12 0,0 0-14 15,0 0 2-15,0 0-9 0,0 0-26 0,0 0 11 0</inkml:trace>
  <inkml:trace contextRef="#ctx0" brushRef="#br0" timeOffset="20419.34">29985 7693 11 0,'0'0'49'0,"0"0"-5"15,0 0-11-15,0 0-3 0,0 0 2 0,0 0-5 16,0 0-6-16,0 0 4 0,0 0-6 0,0 0-1 15,0 0-4-15,0 0-13 0,0 0 12 0,0 0-10 16,0 0 6-16,0 0-1 0,0 0-1 0,0 0 0 16,6 3-7-16,-6-3 4 0,0 0 3 0,0 0-4 15,0 0-3-15,0 0 4 0,0 0 4 0,0 0 0 16,0 0 0-16,0 0 1 0,0 0 1 0,0 0-2 16,0 0 0-16,0 0-5 0,0 0 11 0,0 0-7 15,0 0-1-15,0 0 0 0,0 0-1 0,0 0 1 16,0 0-5-16,0 0 6 0,0 0-6 0,0 0 4 15,0 0-1-15,0 0 1 0,0 0 6 0,0 0-1 16,0 0-9-16,0 0 2 0,0 0 4 0,0 0 3 0,0 0 2 16,0 0-7-16,0 0 4 0,0 0 4 15,0 0-4-15,0 0-4 0,0 0-6 0,0 0 7 0,0 0 1 16,0 0-7-16,0 0 2 0,0 0 0 16,0 0-9-16,0 0 5 0,0 0 1 0,0 0 6 0,0 0 1 15,0 0-5-15,0 0 1 0,0 0-1 16,0 0-3-16,0 0 6 0,0 0-1 0,0 0 1 15,0 0-4-15,0 0 5 0,0 0-1 0,0 0 5 16,0 0-6-16,0 0 5 0,0 0-2 0,0 0 0 0,0 0-2 16,0 0-1-16,0 0 3 0,0 0-2 0,0 0-4 15,0 0 3-15,0 0-4 0,0 0 2 16,0 0 0-16,0 0-5 0,0 0 5 0,0 0-1 16,0 0-1-16,0 0 5 0,0 0-1 0,0 0-8 0,0 0 8 15,0 0 2-15,0 0-4 0,0 0 5 0,0 0-6 16,0 0-2-16,0 0-3 0,0 0 7 0,0 0 0 15,0 0-1-15,0 0 0 0,0 0-6 0,0 0 4 16,0 0-4-16,0 0 5 0,0 0-1 0,0 0-3 16,0 0-2-16,0 0 3 0,0 0 0 0,0 0-8 15,5 5 8-15,-5-5-2 0,0 0 6 0,0 0-1 16,0 0-1-16,0 0-2 0,4 6 6 0,-4-6-9 16,0 0 4-16,0 0 2 0,0 0 0 0,0 0 3 15,0 0-5-15,0 0 8 0,0 0-4 0,0 0 3 16,0 0-4-16,0 0-8 0,0 0 7 0,0 0 2 15,0 0 1-15,0 0-6 0,0 0 8 0,0 0-3 16,0 0 1-16,0 0-6 0,0 0 1 0,0 0-2 16,0 0 3-16,0 0 4 0,0 0 0 0,0 0-3 15,0 0-2-15,0 0 2 0,0 0 3 0,0 0 0 16,0 0 2-16,0 0-6 0,0 0 5 0,0 0 3 16,0 0-6-16,0 0-4 0,0 0 6 0,0 0-3 15,0 0 3-15,0 0-1 0,0 0-2 0,0 0-3 16,0 0 6-16,0 0-4 0,0 0 0 0,0 0-2 15,0 0-1-15,0 0 2 0,10-8-12 0,-10 8 2 16,0 0-5-16,0 0 2 0,0 0 2 0,0 0-7 0,0 0-1 16,0 0-5-16,10-2-14 0,-10 2-7 15,0 0-32-15,0 0-83 0,0 0 37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8T10:29:22.1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17422 10535 7 0,'3'-6'10'0,"-3"6"-14"0,0 0-2 0,0 0 1 16</inkml:trace>
  <inkml:trace contextRef="#ctx0" brushRef="#br0" timeOffset="46009.52">23987 7254 36 0,'7'-2'27'0,"-7"2"-24"0,0 0-14 16,0 0-13-16,0 0 6 0</inkml:trace>
  <inkml:trace contextRef="#ctx0" brushRef="#br0" timeOffset="46937.15">24983 7415 50 0,'0'0'53'15,"0"0"-4"-15,0 0-7 0,0 0 0 0,0 0-14 16,0 0-1-16,0 0-4 0,0 0 1 0,0 0 1 15,0 0-1-15,0 0-7 0,0 0-2 0,0 0-3 16,0 0 1-16,0 0-2 0,0 0-1 0,0 0-4 16,0 0 1-16,0 0 1 0,0 0-8 0,0 0 7 15,0 0 3-15,0 0-8 0,0 0 2 0,0 0 1 16,0 0 4-16,0 0-9 0,3 7 4 0,-3-7 1 16,0 0-1-16,0 0-1 0,0 0 3 0,0 0-2 0,0 0 1 15,0 0-1-15,0 0 3 0,0 0-12 16,0 0 11-16,0 0-5 0,0 0-2 0,0 0-6 15,0 0 13-15,0 0-5 0,0 0 4 0,0 0-4 16,0 0 2-16,0 0-2 0,0 0 1 0,0 0 2 16,0 0-1-16,0 0-1 0,0 0-4 0,0 0 2 15,0 0 1-15,0 0 4 0,0 0-2 0,0 0 6 16,0 0 5-16,0 0-6 0,0 0 6 0,0 0-3 16,0 0-5-16,0 0 2 0,0 0-1 0,0 0 2 0,0 0 0 15,0 0 2-15,0 0-10 0,0 0-1 16,0 0 2-16,0 0 1 0,0 0-4 0,0 0 5 15,0 0-5-15,0 0-1 0,0 0-8 0,0 0 11 16,0 0 5-16,0 0 2 0,0 0-10 0,0 0 1 16,0 0 4-16,0 0 0 0,0 0 0 0,0 0-1 0,0 0-11 15,0 0 8-15,0 0 0 0,0 0 0 0,0 0-5 16,0 0 10-16,0 0-7 0,0 0 5 16,0 0-5-16,0 0-1 0,0 0 4 0,0 0-2 15,0 0 6-15,0 0-5 0,0 0-1 0,0 0 1 0,0 0-5 16,0 0 3-16,0 0-3 0,0 0 7 0,0 0-3 15,0 0 3-15,0 0 6 0,0 0-5 0,0 0-7 16,0 0-4-16,0 0 8 0,0 0 1 16,0 0 0-16,0 0 0 0,0 0-5 0,0 0 3 15,0 0 1-15,13-8 2 0,-13 8 4 0,0 0-7 0,0 0 8 16,0 0-4-16,0 0-2 0,0 0-4 0,0 0 12 16,0 0 0-16,0 0-6 0,0 0-1 0,0 0 2 15,0 0-1-15,0 0 1 0,0 0 4 0,0 0-11 16,0 0 3-16,0 0-7 0,0 0 9 0,0 0 1 15,0 0-5-15,0 0 6 0,0 0-6 0,0 0 1 16,0 0 4-16,0 0-2 0,0 0 0 0,0 0 2 16,0 0-1-16,0 0-4 0,0 0 9 0,0 0-6 15,0 0-3-15,0 0 8 0,0 0-7 0,0 0 3 16,0 0 0-16,0 0 2 0,0 0-2 0,0 0 1 16,0 0-5-16,0 0 0 0,0 0-2 0,0 0 8 15,0 0-9-15,0 0 7 0,0 0 4 0,0 0-3 16,0 0-4-16,0 0 1 0,0 0-10 0,0 0 15 15,0 0-10-15,0 0 3 0,0 0-5 0,0 0-1 16,0 0-2-16,0 0-6 0,0 0-14 0,0 0-6 16,0 0-8-16,0 0-43 0,0 0-95 0,0 0 42 15</inkml:trace>
  <inkml:trace contextRef="#ctx0" brushRef="#br0" timeOffset="49208.54">29344 7578 59 0,'0'0'109'15,"0"0"-8"-15,0 0-9 0,0 0-11 0,0 0-4 16,0 0-14-16,0 0 4 0,0 0-17 0,0 0-2 16,0 0-10-16,0 0-20 0,0 0-20 0,3 10-34 15,-3-10-12-15,0 0-16 0,0 0-46 0,0 0-117 16,0 0 53-16</inkml:trace>
  <inkml:trace contextRef="#ctx0" brushRef="#br0" timeOffset="62525.14">19725 10650 37 0,'0'0'79'15,"0"0"-4"-15,0 0 9 0,9-1-30 0,-9 1 0 16,0 0-4-16,0 0-2 0,0 0-6 0,0 0-4 16,0 0-5-16,7-3 2 0,-7 3-7 0,0 0-7 15,0 0-1-15,0 0 1 0,0 0-7 0,0 0-15 16,0 0-12-16,0 0-18 0,0 0-35 0,0 0-38 15,0 0-113-15,0 0 51 0</inkml:trace>
  <inkml:trace contextRef="#ctx0" brushRef="#br0" timeOffset="62850.26">20063 10710 38 0,'0'0'38'0,"0"0"-11"0,0 0-24 0,0 0-21 0,0 0-19 16,0 0 8-16</inkml:trace>
  <inkml:trace contextRef="#ctx0" brushRef="#br0" timeOffset="63582.52">20130 10646 48 0,'0'0'61'0,"0"0"-4"16,0 0-15-16,0 0-7 0,0 0-9 0,0 0-14 15,0 0-9-15,0 0-16 0,0 0-33 0,0 0-48 16,0 0 21-16</inkml:trace>
  <inkml:trace contextRef="#ctx0" brushRef="#br0" timeOffset="64427.1">20151 10655 59 0,'0'0'65'15,"0"0"-14"-15,0 0-7 0,0 0-4 0,0 0-16 16,0 0-12-16,0 0-20 0,0 0-41 0,0 0-51 16,0 0 23-16</inkml:trace>
  <inkml:trace contextRef="#ctx0" brushRef="#br0" timeOffset="65559.17">20185 10615 8 0,'0'0'34'0,"0"0"-20"0,0 0-17 16,0 0-7-16,0 0-9 0,0 0 5 0</inkml:trace>
  <inkml:trace contextRef="#ctx0" brushRef="#br0" timeOffset="70918.42">20183 9881 8 0,'0'0'11'15,"0"0"1"-15,0 0 2 0,9-3-2 0,-9 3 6 16,0 0 3-16,0 0 4 0,0 0 2 0,0 0 2 15,0 0-6-15,0 0 2 0,0 0-2 0,0 0-5 16,0 0 9-16,0 0-11 0,0 0-3 0,0 0 5 16,0 0-7-16,0 0 5 0,0 0-9 0,0 0 3 15,0 0-4-15,-23-4 6 0,23 4-3 0,0 0 7 16,-9-1 0-16,9 1 1 0,0 0-6 0,-12-2-4 16,12 2 1-16,0 0-2 0,-10-2 6 0,10 2 2 15,-9-1-12-15,9 1 3 0,0 0-4 0,-11-1 9 16,11 1 0-16,0 0-3 0,-8-2-3 0,8 2 2 15,0 0-3-15,0 0 1 0,0 0-6 0,0 0 7 16,0 0-7-16,-10 0 8 0,10 0-2 0,0 0 2 0,0 0-2 16,0 0 1-16,0 0 2 0,0 0-6 15,0 0 6-15,0 0-5 0,0 0 7 0,0 0-6 16,0 0-2-16,0 0-4 0,0 0 13 0,0 0-7 16,0 0-10-16,29 3 8 0,-21-3 0 0,-8 0 2 0,11-1-1 15,-11 1 0-15,15 2-1 0,-7 0 1 16,-8-2-7-16,16 0-1 0,-9 0 6 0,1 2 3 15,-8-2-6-15,18 1 4 0,-11 0-10 0,2 1 12 16,-1-2-2-16,-8 0 0 0,14 0 2 0,-6 1 0 16,-8-1-3-16,10 0 0 0,-10 0 1 0,10 3 2 0,-10-3 0 15,8 1-8-15,-8-1 3 0,6 1 1 16,-6-1 1-16,0 0 6 0,0 0-2 0,0 0 1 16,0 0 0-16,0 0 1 0,7 3-8 0,-7-3 6 15,0 0-5-15,0 0 7 0,0 0-4 0,0 0-4 0,0 0 9 16,0 0-3-16,0 0 0 0,0 0 1 0,-28-4-4 15,28 4 2-15,-11 0 0 0,11 0 11 0,-10 0-7 16,10 0 3-16,-11-1-5 0,11 1 1 0,-11 0 4 16,11 0-3-16,-11-1 5 0,11 1-2 0,-13 0 3 15,13 0-4-15,-9-2 1 0,9 2 0 0,0 0 2 16,-11-1-12-16,11 1 11 0,0 0-5 0,-9 0 9 16,9 0-19-16,0 0 13 0,0 0 4 15,0 0-8-15,0 0 14 0,0 0-6 0,0 0 0 0,0 0 0 16,0 0-2-16,0 0 8 0,0 0-7 0,0 0 3 15,0 0-8-15,0 0-2 0,29-2 5 0,-29 2-8 16,15 2-2-16,-7-2 9 0,0 1 1 0,-8-1-11 16,14 0 10-16,-8 0 2 0,-6 0-12 0,12 0 13 15,-12 0 1-15,10 0-2 0,-10 0-2 0,0 0 13 16,10 0-4-16,-10 0-3 0,0 0 2 0,0 0-4 16,8 0 12-16,-8 0 8 0,0 0-10 0,0 0-3 15,0 0-4-15,0 0 4 0,0 0-2 0,0 0-4 16,0 0-4-16,0 0-1 0,-28-7 0 0,19 7-1 15,1-2-3-15,8 2 8 0,-18-2 2 0,11 0-10 16,-1 1 6-16,8 1-15 0,-17-1 9 0,11-1 2 16,6 2 2-16,-12 0-2 0,12 0-6 0,-8 0-1 15,8 0 0-15,0 0 1 0,-9-2 3 0,9 2-5 16,0 0 4-16,0 0-5 0,0 0-5 0,-10-1 6 16,10 1-4-16,0 0 7 0,0 0 0 0,0 0 2 15,0 0-2-15,0 0 4 0,29 3-3 0,-22-3-2 0,4 3-5 16,1-4 7-16,-4 1-5 0,1 2-3 0,2-3 9 15,1 1-3-15,-6 0 3 0,-6 0-3 16,18 1 4-16,-18-1-2 0,12-1-3 0,-12 1-3 16,9 1 5-16,-9-1-4 0,9 0 4 0,-9 0-7 0,0 0 4 15,0 0-2-15,10-1-1 0,-10 1 2 16,0 0 3-16,0 0-4 0,0 0-1 0,0 0 1 16,0 0 6-16,0 0-2 0,0 0 0 0,0 0-5 15,-31-3 8-15,23 1-3 0,-2 1 5 0,10 1-6 0,-15 0 6 16,7 0-8-16,8 0-6 0,-15 0 8 0,7-2 0 15,8 2-3-15,-15-1 8 0,9 0-1 16,6 1-1-16,-11-2-3 0,11 2-2 0,0 0 3 0,-14 0 0 16,14 0 3-16,0 0-1 0,-7-2 1 0,7 2 0 15,0 0-4-15,0 0 2 0,-8-1 1 0,8 1-5 16,0 0 0-16,0 0 9 0,0 0 0 0,0 0-6 16,0 0 8-16,0 0-10 0,25 3 1 0,-17-1-3 15,2-2 3-15,3 2 7 0,-5-2-5 0,1 2-3 16,0-2-6-16,-2 1 9 0,-7-1-4 0,12 2-4 15,-12-2-1-15,11 0 6 0,-11 0 0 0,0 0-4 16,11 0-4-16,-11 0 5 0,0 0-3 0,0 0 7 16,0 0 1-16,0 0-8 0,0 0 10 0,0 0-6 15,0 0-8-15,-26 10 10 0,20-8 1 0,6-2 3 16,-16 0 4-16,9 1-6 0,7-1 3 0,-16 0-1 16,7-1 0-16,9 1-1 0,-14-2 3 0,14 2-4 15,-12 0 5-15,12 0-1 0,-8-2-6 0,8 2 1 16,0 0 1-16,-10 2 1 0,10-2-1 0,0 0-1 15,0 0-2-15,0 0-2 0,0 0 4 0,0 0 0 16,0 0 2-16,0 0 0 0,0 0 0 0,0 0 1 0,0 0 4 16,29 0-9-16,-29 0 0 0,13 0 2 15,-4 0 8-15,-9 0-9 0,11 0-5 0,-11 0 9 16,9 0-5-16,-9 0 0 0,0 0-1 0,10 0 5 16,-10 0-4-16,0 0 0 0,0 0 1 0,0 0 4 0,0 0-2 15,0 0-4-15,0 0 4 0,0 0-5 16,0 0 1-16,0 0 1 0,-26-7-2 0,14 6 5 15,2-1-5-15,0 2 6 0,1-2-1 0,9 2 1 16,-18-1-2-16,11 1-2 0,7 0 2 0,-14-3 0 0,8 2 4 16,6 1-5-16,0 0-1 0,-14 1 4 15,14-1 3-15,0 0 1 0,-8-3-2 0,8 3 1 16,0 0 8-16,0 0-3 0,0 0 13 0,0 0-15 16,0 0-5-16,0 0-2 0,0 0 11 0,30-5-7 0,-23 4-2 15,3 1-4-15,1-1-1 0,-1 1 3 0,3-1 5 16,-4 1-8-16,-9 0 2 0,16 0-2 0,-8-2 3 15,-8 2 0-15,10-2 3 0,-10 2-2 16,0 0 1-16,12 0-4 0,-12 0 1 0,0 0 0 0,0 0 2 16,7 2-5-16,-7-2 1 0,0 0 6 0,0 0-1 15,0 0-7-15,0 0 1 0,0 0 4 0,0 0-5 16,0 0 1-16,0 0 12 0,0 0-8 0,0 0-1 16,-29 0 0-16,29 0 2 0,-15 0-1 0,15 0-13 15,-14 0 14-15,7 0 0 0,-4 0-5 0,11 0 7 16,-13-2-5-16,13 2 2 0,-9 0-1 0,9 0 5 15,0 0-3-15,-10 2-3 0,10-2-1 0,0 0-2 16,0 0 4-16,0 0 3 0,0 0-2 0,0 0 2 16,0 0 0-16,0 0-3 0,0 0-1 0,0 0-1 15,0 0 3-15,28 3 2 0,-20-3 0 0,4 1 0 16,-5 0-5-16,3-2 3 0,-10 1 1 0,15 0 0 0,-7 1-3 16,-8-1 2-16,14 0 2 0,-8 2 1 15,-6-2-2-15,11 0-1 0,-11 0-1 0,6 1 3 16,-6-1-6-16,0 0 7 0,0 0-8 0,9 1 8 15,-9-1-3-15,0 0-3 0,0 0 0 0,0 0-4 0,0 0 8 16,0 0 2-16,0 0-7 0,0 0 1 0,-30 1 4 16,30-1-2-16,-15 2 3 0,8-1-2 0,7-1-4 15,-13 0 4-15,13 0-1 0,-14-1 4 16,14 1 1-16,-9 0 0 0,9 0-2 0,-10-2-4 0,10 2 2 16,0 0 7-16,0 0-4 0,0 0-2 0,-12 0 0 15,12 0-1-15,0 0-1 0,0 0 5 16,0 0 4-16,0 0-9 0,0 0-1 0,0 0 10 15,0 0-3-15,0 0-1 0,0 0 4 0,33-3 4 0,-24 4-9 16,0-2 0-16,3 1 0 0,-2 0 2 0,1-2-3 16,0 2-3-16,-4-1 1 0,-7 1-1 0,16 0 5 15,-16 0 0-15,10 0 1 0,-10 0-3 16,9 0-5-16,-9 0 5 0,0 0-5 0,7-1 8 0,-7 1-12 16,0 0 12-16,0 0-3 0,0 0-1 0,0 0-2 15,0 0 1-15,0 0-4 0,0 0 5 0,0 0 1 16,0 0 1-16,0 0-5 0,-34 1 10 0,25 0-11 15,9-1 2-15,-17-1-1 0,6 1-2 0,3-1 8 16,8 1-2-16,-14-1 9 0,14 1-11 0,-13 0-2 16,8-2 1-16,5 2-2 0,0 0-1 0,0 0 2 15,-13 2 4-15,13-2 1 0,0 0-1 0,0 0-2 16,0 0 2-16,-8-2-3 0,8 2-4 0,0 0 8 16,0 0-10-16,0 0 6 0,0 0 3 0,0 0-1 15,33 3-1-15,-26-2-1 0,1 0-1 0,2-1-1 16,2 2 2-16,-6-1 6 0,-6-1-7 0,14-1 0 15,-14 1 3-15,13 2-4 0,-13-2 3 0,0 0-4 16,9 0 7-16,-9 0-6 0,0 0-2 0,0 0 6 16,0 0-4-16,0 0-2 0,0 0 0 0,0 0 0 15,0 0 2-15,0 0 2 0,-33 4 0 0,22-3 8 16,0-2-7-16,1 2-1 0,0-2 3 0,-2 1 4 16,12 0-10-16,-14 0 7 0,14 0-4 0,-14 0 1 15,14 0 1-15,-9-1-3 0,9 1-3 0,0 0 6 16,-9-2-5-16,9 2 2 0,0 0 11 0,0 0-8 15,0 0-2-15,0 0-2 0,0 0 0 0,0 0 6 16,0 0 2-16,35 3-6 0,-24-2-1 0,4-1 8 0,-3-1-2 16,2 2-3-16,-2-2 0 0,-2 1 4 15,1 1-5-15,-3 1-3 0,0-2 3 0,-8 0-3 16,10 0-3-16,-10 0 19 0,9 1-17 0,-9-1 4 0,0 0-7 16,0 0 3-16,0 0 0 0,0 0 1 0,0 0 2 15,0 0 4-15,0 0-2 0,0 0-6 0,-35 2 4 16,23-2 1-16,0 0-2 0,0-2 1 15,0 2 3-15,0 0-8 0,1 0 4 0,11 0 4 0,-14 0-6 16,14 0 5-16,-11-1 0 0,11 1-4 0,-10 0 3 16,10 0 2-16,0 0-3 0,0 0 1 0,-9 0 0 15,9 0-2-15,0 0 14 0,0 0-13 0,0 0 0 16,0 0-6-16,0 0 18 0,0 0-10 0,37 0-2 16,-25-2-2-16,-3 1 1 0,1 1-1 0,-10 0 6 15,14 0-3-15,-9-1 3 0,-5 1-3 0,10 1-3 16,-10-1 0-16,0 0-1 0,9 0 4 0,-9 0-2 15,0 0-2-15,0 0 9 0,0 0-5 0,0 0-6 16,0 0 3-16,0 0-6 0,0 0 8 0,-27 1 2 16,27-1 0-16,-19-1-10 0,10 2 9 0,-2-1-7 15,3 0 7-15,8 0 3 0,-11 2 0 0,11-2-3 16,-12-3-2-16,12 3 0 0,0 0 1 0,-9 0 0 16,9 0 3-16,0 0 0 0,0 0 0 0,0 0 1 15,0 0 3-15,0 0-9 0,0 0 3 0,0 0 4 16,28-1-3-16,-28 1-5 0,18 0 9 0,-4-2-6 15,-2 1-2-15,0 1 1 0,0 1 6 0,-4-1-6 16,-8 0 2-16,16 0-2 0,-11 2-1 0,-5-2-3 16,11-3 5-16,-11 3 5 0,0 0 4 0,0 0-6 15,11 0-2-15,-11 0 3 0,0 0-1 0,0 0 2 0,0 0-2 16,0 0 3-16,0 0-1 0,0 0-1 16,0 0 0-16,0 0 7 0,0 0 1 0,0 0-5 15,0 0 1-15,-24-9-1 0,24 9 3 0,-7-3-4 16,7 3-4-16,-6-2 2 0,6 2-1 0,0 0-7 0,-10-2-2 15,10 2-19-15,0 0-31 0,0 0-34 16,-6-3-45-16,6 3-145 0,0 0-303 0,0 0 134 16</inkml:trace>
  <inkml:trace contextRef="#ctx0" brushRef="#br0" timeOffset="74620.03">12349 10929 12 0,'0'0'-2'0,"0"12"-3"0,0-12 2 0</inkml:trace>
  <inkml:trace contextRef="#ctx0" brushRef="#br0" timeOffset="75099.34">12190 10992 7 0,'0'0'73'15,"0"0"-4"-15,0 0-5 0,0 0-4 0,0 0 4 16,0 0-16-16,0 0 3 0,0 0-3 0,0 0-2 16,0 0-2-16,0 0-2 0,0 0-1 0,0 0-3 15,0 0-10-15,0 0 6 0,0 0-10 0,0 0-3 16,0 0 4-16,0 0-3 0,0 0 1 0,0 0 2 16,0 0-14-16,0 0 4 0,0 0-2 0,0 0-5 15,0 0-1-15,0 0 4 0,0 0-11 0,0 0 4 16,0 0 1-16,0 0 4 0,0 0-8 0,0 0 8 15,0 0-8-15,0 0-3 0,0 0 0 0,0 0 8 16,0 0-3-16,0 0-3 0,0 0 6 0,0 0-9 16,0 0 3-16,-7-6-15 0,7 6 13 0,0 0 1 15,0 0 4-15,-14 1-4 0,14-1-2 0,0 0 5 16,-11 2-1-16,11-2-5 0,0 0 5 0,0 0-15 16,-11 1 8-16,11-1 8 0,0 0 0 0,0 0 1 0,0 0-2 15,-7 1-5-15,7-1 8 0,0 0-5 16,0 0-1-16,0 0-5 0,0 0 0 0,0 0 2 0,0 0-1 15,0 0 6-15,0 0-13 0,0 0 1 16,0 0-1-16,0 0 1 0,0 0-7 0,0 0-2 0,0 0 2 16,0 0-7-16,0 0 2 0,0 0-1 0,0 0-9 15,25-6 2-15,-25 6-2 0,9-1-3 16,-9 1-5-16,11-2-8 0,-11 2-1 0,14 0-29 16,-6 0-85-16,-8 0 37 0</inkml:trace>
  <inkml:trace contextRef="#ctx0" brushRef="#br0" timeOffset="75340.07">12736 11032 6 0,'9'0'79'0,"-9"0"-7"16,0 0-2-16,6 0-6 0,-6 0-1 0,0 0 6 15,0 0-6-15,9 1 0 0,-9-1-15 0,0 0 0 16,0 0-3-16,0 0-3 0,0 0-5 0,0 0-4 16,0 0-10-16,0 0 2 0,0 0-8 0,0 0-6 15,0 0-29-15,7 3-4 0,-7-3-13 16,0 0-31-16,0 0-58 0,0 0-132 0,0 0 59 0</inkml:trace>
  <inkml:trace contextRef="#ctx0" brushRef="#br0" timeOffset="75795.19">12286 10979 68 0,'0'0'84'0,"0"0"-14"0,0 0 3 16,0 0-5-16,0 0-6 0,0 0-10 0,0 0-1 0,26-1-8 15,-18 0-1-15,3 1-5 0,-1-2 2 16,0 2 1-16,6-2-10 0,0 1-8 0,5 2-2 16,-2-1 0-16,10-2 0 0,0 0-1 0,1 2-11 15,1 2 4-15,1-2-3 0,1 1 5 0,4 0-2 16,-3 1 3-16,1-2-7 0,1 0 0 0,-2 0-10 15,-1 2-17-15,-3-2-15 0,3 1-10 0,-4 0-12 16,1-1-12-16,-10-1-53 0,9 1-131 0,-9 0 59 16</inkml:trace>
  <inkml:trace contextRef="#ctx0" brushRef="#br0" timeOffset="75974.5">13187 10981 31 0,'0'0'77'16,"0"0"-2"-16,0 0-15 0,0 0-6 0,0 0 0 16,4 4-8-16,-4-4-4 0,0 0-5 15,0 0-1-15,0 0-11 0,8 5-8 0,-8-5-14 16,8 4-11-16,-3-4-18 0,-5 0-17 0,11 5-37 16,-2-4-87-16,0 0 38 0</inkml:trace>
  <inkml:trace contextRef="#ctx0" brushRef="#br0" timeOffset="76156.41">13877 10994 5 0,'11'-2'90'0,"0"1"-11"0,5 0-13 0,-3 0-5 16,5-1-9-16,0 1-4 0,2 0-7 0,-1 1-28 15,0-1-31-15,0 0-56 0,1 1-78 16,8-2 35-16</inkml:trace>
  <inkml:trace contextRef="#ctx0" brushRef="#br0" timeOffset="76326.14">14827 10990 8 0,'29'-3'20'0,"-1"3"-16"15,2-1-10-15,2 2-6 0,-3-3 3 16</inkml:trace>
  <inkml:trace contextRef="#ctx0" brushRef="#br0" timeOffset="76503.75">15505 10965 108 0,'0'0'138'0,"13"-3"-13"0,-5 1-12 0,-8 2-16 16,17-4-5-16,-6 4-15 0,-1 0-4 0,4-1-14 16,3 1-4-16,-3-1-25 0,3 1-30 0,2 1-9 15,0-1-46-15,-1 0-21 0,2 0-63 0,-2 1-148 16,5 1 66-16</inkml:trace>
  <inkml:trace contextRef="#ctx0" brushRef="#br0" timeOffset="76676.67">16125 10953 81 0,'5'-2'118'0,"2"0"-4"16,-7 2-3-16,9-3-12 0,-9 3-7 0,13-3-10 15,-6 3-2-15,2-2-10 0,-1 0-4 0,2 0-14 16,1 1-3-16,2 0-4 0,-1-1-7 0,0 1-3 15,4 0-10-15,-3-1-15 0,4 2-20 0,0 0-25 16,2-2-25-16,-2 1-5 0,-1 1-20 0,2 0-67 16,0 0-165-16,0 0 72 0</inkml:trace>
  <inkml:trace contextRef="#ctx0" brushRef="#br0" timeOffset="77187.98">18193 10842 128 0,'0'0'146'0,"-5"-3"-1"15,5 3-9-15,0 0-7 0,0 0 1 0,-5-6-15 16,5 6-13-16,0 0-6 0,-3-7-8 0,3 7-8 15,0 0-10-15,0 0-4 0,0 0-15 0,-4-8-4 16,4 8-27-16,0 0-23 0,0 0-26 0,0 0-57 16,0 0-47-16,4-11-84 0,-4 11-234 0,0 0 104 15</inkml:trace>
  <inkml:trace contextRef="#ctx0" brushRef="#br0" timeOffset="77380.23">18417 10830 37 0,'28'5'58'0,"0"-3"-17"15,1 1-12-15,2-1-15 0,-3 1-17 0,3 1-27 16,-2-2-32-16,2-1 15 0</inkml:trace>
  <inkml:trace contextRef="#ctx0" brushRef="#br0" timeOffset="77557.34">19205 10862 34 0,'8'0'141'0,"-8"0"-18"16,15 0-16-16,-2-2-12 0,-2 1 0 0,2 0-14 15,4 1-11-15,-3 1-8 0,4-1-8 0,1 1-7 16,-1 1-25-16,2 1-24 0,1-3-32 0,-2 2-27 16,0-1-78-16,1-1-152 0,1-1 68 0</inkml:trace>
  <inkml:trace contextRef="#ctx0" brushRef="#br0" timeOffset="78188.02">21211 10711 2 0,'0'0'55'0,"0"0"-31"0,6 3-38 0,-6-3-15 0,0 0 7 15</inkml:trace>
  <inkml:trace contextRef="#ctx0" brushRef="#br0" timeOffset="97852.52">20363 9854 3 0,'0'0'52'0,"0"0"-3"0,0 0-6 16,0 0 4-16,0 0-11 0,0 0-5 0,0 0 0 15,0 0-3-15,0 0 1 0,0 0-10 0,0 0-1 16,0 0 3-16,0 0-4 0,0 0-2 0,0 0 4 16,0 0-2-16,0 0-3 0,0 0 0 0,0 0 1 0,0 0 4 15,0 0-5-15,0 0-5 0,0 0 4 16,0 0 0-16,0 0 4 0,0 0-3 0,0 0-4 16,0 0 7-16,0 0-8 0,0 0 0 0,0 0 0 15,0 0-11-15,0 0 6 0,0 0 6 0,0 0-6 0,0 0 4 16,0 0-5-16,0 0 0 0,3-8-6 15,-3 8 8-15,0 0-7 0,0 0 2 0,0 0-2 16,0 0 4-16,0 0-2 0,0 0 5 0,0 0-9 16,0 0 9-16,0 0-3 0,0 0-3 0,0 0 7 0,0 0-7 15,0 0 4-15,0 0 0 0,0 0-11 16,0 0 7-16,0 0 0 0,0 0-4 0,0 0 12 16,0 0-5-16,0 0 3 0,0 0-3 0,0 0 5 15,0 0-25-15,0 0 19 0,0 0 0 0,0 0 0 0,0 0 0 16,0 0-1-16,0 0-1 0,0 0 2 0,0 0 1 15,0 0-3-15,0 0-1 0,0 0 2 0,0 0 0 16,0 0 0-16,0 0 6 0,0 0-9 0,0 0 0 16,0 0-2-16,0 0 10 0,0 0-8 0,0 0 7 15,0 0-12-15,0 0 7 0,0 0 1 0,0 0-11 16,0 0 14-16,0 0-4 0,0 0 2 0,0 0 1 16,0 0-1-16,0 0 0 0,0 0-12 0,0 0 12 15,0 0 7-15,0 0-7 0,0 0 1 16,0 0-14-16,0 0 13 0,0 0 4 0,0 0-4 0,0 0 3 15,0 0-2-15,0 0-5 0,0 0 7 0,0 0-9 16,0 0 2-16,0 0 10 0,0 0-14 0,0 0 2 16,0 0 2-16,0 0 3 0,0 0-4 0,11 0-1 15,-11 0-4-15,0 0-13 0,0 0 2 0,0 0-11 16,0 0-4-16,0 0-6 0,0 0-8 0,10 1-30 16,-10-1-85-16,0 0 38 0</inkml:trace>
  <inkml:trace contextRef="#ctx0" brushRef="#br0" timeOffset="98546.27">20203 10608 8 0,'0'0'33'0,"5"-3"-9"0,-5 3-9 16,0 0-3-16,0 0-28 0,0 0-16 0,5-6 7 16</inkml:trace>
  <inkml:trace contextRef="#ctx0" brushRef="#br0" timeOffset="99830.07">22923 10467 40 0,'0'0'22'15,"0"0"-25"-15,7-4-8 0,-7 4-9 16,0 0 4-16</inkml:trace>
  <inkml:trace contextRef="#ctx0" brushRef="#br0" timeOffset="104746.25">20276 9819 64 0,'0'0'87'0,"0"0"-19"0,0 0 14 16,0 0-15-16,0-9-1 0,0 9-3 0,0 0-3 16,0 0-1-16,0 0-8 0,0 0-8 0,0 0 1 15,0 0-14-15,0 0 13 0,0 0-16 0,0 0-3 16,0 0 3-16,0 0-9 0,0 0-17 0,0 0-6 16,0 0-24-16,0 0-11 0,0 0-13 0,0 0-7 15,0 0-64-15,0 0-132 0,0 0 59 0</inkml:trace>
  <inkml:trace contextRef="#ctx0" brushRef="#br0" timeOffset="105137.4">20212 10524 2 0,'0'0'65'0,"0"0"-4"0,0 0-13 15,1-6-13-15,-1 6-15 0,0 0-16 0,3-5-23 16,-3 5-17-16,0 0-39 0,0 0 17 0</inkml:trace>
  <inkml:trace contextRef="#ctx0" brushRef="#br0" timeOffset="105622.55">20303 9817 11 0,'0'0'66'0,"0"0"-9"0,0 0-3 15,0 0-14-15,0 0 2 0,0 0-1 0,0 0-10 16,0 0-7-16,0 0 6 0,0 0-5 16,0 0-6-16,0 0 9 0,0 0-18 0,0 0-18 15,0 0-23-15,0 0-43 0,0 0-79 0,0 0 36 0</inkml:trace>
  <inkml:trace contextRef="#ctx0" brushRef="#br0" timeOffset="105991.63">20119 10529 39 0,'0'0'71'0,"0"0"-13"0,0 0-2 0,4-5-10 16,-4 5-2-16,0 0-9 0,0 0-7 0,6-5-8 16,-6 5-18-16,4-5-18 0,-4 5-18 0,0 0-25 15,2-7-63-15,-2 7 29 0</inkml:trace>
  <inkml:trace contextRef="#ctx0" brushRef="#br0" timeOffset="107157.05">10919 11545 23 0,'0'0'100'16,"0"0"-12"-16,18-12-7 0,-18 12-10 0,0 0-7 16,0 0-2-16,0 0-3 0,0 0-15 0,5-6 0 15,-5 6-8-15,0 0-2 0,0 0-11 0,0 0-6 16,4-3-19-16,-4 3-9 0,0 0-20 0,0 0-7 15,0 0-11-15,0 0-54 0,0 0-111 0,0 0 49 16</inkml:trace>
  <inkml:trace contextRef="#ctx0" brushRef="#br0" timeOffset="107862.49">10921 10079 64 0,'0'0'65'0,"0"0"-7"0,0 0 7 16,0 0-10-16,4-6-1 0,-4 6-4 0,0 0-11 16,0 0-1-16,0 0-7 0,0 0 3 0,0 0-5 0,0 0-12 15,0 0 6-15,0 0-2 0,0 0-18 0,0 0-2 16,0 0-11-16,0 0-10 0,0 0-5 16,0 0-13-16,0 0-10 0,0 0-37 0,0 0-91 15,0 0 41-15</inkml:trace>
  <inkml:trace contextRef="#ctx0" brushRef="#br0" timeOffset="108556.5">11001 11471 19 0,'0'0'28'0,"0"0"4"16,0 0-6-16,0 0-16 0,0 0-16 0,0 0-13 16,0 0-19-16,0 0 9 0</inkml:trace>
  <inkml:trace contextRef="#ctx0" brushRef="#br0" timeOffset="109129.38">10976 10031 21 0,'0'0'66'0,"0"0"-8"0,0 0-7 15,0 0 1-15,0 0-6 0,0 0-6 0,0 0-6 16,0 0 9-16,0 0-17 0,0 0-12 16,0 0-3-16,0 0-12 0,0 0-13 0,0 0-4 15,0 0-7-15,0 0 3 0,0 0-8 0,0 0-29 0,0 0-64 16,0 0 29-16</inkml:trace>
  <inkml:trace contextRef="#ctx0" brushRef="#br0" timeOffset="109627.2">11066 11319 30 0,'0'0'52'0,"0"0"-9"0,0 0-16 15,0 0-16-15,-7-22-16 0,7 22-22 0,0 0-29 16,-2-8 14-16</inkml:trace>
  <inkml:trace contextRef="#ctx0" brushRef="#br0" timeOffset="110370.19">11045 10104 64 0,'0'0'85'0,"0"0"-17"0,1-7 10 15,-1 7-8-15,0 0-4 0,0 0-7 0,0 0-4 16,0 0-1-16,0 0-3 0,0 0 8 0,0 0-10 16,0 0-1-16,0 0 1 0,0 0-4 0,0 0-6 15,0 0-1-15,0 0-7 0,0 0 6 0,0 0-4 16,0 0-10-16,0 0 7 0,0 0-14 0,0 0 2 15,0 0 4-15,0 0-10 0,0 0-1 0,0 0 3 16,0 0-3-16,0 0 4 0,0 0 2 0,0 0-1 16,0 0-4-16,0 0-4 0,0 0 7 0,0 0 3 15,0 0-2-15,0 0-2 0,0 0-1 0,0 0-2 16,0 0 4-16,0 0-1 0,0 0-8 0,0 0 4 16,0 0-5-16,0 0 2 0,0 0 4 0,0 0-5 15,0 0 0-15,0 0 8 0,0 0-4 0,0 0 3 16,0 0-2-16,0 0-3 0,0 0-6 0,0 0 3 15,0 0-2-15,0 0 1 0,0 0 3 0,0 0 3 16,0 0-10-16,0 0 4 0,0 0 0 0,0 0-4 16,0 0 0-16,0 0 4 0,0 0-8 0,0 0 4 15,0 0 3-15,0 0-6 0,0 0-5 0,0 0-5 16,0 0-10-16,0 0-17 0,0 0-11 0,0 0-22 16,0 0-8-16,0 0-8 0,0 0 1 0,0 0-9 15,0 0-70-15,0 0-182 0,0 0 81 0</inkml:trace>
  <inkml:trace contextRef="#ctx0" brushRef="#br0" timeOffset="111678.96">14083 15230 15 0,'0'0'84'0,"0"0"-14"0,0 0-3 0,0 0-1 16,0 0-13-16,0 0-5 0,0 0-6 0,0 0 0 15,0 0-10-15,0 0-2 0,0 0-8 0,0 0-19 16,0 0-9-16,0 0-13 0,0 0-22 0,0 0-44 16,0 0-92-16,0 0 41 0</inkml:trace>
  <inkml:trace contextRef="#ctx0" brushRef="#br0" timeOffset="112642.41">15606 15370 89 0,'0'0'140'0,"0"0"-3"16,0 0-3-16,0 0-4 0,0 0 0 0,0 0-12 16,0 0-2-16,0 0-10 0,0 0-3 0,0 0-17 0,0 0-4 15,0 0-7-15,0 0-7 0,0 0-8 16,0 0-7-16,0 0-6 0,0 0-8 0,0 0-7 16,0 0-7-16,0 0-11 0,0 0-13 0,0 0-13 15,0 0-14-15,0 0-24 0,0 0-13 0,0 0-33 16,0 0-16-16,0 0-17 0,9 0-88 0,-9 0-233 0,0 0 103 15</inkml:trace>
  <inkml:trace contextRef="#ctx0" brushRef="#br0" timeOffset="113006.34">16617 15245 35 0,'0'0'50'16,"6"8"-3"-16,-6-8-11 0,0 0-10 0,0 0-5 15,0 0-15-15,0 0-16 0,7 3-26 16,-7-3-38-16,0 0 18 0</inkml:trace>
  <inkml:trace contextRef="#ctx0" brushRef="#br0" timeOffset="113270.16">17475 15352 20 0,'0'0'47'0,"0"0"-10"16,0 0-14-16,-3-5-20 0,3 5-25 0,0 0-23 15,0 0 9-15</inkml:trace>
  <inkml:trace contextRef="#ctx0" brushRef="#br0" timeOffset="134805.94">25389 10114 57 0,'-6'4'207'0,"6"-4"2"0,0 0-7 0,0 0 2 0,0 0-14 15,0 0-3-15,0 0-10 0,0 0-2 0,0 0 1 16,0 0-6-16,0 0-1 0,0 0-1 0,0 0-9 16,0 0-3-16,0 0-12 0,0 0-15 0,0 0-10 15,0 0-13-15,18-12-17 0,-13 7-5 0,1-4-7 16,1 3-8-16,2-1 1 0,0-3-13 0,0 1 2 15,3-2-14-15,-1 1 4 0,0-1-11 0,0-4-1 16,0 2-1-16,0 1-6 0,-3 2-3 0,0 0 1 16,-1 0-1-16,-1-1-8 0,1 1-4 0,0 2 3 0,-4 0 2 15,0 2-11-15,0 0 3 0,-3 6-3 16,4-10 3-16,-2 5-9 0,-2 5 3 0,2-6 1 16,-2 6-3-16,0 0-5 0,6-6 2 0,-6 6-5 0,0 0-6 15,0 0 9-15,0 0-9 0,0 0 4 16,0 0-2-16,0 0 1 0,0 0-1 0,0 0 4 15,-18 15-3-15,13-5-2 0,-1 0 6 0,0 1 0 0,4-4-6 16,0 4 7-16,0-3-4 0,-1 2 1 0,2-3 0 16,1 4 13-16,1-3-12 0,-1-8 0 0,3 13-7 15,1-7 0-15,-1-1 0 0,4 3-6 16,-1-4-2-16,1 1-1 0,-1-3-3 0,4 2 1 0,-5-2 4 16,3-2 0-16,-8 0 2 0,16-2-1 0,-7 0 14 15,-4-1-8-15,1-1 2 0,1-1 1 0,2-3-2 16,-4 2 2-16,1-3 3 0,-1-1 0 0,1 2-2 15,-3 0 7-15,-1-2-4 0,0 1 1 0,-2 3-1 16,0 6-1-16,3-14 6 0,-3 14-5 0,0-9 5 16,0 9-4-16,0-9 2 0,0 9-4 0,0 0 1 15,4-7 0-15,-4 7-5 0,0 0-2 0,0 0 4 16,0 0-3-16,0 0 4 0,-9 30 4 0,1-15 1 16,4 4 1-16,0-2 2 0,0 2-1 0,-1 0 0 15,1 0 0-15,0 1 0 0,0 4-1 0,0-6 12 16,2 0-12-16,-2-1 0 0,4-1-15 0,-5 1-10 15,3-4-11-15,2 3-19 0,-4-5-21 0,4 3-16 16,-2-3-37-16,1 1-46 0,-4 0-49 0,3-4-44 16,-3 2-153-16,1-5-457 0,0-1 202 0</inkml:trace>
  <inkml:trace contextRef="#ctx0" brushRef="#br0" timeOffset="134977.94">25491 9769 21 0,'-5'-9'209'0,"2"-1"-20"0,0 3-18 15,3 7-18-15,-1-10-20 0,-1 5-21 0,2 5-42 16,0 0-47-16,-2-8-29 0,2 8-40 0,0 0-42 0,0 0-70 16,18 15-169-16,-9-9 76 0</inkml:trace>
  <inkml:trace contextRef="#ctx0" brushRef="#br0" timeOffset="137032.19">26626 9947 164 0,'0'0'204'0,"-1"-12"-11"15,1 12-7-15,-5-13 0 0,5 8-9 0,0 5-9 0,-6-12-12 16,3 7-6-16,-3 1-13 0,0-1 2 0,1-1-6 16,5 6-10-16,-12-7-5 0,6 3-8 0,-1 3-15 15,-2-1-8-15,9 2-6 0,-18 0-8 16,4 0-7-16,5 4-11 0,-4 1-7 0,1 1 0 0,-1 4-6 15,5-3-8-15,-2 4-3 0,1 1 3 0,1-1-7 16,3-1 0-16,-4 1-5 0,7 0 5 0,-1-2-10 16,1 3-2-16,4-1-1 0,-2-2 1 0,2 0 1 15,1 1-4-15,1-2-5 0,1-2 2 0,2 1-6 16,-1-2-3-16,-1-2 0 0,3 1-1 0,2-1-2 16,-1-1 1-16,0-2 0 0,4-3-1 0,-2 0-3 15,-2 0 3-15,3-2-2 0,-1-2 3 0,0 0-3 16,1-6-3-16,-2 0 4 0,2-1 5 0,-1 0-3 15,-2 0-1-15,-3-4 0 0,0-2 0 0,0 2-1 16,-1-7 3-16,-1 0-2 0,-2-1 0 0,0 0-2 16,0-1-3-16,-4 8 2 0,2-6 8 0,0 9 12 15,0-1 16-15,-4-1-2 0,4 6 0 0,-4 2-4 16,4-1 1-16,-1 4 1 0,1 7 6 0,-4-12-13 16,2 8-3-16,2 4-7 0,-2-9-4 0,2 9 1 15,0 0 0-15,0 0-6 0,0 0 1 0,-12 24 2 16,6-9 1-16,1 2-4 0,-1 8 0 0,3 1 1 15,-1-1 4-15,-3 2-7 0,4-2 0 0,3-4 0 16,0-3 4-16,0 2-4 0,5 5 5 0,0-8-3 16,0 0 7-16,3-2-7 0,1 0 2 0,5-2 2 15,-5-1 2-15,4-1-4 0,-2-5 5 0,2 1-4 16,1-4-2-16,2 2-2 0,0-1-1 0,-1-3-2 16,3-1 7-16,-5-2-6 0,0-1 2 0,4-3-1 15,-1-3 0-15,-3 0-1 0,3-4 0 0,-5 2 0 16,-2-4-2-16,3 3-1 0,-1-2 9 0,-1 3-7 15,-4-4 4-15,-2 3-2 0,1 2 2 0,-1 1-1 0,0 1 2 16,-4-1-3-16,0 9-1 0,0-12-1 0,0 12 2 16,-2-11 0-16,2 11 0 0,-4-6-4 15,4 6 2-15,0 0-2 0,-11-1 1 0,11 1-4 16,-16 7 4-16,7 1 1 0,-1 0-1 0,2-1 0 16,1 2 2-16,1 3-2 0,1 2 1 0,0-2 4 0,3 0 0 15,1 3-6-15,4-2-16 0,-1-1-18 0,1-2-16 16,4 3-33-16,1-1-43 0,3-4-40 15,3 2-36-15,2-4-46 0,-2 2-144 0,-1-4-432 16,5-2 192-16</inkml:trace>
  <inkml:trace contextRef="#ctx0" brushRef="#br0" timeOffset="137452.65">27112 9844 90 0,'0'0'227'16,"0"-11"-9"-16,0 11-13 0,4-7-21 0,-4 7-19 0,0 0-22 15,3-4-16-15,-3 4-11 0,0 0-15 0,0 0-5 16,0 0-9-16,14 14 1 0,-10-5-1 0,3 1-6 16,2 3 11-16,-4-1-8 0,1-1-6 0,1 1-2 15,-3 0-8-15,6 1-6 0,-6-4-7 16,2 1-3-16,-1 0-6 0,1-3-2 0,2 1-10 0,-4-3 2 16,1 1-3-16,1-1-2 0,0-3-3 0,0 1 3 15,-6-3-4-15,11 1 3 0,-11-1-5 0,11-3 0 16,-1 2-2-16,-2-6-3 0,-1 0-3 15,1-1 2-15,2 0-5 0,-1-1 0 0,1-5-2 0,-3 1-2 16,3 4 0-16,-1-6-1 0,-1 2 0 0,2-1-2 16,-4 2-1-16,-1-3-1 0,1 5 1 0,1 0-2 15,0-1 0-15,0 3-4 0,-1 0 3 16,-1 0-1-16,-1 3-4 0,-2 1 1 0,-2 4-2 16,7-8 2-16,-7 8-3 0,5-7-2 0,-5 7-1 0,0 0-2 15,0 0 1-15,0 0 1 0,0 0 0 0,0 0 3 16,0 0-2-16,7 17 6 0,-7-9-1 0,0 3 0 15,1-1 1-15,-1 0 0 0,1 2 0 16,-1-2 3-16,-1 1 0 0,0 2 0 0,1 3-9 0,0-5-9 16,0 0-27-16,0 6-37 0,0-5-47 0,0 1-61 15,1-3-45-15,-1 2-172 0,0-12-437 0,0 17 194 16</inkml:trace>
  <inkml:trace contextRef="#ctx0" brushRef="#br0" timeOffset="137618.07">27512 9601 146 0,'-4'-4'110'16,"4"4"-34"-16,0 0-36 0,0 0-38 0,0 0-65 15,1 27-68-15,0-15 32 0</inkml:trace>
  <inkml:trace contextRef="#ctx0" brushRef="#br0" timeOffset="137980.39">27759 9778 164 0,'-11'-13'229'0,"11"13"-3"0,-13-3-20 16,5 2-7-16,8 1-6 0,-21-1-14 0,11 3-9 15,-1 1-8-15,0 1-10 0,-3 1-16 0,2 3-9 16,-1 1-10-16,-2 3-11 0,1 2-7 0,3-3-13 15,3 0-10-15,-2 1-5 0,6-2-7 0,2 0-8 16,-1 1-5-16,3-1-5 0,0 1-5 0,4-1 2 16,-1-4-11-16,2-1-6 0,1 0-1 0,3 1-8 15,0-2-5-15,1-2-2 0,3-2-1 0,0-1-3 16,-2 1 0-16,-1-3 1 0,1 1 0 0,-4-4 1 16,3 0 0-16,-3-1-5 0,0-2 3 0,0 1-3 15,-2-1 8-15,-3-1 3 0,2-1 0 0,-2 3 8 16,-2 2 4-16,0 6 10 0,0-13 7 0,0 13-1 15,2-7-11-15,-2 7-5 0,0 0-3 0,2-9-4 16,-2 9-6-16,0 0 1 0,0 0-6 0,0 0 7 0,0 0-11 16,0 0 1-16,0 0 4 0,0 0-7 15,0 28-12-15,0-19-16 0,2 2-11 0,1-3-17 16,0 2-22-16,1 1-37 0,0-3-43 0,4-1-43 0,0-1-58 16,0 3-183-16,3-5-474 0,2 1 209 0</inkml:trace>
  <inkml:trace contextRef="#ctx0" brushRef="#br0" timeOffset="138234.38">28091 9577 197 0,'0'-9'278'16,"-2"2"-17"-16,2 7-24 0,-1-12-31 0,1 12-16 15,-1-7-24-15,1 7-4 0,0 0 2 0,0 0-4 0,-7 29-12 16,4-14-11-16,-3 4-12 0,2 7-3 0,-3-3-12 15,5 4-10-15,-1-3-13 0,2-3-6 16,-1-4-6-16,1 8-7 0,1-7-11 0,-1 0-2 0,-2 3-4 16,3-4 0-16,0 0-6 0,0-1-14 0,3 3-14 15,-3-4-17-15,0-5-20 0,1 2-22 0,-1-3-27 16,0 1-33-16,-1-3-45 0,1-7-39 0,0 11-28 16,0-11-41-16,-3 8-136 0,3-8-425 0,0 0 188 15</inkml:trace>
  <inkml:trace contextRef="#ctx0" brushRef="#br0" timeOffset="138520.31">27912 9774 152 0,'-4'-6'188'0,"4"6"-8"15,-5-6-10-15,5 6-9 0,0 0-19 0,0 0-16 16,9-12-10-16,4 10-11 0,5 0-10 0,3 1-10 16,10-2-8-16,2 4-8 0,2-2-4 0,-2 0-7 15,1 1-1-15,-3 0-8 0,2 0 0 0,-5-2 3 16,-6 2 0-16,-3 0 0 0,-1 0 5 0,-3 0 5 15,-3 0 0-15,-4 0 3 0,2 0 8 0,-10 0-1 16,10 0 5-16,-10 0 0 0,9 2 1 0,-9-2-6 16,9 1 0-16,-9-1 0 0,0 0 1 0,5 4 2 15,-5-4 6-15,3 5-10 0,-3-5-5 0,-2 11-4 16,2-11-8-16,-3 17-5 0,1-7 0 0,-2 0-8 16,3 1 0-16,-4 1-9 0,1-1-28 0,2 1-23 15,-1 1-24-15,2 0-25 0,1-2-26 0,-3 4-42 16,3-2-61-16,2-2-53 0,-2 1-222 0,1-2-511 15,-2-2 226-15</inkml:trace>
  <inkml:trace contextRef="#ctx0" brushRef="#br0" timeOffset="138681.54">28382 9574 163 0,'-5'-6'140'16,"5"6"-32"-16,0 0-30 0,0 0-36 0,0 0-52 16,0 0-78-16,9 19-93 0,-3-12 42 0</inkml:trace>
  <inkml:trace contextRef="#ctx0" brushRef="#br0" timeOffset="139210.4">28588 9712 85 0,'0'0'207'15,"0"0"-2"-15,-27-2-9 0,27 2-17 0,-9 0-18 16,9 0-14-16,-10 4-13 0,5 0-6 0,-2 1-6 16,4 1-21-16,-3 2-9 0,1 1-8 0,1 0-5 15,2 1 2-15,-1 2-3 0,1 0-9 0,-2-1-5 16,4-2-7-16,0 4-8 0,1-3-4 0,3 0-3 16,-1-2 0-16,0-2-4 0,3 2-6 0,-1-1 0 15,0-1-2-15,0-3-2 0,3 2-3 0,-3-2-2 16,1 0-1-16,-6-3-2 0,15 0 1 0,-15 0-1 15,10-5-2-15,-4 1-4 0,-6 4-1 0,9-8 1 16,-4 2-5-16,-1-1 0 0,1-2 1 0,0 1-3 16,-1-1 2-16,1-3-2 0,2 0-5 0,0-2-1 15,-1 4 0-15,1 1 4 0,-1 0 1 0,3 2 5 16,-5 1 1-16,1 1-4 0,0 0 1 0,-5 5-7 16,4-4-1-16,-4 4-1 0,11-1 1 0,-11 1-3 0,0 0 0 15,11 5 2-15,-11-5 2 0,6 10 2 16,-3-4 0-16,-2 0 0 0,1 1 4 0,0 0 5 15,-2-7-1-15,5 12 0 0,-5-7 1 0,0-5-1 16,2 8 2-16,-2-8 2 0,3 7 15 0,-3-7 10 0,0 0 13 16,0 8 9-16,0-8 10 0,0 0 4 0,0 0-4 15,0 0-8-15,0 0-10 0,0 0-6 16,17-11-3-16,-10 7-13 0,0-2-5 0,3-3-5 16,0 2-1-16,3-5-5 0,1 3-14 0,1-1 1 0,-1 2-4 15,2 1-4-15,-1 0 4 0,-2 4 0 0,-3 0-6 16,3 0 3-16,-1 3 1 0,-1-1-4 0,-4 2 3 15,2 0 0-15,-9-1 0 0,12 7-2 16,-4-2 1-16,-5 0-3 0,4 0 4 0,-4 3-2 16,0-1-7-16,1 1-19 0,-3 2-14 0,1-2-19 0,-2 2-21 15,-2 0-43-15,0 1-64 0,0-4-63 0,-2 4-230 16,3-5-526-16,1-6 234 0</inkml:trace>
  <inkml:trace contextRef="#ctx0" brushRef="#br0" timeOffset="139560.74">29571 9447 117 0,'2'-14'305'0,"0"5"-6"0,-1-1-5 0,0 5-3 15,-1 5-16-15,1-12-21 0,1 8-22 0,-2 4-18 16,2-9-28-16,-2 9-21 0,0 0-13 15,0 0-8-15,0 0-1 0,0 0-16 0,0 0 8 0,-7 35-16 16,0-11-7-16,-1 2-6 0,-1 2-6 0,-1 1 1 16,0 3-13-16,0-3-4 0,-3 5-4 0,3-3-8 15,1 0-7-15,-4 3-6 0,4-3 4 0,3 0-16 16,-3-1 1-16,1 0 1 0,2 2-3 0,1-3-1 16,-2 0-13-16,5 1-2 0,-2-4-2 0,1-7-5 15,2 0 5-15,-3 0-5 0,4 0 0 0,0-3-21 16,-1-4 19-16,1 0-34 0,-1-3-15 0,-1 1-32 15,2-10-22-15,-1 13-28 0,1-7-19 0,0-6-11 16,-1 8-22-16,1-8-21 0,0 0-27 0,-3 9-46 16,3-9-36-16,0 0-235 0,0 0-572 0,0 0 254 15</inkml:trace>
  <inkml:trace contextRef="#ctx0" brushRef="#br0" timeOffset="140614.68">29355 9781 139 0,'2'-12'197'0,"2"1"-4"0,2 3-7 16,-1 1-13-16,3 0-17 0,1 0-8 0,3 2-11 16,-1 3-7-16,6-2-10 0,-3 3-6 0,-1 1-12 0,6 0-13 15,0 3-5-15,-2 1-10 0,-1 1-7 16,1 3-7-16,-2 0-2 0,-3-2-3 0,2 3-3 16,-4-1-8-16,-4 1-3 0,3-1 0 0,-2 1 5 15,-4 3 7-15,4-1-1 0,-3-1-6 0,-2 0-5 16,2 0 7-16,-4-1-1 0,0 0 1 0,-2-1-3 15,2-8-3-15,-4 13 1 0,1-7-4 0,-2-1-7 16,0 1-3-16,-3-2-1 0,3 0-2 0,-1 1-1 16,-1-3-1-16,7-2 0 0,-12 1-2 0,12-1 0 0,-11 0-12 15,11 0-2-15,0 0-9 0,-6-4 1 16,6 4-6-16,0 0-1 0,4-15-5 0,1 9-1 16,5-3-3-16,-1-2 4 0,3-2 0 0,3-1 1 15,2 3 0-15,-2-3 0 0,7-1 3 0,-6 2-3 0,1 2 6 16,-4 1 9-16,-3 2 2 0,0 1 8 0,-1 0 5 15,1 1 1-15,-2 0-5 0,-2 0 4 0,-2 2 7 16,3 1-1-16,-7 3-3 0,9-6-3 16,-6 4-1-16,-3 2-7 0,0 0-3 0,9-3-2 15,-9 3 2-15,0 0-4 0,0 0 1 0,7 11 7 0,-5-8 12 16,1 5-4-16,-2 0-3 0,2 1 4 0,-2 2 0 16,2-2 5-16,-1 1-4 0,-1 0 2 0,3 0-6 15,0 1-3-15,0-1 3 0,1-2 0 0,0-2-1 16,1 2 0-16,1-3-1 0,-2 1-1 15,1-1-3-15,2-1-1 0,-2 0 0 0,2-2 0 0,-2 0-3 16,-6-2-7-16,12 2-3 0,-12-2-5 0,13-4 2 16,-8 0 0-16,-5 4 0 0,6-8-5 0,-3 2-3 15,-3 6-2-15,1-16-6 0,-2 4 3 16,-2 3 0-16,-1-6 1 0,0 3 4 0,2-1-1 0,-3 0 2 16,1 4 2-16,3-2 3 0,-2-1-1 0,2 3 0 15,0 0-1-15,1 1 3 0,-2-3-1 0,2 11 2 16,4-12-3-16,-1 7 0 0,4 2 2 0,0-1-2 15,-1 1 2-15,4-1 3 0,-1 3-1 0,0-2 1 16,2 4 1-16,0 1-3 0,-1 2-1 0,1 0 3 16,0 1-3-16,-1 4 0 0,-1-1 0 0,0 1 6 15,-1-2 7-15,-2 3 5 0,1-1 2 0,0 3-8 16,-2-3 5-16,2 1-3 0,-3-1 9 0,-1 1-3 16,0-4 9-16,-2 1-7 0,-1-7 7 0,2 9 2 15,-2-9 7-15,1 6 13 0,-1-6 13 0,0 0 13 16,2 8-26-16,-2-8 1 0,0 0-2 0,0 0-2 15,0 0-5-15,0 0 1 0,0 0 3 0,0 0-2 16,0 0-22-16,3-26 6 0,1 19-6 0,-1-2-2 16,3 0-5-16,3-6-10 0,1 3-5 0,1 1 3 15,1-2-7-15,2 3-1 0,1-2 2 0,0 3 0 16,0 1 5-16,-4 3-1 0,-1 0-5 0,1 2 2 16,-3 1 0-16,0 3 0 0,2-1-2 0,-1 2 1 15,0 1 5-15,0 3-5 0,2-1 5 0,-3 1-4 16,1 2 4-16,-1 2-3 0,-1 0 6 0,1 0-3 15,-4-1 5-15,1-1-1 0,-2-2 2 0,-1 1 4 16,1-2 7-16,-2 1 5 0,-1-6 4 0,4 7 6 16,-4-7 2-16,3 6 13 0,-3-6-29 0,0 0 19 15,0 0-8-15,0 0-2 0,0 0 7 0,0 0-9 16,0 0 4-16,0 0-26 0,0 0-6 0,0 0 2 16,0 0 11-16,0 0-5 0,0-21-1 0,3 14-7 15,2-4-2-15,6-2 0 0,5 0-1 0,-2-1-10 16,-1 2-5-16,9-3 0 0,-7 5 10 0,1 2 2 15,-1-1 2-15,-3 4 1 0,-2 0-2 0,1 2 13 16,-1 1-22-16,1 0 10 0,-11 2 2 0,15 2-3 16,-9 1 1-16,2 3 2 0,1 0 1 0,-3 2 4 15,-2 0 3-15,3 0-5 0,-5 1-3 0,2 3-7 16,0-2-15-16,-4 1-24 0,1 0-38 0,0-3-28 16,-3 3-37-16,-1-2-70 0,2 0-56 0,-3 1-256 15,4-10-583-15,-1 12 258 0</inkml:trace>
  <inkml:trace contextRef="#ctx0" brushRef="#br0" timeOffset="142048.57">31350 9484 92 0,'1'-6'288'16,"3"0"-4"-16,-4 6-9 0,4-11-20 0,-2 6-6 15,1-1 5-15,-3 6-17 0,1-9-6 0,-1 9-20 0,4-8-10 16,-4 8-17-16,0 0-21 0,1-7-25 16,-1 7-17-16,0 0-25 0,0 0-2 0,0 0 15 15,0 0-18-15,1 23 9 0,-6-7 1 0,-2 9-1 16,1-1-8-16,1 3-1 0,0-3-5 0,-4 1-3 15,3 0-2-15,2-5-4 0,2-1-4 0,-5 8-6 16,3-8-28-16,-1-1 11 0,0-1 2 0,5-1-10 0,-4 0-12 16,2-2-24-16,0-3-34 0,1 0-33 15,1 0-32-15,0-2-25 0,-1-1-20 0,-2-2-14 16,3-6-7-16,-2 10-9 0,2-10-8 0,-3 7-12 0,3-7-21 16,0 0-21-16,0 0-11 0,0 0 4 0,0 0 14 15,-9-19 21-15,8 9 23 0,0-1 30 16,0 0 33-16,1-2 23 0,0 0 29 0,2-4 9 15,-2 0 24-15,5 2 13 0,-1-1 13 0,0 0 27 16,0 1 12-16,-1 5 12 0,0-1-1 0,2 1 3 0,1 0-3 16,1 1 3-16,2-1-5 0,1 3-5 0,1-2-6 15,-2 1-3-15,4-2-5 0,3 3 0 16,-6 0 2-16,1 2 5 0,0-2 8 0,-1 1 5 16,1 0 4-16,-1-1 3 0,6 1-14 0,-9-1 2 0,1 0 5 15,0 3 3-15,1-5 4 0,-3 1-6 0,1-1 3 16,-1 2 11-16,-2-1-5 0,3 0-4 0,-2 0-6 15,2 1-4-15,-3-1-4 0,0-1-8 0,-2 1 2 16,2 3-2-16,0-1-1 0,-4 6-6 0,5-11-2 16,-3 7-1-16,-2 4-3 0,6-6-4 0,-6 6-1 15,0 0-7-15,0 0 2 0,0 0-4 0,0 0 12 16,0 0 4-16,0 23-2 0,-4-12 3 0,0 6 6 16,-1 0 1-16,0 2 1 0,0 0-3 0,0 0 7 15,-3-2-11-15,4-1 0 0,0 0-4 0,-1-2 0 16,1-2-2-16,2 0 1 0,-1-2-1 0,1 0 0 15,-1-3-2-15,2 2-3 0,-1-2-4 0,2-7 3 16,-3 9-1-16,1-3 3 0,2-6 1 0,0 0 0 16,0 0 0-16,-1 9 8 0,1-9 13 0,0 0 5 15,0 0 9-15,0 0 6 0,0 0-1 0,-3 6-2 16,3-6-4-16,0 0 3 0,0 0-9 0,0 0-5 16,0 0 5-16,0 0-18 0,0 0 4 0,0 0-7 15,0 0 1-15,12-15-2 0,-12 15 2 0,0 0-1 16,0 0-4-16,0 0-7 0,0 0 1 0,0 0 4 15,5-6-8-15,-5 6 13 0,0 0-12 0,0 0 4 16,0 0-5-16,0 0-3 0,0 0 1 0,0 0-1 16,0 0-2-16,0 0 5 0,0 0 2 0,0 0-11 15,4-6 19-15,-4 6-13 0,0 0-4 0,0 0 5 16,0 0-4-16,0 0 8 0,0 0-1 0,0 0-2 16,0 0-2-16,0 0 3 0,0 0-1 0,0 0 0 15,0 0-2-15,0 0 2 0,0 0 0 0,0 0 5 16,0 0 3-16,0 0-4 0,0 0 3 0,0 0 0 0,0 0 4 15,0 0-5-15,0 0 1 0,0 0 3 16,0 0-4-16,0 0-3 0,0 0 1 0,0 0 8 16,0 0-6-16,0 0 0 0,0 0 4 0,0 0-7 0,0 0 0 15,0 0 0-15,0 0 0 0,0 0-7 0,0 0 2 16,0 0 4-16,0 0 1 0,0 0 1 16,0 0 1-16,0 0-4 0,0 0 0 0,0 0 2 15,0 0-5-15,0 0-4 0,0 0 5 0,0 0 4 0,0 0-2 16,0 0 0-16,0 0 14 0,0 0 6 0,0 0-4 15,0 0 5-15,0 0-3 0,0 0 2 0,0 0 0 16,0 0-5-16,0 0 1 0,0 0 17 16,0 0-17-16,10-3-7 0,-10 3 5 0,6-3-6 0,-6 3 3 15,8-4-2-15,-1 2-1 0,0 0-5 0,3 2-1 16,-2-2 6-16,-8 2-4 0,12-2 3 0,-1 1-3 16,-3 0 8-16,-8 1-9 0,15 0-11 0,-7 1 12 15,-8-1-10-15,13 1 4 0,-7 1-3 0,-6-2-2 16,10 3 1-16,-5 2 3 0,0-1-10 0,-2 2 12 15,-3-6-6-15,4 12 5 0,0-7 2 0,-3 2-3 16,3-1-8-16,-2 1 8 0,1 2-4 0,-2-3 8 16,3 2-4-16,-3-1 5 0,2-2 1 0,-3-5 2 15,5 10 1-15,-1-4-4 0,-4-6-7 0,9 6 7 16,-3-3 1-16,2 1 0 0,2-1 0 0,3 0-5 16,4-2 11-16,-4 1-1 0,2-2-5 0,-1 1 3 15,-2-2-3-15,2-1-7 0,-2 2 12 0,0-3-2 16,0-1-6-16,-2 0 3 0,2-2-3 0,-2 0-1 15,-1-3 0-15,0 2-12 0,5-6-2 0,-7 4-5 16,0-2 5-16,-2 0 2 0,3-3-3 0,-2-1-9 16,2-2 2-16,-4 7 7 0,-1 1-9 0,-2 2 12 15,1 0-1-15,-2 0-2 0,0 7 10 0,0 0-3 16,-5-15-6-16,1 12 5 0,4 3-2 0,-13 0 4 16,1 0-4-16,0 5 5 0,2 0 2 0,-1 0-4 15,0 2 0-15,2 0 2 0,-1 3-1 0,4-1 7 0,-1 1-33 16,5 0-14-16,2 1-20 0,1 0-10 15,4 0-22-15,6 4-28 0,4-2-29 0,8 4-54 16,1-4-51-16,4-1-47 0,-1 0-212 0,1-1-561 16,0-1 248-16</inkml:trace>
  <inkml:trace contextRef="#ctx0" brushRef="#br0" timeOffset="143226.16">26354 10432 122 0,'4'-9'215'0,"-2"3"-3"0,0-2-12 15,-2 2-7-15,0 6-15 0,-4-17-9 0,0 10-14 16,-4 0-10-16,2 2-8 0,-1-2-7 0,0 1-4 0,-6 1-9 16,4 2-7-16,0 2-7 0,-5 1-5 0,-1 1-9 15,-4 3-10-15,2 2-5 0,-1 3-6 16,2 3-7-16,-2 0-9 0,5 2-2 0,-3-2-8 16,5 1-5-16,-3 1-5 0,5-2 9 0,3-2-16 0,1 6 0 15,3-5-2-15,2 2-6 0,2-3 1 0,0 2-1 16,3-1-5-16,1 1 0 0,5-1-3 15,-1 0-1-15,-1-5 0 0,7 3 0 0,1-5-5 16,0 2 5-16,-2-1-6 0,3-2 2 0,-3-3 6 0,-3 0-11 16,1 0 3-16,-2-4 1 0,1 1-5 0,-3-3 3 15,1 2 1-15,-2-4-4 0,-1 3 5 16,-1-4 1-16,-2-1-3 0,-1 1 1 0,-1-2-2 16,-2 2 4-16,2 0-2 0,-2-1-3 0,2 3 5 0,-2 7-1 15,3-12 10-15,-3 12 0 0,-3-10-1 0,3 10-3 16,3-7-3-16,-3 7 2 0,0 0-8 0,0 0 1 15,0 0-1-15,0 0-2 0,0 0 3 0,0 0-2 16,-12 20-3-16,10-10 4 0,-2 3 1 0,4-1-1 16,-2 4-1-16,2 1 9 0,2 1-14 0,-2 1-12 15,2 0-11-15,2-1-20 0,1 7-18 0,-1-6-31 16,2-2-38-16,0 3-44 0,-2-4-37 0,1 3-206 16,1-5-457-16,2-2 203 0</inkml:trace>
  <inkml:trace contextRef="#ctx0" brushRef="#br0" timeOffset="143579.1">26463 10558 206 0,'-4'-11'237'0,"4"1"-5"0,0 2-9 0,0 8-12 16,0-11-31-16,0 11-17 0,0-9-23 0,0 9-13 15,0 0-16-15,0 0-9 0,0 0-14 0,0 0-5 16,0 0-10-16,18 21-5 0,-11-10-6 0,-1 1-5 15,1 3-4-15,2-1-6 0,0 3-3 0,-2-1-3 16,1-2-7-16,2 3-2 0,-1-1 3 0,1-1-7 16,-2-5-2-16,-4 0-1 0,3 0 2 0,2-3-9 0,-7-1 2 15,5 0-1-15,-2-2 12 0,-1 1 12 16,-4-5 5-16,9 4 4 0,-9-4 0 0,0 0-4 16,16-9-6-16,-8 1-2 0,-3-1-5 0,4-3-3 15,0-2-2-15,0 2 5 0,-2-5-10 0,1 1-5 16,2 0-2-16,3-9-5 0,1 1-1 0,-3 0 4 15,5 1-5-15,-7 7-5 0,1-1-5 0,-1 2 0 16,1 4 0-16,-3-1-20 0,1 4-24 0,0-1-17 16,-4 2-30-16,0 2-35 0,-4 5-30 0,9-4-23 15,-9 4-11-15,0 0-23 0,18 10-181 0,-17-4-424 16,3 2 187-16</inkml:trace>
  <inkml:trace contextRef="#ctx0" brushRef="#br0" timeOffset="144225.32">26873 10675 56 0,'0'0'167'16,"0"0"4"-16,13-6-5 0,-13 6-7 0,11-7-4 0,-2 0-16 16,0-2-9-16,0 2-15 0,4-1-9 15,-2-3-12-15,2 1-7 0,-1-1-11 0,-5 2-2 16,2 0 3-16,0-1 2 0,0-1-6 0,0 0-9 0,-3-1-5 16,2 3 3-16,-4-1 4 0,-2 2 5 0,0 1-9 15,-2 7-5-15,-2-15-5 0,2 15-6 16,-4-13-2-16,0 9-3 0,-2-2-4 0,-1 0-1 15,-3 3-3-15,3 3-2 0,-7 0-4 0,5 2-4 0,-4-1 0 16,2 4-5-16,2 2-2 0,0 0-1 0,0 2 4 16,-2 3 1-16,4-2-3 0,0-1-3 0,2 6 3 15,3-3 0-15,0 0 1 0,4 0-6 0,2 0 2 16,-1 0-2-16,4 3 0 0,4-1-1 0,-2-4 0 16,7 1 5-16,-1 0 1 0,4-1 1 0,1-3-4 15,0-1 3-15,7-2-2 0,0 1 2 0,2-2-3 16,-2-3-1-16,-4 0-1 0,-3-2 2 0,2 1-5 15,-3-1 0-15,-2-3 0 0,3 3 3 0,-7-2-4 16,4-4 1-16,-4 2-4 0,-2 0 1 0,-2-1-9 16,0 0 3-16,-3-3-3 0,-1 0 1 0,0 1-5 15,-1-2-5-15,-1 0-1 0,-3 0 3 0,0 1 1 16,-3-3 0-16,1 4-2 0,-3-3 2 0,0 5-4 16,-3-5 7-16,-1 5 0 0,-3-3 1 0,2 5-1 15,-1-1 2-15,-1 0-1 0,1 1 7 0,2 3-5 16,2 0-2-16,7 2-3 0,-11-6 4 0,7 4 4 15,4 2-4-15,0 0 1 0,-9-2 0 0,9 2 0 16,0 0-2-16,0 0 0 0,0 0 2 0,27 4-1 16,-14-5 3-16,7 2 0 0,-2-1 1 0,4 0-5 15,1 0 6-15,-5-1-4 0,3 1 3 0,-4 1-2 16,-3 1 0-16,-3-2-1 0,1 0 0 0,-2 0 0 16,-3 0-1-16,-7 0-1 0,14 2 20 0,-8 0 4 15,-1 0 8-15,-1 2 6 0,3-1 14 0,-7-3-3 16,5 10 7-16,-3-4 4 0,1 1-2 0,-3 0-2 15,2 1-1-15,-2 3-1 0,0 0 6 0,-1 0-3 16,1 0-19-16,0 1 4 0,0 0-5 0,0-2-2 16,2 2-11-16,-1-2-23 0,1 3-23 0,2-3-23 15,1 2-10-15,-1-1-18 0,0 0-42 0,4-1-39 16,0-1-44-16,-1 1-40 0,5-3-39 0,-3 0-144 16,2-3-460-16,0-1 205 0</inkml:trace>
  <inkml:trace contextRef="#ctx0" brushRef="#br0" timeOffset="145233.5">27769 10530 183 0,'-10'-7'237'0,"3"2"-5"0,-3 1-1 16,-2 1-14-16,1 2-11 0,0 1-15 16,-3 4-10-16,-1 3-18 0,-1 0-17 0,0 4-14 15,2 1-15-15,4-1-10 0,1-1-11 0,3 0-10 16,0 2-11-16,4-2-6 0,2-1-7 0,0 2-2 15,2 0-6-15,2 0-8 0,4-2-6 0,1 0-4 16,-1 0-7-16,1-4 0 0,2 0-5 0,-1-3-4 16,3 0-3-16,-4-3-5 0,4 1-2 0,-1-2-1 15,-1-1 0-15,-1-1-1 0,1-1 1 0,-3-2-1 16,-3 2-1-16,1-4-2 0,1 1 2 0,-2-2-1 0,-1 1-4 16,0-1 5-16,-2 0 1 0,1 0 2 0,-3 3 4 15,4-1 8-15,-4 8 2 0,0-11-5 0,0 11 6 16,3-9-7-16,-3 9-2 0,0 0-5 15,0 0 0-15,0 0 2 0,0 0 2 0,0 0-1 16,0 0-2-16,0 0 2 0,-12 22-3 0,12-13-4 0,0-9 2 16,0 15-1-16,1-6-1 0,3 1 0 0,0-2 1 15,2-3 1-15,4 3-4 0,2-3-2 0,4 1-3 16,3 0-3-16,2-6 6 0,1 0 0 16,6 2-2-16,-7-4-1 0,7 0 2 0,0-2 1 15,-9 1-3-15,3-2 2 0,-2 0-3 0,-3-2 2 0,-1 0-1 16,1 1 6-16,-4 0 6 0,-4-1 11 0,5-6 0 15,-5 4-2-15,-3 0-1 0,0 1 7 0,-1-1-1 16,-4 1 5-16,1-1 8 0,-2 9 4 16,0-13-6-16,0 4 17 0,0 9-14 0,-6-10 6 0,-2 4 2 15,3 0-4-15,-5 2 16 0,1 4-20 0,-1 0 1 16,-3 2-2-16,0 2 1 0,1 0-11 0,-6 5 1 16,3 1-3-16,-1-1-5 0,7-1 3 0,1 2-10 15,0-3 10-15,1 2-18 0,3-2-13 16,1 0-18-16,3-7-4 0,2 14-3 0,-2-14-7 0,1 13 2 15,6-8 0-15,-2-1 2 0,2 0 6 0,-1-1 1 16,2-3 0-16,0 1 3 0,-2 1 7 0,-6-2 1 16,14 0 2-16,-5 0 1 0,-9 0 1 0,9-5-2 15,-3 3 2-15,-6 2 10 0,9-4-9 0,-9 4 6 16,10-4-2-16,-10 4-3 0,6-4-1 0,-6 4-5 16,0 0 3-16,0 0 5 0,0 0-2 0,6 9 0 15,-6-9 8-15,0 16 7 0,-2 0-3 0,4 10 7 16,-7 0-6-16,5 1 5 0,-1 5 0 0,-3 0-1 15,4 2 4-15,-2 0 6 0,1 1-2 0,2 1-6 16,1-2 6-16,0 0-1 0,1-2-1 0,0-3 5 16,-2 0-4-16,1-3-1 0,0 0 2 0,-2-9-3 15,-2 0-1-15,1-4 2 0,-1-2-3 0,-2-2-4 16,-3 0 7-16,0 1-3 0,-2-3-1 0,-1-2-1 16,-2 0 5-16,-1-5-5 0,2 2 5 0,-3-2-2 15,5-2-5-15,0 1 1 0,-3-5 1 0,6-1-16 16,-1-1-4-16,1-1-1 0,4-3-7 0,2-4 2 15,5 0-7-15,1-3-3 0,6-7 8 0,5 3-7 16,1-2 3-16,4-3-4 0,5 4 1 0,0-1 3 16,2-1 3-16,-1 2-1 0,9-7 4 0,-7 6 5 15,-5 1-1-15,6 3-1 0,-4-3 1 0,-3 3 4 16,-1-4-2-16,-1-1 3 0,-4 2 2 0,0 5 4 16,-4-5-1-16,-4 9 7 0,-2-1-5 0,-3 5 7 15,-3-1 7-15,2 2 6 0,-2-1-1 0,-2 2 0 16,3 1 5-16,-3 8-1 0,-4-14 5 0,4 14-2 15,-5-9-6-15,0 8-2 0,5 1-1 0,-17 0-5 16,5 3 1-16,0 1-5 0,-6 5 3 0,4 0-1 16,2-1-1-16,1 3 5 0,1 1-9 0,-1 2 1 15,4-1-19-15,5 0-24 0,2 3-20 0,5 0-23 16,2-2-19-16,4 0-37 0,4 1-51 0,6-1-62 16,4-2-58-16,-6-5-180 0,8-1-529 0,2 0 234 15</inkml:trace>
  <inkml:trace contextRef="#ctx0" brushRef="#br0" timeOffset="145470.21">28930 10426 132 0,'2'-12'302'0,"-1"2"-2"0,1 3-4 0,-2 1-20 15,0 6-20-15,0-10-38 0,0 10-21 0,0 0-23 16,0 0-3-16,0 0-9 0,0 0-2 0,-14 36-15 15,11-20-12-15,-4 9-20 0,1 0-5 0,-2 2-13 16,4-1-9-16,0 0-9 0,2 2-10 0,1-3-10 0,1 3-12 16,0 0-29-16,1-2-41 0,1-1-19 15,1-5-26-15,-3-3-26 0,1 1-45 0,-1-1-43 16,2-6-37-16,-2 0-36 0,-2-1-168 0,2-10-461 16,-2 13 205-16</inkml:trace>
  <inkml:trace contextRef="#ctx0" brushRef="#br0" timeOffset="145722.79">28887 10855 74 0,'0'0'125'0,"32"-15"-7"0,-22 8 2 0,2 2 8 16,-1-2 10-16,3 0-5 0,3-4 3 0,1 4-11 16,-3-3-7-16,3 2-2 0,-1-2-4 0,0 0-1 0,0 1-3 15,1-1-2-15,-3-1 4 0,2 0 5 16,-1-2-11-16,-5 0-10 0,3 3 7 0,-4-3-3 16,-1 4-1-16,0-1-1 0,-3 0 5 0,-1 0 5 15,0 3-10-15,-2-5-2 0,-2 6-1 0,-1-1 7 16,0 7-4-16,-4-11 1 0,4 11-21 0,-10-9-8 0,4 9-14 15,-4 0 3-15,-3 2-2 0,-1 4 1 16,0-1-8-16,-4 4-2 0,4 2 2 0,0 1-10 0,5-3-6 16,0 5-1-16,1-4-3 0,4 8-19 15,2-2-31-15,3-1-26 0,2-1-26 0,4 0-30 16,2-4-54-16,5 4-72 0,8 2-67 0,-4-6-217 0,11 2-555 16,1-5 246-16</inkml:trace>
  <inkml:trace contextRef="#ctx0" brushRef="#br0" timeOffset="146074.88">29457 10668 2172 0,'4'-10'92'0,"-3"0"1"16,0 1-6-16,-1 9 5 0,1-13-2 0,-1 13-2 16,2-7-15-16,-2 7-15 0,2-5-2 0,-2 5 4 15,0 0 8-15,0 0-6 0,0 0 2 0,3 22 2 0,-2-12-4 16,-1 0-6-16,0 2-5 0,3 6-1 0,-2-1-2 15,0 1-6-15,3-4-2 0,-1 0-6 0,2-2-3 16,0-2-2-16,-1 1 1 0,-3-3-5 0,2-4-4 16,-2 3 1-16,-1-7 4 0,2 10 6 0,-2-10 28 15,0 0 3-15,3 5 5 0,-3-5-12 0,0 0-7 16,0 0 0-16,0 0 0 0,19-16-12 0,-12 7 0 16,2-5 0-16,3-2-5 0,-1-1 3 0,5-5-16 15,0 1-9-15,3-1-14 0,-4 2-3 16,4 0-18-16,-2 1-15 0,-3 6-11 0,-3 0-13 0,-2 4-11 15,1-1-20-15,-3 4-14 0,-1 1-24 0,0 1-28 16,0 1-25-16,-6 3-2 0,0 0-2 0,0 0-12 16,0 0 2-16,11 17-12 0,-12-9-6 0,-2 4 0 15,0 1-123-15,-4 2-369 0,2-1 164 0</inkml:trace>
  <inkml:trace contextRef="#ctx0" brushRef="#br0" timeOffset="146311.09">29724 10659 1169 0,'-1'10'-77'0,"1"-10"25"0,0 14 20 16,0-14 23-16,4 9 24 0,-4-9 6 0,6 7 11 15,-6-7 15-15,11 1 13 0,-3-2 2 0,-8 1 5 16,19-7 4-16,-8 2 2 0,-2 2 6 0,2-4 6 15,-3 1 1-15,-1 0 1 0,1-1-2 0,1-2 17 16,-4 1 11-16,0-1 2 0,-1 3-8 0,-1-1 8 16,-1-2 0-16,-2 9-4 0,0-14 9 0,-1 8 1 15,1 6 3-15,-7-13-17 0,4 7 6 0,-3 3-3 16,6 3 4-16,-15-6-2 0,9 6-7 0,6 0-7 16,-17 5-19-16,8-1 8 0,-1 0 2 0,0 2-6 15,-3 3-9-15,1 4 5 0,2-6-26 0,4 5-1 16,1-3 1-16,0 6-5 0,3 1-2 0,5 1-6 15,1-2-13-15,5 0-8 0,3-2-42 0,4-3-41 16,4 0-37-16,1-1-42 0,4-1-46 0,3 0-68 16,3-3-66-16,0 0-261 0,-3-9-631 0,0 3 279 15</inkml:trace>
  <inkml:trace contextRef="#ctx0" brushRef="#br0" timeOffset="146514.21">30276 10411 298 0,'5'-8'365'0,"-2"2"3"0,-1 0-20 0,3 1-24 16,-5 5-32-16,0 0-25 0,7-4-17 0,-7 4-3 15,0 0 1-15,1 22-15 0,-1-9-11 0,-3 6-40 16,3 6-7-16,3 2-19 0,-3-1-12 0,1 3-13 16,1-1-25-16,-1 1-53 0,2-2-41 0,0 1-69 15,0 1-44-15,1-3-44 0,-3 0-51 0,0 0-75 16,4-8-64-16,-6-1-218 0,4-1-599 0,-1-5 265 15</inkml:trace>
  <inkml:trace contextRef="#ctx0" brushRef="#br0" timeOffset="146648.16">30532 10821 83 0,'0'0'316'0,"5"-8"-28"0,-5 8-32 15,4-8-23-15,-4 8-24 0,0 0-23 0,3-6-53 16,-3 6-70-16,0 0-100 0,0 0-113 0,0 0-114 15,0 0-285-15,0 0 126 0</inkml:trace>
  <inkml:trace contextRef="#ctx0" brushRef="#br0" timeOffset="149418.75">11546 10967 8 0,'10'-2'61'0,"-10"2"-7"0,9 0-7 15,-9 0-1-15,11 0-20 0,-11 0-18 0,13 2-32 16,-2-2-14-16,-1-2-41 0,1 2 18 0</inkml:trace>
  <inkml:trace contextRef="#ctx0" brushRef="#br0" timeOffset="150279.07">17214 10822 29 0,'9'-3'97'0,"-9"3"-9"0,10-1-2 0,-10 1-15 16,13-2-14-16,-5 2-9 0,2-2-23 0,1 2-31 15,0 0-41-15,2 3-28 0,0-4-81 0,5 3 36 16</inkml:trace>
  <inkml:trace contextRef="#ctx0" brushRef="#br0" timeOffset="150848.9">19494 10694 74 0,'9'-3'66'0,"-9"3"-21"16,15-2-19-16,-6 0-24 0,1 1-38 16,3 0-38-16,0 1 16 0</inkml:trace>
  <inkml:trace contextRef="#ctx0" brushRef="#br0" timeOffset="151036.09">19982 10642 23 0,'0'0'157'0,"0"0"-7"0,9-3-12 0,-9 3-23 15,5-4-20-15,-5 4 12 0,8-3-24 0,-8 3-7 16,7-3-17-16,-7 3-17 0,13-2-26 0,-8 1-33 15,-5 1-35-15,14 0-24 0,-14 0-77 0,11 0-166 16,-11 0 74-16</inkml:trace>
  <inkml:trace contextRef="#ctx0" brushRef="#br0" timeOffset="152265.68">20915 10620 53 0,'0'0'90'0,"0"0"-10"16,0 0 3-16,0 0-12 0,0 0-11 0,8-7-12 15,-8 7-15-15,0 0-23 0,0 0-18 16,0 0-33-16,0 0-40 0,0 0-86 0,0 0 39 0</inkml:trace>
  <inkml:trace contextRef="#ctx0" brushRef="#br0" timeOffset="156134.19">20065 10742 2 0,'0'0'59'0,"0"0"-11"0,0 0 0 16,0 0-4-16,12-16-9 0,-12 16-5 15,0 0-5-15,0 0-15 0,0 0-10 0,0 0-26 16,0 0-21-16,0 0-48 0,0 0 21 0</inkml:trace>
  <inkml:trace contextRef="#ctx0" brushRef="#br0" timeOffset="156368.71">20107 10699 35 0,'0'0'87'16,"0"0"-18"-16,0 0-2 0,0 0-16 0,0 0-13 16,0 0-11-16,0 0-17 0,0 0-21 0,0 0-15 15,0 0-33-15,0 0-61 0,0 0 27 0</inkml:trace>
  <inkml:trace contextRef="#ctx0" brushRef="#br0" timeOffset="157715.63">20233 10154 33 0,'0'0'112'0,"0"0"-6"0,0 0-12 16,0 0-12-16,0 0-17 0,0 0 6 0,0 0-10 16,0 0 0-16,0 0-20 0,0 0-10 0,0 0-19 15,0 0-10-15,0 0-25 0,0 0-16 0,0 0-17 16,0 0-54-16,0 0-117 0,0 0 53 0</inkml:trace>
  <inkml:trace contextRef="#ctx0" brushRef="#br0" timeOffset="158403.9">20052 10596 19 0,'0'0'88'16,"0"0"-8"-16,0 0-7 0,0-8-20 0,0 8 7 15,0 0-9-15,0 0-11 0,0 0-3 0,0 0-6 16,0 0-12-16,0 0-12 0,0 0-10 0,0 0-21 15,0 0-19-15,0 0-39 0,0 0-88 0,0 0 40 0</inkml:trace>
  <inkml:trace contextRef="#ctx0" brushRef="#br0" timeOffset="158906.44">20261 10029 98 0,'0'0'88'16,"0"0"-7"-16,0 0-13 0,0 0-4 0,0 0-7 15,0 0-7-15,0 0-9 0,0 0-12 0,0 0 2 16,0 0-21-16,0 0-5 0,0 0-16 0,0 0-21 15,0 0-21-15,0 0-35 0,0 0-95 0,0 0 42 16</inkml:trace>
  <inkml:trace contextRef="#ctx0" brushRef="#br0" timeOffset="162064.63">19417 10771 14 0,'0'0'63'0,"0"0"-11"0,0 0-7 0,0 0-1 16,0 0-10-16,-1-12-5 0,1 12-11 0,0 0-9 16,0 0-8-16,0 0-21 0,0 0-29 0,-8-1-51 0,8 1 23 15</inkml:trace>
  <inkml:trace contextRef="#ctx0" brushRef="#br0" timeOffset="162286.6">19318 10721 28 0,'0'0'28'0,"0"0"-14"15,0 0-6-15,0 0-13 0,0 0-8 0,0 0-12 16,0 0 5-16</inkml:trace>
  <inkml:trace contextRef="#ctx0" brushRef="#br0" timeOffset="162820.21">19874 11305 76 0,'7'-2'106'16,"-7"2"-9"-16,0 0-13 0,0 0-3 0,0 0-5 15,0 0-14-15,0 0 3 0,0 0-8 0,0 0 2 16,0 0-1-16,9 0-9 0,-9 0-1 0,0 0-15 15,0 0 8-15,0 0-10 0,0 0-1 0,0 0 5 0,0 0-11 16,0 0 2-16,0 0-6 0,0 0 1 16,0 0-3-16,0 0-11 0,0 0 1 0,0 0 9 15,0 0-12-15,0 0 2 0,0 0-1 0,0 0 2 16,0 0-8-16,0 0 7 0,0 0 3 0,0 0-3 0,0 0-3 16,0 0-3-16,0 0-4 0,0 0 10 0,0 0-3 15,0 0-8-15,0 0 2 0,0 0-1 16,0 0-4-16,0 0-4 0,0 0 1 0,0 0-9 15,0 0 0-15,0 0 1 0,0 0-4 0,0 0-6 0,0 0-2 16,0 0-6-16,-16-13 4 0,16 13-14 0,0 0-1 16,-8-4-3-16,8 4-11 0,0 0-7 0,-7-2-63 15,7 2-139-15,-9-2 61 0</inkml:trace>
  <inkml:trace contextRef="#ctx0" brushRef="#br0" timeOffset="163302.32">19283 10713 49 0,'0'0'76'0,"0"0"-1"0,0 0-22 16,0 0 12-16,0 0-11 0,0 0 1 0,0 0-5 0,0 0-23 15,0 0 15-15,0 0-3 0,0 0-13 16,0 0 1-16,0 0-2 0,0 0-3 0,0 0-10 15,0 0 1-15,0 0-11 0,0 0-14 0,10 19-10 16,-5-12-6-16,-1-1-12 0,0 4-12 0,1-2-41 0,0 4-101 16,0-1 44-16</inkml:trace>
  <inkml:trace contextRef="#ctx0" brushRef="#br0" timeOffset="163653.48">20167 11459 53 0,'0'0'118'16,"0"0"-20"-16,7 1-4 0,-7-1-10 0,0 0-9 16,0 0 1-16,0 0-19 0,0 0 0 0,0 0-6 15,0 0-16-15,0 0-3 0,4-6-9 0,-4 6-12 16,0 0-22-16,0 0-20 0,0 0-20 0,0 0-20 15,0 0-46-15,0 0-127 0,0 0 56 0</inkml:trace>
  <inkml:trace contextRef="#ctx0" brushRef="#br0" timeOffset="169493.68">20254 9828 42 0,'0'0'93'0,"0"0"-9"0,0 0-11 16,0 0-8-16,0 0-14 0,0 0-1 16,0 0-12-16,0 0-19 0,9 7-20 0,-9-7-28 15,0 7-53-15,0-7-87 0,0 0 39 0</inkml:trace>
  <inkml:trace contextRef="#ctx0" brushRef="#br0" timeOffset="169894.37">20132 10603 109 0,'0'0'106'0,"0"0"-9"16,0 0-22-16,0 0-9 0,0 0-16 0,0 0-7 15,0 0-20-15,0 0-12 0,0 0-9 0,0 0-16 16,0 0-11-16,0 0-14 0,0 0-45 0,0 0-91 15,0 0 40-15</inkml:trace>
  <inkml:trace contextRef="#ctx0" brushRef="#br0" timeOffset="170414.73">20187 9971 29 0,'0'0'52'0,"5"-4"-17"15,-5 4-7-15,0 0-11 0,0 0-18 0,0 0-26 16,0 0-29-16,0 0 13 0</inkml:trace>
  <inkml:trace contextRef="#ctx0" brushRef="#br0" timeOffset="172418.17">20042 10010 38 0,'0'0'52'0,"0"0"-9"0,0 0-9 0,0 0 5 15,0 0-5-15,0 0-13 0,0 0-17 0,0 0-19 16,0 0-27-16,0 0-45 0,0 0 20 0</inkml:trace>
  <inkml:trace contextRef="#ctx0" brushRef="#br0" timeOffset="182654.53">20922 10207 12 0,'0'0'63'0,"0"0"2"0,0 0-11 0,0 0 2 15,0 0-5-15,0 0-10 0,0 0-9 0,0 0 5 16,0 0-18-16,0 0-6 0,0 0-18 0,0 0-14 15,0 0-52-15,0 0-74 0,0 0 32 0</inkml:trace>
  <inkml:trace contextRef="#ctx0" brushRef="#br0" timeOffset="194470.55">14013 15576 25 0,'0'0'126'0,"0"0"1"16,0 0-14-16,0 0-9 0,0 0-4 0,0 0-3 0,0 0 2 15,0 0-6-15,0 0-12 0,0 0-10 16,0 0-6-16,0 0-3 0,0 0-3 0,0 0-3 0,0 0 0 15,-22-12 0-15,22 12-9 0,0 0-3 16,-9-3 0-16,9 3-7 0,-7-2-3 0,7 2 0 16,-9-2-9-16,9 2 6 0,0 0-7 0,-11-2 3 15,11 2-2-15,-9 0 2 0,9 0 0 0,-14 3 4 0,14-3-3 16,-9 1-3-16,9-1-6 0,-12 1 4 16,12-1 3-16,-12 1-1 0,12-1-2 0,-11 3-2 15,11-3-6-15,-7 3 10 0,7-3-8 0,0 0-3 16,-12 0-5-16,12 0 4 0,0 0-5 0,0 0-5 15,-6 3 2-15,6-3 5 0,0 0-4 0,0 0 0 16,0 0 0-16,0 0 0 0,0 0-3 0,0 0 1 16,0 0-6-16,0 0 5 0,0 0 1 0,0 0 3 15,34 0-3-15,-3-1 3 0,5 1-29 0,22-6-32 16,3 4-52-16,4-4-38 0,32 2-170 0,-36 0-341 16,-1 0 151-16</inkml:trace>
  <inkml:trace contextRef="#ctx0" brushRef="#br0" timeOffset="207999.24">22746 10397 97 0,'0'0'102'0,"0"0"8"0,0 0-13 0,0 0 2 16,0 0-2-16,0 0-7 0,0 0-3 0,0 0 2 15,0 0-6-15,0 0-8 0,0 0 0 0,0 0 1 16,-8 2-5-16,8-2-5 0,0 0-4 15,0 0-5-15,0 0-6 0,0 0-4 0,0 0-2 0,0 0-7 16,0 0-8-16,0 0 5 0,0 0-1 0,0 0 3 16,0 0 3-16,0 0-4 0,-11-3-2 0,11 3-6 15,0 0 1-15,-10-2-2 0,10 2-1 0,-10-3-6 16,10 3 2-16,-9-1-4 0,9 1 1 0,-12-3-3 16,12 3-1-16,-11 0 1 0,11 0-4 0,-9-1 0 15,9 1-2-15,-10 0-1 0,10 0 4 0,0 0-3 16,0 0-1-16,-12-2-1 0,12 2 0 0,0 0 0 15,0 0-7-15,0 0 3 0,0 0 3 0,0 0-3 16,0 0 3-16,0 0 5 0,0 0 10 0,0 0 3 16,0 0 7-16,0 0 1 0,0 0-1 0,41 3-5 15,-24-3 0-15,2 0 2 0,0-1 2 0,1 2-3 0,2-2-3 16,-1 0 3-16,7 0 0 0,-5 0-3 16,-3 0-3-16,1 0 0 0,2-2-5 0,-2 2 0 0,0-1-2 15,-1 2-2-15,-1-2 2 0,1 1-5 16,-6 1-3-16,2-1 0 0,-2 1 4 0,-3 1-5 15,0-2 0-15,-5 2-1 0,-6-1 0 0,12-1 1 0,-12 1-2 16,9 0-2-16,-9 0 6 0,0 0-4 0,10-2-5 16,-10 2 2-16,0 0 4 0,7-2-7 15,-7 2 2-15,0 0-6 0,0 0 6 0,0 0-2 0,0 0 1 16,0 0-2-16,0 0 3 0,0 0-2 0,-30 2-1 16,20 0 0-16,-1-2 4 0,-1 0-2 0,-1 0 1 15,-1 1-1-15,0-1 2 0,1-1-1 0,0 2-3 16,1-1 3-16,1 0 0 0,4 1 0 0,7-1 1 15,-13 0-2-15,13 0-1 0,-8 2 4 0,8-2-6 16,0 0 2-16,-11-2 0 0,11 2-1 16,0 0 2-16,0 0 2 0,0 0 0 0,0 0-1 0,28 2 4 15,-18-2-4-15,9 0 2 0,-1 0-3 0,3 0 2 16,0 2-1-16,0-2-6 0,2-2-13 0,-2 2-20 16,8 0-28-16,-10 0-33 0,1 0-36 0,-2-2-33 15,0 2-40-15,-6 0-134 0,0 0-371 0,-1-1 164 16</inkml:trace>
  <inkml:trace contextRef="#ctx0" brushRef="#br0" timeOffset="208758.91">22704 10117 69 0,'0'0'78'0,"0"0"8"15,0 0-10-15,0 0-1 0,0 0-23 0,0 0 13 16,0 0 4-16,0 0-12 0,0 0-13 0,0 0 1 16,0 0-1-16,0-10-12 0,0 10 6 0,0 0-9 15,0 0-1-15,0 0-9 0,0 0 9 0,0 0-6 16,0 0-3-16,0 0 0 0,0 0-12 0,0 0 2 16,0 0-5-16,0 0-4 0,0 0-11 0,0 0-10 15,0 0-8-15,0 0-9 0,0 0-12 0,0 0-17 16,0 0-66-16,-5 24-145 0,5-24 64 0</inkml:trace>
  <inkml:trace contextRef="#ctx0" brushRef="#br0" timeOffset="210652.61">20897 10260 67 0,'0'0'92'0,"0"0"-15"15,0 0-7-15,0 0-17 0,0 0-16 0,0 0-11 16,0 0-9-16,0 0-14 0,0 0-20 0,0 0-18 15,0 0-30-15,0 0-71 0,0 0 31 0</inkml:trace>
  <inkml:trace contextRef="#ctx0" brushRef="#br0" timeOffset="-202690.57">18636 14157 2 0,'0'0'10'0,"0"0"0"0,0 0-3 16,0 0 3-16,6-4-5 0,-6 4 4 0,0 0 0 16,0 0-5-16,0 0 6 0,0 0-6 0,0 0-1 15,0 0 1-15,0 0 1 0,0 0-5 0,0 0 0 16,0 0 4-16,0 0-2 0,0 0-5 0,0 0-1 15,11 11 5-15,-11-11-5 0,0 0-2 0,0 0 0 0,0 8 3 16,0-8-1-16,0 0 2 0,0 0-4 16,-6 11-5-16,6-11-11 0,0 0 6 0</inkml:trace>
  <inkml:trace contextRef="#ctx0" brushRef="#br0" timeOffset="-195727.26">18535 15276 19 0,'0'0'78'0,"0"0"-9"16,0 0-2-16,0 0-10 0,0 0-7 0,0 0-3 15,0 0 3-15,0 0-14 0,0 0-17 0,0 0-16 16,0 0-20-16,0 0-15 0,0 0-43 0,0 0-81 15,0 0 37-15</inkml:trace>
  <inkml:trace contextRef="#ctx0" brushRef="#br0" timeOffset="-186359.79">1398 14323 29 0,'-5'-5'153'0,"5"5"0"16,-6-7-15-16,4 1 2 0,2 6-6 0,-5-9-7 15,2 4 1-15,-1 0-9 0,4 5-5 16,-5-13-9-16,3 8 1 0,2 5-6 0,-5-11-3 16,3 4-6-16,2 7 0 0,-2-9 2 0,2 9-7 0,-4-9-7 15,4 9-11-15,-3-5-6 0,3 5-12 0,0 0-7 16,0 0-12-16,0 0-3 0,0 0-10 0,0 0 6 15,0 0-5-15,-6 21-4 0,1-2-1 0,2 5 8 16,-3 3 0-16,4 2-4 0,0 1 1 0,0-3-3 16,-1 1-3-16,-1-2 3 0,0 0-2 0,4-1-2 15,-1-4 1-15,1 3-2 0,-4-5 0 16,1 1-2-16,3 5-2 0,-2-6 4 0,0-2 0 16,2-1-2-16,0 0-8 0,-2 0-9 0,1-4-14 15,0 0-20-15,1-12-24 0,-2 21-35 0,1-11-47 16,1-10-46-16,-2 13-158 0,-2-6-381 0,4-7 169 0</inkml:trace>
  <inkml:trace contextRef="#ctx0" brushRef="#br0" timeOffset="-185734.11">1324 14479 69 0,'6'-10'84'0,"8"-2"20"0,-1 0-29 15,2 1-2-15,3-1-9 0,-1 2-5 0,1-2-2 16,-1 0 3-16,6-3-8 0,-9 5 0 0,2 0 5 16,-5-3 7-16,-2 5-7 0,3-2 7 15,-4 3-2-15,-1-4 6 0,-1 1-1 0,0 0-2 16,0-1-7-16,-6 0-2 0,4 2 0 0,-2-1-6 16,1 1-2-16,-3 9-9 0,2-15-4 0,-2 15-3 15,2-10-3-15,-2 10-4 0,4-8-6 0,-4 8-5 0,0 0-3 16,0 0-5-16,0 0 4 0,0 0-2 0,0 29 0 15,-2-4 0-15,0 0-4 0,-5 7 2 0,3-1-5 16,-2-1 6-16,-2 4-3 0,1-2-3 0,-1-4 5 16,3 2-7-16,-4-4 3 0,2-2 1 15,3-6-3-15,1-1-2 0,2 0 3 0,1-5 5 16,-3-1-7-16,1-3 2 0,2-8 0 0,0 13-1 16,0-13 5-16,-4 9-1 0,4-9-2 0,0 0 10 15,0 0-2-15,0 0 9 0,4 10-2 0,-4-10 3 16,0 0 0-16,0 0 3 0,0 0-4 0,24-18-3 15,-12 10 0-15,-1 0-5 0,3 4 1 0,-5-2-4 16,1 1 4-16,3 1-10 0,-13 4 1 0,19-2-1 16,-9 2-2-16,2 2 1 0,-3 2 2 0,3-2-3 15,-1 4-1-15,7-1 5 0,-7 0-1 0,6 1 4 16,-2 1-4-16,1-1-1 0,-3-3 7 0,5 0 0 16,-4-2-3-16,4 0 0 0,-1-1 0 0,5-2-4 15,-2-1-2-15,-5-3 6 0,3-1-1 0,-4 1 8 16,-2-2-2-16,2-5 2 0,-2 4-4 0,1-2-1 15,-4 2 0-15,-3 0-5 0,0-3 3 0,0 1-2 16,-1 0 6-16,-3 1-3 0,2 1-3 16,-2-1 2-16,-2 10 6 0,2-13 5 0,-2 13 4 15,0 0-1-15,0-11-8 0,0 11-11 0,0 0 6 0,0 0-3 16,0 0 5-16,0 0-5 0,-33 23-1 0,17-2 3 16,-2 3-4-16,1 0 4 0,3 1-3 0,3 3-17 15,3-5-29-15,3 2-33 0,8-1-36 16,2-4-66-16,4-2-141 0,9 5-347 0,7-4 154 15</inkml:trace>
  <inkml:trace contextRef="#ctx0" brushRef="#br0" timeOffset="-184923.14">2614 14505 205 0,'-7'-8'206'0,"-5"-4"-15"15,-1 2-11-15,1 4-8 0,-1 3-6 0,-4-4-16 16,4 5-14-16,13 2-19 0,-32 2-12 0,15 4-6 16,0-2-18-16,-1 6 3 0,3 0-12 0,-1 5-6 15,4-1-6-15,-2 0-9 0,6 2-1 0,3 2-9 16,1-2-7-16,1 0 0 0,5-1-6 0,-1-2 0 15,3 2-4-15,2 0-2 0,-1-4-4 0,7 1 3 16,-2-4-2-16,1 0 1 0,2-3-1 0,4 2-3 16,2-3 0-16,0-4-3 0,0-3 1 0,-2 0 2 15,1-2 3-15,-4 3 0 0,0-9 2 0,-3 1 7 16,1 0 0-16,1-4-6 0,0-9-2 0,-6 5-1 16,2-7 0-16,0 0-1 0,-1-1-3 0,-3-1-2 15,0-1-2-15,-2 1 1 0,3-1-3 16,-5-1 3-16,0 2-2 0,1 0-5 0,-2 0 4 15,-2 2-2-15,1 7 0 0,0 2 8 0,-2 4 4 16,3 2 3-16,0 10-5 0,0-17-3 0,0 17-3 0,-2-9-6 16,2 9-7-16,0 0-2 0,0 0 0 15,0 0 1-15,0 0-5 0,0 0 8 0,0 0-3 16,-5 49-3-16,2-23 0 0,1 2 1 0,0 0-1 16,1 1 3-16,2-1 0 0,3 0 0 0,0-5-2 15,2-4 2-15,2 4 0 0,-2-5 3 0,2-3 1 16,2 2-1-16,-2-3 2 0,2-2 0 0,2 2-4 15,-3-5 5-15,1-3-3 0,1 1-1 0,1-4-1 16,0 0 1-16,-12-3 0 0,24 1 1 0,-24-1 0 16,24-7 0-16,-10-1 2 0,-4-1 0 0,-1 1-4 15,2-4 8-15,0-1-6 0,-5-2 3 0,-2 2-1 16,0-2-1-16,0 4-1 0,-4 11-1 0,2-22-1 16,-2 22 5-16,3-16 5 0,-3 16-7 0,1-10-5 15,-1 10-1-15,0-9-4 0,0 9 0 0,0 0 3 16,0 0-4-16,0 0-1 0,0 0 3 0,0 0 1 15,0 0 1-15,-4 43 0 0,3-28 2 0,1 1 1 16,0 3-21-16,3-1-4 0,-2-5-18 0,4 3-21 16,-2-1-24-16,0 2-39 0,1 0-48 0,0-6-47 15,-1 2-122-15,2-4-376 0,-5-9 167 0</inkml:trace>
  <inkml:trace contextRef="#ctx0" brushRef="#br0" timeOffset="-184522.46">3216 14227 18 0,'-6'-9'194'0,"6"9"-8"16,-8-6-9-16,8 6-16 0,0 0-16 16,0 0-21-16,0 0-9 0,0 0 15 0,0 0-6 15,-21 24-1-15,15-5-12 0,3 12-10 0,-4 1 11 16,1 13-7-16,-1 0-11 0,4 1-6 15,3-11-9-15,-4 12-5 0,1-11-6 0,1-1-9 0,-1-1-1 16,2 2-7-16,-1-2-8 0,0 2 2 0,1-6-7 0,1 0-5 16,0 2-1-16,1-4-2 0,-1 0-3 15,0-5-13-15,0-4-29 0,0-1-22 0,0-3-28 16,0-3-44-16,0-12-61 0,0 13-49 0,0-13-139 16,0 0-387-16,0 0 172 0</inkml:trace>
  <inkml:trace contextRef="#ctx0" brushRef="#br0" timeOffset="-184153.56">2981 14633 103 0,'0'0'161'0,"-4"-15"-9"16,4 15-21-16,0 0-13 0,14-16-8 0,-1 9-14 16,5-1-23-16,8-2-18 0,0 1-24 0,6 0-10 15,2 0-27-15,1-4-25 0,0 3-14 0,-3 0 0 16,-1 1-16-16,-1-1 2 0,-4-2-5 0,-1-1 11 15,-1 2-1-15,-11-1 4 0,1-1 13 16,-3 1 6-16,-2-2 8 0,-2-3 18 0,-2 2 14 16,-2-2 2-16,-2 2 7 0,-1 2 9 0,0 13 22 15,-2-25 16-15,-1 14 6 0,3 11 3 0,-8-16 7 16,6 7-11-16,2 9 8 0,0 0-7 0,-5-13-6 16,5 13-16-16,0 0-7 0,0 0 6 0,0 0 13 15,0 0 9-15,0 0 4 0,-23 36 12 0,18-12 5 16,1 3-6-16,-3 3-9 0,-2 1-8 0,3 1 8 15,1 0-5-15,1 3-6 0,0-6-4 0,-1 2-8 16,1-2-6-16,2 2-3 0,-2 0-3 0,-1-3-1 16,4 3-6-16,-3-5-4 0,2 0-10 0,0 0-18 15,-3-1-29-15,1 0-26 0,3-7-49 0,-1-2-47 16,4-1-52-16,-5 0-129 0,3-3-357 0,0-12 158 16</inkml:trace>
  <inkml:trace contextRef="#ctx0" brushRef="#br0" timeOffset="-184006.5">3278 14625 13 0,'0'0'6'0,"20"-4"-10"0,-5 1-3 15,2-2 2-15</inkml:trace>
  <inkml:trace contextRef="#ctx0" brushRef="#br0" timeOffset="-183849.55">3658 14579 54 0,'0'0'221'0,"0"0"-11"0,0 0-17 0,0 0-18 0,0 0-22 16,0 0-15-16,0 0-15 0,0 0-12 0,0 0-23 15,0 0-21-15,0 0-38 0,0 0-49 0,0 0-58 16,11 11-69-16,-11-11-73 0,0 0-238 0,32-3 105 15</inkml:trace>
  <inkml:trace contextRef="#ctx0" brushRef="#br0" timeOffset="-182718.19">4096 14316 70 0,'0'0'205'0,"0"0"-18"16,-2-8-21-16,2 8-23 0,0 0-16 15,0 0-13-15,0 0-14 0,0 0-13 0,0 0-3 16,0 32-9-16,0-13 5 0,0 8-6 0,-2 0-5 15,0 0-9-15,1 2-11 0,1 1-2 0,-3-2-1 16,2-1-8-16,-1 0-2 0,3-9-9 0,-2 0 0 16,1-1-3-16,-3 2 0 0,3-4-1 0,4-3-6 15,-8-2-3-15,3-1-2 0,0-1 4 0,1-8 1 16,-2 13 2-16,2-13-5 0,0 10 15 0,0-10 12 16,-1 5 7-16,1-5 5 0,0 0 10 0,0 0 6 15,0 0 7-15,0 12 0 0,0-12 5 0,0 0-10 16,0 0-10-16,0 0-15 0,0 0-14 0,0 0-6 15,10-29 3-15,-5 20-16 0,2-1-6 0,6-3-3 16,-2 0 0-16,2 2-4 0,-2 3-3 0,0 4 6 16,0-2-8-16,2 6 0 0,-3-4 0 0,0 7 0 15,2-2 1-15,-2 5-1 0,0 0 3 0,-1 0-1 16,-2 4-5-16,-2 0-7 0,-1 0 2 0,-2 2-5 16,-1 4-1-16,-2-1-3 0,-3 0-7 0,0-2 1 15,-1-3-11-15,-5 3-8 0,-4 2-13 0,2-5 2 16,-1 1 0-16,2-4-1 0,5-3 10 0,-7-1 5 15,4 0 4-15,1-3 8 0,8 0 4 0,-14-2 4 16,8-1-3-16,0-1 5 0,6 4 8 0,-7-10-1 16,5 5 3-16,2 5 8 0,0-13-5 0,0 13 2 15,3-9-4-15,-3 9 1 0,7-10 2 16,-3 8-1-16,-4 2 8 0,14-4-8 0,-4 3 3 16,0 0 2-16,3 1 2 0,5-2-1 0,-2 1 2 0,4-2 2 15,0 1 12-15,3-1-1 0,6-2 4 16,1 0-6-16,-1 0 2 0,2-4 0 0,-3 2-1 0,0-1 2 15,-2 1-3-15,-6 0 1 0,7-5 1 0,-10 4-1 16,1-1 6-16,-3 2-5 0,0-3 4 0,-1 1 8 16,-2 0-2-16,-3 1 0 0,0-1-1 0,0 0 2 15,-4-1 10-15,0-1 9 0,-1 2 4 16,-2-1-5-16,0-2-6 0,-4 2-4 0,1-1-3 16,0-1 1-16,-3 3 3 0,0-1-1 0,-2 1-4 15,-1 0-2-15,0 0 1 0,-1 4-3 0,-1-1-1 16,-2-1-1-16,2 2-4 0,-2 3-4 0,0 2-1 0,2-2-3 15,-1 5-6-15,0 2 2 0,-1 3 0 16,3 2-2-16,0-1 1 0,0 6-3 0,2 3 1 16,0-1 4-16,4 2-5 0,-1-1-1 0,4-1 7 15,2-1-12-15,1 0 7 0,0-5-2 0,2 5 2 16,2-5-2-16,6 0 2 0,-1 1-2 0,3 0 4 16,0-5-1-16,3 0 3 0,2-3-5 0,-1 1-7 15,3-5-13-15,5 0-11 0,0-4-16 0,-6-1-16 16,-2 1-23-16,6-4-25 0,-7 1-32 0,6-3-34 15,0-5-25-15,-1 1-140 0,-9 4-368 0,-2-6 163 16</inkml:trace>
  <inkml:trace contextRef="#ctx0" brushRef="#br0" timeOffset="-182479.74">4986 14331 166 0,'0'0'247'0,"0"0"-20"0,0 0-16 15,0 0-25-15,0 0-29 0,0 0-15 0,0 0-16 16,0 0-3-16,0 0-8 0,0 0 0 0,-2 23-1 16,2-23-5-16,0 28-12 0,0-10-8 0,0 0-5 15,-2 1-10-15,2 1-7 0,0-1-7 0,0 9-2 16,3-2-6-16,-2-6-5 0,1 5-5 0,-2-1-5 16,1-6-5-16,0 1-14 0,0-2-14 0,1 0-19 15,0 2-29-15,-2-4-23 0,-2 2-41 0,0-1-50 16,1-3-64-16,-1 5-143 0,-4-7-394 0,0-1 175 15</inkml:trace>
  <inkml:trace contextRef="#ctx0" brushRef="#br0" timeOffset="-182310.52">4926 14561 142 0,'0'0'158'0,"0"0"-13"0,7-9-10 15,-7 9-28-15,9-4-3 0,-9 4-11 0,17-4-3 0,-5 4-12 16,2-1-9-16,4-1-29 0,1 1-55 16,3 0-49-16,-4-2-117 0,1 1-195 0,-6-1 87 15</inkml:trace>
  <inkml:trace contextRef="#ctx0" brushRef="#br0" timeOffset="-181943.15">5164 14172 121 0,'0'0'264'0,"-1"-13"-20"0,1 13-29 15,-2-7-23-15,2 7-25 0,0 0-18 0,0 0-20 16,0 0-15-16,0 0-11 0,0 0-11 0,0 0-10 16,8 25-3-16,-7-14-8 0,2-1-5 15,-2 1-6-15,2 2-4 0,-2-3-4 0,0 1-2 0,-1-4-3 16,0-7-4-16,2 12-1 0,-1-7 0 15,-1-5 3-15,1 8 11 0,-1-8 7 0,0 0 8 0,1 7 12 16,-1-7 10-16,0 0 7 0,0 0 2 0,0 0 5 16,0 0-2-16,0 0-20 0,0 0-14 15,0 0-10-15,20-22-12 0,-9 7-8 0,3 1-1 16,4-5-11-16,1 0-7 0,-5 5-4 0,0 1 5 16,0 1-6-16,2 2-2 0,-6 2-5 0,1 2-7 0,-2 2-3 15,0 1-1-15,-1 3-3 0,-8 0 2 16,19 7-6-16,-9-1 4 0,0 5-12 0,0 1-13 15,-3 4 3-15,0 2-36 0,1 6-20 0,-6-4-16 16,0 7-35-16,-3-2-57 0,2 1-79 0,-3 0-209 16,0-1-518-16,1-6 230 0</inkml:trace>
  <inkml:trace contextRef="#ctx0" brushRef="#br0" timeOffset="-178664.04">5598 14872 122 0,'0'0'244'0,"0"0"-4"0,0 0-6 16,0 0-13-16,0 0-12 0,0 0-19 0,0 0-20 16,0 0-19-16,0 0-13 0,16-22-11 0,-10 15-14 15,2-3-9-15,-2 0-9 0,5-5-11 0,0 2-9 16,2-3-9-16,1 1-2 0,-3 0-7 0,2-3-3 15,-3 5-4-15,-1-3-2 0,0-1 4 0,-1 1-3 16,2 1-2-16,-1-2-6 0,-6 3-4 0,4-4-8 16,-2 2-2-16,-1 6 4 0,0-4-7 0,-1 3 0 15,0 0-3-15,1 2-2 0,-4 3 0 0,0-1 7 16,0 7-6-16,0-10-2 0,0 10-6 0,0 0-2 16,3-9-3-16,-3 9-5 0,0 0-4 0,0 0-3 15,0 0-1-15,0 0 3 0,0 0-3 0,0 0-2 16,-7 28 4-16,2-13 4 0,0 5-4 0,1-4 2 15,-2 2-1-15,4-2 1 0,-1 0-2 0,3 0 3 16,-1-5-3-16,1 1-1 0,1 0 0 0,2 1 3 16,-1-6 2-16,4 5-3 0,-1-3-2 0,2-1-4 15,-1 0-10-15,3-3-4 0,3 1 1 0,-1 1 2 16,4-3 0-16,-2-2 0 0,1 1-2 0,3-5 2 16,-3 1 3-16,-1-1 3 0,-3-2 0 0,3 1 3 15,-4-1 2-15,-1-1 3 0,0-1-1 0,-1-2-2 16,-1 0 7-16,-2-3-7 0,0 1 6 0,0 0 0 15,-3-1-1-15,-1-1-2 0,1 0 1 0,-1-4 2 16,-1 6 3-16,0 1-2 0,-2 2-1 0,3 7 0 16,0-15 0-16,0 15 5 0,0-10-8 0,0 10 0 15,0 0-3-15,1-8-1 0,-1 8-1 0,0 0 1 16,0 0-1-16,0 0 0 0,0 0 5 0,0 0-1 16,0 0 1-16,-1 33 2 0,0-21-2 0,0-2 3 15,1 3-2-15,-3-2 4 0,3 0-4 0,-3 0 3 16,3 0-1-16,-1-5 4 0,0 2-2 0,1-8 0 15,0 12 2-15,0-12 1 0,0 10 1 0,0-10 3 16,0 7 0-16,0-7-1 0,0 0 0 0,1 7 1 16,-1-7 0-16,0 0 7 0,0 0-4 0,0 0 9 15,0 0-5-15,0 0 0 0,0 0 0 0,0 0-5 16,0 0-5-16,14-19 1 0,-9 11-5 0,3-1-1 16,0-5-3-16,1 0-2 0,2 1-5 0,2-1 1 15,-5 5-1-15,0-1 0 0,0 3 1 0,-1 3-1 16,-2-1-2-16,1 4 3 0,-6 1-1 0,10-5 1 15,-10 5-4-15,0 0 4 0,14 6 0 0,-5-1 3 16,-4 0 2-16,3 1 1 0,-1 3-1 0,1-2-2 16,-1 0 5-16,0-1 0 0,1 0 3 0,1 2 0 15,0-6 2-15,0 1 1 0,1 0 0 16,8-5 2-16,-3 2-1 0,-2-2-2 0,8-2 2 0,-5-3-2 16,1-1 4-16,-3 0-2 0,2-1 0 0,-1 0 0 15,-5 1-1-15,0-2-1 0,4 0 1 0,-5 0 3 16,-1 1 1-16,-3 0-4 0,0-3-1 0,-1 3 3 15,0-2 0-15,-3 2 0 0,-1 1 1 16,1 1-3-16,-1 7 3 0,0-12 10 0,0 12-5 0,0-8-2 16,0 8-2-16,0-9-4 0,0 9-4 0,0 0-2 15,0 0 0-15,0 0 1 0,0 0-1 0,-7 20 2 16,1-8-3-16,3 0 3 0,0 5 0 0,-1-6-1 16,2 4-2-16,-1 2 2 0,-2 1-1 0,5-1 0 15,0 1 2-15,1-2 0 0,2 2-1 16,-2-2 1-16,2 0-1 0,-2 0 4 0,0 0-2 15,-1-3 1-15,1-1-2 0,-2 3 4 0,2-4-7 16,1-1-9-16,-2 1 5 0,0-3-7 0,0 2-6 0,-2-3-9 16,2 1-13-16,-1 0-18 0,1-8-22 0,-1 12-38 15,1-12-41-15,-4 5-49 0,-2 0-145 16,6-5-385-16,-11 3 171 0</inkml:trace>
  <inkml:trace contextRef="#ctx0" brushRef="#br0" timeOffset="-178489.32">5955 14392 115 0,'-2'-6'158'0,"2"6"-49"15,0 0-38-15,0 0-43 0,0 0-40 0,20 2-67 16,-9 1-84-16,7 3 37 0</inkml:trace>
  <inkml:trace contextRef="#ctx0" brushRef="#br0" timeOffset="-178231.75">6521 14385 42 0,'3'-12'281'0,"-2"8"-10"16,-1 4-14-16,0 0-20 0,0-9-25 15,0 9-20-15,0 0-24 0,0 0-22 0,0 0-19 0,0 0-15 16,0 0-6-16,0 0 3 0,9 22 0 0,-5-5-9 16,1 7-14-16,-1 1-1 0,-3 4 0 0,3 1-10 15,-3-3 0-15,-1 1-7 0,0 0-4 0,3 0-11 16,-1-2-3-16,-2-1-5 0,0 1 0 0,1-7-8 16,1-2-28-16,-1 2-22 0,-1-5-16 0,3-2-19 15,-2 1-20-15,0-3-36 0,1 2-45 0,-1-6-47 16,1 0-42-16,-2-6-163 0,0 11-433 0,0-11 192 15</inkml:trace>
  <inkml:trace contextRef="#ctx0" brushRef="#br0" timeOffset="-177744.49">6423 14521 107 0,'0'0'132'0,"0"0"-17"0,11-10-13 0,0 7-8 16,2 2-10-16,8-1-4 0,1-1-11 0,8 0-8 15,2 3-6-15,4-2 3 0,-3 0-10 0,1 1-6 16,-1-3-3-16,-1 4-5 0,0 0 2 16,-12 0-10-16,7-4 2 0,-8 4-7 0,-6-2 2 15,1 2-2-15,-4-2-4 0,-3 2 12 0,0-1 10 16,-7 1 14-16,10-2 13 0,-10 2 9 0,9 0-1 0,-9 0 1 16,0 0-3-16,0 0-6 0,0 0 2 15,0 0-1-15,0 0-3 0,0 0-8 0,0 0 7 0,0 0-4 16,-24 10-1-16,15-4 1 0,-1 3-3 15,-3 2 2-15,0 2-4 0,1-1-4 0,0 2-5 16,2 0-4-16,0 2-6 0,6-4-2 0,-1 4-6 16,1-4-2-16,1 0-1 0,2-1-3 0,0 0-4 15,2-1 0-15,2 1-2 0,-2-4 0 0,1 2 0 16,4-4-2-16,-1 0-3 0,1 1-8 0,2-3 0 16,-3 0-7-16,3-2 1 0,-8-1-1 0,15 0 3 15,-7 0-1-15,-8 0 0 0,17-7-5 0,-6-2 4 16,-4 2 0-16,2-3 2 0,-1 1-8 0,0-2 7 15,-1-4-4-15,0-1 5 0,-2 6 0 0,-1-1-2 16,-1 2 2-16,-1 1 5 0,0 5 0 0,1-4-5 16,-3 7-2-16,4-7-1 0,-4 7-1 0,0 0 5 15,0 0-2-15,0 0 5 0,0 0 0 0,0 0 0 16,4 25-3-16,-4-14 4 0,-2 0-2 0,2 4 0 16,-1-2 1-16,1 3-15 0,0 1-19 0,3-5-34 15,-3 6-61-15,3-5-71 0,-1 1-203 0,0-3-433 16,1 2 192-16</inkml:trace>
  <inkml:trace contextRef="#ctx0" brushRef="#br0" timeOffset="-177392.46">7105 14613 179 0,'0'0'232'0,"0"0"-16"0,0 0-15 0,7 18-16 0,-5-10-17 15,-1 3-14-15,1-3-17 0,0 2-8 0,1-1-17 16,-2 1-12-16,0-2-9 0,-1-1-9 0,3-1-5 16,-3-6-10-16,4 9-5 0,-4-9 1 0,0 0 22 15,1 9 15-15,-1-9 8 0,1 4 18 0,-1-4 5 16,0 0-8-16,0 0-4 0,0 0-16 0,0 0-7 16,0 0-16-16,7-19-11 0,-5 7-10 15,3 0-8-15,3-3-7 0,2-3-12 0,2-5-5 0,-2 7-3 16,1 0-9-16,0 1-2 0,-2 4-2 0,-2 1-2 15,0 3-3-15,-2 1 2 0,0 0-8 0,0 3-2 16,-5 3 1-16,10-1-2 0,-10 1 0 0,9 5 3 16,-5 2 1-16,0 1-1 0,1 3 3 0,-2 0-7 15,0 2 13-15,-1 3-4 0,-1-1-22 16,1 2-27-16,-2-1-35 0,0 2-27 0,0 1-62 16,2-3-99-16,-2 0-236 0,1 1-546 0,3-5 242 0</inkml:trace>
  <inkml:trace contextRef="#ctx0" brushRef="#br0" timeOffset="-176781.01">7555 14397 127 0,'4'-9'243'0,"0"3"6"16,-3-1-2-16,-1 7-17 0,5-11-8 0,-4 7-20 15,-1 4-17-15,0 0-18 0,2-10-20 0,-2 10-23 16,0 0-12-16,0 0-14 0,0 0-2 0,0 0-6 16,0 0 3-16,7 19 1 0,-7-2-2 0,2 0-10 15,-1 2-9-15,-1 6-8 0,0 1-2 0,0 3 0 16,3-3-4-16,-1-1-9 0,-2-1 1 0,1 1-8 15,1-5-9-15,-1-3 8 0,1 2-10 0,0 0-3 16,-1-1 3-16,3-2-4 0,-4-1-5 0,0-4-14 16,1 2-18-16,0-2-24 0,1 0-24 0,-2-2-27 15,1-4-27-15,-1 4-39 0,0-9-58 0,0 12-50 16,1-7-190-16,-1-5-485 0,0 9 215 0</inkml:trace>
  <inkml:trace contextRef="#ctx0" brushRef="#br0" timeOffset="-176312.29">7442 14548 63 0,'0'0'145'0,"0"0"-13"0,0 0-7 16,11-11-14-16,8 8-2 0,0-1-10 16,9 2-8-16,4-2-12 0,3 3-4 0,-1-3-11 15,3 0-3-15,0 2-5 0,-1 1-6 0,-1-2-9 0,-3 2 1 16,-6 1-2-16,-4 0-6 0,-5 0-5 0,1 0 0 15,-7-3-11-15,1 3 8 0,-6-1-7 0,-6 1 1 16,12 0 6-16,-12 0 6 0,10-2-2 16,-10 2 4-16,0 0 4 0,0 0 8 0,0 0 0 15,0 0 8-15,0 0 6 0,-17 16 4 0,8-7 14 16,-6 3-4-16,2 1 2 0,-1 2-6 0,3 0-3 0,-2 7-6 16,0-8-6-16,5 2-10 0,-1 2-1 0,2-4-5 15,2 1-5-15,3 2-5 0,1-3 2 0,1-3-5 16,3-1-2-16,1 0-6 0,-1-1 4 15,5-2-2-15,0 0-6 0,3-3-4 0,-1 1-5 16,-2-3 1-16,1 0-5 0,-1-2-4 0,-8 0 1 16,16-3 0-16,-7-1-1 0,-2 0 1 0,0-1 4 0,0-3-3 15,-1 1 2-15,-2 0-4 0,0-3 4 0,1 1-1 16,-3-2-1-16,0 4-1 0,-1-3 0 16,0 2 9-16,2 1-1 0,-3 7 2 0,1-10-2 15,-1 10-3-15,1-7-4 0,-1 7 1 0,0 0 0 16,0 0-2-16,0 0 3 0,0 0-5 0,0 0 5 15,5 20-3-15,-2-10 2 0,-2 0-1 0,1 2-7 0,0 1-25 16,1 1-21-16,-1 2-34 0,3-1-30 16,-2-4-69-16,1 0-206 0,-3 0-425 0,2-4 188 15</inkml:trace>
  <inkml:trace contextRef="#ctx0" brushRef="#br0" timeOffset="-175762.11">8094 14602 121 0,'7'-3'216'0,"-7"3"-4"0,0 0-16 0,0 0-16 16,6 16-16-16,-3-8-12 0,-2 3-18 0,0-2-9 16,1 2-11-16,1 1-7 0,-3-1-12 0,2-1-9 15,-2 2-10-15,2-3-7 0,-1 1-8 0,-1-2-6 16,0-8-1-16,2 9-6 0,-2-9-7 0,1 8-2 15,-1-8 0-15,0 0-1 0,0 7-4 0,0-7-3 16,0 0 1-16,0 0 8 0,0 0 3 0,0 0-7 16,0 0 0-16,0 0-6 0,0 0-6 0,0 0-6 15,13-22-5-15,-8 12-4 0,3 0-1 0,-2 0-7 16,3-5 0-16,1 2 0 0,-1 4-4 0,-2 1 2 16,2 0 1-16,-2 2-5 0,-1 3 0 0,-6 3 2 15,15-2-5-15,-15 2 3 0,15 0 1 0,-9 2-1 16,2 1-1-16,1 3 0 0,2-1 4 0,-2-1 2 15,0 4 5-15,1-2-5 0,2 1 0 0,-2-3 1 16,4 0 1-16,-1-2-1 0,6 2 3 0,2-6 14 16,-3 2-3-16,3-4 2 0,0-2-2 15,-2 1 0-15,0 0-4 0,-2-3 0 0,-1-1 0 0,0-1 0 16,-5 4-5-16,1-2 5 0,-3 0-2 0,-1 1-2 16,-2-2 1-16,-2-2-1 0,-1 1 0 0,0-2 0 15,-2 2-3-15,-2 1 1 0,0-2-2 0,-2 4-1 16,-2-1-1-16,1 3 5 0,-1 1 1 0,-1-2 5 15,6 6 6-15,-14-1 3 0,3 1-1 0,-1 5 9 16,1 3-4-16,-4 1-2 0,2 4-6 16,2 2 5-16,-2-1-4 0,5 3-5 0,1-2 0 0,-1-1 0 15,7-1-6-15,-1-1 4 0,5 3-11 0,1-4-17 16,3 3-18-16,0-2-31 0,1-5-40 0,3 2-59 16,4-2-55-16,-2-3-215 0,-1 1-471 0,7-4 210 15</inkml:trace>
  <inkml:trace contextRef="#ctx0" brushRef="#br0" timeOffset="-174726.32">8782 14530 76 0,'0'0'242'16,"0"0"-17"-16,0 0-12 0,0 0-2 0,0 0-10 15,0 0-4-15,0 0-19 0,-4 30-14 0,2-18-15 16,-1 3-9-16,-1 0-16 0,3-2-11 0,1 5-12 15,0-4-10-15,1 5-7 0,0-8-13 0,3-1-5 16,-1 2-2-16,2-2-10 0,0-1-2 0,4-1-3 0,-1-3 5 16,-2 1-7-16,3-3 0 0,1-2-5 0,-1 1 0 15,0-1-9-15,1-2-1 0,1-2-7 16,-2-2 0-16,-2 0-4 0,2 0-1 0,-1-2-5 16,0 0-9-16,-3-2-2 0,1-2 2 0,-4 1-13 15,-2-2-7-15,0 0-1 0,-3-5-6 0,-4 2 1 16,1-2-2-16,-3 3 3 0,-4 0 3 0,3 0 4 15,-4 1 7-15,-1 1 1 0,-1 3 3 0,1 1 2 16,2 2 5-16,0 1 4 0,3 1-1 0,0 2-1 16,2-1-3-16,2 1-8 0,6 2 6 0,-9-3-4 15,9 3 1-15,0 0 0 0,0 0 0 0,0 0-3 16,0 0-4-16,0 0 1 0,31 10-1 0,-12-10 1 16,3 0 5-16,6 2-5 0,0-5 5 0,-7 0-5 15,6 0 4-15,-9 0 0 0,3-1 0 0,-5-1 1 16,-3 4 2-16,-3-2 4 0,2 3 3 0,-6 0 0 15,-6 0 0-15,13-4 0 0,-13 4 5 0,10 0 2 16,-10 0 24-16,8 4 14 0,-8-4 2 0,5 12 0 16,-5-12-13-16,1 17 17 0,-1-5 1 0,-2-2-6 15,0 3-2-15,1 2-9 0,1 1-1 0,-1-3-17 16,2 4 12-16,0-4-4 0,1-1 4 0,0-1-17 16,2-1-9-16,0-1 14 0,2 2-17 0,3-5 23 15,-1 3 0-15,1-3 6 0,2 0-11 0,-1-1-3 16,8 0 4-16,-2-1-4 0,-2-2 5 0,1-1-12 15,-1-2 2-15,0-1-8 0,-1-1 0 0,1-1 2 16,-2 0 0-16,0-3-2 0,-1-1-13 0,-2-2-1 16,1 0-4-16,-3 0 0 0,1-5 0 0,-3 1-6 15,-1-1 4-15,2-1-9 0,-3 1 1 0,-2 3 5 16,-1-1 4-16,1 1-2 0,1 2 0 0,-2 10 0 16,0-16 3-16,0 16-8 0,1-11-8 0,-1 11 15 15,0 0 0-15,0-11-4 0,0 11 0 0,0 0 6 16,0 0-4-16,0 0 9 0,0 0 15 0,0 0-7 15,0 0 2-15,-3 42 0 0,3-30 1 0,-1-2-2 16,1-10-5-16,1 21 3 0,1-8-5 0,-2-2 5 16,2-1-4-16,0-3 1 0,1 2 7 0,1-1-3 15,2-1-3-15,-1-3 4 0,2 2-2 0,2-3 14 16,0 0-2-16,3-2 2 0,-3 0 1 0,3-1-4 16,2-3-1-16,2-3 5 0,2-1-2 0,-2-2 1 15,2 0-10-15,-1-1 0 0,-3-1 6 0,0-2-6 16,0-2-3-16,-2 0-6 0,0 0-11 0,2-8 22 15,-5 7-17-15,7-5 3 0,-7 3 0 0,-1 5 3 16,-3-3 2-16,1 5 0 0,-3 0 2 0,0 0 3 16,-2 5-5-16,1-1 7 0,-2 7 1 0,2-11-4 15,-2 11 13-15,3-7-4 0,-3 7-15 16,0 0-3-16,0 0 3 0,0 0 0 0,-23 13-2 0,14-4 0 16,1 0-5-16,0 1-1 0,2 0-2 0,-4 3 1 15,6-1 0-15,1-2-3 0,1 4-5 0,2-5 9 16,0 4-3-16,2-4-1 0,4 5 0 0,-1-4 0 15,2 2 0-15,0-2 4 0,0 0 1 0,0-1 0 16,2 0 3-16,-3 2-5 0,0-1 7 0,0-1-6 16,0 0 5-16,-1-2 0 0,-2 0 3 0,-1-1 2 15,2 0-3-15,-4-6-3 0,1 11 7 0,1-6 2 16,-2-5 4-16,0 0-2 0,-6 14-2 0,1-8-5 16,0-2-16-16,0 0 12 0,-1 0-14 0,-1 0-19 15,7-4-29-15,-14 4-22 0,5 2-31 16,0-3-29-16,9-3-41 0,-14 4-73 0,8-2-278 15,6-2-585-15,-18 3 258 0</inkml:trace>
  <inkml:trace contextRef="#ctx0" brushRef="#br0" timeOffset="-174556.46">9986 14568 108 0,'0'0'120'0,"0"0"-67"16,2-7-62-16,-2 7-37 0,0 0-49 0,0 0 22 15</inkml:trace>
  <inkml:trace contextRef="#ctx0" brushRef="#br0" timeOffset="-171863.04">1778 15143 189 0,'0'0'207'0,"-1"-9"-15"0,1 9-13 0,0 0-14 15,-2-8-22-15,2 8-16 0,0 0-13 0,-5-7-17 16,5 7-13-16,0 0-12 0,0 0-7 0,0 0-4 16,0 0-11-16,0 0-4 0,0 38 13 0,0-13-6 15,-2 1-5-15,0 6-2 0,-2 0 4 0,1 3-7 16,-2 1 9-16,3-3-1 0,0 2-7 0,-4-2-4 15,4-2-4-15,-1-1-4 0,0-1 1 0,2-2 29 16,0 0-5-16,2-10-4 0,2 0-7 0,-2-5-4 16,1 1-4-16,-1-2-5 0,1-1 0 0,3-1-3 15,1 0-1-15,0-4-3 0,0 2 2 16,2-2-6-16,1 0-11 0,0-2-2 0,5-3-9 16,-2 1-17-16,5-4-27 0,-3 2-17 0,1-3-30 15,-3-1-27-15,-2 0-22 0,2-3-45 0,-2-1-35 16,-4-2-118-16,-2-1-364 0,0-3 162 0</inkml:trace>
  <inkml:trace contextRef="#ctx0" brushRef="#br0" timeOffset="-171397.44">1607 15440 49 0,'-18'1'129'15,"18"-1"-8"-15,0 0-12 0,-18 2-10 0,18-2-8 16,0 0-8-16,0 0-17 0,0 0 5 0,0 0-4 15,0 0-3-15,0 0-4 0,0 0 0 0,67 5-5 16,-38-8-3-16,7 2-5 0,0 0-1 0,0-2-2 16,-2-2 5-16,-2-1-6 0,-3 5 4 15,-7-3-10-15,-3 1-2 0,-4 0-6 0,-4 3 0 16,-11 0-6-16,22-3 5 0,-22 3-6 0,11-2-8 16,-11 2 3-16,10-1-3 0,-10 1 11 0,0 0-21 15,0 0 3-15,14 3 8 0,-14-3-5 0,0 0 5 16,0 0 13-16,4 10 12 0,-4-10-2 0,-1 14 0 15,1-14 2-15,-3 16 1 0,3-16-7 0,-3 20-1 16,3-10 7-16,0 0-9 0,0-10-1 0,3 22 2 0,-1-14-6 16,2 2-5-16,0-1-3 0,3 0 0 15,2-1 1-15,-1 0-2 0,2-2 0 0,3-2-1 16,-2 0-1-16,3-4-2 0,4 0 0 0,4-1 0 16,-3-2 1-16,0 0 1 0,0-3 1 0,-3-3 2 15,2 1-4-15,-9 0 19 0,0 1 2 0,-3-1-3 16,-1-4 1-16,-5 2-7 0,0 10-3 0,-1-27 0 15,-7 12-5-15,3 2-10 0,-8-3 6 0,-5-1-1 16,-3-1 0-16,4 7-4 0,-4 1-3 0,5 1-5 16,-6 2 2-16,6 0-4 0,-1 3-14 0,-2 0-11 15,6 4-26-15,13 0-12 0,-20 3-20 16,8 2-25-16,12-5-46 0,-17 14-55 0,11-6-133 16,0 1-373-16,6-9 165 0</inkml:trace>
  <inkml:trace contextRef="#ctx0" brushRef="#br0" timeOffset="-171136.2">2403 15215 262 0,'0'0'250'0,"0"0"-14"16,-1-15-7-16,1 15-15 0,0 0-17 0,-5-11-23 15,5 11-21-15,0 0-20 0,0 0-16 0,0 0-15 16,0 0-10-16,0 0 9 0,0 0-11 0,0 0 2 15,0 0-5-15,8 54-6 0,-6-27-4 0,0-1-9 16,1 2-10-16,1-2-4 0,1-1 3 0,-2 2-4 16,-1-3-9-16,0 3-2 0,-1-8-2 0,-1 0-7 15,0 2-11-15,2-3-22 0,0-1-12 0,-1-1-29 16,0-2-12-16,2-2-26 0,-3-12-34 16,4 23-56-16,-2-15-51 0,0-1-193 0,-2-7-445 15,0 0 198-15</inkml:trace>
  <inkml:trace contextRef="#ctx0" brushRef="#br0" timeOffset="-170635.73">2327 15401 145 0,'0'0'136'16,"0"0"-15"-16,0 0 4 0,0 0-16 0,0 0-7 15,34-11-3-15,-14 10-12 0,10 2-5 0,1-6-12 16,-2 5-6-16,7-4-7 0,0 2 7 0,-3 0-17 15,-1 1-4-15,-3-3 1 0,1 0-12 0,-10 3 5 16,1 0-15-16,-5 0 13 0,-2-3-2 0,-14 4 8 16,22-3 8-16,-22 3 2 0,13-1 11 0,-13 1 8 15,0 0 0-15,0 0 7 0,18-1 4 16,-18 1-4-16,0 0-2 0,0 0-6 0,0 0-1 16,0 0 1-16,0 0-5 0,-40 16 1 0,23-9-3 15,0 3-4-15,0 0 0 0,-1 0-8 0,4 2-15 16,0 0 4-16,2-1 0 0,2 3-7 0,3-4 0 15,1 1-8-15,0-2 0 0,5 1-4 0,1 0 0 16,0-10-3-16,5 21 0 0,0-12 2 0,1 0-6 0,4-3-6 16,5 3 2-16,2-4-3 0,0-2-4 0,2-3-2 15,2-1 0-15,-5-1-2 0,5-2 0 16,-8 2 4-16,-1 0 0 0,-1-3 4 0,0-1 1 16,-1-1-14-16,-1 1 10 0,-1-2 2 0,-8 8-2 15,10-18 2-15,-6 12-2 0,-4 6 3 0,1-14 0 16,-1 14-1-16,0 0 4 0,0-16-1 0,0 16 3 15,0 0 4-15,0 0-5 0,0 0-1 0,-9-11-2 16,9 11-2-16,0 0 4 0,0 0-3 0,0 0 0 16,-18 17-6-16,18-17 2 0,-7 16-1 0,4-6 2 15,1 1-16-15,2 0-9 0,0 2-18 16,0-13-14-16,2 22-20 0,2-8-39 0,1-4-37 16,2 2-52-16,-1-2-48 0,2-2-142 0,-1 1-425 15,-7-9 189-15</inkml:trace>
  <inkml:trace contextRef="#ctx0" brushRef="#br0" timeOffset="-170401.87">3031 15257 114 0,'0'-14'276'0,"0"14"-16"15,0 0-23-15,0-17-29 0,0 17-24 0,0 0-22 16,0 0-17-16,0 0-3 0,0 0-3 0,0 0-7 15,0 0-7-15,0 0-5 0,7 54-12 0,-5-29-11 16,-2 3-9-16,2 0-8 0,0 0-6 0,-1 1-7 16,-1 0-7-16,0-3-4 0,1 3-25 0,-1-1-19 15,0 1-25-15,2-2-28 0,-2 0-40 16,-2 1-66-16,0-3-92 0,-4-6-161 0,4 1-432 16,-3-2 191-16</inkml:trace>
  <inkml:trace contextRef="#ctx0" brushRef="#br0" timeOffset="-169944.42">3464 15418 253 0,'0'0'267'0,"0"0"-22"0,3-16-14 0,-3 16-30 0,0 0-21 15,0 0-24-15,0 0-19 0,0 0-11 0,0 0-14 16,0 0-15-16,0 0-7 0,0 0-11 16,34 28 6-16,-25-13-4 0,1 2-7 0,1 1-4 15,-2-2-12-15,1 1-3 0,0 1-3 0,0 0-4 16,1-3-6-16,-1 1-3 0,-3-2 1 0,0 1-9 15,-1-6-10-15,-1-1 11 0,2 0-7 0,-2-2-1 16,-5-6 6-16,6 9-14 0,-6-9 36 0,5 7 19 16,-5-7 4-16,0 0 13 0,0 0 1 0,0 0-15 15,0 0-8-15,28-21 0 0,-20 12-20 0,2-6 9 16,-2 0-6-16,0-2-9 0,-2-1-1 0,5-6 1 16,0-2-12-16,-1 1-15 0,3-4 7 0,-4 2 1 15,0-1-13-15,-2 2 3 0,1 0-16 0,-3 9-13 16,-1 5-7-16,-1 0-17 0,-1 3-21 0,-2 9-36 15,0 0-31-15,0 0-38 0,9-15-15 0,-9 15 2 16,0 0-35-16,0 0-24 0,0 0-190 0,0 0-465 16,0 56 205-16</inkml:trace>
  <inkml:trace contextRef="#ctx0" brushRef="#br0" timeOffset="-169558.11">4000 15444 21 0,'0'0'207'0,"0"0"10"0,0 0 2 0,0 0-3 16,-17-22-7-16,17 22-9 0,-10-10-13 0,10 10-19 16,-14-5-2-16,14 5-10 0,-14 0-13 0,14 0-9 15,0 0-11-15,-23 11-13 0,11 0-16 0,3 0-1 16,3-2-13-16,-3 6-9 0,0 1-2 0,4 0-13 16,1 0-4-16,0-1-5 0,2-2-5 0,2-13-2 15,1 23-6-15,0-11-1 0,3-2-6 0,-4-10-8 16,8 14-4-16,-8-14 0 0,10 12-7 0,-10-12 4 15,14 5-1-15,-14-5-2 0,15 2 7 0,-15-2-2 16,21-5 0-16,-21 5 4 0,15-10 0 0,-5 4 0 16,-2-1-4-16,-2-1-3 0,-6 8 2 0,11-19 0 15,-4 9 1-15,-3 0-3 0,-4 10-2 16,4-16 10-16,-4 16 3 0,2-11 2 0,-2 11-11 16,0 0 11-16,0 0-8 0,6-14 2 0,-6 14-8 15,0 0-4-15,0 0 4 0,0 0-4 0,0 0-3 16,0 0 0-16,0 0 2 0,0 0-4 0,-2 39 6 15,0-22-2-15,2-17 1 0,-3 28-20 0,3-16-19 16,1 6-25-16,-1-2-13 0,0 0-16 0,0 0-24 16,2-4-48-16,-2-12-58 0,2 22-272 0,-2-22-530 15,-1 17 234-15</inkml:trace>
  <inkml:trace contextRef="#ctx0" brushRef="#br0" timeOffset="-169311.61">4226 15283 79 0,'1'-17'301'0,"-1"17"-15"0,0 0-23 0,0-16-29 0,0 16-26 16,0 0-28-16,0 0-21 0,0 0-4 16,0 0-5-16,0 0-13 0,0 0-3 0,0 0-12 15,2 66-8-15,-2-37 1 0,0-2-12 0,-3 2-11 16,3 0-7-16,-1-1-11 0,1 2-7 0,0-2 0 15,-2-1-7-15,-3 0-11 0,4-7-25 0,1 5-26 16,0-6-28-16,-1 0-29 0,-1-2-28 0,1 1-58 16,1-5-66-16,0-13-243 0,-3 22-493 0,3-22 218 15</inkml:trace>
  <inkml:trace contextRef="#ctx0" brushRef="#br0" timeOffset="-168752.9">4448 15483 59 0,'0'0'230'0,"7"-10"-9"16,-7 10-5-16,0 0-5 0,0 0-11 0,0 0-17 15,0 0-17-15,0 0-22 0,0 0-7 0,-9 43-15 16,9-43-21-16,0 19-2 0,0-19-6 16,1 19-11-16,-1-19-11 0,4 16-5 0,-4-16-6 15,2 13-6-15,1-5-4 0,2 0 2 0,-5-8-4 16,8 10 1-16,-3-6-1 0,1 1-3 0,-6-5 0 15,13 7-2-15,-7-5-3 0,-6-2-2 0,0 0-5 16,21 2-3-16,-21-2-11 0,0 0 6 0,19-9-8 16,-10 4 5-16,0-2-5 0,-9 7-1 0,14-17-9 15,-7 9 2-15,-1 0-3 0,1-1-2 0,-7 9-1 16,11-17 0-16,-6 11 4 0,-5 6-3 0,0 0-3 16,7-12 0-16,-7 12-7 0,0 0 0 0,0 0-1 15,0 0 11-15,0 0 3 0,0 0-1 0,0 0 0 16,23 21 0-16,-19-12-12 0,3 2 13 0,-7-11-2 15,9 17-8-15,-3-9 10 0,4 0 0 0,-1-1-1 16,1-1 7-16,4-1-1 0,9-1 1 0,-5-4 1 16,12-1-2-16,-1-3-2 0,2-3 0 0,-1 1 0 15,1-2-1-15,-5-3 0 0,-6 4-1 0,-5-1 1 16,3-4-3-16,-2 2 5 0,-5 0-2 16,3 0-3-16,-5-5 4 0,-2 5-2 0,-7 10-1 15,11-22 1-15,-10 11-2 0,-1 11 2 0,0-24-1 16,0 24 2-16,-5-22 6 0,5 22 1 0,-7-18-2 15,7 18 3-15,-8-10-3 0,8 10 0 0,0 0 1 16,0 0-2-16,-17-2 1 0,17 2-10 0,0 0 15 0,-25 23-5 16,17-12 0-16,-3 3 0 0,5-4-4 15,1 3 2-15,5-13 4 0,-6 28-6 0,3-17-16 16,3 1 8-16,0-12-26 0,3 22-18 0,1-10-21 16,0-3-28-16,-4-9-37 0,15 19-54 0,-5-11-78 15,0-2-225-15,7 2-524 0,1-4 232 0</inkml:trace>
  <inkml:trace contextRef="#ctx0" brushRef="#br0" timeOffset="-167511.33">6037 15177 168 0,'-9'-5'176'0,"4"4"-16"15,5 1 0-15,-14 1-15 0,14-1-15 0,-17 7-3 16,6-4-2-16,0 3-10 0,-13 6-2 0,10-3-4 16,4 0-15-16,0 4-5 0,-2 0-10 0,3 0-6 15,3 0-12-15,-1 2-5 0,3-2 0 0,2-2-12 16,-1 1-1-16,2 0-7 0,2-1-5 0,-1-2 0 15,3 3 0-15,-1-7-4 0,5 4 2 0,1 1-4 16,-3-6-2-16,5 2 0 0,0-3 0 0,0-1 1 16,2-1 3-16,-2-1 3 0,2-1-1 0,0-1-4 15,-3 2 0-15,4-4 0 0,-4 1 7 16,-1-2-2-16,1 0 4 0,-2 0 2 0,0-3 4 16,-2 4-5-16,-1-7-3 0,1 2-2 0,-1-4-4 0,-1 4-3 15,0-2 0-15,-2-2-3 0,2 2-2 0,-1 1-5 16,-2 5 0-16,0 5 0 0,2-13 0 0,-2 13-7 15,0-10 0-15,0 10-5 0,1-6-3 16,-1 6 3-16,0 0 1 0,0 0 3 0,0 0-1 0,0 0 0 16,0 0 0-16,2 22 3 0,0-14 4 15,-2 10-6-15,0-4-1 0,0-1-2 0,1-1-6 16,0 1-18-16,1-2-17 0,1 4-18 0,-1-2-19 0,-1-3-58 16,3 2-59-16,-2-2-233 0,-2 0-461 0,3-1 205 15</inkml:trace>
  <inkml:trace contextRef="#ctx0" brushRef="#br0" timeOffset="-167150.71">6295 15273 162 0,'0'6'191'0,"4"0"-11"16,-3 4-6-16,0-1-16 0,1 2-18 0,-1-2-7 15,0-3-8-15,0 1-21 0,1 3-6 0,-2-10-5 16,2 11-16-16,0-4-3 0,-2-7-11 0,1 7-1 16,-1-7 22-16,1 7 8 0,-1-7 12 0,0 0 10 15,3 7 9-15,-3-7 11 0,0 0-1 0,0 0-9 16,0 0-11-16,0 0-18 0,0 0-4 0,9-14-2 16,-9 14-21-16,8-19-9 0,-2 10-11 0,0-4-6 15,3 0-9-15,1 0-5 0,-2 3-8 0,2-2-5 16,-1 5-1-16,0-2-5 0,-3 1-4 0,0 5-2 15,-3-1-2-15,-3 4-2 0,9-5-2 0,-9 5 1 16,0 0-3-16,14 6 6 0,-8-3-3 0,-3 2-1 16,2 1-5-16,0 2-12 0,-1 1-9 0,1 3-23 15,-1-1-20-15,2 0-19 0,-3 0-29 16,2 1-54-16,2 0-46 0,-3-3-47 0,1-1-135 16,4-1-434-16,2-3 192 0</inkml:trace>
  <inkml:trace contextRef="#ctx0" brushRef="#br0" timeOffset="-166727.18">6846 15195 159 0,'-13'-1'233'16,"3"0"-4"-16,-6 2-13 0,-1 0-11 0,1 3-11 16,-2 1-17-16,3 3-12 0,-2 2-6 0,2 2-15 15,2 1-10-15,2 2-17 0,-2 2-9 0,4 2-10 16,1-2-11-16,2-2-9 0,-3 0-7 0,5 1-10 15,3-5-6-15,2 2-1 0,4-4-6 0,-2 2-3 16,1-3-6-16,0-1-4 0,5 1-1 0,2-3-6 16,-1-1 1-16,2-1-2 0,2-2-3 0,4-3 0 15,0-3-5-15,1 0-1 0,-4-2 3 0,2-4-4 16,-3 1-1-16,-3-5-3 0,1-1 4 0,-3-1-3 16,0 1 0-16,-2-9-3 0,-2 6-2 0,0-5 10 15,-2 5-11-15,0-7 4 0,-1 2-5 0,-2-1 1 16,0 0-1-16,-1 6 2 0,-2-5 4 0,1 5 5 15,-1 0 0-15,2 0 13 0,-2 3 8 0,1-1 0 16,2 4 6-16,-3 2 5 0,2 2-1 0,0 4-9 16,1 5 1-16,0-13-10 0,0 13-7 0,0 0-10 15,0 0 5-15,0 0-2 0,0 0 0 0,0 0 3 16,-9 32-4-16,8-15-2 0,1 2 1 0,-3 5-5 16,2 2 1-16,-2-7 1 0,3 1-17 0,1 5-26 15,-4-1-40-15,3 2-32 0,1 0-22 0,0 2-30 16,0-1-59-16,3-1-53 0,4 2-225 0,1-4-532 15,2-1 236-15</inkml:trace>
  <inkml:trace contextRef="#ctx0" brushRef="#br0" timeOffset="-166419.58">8007 15172 92 0,'0'-11'278'0,"0"2"-1"15,-1-2 3-15,1 2-8 0,-2 4-8 16,2 5 0-16,-2-12-14 0,2 12-35 0,0-10-16 16,0 10-21-16,2-7-25 0,-2 7-18 0,0 0-12 0,0 0-8 15,0 0-1-15,-7 27-10 0,5-11-14 16,-5 8-8-16,4 1-7 0,-3 0-6 0,3 1-6 15,0 5-10-15,0-3-2 0,2-1-1 0,0-1-14 16,2-2-24-16,-1-3-32 0,1-4-31 0,-2 2-29 16,2-1-28-16,1 0-26 0,-4-2-29 0,1 0-54 15,0-2-52-15,-3-4-207 0,-1 1-514 0,0-3 227 16</inkml:trace>
  <inkml:trace contextRef="#ctx0" brushRef="#br0" timeOffset="-165849.58">7988 15258 73 0,'14'-13'116'15,"-1"1"-3"-15,2-2 1 0,1 2-8 0,6-5 2 16,-3 7 0-16,-4-3-3 0,0 3 2 0,-1 0-4 16,-1-3-3-16,3 4-3 0,-9 0 4 0,2 1-5 15,0 2 4-15,-2-2 2 0,-2 3-8 0,-1 2-1 16,-4 3-16-16,8-6-10 0,-8 6-9 0,4-5-7 15,-4 5-6-15,0 0-3 0,0 0 0 0,8 11 0 16,-8 1-5-16,-1 3-2 0,-3 3-2 0,-1 7-5 16,-4-2-5-16,2 0 1 0,0 1-1 0,0 3-1 15,1-1-6-15,-2 0 0 0,2-7-8 16,1 0 7-16,1-3-2 0,-1 1-1 0,1-4-5 16,1-3 1-16,2 0 0 0,-1-4-6 0,0 1-5 15,2-7 3-15,-1 11-5 0,1-11 3 0,0 0 1 0,3 10 4 16,-3-10-1-16,12-3-3 0,-12 3 2 0,22-7 2 15,-9 0-1-15,2 2 0 0,4-3 0 0,-2 3 1 16,2-1-2-16,0 2-1 0,-2 2-1 0,-3 1 4 16,0 0-2-16,0 2 1 0,0 0 3 15,4-1 1-15,-1 2 0 0,-1 1 3 0,2 0-1 16,1-3 3-16,-2 4-6 0,1-3 1 0,0-1 3 16,0 2-2-16,-1-4 3 0,1 0-1 0,0-3-2 15,0-1-2-15,3 1 0 0,-4-5-1 0,-1 1 2 16,2 0 3-16,-5-4 1 0,0 2 10 0,-5 1 2 15,4-1 4-15,-5 0-1 0,0 2-1 0,-3-3 0 16,-2 2 4-16,1-1 3 0,-2 4 3 0,-1-1 6 16,0 8 0-16,-4-15-7 0,2 11-3 0,2 4-4 15,-11-5 2-15,1 5-3 0,10 0-2 0,-29 9-6 16,11 0 2-16,0 1 4 0,1 3-9 0,2 1 0 16,0 7-5-16,2-5-10 0,4 3-17 0,3-3-22 15,2 3-17-15,1-2-16 0,8-1-11 0,4 1-21 16,13 1-44-16,11-3-51 0,18 3-50 0,6-1-140 15,5-5-422-15,26 4 187 0</inkml:trace>
  <inkml:trace contextRef="#ctx0" brushRef="#br0" timeOffset="-165239.77">9493 15302 78 0,'0'-12'246'0,"-2"-2"-16"0,0 3-8 15,-2 0-24-15,-3 0-9 0,1 3-7 0,-5 0-3 16,0 3-14-16,-1 4-13 0,-1 2-12 16,-4 1-10-16,1 4-4 0,-10 7-7 0,3 1-7 15,4 4-13-15,-2 2-6 0,7 0-10 0,-1 2-9 16,3-1-4-16,4-3-7 0,3-1-6 0,2 1-9 16,3-1-4-16,-1-1-2 0,5-3-5 0,-2-3 0 15,6 3-7-15,-1-4-6 0,5 0-4 0,3-2-3 16,1 0 0-16,1-1-5 0,5-3-3 0,-3-3 3 15,3-3 1-15,6-2-6 0,-10 0 4 0,1-1-3 16,-2-3 5-16,-3-1-3 0,0-3 2 0,-3 1-3 16,0-2-3-16,-2-1 1 0,-1-5-4 0,0-4 4 15,-4-3-1-15,1 2 1 0,-2-1 1 0,-2-1-5 16,-1 1 1-16,-2 0 0 0,2 0 1 0,-3-3-2 16,0 6-1-16,-1-4 2 0,3 8-1 0,0 1 2 15,-2 2 0-15,2 5 7 0,1 2 2 0,0 9-2 16,-1-13-2-16,1 13-6 0,-2-7 4 0,2 7-10 15,0 0-4-15,0 0 3 0,0 0 0 0,0 0-3 16,0 28 4-16,-1-10 3 0,0 8 0 0,0-1 4 16,1 1 0-16,-2 0-1 0,0-1-4 0,2 2 3 15,0-2-1-15,0 3-3 0,4 0 2 0,-2-3 6 16,2-5-5-16,-1-1 2 0,-1-3-9 0,2 3-12 16,3-1-24-16,-5 0-23 0,1-2-24 0,0 0-26 15,0-6-40-15,-1 0-48 0,2 0-59 0,-2 1-181 16,-2-4-477-16,2 1 211 0</inkml:trace>
  <inkml:trace contextRef="#ctx0" brushRef="#br0" timeOffset="-164986.77">9937 15225 61 0,'-1'-3'271'0,"1"3"-4"15,-6-7-12-15,6 7-17 0,-8-3-17 16,8 3-3-16,-16 5-20 0,6-1-13 0,1 1-17 16,0 4-9-16,-1 1-6 0,1-1-16 0,2 6-8 0,-2-1-16 15,2 2-9-15,2 0-14 0,1-1-5 16,3 3-12-16,0-7-4 0,2 5-13 0,2-4-27 16,-1-1-28-16,3 0-29 0,3 0-28 0,1-2-28 0,4 2-40 15,1-2-54-15,1-1-39 0,2-2-38 16,-1-3-135-16,-2-1-422 0,3-2 187 0</inkml:trace>
  <inkml:trace contextRef="#ctx0" brushRef="#br0" timeOffset="-164849.31">10149 15358 50 0,'0'0'192'0,"0"0"-1"16,-7-11-8-16,-1 5-6 0,8 6-10 0,-8-6-12 16,8 6-12-16,0 0-16 0,-11-7-15 0,11 7-12 15,0 0-8-15,0 0-12 0,0 0-11 0,0 0-23 16,0 0-29-16,-13 13-49 0,13-13-74 0,0 0-189 15,0 0-317-15,0 0 141 0</inkml:trace>
  <inkml:trace contextRef="#ctx0" brushRef="#br0" timeOffset="-164169.71">10507 15205 238 0,'-2'-6'258'16,"2"6"-8"-16,0 0-5 0,0 0-18 0,0 0-23 15,0-9-17-15,0 9-23 0,0 0-18 0,0 0-21 16,0 0-11-16,0 0-14 0,0 0-10 16,0 0-9-16,11 22-4 0,-2-6 3 0,-2 0 2 15,2 7-8-15,1-5-5 0,-3 1-6 0,5 4-6 16,-4-3-8-16,7 1-1 0,-4 1-6 0,0-4 0 0,-1-4-9 15,0 3-1-15,1-5-2 0,1 0 6 16,-4-3-11-16,1 2-2 0,-2-4 0 0,0 1 1 16,-2-4-4-16,1-1 11 0,-6-3 22 0,10 4 7 15,-10-4 4-15,12-2 0 0,-6-2-2 0,1-1-4 16,-1-3-3-16,2-1 12 0,0-6-12 0,2 0-7 16,-4-2-10-16,4-6-3 0,-2 5-18 0,3-5 18 15,0-3-5-15,-1 0-5 0,1 4-6 0,0-2-3 16,1-1 6-16,0 0-2 0,-3 2-6 0,2 0-12 15,-3 5-2-15,-3 1-3 0,0 5-11 0,-3 2-14 16,0 2-21-16,1 1-37 0,-2 2-29 0,-1 5-34 16,5-8-23-16,-5 8-22 0,0 0-30 0,0 0-34 15,0 0-32-15,0 0-155 0,3 27-481 0,-5-16 213 16</inkml:trace>
  <inkml:trace contextRef="#ctx0" brushRef="#br0" timeOffset="-163789.84">11130 15198 16 0,'-7'-1'258'0,"-2"-3"0"15,0 4-8-15,9 0-13 0,-20 4-9 0,11 1-11 16,-5 0-17-16,4 3-3 0,-5 3-6 0,0 3-23 16,0-1-18-16,5 1-12 0,-1 0-10 0,5-2-16 15,-2 2-12-15,2 0-9 0,2-2-13 0,4 0-3 16,0-3-8-16,3 3-2 0,-1-6-13 15,3 5-4-15,1-4-10 0,2-3-1 0,1 1-3 16,-2-3-2-16,4-1-9 0,-3 1 2 0,2-2-13 0,3 0 6 16,-3-3 2-16,1-2-2 0,1 1-1 0,-3-2 0 15,-1-3-1-15,1 2 5 0,-2-4-13 0,-3 2 4 16,3-2-3-16,-1 0-1 0,-3 1 2 0,2 0-2 16,-3 4-4-16,2-3 3 0,-3 3 0 0,-1 6-1 15,3-10 1-15,-3 10-8 0,4-7 0 0,-4 7-1 16,0 0 3-16,0 0-1 0,0 0 1 0,0 0 2 15,0 0 2-15,1 20 0 0,-3-10 0 0,2 3 2 16,-2-1-1-16,1 3-10 0,0 1-12 0,-1-2-20 16,2 1-26-16,-1-2-22 0,1 2-21 0,-3 1-36 15,1-4-55-15,2-1-62 0,0-1-220 0,-4-2-518 16,7 1 230-16</inkml:trace>
  <inkml:trace contextRef="#ctx0" brushRef="#br0" timeOffset="-163538.08">11300 15031 240 0,'1'-10'293'0,"0"2"-21"16,-1 8-28-16,0-9-28 0,0 9-26 0,0 0-16 15,0 0 4-15,0 0-3 0,0 0-4 0,9 31-8 16,-8-6-25-16,2 1-5 0,-3 1 5 0,0 1-6 15,0 1-10-15,1 0-11 0,2-1-6 0,-3-2-15 16,2 2-10-16,-2 0-8 0,3 0-5 0,-4-2-6 0,3 1-46 16,-2-9-31-16,0 5-34 0,0-3-33 0,0-4-40 15,-2-2-64-15,2 1-76 0,-4 1-214 16,0-7-516-16,1 3 229 0</inkml:trace>
  <inkml:trace contextRef="#ctx0" brushRef="#br0" timeOffset="-162993.2">11462 15247 158 0,'2'-7'224'0,"-2"7"2"0,0 0-10 0,0 0-15 16,0 0-18-16,0 0-18 0,0 0-15 0,4 22-14 15,-2-12-12-15,-1-3-10 0,3 4-11 0,-1-2-9 16,0 4-11-16,2-4-8 0,0 1-2 0,-2 0-11 15,2-1-5-15,1 0-4 0,-1 2-8 16,-1-6-1-16,1 0-2 0,-1 0-3 0,4 0-4 0,-3-2-2 16,3-1-6-16,-8-2 0 0,14 1-1 0,-4-1-3 15,-1-2 2-15,-1 0-4 0,-8 2-3 0,14-6-1 16,-5 0 0-16,-3-2 2 0,2-1-1 0,1 0-2 16,-4 0-1-16,1-2 3 0,2-3 0 0,-3 3-3 15,1 0-3-15,-1 2 5 0,0 0-2 0,-2 4-2 16,1-1 0-16,-1 0-2 0,-3 6-6 0,6-9-2 15,-6 9-1-15,7-4 1 0,-7 4-2 0,0 0 0 16,0 0 3-16,13 6 3 0,-9-1 5 16,1-1-6-16,0 1 4 0,4 0-1 0,-3-1 0 0,5 1 0 15,0-2 1-15,1 1-1 0,2-1 4 0,5-2-2 16,2-3-1-16,-1-1 3 0,0-2-2 0,7-1-5 16,-8 2 2-16,2-2 0 0,-2-5 1 0,1 3-1 15,-5-1-5-15,0-2 3 0,-3-1 0 0,-3 2 5 16,3-1-5-16,-8 0-3 0,1 2 15 0,-4-2-4 15,2 1 9-15,-3 1-5 0,-3-1 0 16,2 2-1-16,1 8 1 0,-5-12 5 0,1 8-4 0,4 4-6 16,0 0 9-16,-18 5 3 0,9 3 0 0,-6 3 0 15,2 4-2-15,3 0 6 0,-2 1-6 0,1 0 0 16,3 2 0-16,4-1-7 0,0 3 0 0,1-1-23 16,4-3-29-16,3 0-42 0,-2-1-28 0,4 0-51 15,5 0-72-15,1-2-60 0,2-1-195 16,-3-4-522-16,6 0 231 0</inkml:trace>
  <inkml:trace contextRef="#ctx0" brushRef="#br0" timeOffset="-162834.18">12222 15316 109 0,'-5'-7'198'16,"5"7"-16"-16,0 0-21 0,0 0-15 0,0 0-34 0,0 0-59 15,0 0-69-15,0 0-62 0,0 0-67 16,0 0-157-16,0 0 71 0</inkml:trace>
  <inkml:trace contextRef="#ctx0" brushRef="#br0" timeOffset="-154982.89">16911 15318 78 0,'0'0'84'0,"0"0"1"16,0 0-20-16,0 0-1 0,0 0-7 0,0 0 2 15,0 0-20-15,0 0-16 0,0 0-20 0,0 0-14 16,0 0-30-16,0 0-44 0,13 6-90 0,-13-6 40 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4T10:11:37.2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7765 3713 89 0,'0'0'164'0,"-12"-4"0"0,6 2-7 15,-3 0 2-15,9 2-4 0,-12-3-5 0,12 3-7 16,-12-1-7-16,12 1-3 0,-8-4-12 15,8 4-9-15,-7-1-8 0,7 1-12 0,0 0-7 16,-6-4-5-16,6 4-11 0,0 0-8 0,0 0-6 16,0 0-7-16,-6-4-5 0,6 4-4 0,0 0-7 0,0 0-1 15,0 0-7-15,0 0 2 0,0 0-7 0,0 0 4 16,30 5-4-16,-18-3 2 0,1-1-7 0,7-1-3 16,0 1-15-16,1 1-12 0,6-3-21 15,-4 1-16-15,-4 3-23 0,0-3-24 0,3 1-11 16,0-1-14-16,-3 2-12 0,-5 0-16 0,3-2-14 15,-4 0-100-15,-5 1-289 0,-8-1 128 0</inkml:trace>
  <inkml:trace contextRef="#ctx0" brushRef="#br0" timeOffset="457.76">7910 3695 19 0,'0'0'118'0,"0"0"-2"16,0 0-13-16,-2 6 2 0,2-6 1 0,-2 8 4 15,2-8-24-15,-5 28 21 0,0-9 0 0,2 6-6 16,-3 3-3-16,3 0-9 0,-3 4-4 0,1-1-9 16,0 2-2-16,-1-1-15 0,-1-1-2 0,1 1-3 15,2-3-6-15,0-3-7 0,-1 0-2 0,3-1 1 16,2-9-7-16,-2 4-4 0,-1-1-1 0,4-2-3 15,-1-6-4-15,0 2-5 0,0-2 1 0,-1-1-3 16,2 0-2-16,0-3 2 0,-1-7-2 0,0 12-1 16,0-7-5-16,0-5 1 0,0 0 4 15,-1 11-2-15,1-11 0 0,0 0-3 0,-8 2 0 0,8-2-2 16,0 0 2-16,-14-3-3 0,14 3 0 0,-17-4-1 16,10 1-1-16,-2 0-2 0,-1 1 1 0,2 1 2 15,0-2-4-15,8 3 5 0,-15-7-8 0,9 6 7 16,6 1 3-16,-11-5-10 0,11 5 4 0,-8-3-3 15,8 3 1-15,0 0-5 0,-7-2 4 0,7 2 2 16,0 0 1-16,0 0-3 0,0 0-1 0,0 0 3 16,22-5 2-16,-12 4 0 0,8-1 0 0,-5 0 0 15,7-2 1-15,1 0-4 0,0 2-20 0,7-5-15 16,-6 5-14-16,6-2-38 0,-9 1-20 0,1-2-48 16,-4 2-115-16,-3-3-295 0,-1 3 130 0</inkml:trace>
  <inkml:trace contextRef="#ctx0" brushRef="#br0" timeOffset="695.64">8169 3355 17 0,'1'-8'213'0,"-1"2"-10"0,0 6-28 15,0-9-15-15,0 9-22 0,0-8-12 0,0 8-12 16,0 0-13-16,0 0-9 0,0 0-8 0,0 0-10 16,0 0-4-16,5 25-10 0,-1-8-8 0,-2-1-12 15,-1 5-31-15,1-3-34 0,-2 10-28 0,4-4-30 16,-2 0-48-16,-2-6-109 0,-4 6-259 16,2-4 115-16</inkml:trace>
  <inkml:trace contextRef="#ctx0" brushRef="#br0" timeOffset="1580.25">8333 4407 2 0,'7'-15'200'0,"-2"-1"-16"0,1 0-7 16,1-1-17-16,1-1-27 0,-1 2-10 0,1-2-7 15,-2-1-7-15,0 0 0 0,-1 3-9 0,-2-2-7 16,1 1-9-16,-3-1-8 0,-2 3-8 0,0-1-3 16,-2 4-3-16,0 2-6 0,0-2 1 0,-4 5-10 15,2-1-6-15,0 2 2 0,0 3-2 0,5 3-8 16,-14-6-3-16,8 5-1 0,-5 1-6 0,-1 1-2 15,-1 5 0-15,-1-1-5 0,1 0 0 0,1 1-3 16,1-2-1-16,2 2 3 0,0 1-6 0,3-1 3 16,-1-2-7-16,3 1 4 0,2 0-6 0,2-5 1 15,0 9 0-15,0-9-1 0,10 9 3 0,-1-4-4 16,1-2 4-16,8-2-7 0,3 2 3 0,0-3-5 16,7 0-4-16,3-4-1 0,0 2-2 0,-1 0 0 15,0 2 5-15,-7 0-3 0,-8 0 2 0,6 0-3 16,-7 1 1-16,-2 1 2 0,-1 0 0 0,-1 1-5 15,1 0 8-15,-3 1-2 0,0 2 3 0,1 3 0 16,-3-3-1-16,-1 3 1 0,-1 1 3 0,-1-1 7 16,-3 3-5-16,1 1 3 0,-1-1-2 0,0 2-3 15,1-1 4-15,-2 3 1 0,0 1-20 0,-3-2-28 16,0 0-42-16,3-2-28 0,1-2-47 0,-3 0-34 16,2 0-100-16,-2-1-317 0,3-10 141 0</inkml:trace>
  <inkml:trace contextRef="#ctx0" brushRef="#br0" timeOffset="2137.32">8725 4307 58 0,'0'0'172'0,"0"0"-8"0,0 0-6 0,0 0-9 15,1 23-8-15,-1-14-14 0,0 1-4 0,0 0-2 16,0-1-5-16,1 2-5 0,-1 1-9 0,3-5-6 15,0 1-6-15,-3-8-6 0,3 9-8 0,-2-3-5 16,2 0 2-16,-3-6 5 0,0 0 15 16,1 7 11-16,-1-7-7 0,0 0-10 0,0 0-5 0,0 0-8 15,0 0-4-15,0 0-8 0,0 0-9 0,-6-28-4 16,4 20-5-16,2-3-4 0,0 0-7 0,-1-2 1 16,4-1 3-16,-1-3-12 0,1-1-2 0,2 1-4 15,-3 2-2-15,6-2-3 0,1 1-2 16,-1 1-1-16,-1 4-3 0,0 1-5 0,4 2 2 0,-2 1-3 15,-1 2-1-15,3 1-1 0,1 6-2 0,-1 0 2 16,1 6-1-16,2 0 0 0,-4 4 2 0,3 1-3 16,-3 0 3-16,0 1-2 0,-3-2 2 15,-1-2-2-15,1 5 1 0,-2-4 1 0,-1-2 0 16,2 0-1-16,-4-2 1 0,2-1-1 0,-1-1 5 16,-1 1 0-16,-2-6 0 0,0 0 1 0,4 8 1 15,-4-8-2-15,0 0 2 0,0 0 1 0,0 0 0 0,0 0-8 16,0 0 3-16,0 0-1 0,0 0 0 0,8-20-9 15,-3 11 7-15,1-3-13 0,1-2-2 0,2-3-2 16,3-5 1-16,3 0-5 0,-1 2-2 0,-3 3 1 16,2 0 3-16,2 2 2 0,-2 3 1 15,-4 3 2-15,0 2-1 0,-1 1 1 0,-2 2-1 16,3 2 3-16,-9 2-1 0,11 3 2 0,-2 3 1 0,-6-1 2 16,5 4 1-16,-3 0 1 0,1 3 0 0,-1 2 0 15,-1 2 1-15,-1 0 8 0,-2-1-23 16,3 1-31-16,-1 1-29 0,0-4-25 0,-3 4-15 15,0-3-33-15,-1-2-16 0,2 0-23 0,0 0-151 16,-1-12-371-16,-5 18 164 0</inkml:trace>
  <inkml:trace contextRef="#ctx0" brushRef="#br0" timeOffset="2489.25">9249 4431 14 0,'5'-7'146'0,"6"0"4"0,-3-3-10 16,1 1 1-16,5-2-9 0,-4-2-4 0,3 0-8 15,-7 3-4-15,6-3-5 0,-3-2-6 0,2-1-7 16,-1 0-4-16,-2-1-7 0,3 0-8 0,-2 2-6 16,-2-3-4-16,2 0-5 0,-3 1 0 0,-2 5-2 15,0 0 1-15,-2 0 1 0,2 2 8 0,-1 4-9 16,-2 0-4-16,-1 6-6 0,3-11-8 0,-3 11-4 16,3-5-10-16,-3 5 2 0,0 0-8 0,0 0 0 15,0 0-2-15,0 0-6 0,-12 21-2 0,9-15-11 16,0 4-11-16,1 0-6 0,2 0 0 0,0-1-6 15,0 2-10-15,1-1-2 0,2 2 0 0,1-1 3 16,-2-2 5-16,2 3-2 0,1-5-3 0,0 3 1 16,0-1-1-16,0-1 6 0,-2 0 1 0,1 0 0 15,-2-3 7-15,0 0-2 0,0 2 3 0,1 0 1 16,-3-7 8-16,1 11-1 0,-1-5 1 0,0-6-1 16,-4 12 1-16,2-8 0 0,2-4-1 0,-8 11-11 0,3-2-13 15,5-9-22-15,-10 9-33 0,2-6-43 16,8-3-35-16,-13 11-123 0,4-7-307 0,-1 2 136 15</inkml:trace>
  <inkml:trace contextRef="#ctx0" brushRef="#br0" timeOffset="3315.04">9703 3932 219 0,'0'0'209'16,"-3"-13"-10"-16,1 7-10 0,2 6-14 0,-2-6-24 0,2 6-12 16,0 0-16-16,0 0-15 0,0 0-5 15,0 0-6-15,-9 26 1 0,-1 0-5 0,1 3 5 16,0 3 3-16,-4 12-16 0,6-10-8 0,0 1-7 15,0-2-8-15,2-1-6 0,4 0-5 0,-1-2-2 16,2-1-5-16,0-1-4 0,6-2-4 0,1-1-18 16,-1-6-22-16,-1-2-30 0,1-2-36 0,1 2-45 15,3-3-21-15,-1 0-39 0,-2-5-24 0,1 1-128 16,0-2-353-16,-1-1 157 0</inkml:trace>
  <inkml:trace contextRef="#ctx0" brushRef="#br0" timeOffset="3696.97">10033 4117 83 0,'-1'-10'215'15,"-3"1"-1"-15,3 3-16 0,-4 1-16 0,-3-1-10 16,2 3-11-16,-2 1-5 0,8 2-14 0,-22 9-7 16,8-1-10-16,-3 5-14 0,-3 5-6 0,3 3-12 15,-2-1-9-15,4 0-5 0,5-3-9 0,2-2-9 16,2 2 0-16,2 2-11 0,1-4-4 0,4-1-5 15,-1-1-2-15,4-3-4 0,-1 0-7 0,2-2-5 16,0-3-1-16,0 1-4 0,0-2-3 0,2-2-3 16,3 0-4-16,-4 1-1 0,4-3-3 0,-10 0 2 15,16-6-1-15,-7 1 0 0,1-1-2 0,-5-1 0 16,4-1 0-16,-2-3 0 0,-1 1 0 0,0 0-2 16,1-6 1-16,-2 3 0 0,-3-2-3 0,7 1 3 15,-6 4 4-15,-2 3-5 0,-1 0 3 0,4 0 1 16,-4 7-1-16,4-8-5 0,-4 8-1 0,4-6-1 15,-4 6 0-15,0 0 0 0,0 0 0 0,4 19 4 16,-2-9-2-16,1 2 0 0,2 4 3 0,-4-1-2 16,3 2 0-16,1-3 3 0,-4 3-20 0,3-5-20 15,0 0-29-15,2 4-22 0,1-5-34 0,0-2-37 16,2 0-24-16,-1-2-8 0,3 0-139 0,0-4-357 16,0-1 158-16</inkml:trace>
  <inkml:trace contextRef="#ctx0" brushRef="#br0" timeOffset="3909.67">10350 4095 173 0,'-6'-6'177'0,"-1"2"-10"0,-4 4-8 16,-1 0-8-16,-3 4 1 0,1 5-1 0,-1 4-2 16,-1 1 2-16,1 7-9 0,1 0-11 0,3-4-8 15,0 5-14-15,6-3-8 0,-1-1-10 0,3 2-8 16,0-4-8-16,6 2-7 0,1 0-7 15,2-2 0-15,1 0-10 0,1-6-19 0,2 1-27 0,2-1-32 16,5 1-29-16,2-4-43 0,-1-1-48 0,4-2-38 16,1-1-157-16,-3-2-370 0,1-4 164 0</inkml:trace>
  <inkml:trace contextRef="#ctx0" brushRef="#br0" timeOffset="4157.54">10592 3823 80 0,'0'0'173'0,"10"2"-4"0,1 6-1 0,1 2-7 16,6 10 2-16,-3 1-13 0,3 2-16 0,-5 8-11 16,6-1-8-16,-6 4-7 0,2-1-11 0,0 13-1 0,-8-13-17 15,0-2-11-15,0-2-1 0,-6 2-3 0,2-2-5 16,-5 0-6-16,-2 1-6 0,-3-10-6 15,-2 6 3-15,-1-4-8 0,2-2-14 0,-6 4-25 16,0-4-37-16,-1-5-37 0,0-2-48 0,2-1-46 16,1 2-147-16,-3-4-343 0,4-3 153 0</inkml:trace>
  <inkml:trace contextRef="#ctx0" brushRef="#br0" timeOffset="4370.58">11420 4068 202 0,'0'0'209'0,"6"-2"-19"16,-6 2-17-16,9 0-18 0,-1-3-15 0,3 2-15 15,2-2-13-15,5-1-11 0,2-1-41 0,0 1-41 16,0-1-35-16,3 2-54 0,-5 0-39 0,-3 2-107 15,-3 0-233-15,-1 2 104 0</inkml:trace>
  <inkml:trace contextRef="#ctx0" brushRef="#br0" timeOffset="4530.28">11430 4179 146 0,'-4'3'200'15,"4"-3"-9"-15,-6 3-14 0,6-3-16 0,0 0-14 16,-3 7 5-16,3-7-13 0,0 0-2 0,14 6-13 15,-1-4-16-15,7 0-8 0,1-2-28 0,10-1-44 16,2 0-55-16,3-1-63 0,0-3-76 16,-3 3-101-16,-1-4-288 0,-4-1 127 0</inkml:trace>
  <inkml:trace contextRef="#ctx0" brushRef="#br0" timeOffset="5413.42">13432 3885 74 0,'0'0'201'0,"-7"-2"-12"0,7 2-14 15,-6-4-3-15,6 4-18 0,0 0-14 0,0 0-15 16,0 0-10-16,0 0-10 0,0 0-11 0,25-10-11 0,-6 6-4 15,10-1-10-15,3-2-10 0,-3 1-21 16,2 4-24-16,-3 0-38 0,-6-3-28 0,-4 4-34 16,0-2-26-16,-5 2-16 0,-3 1-120 0,-1-2-267 0,-9 2 118 15</inkml:trace>
  <inkml:trace contextRef="#ctx0" brushRef="#br0" timeOffset="5765.25">13567 3838 121 0,'0'0'141'15,"-8"-1"-9"-15,8 1-14 0,0 0-19 0,0 0 3 0,-8 9 3 16,6-2 10-16,2 4 8 0,0 6-7 0,0 2-5 16,0 5-3-16,0 2-14 0,2 1 9 0,0 0-5 15,2-1 4-15,-1 3-9 0,1-3-5 16,1 0-9-16,0-3-5 0,-3-4-7 0,4 0-6 16,-4-2-7-16,-2-4-5 0,3 2-2 0,-3-2-6 15,2-1-3-15,0-1-4 0,-2-1-3 0,0-2-4 16,0-1-2-16,0-7 6 0,-4 10-9 0,-1-3-7 0,-1-4-4 15,-1 1-9-15,-5 0-10 0,2-1-5 16,-1-2-1-16,-5 0-1 0,-1-1-2 0,0 0 8 16,-1-1-7-16,7-2 2 0,-2 2 5 0,-1-3 4 15,5 1-1-15,-3 2 6 0,5-1 1 0,7 2 3 0,-10-1 1 16,10 1-1-16,-7-3 2 0,7 3 0 0,0 0-1 16,0 0 1-16,0 0 5 0,17-10 3 15,-5 10-3-15,1-3-1 0,14 1 2 0,-4-1 0 16,3 0-3-16,9-2-1 0,-1 2-18 0,-1-3-21 15,3 2-39-15,-1-2-41 0,-1 1-58 0,2-1-53 16,-7 2-122-16,0-3-373 0,1 1 166 0</inkml:trace>
  <inkml:trace contextRef="#ctx0" brushRef="#br0" timeOffset="5972.51">14001 3661 1762 0,'0'-34'18'0,"0"5"-25"0,-1 0 52 16,-1 3 28-16,-1 8-13 0,3 3 15 0,-4 2 43 16,4 3-8-16,0 2-11 0,0 8-8 0,-2-13-18 15,2 13-6-15,-1-7-8 0,1 7-4 0,0 0-8 16,0 0-3-16,13 19-7 0,-5-2-3 0,-1 2-15 16,4 8-31-16,-2 1-34 0,-2 4-42 0,4 13-41 15,-1 1-66-15,-4 1-207 0,-4 1-435 0,0-1 193 16</inkml:trace>
  <inkml:trace contextRef="#ctx0" brushRef="#br0" timeOffset="6347.17">14106 4266 218 0,'9'-6'218'0,"-2"-3"-7"0,1 0 0 0,-1-1-8 15,0 1-6-15,5-7-3 0,-6 1-8 0,3 1-9 16,-1-1-21-16,-2-2-7 0,2-9-11 0,-6 8-12 15,5-6-7-15,-5 6-12 0,1-7-10 0,-1 10-4 16,-2-3-2-16,-1 3-15 0,-3 0 3 0,2 6-9 16,-4-1-6-16,1 1-8 0,-1 4-4 0,1 0-7 15,-2 1-4-15,7 4-6 0,-15 6-5 0,3 0-3 16,-4 3-2-16,1 3-3 0,3 0 1 0,1 1-3 16,2 1-6-16,2 0 0 0,5 0-2 0,0-3-4 15,4 1-1-15,3 1-3 0,1-3-3 0,6 2 0 16,1-2-3-16,3-1-5 0,-3 1 0 0,6-3-10 15,-6 0 8-15,5-2-1 0,-5 0 2 0,-1-1 1 16,-1 1-1-16,2-2 1 0,-1 0 0 16,-1 1-5-16,-1 0 6 0,-2 1-3 0,-1-2 1 15,1 3 0-15,-3 0 1 0,2 1 1 0,-2 2 0 0,1-1 1 16,-2 1-22-16,-3 1-23 0,0-1-25 0,-1-9-22 16,3 19-32-16,-3-8-40 0,0-2-31 0,-3 1-37 15,3-10-177-15,-2 19-447 0,2-19 199 16</inkml:trace>
  <inkml:trace contextRef="#ctx0" brushRef="#br0" timeOffset="6866.16">14447 4227 95 0,'0'0'204'16,"0"-10"-8"-16,0 10-15 0,2-7-19 0,-2 7-16 0,0 0-12 15,0 0 5-15,0 0-1 0,0 0-3 16,9 17 0-16,-6-7 2 0,-1 0 3 0,0 3-11 15,-1-1-10-15,2-1-8 0,-2 3-8 0,1-4-7 0,0 0-9 16,0 0-6-16,0 0-9 0,-1-4-2 0,0 0-5 16,-1-6 8-16,2 8 11 0,-2-8 8 15,0 0 8-15,1 7 8 0,-1-7-19 0,0 0-8 16,0 0-1-16,0 0-14 0,0 0-3 0,2-23-2 16,0 15-5-16,0-4-7 0,2 0-9 0,0 0-1 15,0-6-3-15,3 0-10 0,-1-1 1 0,6-6-1 0,1 3-3 16,1-1 2-16,-3 7-11 0,0 3-1 0,3 1 4 15,-4 4-8-15,0 2-5 0,-1 1-18 16,2 4 18-16,-5 1-10 0,5 3 6 0,-3 3 3 16,0 5-17-16,-3 0 15 0,1 0 0 0,2 5 4 15,-3-2-4-15,-2-1 2 0,-2-1 2 0,3 0-4 16,0-1 1-16,-3 0 2 0,0-3 4 0,-1-1-4 0,1-1-3 16,1 0 3-16,-2-6 5 0,0 10 5 15,0-10 6-15,0 0 6 0,0 0 8 0,0 0 1 16,0 0-12-16,0 0-2 0,0 0 0 0,0 0-5 15,0 0 1-15,0 0 4 0,0 0-17 0,9-28-3 16,-7 16-12-16,5-3 0 0,0-2 8 0,5 1-13 16,-2 0-8-16,3 3-4 0,2-2 6 0,-1 2-9 15,0 4-11-15,-4 1 17 0,1 5 2 0,0 1-2 16,-2 2 2-16,-9 0 6 0,18 9 2 0,-11 1-5 16,1 1-3-16,-1-1-20 0,0 4-27 0,-4 3-26 15,-1 1-36-15,0 8-34 0,-2-9-30 0,0 0-49 16,-2 2-45-16,0 0-186 0,-3-3-516 0,5-3 229 15</inkml:trace>
  <inkml:trace contextRef="#ctx0" brushRef="#br0" timeOffset="7213.02">14975 4366 140 0,'10'-10'214'0,"-2"0"-1"0,3-3-12 0,1-2-13 16,-1-1-4-16,4-4-10 0,1-3-10 0,-1 0-9 15,6 0-16-15,-7-1-5 0,-1 2-10 0,0 0-9 16,1-2-5-16,-7 5-4 0,1 4-3 0,2-1 2 15,-5 5 7-15,-2 2 9 0,-1-1 2 0,-2 10-8 16,3-13-5-16,-3 13-14 0,5-10-7 0,-5 10-12 16,0 0-9-16,0 0-6 0,0 0-9 0,-13-1 8 15,13 1-12-15,-20 16-10 0,8-8 1 0,2 6-9 16,-2 0-4-16,6-4-26 0,1 2-18 0,0 3-6 16,5-4-7-16,0 3 1 0,4-3-3 0,-2 0-6 15,3 0-7-15,2-1-1 0,7 3 5 0,-3-2 2 16,1 0-5-16,-2-3 8 0,3 3 7 0,-2-3 4 15,-2 0-1-15,-4-3 2 0,2 3 3 0,-3-2 4 16,-2 3 3-16,4-3 6 0,-4-1 2 0,0 3 4 16,2-2 4-16,-4-6 7 0,0 0 1 0,-6 21 1 15,2-15 1-15,-2 3-2 0,-3-3 4 16,9-6-5-16,-13 11-9 0,5-8-28 0,0 3-40 0,8-6-45 16,-11 7-52-16,11-7-64 0,-14 5-226 0,14-5-492 15,0 0 218-15</inkml:trace>
  <inkml:trace contextRef="#ctx0" brushRef="#br0" timeOffset="7611.46">16239 4071 15 0,'-12'-2'249'0,"12"2"-2"0,-9-3-6 0,9 3-12 0,-10 0-9 16,10 0-7-16,0 0-8 0,-9-2-25 0,9 2-22 15,0 0-13-15,0 0-12 0,-8-2-16 0,8 2-12 16,0 0-14-16,0 0-4 0,0 0-8 0,0 0-11 16,0 0-23-16,32 1-18 0,-17-1-33 0,4 0-41 15,-1-1-46-15,-1 3-59 0,3-2-43 0,-8 0-199 16,-3 0-427-16,4 2 190 0</inkml:trace>
  <inkml:trace contextRef="#ctx0" brushRef="#br0" timeOffset="7772.37">16217 4224 69 0,'0'0'250'0,"-5"6"-18"0,5-6-26 15,-2 7-19-15,2-7-5 0,0 0-6 0,10 9-14 16,-4-8-15-16,4 3-10 0,3 0-10 0,2 0-20 15,4-2-31-15,-2 0-46 0,2 1-69 0,2-3-76 16,-3 0-77-16,-3 0-99 0,-2 0-315 0,-2 0 141 16</inkml:trace>
  <inkml:trace contextRef="#ctx0" brushRef="#br0" timeOffset="8827.08">18500 3374 8 0,'-9'-8'140'15,"9"8"9"-15,-7-3-5 0,7 3-7 0,-9-3-6 16,9 3-9-16,-9-4 3 0,9 4-8 0,-12 0-6 15,12 0-8-15,-11-1 3 0,11 1 17 0,0 0-6 16,-12-2-9-16,12 2-8 0,0 0-13 0,0 0-2 16,-8 0-12-16,8 0 0 0,0 0-4 0,0 0 4 15,0 0-1-15,46 2-1 0,-13-2-3 0,7-3-1 16,25 0-5-16,31 0-7 0,-2 1 0 0,2-3-6 16,3 0-3-16,-5 3-6 0,2 0-3 0,0-1-10 15,-31 3 7-15,31 1-5 0,-4-1-3 0,-1 6 1 16,-26-3-5-16,33 1-2 0,-6 1-3 0,2 0 1 15,3-1-5-15,6-3-2 0,-2 3 3 0,4-3 0 16,-3-1 0-16,4 4-4 0,-4-6-3 0,0 4 1 16,-4-6 2-16,-1 3-1 0,1-7 0 0,-6 5-3 15,-25 0 1-15,26 1-4 0,-1-1 2 0,-25 1-1 16,-2 2 0-16,1-2-4 0,1-2 0 0,-5 1 3 16,-3 1 2-16,-6-1-3 0,-2 2 2 0,-14 0-4 15,-3-1 3-15,-3 2 0 0,0-1-3 0,-10-2 0 16,-3 3 0-16,0 2 0 0,-5-4 1 0,1 2 1 15,-1 0 0-15,-4-2-7 0,2 1 7 0,-3 1 0 16,-8 0-1-16,11 0-3 0,-11 0-6 0,12 0 8 16,-12 0-3-16,9 0-6 0,-9 0-14 0,9 3-10 15,-9-3-21-15,7 3-19 0,-7-3-21 0,0 0-14 16,-3 10-29-16,3-10-42 0,-9 8-44 0,-7 0-172 16,-5-3-429-16,-10 1 190 0</inkml:trace>
  <inkml:trace contextRef="#ctx0" brushRef="#br0" timeOffset="9817.23">18469 3349 5 0,'0'0'93'0,"0"0"3"16,0 0-9-16,-1-10 2 0,1 10-1 0,0 0 5 15,0 0-2-15,0 0-6 0,-2-9 4 0,2 9-2 16,0 0-5-16,0 0-3 0,0 0-4 0,0 0-1 16,-2-7-4-16,2 7-13 0,0 0-4 0,0 0-5 15,0 0-5-15,0 0-7 0,0 0-1 16,0 0 0-16,0 0 8 0,-13 26-9 0,8-9 5 16,0-1 6-16,-3 3-3 0,-5 4 6 0,6 2-6 15,0 4 7-15,-3 2 1 0,2-2 5 0,-1 6 1 0,-1-2-4 16,4 2 1-16,-6 9-2 0,3 5 8 0,-2 2-6 15,-1 2-2-15,-3 2-2 0,-2 1 1 0,-6 23-8 16,8-25-1-16,-4 1-7 0,-1 1 1 0,-11 20-5 16,8-22 2-16,-4-1-7 0,1 2 2 0,2 0-2 15,0 0-2-15,0-3 1 0,-1 0 0 0,4-5-5 16,-4 1 0-16,6-2-2 0,2-13 3 0,1-1 2 16,3 0-1-16,0-1-2 0,-1-3-1 15,3-1 1-15,2-1-2 0,3-9-3 0,0 2 2 16,0-4-1-16,2-4 1 0,-1 1-3 0,2-2-3 15,-2 0 1-15,3-3 3 0,2-7-4 0,-5 12 1 16,5-12-1-16,-2 9 4 0,2-9 1 0,0 0-3 0,-3 10 2 16,3-10 10-16,0 0 9 0,0 0 7 0,0 0 2 15,-6 7-4-15,6-7 0 0,0 0 2 0,0 0-12 16,0 0-3-16,0 0 3 0,-28-19-4 16,19 12-6-16,1-2 0 0,-4-5-1 0,2-1 2 15,-3 1-5-15,0-1-3 0,-5-5 4 0,7 5 1 16,-2 0 7-16,0 0 0 0,2 2-1 0,-3-1 4 0,1 2 4 15,-2-1-10-15,-1 2 6 0,0-1-1 0,-1 3-3 16,0-1-9-16,1 1 3 0,-3 2-1 16,2 1 2-16,5 1-9 0,1-1-9 0,0 3-22 15,0-2-33-15,5 1-37 0,6 4-48 0,-15-6-56 16,15 6-82-16,-8-4-262 0,8 4-586 0,0 0 260 16</inkml:trace>
  <inkml:trace contextRef="#ctx0" brushRef="#br0" timeOffset="10898.44">22135 3307 53 0,'-12'-1'60'0,"12"1"-3"0,0 0-6 0,-8-4 1 15,8 4 7-15,0 0-14 0,0 0 5 0,-9 0-7 0,9 0 7 16,0 0-3-16,0 0 2 0,-13 0 2 16,13 0-4-16,0 0-5 0,-9 3 4 0,9-3-8 15,0 0-10-15,0 0-6 0,0 0 7 0,0 0 15 16,0 0 11-16,0 0-9 0,0 0 16 0,21 12 0 16,-2-12 0-16,8 4 2 0,6-1-2 0,4 0-5 15,13-3 2-15,5-2 20 0,1 1-6 0,3-2-2 16,-4 3 1-16,5-2-4 0,1 0-5 0,-1 0 1 15,4 1-8-15,-2 0-5 0,0-2 1 0,3 3-8 16,25-4 1-16,-26 3-6 0,1-2-3 0,24 1 1 16,-25 2-3-16,26-5-3 0,-33 4-4 0,33-2 0 15,-30 1-2-15,3 0 2 0,29 0-6 0,-2-1-3 16,1 0 0-16,1 2-5 0,-1-2-2 0,2 2 4 16,-26 0-5-16,26 1-1 0,-29-1 1 0,2 1 0 15,0-1 0-15,24 0-3 0,-29 3 0 0,1-2-2 16,0 0 0-16,0 0 2 0,-4 1-3 0,1 1 1 15,-2-3-1-15,0 4-2 0,3-3 2 0,-5 4-1 16,-4-2 4-16,-14 0-3 0,2 0-1 0,-2-1 2 16,-7 2-3-16,1-2 7 0,-8 1-5 0,-3-2 3 15,-2 0 3-15,0 1 7 0,-5-1 4 0,-1 0 6 16,-5 0 3-16,1 1 10 0,-8-1-3 0,11 0 5 16,-11 0 2-16,9-1-2 0,-9 1-3 0,0 0 2 15,9-3-9-15,-9 3 1 0,0 0-7 0,0 0 1 16,3-5-5-16,-3 5-11 0,0 0-7 0,0 0-20 15,0 0-30-15,0 0-27 0,-9-13-41 0,9 13-39 16,-12-4-40-16,3 4-57 0,-11 2-159 0,2-1-443 16,-9-1 196-16</inkml:trace>
  <inkml:trace contextRef="#ctx0" brushRef="#br0" timeOffset="11665.42">19251 3715 168 0,'0'0'217'0,"-2"-10"-6"0,2 10-4 0,-3-6-3 15,3 6-9-15,-3-7-12 0,3 7-11 0,0 0-20 16,0 0-14-16,-1-8-15 0,1 8-15 0,0 0-11 15,0 0-10-15,0 0-10 0,0 0-3 0,0 0-7 16,-4 30-2-16,3-14-5 0,0 1-1 0,-1 11-1 0,-1-1-1 16,0-1-4-16,4-1-5 0,-3 0-2 0,-2 0 0 15,3-5-1-15,1 4 4 0,-3-5-1 16,1 0 2-16,0-2-7 0,1 2-4 0,-2-7-7 16,1 1 1-16,1 0-3 0,-1-2-4 0,2 1-3 15,-1-1-1-15,0-2 3 0,-3 1-8 0,3-1-5 16,1 1 7-16,0-10-5 0,-2 14 1 0,2-14-6 0,0 8-7 15,0-8-18-15,-1 7-23 0,1-7-20 16,0 0-28-16,-2 7-33 0,2-7-24 0,0 0-33 16,-3 6-38-16,3-6-46 0,0 0-141 0,-10 0-434 15,10 0 192-15</inkml:trace>
  <inkml:trace contextRef="#ctx0" brushRef="#br0" timeOffset="11898.54">18864 4272 50 0,'0'0'154'0,"0"0"1"0,20 8 1 16,-7-8-5-16,6 0-6 0,12-1-8 0,5 1-8 16,2-5-7-16,15 0-7 0,1-1-5 0,3-1-8 15,-3 1-10-15,0 0-12 0,-16 1-5 0,0 2-10 16,-1-2-11-16,-4 2-32 0,-4 2-25 0,-6 1-33 15,-5 0-28-15,-4 1-17 0,-2 1-47 0,0 0-27 16,-6 2-87-16,-6-4-261 0,6 8 116 16</inkml:trace>
  <inkml:trace contextRef="#ctx0" brushRef="#br0" timeOffset="12319.7">18760 4611 163 0,'0'0'186'0,"0"0"1"0,0 0 1 0,44-9 1 0,-26 6-2 15,2 2-9-15,-3 1-14 0,1 0-17 0,1 4-12 16,-4 0-12-16,2 4-6 0,-7-1-12 0,0 0-9 16,3 6 1-16,-5 1-6 0,-3 1-3 15,-1 2-9-15,-3 2-8 0,-5-1-4 0,0 0-5 0,-4 6-1 16,-4-1-6-16,3-6-5 0,-5-2-3 15,-2 0-1-15,2 0-4 0,-9 0 2 0,-1 1-10 0,0-3 0 16,5-6-5-16,-2 1-2 0,1-3-3 0,-6 0-2 16,8-4 1-16,5-1-2 0,5 0-1 0,8 0-4 15,-18-3 2-15,8-1-2 0,10 4-4 0,-12-9 0 16,8 3-4-16,4 6 0 0,-3-12-2 0,3 12 3 16,0 0-3-16,6-18-5 0,-6 18 0 0,11-12-1 15,-1 8 0-15,-1 0 2 0,2 2-1 0,0 1-2 16,-1 1 1-16,1 1 0 0,2 3 1 15,-2-2-7-15,0 2 8 0,2 0 0 0,1 4-1 16,-2-2 3-16,-1 1 3 0,4 0 0 0,-2 3 7 16,-1-3-8-16,-2 1-4 0,1-1 2 0,0 3-8 15,0-4-24-15,-1 0-32 0,2 2-46 0,-2-2-55 16,0 0-51-16,-1 1-45 0,-2-2-182 0,-7-5-475 0,12 8 211 16</inkml:trace>
  <inkml:trace contextRef="#ctx0" brushRef="#br0" timeOffset="12571.32">19179 4669 161 0,'0'0'247'0,"3"-9"-28"0,-3 9-18 0,4-7-17 16,-4 7-3-16,0 0 2 0,0 0 3 15,0 0-3-15,0 0 4 0,13 25-6 0,-8-12-2 16,-1 1-7-16,-1 2-16 0,0-1-13 0,0 2-6 15,-1-1-11-15,1-2-12 0,-1 3-14 0,-2-2-6 16,2 1-13-16,0-4-8 0,-2 0-8 0,1-1-12 0,1 1-16 16,-2-1-27-16,1-1-37 0,-2 0-42 15,1-10-36-15,0 16-40 0,0-16-33 0,0 12-29 16,0-12-26-16,1 9-13 0,-1-9-162 0,0 0-441 16,0 0 196-16</inkml:trace>
  <inkml:trace contextRef="#ctx0" brushRef="#br0" timeOffset="12796.52">19397 4696 36 0,'4'-11'245'0,"-3"2"-3"16,1 1-4-16,-2 8-11 0,4-11-16 0,-4 11-17 15,3-10-23-15,-3 10-16 0,0 0-5 0,0 0 7 16,0 0 4-16,0 0 1 0,0 0-4 0,1 36 0 16,-2-19 1-16,1-2-10 0,-3 4-6 0,6 2-14 15,-4-4-9-15,-1 2-13 0,1-1-8 16,1 0-8-16,0-1-14 0,0 0 0 0,-1-3-8 0,-1-2-4 15,4 2-12-15,-1-4-17 0,0 0-28 0,-1-10-17 16,3 19-31-16,-3-19-41 0,1 14-36 0,-1-14-43 16,0 0-41-16,1 14-36 0,-1-14-26 0,0 0-228 15,0 0-529-15,0 0 234 0</inkml:trace>
  <inkml:trace contextRef="#ctx0" brushRef="#br0" timeOffset="13007.05">19168 4707 236 0,'0'0'220'0,"6"-15"-16"16,-1 10-9-16,7-1-8 0,5 0-5 0,-1-1-9 15,6 2-9-15,-2-1-8 0,10 0-11 0,-2 2-8 16,0-3-13-16,2 7-12 0,-2-2-5 0,0-1-14 16,0 1-10-16,-7 2-8 0,0-1-8 0,-7 1-12 15,3-1-22-15,-2 2-22 0,-6 0-28 0,-9-1-23 16,15-1-28-16,-15 1-28 0,0 0-36 0,17 1-33 15,-17-1-41-15,0 0-134 0,0 0-367 0,0 0 163 16</inkml:trace>
  <inkml:trace contextRef="#ctx0" brushRef="#br0" timeOffset="14195.65">20826 3919 18 0,'-2'-12'179'0,"0"0"-5"0,0 2-1 16,0-1 3-16,-1 2-7 0,1 1 3 15,2 8-4-15,-3-11-1 0,3 11-10 0,0-9-13 0,0 9-9 16,0 0-18-16,-1-9-14 0,1 9-14 0,0 0-13 15,0 0-7-15,0 0-4 0,0 0-9 0,0 0-3 16,-1 36-1-16,-1-17-8 0,-1 9-1 0,3 5-6 16,-2 3 5-16,4 14-6 15,-2-1-2-15,0 3 6 0,2 4 10 0,-2-4 0 0,-4 1 1 16,2 2-3-16,-2-2-3 0,3-5-2 0,-3-1 0 0,0-11-6 16,1 10 0-16,-1-13-6 0,3 0 1 0,-5 2-5 15,3-1 1-15,-2 0-5 0,0-3 1 16,1-2 0-16,2-1-6 0,-2 1-3 0,0-7 3 0,0-1-4 15,2-3 1-15,-1 0-1 0,1-3-4 16,-2 2-4-16,1-6 5 0,2 2 1 0,1-2-3 16,-3-1-2-16,3-10-4 0,-4 18-22 0,3-8-30 0,-5-1-34 15,-2 1-34-15,-3 2-37 0,-1 1-38 16,-3-4-36-16,-2 2-15 0,1 2-165 0,-3-3-442 0,2 2 195 16</inkml:trace>
  <inkml:trace contextRef="#ctx0" brushRef="#br0" timeOffset="14529.4">20437 5420 122 0,'0'0'205'16,"-6"16"-2"-16,2-7-12 0,1 3-1 0,-1-1 10 15,2 0-21-15,1 2-17 0,-2-3-12 0,0 2-13 16,3-12-18-16,-1 19-9 0,2-10 6 0,2 1 7 15,1-1-8-15,1 0-8 0,4-1-1 0,1-1-2 16,2-3-4-16,0-1-7 0,6-2 0 0,0-2-4 16,-1 0-6-16,2-2-2 0,-1 1-1 0,-1-5-6 15,0 1-6-15,-6 1-6 0,-1 0-3 0,1-2 3 16,-3-2-3-16,0 0-2 0,-1-1-7 0,-4 0 2 16,2-2-7-16,-3-3 0 0,-2 15-8 0,-2-27-1 15,-4 12-6-15,-1 2 0 0,0 1-2 0,-2-1-7 16,-4 3-10-16,1-3-1 0,2 6-5 0,-3 2-15 15,2-1-19-15,-6 0-25 0,1 3-35 0,-2 1-39 16,-1 0-47-16,19 2-57 0,-31-1-63 0,18 0-220 16,13 1-557-16,-23-9 247 0</inkml:trace>
  <inkml:trace contextRef="#ctx0" brushRef="#br0" timeOffset="15221.29">20643 3356 72 0,'0'0'174'0,"0"0"8"0,2-10-13 16,-2 10-13-16,10 0-11 0,-10 0-2 0,0 0-10 15,17 6-10-15,-8 2-7 0,-1-2-15 0,1 8-5 16,-4-3-11-16,4 3-7 0,-4 1-7 0,1 0-2 16,-3 2-9-16,-2-5-2 0,-1 2-3 15,-2 1-2-15,-2 1-7 0,-1-1-4 0,-5-2-1 0,-2 0-3 16,0-1-6-16,2-3-1 0,-3-1-4 0,2 1 3 16,2-5-5-16,-3 0-1 0,0-2-2 0,1 2 0 15,4-1-1-15,-1-3 6 0,-2 0 4 0,10 0 3 16,-14-2-1-16,14 2-1 0,-12 0 2 0,12 0-6 15,-6-2 0-15,6 2-7 0,0 0-3 0,0 0-6 16,0 0-1-16,-10 2-1 0,10-2 0 0,0 0-5 16,0 0 4-16,15 12-2 0,-9-7-4 0,2 0 2 15,1 3 0-15,1 0 2 0,3 4 0 0,-1-5-1 16,3 5 2-16,0-2-12 0,0-1-32 0,2 1-21 16,-2-1-36-16,1-1-38 0,-1 1-35 0,2-1-32 15,-4-3-177-15,-2 1-406 0,-1-2 181 0</inkml:trace>
  <inkml:trace contextRef="#ctx0" brushRef="#br0" timeOffset="15450.52">20958 3511 220 0,'0'0'237'0,"0"-9"-16"0,0 9-15 0,2-7-20 16,-2 7-20-16,0 0-18 0,0 0-15 0,0 0-12 0,0 0-5 15,0 0 0-15,0 0 1 0,5 25-5 0,-5-12-11 16,0 2-2-16,1 2-15 0,-1 0-8 0,1-1-11 16,-1 0-2-16,-1 0-7 0,2 0-6 0,-1-5-31 15,-1 5-26-15,0-4-37 0,-1-2-41 0,2-10-33 16,2 20-41-16,0-12-38 0,-2-8-154 16,-2 11-380-16,2-11 170 0</inkml:trace>
  <inkml:trace contextRef="#ctx0" brushRef="#br0" timeOffset="15661.58">21072 3537 66 0,'3'-9'226'0,"-3"0"-10"15,1 4-12-15,-1 5-18 0,3-8-19 0,-3 8-18 16,0 0-20-16,6-6-3 0,-6 6-5 0,0 0 7 16,0 0-2-16,0 0 6 0,0 28-4 0,-1-19-5 15,-3 7-8-15,4-4-6 0,-1 5-9 0,-1-1-10 0,0-1-7 16,2 0-9-16,0 1-3 0,-1-1-9 15,1-4-3-15,0-1-8 0,0-10-28 0,1 21-30 16,-2-11-26-16,1 0-35 0,0-10-46 0,0 0-56 16,-2 19-53-16,2-19-186 0,0 0-441 0,-5 13 195 15</inkml:trace>
  <inkml:trace contextRef="#ctx0" brushRef="#br0" timeOffset="15827.62">20962 3447 109 0,'-1'-9'204'0,"1"9"-22"0,6-8-18 0,1 5-14 0,4-3-16 15,7 0-14-15,4 2-4 0,7-1-35 0,1 1-34 16,4-2-48-16,2 2-52 0,2 0-52 0,-2 4-87 16,0-3-207-16,-2 2 92 0</inkml:trace>
  <inkml:trace contextRef="#ctx0" brushRef="#br0" timeOffset="17419.29">21628 4187 195 0,'0'0'224'16,"-1"-12"-17"-16,1 12-10 0,-3-8-11 0,3 8-19 15,-5-5-17-15,5 5-18 0,-9 0-13 0,9 0-10 16,-14 10-3-16,0 3-4 0,-5 8-3 0,1 5-3 16,-2 3 0-16,-7 12-6 0,6-9-7 0,1 10-6 15,3-9-4-15,1 11-8 0,6-13-3 0,1 2-5 16,5-3-1-16,0 0-8 0,5-1-3 0,2-1-4 15,2-2 0-15,0-3-5 0,0-4-5 0,9 4-3 16,-4-7-9-16,6 6-33 0,-4-10-36 0,4 2-49 16,-2-2-45-16,2 0-55 0,1-2-55 0,-7-2-126 15,2-2-411-15,-1-1 182 0</inkml:trace>
  <inkml:trace contextRef="#ctx0" brushRef="#br0" timeOffset="17761.47">21916 4627 2 0,'12'-16'214'0,"6"-7"-5"0,0 3-7 0,1-2-4 16,-2 3-5-16,1-3-9 0,1 1-2 0,-4 2-10 16,-4 2-4-16,-2 0-4 0,0 0-8 0,-2 3-15 15,1-1-9-15,-3 4 5 0,-1 0-4 0,0 0-9 16,-4 1-4-16,1 1-10 0,-1-1-12 0,0 10-5 15,-3-12-8-15,1 7-1 0,2 5 7 0,-3-7-27 16,3 7-6-16,0 0-12 0,-4-6-4 0,4 6-5 16,0 0-9-16,-15 16 4 0,7-4-2 0,-2 5 2 15,4 1-7-15,-1 0-2 0,1 0-5 0,1 1 0 16,1 4 0-16,3-4 0 0,2-2 2 0,3 2-2 16,-2-1-1-16,5-2-6 0,1-3 3 0,4-2 1 15,0 3-16-15,2-3-24 0,4-1-23 0,1-3-32 16,0 0-33-16,2-1-27 0,-1 0-43 0,-1-4-35 15,2-1-40-15,-2-1-32 0,-8 2-147 0,1-6-474 16,-1 0 211-16</inkml:trace>
  <inkml:trace contextRef="#ctx0" brushRef="#br0" timeOffset="17945.82">22111 4040 22 0,'-6'-8'247'0,"-1"0"-12"0,1 4-16 16,1 0-18-16,5 4-16 0,-5-7-22 0,1 3-16 16,4 4-19-16,0 0-23 0,-5-4-18 0,5 4-29 15,0 0-27-15,0 0-45 0,0 0-54 0,27 15-43 16,-13-4-162-16,-1-1-295 0,3 0 130 16</inkml:trace>
  <inkml:trace contextRef="#ctx0" brushRef="#br0" timeOffset="18315.14">22442 4446 48 0,'0'0'261'16,"5"4"1"-16,-5-4-10 0,0 0-2 0,5 3-9 15,-5-3-9-15,0 0-10 0,0 0-18 0,0 0-11 16,0 0-20-16,6 3-10 0,-6-3-14 15,0 0-15-15,0 0-10 0,0 0-18 0,0 0-7 16,0 0-16-16,0 0-6 0,6 3-2 0,-6-3-11 0,11 0-4 16,-3 1-8-16,4-1-7 0,6 1 1 0,-1-5-5 15,0 3-10-15,1 0-2 0,0-1-1 0,-2-1-2 16,1-1-4-16,1 1 2 0,-5 1 0 0,1-1 2 16,-3 2-5-16,1 0 0 0,-3-1 4 15,-2 2 4-15,-7 0 2 0,14-3 19 0,-14 3-10 0,8 0 7 16,-8 0 21-16,8 0-7 0,-8 0 10 0,0 0-1 15,0 0-2-15,9-2 2 0,-9 2-11 0,0 0 3 16,0 0-12-16,0 0-4 0,0 0-11 16,0 0-6-16,0 0-22 0,7-4-34 0,-7 4-44 15,0 0-42-15,0 0-50 0,0 0-57 0,0 0-68 0,0 0-53 16,0 0-260-16,0 0-651 0,0 0 289 0</inkml:trace>
  <inkml:trace contextRef="#ctx0" brushRef="#br0" timeOffset="19243.18">23338 4249 24 0,'-8'-10'161'0,"5"7"-6"16,-2-2-10-16,-1 1-8 0,6 4-2 15,-10-10-11-15,4 6-4 0,-2 0-9 0,0 0 1 16,2 0-3-16,0 1 1 0,6 3-2 0,-10-6-2 16,10 6-6-16,-8-3-8 0,8 3-13 0,-5-2-2 15,5 2-10-15,0 0-5 0,0 0-8 0,0 0 1 16,0 0-3-16,0 0-14 0,0 0-1 0,33-4-3 0,-11 4-3 16,8-1 0-16,0 0-8 0,0 1-21 15,-2 0-23-15,3-2-22 0,-12 2-39 0,2 2-38 16,-5-2-30-16,2 1-19 0,-4 0-149 0,-4 1-344 15,-10-2 152-15</inkml:trace>
  <inkml:trace contextRef="#ctx0" brushRef="#br0" timeOffset="19627.59">23442 4173 126 0,'0'0'149'0,"0"0"-17"0,0 0 9 16,-9 5 9-16,6 2-7 0,0 3 1 0,2 5 7 15,0 3 8-15,-2 1-9 0,1 2-8 0,-2 3-9 16,3-5-10-16,-2 7-9 0,2-7-5 0,0 6-7 16,-1-6-5-16,2 0-9 0,0-1-8 0,-1 0-7 15,1-1-6-15,-1-1-9 0,0-4-4 0,-1-1-7 16,2 2 0-16,-1-3-5 0,1-10-4 0,0 21-6 16,0-21 1-16,-1 11-6 0,1-11 0 0,0 12-8 15,0-12 2-15,0 0-7 0,-3 11-8 16,3-11-7-16,-10 6-12 0,10-6-7 0,-14 3-4 0,14-3 1 15,-17 0 0-15,17 0-2 0,-22-5 1 0,11 0 2 16,0 5 2-16,-1-3-2 0,1 0 5 0,0 0 3 16,11 3 0-16,-15-4 5 0,15 4 1 0,-10-2 0 15,10 2 5-15,0 0-4 0,-11-4 3 0,11 4 0 16,0 0-4-16,0 0 4 0,0 0 4 0,0 0 2 16,0 0 2-16,0 0 0 0,49-1-3 0,-28 1-1 15,1-2-7-15,5 2-14 0,3-3-25 0,-2 1-33 16,1-2-37-16,3 0-34 0,0 2-27 0,-1-2-20 15,-4 3-127-15,-6-2-350 0,1-1 156 0</inkml:trace>
  <inkml:trace contextRef="#ctx0" brushRef="#br0" timeOffset="20061.59">23830 4442 48 0,'0'0'197'15,"0"0"-7"-15,-11-8-9 0,11 8-4 0,-11-3-4 16,11 3-2-16,-14 0-11 0,14 0-4 0,-23 9-8 15,13-4-7-15,-3 0-12 0,3 1-11 0,-4 5-11 16,0 0-5-16,5-1-8 0,-1-2-15 0,2 6-4 16,0-5-7-16,3 0-8 0,0 1-6 15,3 1-4-15,1-1-5 0,-1-1-3 0,2-9-3 0,5 14-3 16,0-9-2-16,2 0-3 0,2 1 0 0,-3-2-7 16,7-4 0-16,-3 3-7 0,3-3-3 0,1-1-5 15,1-2-1-15,-2 0-3 0,-3 0 1 0,2-3 0 16,-3-1 0-16,0 0-3 0,-2-2 2 15,1-2 4-15,1-6-7 0,-5 3-1 0,2-3-3 0,-2-1 3 16,1-1 2-16,-2 1-4 0,-1-7-1 0,-1-1 0 16,-1 2 1-16,2-1-1 0,-2 6 3 15,-2-7 6-15,1 8 7 0,1 3-6 0,-1 2 5 0,0 2 6 16,1 2 6-16,-2 2-2 0,2 7-1 0,0-10-8 16,0 10 6-16,0 0-6 0,0 0-1 0,0 0 2 15,0 0-7-15,0 0 3 0,-10 35 0 0,9-16 1 16,-2 5 2-16,0-5-2 0,0 7-4 0,0 0 4 15,1-1-1-15,1 0 0 0,-1-1 7 0,1-6-9 16,1 1 0-16,-1 0-4 0,2-2-18 16,3-1-21-16,-3 1-15 0,3-7-36 0,-1 2-23 15,2-2-49-15,1 1-39 0,3-5-32 0,-1 2-24 0,1 0-133 16,-9-8-416-16,19 6 185 0</inkml:trace>
  <inkml:trace contextRef="#ctx0" brushRef="#br0" timeOffset="20263.48">24145 4469 16 0,'-9'-16'226'0,"2"16"-11"0,7 0-11 15,-13-1-2-15,13 1-7 0,-16 4-2 0,6 1-6 0,-1 1-10 16,4 1-11-16,-3 1-11 0,3 1-12 0,-2 1-11 16,4 0-12-16,-1 3-10 0,3-3-15 15,1 2-6-15,0-1-4 0,2-11-12 0,4 21-17 16,0-12-28-16,3 0-28 0,3-3-36 0,-1 1-35 15,2 0-48-15,6-2-42 0,0-3-44 0,-4-1-175 16,3 3-411-16,0-5 183 0</inkml:trace>
  <inkml:trace contextRef="#ctx0" brushRef="#br0" timeOffset="20541.45">24422 4140 236 0,'0'0'220'0,"2"-7"-23"0,-2 7-10 16,0 0 3-16,0 0 2 0,13 20 6 0,-3-2-8 15,1 7-8-15,4 0-6 0,-5 4-13 0,4 3-17 16,2 0-10-16,5 10-7 0,-8-13-11 0,-1 1-8 16,0 0-11-16,-5 0-4 0,-1 0-13 15,1-3-8-15,-5 4-1 0,-2-1-9 0,-4-3-5 0,-2-1-6 16,-3 1-4-16,-3-2-5 0,-2-2-1 0,-1 1-9 15,-4-4-11-15,0-2-12 0,4-5-21 0,-7 4-23 16,6-7-22-16,-2-2-25 0,-1-1-27 0,4-1-38 16,-3 0-43-16,9-6-50 0,-3 0-216 0,12 0-490 15,-24-7 217-15</inkml:trace>
  <inkml:trace contextRef="#ctx0" brushRef="#br0" timeOffset="20943.62">24830 3941 1574 0,'6'-20'47'0,"2"5"86"0,-3 0-53 16,-1 5-17-16,1 1-26 0,-1 0-1 15,4 2-4-15,0 1 8 0,0 1-4 0,2 1 6 16,1 0 7-16,-3 3 7 0,2 2-5 0,1-1-5 16,0 3 11-16,-2 3 4 0,2 1-4 0,-1 3-1 15,-4-1 0-15,4 6-4 0,-4 0 2 0,-2 0 0 0,-2 4 1 16,-4-2-3-16,0 0 3 0,-2 0-6 16,-5 1 4-16,1-2-1 0,0 1 3 0,-4-2-2 15,3-2 3-15,3-3 0 0,-2-1-8 0,0 1 2 16,4-3-1-16,-1 0-13 0,1-2-6 0,1-2 3 15,3-3-4-15,-6 8-5 0,6-8-2 0,-5 6 6 16,5-6-7-16,0 0-3 0,0 0-3 0,11 9 2 16,-1-7-5-16,4-2-13 0,7 1-5 0,8-4-40 15,3 0-29-15,0-1-43 0,0 2-39 0,-2-1-53 16,2-2-49-16,-4 3-219 0,-7 0-518 0,-3-2 230 16</inkml:trace>
  <inkml:trace contextRef="#ctx0" brushRef="#br0" timeOffset="21743.24">25579 4269 225 0,'-3'-9'262'0,"3"9"-12"0,-1-14-15 0,-1 6-5 16,0 2-10-16,2 6-9 0,-8-8-16 0,4 3-12 16,4 5-20-16,-5-6-15 0,5 6-15 0,-10-2-14 15,10 2-15-15,0 0-12 0,-21 8-2 0,16-4-11 16,-7 1-3-16,0 1-8 0,2 2-5 0,1-3 1 15,2 3-18-15,-6 3 2 0,2-3-12 0,2 0 1 16,0 3-3-16,1-2-4 0,-4 3-3 0,5-1-1 16,-1 4-2-16,2-6 0 0,0 1-2 0,3-1-7 15,1 0 2-15,0 1-2 0,0-4 0 0,4 3-1 16,-2-9 3-16,2 12-6 0,1-5 1 0,0-3-1 16,0 2 3-16,-3-6-4 0,8 6 3 0,0-3 5 15,3-1-6-15,-1-1-5 0,0 1 2 0,2-5-5 16,-2 3 3-16,4-4-4 0,-5 0 2 0,0 1 5 15,1-3-1-15,0 0-1 0,-3-2 1 16,2-2-6-16,-2-3 4 0,2 0-3 0,-1-2 1 0,-2 0-4 16,2-3-2-16,-7-2 13 0,3 1-10 0,0-4 0 15,-4-4 0-15,2 3-2 0,0-2-1 0,-1 0 4 16,-2-2 0-16,1 3 7 0,0-2 1 0,0 2 4 16,0 5 8-16,-4 1 0 0,4 2 15 0,-2-2-5 15,0 6-6-15,2 1 27 0,-1 1 9 0,0 4-16 16,1 7-2-16,-3-12 8 0,3 6-11 0,0 6-2 15,0-8-8-15,0 8-11 0,0 0-5 0,0 0-6 16,0 0 5-16,0 0-6 0,0 0-4 0,-6 36 2 16,3-10 0-16,-1 3 1 0,3 4 2 0,-1-2-5 15,0-1 4-15,0 3-4 0,-2-2 4 0,1-4 3 16,1 4-5-16,0-4-3 0,0 1-4 0,2-2 13 16,0-7 1-16,2 0-25 0,-2 1-27 0,4-3-30 15,-4-1-36-15,4-1-40 0,1 1-37 0,-5-5-35 16,4 1-44-16,2-3-37 0,-2 1-252 0,-4-10-595 15,4 13 263-15</inkml:trace>
  <inkml:trace contextRef="#ctx0" brushRef="#br0" timeOffset="22148.43">26124 4134 1979 0,'9'-10'79'0,"-4"1"38"0,-3 0-50 0,2 3-10 15,-1 1-25-15,-3 5 2 0,2-7-1 0,-2 7 4 16,0 0 17-16,0 0 18 0,-19 10 17 0,8 4 1 16,-1 1 1-16,0 0-3 0,-4 5-7 0,0 0-1 15,-1 3 3-15,-1-4-2 0,4 3 4 16,0-5-18-16,-1 2 0 0,3-2-11 0,1-3 6 0,-1-2-10 16,2 1-7-16,1-4-3 0,0 0-6 0,0-2 2 15,4 1-4-15,-4-3 6 0,1 0-9 0,3-3-3 16,5-2 12-16,-14 4-13 0,8-4-2 0,6 0-3 15,-11 0-9-15,11 0 8 0,-12-5-6 0,6 1 5 16,2-1-5-16,1-2-4 0,3 7-1 0,-4-15-4 16,2 4 3-16,4-1-1 0,2-3-13 0,-2 1 10 15,3 3-3-15,1 0 0 0,-2 0-1 0,1 1-3 16,3 3 5-16,-4 1-4 0,2 0-1 0,-1 3-1 16,1 0-2-16,-6 3-3 0,12 1-1 0,-3 3 12 15,-1 2-6-15,2 1-1 0,-3 1 6 0,6 1 0 16,1 4-1-16,-1 3-3 0,-1-4 4 0,1 2 3 15,5 4-8-15,-1-5-34 0,2 4-45 0,-2-4-52 16,1 0-66-16,5 2-74 0,-1-2-297 0,-8-3-618 16,1-5 273-16</inkml:trace>
  <inkml:trace contextRef="#ctx0" brushRef="#br0" timeOffset="33653.91">15889 7482 10 0,'0'0'162'0,"0"0"1"16,-12-1 2-16,12 1-1 0,0 0-8 0,-14 1-5 15,14-1-7-15,-9-1-8 0,9 1-13 0,-11-2-10 16,11 2-7-16,-9-1-7 0,9 1-5 0,-11 0-6 16,11 0-5-16,0 0-4 0,-12 1-6 0,12-1-4 15,0 0-4-15,-7 2-5 0,7-2 1 0,0 0-4 16,0 0-1-16,0 0-7 0,0 0 2 0,0 0-3 16,0 0-3-16,0 0-4 0,-10 0 3 0,10 0-12 15,0 0-2-15,0 0-3 0,0 0-1 0,0 0-1 16,33-4-4-16,-21 1-1 0,6 2-7 0,0 0-18 15,2-3-17-15,-1 3-20 0,0-1-24 0,2 1-31 16,-1-2-25-16,-3 3-47 0,-4 0-19 0,-2 0-185 16,-1 0-405-16,-2 0 179 0</inkml:trace>
  <inkml:trace contextRef="#ctx0" brushRef="#br0" timeOffset="33860.51">15771 7651 2021 0,'-14'6'53'0,"3"-3"1"16,0 1-34-16,5 0-10 0,-2-2 6 16,8-2-16-16,-10 3 4 0,10-3 1 0,-8 2-1 15,8-2 2-15,0 0 5 0,-6 3 4 0,6-3 12 16,0 0 0-16,0 0 2 0,0 0-4 0,29 0-4 0,-12 5-5 16,5-6-18-16,6 2-32 0,1 0-35 0,0-1-39 15,1 0-30-15,-2 0-50 0,-7 2-117 16,8-2-329-16,-7-2 146 0</inkml:trace>
  <inkml:trace contextRef="#ctx0" brushRef="#br0" timeOffset="49365.25">17624 6500 4 0,'0'0'93'0,"-6"-4"-2"0,6 4-1 0,0 0-7 16,0 0-5-16,0 0 6 0,0 0-11 0,-7-4 0 15,7 4-9-15,0 0-4 0,0 0-9 0,0 0 5 0,0 0-13 16,0 0-4-16,0 0-5 0,0 0-5 0,0 0 3 16,0 0-1-16,0 0-8 0,0 0 7 15,0 0-8-15,0 0-6 0,0 0 4 0,26 0-6 16,-26 0 1-16,14 1 1 0,-4 2-1 0,4-2 4 15,-2 4-13-15,2-5 7 0,5 2-4 0,0 0-3 0,2 1 5 16,0-2-1-16,8 2-6 0,-1-2 5 16,2 0-5-16,1 1 0 0,0 0-3 0,1 0 6 15,1 0-2-15,0-1 1 0,0 0 1 0,4 2-2 0,3-3 0 16,12 0-1-16,1 0 3 0,2 0 8 0,1 0-4 16,0 1 0-16,3-2 0 0,0 1 6 0,2-1-5 15,3 1 4-15,0-2-1 0,28-2-4 0,-28 4 12 16,26 2-2-16,-27-1-6 0,2-1-2 0,26 0 0 15,-26 0 3-15,26 0-2 0,-27-1 4 0,27 1-2 16,-29 1 1-16,30-1-3 0,-27 1-1 0,31-2-1 16,-30-2 0-16,29 3-4 0,-1-2 5 0,-29 2 2 15,28-1 2-15,-2 0-3 0,-2-1-4 0,2 1 11 16,-1 5-5-16,0-1 2 0,-25-3-1 0,30 0-2 16,-3 0-5-16,0 0 8 0,0 0-2 0,0 0 4 15,0 0-5-15,1-2 3 0,4 4-4 0,-2-2-4 16,-3 2-2-16,0 0 3 0,1 1-3 0,-3 0 6 15,-1-3 3-15,8 3 3 0,-3-1-1 0,3-3-2 16,1 4 0-16,-2-1 3 0,1 3-3 0,0-7-6 16,-2 4-2-16,1-1 2 0,0-4-5 0,3 3 2 0,0 4 0 15,0-3 1-15,-6-1 2 0,0 3-7 16,0-3-1-16,-2 2 8 0,2-1-4 0,-3 0-1 16,2 1 0-16,3 0-5 0,0-1 0 0,2-2 2 15,-5 1 0-15,6 2 0 0,-4 0 2 0,-29-2-5 16,39 0-1-16,-5 2 3 0,2-3-9 0,-5 1 8 0,-4 1 5 15,-27 1-9-15,32-2 6 0,-1 0-2 16,-33 0-5-16,30 2 9 0,-2-1-7 0,-28 2 2 16,27-2 3-16,-25-1-1 0,27 3-2 0,-29-3-2 15,0 2 7-15,3-1-5 0,30 0 0 0,-33-2 2 0,2 0-1 16,2 3 2-16,-2-2-3 0,25 2 4 16,-29-2-3-16,-2 3-1 0,-3-3-2 0,2-2 3 15,-4 1-1-15,-2 0 3 0,-1 2-5 0,-15-2 1 16,2 1-4-16,2 1 5 0,-3-2 3 0,1 1-1 0,-2-1-4 15,0 0 5-15,-3 0-3 0,1 1 1 0,-3 0 4 16,0 0-3-16,-1 0 1 0,1-3 1 0,-1 3 1 16,-8 0 0-16,-1-2 1 0,2 4 3 15,-4-4 10-15,-5 2 2 0,-1 0-2 0,-2 0 1 0,-3 0-3 16,1 0-1-16,-9 0-1 0,12 0-3 0,-12 0 1 16,10-1-3-16,-10 1-6 0,0 0-10 0,7-3-12 15,-7 3-19-15,0 0-23 0,0 0-35 16,0 0-30-16,0 0-47 0,0 0-170 0,0 0-370 15,-44 0 164-15</inkml:trace>
  <inkml:trace contextRef="#ctx0" brushRef="#br0" timeOffset="50613.4">17622 6567 7 0,'-2'-8'116'0,"2"8"7"16,-1-9-13-16,1 9-5 0,-1-10 1 0,1 10-3 16,-1-9 5-16,1 9-4 0,0 0-4 0,0 0-10 15,0-10-12-15,0 10-4 0,0 0-9 0,0 0-9 16,0 0-2-16,0 0-12 0,0 0-5 0,0 0 2 15,0 0-9-15,-6 22-1 0,4-11-1 0,-1 2-7 16,1 4 4-16,-5 2-1 0,1 6 2 0,0 4 0 16,-1 1 0-16,1 4-1 0,-2 1-1 0,-1 11-9 0,1-1 18 15,-2 4 0-15,3-1-4 0,-2 3-1 16,0 1-1-16,-1 4-4 0,1 0 1 0,-3-5-6 16,1 0 6-16,0-6-4 0,0 1 4 0,1-12-7 15,1 12-3-15,-3-13 2 0,1-1-1 0,0 13 0 0,-1-11 2 16,0 10-2-16,2-9-1 0,-4 11 13 0,0 2 2 15,-5 2 7-15,-1 2 5 0,-1-3 0 0,-4 1-4 16,1-1-4-16,1-6-7 0,1-3 5 16,6-6-2-16,0-4-2 0,1 2-6 0,-2 12 6 0,4-13 4 15,0 0 2-15,-4 12-3 0,6-15 4 0,0 3-3 16,1 1 1-16,-1-1-3 0,2-2-2 0,-4 0-1 16,3 0-4-16,3-4 1 0,-3 0 1 0,4-5-3 15,-2 3 4-15,2-5-6 0,2 2-1 0,-4-4-3 16,3-2 9-16,0-2-10 0,-2 3-1 0,4-4-5 15,-1-4 5-15,1 1-7 0,0-1 5 0,1 1-3 16,-2-2-2-16,2 0 0 0,2-6 0 0,-4 9-3 16,4-9 0-16,-3 7 0 0,-1-4 5 0,4-3 0 15,0 0 0-15,-11 4-5 0,11-4-1 0,-11 0 4 16,11 0 1-16,-13-4-5 0,4 1 3 0,2 0-2 16,1 0 3-16,-3-2-6 0,-2-1 4 0,3 1-1 15,0 1-2-15,-2-4 0 0,2 0 1 0,1 0 0 16,-4 0 1-16,-1-4-3 0,-1 0-1 0,-2-2-1 15,2 3 6-15,-1-4-3 0,-2 4 1 0,0-4 0 16,-3-2-4-16,2 3 3 0,-2-1 3 0,1 2 4 16,-4-5 5-16,0 0-2 0,-2 3 2 0,0-1-5 15,-2 3 5-15,0-3-3 0,0 4 1 0,2 2-1 16,-2-4-5-16,1 3 0 0,-5 0 4 0,11 4-4 16,0 0 1-16,1 3-12 0,1-1-10 0,3 2-19 15,1 0-28-15,1 0-25 0,12 3-42 0,-14 0-43 16,14 0-51-16,-11-3-221 0,11 3-481 0,0 0 213 0</inkml:trace>
  <inkml:trace contextRef="#ctx0" brushRef="#br0" timeOffset="51145.05">18225 7117 50 0,'-2'-15'216'0,"1"3"-18"15,0 1-4-15,0 1-7 0,1 0 0 0,0 10-4 16,0-13-3-16,0 13-10 0,0-11-17 0,0 11-11 16,-2-10-16-16,2 10-16 0,0 0-14 0,0 0-10 15,0 0-8-15,0 0-7 0,0 0-9 0,0 0-2 16,3 30-8-16,-1-14-5 0,0 9-3 0,-1-2-7 16,-1 4-1-16,-1-2-3 0,1 3-2 0,-2-3-3 15,1 2-2-15,0-2-3 0,1-1-2 0,-3-4-3 0,1 6-4 16,-1-9-22-16,0 1-21 0,0 1-29 15,0-2-34-15,1 1-21 0,-2 1-35 0,0-5-24 16,2-3-29-16,-1 1-156 0,-3-2-386 0,3-4 171 16</inkml:trace>
  <inkml:trace contextRef="#ctx0" brushRef="#br0" timeOffset="51344.65">17904 7583 67 0,'-6'5'202'0,"6"-5"-28"0,0 0-13 16,0 0-11-16,0 0-1 0,0 0-8 16,32 0-6-16,-4-1 1 0,4-3-12 0,6-1-7 15,14-1-10-15,2 1-19 0,-5-1-4 0,4 0-9 16,-14 2-15-16,0 2-31 0,-3 0-35 0,-4-1-33 0,-3 1-21 16,-1 2-30-16,-9 5-34 0,0-3-23 0,-8 3-109 15,-2 0-277-15,-4-1 123 0</inkml:trace>
  <inkml:trace contextRef="#ctx0" brushRef="#br0" timeOffset="51735.83">17955 7842 40 0,'0'8'179'0,"0"-8"-4"0,7 7-4 16,-2-1-4-16,2-2-11 0,0 3-3 0,0 1-15 15,0 0-11-15,0-2-9 0,1 4-5 0,-4-2-3 16,1 2-11-16,-1-1-7 0,-3 3-10 0,2-3-6 16,-3 1-3-16,-1 0-1 0,-2 2-6 0,-1-5-7 15,-1 4-1-15,-2-1-6 0,0-2-7 0,-3-1-1 16,-2 1-4-16,-3 0-3 0,-1-2-5 0,-1-1-2 16,-1 0-2-16,0-3-3 0,0-2-2 0,5 0-3 15,-5-2-3-15,4 2 2 0,3-1-2 0,1-2 1 16,2 0-2-16,1 1 5 0,7 2-7 0,-11-2 7 15,11 2-9-15,-6-3-6 0,6 3-1 0,0 0-2 16,0 0 3-16,0 0 1 0,0 0-1 0,0 0 9 16,26 5-7-16,-13 0 3 0,0-1 1 0,2 2 17 15,2 3-11-15,-2-3 1 0,1 3-3 0,-2 0 0 16,3 0 4-16,-4-1-7 0,4 1-3 0,-4 1 0 16,2 0-6-16,-6-2-21 0,2-2-23 0,0 2-39 15,-2 1-38-15,-2-3-39 0,3 2-38 0,-2 0-48 16,-3-2-132-16,1-1-406 0,-6-5 180 0</inkml:trace>
  <inkml:trace contextRef="#ctx0" brushRef="#br0" timeOffset="51969.52">18252 7967 2270 0,'3'-17'72'0,"0"3"9"15,0 3-27-15,-2 4 3 0,0 0 1 0,0 1 0 16,-1 6-6-16,2-12-13 0,-2 12-5 0,2-7 1 15,-2 7-7-15,0 0 6 0,0 0 19 0,0 0 8 16,0 0-3-16,3 26 0 0,-3-11-1 0,-3 3-5 16,2-2-2-16,2 1-6 0,-2 0-4 0,0 2 1 15,1-1-6-15,0 0-6 0,0-1-1 0,-2-1-9 16,4-4-22-16,-4 2-39 0,4-4-32 0,-2 3-34 16,0-3-35-16,-2 0-34 0,4-2-32 0,-1 0-20 15,-1-8-190-15,0 9-454 0,0-9 202 0</inkml:trace>
  <inkml:trace contextRef="#ctx0" brushRef="#br0" timeOffset="52171.27">18397 7937 118 0,'3'-8'256'0,"-1"3"-14"0,-2 5-22 16,3-10-20-16,-3 10-20 0,2-5-18 0,-2 5-9 16,0 0 11-16,0 0 9 0,0 0-10 15,0 0-7-15,2 32-3 0,-2-17-10 0,-2 2-16 16,0 0-13-16,1-1-11 0,-1 1-11 0,0 2-7 0,1-3-5 15,-2 0-8-15,2 1-10 0,0-4-22 0,1-1-34 16,-2 0-36-16,2-2-34 0,-1 0-29 0,1 0-38 16,0-1-30-16,0-9-34 0,0 10-37 0,0-10-161 15,-4 6-426-15,4-6 188 0</inkml:trace>
  <inkml:trace contextRef="#ctx0" brushRef="#br0" timeOffset="52329.64">18314 7857 98 0,'4'-7'202'16,"1"2"-22"-16,6-2-16 0,0 4-13 0,6-1-17 15,-3-2-11-15,6 4-13 0,7-2-17 0,0 3-17 16,1-1-34-16,1 0-41 0,2 0-49 0,-2 0-37 16,-1 2-123-16,-8-2-223 0,1 0 99 0</inkml:trace>
  <inkml:trace contextRef="#ctx0" brushRef="#br0" timeOffset="54493.91">19462 7132 16 0,'2'-9'114'0,"-2"9"-2"0,0 0-2 0,0 0-4 15,3-9-12-15,-3 9-3 0,0 0 2 16,0 0 2-16,1-6 0 0,-1 6-5 0,0 0-1 0,0 0-6 16,0 0-2-16,0 0-3 0,0 0 2 0,0-9-2 15,0 9-9-15,0 0 4 0,0 0 0 16,0 0 3-16,0 0-6 0,0 0-2 0,0 0-8 0,0 0-2 16,0 0-2-16,0 0-2 0,0 0-6 0,0 0 0 15,0 0-5-15,0 0 1 0,0 0-7 0,0 0-1 16,0 0-9-16,0 0 0 0,0 0-4 0,0 0-1 15,0 0-3-15,0 0-6 0,0 0 0 0,0 0-1 16,0 0-2-16,0 0 0 0,0 0-6 0,-18 19 7 16,12-10-6-16,2 2 3 0,-1 2 0 0,0 5 1 15,0-1-1-15,1 3 3 0,-2-1 0 0,-2 7-3 16,4-7 4-16,2 6-6 0,-2 1 2 0,0 0 6 16,3 1-1-16,2-1 0 0,-1 1 0 0,1 0-2 15,-1 2 0-15,5 3 6 0,-5-3-5 0,4 6 5 16,-1-3-3-16,-2-1 1 0,3 5 0 0,0-2 2 15,1 1-6-15,1 1 1 0,-2 0 1 0,0-1 2 16,1 11-2-16,-1-14-2 0,2 0-1 0,-2-4-3 16,0 0-1-16,0-1 1 0,-1 0 2 0,-1-8-4 15,-2 2-4-15,0-2 6 0,-2-1-1 0,0-1-3 16,1-3-1-16,-3 0 3 0,0-1-1 0,-4-3 3 16,-1 6-5-16,-1-2-11 0,-1 0-16 0,-2-3-23 15,0 1-22-15,0-6-19 0,0 5-31 0,1-5-26 16,2 0-21-16,0-2-27 0,-1 0-169 0,2 0-392 15,0 0 174-15</inkml:trace>
  <inkml:trace contextRef="#ctx0" brushRef="#br0" timeOffset="54811.58">19125 8747 33 0,'-3'7'197'16,"3"-7"-7"-16,-1 11-12 0,1-11-6 0,0 9-2 0,0-9-4 16,0 8 1-16,0-8-7 0,0 0 2 0,4 9-6 15,-4-9-6-15,3 5-6 0,-3-5-8 0,9 1-7 16,-9-1-4-16,9 2-7 0,-9-2-10 0,0 0-7 16,16-6-9-16,-10 3-9 0,-6 3 1 0,10-4 1 15,-6-1-4-15,0 0-6 0,-4 5-1 0,5-9-5 16,-2 1-6-16,-3 8-5 0,1-14-7 0,-2 7 1 15,-2-3-15-15,3 10-2 0,-5-12-2 0,1 7 0 16,0-2-3-16,0 2-7 0,-1-1-4 0,-1 3-19 16,6 3-22-16,-10-8-24 0,4 4-28 0,6 4-36 15,-11-5-52-15,6 1-65 0,5 4-66 0,-5-9-192 16,1-1-524-16,4 10 232 0</inkml:trace>
  <inkml:trace contextRef="#ctx0" brushRef="#br0" timeOffset="55950.93">19739 6779 73 0,'0'0'111'0,"0"0"-8"0,0 0-7 15,0 0 2-15,0 0-8 0,0 0-3 0,0 0-6 16,0 0-12-16,0 0-6 0,-2-5-5 0,2 5 8 16,0 0-17-16,0 0 0 0,0 0-3 0,0 0-10 0,0 0 4 15,0 0-8-15,0 0 5 0,0 0-9 16,0 0 3-16,0 0 3 0,0 0-6 0,-18 4 7 16,18-4-1-16,0 0-5 0,0 0 2 0,0 0-1 15,0 0-1-15,-10 1-6 0,10-1 10 0,0 0-2 0,0 0-2 16,0 0-3-16,-9 4 1 0,9-4-2 0,0 0-1 15,0 0 4-15,-7 3 0 0,7-3 2 16,0 0 0-16,0 0 1 0,0 0 3 0,0 0 2 16,0 0 3-16,0 0 0 0,0 0 3 0,0 0 0 0,0 0-2 15,0 0 0-15,0 0-8 0,0 0-3 0,0 0-7 16,0 0 1-16,0 0-4 0,0 0-3 16,31-5 0-16,-22 3-3 0,2 1-1 0,0 4 1 0,-1 1 1 15,0-2-7-15,0 3-1 0,0-1 2 0,-2 2-4 16,1 1 3-16,-4 3-7 0,2-2 7 0,-4 0-2 15,0 2 1-15,-2-1-2 0,-1 1-2 0,-2 0 4 16,-2 2 1-16,-1-2-4 0,-4-1 2 0,0 4-2 16,-3 0 3-16,-2-5-1 0,-1 2 1 0,4-4-2 15,0-2 0-15,0 0-4 0,-2 0 3 0,4-1-1 16,-4-1 0-16,7-1-1 0,6-1 2 0,-14-1-1 16,6-1-3-16,8 2 5 0,-10-1-3 0,10 1-1 15,0 0 0-15,-9-4 2 0,9 4-6 0,0 0 3 16,-5-4-1-16,5 4-1 0,0 0 0 0,0 0 1 15,0 0 0-15,0 0 0 0,0 0 2 0,24 8-2 16,-19-7 1-16,-5-1 1 0,14 8-2 0,-7-4 3 16,0-1-1-16,1 2 0 0,1 1-1 0,-1 0 3 15,3 1-7-15,-1-3-26 0,1 1-25 0,1 2-28 16,-1-1-36-16,3 0-23 0,-4-3-26 0,1 1-161 16,1 1-356-16,-3-1 159 0</inkml:trace>
  <inkml:trace contextRef="#ctx0" brushRef="#br0" timeOffset="56172.91">19988 6837 10 0,'0'0'209'16,"4"-9"-23"-16,-4 9-17 0,6-4-14 0,-6 4-10 15,0 0-6-15,0 0-5 0,0 0-1 0,13 13-12 16,-10-7-8-16,-2 1-10 0,2 3-6 0,-2 0-8 15,0 5-8-15,-1 0-4 0,-1 1-9 0,0-7-6 16,1 4-7-16,0-2-5 0,0 1-22 0,-1-3-32 16,-2 3-40-16,2-2-46 0,-1-3-39 0,1 0-42 15,1-7-127-15,-4 12-322 0,4-12 142 0</inkml:trace>
  <inkml:trace contextRef="#ctx0" brushRef="#br0" timeOffset="56376.14">20052 6870 133 0,'3'-7'195'0,"-3"7"-17"0,0 0-20 0,0 0-16 16,4-6-7-16,-4 6-17 0,0 0 11 15,0 0 6-15,6 21-8 0,-3-12-4 0,-2 1-10 16,1 0 0-16,1 1-9 0,0 2-8 0,-1-2-13 16,-1 1-1-16,1-2-14 0,0 4 0 0,-2-2-12 0,3-1-8 15,-2-1-20-15,2-2-27 0,-2 4-34 0,0-3-36 16,2 1-45-16,-3-4-26 0,0-6-28 15,-3 11-151-15,0-7-344 0,3-4 152 0</inkml:trace>
  <inkml:trace contextRef="#ctx0" brushRef="#br0" timeOffset="56530.58">20026 6806 90 0,'0'0'186'16,"7"-10"-22"-16,0 7-12 0,2-2-18 0,2 2-5 15,6-3-19-15,-4 4-10 0,4 1-5 0,4-1-33 16,-2 1-41-16,4 2-50 0,6-1-43 0,1 4-119 16,-2-3-206-16,-9 3 91 0</inkml:trace>
  <inkml:trace contextRef="#ctx0" brushRef="#br0" timeOffset="57003.25">20433 7454 190 0,'5'-6'235'16,"-5"6"-19"-16,2-6-26 0,-2 6-19 0,0 0-16 15,0 0-16-15,0 0 5 0,0 0-7 0,0 0 14 16,-17 39 0-16,3-14-2 0,-4 5-4 0,-6 16-5 16,3-4-3-16,-3 2-4 0,1 3-13 0,6-1 2 15,-3-1-2-15,2 7-10 0,3-5-6 0,1-3-13 16,5-9-2-16,2-1-19 0,5-1-1 0,-2-2-7 16,6 0-2-16,2-6-11 0,7-2-1 0,1 3-1 15,2-4-14-15,7-3-25 0,1-5-23 0,3-1-25 16,1-3-31-16,3-1-41 0,0-1-47 0,1-4-51 15,2-2-49-15,-12 1-228 0,12-4-527 0,-2-3 233 16</inkml:trace>
  <inkml:trace contextRef="#ctx0" brushRef="#br0" timeOffset="57571.32">20829 7867 135 0,'4'-6'228'15,"1"-1"-8"-15,0-2-11 0,2-3-5 0,-1 3-10 16,1-3-11-16,4-1-11 0,-1-2-7 0,1 0-13 15,0 3-10-15,-1-3-4 0,2 2-15 0,-5-3-4 16,2 3-7-16,-1-1-4 0,1-3-7 0,-3 3-5 16,0-1-1-16,-4 4-7 0,3-5-10 0,-3 2-11 15,0 2-3-15,-1-1 3 0,3 3-3 0,-4 1 2 16,0-1-3-16,0 3-7 0,0 7 4 0,0-9-6 16,0 9-8-16,0-9-5 0,0 9-4 0,0 0-9 15,0 0-1-15,0 0-1 0,0 0 7 0,-20 22-13 16,11-7-2-16,-1 2 2 0,2 1-4 0,-2 6 10 15,2-5-15-15,2 5 1 0,2-5-2 0,0-1 5 16,4 1-2-16,1-3-2 0,2 2-1 0,2-3 1 16,0-2 0-16,3-3 6 0,3 3-33 0,-2-3-20 15,5-1-30-15,0-1-30 0,-2-2-42 0,4 1-45 16,-3-2-56-16,1-3-46 0,-5 1-220 0,4-3-545 16,-13 0 242-16</inkml:trace>
  <inkml:trace contextRef="#ctx0" brushRef="#br0" timeOffset="57734.17">21008 7354 2027 0,'-9'-17'-23'0,"0"1"46"0,-1 3-10 16,5 2-11-16,-1 3 1 0,2-1-26 0,1 5-32 15,1-2-43-15,2 6-28 0,-4-9-27 0,4 9-112 16,0 0-288-16,0 0 128 0</inkml:trace>
  <inkml:trace contextRef="#ctx0" brushRef="#br0" timeOffset="58189.7">21306 7200 103 0,'-4'-7'208'0,"4"7"-11"0,0 0-9 16,-4-10-4-16,4 10-11 0,0-9-10 0,0 9-15 15,0 0-12-15,4-7-11 0,-4 7-10 0,9-7-14 0,-2 4-8 16,-7 3-10-16,14 0-7 0,-14 0-9 16,12 4-5-16,-3 0-8 0,0 4-2 0,-2-1-8 15,-2 2-1-15,-1 2-4 0,-2 1-2 0,0 3 0 16,-2 3 0-16,-4-2-2 0,0 0 5 0,-1 0-5 16,-3-3 1-16,0 2-4 0,-1-1 1 0,0 0 3 0,3-6 0 15,-3 2 5-15,1-3 4 0,1-1 0 16,-1 1 2-16,1-1-2 0,0-2-2 0,2 1 5 0,5-5-1 15,-7 4-4-15,7-4-5 0,-7 4 0 0,7-4-2 16,0 0-7-16,-4 5 1 0,4-5-4 0,0 0-12 16,0 0-11-16,0 0-14 0,24-2-26 0,-8 0-29 15,3 1-30-15,9-3-45 0,5 2-46 0,3-2-40 16,1 4-224-16,-1-4-487 0,-3 1 216 0</inkml:trace>
  <inkml:trace contextRef="#ctx0" brushRef="#br0" timeOffset="61783.01">22093 7787 9 0,'0'0'28'0,"-10"-1"-6"0,10 1-2 0,-10 0 0 16,10 0-6-16,-10 1-1 0,10-1-4 0,-9 3-4 16,9-3-8-16,-9 3 1 0,4-1 1 0,5-2-6 15,-13 4-2-15,7-3 3 0,-1 2 4 0,-1-1 1 16,8-2 2-16,-14 5-3 0,7-3 6 0,0 2-4 15,-3-1 0-15,4 1-3 0,-3-2 5 0,2 4-7 16,-3-2-6-16,0 1 5 0,1-2-10 0,0 0-15 16,0 3 7-16</inkml:trace>
  <inkml:trace contextRef="#ctx0" brushRef="#br0" timeOffset="63758.86">21611 7877 56 0,'-11'-1'169'0,"1"2"-7"0,10-1-2 0,-13 1-10 16,13-1-5-16,-13-2-4 0,13 2-4 0,-6 1-16 15,6-1-11-15,0 0-9 0,0 0-10 0,0 0-7 16,0 0 0-16,0 0 0 0,0 0-7 0,40-3-1 15,-19 2-6-15,1-1-6 0,9-2-1 0,-10 4-9 16,0-3-3-16,0 0-5 0,0 2-3 0,-2 1-6 16,0-2-1-16,-2 2-4 0,-3 0-3 0,-3-1-1 15,1 1-5-15,-2 0-3 0,-1 0-2 0,-9 0 2 16,15-1-2-16,-15 1-4 0,11 0 2 0,-11 0-6 16,7-2 2-16,-7 2-3 0,0 0 2 0,0 0 0 15,11 0-5-15,-11 0-9 0,0 0-18 0,0 0-15 16,8-2-31-16,-8 2-29 0,0 0-59 0,0 0-51 15,0 0-146-15,0 0-379 0,0 0 168 0</inkml:trace>
  <inkml:trace contextRef="#ctx0" brushRef="#br0" timeOffset="64833.06">22740 7550 9 0,'0'0'159'16,"0"0"3"-16,1-8-5 0,-1 8-1 0,0 0-1 16,0 0-2-16,0 0-11 0,0-7-8 0,0 7-7 15,0 0-8-15,0 0-8 0,0 0-5 0,0 0-8 16,0 0-7-16,0 0-4 0,0 0-1 0,0 0-4 15,0 0-2-15,0 0 3 0,0 0-8 0,0 0-3 16,4-7 0-16,-4 7-3 0,0 0-3 0,0 0 1 0,0 0-4 16,0 0-3-16,0 0-3 0,0 0-2 15,0-9-1-15,0 9-4 0,0 0-5 0,0 0-9 16,4-6-3-16,-4 6-1 0,6-8-3 0,1 4-7 16,-2 0-2-16,1 2-3 0,3 0 6 0,0 0-9 0,1 1-3 15,3 2-3-15,-3 1-4 0,-2 1 2 16,0 0-4-16,2 4 5 0,-2 1-3 0,-2 0 1 15,-1 3 1-15,-1 0 3 0,0 5-6 0,-4-4 1 16,-2 6 0-16,1-1 1 0,-8 1-1 0,2-1 0 0,-6 5 0 16,-1-5-1-16,-4 3-2 0,1-6-4 0,2-2-2 15,-2-1-3-15,1 0 1 0,-1-1 1 0,2-1 0 16,2-3 0-16,1-2 9 0,1-1-7 0,2 0-4 16,3 0 3-16,-1 0 4 0,7-3 0 0,-12 0 2 15,12 0-6-15,-10-2 0 0,10 2 2 0,0 0 0 16,-10-2-2-16,10 2 2 0,0 0-3 0,0 0-1 15,0 0-3-15,0 0 7 0,0 0 0 0,0 0 1 16,0 0-1-16,0 0 6 0,0 0 0 0,28-2-1 16,-17 4 4-16,-2 2-2 0,-2-4-5 0,3 5 6 15,1 0-4-15,1-2 4 0,1 0-2 0,5 3-23 16,0 0-36-16,0-1-31 0,1 0-40 0,3 0-50 16,6 0-36-16,-6 2-231 0,-2-6-480 0,2-1 213 15</inkml:trace>
  <inkml:trace contextRef="#ctx0" brushRef="#br0" timeOffset="65557.22">23213 7510 4 0,'0'0'180'0,"-9"0"-17"0,9 0-14 0,0 0-12 16,0 0-12-16,0 0-10 0,0 0-14 0,0 0-9 15,0 0-4-15,26-6-7 0,-7 5-14 0,2-2 2 0,6 0-12 16,4 1-6-16,-3 2-22 0,-8-2-17 0,0 2-29 16,-2-2-13-16,-3 1-22 0,-4-1-15 0,0 2-13 15,-4-1-12-15,-7 1-6 0,13-1-83 16,-13 1-196-16,9-3 87 0</inkml:trace>
  <inkml:trace contextRef="#ctx0" brushRef="#br0" timeOffset="65899.45">23416 7461 11 0,'0'0'109'0,"-9"0"1"0,9 0-13 0,0 0-5 0,-11 0-7 16,11 0-2-16,-8 4 0 0,8-4 10 0,-8 9 0 16,6 0 7-16,-2 3 13 0,-1 3 8 0,1 0-13 15,1 2-8-15,-2 0-5 0,3 9-1 0,-2-8-6 16,1-1-1-16,1 1-3 0,-2 1-7 0,3 1-8 16,-2-2-8-16,2-7 0 0,1 8-16 0,-3-3 4 15,3 0-8-15,-1-6 0 0,2 2-5 0,-2-3-2 16,0 2-4-16,-1-2-2 0,0-1-4 0,-1-2-1 15,1-1-4-15,2-5-7 0,-4 11-10 0,0-4-2 16,0-5-7-16,4-2-4 0,-11 7-2 0,3-4-10 16,2-2 1-16,-3 1-1 0,0-2 8 0,9 0-1 15,-19 1 0-15,12-1 4 0,7 0 1 0,-15-1 4 16,15 1 4-16,-12-2 3 0,12 2 3 0,-7 0 0 16,7 0-6-16,0 0 7 0,0 0-2 0,-12-1 1 15,12 1 0-15,0 0 0 0,0 0-1 0,0 0 7 16,0 0-3-16,0 0 2 0,0 0-2 0,35 4 0 15,-17-4-8-15,2 2-24 0,-1-2-34 0,11 1-29 16,-2-4-53-16,2 3-14 0,1 0-161 0,-1-1-343 16,0-3 152-16</inkml:trace>
  <inkml:trace contextRef="#ctx0" brushRef="#br0" timeOffset="66345.42">23802 7761 87 0,'-9'-3'217'0,"-2"-1"-4"16,-2-1-14-16,-4 1-10 0,3 1-2 0,-5 1-7 16,5 3-9-16,-4 0-12 0,5 1-19 0,-3 3-7 15,-1 2-9-15,2 0-11 0,1 1-11 0,0 2-13 16,1-1-9-16,1 0-7 0,3-2-7 0,3 5-3 16,-1-3-8-16,2 2-9 0,3-2-1 0,1 1 0 0,1 2-8 15,1-5 0-15,4 1-6 0,0 0 7 16,3-1-11-16,2-1-2 0,1-2-2 0,1 0-2 15,2-2-1-15,-1 1-3 0,-3-3 0 0,4-3 2 16,0 2-6-16,-1-2 0 0,-3 0 1 0,0-2 0 0,1-2-6 16,-4 1 4-16,1-5-2 0,-2 3-4 0,2-6 0 15,-2 0 1-15,0 3-2 0,-3 0 0 0,1-8 1 16,-4 0-1-16,2 1-3 0,0-1-1 0,-1-8 3 16,1 11 2-16,0-1-2 0,1 0 2 0,-6 2 0 15,1 3 7-15,2 2 9 0,0 0 4 0,-2 1 6 16,2 9-6-16,0-10 1 0,0 10-7 0,2-7-4 15,-2 7-2-15,0 0-5 0,0 0-2 0,0 0-2 16,0 0 2-16,0 26 1 0,2-13-3 0,-6 8 6 16,4-2-1-16,-1 1-1 0,0 3-1 0,0 3 9 15,-2-2-13-15,3-4 1 0,-1-2-1 0,-1 1 3 16,5 1-2-16,-3-1-24 0,-1-3-33 0,2 1-41 16,2 0-33-16,-2-2-40 0,3-2-43 0,-1-3-39 15,0 2-194-15,-1-5-477 0,4 2 212 0</inkml:trace>
  <inkml:trace contextRef="#ctx0" brushRef="#br0" timeOffset="66563.42">24040 7814 235 0,'-2'-11'235'0,"2"11"-22"0,0 0-16 0,-10-4-8 15,10 4-5-15,-11 1-4 0,11-1-10 0,-21 10-7 16,12-2 4-16,-5 1-17 0,2 4-5 0,0 1-8 15,-1-3-13-15,3 2-12 0,1-1-10 0,1-2-12 16,1 2-10-16,3-2-3 0,1 1-12 0,-1 1-6 0,3-3-12 16,2 2-26-16,2-5-24 0,1 3-40 15,2-2-35-15,2 1-46 0,6-1-47 0,3-5-50 16,2 2-196-16,2-3-452 0,0 0 200 0</inkml:trace>
  <inkml:trace contextRef="#ctx0" brushRef="#br0" timeOffset="67081.7">24318 7845 98 0,'0'0'293'0,"-2"-8"-17"0,2 8-15 0,0 0-11 16,2-12-18-16,-2 12-13 0,5-12-19 0,-1 2-13 15,0 6-7-15,3-5-9 0,-2 0-17 0,2-1-12 16,1 0-7-16,-2 2-8 0,2-3-9 0,2-2-11 16,-2 3 2-16,-2 0-12 0,2-4-10 0,0 5-4 15,-2-4-10-15,0-1 3 0,0 4-7 0,-4-1-7 16,2 1 3-16,1 0-8 0,-4 2 1 0,2 1-11 16,-3 0 14-16,0 7-20 0,2-11-2 0,-2 11-12 15,0-7 8-15,0 7-11 0,0 0-3 0,0 0-4 16,4-6-13-16,-4 6 4 0,0 0 0 0,0 0 1 15,-18 18-2-15,8-5-2 0,4-2 3 0,-1 4-3 0,-4 0 4 16,3 0 5-16,2 1-10 0,-1-1-3 0,4-2 3 16,2-3 13-16,2 4-12 0,2-3-4 0,1 1-14 15,3-2-28-15,-1 1-19 0,8 0-44 16,-1-1-34-16,0 0-36 0,6-4-46 0,0-1-40 0,-1 1-33 16,1 0-225-16,-2-4-560 0,-3 3 248 0</inkml:trace>
  <inkml:trace contextRef="#ctx0" brushRef="#br0" timeOffset="67306.95">24507 7433 277 0,'-10'-9'295'0,"4"2"-20"0,-3 0-4 0,4 3-22 0,0 2-6 15,5 2-21-15,-8-8 4 0,8 8-11 0,-8-5-22 16,8 5-17-16,-3-4-8 0,3 4-22 0,0 0-11 15,0 0-12-15,-7-4-15 0,7 4-12 0,0 0-2 16,0 0-18-16,0 0-12 0,0 0-32 0,0 0-26 16,0 0-35-16,0 0-42 0,0 0-38 0,0 0-52 15,0 0-52-15,0 0-40 0,18 13-223 0,-9-7-516 16,0-2 229-16</inkml:trace>
  <inkml:trace contextRef="#ctx0" brushRef="#br0" timeOffset="67973.82">24980 7727 35 0,'0'0'202'0,"0"0"-17"0,0 0-4 0,0 0-3 0,3-9-5 15,-3 9-9-15,0 0 0 0,0 0-8 0,0 0-10 16,0 0-10-16,0 0-9 0,0 0-11 0,0 0-7 15,0 0-4-15,0 0-5 0,0 0 0 0,0 0-5 16,0 0-9-16,0 0-1 0,0 0-5 0,0 0-13 16,0 0-2-16,0 0-3 0,0 0-9 0,0 0-4 15,6-3-3-15,-6 3-7 0,16 0 3 0,-5-2-5 16,3 0 0-16,4 1-9 0,1 0 2 0,3 1-2 16,-3-2-3-16,2 1-1 0,0 0 3 0,1-1-8 15,0 0 1-15,-1 1-2 0,-4 0-4 0,-3-1-1 16,-1 2-2-16,1-2-2 0,-3 2 2 0,-4-2 0 15,-7 2-2-15,14-1 1 0,-8 2-1 0,-6-1-3 0,0 0-1 16,13-3 2-16,-13 3-2 0,0 0-3 16,10 0 2-16,-10 0-2 0,0 0 3 0,0 0-5 15,0 0 6-15,0 0-1 0,0 0-15 0,7 2-16 0,-7-2-19 16,0 0-19-16,0 0-17 0,0 0-21 16,0 0-20-16,0 0-18 0,0 0-43 0,0 0-31 15,-17 14-219-15,8-11-469 0,-1-2 208 0</inkml:trace>
  <inkml:trace contextRef="#ctx0" brushRef="#br0" timeOffset="68263.45">25158 7593 25 0,'0'0'273'0,"0"0"-18"0,0 0-23 0,0-8-13 15,0 8-17-15,0 0-15 0,0 0-23 0,0 0-16 16,0 0-19-16,0 0-14 0,0 0-9 0,0 0-6 16,0 0-9-16,0 0 0 0,0 0-11 0,7 29 1 15,-5-18 2-15,-2 0-6 0,1 7-10 16,-1-8 0-16,2 1-8 0,-1 1-1 0,0 1-4 16,0-1-5-16,2 0-4 0,-3 1-4 0,0-1-4 0,3 0-2 15,-1 0-4-15,-2-2 3 0,0 2-14 0,0-2-16 16,1 1-23-16,0-3-29 0,-2 1-31 0,2 1-42 15,-1 1-28-15,2-7-36 0,-2-4-30 0,0 15-193 16,1-11-441-16,-1-4 196 0</inkml:trace>
  <inkml:trace contextRef="#ctx0" brushRef="#br0" timeOffset="68607.45">25897 7438 251 0,'-2'-7'243'0,"2"7"-17"0,0 0-13 0,-4-8-15 16,4 8-10-16,0 0-14 0,0 0-16 0,0 0-14 16,0 0-19-16,7-10-11 0,-1 7-3 0,8-1-19 15,-1 2-9-15,5 0-9 0,2 0-16 0,-2-2-24 16,0 4-27-16,0-3-26 0,-5 2-30 0,1-1-28 16,-1 1-15-16,-3-2-20 0,-4 2-11 0,1-1-16 15,-7 2-8-15,11-3-6 0,-11 3-3 0,5-3-82 16,-5 3-257-16,0 0 113 0</inkml:trace>
  <inkml:trace contextRef="#ctx0" brushRef="#br0" timeOffset="68951.11">26102 7377 816 0,'0'0'-43'0,"0"0"18"0,0 0 17 0,-20-7 17 16,20 7 15-16,0 0 8 0,-5-2 10 0,5 2 11 16,0 0 15-16,0 0-9 0,0 0 0 0,0 0-7 15,0 0-6-15,0 0 17 0,-14 9 15 0,10 0 18 16,-2 5 9-16,-1 3 4 0,1 1-4 0,-2-1 2 16,3 8-1-16,-3 2 0 0,1 0-3 0,2-1-12 15,-2-6-2-15,3 4-9 0,0 0-6 0,1 2-1 16,1-7 0-16,-2 1-10 0,2-1-5 0,2-3-5 15,0 0-6-15,0 0 0 0,0-5-5 0,-2 0-9 0,4-2-5 16,-2-1 2-16,0 1-3 0,0-9 0 16,0 13-6-16,2-8 0 0,-2-5 2 0,0 0-5 0,-2 12 1 15,2-12-3-15,0 6-2 0,0-6 0 16,0 0-2-16,-10 2-6 0,10-2-13 0,-13-2-10 16,13 2 1-16,-18-8-5 0,9 6 1 0,0-4-6 15,-3 4 0-15,1-3 3 0,3 3 4 0,-2-2 1 16,4 2 4-16,-1-2-1 0,7 4 2 0,-11-3-1 15,11 3 3-15,-10 0 0 0,10 0 2 0,0 0 0 0,-8-3 0 16,8 3-6-16,0 0 6 0,0 0 3 0,0 0 1 16,0 0 0-16,0 0 4 0,0 0 1 0,0 0-1 15,32 2-12-15,-19-1-15 0,7-1-25 0,3 0-27 16,-1 0-33-16,5-1-41 0,2 1-41 16,-2 1-187-16,-6-4-412 0,-1-1 183 0</inkml:trace>
  <inkml:trace contextRef="#ctx0" brushRef="#br0" timeOffset="69363.75">26331 7146 78 0,'6'-6'183'0,"-6"6"-12"0,7-4-4 0,1 3-3 16,-8 1-4-16,10 0-14 0,-10 0-13 15,9 6-12-15,-3-2-11 0,0 1-8 0,-2 1-7 16,-2-2-5-16,3 6-9 0,-5 1-3 0,0 0-8 15,0 0-4-15,-3-1-3 0,1 2-4 0,-4 2-6 16,0-2 3-16,-4 2-3 0,3-5-4 0,-1 0-1 0,0 1-4 16,-1-3-5-16,3-1-2 0,1 1 0 15,1-2-9-15,4-5 8 0,-8 5-12 0,4-1 0 16,4-4-4-16,0 0-1 0,-4 8-2 0,4-8 2 0,0 0-6 16,0 0-9-16,18 6-11 0,-7-5-21 0,7-1-26 15,2 0-30-15,-2 1-34 0,3 1-42 0,1-1-23 16,-4 1-172-16,-5 0-382 0,1 0 169 15</inkml:trace>
  <inkml:trace contextRef="#ctx0" brushRef="#br0" timeOffset="69897.05">26486 7793 18 0,'4'-12'246'0,"-2"8"-23"0,-2 4-4 0,3-12-9 0,-1 5-6 16,-2 7-11-16,-2-16-17 0,1 9-9 0,1 7-15 15,-4-13-11-15,2 7-13 0,-2 1-8 0,-1 0-14 16,-1 2-5-16,-2-4-12 0,-1 6-9 0,9 1-7 16,-15 2-8-16,1 0-6 0,4 2-8 0,-2-1-4 15,-2 4-8-15,0 2 2 0,1-2-7 0,3 2-2 16,2-1-3-16,1 2-6 0,-1-3 2 0,3 1-4 15,-3 2 0-15,3-5-7 0,2 4 1 0,1-2-1 16,2-1 0-16,0-6-3 0,2 13 3 0,0-9-3 16,1 3 2-16,4-4-5 0,-3 0 13 0,5 1-13 15,-5-1 5-15,6-2-2 0,1-1-3 0,-2 0-1 16,-9 0-1-16,18-3 4 0,-7 0 1 0,-6 0-1 0,2-1-3 16,2-2-2-16,-1-2-3 0,1 0 4 15,-1 0 0-15,-2-2-6 0,0-1 6 0,-1-4-2 16,-1-1-2-16,4 3 2 0,-4-6 1 0,0 5-2 15,1-4 7-15,-1 1-2 0,0 1 16 0,-1 4-6 16,-3 1 3-16,2-4 0 0,1 6 0 0,-3-2 17 16,0 3-4-16,2 2 6 0,-2 6 0 0,0-10-1 15,0 10-4-15,2-8-8 0,-2 8-7 0,0 0-5 16,0 0-1-16,0 0-4 0,0 0 1 0,-2 33 2 0,0-16-1 16,-1 0 2-16,-1 1-1 0,1 1 0 0,1-1 1 15,0 2-2-15,0-2-3 0,0-1 0 0,0 2-2 16,-1 0-6-16,3-3-19 0,0-5-35 15,2 5-34-15,-2-3-29 0,1-2-40 0,3 1-46 0,-2-1-45 16,2-3-46-16,1-2-173 0,2 1-505 0,-2-4 225 16</inkml:trace>
  <inkml:trace contextRef="#ctx0" brushRef="#br0" timeOffset="70119.84">26800 7731 118 0,'-4'-12'243'0,"-1"8"-13"0,1-1-11 0,4 5-4 16,-14-3-3-16,5 5 1 0,-2 0-8 0,-3 2-5 16,-1 3-6-16,-1 2-16 0,-1 1-7 0,-2 0-16 15,6 2-14-15,-1 2-14 0,3-1-11 0,3-4-10 16,-4 4-6-16,7-3-5 0,1 0-15 16,2 0-13-16,2 0-9 0,0 1-21 0,4-1-14 0,1-3-26 15,3 0-23-15,2-1-41 0,1 1-46 0,0-1-39 16,7 1-46-16,0-5-40 0,-2 2-213 0,-2-2-490 15,-1-1 217-15</inkml:trace>
  <inkml:trace contextRef="#ctx0" brushRef="#br0" timeOffset="70872.52">27197 7281 76 0,'0'0'141'0,"0"0"8"16,0 0-12-16,0 0 3 0,0 0-9 0,0 0-7 15,0 0-11-15,0 0 0 0,0 0-9 0,0 0-6 16,0 0-7-16,0 0-4 0,0 0-2 0,0 0-7 16,0 0 1-16,0 0-1 0,0 0-6 0,0 0-8 15,0 0 0-15,0 0-3 0,0 0 0 0,0 0-4 16,0 0 2-16,0 0-3 0,0 0 1 0,0 0-3 16,0 0 0-16,0 0 4 0,0 0-2 0,0 0 2 15,0 0 1-15,0 0 3 0,0 0 11 0,0 0-14 16,0 0-2-16,0 0-3 0,0 0 5 0,0 0-9 15,0 0 12-15,0 0-16 0,0 0-3 0,0 0-2 16,0 0 0-16,0 0 2 0,0 0-7 0,0 0 1 16,0 0 0-16,0 0-2 0,0 0 6 0,0 0-3 15,0 0-6-15,0 0-1 0,0 0-5 0,0 0 7 16,0 0-6-16,0 0 17 0,0 0-23 0,0 0 3 0,0 0 5 16,0 0-8-16,0 0-1 0,0 0-2 15,0 0-5-15,0 0-3 0,0 0 2 0,0 0 0 16,0 0-7-16,0 0 2 0,0 0 0 0,17 12-2 15,-8-6 1-15,-1 1-3 0,2 0-1 0,5 7 3 0,-2-2 0 16,5 10 8-16,-4-1-12 0,4 4 2 16,-2 3-3-16,-5 1 3 0,0 3 3 0,1 13-6 15,-8-12 3-15,2 0 1 0,-5 0-1 0,-1 1 1 16,0-2 9-16,-4-1-6 0,-1-1 3 0,0 2-1 0,-6-6-9 16,0 3 2-16,-3-4 4 0,-2-2-9 15,-2-1-14-15,1-1-6 0,-4-3-35 0,1-1-27 16,0-1-30-16,-7 2-44 0,-2-7-51 0,2-1-49 0,6-3-275 15,2 1-579-15,-2-4 256 0</inkml:trace>
  <inkml:trace contextRef="#ctx0" brushRef="#br0" timeOffset="71531.19">27807 7527 123 0,'0'0'242'0,"-4"-9"-7"0,-1 1-12 0,1 4 1 0,-2-1-7 16,0 0-9-16,-1 2-14 0,1-1-13 0,-2 2-17 15,-2-2-13-15,-1 6-13 0,-2-1-14 0,-4 2-9 16,-1 3-10-16,4 4-4 0,-6 0-5 0,2 0-11 16,4 3-6-16,-3-2-5 0,1 3-3 0,5 1 0 15,-3 0-16-15,5 2-6 0,3-7-7 0,2 2-2 16,1 0 2-16,2-1-7 0,1-1-7 0,4 3-2 15,0-3 0-15,5 1 0 0,-3-4-2 0,6 0-4 16,-1-1-2-16,2 0-10 0,5-2-4 0,-5-1 3 16,2-3-4-16,2 1-6 0,-5-1 3 0,1-2 3 15,-1-4-12-15,0 0 10 0,-3-2-18 0,3 0 3 16,-5-7 2-16,4 1 1 0,-5-3 8 0,4-7-5 16,-3 5 4-16,-3 0-3 0,2-8 3 0,-1 1 6 15,-4 0-4-15,3 0 4 0,1 0 2 0,-2 1-1 0,-1-1 3 16,-1 2 5-16,1 0 2 0,-2-2 8 0,0 9-4 15,0-2-4-15,0 2 8 0,-2 1 4 16,4 3 3-16,-2 3 6 0,0 0 11 0,0 2-6 16,0 8-2-16,0-8-8 0,0 8-4 0,0 0-6 0,2-8-8 15,-2 8-5-15,0 0 0 0,0 0 0 0,-2 25-2 16,2-8-3-16,0 8 5 0,-2 3 4 16,0 0 1-16,1 1 1 0,-2-1 4 0,0 2-3 15,1 1-2-15,0-4 0 0,0 1 3 0,0 1-5 0,-2-2-8 16,2 0 9-16,0-1 4 0,-1-2-20 0,3-6-28 15,-1 0-28-15,0-1-38 0,1-5-37 0,0 5-35 16,0-6-49-16,1 1-42 0,0 0-45 16,0-2-167-16,3-4-514 0,1 0 227 0</inkml:trace>
  <inkml:trace contextRef="#ctx0" brushRef="#br0" timeOffset="71921">28357 7415 115 0,'3'-4'284'16,"1"0"-35"-16,-4 4-19 0,0 0-19 0,0 0-3 15,0 0 4-15,0 0 14 0,-19 24-20 0,8-10-18 16,-7 5-3-16,5-4-10 0,-4 7-12 0,3-5-19 16,-5 1-6-16,2 1-14 0,3-4-8 0,0 0-14 15,0 1-2-15,0-3-5 0,3-2-12 0,-6 0-2 16,2-2-5-16,3 2-5 0,1-4-7 0,-2-3-7 15,4 2-2-15,0-2-4 0,-3-3-11 0,4-1 1 16,-3 0-7-16,11 0-2 0,-16-4 1 0,9 0-5 16,1-2 1-16,-2-2-4 0,1-1-2 0,3 0-1 15,4-1-5-15,0-4-5 0,4-1-14 0,3-2-5 16,1-1 4-16,0 3-8 0,4 1-1 0,0 1 9 16,0 4 4-16,-2 1-13 0,0 0 4 0,-4 6-6 15,3-4 1-15,-1 5-2 0,2 0-1 0,0 2 2 0,2 4 1 16,-2 1 18-16,-1 2-13 0,8 3-1 15,-3 2 5-15,0 1-2 0,0 1 2 0,4 3 0 16,2 1 1-16,-2-1-28 0,-2-2-34 0,-3-3-39 16,5 7-51-16,2-3-46 0,-4-8-57 0,0 4-71 0,-1-5-176 15,0 3-547-15,-2-8 243 0</inkml:trace>
  <inkml:trace contextRef="#ctx0" brushRef="#br0" timeOffset="72748.59">27499 6602 7 0,'-9'1'46'0,"9"-1"-7"0,-14 2 9 0,8-1 0 16,6-1 1-16,-16 0-2 0,9 3-4 0,-2-3 9 15,1 2 6-15,-2 1 0 0,5 0-4 0,5-3-12 16,-12 2 5-16,12-2-1 0,-10 3 5 0,10-3-4 15,0 0 1-15,-9 2-3 0,9-2 10 0,0 0-1 16,0 0-3-16,0 0 4 0,0 0 1 0,0 0 1 16,0 0 9-16,0 0 2 0,27 3-7 0,-8-5-3 15,10 2-4-15,2-1-1 0,10 0-5 0,15 1 2 16,0-3-4-16,-1 2-5 0,6-1-2 0,-3 0-6 16,3 0 2-16,0-1 0 0,-1 1-8 0,-3-3-1 15,2 1-1-15,-2 1-6 0,0-2 7 0,-3 3 13 16,-2-1 2-16,-15-1-1 0,-1 2 7 0,-2-1-1 0,-2 2 9 15,0-1-2-15,-3-2 5 0,-8 1 2 0,-2 1-4 16,-6 0 9-16,0 0 0 0,-2 0 8 16,-1-2 0-16,1 3 6 0,-4 0 1 0,-7 1 2 15,11-2 4-15,-11 2-13 0,10-3-4 0,-10 3-5 16,6-2-3-16,-6 2-10 0,0 0-7 0,0 0-2 16,8-3-6-16,-8 3 3 0,0 0-21 0,0 0-20 15,0 0-20-15,8-2-26 0,-8 2-21 0,0 0-26 16,0 0-42-16,0 0-41 0,0 0-38 0,0 0-27 15,0 0-190-15,0 0-470 0,0 0 208 0</inkml:trace>
  <inkml:trace contextRef="#ctx0" brushRef="#br0" timeOffset="77341.07">7158 9569 136 0,'-3'-8'159'0,"3"8"0"0,-4-9-8 16,4 9 2-16,-2-8-3 0,2 8-4 0,-4-8 3 15,4 8-4-15,-3-8-12 0,3 8-1 0,-2-6-6 16,2 6-4-16,0 0-7 0,-3-8-11 0,3 8-5 16,0 0-12-16,0 0-8 0,0 0-6 0,-2-8-11 15,2 8-7-15,0 0-9 0,0 0-6 0,0 0-5 16,0 0-2-16,0 0-2 0,-4 25-3 0,1-14-3 16,3 6 3-16,-1 2 2 0,-2 0-4 0,3 0-2 15,-1 1 0-15,2 5-1 0,-2 0-1 0,0-7-2 16,0 7 5-16,-2-1 1 0,2-6 3 0,-1 0-5 15,1-6-1-15,-1 7 0 0,2-3 6 0,0-1-12 16,-2 1 0-16,2-5-5 0,-1 1 2 0,1-3 0 16,0 3-2-16,-1-2 1 0,2 1-4 0,-1-4-2 15,0 0-5-15,0-7-23 0,0 11-12 0,0-11-19 16,-1 12-25-16,1-12-11 0,-2 7-23 0,2-7-20 16,0 0-32-16,0 0-26 0,-3 6-44 0,3-6-129 15,0 0-391-15,0 0 173 0</inkml:trace>
  <inkml:trace contextRef="#ctx0" brushRef="#br0" timeOffset="77573.09">7127 9587 81 0,'0'0'159'0,"5"-4"6"16,-5 4 1-16,0 0-9 0,0 0-1 0,13 2-1 15,-13-2-9-15,13 5-8 0,-3-2-15 0,0 1-12 16,0-2-10-16,3 2-9 0,4 0-9 0,-5 0-16 0,3 1 1 16,2-2-6-16,1 1-9 0,1-1-22 0,-1 2-25 15,0-1-26-15,1 0-25 0,-1 0-33 16,-1 0-30-16,-4-1-24 0,1 0-24 0,-1 1-108 16,-1-2-285-16,-4 0 126 0</inkml:trace>
  <inkml:trace contextRef="#ctx0" brushRef="#br0" timeOffset="77806.89">7521 9465 208 0,'-3'-4'197'0,"3"4"-14"0,0 0-21 16,0 0-6-16,0 0 5 0,0 0 8 15,0 0-6-15,0 0-4 0,-9 26-9 0,8-10-13 0,-3 3-7 16,4 0-10-16,0 1-4 0,-3-1-16 15,3 5-10-15,0-5-7 0,2 1-9 0,-2 5-11 0,1-6-3 16,0-1-6-16,0-1-22 0,-1 0-26 0,0 0-35 16,3 0-32-16,-2-1-29 0,1-2-26 0,1-3-23 15,-1 0-33-15,2 0-26 0,1-2-130 0,-3-2-356 16,-2-7 158-16</inkml:trace>
  <inkml:trace contextRef="#ctx0" brushRef="#br0" timeOffset="78122.89">7666 9754 76 0,'0'0'183'0,"0"0"0"15,0 0 4-15,0 0-10 0,0 0-15 0,0 0-18 16,-15 19-5-16,12-11-9 0,3-8-13 0,2 13-1 16,-2-3-6-16,2-3 0 0,2 2-13 0,0-1-6 15,1-3-12-15,0 1-2 0,0-3-5 0,3 1-8 16,1-1-7-16,0-1 0 0,1-1-4 0,1-2-6 15,0 0-2-15,3-2 3 0,-4-2 0 0,0 2 0 16,2-1 5-16,-5-3-2 0,0 4 2 0,1-5 2 16,-3 0-3-16,0-1-4 0,0 0-6 0,-3 0 1 15,0-2-2-15,-2 1-12 0,-2-1 0 0,0 0-4 16,-3 1 0-16,-3 0-7 0,0 1-3 0,1-1-3 16,-1 0-13-16,-3 3-14 0,0 2-4 0,0 1-18 15,-2 2-22-15,0 1-18 0,1 1-28 0,-1 1-25 16,2 3-22-16,0-1-20 0,3 4-28 0,0-2-191 15,0 3-422-15,5 0 187 0</inkml:trace>
  <inkml:trace contextRef="#ctx0" brushRef="#br0" timeOffset="78635.39">7991 9709 123 0,'-3'11'205'0,"3"-11"0"0,-5 9-4 0,3-1-3 0,-1 1-14 16,1 3-10-16,-1-3-15 0,2 1-13 0,1-1-12 16,0 2-17-16,1-1-4 0,0-2-7 0,2-1-11 15,1 2-13-15,1-1-7 0,0-1-8 0,1 1-5 16,1-4-6-16,-2 1 3 0,4-1-9 0,2-2-3 16,-4 0-4-16,3-2-4 0,-1 0 5 0,-9 0-15 0,18-2 4 15,-11-2-1-15,0 0 3 0,-1 1-4 0,3-4 0 16,-2 0-2-16,0 0 2 0,-3-1-3 15,0 1-1-15,0-4 0 0,-1 3 0 0,-1-1-3 16,0-1-1-16,1 1-5 0,-2 2 1 0,-1 7-1 16,3-10-4-16,-3 10-2 0,1-9-1 0,-1 9 1 15,0 0-13-15,0 0 4 0,0 0-3 0,0 0 0 0,0 0 4 16,0 0-2-16,0 0-4 0,8 24 4 0,-7-16 0 16,1 1 7-16,0-2-9 0,2 2 2 0,-1 0 1 15,1-2-3-15,0-1 1 0,1 1 0 0,3-3 1 16,-2-1 3-16,1 0 0 0,0-2 3 0,5 2 0 15,-3-3 4-15,1-3 2 0,0 2 4 0,0-2-4 16,3 0 7-16,0-1 3 0,-7 0 0 0,2-4 1 16,0 2 2-16,-3-3 5 0,-1 1 0 0,1-2-1 15,-1 1-7-15,-2-1-3 0,-2-1 11 0,0-3-18 16,-1 3 1-16,0-2-2 0,-1 1-4 0,-2-4 4 16,2 5-2-16,-2 0-6 0,0 1-6 15,2 3-9-15,-2 3-6 0,0-4-26 0,4 8-21 0,-6-8-29 16,6 8-26-16,-7-2-29 0,7 2-25 0,0 0-30 15,0 0-25-15,-11 12-35 0,6-5-143 0,5-7-439 16,-4 15 194-16</inkml:trace>
  <inkml:trace contextRef="#ctx0" brushRef="#br0" timeOffset="78977.17">8819 9746 84 0,'0'0'281'0,"0"0"-6"0,0 0-8 0,0 0-3 15,0 0-22-15,0 0-12 0,0 0-16 0,0 0-17 16,0 0-21-16,6 3-9 0,-6-3-19 0,0 0-11 16,0 0-4-16,0 0-26 0,0 0-14 0,13-1-2 15,-13 1-10-15,17-2-11 0,-7-1-2 0,0 2-13 16,3 0-3-16,-3-1-4 0,1 0-6 0,-3 1-4 0,0-2-4 15,-8 3-2-15,13-1-1 0,-8-2-3 16,-5 3-6-16,10 0 1 0,-10 0 6 0,0 0 1 16,9-1-1-16,-9 1-1 0,0 0 3 0,0 0-5 15,8-2-4-15,-8 2 9 0,0 0-7 0,0 0-1 16,0 0-7-16,0 0 10 0,0 0-18 0,0 0-29 16,0 0-30-16,0 0-36 0,0 0-53 0,0 0-47 15,0 0-55-15,0 0-42 0,0 0-224 0,0 0-548 16,0 0 243-16</inkml:trace>
  <inkml:trace contextRef="#ctx0" brushRef="#br0" timeOffset="84375.19">11154 9677 86 0,'0'0'199'0,"-4"-8"-6"0,4 8-4 0,-2-8-11 16,2 8-1-16,0 0-14 0,-4-7-15 0,4 7-13 16,0 0-17-16,0 0-15 0,0 0-11 0,0 0-10 15,0 0-9-15,0 0-8 0,0 0-5 0,-7 23-2 16,6-10-3-16,-3 7-5 0,3 5 6 0,-3 1-2 15,0-1 0-15,0 3-4 0,-1 0 0 0,3 3-4 16,-3-4-4-16,-2 2-3 0,2-4 0 0,0 0-4 16,1 0-2-16,0-6 2 0,2-1-1 0,-1 1-6 15,2-1 4-15,-2-7-9 0,0 6-1 0,1-5-4 16,1 1-2-16,0-2-2 0,1 1 4 0,0-3-6 16,0 1 1-16,0 0-2 0,0 1-19 0,0-5-23 15,0-6-23-15,1 15-17 0,-1-9-24 0,0-6-32 16,1 10-27-16,-1-10-30 0,-1 8-32 0,1-8-127 15,-5 7-373-15,5-7 165 0</inkml:trace>
  <inkml:trace contextRef="#ctx0" brushRef="#br0" timeOffset="84621.43">10557 10467 100 0,'-4'2'187'0,"4"-2"-7"0,0 0-2 16,0 0 0-16,0 0-8 0,0 0 5 0,17 13-7 16,2-12-7-16,12-2-11 0,3-1-10 0,21 0-12 15,-2-4-8-15,7-1-10 0,0 3-9 0,-3-6-13 16,-1 4-7-16,-3 0-7 0,2 2-9 0,-4-1-8 16,-13 2-5-16,1-1-9 0,-1 2-21 0,-4-1-24 15,0 2-27-15,-4 1-36 0,-9 1-23 0,-1 1-24 16,-1 1-34-16,-1 0-20 0,-4-1-12 0,-7 0-146 15,2 3-351-15,-6-1 155 0</inkml:trace>
  <inkml:trace contextRef="#ctx0" brushRef="#br0" timeOffset="85021.47">10813 10765 160 0,'0'0'181'0,"0"0"-16"0,-3 8-14 0,3-8 8 16,0 0-2-16,5 14-11 0,-1-9-12 0,0 2-5 0,1-1-11 15,-3 5-10-15,2-1-2 0,0 0-12 0,0 3-10 16,-3-3-1-16,2 2-11 0,-3-2-2 0,-1-1-7 16,-2 2-2-16,1 0-4 0,-2 0-1 0,-2-2-6 15,-1 2-4-15,-1-1 1 0,-1-1-10 16,0-3-3-16,-3 1-4 0,1-1 2 0,-1-2-6 0,0 1 1 15,2-4-2-15,-4 0 6 0,2 1-14 0,1-4 4 16,-1 0 0-16,3 1-1 0,9 1 8 0,-14-5 9 16,9 4-2-16,5 1-1 0,-10-4-2 15,10 4 0-15,-8-4 3 0,8 4-9 0,0 0-4 0,-4-4-2 16,4 4-6-16,0 0 2 0,0 0-3 0,0 0-3 16,0 0 0-16,27 4-2 0,-17-1 3 0,1 0-3 15,3 1 4-15,-4 2-1 0,2-1-3 0,4 4 2 16,-2 0-3-16,-1-2-7 0,0 4-28 0,3 0-28 15,-3 0-23-15,-1 0-41 0,0 1-36 0,-3-6-29 16,3 3-38-16,1 2-179 0,-7-4-435 0,2-3 192 16</inkml:trace>
  <inkml:trace contextRef="#ctx0" brushRef="#br0" timeOffset="85261.25">11154 10804 166 0,'1'-7'278'0,"1"1"-12"16,-2 6-18-16,2-11-22 0,-2 11-17 16,4-5-17-16,-4 5-10 0,0 0-7 0,0 0-4 15,0 0 2-15,0 0-15 0,4 22-5 0,-5-9-10 0,1 0-16 16,0 1-10-16,-4 3-9 0,0 0-16 0,3 2-5 16,-1-2-4-16,-2-1-12 0,3 0-6 15,0 3-8-15,-2-4-3 0,3-2-27 0,-1-2-39 16,1 5-34-16,-1-6-35 0,-1 3-44 0,2-4-22 0,-1 1-46 15,1-3-26-15,0-7-19 0,3 13-191 0,-3-13-463 16,2 6 206-16</inkml:trace>
  <inkml:trace contextRef="#ctx0" brushRef="#br0" timeOffset="85463.7">11307 10826 191 0,'3'-7'224'0,"-3"7"-23"16,4-6-18-16,-4 6-8 0,5-4 2 0,-5 4 2 15,0 0 4-15,0 0-8 0,5 15-16 0,-5-6-9 16,0 0-6-16,0 2-11 0,-1 1-13 0,-1 0-13 16,2 4-6-16,-5-1-12 0,4 1-3 15,0-3-16-15,-2 1-9 0,2-1-22 0,1-2-28 0,0 0-32 16,0 2-23-16,0-5-33 0,0 0-43 0,0 0-28 16,0-8-31-16,1 12-45 0,-1-12-134 0,-1 7-388 15,1-7 173-15</inkml:trace>
  <inkml:trace contextRef="#ctx0" brushRef="#br0" timeOffset="85620.56">11179 10736 136 0,'11'-9'180'0,"7"1"-15"15,7-4-14-15,3 5-19 0,2-1-18 0,2 0-35 16,6 2-51-16,-4-3-51 0,4 2-61 0,-1-2-63 15,1 2-159-15,0 0 72 0</inkml:trace>
  <inkml:trace contextRef="#ctx0" brushRef="#br0" timeOffset="86403.48">12666 9694 16 0,'2'-6'228'0,"-2"6"-10"0,0-14-16 16,0 7-16-16,0 7-3 0,-2-13 0 0,2 13-13 0,-3-12-10 16,3 12-9-16,-1-9-13 0,1 9-11 0,-3-9-18 15,3 9-4-15,0 0-15 0,0-7-14 0,0 7-8 16,0 0-10-16,0 0-7 0,0 0-6 16,0 0-2-16,0 0-5 0,0 0-6 0,0 0 11 0,-6 19-19 15,3-9 1-15,1 5-3 0,0 3 1 0,0 0-1 16,2 2 2-16,-5 5-4 0,2-6-1 0,-3 9 1 15,1 0 2-15,1 1 2 0,0 3 1 0,-1 0 1 16,0 0-4-16,1 3-5 0,4 0 6 0,0 1-8 16,2 10 2-16,0 4-5 0,3 0-1 0,0-3 3 15,-3 0-3-15,3 1-2 0,-1-1 1 0,-2-1-4 16,-2-11-1-16,0 15 2 0,0-4 2 0,-5 2-2 16,-1-2-1-16,2-10-1 0,-4-1 2 0,2-1-2 15,3 1-1-15,-1-3-2 0,2 1-3 0,0-4-12 16,2 1-6-16,0-3-9 0,0 0-10 0,0-2-13 15,0-7-24-15,0 7-18 0,0-7-16 0,0-1-27 16,0-2-47-16,0-1-5 0,0-1-24 0,-4-1-137 16,1 0-379-16,-6 2 168 0</inkml:trace>
  <inkml:trace contextRef="#ctx0" brushRef="#br0" timeOffset="86741.57">12389 11462 53 0,'-2'15'206'0,"2"-5"-12"15,-4 0-11-15,4 3-8 0,0-1-14 16,0-1-10-16,-2 1-7 0,2-1-5 0,2-2-7 0,0 3-9 16,0-4-6-16,1-1-11 0,4 1 0 15,-3-4-4-15,3 3 7 0,-1-1-12 0,3-3-2 16,1-1-8-16,0-1-3 0,2-1-5 0,3-2 0 15,1-2-8-15,0-2-4 0,-3 2-2 0,-1-2-3 0,-1-1-4 16,0 0 0-16,0-1-4 0,-2-2-4 16,-2 3-2-16,0-2-1 0,-5-1 1 0,1-1 0 0,-5 1-5 15,0-4-4-15,-4 2-5 0,-1-2 0 0,1 4-4 16,-3 2-2-16,-5-3-10 0,-1 4 4 0,1 2-10 16,-1-3-3-16,-4 5-8 0,6 3-24 0,-3-3-21 15,-1 2-35-15,2 1-36 0,2 1-51 0,0-1-60 16,2 1-55-16,0-1-175 0,-1-2-494 0,12 2 219 15</inkml:trace>
  <inkml:trace contextRef="#ctx0" brushRef="#br0" timeOffset="87437.32">12648 8786 118 0,'11'-2'191'0,"2"2"-5"0,1 2-17 0,-1 2-16 15,1-1-13-15,-3 3-13 0,1 0 3 16,-3 2-13-16,-1 1-12 0,-3 2-5 0,1-1-9 0,-2 2-6 15,-2 1-4-15,-2 3-1 0,-2 3-3 0,-4-4-6 16,2-4-2-16,-5 4-3 0,0-1-2 0,-4-1-1 16,4-6-1-16,-2 2 6 0,-1 0-7 0,3-5-3 15,-1 2 2-15,0-1-3 0,-3 0-3 0,4-3-2 16,-1-1-1-16,-1 2-6 0,5-3 6 0,6 0-7 16,-14 0 4-16,14 0 3 0,-11-1-2 0,11 1 1 15,0 0-5-15,-9 0-7 0,9 0-2 16,0 0 1-16,0 0-15 0,0 0-3 0,0 0-3 0,-10 1-2 15,10-1-5-15,0 0-4 0,0 0 5 0,0 0-1 16,21 17 0-16,-12-10-3 0,0 1-2 16,2-4-16-16,-2 5-18 0,3 1-26 0,-3-1-29 0,1 0-30 15,2-1-43-15,2 1-44 0,-2-2-35 0,-4 2-185 16,3-5-456-16,-4 3 202 0</inkml:trace>
  <inkml:trace contextRef="#ctx0" brushRef="#br0" timeOffset="87679.64">13011 8842 129 0,'0'-6'283'0,"3"-4"-20"0,-3 10-23 0,1-11-24 16,-1 11-27-16,0 0-15 0,0-5-13 0,0 5-17 15,0 0-4-15,0 0-5 0,0 0-5 0,2 27-6 16,-2-16-7-16,0 4-17 0,0 1-4 0,0 1-13 15,0 0-3-15,0-1-7 0,-2 2-6 0,1-1-9 16,1 1-2-16,-3-4-20 0,3-3-19 0,0 1-27 16,-2 2-28-16,2-2-30 0,-2-2-39 0,2 2-43 0,2-5-43 15,0 0-44-15,1-1-148 0,-3-6-417 0,5 4 185 16</inkml:trace>
  <inkml:trace contextRef="#ctx0" brushRef="#br0" timeOffset="87893.07">13210 8822 225 0,'0'0'225'0,"4"-5"-22"0,-4 5-12 0,0 0 6 0,0 0-9 15,0 0-4-15,0 22 10 0,0-13-3 0,0 1-7 16,-2 3-20-16,0-1-14 0,2-1-8 0,0 5-15 16,-2 0-4-16,1-1-18 0,1 0-8 0,0-2-11 15,0 3-5-15,1-5-10 0,-1 2-5 0,0 1-11 16,0-2-30-16,-1-2-39 0,1 0-33 0,-2 0-34 15,2-1-36-15,-2-2-43 0,2-7-21 0,-2 10-44 16,-3-5-184-16,5-5-441 0,-9 3 195 0</inkml:trace>
  <inkml:trace contextRef="#ctx0" brushRef="#br0" timeOffset="88054.64">13046 8815 2010 0,'-2'-10'61'0,"4"0"-25"0,-2 1-11 0,0 1-13 15,0 8-4-15,4-11-8 0,1 7 4 0,3-2-3 16,1 1 2-16,5 0-1 0,3-1-2 0,2 3-2 16,1 0 1-16,2 3-21 0,-1 0-25 0,2 0-26 15,6 1-35-15,-2 2-37 0,-8 3-149 0,0-1-319 16,3 2 141-16</inkml:trace>
  <inkml:trace contextRef="#ctx0" brushRef="#br0" timeOffset="88897.1">13398 10497 228 0,'0'0'236'0,"0"0"-3"0,0 0-10 0,0 0-11 15,0 0-15-15,0 0-14 0,0 0-8 0,-6 2-7 16,6-2-10-16,0 0-6 0,0 0-4 0,0 0-5 16,0 0-1-16,0 0-1 0,0 0 0 0,0 0-15 15,0 0-13-15,0 0-17 0,13-24 0 0,-4 14-9 16,2-1-16-16,4-1 1 0,-5 3-7 0,-1-4-11 16,4 0-1-16,1 0-8 0,-1-2-2 0,-1 1-7 15,-1-1-4-15,0 0 2 0,0-1-2 0,-4 2-5 16,2-1-2-16,0-1-3 0,-2 0 3 0,-1 0-16 15,-1 2 8-15,-3 3-5 0,2 1 12 0,-2 0-12 0,1 0-3 16,-2 4 1-16,-1 6-4 0,2-10-1 16,-2 10-2-16,0-8-3 0,0 8 3 0,0 0-7 15,0 0 0-15,0 0 0 0,0 0-1 0,0 0 5 0,0 0-1 16,-14 18-6-16,9-3 10 0,-1-1-6 0,2 2 0 16,-4 1 2-16,4 0-5 0,3-1 11 0,-3-2-10 15,2 1 1-15,2-3 6 0,2 4-1 16,0-3 4-16,1-3 1 0,6 1-15 0,0 0-7 0,-2-3-38 15,9 2-36-15,-3-3-32 0,3-2-49 0,1-2-57 16,2 0-40-16,2 0-260 0,-2-6-570 0,-1-1 253 16</inkml:trace>
  <inkml:trace contextRef="#ctx0" brushRef="#br0" timeOffset="89078.03">13622 9916 38 0,'-8'-6'252'0,"-1"0"-24"16,5 3-21-16,4 3-26 0,-10-4-20 0,10 4-24 15,-7-3-21-15,7 3-26 0,0 0-21 0,0 0-45 16,0 0-41-16,17 16-48 0,-2-3-48 0,-1 0-105 16,8 3-237-16,2 0 105 0</inkml:trace>
  <inkml:trace contextRef="#ctx0" brushRef="#br0" timeOffset="89565.63">14078 10196 140 0,'0'0'297'0,"3"-8"-5"0,-3 8-15 0,2-8-15 15,-2 8-10-15,0 0-12 0,0 0-20 0,0-9-18 16,0 9-25-16,0 0-19 0,0 0-13 0,0 0-16 15,0 0-14-15,-22 14-9 0,8-2-12 0,-1 0-9 16,1 1-8-16,-4 6-7 0,4-3 2 0,1-4-19 0,2 2-5 16,2-3-3-16,2 4-4 0,1-4-3 0,4 0-8 15,1-1-2-15,-1 0-5 0,4-3-9 16,-1 0-5-16,3 0-10 0,1-2 7 0,1-1-10 16,5 0-8-16,3-3 0 0,-3-1-2 0,5-1-3 0,1-1 3 15,0-2-4-15,0-2 9 0,-1 0-4 16,-5-1-1-16,3-5 6 0,1 0-3 0,-3-1 0 0,-1-3 2 15,0-1-2-15,-1-1 0 0,-2-7 3 16,1 1 1-16,-2-2 1 0,2-2-1 0,-5 1 4 0,1-6 0 16,-1 6 2-16,-4-2 1 0,2 2 12 0,0 1 3 15,-2 8 2-15,0 0 5 0,0 5 16 0,0 1 10 16,0 1 4-16,1 2 5 0,-1 3-4 16,0 6 3-16,0-12-14 0,0 12-4 0,1-5-6 0,-1 5-4 15,0 0-10-15,0 0 1 0,0 0-10 0,0 0 9 16,3 33-8-16,-3-15 7 0,3 7-10 0,-3 3 8 15,0 1-5-15,0 0 5 0,2 0-3 0,-2-1-3 16,-2 2-1-16,2 0 2 0,2-2-9 0,1 0-7 16,1-2-23-16,-2-1-37 0,0-4-33 0,0-2-46 15,4-2-47-15,-1 2-35 0,4-4-38 0,1-1-25 16,-2 0-192-16,4-2-522 0,-3-4 231 0</inkml:trace>
  <inkml:trace contextRef="#ctx0" brushRef="#br0" timeOffset="89959.52">15009 10037 129 0,'4'-8'284'0,"-1"5"-25"16,-3 3-20-16,7-4-19 0,-7 4-10 0,0 0 5 16,0 0 2-16,-15 29-9 0,5-12-10 0,-7 7-15 15,-1 3-11-15,-2 1-12 0,-1 2-14 0,-2-2-13 16,2 0-10-16,-1-2-11 0,0 0-14 0,6-4 9 15,0-3-21-15,4-4-7 0,-3 0-20 0,2-3 9 16,2-1-11-16,1-1-11 0,-1-3 1 0,2 0-2 0,0-2-7 16,-2-2 5-16,4 0-9 0,-4-3-3 0,0-1-7 15,2-4 0-15,0 1-8 0,1-1-1 16,0-3-17-16,1-1 1 0,3-2 3 0,-1-4-8 16,1-2 1-16,4-2-4 0,0-1-7 0,7-4 0 15,-3 7 4-15,2-2 7 0,-1 5-9 0,4-2 2 0,-4 6-1 16,0 1 11-16,-1 0 4 0,0 4 0 0,-2-1 2 15,5 3 0-15,-2 0-2 0,-5 3 9 16,15 2 11-16,-8 2 0 0,7 3 7 0,-4 2 4 0,3 4-4 16,-2 2 13-16,0-1-19 0,0 2-1 0,0-1 3 15,0 2-4-15,5 3-1 0,0 1-15 0,-5-4-39 16,6 3-36-16,-3-4-51 0,-1-2-62 0,1 2-64 16,1-6-67-16,0 0-247 0,-2 1-607 0,6-3 268 15</inkml:trace>
  <inkml:trace contextRef="#ctx0" brushRef="#br0" timeOffset="90344.89">15932 10259 50 0,'-9'-2'270'0,"1"-1"-19"0,8 3-15 0,-12-2-24 16,12 2-16-16,-7-2-23 0,7 2-14 0,0 0-17 15,0 0-10-15,0 0-11 0,0 0-11 0,0 0-9 16,0 0-8-16,41-1-20 0,-11 1-38 0,3-2-38 16,0 2-41-16,0-2-45 0,0 0-38 0,-4 1-42 15,-9 4-152-15,-1-3-347 0,-7 1 154 0</inkml:trace>
  <inkml:trace contextRef="#ctx0" brushRef="#br0" timeOffset="90515.74">15899 10382 171 0,'-8'1'205'0,"3"1"-9"16,5-2-8-16,0 0-16 0,-13 2-15 0,13-2-2 15,-2 5-4-15,2-5-12 0,0 0-10 0,19 8-10 16,-1-5-11-16,1-2-11 0,8 0-31 15,6-2-45-15,2 0-43 0,-2 1-69 0,6-2-46 16,0 0-167-16,-2-1-330 0,-1-3 146 0</inkml:trace>
  <inkml:trace contextRef="#ctx0" brushRef="#br0" timeOffset="90907.81">17528 9890 122 0,'0'0'241'0,"-11"-2"-17"0,11 2-13 15,-10-2-18-15,10 2-21 0,0 0-15 0,0 0-17 16,0 0-12-16,0 0-11 0,20-8-12 0,0 7-12 15,10-3-11-15,2 0-12 0,2 2-21 0,1 0-33 16,-2-2-42-16,-2 4-33 0,-3-3-39 0,-8 3-44 16,-3-2-158-16,-6 1-324 0,-2 1 144 0</inkml:trace>
  <inkml:trace contextRef="#ctx0" brushRef="#br0" timeOffset="91333.56">17615 9911 90 0,'-2'5'193'0,"-1"2"-14"0,0 3 8 16,1 2-4-16,-1 4-7 0,0 1-3 0,-1 2-6 15,0 1-2-15,1 6-6 0,-2-1-13 16,0 1-9-16,1 2-13 0,3-1-9 0,-5-1-9 16,4-4-6-16,0 5-6 0,1-8-7 0,-2 0-7 0,3 1-3 15,0-2-11-15,0-1-4 0,0-5-8 16,-1 1-3-16,1-2-5 0,1 1-3 0,-1-4-9 15,0 1-3-15,0 0-2 0,0-1 2 0,0-8-4 16,-1 10-4-16,1-10-1 0,0 9-2 0,0-9 0 0,1 7-1 16,-1-7 1-16,0 0-5 0,0 0-2 0,0 0 4 15,-5 8-7-15,5-8 0 0,-9 2-1 0,9-2 2 16,-13-2-5-16,13 2 2 0,-13-3-4 0,13 3 0 16,-15-1 2-16,9-2-2 0,-2 2 0 0,-2 1-1 15,-2-3-3-15,2 3-1 0,0-1 1 0,0 3 3 16,10-2-2-16,-16-1-2 0,16 1 2 0,-11-1-1 15,11 1 0-15,-8 1-3 0,8-1 0 0,0 0 2 16,0 0 0-16,0 0 7 0,0 0-5 0,0 0 2 16,0 0 3-16,23 7-3 0,-6-6-2 0,3 1 4 15,10-1-11-15,-1-2-11 0,2 2-17 0,1 1-22 16,1-2-32-16,1-3-38 0,1 3-61 0,1 0-33 16,-2-2-31-16,-5 2-166 0,2-1-450 0,-4 1 200 15</inkml:trace>
  <inkml:trace contextRef="#ctx0" brushRef="#br0" timeOffset="91805.43">18142 10429 193 0,'-5'-8'251'16,"-1"2"-17"-16,0 2-3 0,-1 1-10 15,-1-2-2-15,0 3-10 0,0-2-15 0,-3 1-15 16,1 3-10-16,-2 0-12 0,2 2-19 0,-4 1-17 0,-3 2-8 15,6 1-10-15,-3 3 1 0,0 0-21 0,0 2-8 16,3-3-10-16,4 3-2 0,-1-1-5 0,-2 3-9 16,3-3-7-16,5-1-2 0,-1 0-4 15,3 0 0-15,0-9-5 0,5 14-3 0,-1-9-3 0,0 1 0 16,6 0-3-16,-1-3-7 0,2 0-3 0,1-1-4 16,1-4-1-16,0 0-4 0,0-1 1 0,0-1-1 15,0 0 2-15,-1-3 0 0,-2-2 0 0,4-1-1 16,-2-2-3-16,-3 2 0 0,0-6 1 0,0 0-2 15,-3-2 0-15,3 0-2 0,-3-5 5 0,2-2-3 16,-3-2 2-16,0 0-3 0,2 2 4 0,-5 0-1 16,1 0 11-16,-1-2-10 0,1 9 5 0,-2-3 7 15,0 6 9-15,2-1-3 0,-2 6 21 0,-1-1 9 16,2 2 4-16,-1 4-3 0,-1 5-9 0,1-10-2 16,-1 10 1-16,0 0-18 0,0 0-6 0,0 0-1 15,0 0 7-15,0 0-5 0,-4 40-1 0,3-19 6 16,-2 5 4-16,0-1-10 0,-1 2-2 0,0 1-6 15,3-2-1-15,-2-6 6 0,2 5-3 0,-4-6-2 16,4 7-3-16,-2-8 6 0,2-1-43 0,-2 0-27 16,2-1-31-16,-1 1-38 0,1 0-40 0,2-5-60 15,1-2-38-15,0 2-27 0,0-3-216 0,0 1-549 16,6-3 243-16</inkml:trace>
  <inkml:trace contextRef="#ctx0" brushRef="#br0" timeOffset="92033.43">18553 10392 106 0,'0'0'283'0,"0"0"-11"0,-5-10-3 15,5 10-5-15,-13-3-3 0,4 5-13 0,-3 1-3 16,-4 2-11-16,4 0-9 0,-5 5-14 0,-1-1-5 16,1 3-11-16,2 0-35 0,2 1-12 15,1-2-14-15,3 0-11 0,3-2-15 0,1 2-9 0,3 0-1 16,3-1-15-16,2-1-17 0,6-1-25 0,1-1-15 15,6 2-32-15,2-3-29 0,9 0-33 16,1-2-36-16,6-2-43 0,-4-1-45 0,1-1-46 0,-3-3-53 16,-8 3-213-16,-3-3-546 0,-3 1 241 0</inkml:trace>
  <inkml:trace contextRef="#ctx0" brushRef="#br0" timeOffset="106629.55">9141 10404 112 0,'-3'-8'190'0,"1"2"-8"16,-2 0-13-16,4 6-1 0,-6-11-8 0,5 6-9 16,1 5-12-16,-3-7-11 0,3 7-15 0,0 0-12 15,-4-7-11-15,4 7-9 0,0 0-8 0,0 0-9 16,0 0-6-16,0 0-9 0,0 0 0 0,0 0-6 16,0 0-7-16,0 0-2 0,0 0-3 0,0 0 3 15,0 0-6-15,0 0-3 0,10 18-8 0,-10-18-21 16,8 9-23-16,-7-5-32 0,3 1-34 15,1-1-40-15,-1 2-29 0,4-1-147 0,-1-2-333 0,4-1 149 16</inkml:trace>
  <inkml:trace contextRef="#ctx0" brushRef="#br0" timeOffset="106834.8">9637 10362 1760 0,'10'-1'42'0,"2"0"3"0,-5 1-26 16,-7 0-7-16,11-2-14 0,-11 2 25 0,10 0 15 15,-10 0 12-15,0 0 5 0,9 0 5 0,-9 0-1 0,0 0-7 16,0 0-3-16,9 0-5 0,-9 0-4 0,0 0-4 16,6 3-8-16,-6-3 2 0,3 6-4 15,-3-6-2-15,6 8-10 0,-4-1-21 0,2-2-15 16,-1 2-38-16,-1 3-29 0,0 1-19 0,-1 0-21 16,0 2-17-16,-1 2-12 0,-2 2-140 0,-3-1-323 0,-2 2 144 15</inkml:trace>
  <inkml:trace contextRef="#ctx0" brushRef="#br0" timeOffset="107046">9365 10950 61 0,'-7'8'213'0,"-2"-2"10"0,1-1 0 0,2 1 0 0,1-2 1 16,1 0-6-16,4-4-7 0,-6 6-7 0,6-6-11 15,-6 5-8-15,6-5-15 0,0 0-17 0,-4 3-12 16,4-3-7-16,0 0-26 0,0 0-11 0,0 0-11 15,0 0-11-15,0 0-6 0,0 0-23 0,0 0-29 16,0 0-28-16,9 12-34 0,-9-12-31 16,3 4-45-16,-3-4-44 0,9 5-32 0,-5-2-47 0,-4-3-159 15,11 5-436-15,-11-5 193 0</inkml:trace>
  <inkml:trace contextRef="#ctx0" brushRef="#br0" timeOffset="108909.67">9666 12707 148 0,'0'0'183'0,"0"0"-6"0,0 0-10 0,0 0-11 15,0 0-4-15,-5-7-6 0,5 7-7 0,0 0-2 16,0 0-5-16,0 0 10 0,-7-4-8 0,7 4 0 16,-5-5-8-16,5 5-9 0,-8-3-9 0,8 3-10 15,-11-5-6-15,8 1-4 0,3 4-6 0,-9-6-1 16,5 2-8-16,4 4-5 0,-6-5-6 0,6 5-7 16,-7-9-3-16,7 9-3 0,-5-5-5 0,5 5-5 15,-1-7-4-15,1 7-8 0,0 0-2 0,0 0-5 16,0 0-4-16,-4-7-5 0,4 7-1 0,0 0-9 0,0 0-2 15,0 0 0-15,0 0-1 0,11 17 1 16,-8-8-1-16,0 2 0 0,-3 5 7 0,-2 2-2 16,-2 7-3-16,-6 2-1 0,-3-1 2 0,-2 3-1 15,-2-2 3-15,-2 3-2 0,1-3-1 0,-1-1 2 16,1 0 0-16,-2 1-3 0,-2-3 5 0,2-1-4 0,2-1 3 16,0-2-3-16,9-5 4 0,-1 0-4 15,2-4 2-15,2 0 0 0,1-1-2 0,2-1-1 16,0 0 2-16,3-1-1 0,0-8 1 0,4 10-1 15,-1-6 1-15,-3-4-2 0,13 5 2 0,-2-6-6 16,2-2 0-16,6-2-6 0,-1-1 3 0,-1-2 1 16,0 1-1-16,1-4-3 0,4-4 3 0,-8 3-1 0,-1-1 3 15,-1 0-5-15,-1-3 2 0,-5-1 4 16,-2 0-3-16,-1-1 5 0,-5 0 1 0,0 0-2 16,-7-5 5-16,-4 6-1 0,-1 3 5 0,-6-3 5 0,-5 3 2 15,2 3 2-15,-5 1 7 0,-2 2 2 16,-2 3 2-16,-2 3 0 0,4-1 2 0,-1 5-4 15,3-2-6-15,1 1-3 0,8 0 2 0,7-1-15 16,0 2-30-16,3-2-40 0,1 1-60 0,8-1-58 16,-8 4-44-16,8-4-239 0,0 0-509 0,0 0 225 0</inkml:trace>
  <inkml:trace contextRef="#ctx0" brushRef="#br0" timeOffset="109399.12">11029 12891 95 0,'0'0'216'0,"0"0"-9"0,0 0-11 15,-7 3-19-15,7-3-14 0,0 0-6 0,0 0-3 16,0 0-5-16,0 0-11 0,23 4-3 0,-11-5-6 16,2 2-7-16,5-1-5 0,1-1-4 0,1-2-9 15,-2 3-10-15,3-2-7 0,-4 0-5 0,1 1-6 16,-1-1-3-16,-5 0-2 0,-2 2-4 0,0-3-2 16,-2 2-9-16,-1 0 2 0,-8 1-9 0,12 0 3 15,-12 0-5-15,9-1 3 0,-9 1-11 0,0 0-4 16,0 0-1-16,9 0-6 0,-9 0 2 0,0 0-10 15,0 0-26-15,0 0-27 0,6-3-40 0,-6 3-56 16,0 0-61-16,0 0-64 0,0 0-213 0,0 0-506 16,0 0 225-16</inkml:trace>
  <inkml:trace contextRef="#ctx0" brushRef="#br0" timeOffset="110041.16">12213 12585 45 0,'6'-5'202'0,"1"0"-22"0,2-2 1 0,3 1-7 16,0 1-16-16,1 2-6 0,0 0-15 15,4 1-10-15,-3 2-9 0,-2 0-10 0,3 5-8 16,-2-1-14-16,-1 2-2 0,-2 2-11 0,1 1-5 16,1 2-2-16,-7 1-2 0,4 1-8 0,-5 3 0 15,-2 0-1-15,-4-1 6 0,-2 2 1 0,-1-2-5 16,-4 2-4-16,-3-3-3 0,0 2 1 0,-5-3-8 15,-2 3-5-15,2-4-1 0,-8 0-5 0,1 1 5 16,-1-2-10-16,5-3-3 0,0 1 0 0,4-5-4 0,-4 0 0 16,3-2 0-16,4 1-3 0,2-3-2 0,1-1-3 15,-2 1 2-15,4 0 1 0,8 0 1 0,-12-2 1 16,12 2-4-16,-9-1-1 0,9 1 0 16,0 0-3-16,0 0 1 0,0 0-1 0,0 0-4 0,0 0 0 15,0 0 2-15,0 0 0 0,0 0-3 0,29 4 1 16,-19-3 1-16,1 3-2 0,-1-1 1 0,4 1-3 15,-1 0 5-15,4 2-4 0,0 0 0 16,4-1-1-16,-1 2-17 0,-2 0-30 0,4-1-39 0,-1-1-48 16,1-1-27-16,5 1-63 0,-1 2-200 0,-5-3-455 15,-4-2 202-15</inkml:trace>
  <inkml:trace contextRef="#ctx0" brushRef="#br0" timeOffset="110437.2">12819 12514 165 0,'0'0'226'0,"-7"-3"-18"16,7 3-10-16,-7-4-17 0,7 4-16 0,0 0-16 0,-4-6-16 15,4 6-11-15,0 0-12 0,20 0-13 16,0 0-7-16,7-3-10 0,5 3-6 0,1-3-8 16,1 2-7-16,0-1-20 0,-1 1-22 0,-2 1-29 15,-1-1-38-15,-3 0-34 0,-7 2-43 0,-2 0-31 0,0 0-134 16,-5-2-315-16,-3 1 139 0</inkml:trace>
  <inkml:trace contextRef="#ctx0" brushRef="#br0" timeOffset="110849.68">13078 12511 112 0,'-8'2'168'0,"8"-2"-7"16,0 0 0-16,-5 8 2 0,3-1 1 0,-2 4 8 16,2 1-5-16,-2 3-12 0,1 4-5 0,1 0-7 0,-2 0-5 15,-2 1-6-15,2 5-9 0,0-6-10 16,1-1-3-16,1 6-10 0,-2-7-6 0,2 2-7 15,0-2-6-15,-1-4-9 0,0 0-9 0,-1 2-4 16,4-4-2-16,-2 1-9 0,0-2-3 0,0-2-6 0,1 3 0 16,1-5-7-16,-2 0-4 0,2-6-1 0,-4 12-1 15,2-8-3-15,2-4 2 0,-2 8-7 0,2-8 3 16,-5 5-1-16,5-5-5 0,-7 5-3 16,7-5-2-16,-9 0 2 0,9 0-10 0,0 0-5 0,-15-4-5 15,7 1-3-15,2 0-3 0,-1 0 1 0,-1-1 2 16,3 0-3-16,-5 2 3 0,10 2 0 0,-12-4 4 15,7 1-1-15,5 3 1 0,-9-5-1 0,9 5 3 16,-9-3-4-16,9 3 1 0,-5-3 1 0,5 3-3 16,0 0-2-16,0 0 4 0,0 0 4 0,0 0-2 15,0 0 2-15,0 0 6 0,0 0-6 0,0 0 2 16,27 7-3-16,-13-5-4 0,8-1-19 0,-1-1-23 16,1 0-32-16,0 0-40 0,7-1-37 0,1-1-23 15,-1 4-34-15,-2-4-171 0,-4 1-420 0,3-3 186 16</inkml:trace>
  <inkml:trace contextRef="#ctx0" brushRef="#br0" timeOffset="111289.18">13407 12828 30 0,'4'-7'222'0,"-4"7"1"0,0-8-5 0,0 8 0 16,0 0-9-16,-6-10-9 0,6 10-13 0,-11-5-8 15,6 3-12-15,5 2-8 0,-12-2-3 0,12 2-19 16,-15 2-10-16,5 0-9 0,0 3-13 0,-5 3-5 15,-2-1-8-15,4 5-12 0,-1-2-7 0,1 3-6 16,4-4-7-16,-2 4-4 0,4-5 1 0,1 3-14 16,-1 0-5-16,5 0-2 0,-3-3-3 0,5-1 0 15,0 5-8-15,0-12 2 0,5 12-3 0,1-5-8 16,-1-3 2-16,6 1-4 0,-2-3 8 0,2 1-14 16,0-2-9-16,1-2 2 0,1 1-6 0,-2-4 3 15,3 1-8-15,-3-2 4 0,-1-2-5 0,5-1 1 16,-7-1 2-16,2 0-1 0,-1-1 1 0,-1-4-3 0,-3-1 2 15,2-1 0-15,0-1 0 0,-1-6 2 16,-3 4 5-16,1-7-5 0,-4 7 2 0,0 0 2 16,0 0 0-16,0 2 6 0,0-2 0 0,2 3 3 15,-4 0 3-15,2 7 15 0,2-1 6 0,-2 0 5 0,0 10 5 16,2-10 2-16,-2 10-17 0,-2-9-5 0,2 9-4 16,0 0 2-16,0 0-2 0,0 0 2 0,0 0-7 15,-2 32 4-15,0-17 3 0,0 3 5 16,-1 0-9-16,3 2 0 0,0-2-3 0,0-2 1 0,0 4-2 15,0-3-1-15,3 2-3 0,-3-2-25 16,4 0-26-16,-2 0-34 0,0 1-34 0,0-1-48 0,4-5-45 16,-2 0-47-16,3-2-250 0,-1 0-544 15,3-2 241-15</inkml:trace>
  <inkml:trace contextRef="#ctx0" brushRef="#br0" timeOffset="111513.27">13836 12792 22 0,'0'0'265'0,"-13"-1"2"16,4 2-8-16,-3 2-2 0,-1 2-15 0,-3 0-12 15,1 5-4-15,-3 0-9 0,2 1-8 0,0 2-10 16,1 1-16-16,-1 5-9 0,5-7 5 16,1 2-35-16,4-3-16 0,-1 0-8 0,3-1-10 0,2 2-16 15,2-4-4-15,0 1-13 0,2 4-9 0,4-2-13 16,5 1-27-16,-1-4-34 0,7 0-50 0,1-3-50 15,0-1-49-15,0-1-54 0,3-2-55 0,1 1-245 16,0-4-549-16,5 1 244 0</inkml:trace>
  <inkml:trace contextRef="#ctx0" brushRef="#br0" timeOffset="111683.2">14056 12885 2598 0,'5'-6'176'0,"-2"2"-58"0,-3 4-35 0,2-9 11 16,-2 9 30-16,2-8 8 0,-2 8 35 0,0 0-25 15,-2-11-13-15,2 11 4 0,0 0-14 0,0 0-18 16,0-10-12-16,0 10-10 0,0 0-17 0,0 0-38 16,4-5-47-16,-4 5-47 0,0 0-43 0,0 0-50 15,0 0-57-15,0 0-81 0,0 0-279 0,0 0-629 16,0 0 278-16</inkml:trace>
  <inkml:trace contextRef="#ctx0" brushRef="#br0" timeOffset="113625.17">14414 12895 29 0,'0'0'103'16,"-3"6"4"-16,3-6-17 0,0 0 2 0,0 0-27 15,0 0 15-15,0 0-10 0,0 0-5 0,0 0 0 16,0 0-12-16,-6 6-2 0,6-6-9 0,0 0-2 16,0 0 5-16,0 0-3 0,0 0-3 0,0 0-3 15,0 0 0-15,0 0-10 0,0 0 7 0,0 0 0 16,0 0-6-16,0 0 1 0,0 0-5 0,0 0-3 15,0 0 4-15,0 0-2 0,-3 4 0 0,3-4 1 0,0 0-5 16,0 0 0-16,0 0 0 0,0 0 3 16,0 0-3-16,0 0-2 0,0 0-4 0,0 0 4 0,0 0-5 15,0 0 0-15,0 0 1 0,0 0 0 0,0 0-4 16,0 0 0-16,0 0-5 0,0 0 5 0,0 0-7 16,0 0 1-16,0 0-12 0,0 0-8 0,0 0-18 15,0 0 7-15,0 0-9 0,0 0-7 0,0 0-13 16,0 0-12-16,0 0-12 0,0 0-16 0,0 0-96 15,0 0-209-15,0 0 92 0</inkml:trace>
  <inkml:trace contextRef="#ctx0" brushRef="#br0" timeOffset="118041.27">12235 13415 135 0,'0'0'172'16,"-9"-2"-4"-16,9 2-4 0,0 0-17 0,-9-2-10 16,9 2-10-16,0 0-15 0,0 0-11 0,0 0-2 15,0 0 3-15,0 0-4 0,0 0 1 0,0 0-2 16,42 2-6-16,-12 0 2 0,6 1-9 0,19-3-7 15,-2 0 2-15,10 0-14 0,2-1-1 0,0 1-3 16,31-6-6-16,-33 4-7 0,27-2-3 0,-23 0-1 16,-4 4-6-16,2-3-5 0,-4 0-2 0,4 0-6 15,-5 2-1-15,-1-3-3 0,-5 1 1 0,2 0-4 16,-6 1-1-16,-14 2-2 0,0-4-1 0,-3 1 0 16,-2 2-1-16,-3-2-4 0,-6 2 0 0,-4 0 0 15,-4 1 0-15,-1-1-1 0,0-1-2 0,-3 1 7 16,-4 1-5-16,-6 0 4 0,13-2-2 0,-13 2-2 15,8 0-3-15,-8 0-1 0,0 0-11 0,0 0-24 16,0 0-27-16,0 0-19 0,0 0-40 0,-19 11-25 16,8-6-44-16,-9 1-39 0,-7 6-128 0,2-3-383 15,-2 1 170-15</inkml:trace>
  <inkml:trace contextRef="#ctx0" brushRef="#br0" timeOffset="118481.32">12623 13615 131 0,'0'0'201'16,"0"0"1"-16,0 0-7 0,0 0-2 0,0 0-10 16,0 0-13-16,36 8-12 0,-27-5-17 0,5 2-15 15,3 3-8-15,-5-3-16 0,-1 4-10 0,-2-2-10 16,0 1-4-16,-2 1-11 0,-3 1-3 0,3 0-7 15,-7 0-6-15,-3 1-2 0,1 2-7 0,-4 1-4 16,-3 0 0-16,-2 2-5 0,0-2-1 0,-6-3-6 16,0 3-2-16,-4 0 0 0,4-3-2 0,-3-1-2 15,-1-2 3-15,3 0-7 0,-2-5-2 0,2 1 0 16,5 0-2-16,2-3 2 0,-1 3 0 0,3-3-1 16,1-1 6-16,8 0-1 0,-13 0 2 0,13 0 0 15,-8-1 2-15,8 1-2 0,0 0-5 0,0 0 1 16,0 0-6-16,0 0-1 0,0 0 3 0,0 0-1 15,0 0-2-15,23-13 6 0,-8 13 2 0,-5 0-1 16,2 0 1-16,1 1 3 0,1-1 2 0,2 3 0 16,-2 0 2-16,5 1 2 0,0 3-4 0,-1-3 0 15,-5-1-3-15,4 2-2 0,-7 1-3 0,7 1 1 16,-6 0-2-16,2-1-1 0,2 1 2 0,-4 1-18 16,0-1-29-16,1 0-29 0,-5 2-32 0,2-2-34 15,0 1-44-15,-2 0-39 0,1-1-40 0,-5 2-158 16,3-3-443-16,-3-2 196 0</inkml:trace>
  <inkml:trace contextRef="#ctx0" brushRef="#br0" timeOffset="118735.17">13077 13728 61 0,'3'-5'277'16,"-1"0"-8"-16,-2 5-15 0,4-7-20 0,-4 7-19 0,2-8-27 15,-2 8-13-15,0 0-21 0,0 0-16 16,0 0-8-16,0 0-4 0,0 0 6 0,9 12-5 16,-9-12-11-16,0 17-7 0,0-5-11 0,0-1-9 15,0-2-6-15,-2 3-9 0,2 1-4 0,-2-2-10 16,0 0-5-16,1 0-5 0,1 0-6 0,0 1-13 16,-2-3-26-16,0 2-29 0,2-3-33 0,-4 2-33 15,4 1-36-15,0-4-40 0,0 1-33 0,0-8-36 16,0 12-177-16,0-12-445 0,2 9 197 0</inkml:trace>
  <inkml:trace contextRef="#ctx0" brushRef="#br0" timeOffset="118965.71">13270 13695 253 0,'2'-5'262'0,"-2"5"-8"15,3-8-8-15,-3 8-17 0,0 0-19 0,2-6-23 0,-2 6-5 16,0 0-1-16,0 0 5 0,0 0-4 15,-7 22-16-15,5-9-11 0,-2-3-5 0,-1 6-14 16,-2 2-13-16,0 0-10 0,3 0-9 0,2-1-12 16,-3-2-13-16,3 1-1 0,0-1-13 0,0 0-4 15,-3 1-8-15,3-5-8 0,2 1-19 0,-1-2-29 0,1-3-37 16,0-7-34-16,0 15-33 0,-2-8-35 0,2-7-46 16,0 11-31-16,0-6-42 0,0-5-203 15,0 0-503-15,-4 8 222 0</inkml:trace>
  <inkml:trace contextRef="#ctx0" brushRef="#br0" timeOffset="119145.64">13072 13711 2179 0,'-4'-6'4'0,"2"0"19"0,2 6-6 16,-5-8-14-16,5 8 5 0,-2-7-1 0,2 7 11 15,0 0 9-15,9-8 7 0,1 5-3 0,11-1-1 0,6 0-1 16,5-1-4-16,1 2-11 0,6-1-35 15,-3 1-47-15,4 0-48 0,12-3-48 0,-1 2-183 16,-12 1-376-16,-3 0 167 0</inkml:trace>
  <inkml:trace contextRef="#ctx0" brushRef="#br0" timeOffset="125381.84">15002 12520 61 0,'6'-19'194'0,"-5"3"1"0,2-2-11 0,-3 2-1 16,0 5-7-16,-3-3-12 0,0 5-8 0,3 2-5 16,-2 0-8-16,2 7-13 0,-4-14-12 15,4 14-14-15,-2-6-11 0,2 6-11 0,0 0-9 16,0 0-8-16,-12 15-5 0,3 2-4 0,0 11-3 0,-1 2-6 15,-4 15 3-15,1 3-11 0,2 3-2 0,2 0 0 16,-1 3-3-16,5 0-5 0,1 2-1 16,-1 3-1-16,5 22 0 0,0-24-2 0,-2 0 0 15,1 1-2-15,1-1 14 0,0-1-5 0,0-1 0 0,-2-1-7 16,-4-3 1-16,4-2-6 0,-1-14 0 0,-2 0-5 16,2-2 1-16,-5 0-2 0,4 1-1 0,0-7-1 15,-1 0-1-15,1 0-5 0,-1-3-25 16,0-6-19-16,-1-1-24 0,0-2-39 0,1 1-40 15,0-6-33-15,0 0-51 0,-4 0-173 0,1 0-432 0,-1-4 192 16</inkml:trace>
  <inkml:trace contextRef="#ctx0" brushRef="#br0" timeOffset="125705.2">14611 14089 188 0,'1'6'234'0,"-1"-6"-10"0,0 0-12 16,0 14-9-16,0-14-14 0,-1 9-11 0,1-9-13 15,-2 10-16-15,2-10-15 0,2 9-13 0,-2-9-10 0,3 10-11 16,1-7-8-16,-4-3-22 0,7 7-2 0,-1-4-9 16,1 0 5-16,5-2-7 0,-3 1-1 0,4-2-4 15,-2-2-2-15,0 0-2 0,-2-2 2 16,3 0-2-16,-3 2-1 0,-1-3 5 0,0-1 1 15,-2-2-7-15,-2 2 0 0,-2-3 3 0,1 0 0 0,-4-2-3 16,-1 3-9-16,0-5-6 0,-2 4 2 0,-1 0-4 16,-2 1-2-16,3 4-3 0,-5-4-3 0,5 3-5 15,-1 2 1-15,-4 0-20 0,9 3-25 0,-16-2-27 16,10 1-45-16,6 1-44 0,-16-1-58 16,16 1-58-16,-9-2-200 0,9 2-496 0,0 0 220 0</inkml:trace>
  <inkml:trace contextRef="#ctx0" brushRef="#br0" timeOffset="126297.16">15211 11642 50 0,'5'-3'197'0,"-5"3"-18"0,12-3-14 16,-12 3-2-16,17 8-11 0,-8-2-14 0,0 2-5 15,-2 3-14-15,1 5-10 0,-2 0-14 0,-2 2-7 16,0-1-7-16,-3 4-9 0,-5-1-4 0,2-1-3 15,-2-1-8-15,-4-1-5 0,2 0-4 0,-6 0-4 16,0-3 1-16,-1-1-5 0,0-1-3 0,-1-1-2 16,-1-3-4-16,3-1 0 0,1-2 3 0,0-3 1 15,0-2 2-15,-2 0 3 0,2-1 1 0,0-2 0 16,1 0 1-16,4-2 7 0,-2-2-8 0,2 0 5 16,-1 3 4-16,1 0-3 0,6 4-2 0,-5-9-1 15,1 5 1-15,4 4-12 0,-4-6 0 0,4 6-12 16,0 0 4-16,0 0-5 0,0 0 0 0,0 0-4 15,22 13 3-15,-13-7 4 0,0 4-11 0,7-1-1 0,0 4 1 16,-1-2-27-16,2 1-21 0,0 1-38 16,-4-1-38-16,4 0-55 0,-2 1-42 0,0-2-47 15,-2 0-129-15,4-4-417 0,-7-1 186 0</inkml:trace>
  <inkml:trace contextRef="#ctx0" brushRef="#br0" timeOffset="126533.6">15532 11735 90 0,'0'-9'285'0,"1"1"-24"15,-1 8-22-15,0-9-22 0,0 9-22 0,0 0-18 16,0 0 6-16,0 0-11 0,0 0-4 16,0 0-4-16,3 34-17 0,-4-15-10 0,1 5-2 0,0 1-22 15,-3-6-12-15,1 1-7 0,2 1-12 0,-3 2-7 16,2-3-7-16,1-1-7 0,-3-1-3 0,3 0-14 15,0 0-23-15,0 0-25 0,-2-2-40 0,0-4-32 16,2 1-52-16,-1-4-44 0,2 1-35 0,-1-3-42 16,0-7-153-16,0 11-434 0,0-11 192 0</inkml:trace>
  <inkml:trace contextRef="#ctx0" brushRef="#br0" timeOffset="126739.02">15651 11759 1855 0,'10'-16'86'0,"-5"5"25"15,0 0-21-15,-1 3-36 0,-1 2-22 0,1-1-13 16,-4 7 6-16,5-3 6 0,-5 3 24 0,0 0 5 16,7 16 13-16,-7-6 6 0,0 8 6 0,0 1-6 15,-5 6-8-15,4 1-2 0,-3 0-6 0,-2 2-7 16,3 1-3-16,-3-4 3 0,2 1-11 0,-2-2-8 0,2-5-2 16,1 1-13-16,1-4-32 0,0 3-26 15,-1-3-27-15,1-4-41 0,-1 0-44 0,2-2-47 16,1 0-30-16,-1-5-185 0,1-5-445 0,-5 9 197 15</inkml:trace>
  <inkml:trace contextRef="#ctx0" brushRef="#br0" timeOffset="126888.66">15620 11662 45 0,'5'-8'197'0,"3"4"-21"0,1-2-19 0,3 1-14 16,5 1-14-16,4 1-15 0,1 1-18 15,4 5-40-15,5 1-48 0,0 2-45 0,3 1-48 16,-2 4-82-16,3 3-180 0,-3 1 80 0</inkml:trace>
  <inkml:trace contextRef="#ctx0" brushRef="#br0" timeOffset="127335.8">15800 13191 143 0,'0'0'243'0,"0"0"9"0,0 0 9 16,0 0-14-16,0 0-17 0,0 0-18 0,0 0-10 15,0 0-6-15,23-18-14 0,-14 8-6 0,3 0-10 16,2-6-13-16,3-3-13 0,0-1-6 0,1-1 0 16,-1 1-15-16,1-3-18 0,-3 0-2 0,0 0-6 15,0-1-8-15,0 3-10 0,-5-3 3 0,-1 8-8 16,-1 2-6-16,-4 0 3 0,-1 1 0 0,1 1 5 16,-2 1 1-16,-1 2 3 0,-1 2 0 0,0 7-5 15,2-12-6-15,-2 12-4 0,2-6-9 0,-2 6-13 16,0 0-8-16,0 0-1 0,0 0 2 0,0 0-7 15,-16 13-1-15,9-3 1 0,-2 3-6 0,2 0-7 0,1 1 4 16,-2 0-4-16,3-2 1 0,0-1 0 16,2 1 9-16,3 1-19 0,-1-3 3 0,4 0-8 15,-2 0-22-15,2-1-17 0,3 1-27 0,4-2-31 16,-1-1-29-16,4-3-33 0,1 2-40 0,3-2-42 0,-3 0-34 16,2-3-43-16,-3 0-230 0,1-3-594 0,-1 1 263 15</inkml:trace>
  <inkml:trace contextRef="#ctx0" brushRef="#br0" timeOffset="127509.6">16162 12679 2570 0,'-8'-17'45'16,"-4"2"6"-16,0 1-24 0,2 4-9 0,2 1 17 16,-1 2 20-16,0-1 5 0,1 1-6 0,-1 2-5 0,2 0-9 15,3 2-1-15,4 3-6 0,0 0-14 0,-9-4-12 16,9 4-25-16,0 0-32 0,0 0-58 0,0 0-61 15,27 19-68-15,-9-12-183 0,0 0-455 0,4-1 201 16</inkml:trace>
  <inkml:trace contextRef="#ctx0" brushRef="#br0" timeOffset="128142.2">16617 12958 128 0,'-5'-9'285'15,"4"-1"-3"-15,-3 2-17 0,0 1-15 0,-1 1-13 16,-2-1-21-16,-3 1-20 0,1 0-17 0,0 2-10 16,-3 3-13-16,1-2-19 0,1 4-16 0,-1 1-10 15,-1 3-11-15,1 1-13 0,-5 3-2 0,2 3-10 16,0 1-8-16,4-2-7 0,2 1-6 0,-1 2-9 15,2 0 0-15,2 1-6 0,2-3 1 0,3-2-6 16,1 2-6-16,3-3 0 0,3 1 9 0,-2-2-13 16,4-1 3-16,0-1-11 0,2-3-16 0,3-1 3 15,-2-1-4-15,3 0-1 0,2-5 0 0,0-1-3 16,-1 1 3-16,0-4 0 0,-1-2-1 0,-2 1 3 16,2-5 5-16,-3 1-4 0,-1-1 2 0,-2-3-3 15,3-5 0-15,-3-1-2 0,0-2 0 0,-2 1-1 16,-1-2 5-16,-1-2-4 0,0 2 2 0,-1-3-4 15,1-2 3-15,-1 2 3 0,-3-1 6 0,4 3 7 16,-1 0-6-16,-3 8 9 0,-1 2 13 0,3 6 8 16,-2 0 11-16,1 4-8 0,-1 2-5 0,-1 5-6 15,0-10-8-15,0 10-9 0,0 0-2 0,0 0 7 16,0 0 6-16,-5 40-3 0,0-14 15 0,-2 1-15 16,1 2 3-16,-2 2-3 0,2 1-15 0,-1-2 4 15,2 2 1-15,2-3 3 0,-3 2-4 0,6-1 4 0,0-2-10 16,2-1-13-16,-1 2-43 0,3-4-36 15,0 1-38-15,4-1-60 0,-2-7-56 0,4-2-53 16,-1 1-239-16,2-3-576 0,2-5 255 0</inkml:trace>
  <inkml:trace contextRef="#ctx0" brushRef="#br0" timeOffset="128513.26">17351 12766 241 0,'0'0'279'0,"0"0"-14"16,0 0 1-16,0 0-8 0,-20 15-19 16,9-4-5-16,-2 2-17 0,-6 7-12 0,4-1-18 0,-4 3-14 15,-1-1-15-15,2 1-11 0,-2 0-15 0,-1-3-11 16,1 2-13-16,1-2-14 0,1 2 1 0,3-8-7 16,-5 4-13-16,4-7-6 0,1 1-11 0,-1-1 0 15,3-5 5-15,0 0-21 0,1-2-1 0,3 1-6 16,0-3-1-16,1-1-4 0,8 0-5 0,-10-5-9 15,4-3-8-15,1-1-4 0,1-6-2 0,3 2-1 16,3-5-2-16,6-6 2 0,2-1-11 0,2 2 16 16,4 1-9-16,-4 5-2 0,2 3 0 0,1-1 0 15,0 4 3-15,-1-1 1 0,2 4 3 0,-5 2-7 16,2 2 9-16,-2 4-1 0,2 2 3 0,-1 2 1 16,-2 3 2-16,2 0 8 0,-1 5-1 0,1 1-4 15,-3 2 3-15,1 2-6 0,-1 0 4 0,1 7-4 16,1 0 0-16,-2 1-28 0,-2-6-40 0,0 0-45 15,4 2-57-15,-4-3-78 0,1-3-67 0,-4-4-242 16,7 1-591-16,-3-3 261 0</inkml:trace>
  <inkml:trace contextRef="#ctx0" brushRef="#br0" timeOffset="128829.5">18290 12922 6 0,'0'0'294'16,"-8"-4"-6"-16,8 4-9 0,-7-2-6 0,7 2-13 15,0 0-18-15,0 0-13 0,0 0-16 0,-7-5-24 16,7 5-18-16,0 0-17 0,0 0-15 0,25-10-12 16,-13 9-12-16,8-2-14 0,0 0-13 0,-2 0-31 15,2 2-25-15,1-2-26 0,-3 1-48 0,-1 0-46 16,-4 4-54-16,0-2-43 0,-4 1-37 0,-3 0-35 16,-6-1-132-16,9 4-419 0,-9-4 186 0</inkml:trace>
  <inkml:trace contextRef="#ctx0" brushRef="#br0" timeOffset="128988.96">18270 13034 83 0,'-16'9'235'0,"4"-4"-2"0,1 2-8 0,1 0-7 15,0-3-6-15,3-2-18 0,1 2-14 0,3 1-11 16,3-5-6-16,-3 7-8 0,3-7-8 0,7 8-13 16,10-2-12-16,3-3-13 0,10-3-11 0,3 2-20 0,3-2-36 15,1 0-43-15,-2-2-49 0,3 1-67 16,-1-3-70-16,-1 2-220 0,-3-2-442 15,-3-1 196-15</inkml:trace>
  <inkml:trace contextRef="#ctx0" brushRef="#br0" timeOffset="130929.54">19847 13022 52 0,'0'0'207'0,"0"0"-11"0,0 0-11 16,0 0-6-16,0 0-13 0,0 0-8 0,0 0-12 16,0 0-8-16,0 0-10 0,0 0-9 0,0 0-11 15,0 0-8-15,0 0-7 0,0 0-1 0,0 0-5 16,0 0-2-16,-25 2-10 0,25-2-4 0,0 0-3 15,-9 1-9-15,9-1-10 0,0 0-2 0,0 0-2 16,0 0-1-16,0 0-2 0,0 0-4 0,21 5 3 16,-10-5-4-16,9 1-6 0,1-2 2 0,-2-2-5 15,11 3-2-15,-1-2-3 0,-2 2 0 0,1-3-6 16,0 2 2-16,-6-1-1 0,-1 1-4 0,-1-2 0 16,2 2 3-16,-4 0-5 0,-1 0-1 0,-5 0-2 15,-4-1 6-15,3 2 7 0,-5-1 0 0,3 0 9 16,-9 1 6-16,0 0 1 0,14 0 5 0,-14 0-1 15,6-2-4-15,-6 2-10 0,0 0 3 0,0 0-10 16,5-5 3-16,-5 5-8 0,0 0-13 0,0 0-22 16,0 0-24-16,0 0-35 0,0 0-35 0,0 0-45 0,0 0-44 15,0 0-35-15,0 0-216 0,0 0-489 0,0 0 218 16</inkml:trace>
  <inkml:trace contextRef="#ctx0" brushRef="#br0" timeOffset="131382.51">20764 12786 48 0,'5'-4'229'0,"3"-3"-15"15,-2 0-11-15,3 2-6 0,4 1-14 0,-1 1-7 16,0 0-9-16,2 1-8 0,3 2-12 0,2 4-4 16,-1 1-11-16,-3 1-13 0,1 3-12 0,-2-2-8 15,-1 5-9-15,-1-2-3 0,-5 1-3 0,-2 0-6 16,0 0-11-16,-2 1-5 0,-5 0 1 0,-3 3-6 16,-1 0 1-16,-2-1-9 0,-6-2-4 0,0 1-3 15,-8 3-7-15,6-5-1 0,-3 0-4 0,-1-3-3 16,-4 3 2-16,0-2-7 0,-3 0-4 0,7-5 1 15,0-1-2-15,2-2 6 0,2-1-9 0,2-1-1 16,3 0-1-16,1-1 2 0,10 2-3 0,-14-1 1 16,14 1-4-16,-9-4-2 0,9 4-1 0,-5-4 0 15,5 4 1-15,0 0-5 0,0 0 2 0,0 0 5 16,0 0-5-16,0 0-3 0,0 0-2 0,26-2 0 16,-26 2 0-16,15 3 1 0,-5 1 2 0,2 0 0 15,-2 2-1-15,2 0 2 0,2 0 0 0,0 1-5 16,1 2-19-16,0-3-32 0,-2 0-43 0,-1-1-45 0,-1 0-50 15,2 2-49-15,2 0-214 0,-2-4-493 16,1 2 219-16</inkml:trace>
  <inkml:trace contextRef="#ctx0" brushRef="#br0" timeOffset="131632.34">21398 12721 2024 0,'-4'-12'-20'0,"2"1"46"0,2 4 19 0,-4-2-12 0,4 9-6 15,-3-11 0-15,3 11-4 0,-1-9 6 0,1 9 7 16,0 0 3-16,1-9-3 0,-1 9 0 0,12-4-1 16,-2 0-2-16,4 2-2 0,5 0-5 0,8 0-4 15,-5 2 0-15,8-3-7 0,-3 2-17 0,-7 1-22 16,0-2-29-16,-3 4-26 0,-3-2-30 0,-3 0-39 15,1 0-28-15,-6 1-150 0,-6-1-353 0,0 0 156 16</inkml:trace>
  <inkml:trace contextRef="#ctx0" brushRef="#br0" timeOffset="131990.49">21541 12636 69 0,'0'0'178'0,"-6"10"-1"0,2-1 12 0,0 1-4 16,0 2-1-16,-2 5 4 0,0 1-6 0,-1 0-14 15,2 1-15-15,1-1-1 0,-1 0-13 0,1 0-6 16,0 1-9-16,-1-2-8 0,2 2-13 0,1-2-12 16,0 0-7-16,3-2-4 0,-2 0-13 0,-1-4-7 15,0 3-5-15,3-2-4 0,-1-2-6 0,0 0 4 16,0 1-11-16,0-1-5 0,0-3-4 0,0-7 0 16,-1 11 4-16,1-11-10 0,-1 7-7 0,1-7 2 15,-6 6-5-15,6-6-2 0,-6 3-8 0,6-3 1 16,0 0-2-16,-17-7-9 0,12 3-4 0,-1 0 1 0,-2 0-1 15,3 0 6-15,5 4-4 0,-7-7 2 16,1 3 0-16,6 4 1 0,-6-6 0 0,6 6 1 16,-6-4-3-16,6 4-1 0,0 0 1 0,0 0 9 15,0 0-10-15,0 0 3 0,0 0 1 0,0 0 1 0,0 0 3 16,0 0-4-16,0 0 5 0,18 15 0 16,-11-9-1-16,5 0 2 0,-1-4-6 0,7 2-26 15,0-1-32-15,2 0-35 0,2 1-33 0,0-3-36 16,6-2-23-16,-1 4-31 0,-7 1-151 0,8-4-403 15,-10 0 178-15</inkml:trace>
  <inkml:trace contextRef="#ctx0" brushRef="#br0" timeOffset="132423.6">21911 12968 110 0,'2'-10'198'16,"-2"10"0"-16,0 0 0 0,-11-11 1 0,7 7-2 0,-4 1-5 15,8 3-7-15,-18-4-10 0,5 4-7 0,1 0-15 16,-1 3-7-16,0 1-10 0,-3 0-13 0,-1 2-7 15,2 1-9-15,2 2-5 0,-3 3-12 16,5-2-13-16,-2 3 12 0,6-3-22 0,-1 0-7 16,3-1-2-16,1 1-7 0,1 1-12 0,2-3 1 0,1-8 0 15,3 13-4-15,0-6 0 0,2-3-9 0,2 2 1 16,3-2-6-16,2-2 3 0,-1 0-5 16,-1-1-1-16,4-2-4 0,-1-1-10 0,5-1-2 0,-5-1-1 15,1-1-1-15,-3-2-2 0,2-4 0 0,0-2 0 16,-1 2-2-16,0-3 3 0,-3-2-5 0,0 0-2 15,-2 0 2-15,1-2 1 0,-1 0-3 16,-3-6 2-16,0 3-1 0,6-2-1 0,-5 3 0 0,3-4 10 16,-5 5-8-16,0 2 0 0,1 0 1 0,1 1 2 15,-1 5 15-15,-4 0 6 0,2 4 11 0,0 1 0 16,-2 6 11-16,1-9-20 0,-1 9-5 16,1-7-3-16,-1 7-2 0,0 0 7 0,0 0 4 0,0 0 8 15,-9 29-2-15,5-12 14 0,-1 2 3 0,0 0-4 16,-1 5-5-16,-1-5 0 0,0 8-6 0,2-9-5 15,1 0-2-15,0 6 2 0,-3 1 9 0,2-6-17 16,2-1-6-16,-1 1-35 0,3-2-33 0,-3 0-41 16,4-6-52-16,-2 4-61 0,2-2-60 0,2-3-56 15,-4 1-173-15,5-5-542 0,0 0 239 0</inkml:trace>
  <inkml:trace contextRef="#ctx0" brushRef="#br0" timeOffset="132653.1">22295 12950 115 0,'-6'-13'279'0,"-2"9"-6"0,-1 1-3 0,-1 0-8 0,-3 2-7 15,0 1-9-15,-6 4-18 0,7-1-5 16,-8 5-17-16,2 0-4 0,-2 1-13 0,3 2 1 16,0 2-35-16,2 1-10 0,4 1-7 0,1-2-22 15,2 0-7-15,4-2-9 0,3 0-17 0,2 1 1 0,4-1-6 16,2 1-14-16,3-2-23 0,5 1-35 15,2-4-34-15,2-1-40 0,8 2-41 0,-8-3-34 16,3 1-55-16,-2-3-53 0,-2 1-56 0,-6-1-186 16,0 1-532-16,-4-3 235 0</inkml:trace>
  <inkml:trace contextRef="#ctx0" brushRef="#br0" timeOffset="135099.69">23888 12850 1615 0,'9'-17'-7'0,"0"2"62"0,-4 0 33 0,1 3-18 0,-3 2-8 15,-3-2-3-15,-2 5 4 0,2 7-1 0,-1-14-5 16,1 14-2-16,-6-8 4 0,2 5 0 0,4 3 12 16,-17 6-3-16,3 1 10 0,-3 6-4 0,-5 10 7 15,-4 2-1-15,-6 15-3 0,-1 7 6 0,5 1-2 16,1 4 4-16,3 3-4 0,4-1-9 0,1-2-5 15,4 1-7-15,0 1 6 0,3-6-5 0,6 1-6 16,-3-1 0-16,8-12-3 0,-1-2-1 0,2-1-3 16,5 2-14-16,2-3 1 0,-1-2 0 0,4 0-4 15,3 0 2-15,0-2-7 0,1 0-5 0,4-2-21 16,0-6-13-16,2 1-27 0,-5-6-17 0,2-3-27 16,1 0-39-16,-3-1-33 0,1-3-32 0,-1-1-43 15,-2 0-28-15,0-4-210 0,-1-1-506 0,0-2 224 16</inkml:trace>
  <inkml:trace contextRef="#ctx0" brushRef="#br0" timeOffset="135339.16">24129 13164 2347 0,'-6'-18'8'0,"1"-1"-5"0,0 1 2 15,1 1 15-15,2 6-1 0,1-2-2 0,1 4-7 16,5-2 0-16,3 3-2 0,5-3-1 16,1-1 3-16,6 3 1 0,7-3-4 0,4 3 1 15,-3 1-1-15,1 4 0 0,1-2-4 0,-1 3-18 0,-6 1-24 16,-3 1-31-16,-2 0-30 0,-1 1-24 0,-4 1-23 16,-2-1-15-16,-3-1-20 0,0 2-96 0,-8-1-302 15,0 0 134-15</inkml:trace>
  <inkml:trace contextRef="#ctx0" brushRef="#br0" timeOffset="135671.29">24380 12966 132 0,'-9'-2'163'0,"9"2"-4"0,0 0-12 0,0 0-18 15,-10 2-10-15,10-2 6 0,-3 6 15 0,0 4 6 16,1 2-9-16,-3 2 4 0,0 5-4 0,2 8-2 16,-1-8-9-16,2 6-14 0,-1 0-3 0,1 1-5 15,0-6-14-15,4 5-4 0,-5-1-10 0,2-5-3 16,1 1-9-16,0-1-7 0,-2 0-5 0,0-1-1 15,1-1-8-15,-2-4-2 0,2-1-7 0,-3-1-6 16,0-1 3-16,2 0-8 0,-2 0 8 0,0-2-15 16,-3-1-13-16,1-1-14 0,0-5-7 0,-1 2-5 15,7-3-2-15,-13 2-5 0,13-2 2 0,-15-2-1 16,10-1 1-16,5 3 3 0,-9-10 4 0,5 5 0 16,-1 0 2-16,5 5 2 0,-4-12 5 0,4 12 8 15,-1-7 5-15,1 7 0 0,0 0 3 0,4-12-2 16,-4 12 5-16,8-4 0 0,-8 4 0 0,12-1-2 15,-1 2 4-15,1 1-1 0,1 1-3 0,5 0 3 16,-1 2-6-16,3-2-19 0,2 0-31 0,5 2-27 16,-6-1-38-16,8-1-37 0,-8-1-27 0,8 0-40 15,-9-1-120-15,0 1-364 0,3-2 162 0</inkml:trace>
  <inkml:trace contextRef="#ctx0" brushRef="#br0" timeOffset="136085.64">24808 13309 75 0,'1'-6'229'0,"-1"6"-10"0,-5-14-1 0,2 7 3 0,-4 2-9 16,-1-1-4-16,-1 1-5 0,-5 1-6 0,1 2-11 16,-1 2-9-16,1 2-9 0,-6 2-3 15,3 1-5-15,-2 1-21 0,0 3-5 0,4-1-10 16,0 3-11-16,1-1-17 0,5 1-2 0,-2 2-11 16,4-2-5-16,2 1-7 0,-1-2-9 0,4 2 2 0,3-1-9 15,3-3-8-15,0 2 9 0,4-2-19 16,1-2-6-16,7 1 5 0,-2-1-1 0,-1-1-5 0,-1-3-4 15,5-2 7-15,-5 0-19 0,0 0-5 16,-1-4-1-16,1-2-5 0,-1-1 6 0,-2-2-7 0,0-1 1 16,-1-3-5-16,0-3-7 0,-1-1 1 0,-3-2-1 15,1 0 4-15,1-1-5 0,-2-6 3 0,1 0-1 16,-1-1-1-16,-1 0 0 0,1 2-3 0,0 0 6 16,-2 0 3-16,3 0 0 0,-2 6-3 0,-2 4 5 15,-1 5 9-15,1-1 17 0,-2 5 1 0,0 6-9 16,2-10-1-16,-2 10-4 0,0 0 0 0,0 0-3 15,0 0 3-15,0 0 3 0,-2 32 2 0,-1-12-8 16,1 5 4-16,-4 0 3 0,2 1 9 0,1 2-11 16,-2-2 10-16,0 1-7 0,3 0-7 0,-2 1 2 15,1-9-2-15,1 7-19 0,-1-8-36 0,0 0-43 16,3-2-41-16,0 1-54 0,0-2-51 16,2-2-42-16,2-2-43 0,-3-1-192 0,3-4-551 15,2 2 244-15</inkml:trace>
  <inkml:trace contextRef="#ctx0" brushRef="#br0" timeOffset="136294.04">25122 13324 255 0,'0'-6'271'0,"0"6"-10"16,-2-13-12-16,2 13-11 0,-7-7-10 0,0 5-9 16,7 2-13-16,-17 4-9 0,6 0 1 0,0 3-14 15,-4 1-8-15,2 3-13 0,-2 0-13 0,3 1-13 16,-1 1-9-16,2 0-12 0,6-1-11 0,0 0-16 15,2-1 0-15,2 0-12 0,1 1-12 0,3-2-27 16,5-1-33-16,0-1-42 0,2 0-34 0,5 0-46 16,0 1-44-16,2-5-47 0,-3 0-50 0,0-3-241 15,-1 0-540-15,3-2 238 0</inkml:trace>
  <inkml:trace contextRef="#ctx0" brushRef="#br0" timeOffset="136566.99">25520 12945 50 0,'5'-4'255'0,"1"4"-6"0,-6 0-5 16,17 9-3-16,-3 5-8 0,5 8-9 0,-6 3-9 16,0 3-17-16,1 0-13 0,-3 6-10 0,1-1-18 15,-6 1-7-15,-3-1-22 0,1 2-11 0,-2-2-10 16,0 1-8-16,-4-5-12 0,-2-1-8 0,2-1-9 15,-5 0-2-15,1-8-9 0,-4 4-3 0,-1-2-11 16,-1-3 0-16,-3 1-6 0,4-3-4 0,-5-3-8 16,0-1-18-16,0 1-23 0,1-5-17 0,-1 2-23 15,-3-3-34-15,2-2-32 0,-5 2-43 0,9-4-48 16,0 0-52-16,-2-2-188 0,5-4-488 0,2 2 217 16</inkml:trace>
  <inkml:trace contextRef="#ctx0" brushRef="#br0" timeOffset="136765.81">26046 13271 2218 0,'7'-7'32'0,"-1"0"-6"16,0 2-11-16,2 0-14 0,-2-3 13 15,1 2 0-15,2 3 2 0,2-3-4 0,1 3 5 0,2 1-7 16,-1 0 1-16,-2-1-3 0,3 3-12 0,-1 0-35 15,1 2-40-15,-1-2-49 0,0 3-37 0,-1 1-166 16,-4 0-356-16,-4-1 158 0</inkml:trace>
  <inkml:trace contextRef="#ctx0" brushRef="#br0" timeOffset="136915.4">26092 13348 69 0,'-6'5'213'0,"6"-5"2"0,-5 2-7 0,5-2 1 16,0 0-15-16,-4 5-11 0,4-5-10 0,0 0-11 15,0 0-15-15,9 9-13 0,0-6-10 0,1 0-13 16,3-1-24-16,7 0-39 0,-2 0-50 0,4-1-53 16,7-4-59-16,-1 3-59 0,-6-2-150 0,7 0-349 15,0-4 155-15</inkml:trace>
  <inkml:trace contextRef="#ctx0" brushRef="#br0" timeOffset="140846.07">26781 13171 55 0,'0'0'135'0,"-10"-2"-19"15,10 2 8-15,-7-3 4 0,7 3-3 0,0 0-3 16,0 0-7-16,-9-2 4 0,9 2 3 0,0 0-4 16,0 0 3-16,0 0-4 0,0 0-6 0,-11-2 1 15,11 2-5-15,0 0-8 0,0 0-4 0,-7-3 0 0,7 3-4 16,0 0-5-16,0 0-3 0,0 0-4 15,0 0-6-15,0 0-3 0,0 0-4 0,0 0-7 0,0 0-1 16,0 0-3-16,0 0-6 0,0 0 2 0,0 0-1 16,0 0 2-16,0 0-3 0,0 0 2 0,36 4-5 15,-18-3-2-15,1-2-4 0,0 2 0 16,2-2 7-16,-2 2-13 0,2-1-5 0,-1 0 3 0,-7 0-3 16,2 2-4-16,-2-2-3 0,1 0-1 0,-6 0-4 15,3 0 0-15,-6 0-1 0,-5 0 4 0,14 0-10 16,-14 0 8-16,8 0-4 0,-8 0 1 0,0 0-1 15,0 0 11-15,9 0-11 0,-9 0 3 0,0 0-4 16,0 0 0-16,0 0 8 0,0 0-13 0,0 0-4 16,0 0 5-16,0 0-8 0,0 0 4 0,0 0-8 15,0 0 3-15,0 0-7 0,-32-4-3 0,17 5-7 16,1 2-6-16,-1-3-10 0,-5 2 1 0,2-1-1 16,2 2 1-16,3 0 3 0,-1-3-1 0,1 1 0 15,4 1-1-15,-3 0 3 0,6-2 2 0,6 0-3 16,-13 1 0-16,13-1 0 0,-8 1 3 0,8-1 3 15,0 0 1-15,-11 1 2 0,11-1 1 0,0 0 1 16,0 0 4-16,0 0 3 0,0 0 0 0,0 0 1 16,0 0 4-16,0 0-4 0,0 0 4 0,0 0 0 15,0 0 1-15,0 0 1 0,0 0 1 0,0 0-4 16,36-2 3-16,-25 2-14 0,1 0-21 0,-1-1-28 16,1 2-33-16,1 0-40 0,-2-1-37 0,0 1-33 15,0 2-193-15,-2-3-434 0,0 1 192 0</inkml:trace>
  <inkml:trace contextRef="#ctx0" brushRef="#br0" timeOffset="142521.25">27379 13001 16 0,'0'0'157'0,"-3"-10"2"0,3 10-11 0,0 0-9 15,0 0-1-15,-1-6-2 0,1 6-5 0,0 0-4 16,0 0-7-16,-4-9-8 0,4 9-6 0,0 0-16 0,0 0-5 15,8-8-7-15,-8 8-4 0,9-5-6 0,-4 2-6 16,4 1 2-16,-9 2-9 0,14-1-6 0,-6 1-1 16,-8 0-6-16,19-2-3 0,-9 5-5 15,-2-2 2-15,1 3-4 0,1 2-1 0,0 2-1 0,-3 2 2 16,1 4-3-16,-1 3 6 0,-5-2-1 0,0 3 0 16,-4 2-1-16,0-2 2 0,-1 1-4 0,-3-1-3 15,-2-1 2-15,-2 1 0 0,-1 0-3 0,-6 2-4 16,4-5 2-16,0-2-1 0,-2 0-5 0,-1-3 3 15,2 2-7-15,1-2 1 0,-1-3 0 0,1 2-1 16,-5-3 0-16,5-2 1 0,2 2-3 0,1-5-1 16,-1 3-1-16,5-1 0 0,-2-1 1 0,8-2 2 15,-11 4 3-15,11-4 2 0,-8 1-1 0,8-1-2 16,-5 4 1-16,5-4 1 0,0 0-2 0,0 0 0 16,0 0-3-16,0 0-1 0,0 0-2 0,0 0-2 15,28-2-1-15,-15 3 0 0,-1-1 0 0,9 2 0 16,-2-1 18-16,2 0-13 0,0-1-20 0,6 1-21 15,2 2-28-15,-8-1-34 0,1 0-37 0,4 1-46 16,3 0-34-16,-8 0-228 0,-4-2-472 0,2 2 209 16</inkml:trace>
  <inkml:trace contextRef="#ctx0" brushRef="#br0" timeOffset="143113.51">27930 12923 93 0,'0'0'170'0,"-11"-4"-9"15,11 4-3-15,-10-2-11 0,10 2 10 0,-6-3-20 16,6 3-8-16,0 0-12 0,0 0-10 0,0 0-8 16,0 0-5-16,0 0-2 0,0 0-7 0,0 0-3 0,0 0-7 15,32 2-6-15,-14-4-10 0,4 2-1 16,-2 0-8-16,11-2-5 0,-5 2-2 0,-4 0-4 16,-2 0-6-16,1-1-21 0,-4 1-23 0,1 0-23 15,-7 0-30-15,3 0-19 0,-6 0-29 0,0 0-25 0,-1 1-27 16,-7-1-121-16,9 0-308 0,-9 0 137 0</inkml:trace>
  <inkml:trace contextRef="#ctx0" brushRef="#br0" timeOffset="143521.74">28075 12907 16 0,'-8'2'161'15,"8"-2"2"-15,-4 5 6 0,4-5-5 0,-5 8 7 16,3 1 1-16,0 3-17 0,-2-1 6 0,1 8-4 0,-1 1-8 15,-1-1-10-15,2 5-7 0,-3 0-11 0,4-5-6 16,-1 0-8-16,1-2-8 0,0 1-6 0,0 2-12 16,0-4-2-16,0 0-9 0,-1-4-5 15,0 0-7-15,3-2 0 0,0 1-13 0,-2-1 1 0,0 0-5 16,2-3-9-16,-1 0-2 0,1-7 0 0,-3 13-4 16,0-8 2-16,1 1-3 0,2-6-2 0,-7 10 0 15,1-7-6-15,6-3-5 0,-10 4-2 0,2-2-10 16,8-2-2-16,-13 4-4 0,5-4-9 0,8 0-1 15,-17-3-4-15,10 2 0 0,-3-2 2 0,0 0-3 16,5 0 6-16,-4 0-7 0,2 1 7 0,7 2-1 16,-11-7 3-16,5 4 1 0,6 3-1 0,-8-4 4 15,8 4 0-15,0 0 0 0,-9-3-1 0,9 3 4 16,0 0-3-16,-6-4 0 0,6 4 1 0,0 0 0 16,0 0 2-16,0 0 4 0,0 0-1 0,0 0 3 15,25 7-1-15,-12-7 3 0,1 2 0 0,5-1-1 16,2 0 1-16,2-1 1 0,-1 0-18 0,-2 0-27 15,3 0-27-15,-3 2-40 0,2-4-34 0,7 2-26 16,-2 0-39-16,-6 0-157 0,-1 0-394 0,-2-2 175 16</inkml:trace>
  <inkml:trace contextRef="#ctx0" brushRef="#br0" timeOffset="144489.25">28487 12613 15 0,'-2'-9'213'15,"2"9"-10"-15,-2-7-2 0,2 7-8 0,0 0-15 16,0 0-11-16,0 0-14 0,-1-10-14 0,1 10-14 16,0 0-15-16,0 0-8 0,0 0-4 0,0 0-6 15,0 0-9-15,0 0-4 0,19 12-1 0,-14-8-10 16,-1 2-1-16,-2-1-10 0,4 4-2 0,-4 1-6 16,-1-2-4-16,1 1 2 0,-4-1-7 0,1 3 0 15,-1-1-3-15,-1 0-4 0,-2-1-4 0,1 1 2 16,-4 0-4-16,1-1-4 0,-2 0 0 0,-2-2-2 15,3 1-3-15,-1 0 2 0,0-1-3 0,-3-2-3 16,3 1 0-16,0-1-3 0,0-1 1 0,3 0-1 16,6-4-3-16,-9 5 1 0,9-5-1 0,-9 5-2 15,9-5 0-15,-5 1-1 0,5-1 2 0,0 0 0 0,0 0-5 16,0 0 3-16,18 8-2 0,-5-6-2 16,5-2-7-16,1 0-13 0,0 0-16 0,2 2-10 15,1-2-34-15,-4 0-27 0,3 2-41 0,-4-2-32 16,3 2-29-16,-6-1-173 0,-1 1-411 0,-1 0 182 15</inkml:trace>
  <inkml:trace contextRef="#ctx0" brushRef="#br0" timeOffset="145041.69">28702 13159 101 0,'0'0'225'0,"-3"-9"-6"0,3 9-13 0,-5-7-6 16,5 7-13-16,-10-6-11 0,3 2-9 0,0 1-14 16,-1 3-8-16,-5-2-13 0,3 2-8 0,-4 2-8 15,4 1-9-15,-3 1-5 0,-2 3-9 16,2-1-6-16,0 0-6 0,0 4-6 0,2-1-9 15,2-1-5-15,0 3-6 0,0-4-7 0,5 3-1 0,-2 0-2 16,2 0-5-16,1 0-5 0,2-2-1 0,1-8-5 16,4 17-1-16,0-11-2 0,5 3-1 15,-2-3-1-15,4-2-4 0,-1 0 0 0,1-1 0 16,2-1-4-16,0-2-1 0,-3 0 8 0,3-2-12 16,-3-1 3-16,-2-1-3 0,2 0 1 0,-1-2-4 0,1-3 0 15,2-1 1-15,-2-3-3 0,-1-1 5 16,-1 0 0-16,-2-2-5 0,-1 0 2 0,3-1 1 15,-6-2-7-15,2-6 1 0,0 0 2 0,-3 1 0 16,0 5 2-16,-1 2-4 0,2-1 0 0,-2 2 2 0,0 5-2 16,3-1 6-16,-3 2 9 0,-2 3 0 0,2 7 8 15,0-14-3-15,0 14-3 0,0-6-3 16,0 6-7-16,0 0 1 0,0 0 4 0,0 0-2 16,0 0 4-16,-4 28 24 0,3-14-18 0,0 4 0 15,-3-1-9-15,0 3 1 0,1-1-3 0,1 0 1 0,-2 0 0 16,1-1 3-16,1 0-8 0,-1 1 3 0,2-2 1 15,-4 0-4-15,5 0-15 0,-3-4-20 0,3 0-22 16,-2 2-32-16,1-1-40 0,-1-2-33 0,0 0-44 16,-1-2-43-16,3-1-37 0,0 1-187 15,-1-2-502-15,1-8 223 0</inkml:trace>
  <inkml:trace contextRef="#ctx0" brushRef="#br0" timeOffset="145279.18">29027 13115 25 0,'0'0'273'0,"-7"-14"-14"0,2 11-14 0,-2 0-6 15,0-1-8-15,-6 7-7 0,1-1-7 0,0 3-14 16,-5 5-17-16,-1 0-11 0,3 2-9 0,-4 0-19 16,6 1-13-16,1 4-9 0,3-2-10 0,0-2-7 15,6 2-4-15,-1 0-19 0,0 2-7 0,8-1-5 16,0-5-7-16,3 3-6 0,2 0-28 0,4-4-25 15,0 2-33-15,6-2-34 0,-2 0-33 0,-2-4-39 16,3 1-41-16,-2-1-48 0,1-1-48 16,-7 0-166-16,3-2-469 0,-4-1 208 0</inkml:trace>
  <inkml:trace contextRef="#ctx0" brushRef="#br0" timeOffset="147959.22">22657 7899 17 0,'0'0'101'0,"0"0"-10"0,0 0-8 0,1-7-11 15,-1 7-2-15,0 0-17 0,3-6-3 0,-3 6-16 16,0 0-17-16,0 0-16 0,6-4-12 0,-6 4-16 0,0 0-17 16,0 0-41-16,0 0-92 0,0 0 42 15</inkml:trace>
  <inkml:trace contextRef="#ctx0" brushRef="#br0" timeOffset="148261.04">23458 7949 56 0,'0'0'51'0,"0"0"-20"15,0 0-12-15,0 0-19 0,0 0-27 0,0 0-28 16,0 0 13-16</inkml:trace>
  <inkml:trace contextRef="#ctx0" brushRef="#br0" timeOffset="148490.91">24003 8008 31 0,'2'-8'95'0,"-2"8"0"0,0 0-19 0,0 0-7 15,0 0-13-15,0 0-21 0,0 0-22 0,0 0-20 16,0 0-21-16,0 0-45 0,0 0-79 0,0 0 36 15</inkml:trace>
  <inkml:trace contextRef="#ctx0" brushRef="#br0" timeOffset="148990">24638 7774 56 0,'0'0'54'0,"0"0"-6"0,0 0-11 0,0 0-13 16,0 0-2-16,0 0 0 0,0 0-6 0,0 0 0 16,0 0-2-16,0 0 0 0,0 0-6 0,0 0 1 15,0 0 0-15,0 0-3 0,0 0-1 0,0 0 0 16,0 0 2-16,0 0-2 0,0 0-9 0,0 0 7 16,0 0 1-16,0 0 0 0,0 0 1 0,0 0 0 15,0 0-4-15,0 0 1 0,0 0-3 0,0 0-15 16,0 0-12-16,0 0-31 0,0 0-64 0,0 0 29 15</inkml:trace>
  <inkml:trace contextRef="#ctx0" brushRef="#br0" timeOffset="152664.69">19959 7154 3 0,'0'0'60'0,"0"0"-4"0,0-8-1 0,0 8-11 15,0 0-3-15,0 0-7 0,0 0-1 0,0 0-8 16,0 0 1-16,0 0-12 0,0 0 6 15,0 0-7-15,0 0-8 0,0 0-10 0,0 0-6 16,0 0 3-16,0 0-3 0,0 0-6 0,0 0-3 0,0 0 0 16,0 0-8-16,0 0-24 0,0 0-56 0,0 0 25 15</inkml:trace>
  <inkml:trace contextRef="#ctx0" brushRef="#br0" timeOffset="153924.44">22378 7905 1 0,'0'0'60'16,"0"0"-12"-16,0 0-20 0,0 0-12 0,0 0-14 15,0 0-29-15,0 0-27 0,0 0 12 0</inkml:trace>
  <inkml:trace contextRef="#ctx0" brushRef="#br0" timeOffset="154207.97">23079 7925 9 0,'0'0'95'0,"0"0"-8"0,0 0-14 0,0 0-10 16,0 0-7-16,0 0-28 0,0 0-28 0,0 0-14 0,0 0-15 16,9 2-33-16,-9-2-66 0,5 2 29 15</inkml:trace>
  <inkml:trace contextRef="#ctx0" brushRef="#br0" timeOffset="154457.07">23612 7703 56 0,'0'0'81'0,"0"0"-11"0,0 0-3 0,7-2-6 0,-7 2-19 16,0 0-16-16,13 5-17 0,-7 0-23 16,-1 0-13-16,2 3-36 0,-1-1-66 0,-2 0 29 0</inkml:trace>
  <inkml:trace contextRef="#ctx0" brushRef="#br0" timeOffset="154666.29">23830 8125 51 0,'0'0'83'0,"0"0"-5"16,0 0-15-16,0 0-11 0,0 0-21 0,0 0-20 16,0 0-17-16,0 0-24 0,0 0-26 0,0 0-60 15,17-14 27-15</inkml:trace>
  <inkml:trace contextRef="#ctx0" brushRef="#br0" timeOffset="155457.04">24483 7936 39 0,'0'0'117'0,"0"0"-3"16,0 0-3-16,0 0-3 0,0 0-2 0,0 0-11 15,0 0-5-15,0 0-14 0,0 0-4 0,0 0-11 16,0 0 0-16,0 0-2 0,0 0-8 0,0 0-5 0,0 0 0 16,0 0 2-16,0 0-3 0,0 0-4 15,0 0-6-15,0 0-3 0,0 0 4 0,0 0-7 16,0 0 2-16,0 0-6 0,0 0 2 0,0 0-7 15,0 0-1-15,0 0 2 0,0 0-4 0,0 0-9 0,0 0 5 16,0 0-4-16,0 0 2 0,0 0-2 0,0 0-2 16,0 0 1-16,0 0 2 0,0 0-5 0,0 0-1 15,0 0-2-15,0 0 4 0,0 0-3 16,0 0 3-16,0 0-5 0,0 0 1 0,0 0 6 0,0 0-5 16,0 0-1-16,0 0-1 0,0 0 2 0,0 0-2 15,0 0 1-15,0 0-3 0,0 0 3 16,0 0-12-16,0 0 11 0,0 0 0 0,0 0-3 15,0 0 8-15,0 0-7 0,0 0 4 0,0 0-5 0,0 0 2 16,0 0-3-16,0 0-1 0,0 0 5 0,0 0 0 16,0 0-3-16,0 0 3 0,0 0-3 0,0 0 4 15,0 0 2-15,0 0 1 0,0 0-5 0,0 0 2 16,0 0-2-16,0 0 1 0,0 0 1 0,0 0 0 16,0 0-7-16,0 0 5 0,0 0 2 0,0 0 0 15,0 0-3-15,0 0 5 0,0 0 1 0,0 0-5 16,0 0 0-16,0 0 0 0,0 0-5 0,0 0 8 15,0 0-1-15,0 0-2 0,0 0 0 0,0 0 2 16,0 0-1-16,0 0 1 0,0 0-5 0,0 0 4 16,0 0-1-16,0-17 2 0,0 17-5 0,0 0 1 15,0 0 2-15,0 0 2 0,0 0-4 0,0 0 4 16,0 0-4-16,0 0 8 0,-1-10-1 0,1 10-5 16,0 0 0-16,0 0-2 0,0 0-2 0,0 0 7 15,0 0 0-15,0 0-6 0,5-6 7 0,-5 6-4 16,0 0-1-16,0 0-3 0,0 0 2 0,0 0 2 15,0 0-3-15,7-3 2 0,-7 3-4 0,0 0-2 16,0 0-1-16,0 0 2 0,0 0 0 0,0 0-8 16,0 0 0-16,0 0 2 0,0 0-8 0,0 0 5 15,0 0-9-15,0 0-6 0,0 0-10 0,0 0-10 0,6-4-13 16,-6 4-18-16,0 0-8 0,0 0-17 16,0 0-15-16,0 0-64 0,0 0-199 0,0 0 88 15</inkml:trace>
  <inkml:trace contextRef="#ctx0" brushRef="#br0" timeOffset="157532.2">23870 7990 18 0,'0'0'41'16,"0"0"-4"-16,0 0-4 0,0 0-6 0,0 0 0 15,0 0-7-15,0 0 0 0,0 0 5 0,0 0-12 16,0 0 4-16,0 0 0 0,0 0-1 0,0 0 2 15,0 0-5-15,0 0-1 0,0 0-5 0,0 0-11 16,0 0-1-16,0 0-6 0,0 0-4 0,0 0-9 0,0 0-27 16,0 0-55-16,0 0 26 0</inkml:trace>
  <inkml:trace contextRef="#ctx0" brushRef="#br0" timeOffset="163726.59">12019 13189 22 0,'0'0'34'0,"0"0"-16"15,0 0-21-15,0 0-10 0,14 11-12 0,-14-11 6 16</inkml:trace>
  <inkml:trace contextRef="#ctx0" brushRef="#br0" timeOffset="164658.84">13250 13877 56 0,'0'0'53'0,"0"0"-5"0,0 0-5 16,0 0-3-16,0 0-4 0,0 0-6 0,0 0 2 15,0 0-1-15,0 0-6 0,0 0-7 0,0 0-3 16,0 0 8-16,0 0-8 0,0 0-12 0,0 0 6 16,0 0 0-16,0 0 0 0,0 0-3 0,0 0-3 15,2 5 2-15,-2-5-4 0,0 0 3 0,0 0-4 16,0 0-5-16,0 0-3 0,0 0-4 0,0 0 2 15,0 0-1-15,0 0 0 0,0 0 1 0,0 0-1 16,0 0-3-16,0 0 1 0,0 0-8 0,0 0-9 16,0 0-30-16,0 0-65 0,0 0 29 0</inkml:trace>
  <inkml:trace contextRef="#ctx0" brushRef="#br0" timeOffset="165461.46">12884 14557 1 0,'0'0'69'0,"0"0"-7"0,0 0-7 16,0 0-3-16,0 0-4 0,0 0-4 0,0 0-7 15,0 0 6-15,0 0-11 0,0 0-1 0,0 0-7 16,0 0-6-16,0 0 6 0,0 0 0 0,0 0-8 0,0 0 5 16,0 0-8-16,0 0 1 0,0 0-4 15,0 0-1-15,0 0 5 0,0 0 2 0,0 0 5 16,0 0 2-16,0 0-8 0,0 0-3 0,0 0 0 16,0 0-15-16,0 0 11 0,0 0-1 0,0 0 3 15,0 0-7-15,0 0 1 0,0 0 1 0,0 0 6 0,0 0-13 16,0 0 5-16,0 0-4 0,0 0 10 0,0 0-10 15,0 0 7-15,0 0-12 0,0 0 9 16,0 0 1-16,0 0-3 0,0 0-4 0,0 0-2 16,0 0 1-16,0 0 3 0,0 0 1 0,0 9 1 0,0-9-1 15,0 0-6-15,0 0-6 0,0 0-3 0,0 0-1 16,0 0-4-16,0 0-11 0,-1 9-8 16,1-9-10-16,0 0-13 0,0 0-32 0,-4 7-100 15,4-7 44-15</inkml:trace>
  <inkml:trace contextRef="#ctx0" brushRef="#br0" timeOffset="169016.74">16525 13257 9 0,'0'0'2'0,"0"0"-5"16,0 0-1-16,0 0 1 0</inkml:trace>
  <inkml:trace contextRef="#ctx0" brushRef="#br0" timeOffset="171452.24">27794 13472 51 0,'0'0'58'0,"4"-6"-16"16,-4 6-16-16,0 0-21 0,0 0-23 0,0 0-10 16,0 0-29-16,0 0 12 0</inkml:trace>
  <inkml:trace contextRef="#ctx0" brushRef="#br0" timeOffset="172329.1">29016 13514 70 0,'0'0'105'15,"0"0"-17"-15,0 0-8 0,9 0-10 0,-9 0-5 16,0 0-10-16,0 0 1 0,0 0-15 0,0 0 4 15,0 0-8-15,0 0-3 0,0 0 0 0,9 2-15 16,-9-2 9-16,0 0-9 0,0 0 2 0,0 0-7 0,0 0 6 16,0 0-6-16,0 0 1 0,8 1-6 0,-8-1-4 15,0 0-3-15,0 0-2 0,0 0-13 16,0 0-3-16,0 0-12 0,0 0-11 0,0 0-18 16,0 0-76-16,0 0-142 0,7-3 63 0</inkml:trace>
  <inkml:trace contextRef="#ctx0" brushRef="#br0" timeOffset="172811.22">29656 13134 18 0,'0'0'148'0,"11"2"-12"0,-11-2-7 0,0 0-9 16,12 3-7-16,-12-3-11 0,8 5-9 0,-4 0 3 0,-4-5-9 16,5 7-2-16,-1-2-6 0,1 0 0 0,-3 1-8 15,1 0-6-15,-3-6-6 0,4 11-5 0,-3-6-2 16,-1-5-6-16,4 11 0 0,-3-5 0 0,-1-6-2 16,3 11-6-16,-2-6-1 0,-1-5-5 0,3 8 6 15,-3-8 3-15,4 8 4 0,-4-8-3 0,1 6 4 16,-1-6-2-16,0 0 4 0,6 5 5 0,-6-5 4 15,8 4-4-15,-1-4-2 0,4-1-6 0,1-3-3 16,5 1-5-16,9-4-6 0,4-3-3 16,1 0-2-16,5-2-20 0,12-4-25 0,3 2-14 0,-2-1-32 15,2-1-34-15,3-4-44 0,-2 3-34 0,2-4-169 16,-2 2-374-16,-3-3 166 0</inkml:trace>
  <inkml:trace contextRef="#ctx0" brushRef="#br0" timeOffset="177356.75">19413 10279 73 0,'0'0'130'0,"4"-3"-18"16,-4 3 4-16,0 0-16 0,4-7-11 0,-4 7-9 15,0 0-8-15,0 0-3 0,0 0-7 0,0 0-9 16,0 0 2-16,0 0-6 0,6 16-5 0,-4-10 10 15,0 3 7-15,0 1-6 0,0 2 0 0,-1-1 2 16,2 2-1-16,-2-1-4 0,-1-2-1 0,0 1-4 16,0-3-1-16,-1 1 0 0,4-2 2 0,-2-1 2 15,-1-6-1-15,1 10 10 0,-1-10 16 0,6 6 2 16,-6-6-6-16,14-2-16 0,6-4-5 0,12-6-4 16,5-1-16-16,18-8-19 0,30-13-23 15,2 2-26-15,1-2-34 0,3-2-38 0,-3 0-41 0,3 2-170 16,-2-4-347-16,1-2 154 0</inkml:trace>
  <inkml:trace contextRef="#ctx0" brushRef="#br0" timeOffset="185475.61">22758 8199 48 0,'-8'0'85'15,"8"0"-10"-15,0 0 4 0,-10 0-10 0,10 0 0 16,0 0-5-16,0 0-7 0,-8 1-4 0,8-1-5 16,0 0-7-16,0 0 3 0,0 0-11 0,0 0 12 15,0 0-4-15,0 0 5 0,0 0-2 0,0 0 3 0,30 10-7 16,-11-7-3-16,10 1 1 0,4-2-7 15,3 1-2-15,15 0 4 0,4 0-5 0,7-2 1 16,5-1-2-16,28 0-6 0,-3 0 0 0,-1 0 0 16,-3 0-5-16,3 0 3 0,1 0-4 0,-27 0 2 0,35 0 0 15,-7-1-5-15,0 2-6 0,-26-1-14 0,26 2 11 16,-28-2-9-16,2 0-14 0,-1-2-9 16,26 2-5-16,-31 0-9 0,3-3-6 0,-2 3-18 0,-2-2-6 15,2 0-16-15,0 2-83 0,-2 0-186 0,-3-4 83 16</inkml:trace>
  <inkml:trace contextRef="#ctx0" brushRef="#br0" timeOffset="191384.37">8797 15005 163 0,'0'-14'186'0,"-1"7"-5"0,2-2-8 0,-1 9-4 16,0-16-10-16,-1 7-14 0,1-3-5 16,0 0-11-16,-1 1-2 0,-3-1-7 0,1-1-10 15,2 2-9-15,0-2-5 0,-2 1-7 0,3-1-6 0,-1 1-11 16,1 0-4-16,0 0-9 0,3 1-4 0,-1 0-5 16,-1 1-8-16,2 5-3 0,-2-2-8 0,3 0-2 15,-4 7-4-15,6-9-6 0,-3 5-2 0,-3 4-4 16,6-4-1-16,-6 4-2 0,0 0-2 15,13 10-4-15,-10-5-3 0,-2 7 5 0,0 3-4 0,-3 4 1 16,-6 8-1-16,-1 2 5 0,-4 3-4 0,-5 0-2 16,-7 8 0-16,6-10 2 0,-3-3 0 0,-1-1-1 15,1-1 2-15,3-3-5 0,0-2 1 0,1 0-2 16,3-7 2-16,3 3 0 0,-1-4 0 0,4-4 0 16,2 3 1-16,0-4-2 0,1 1 1 15,2-2-3-15,0 0 0 0,3 0-2 0,1-6-3 0,-3 9-5 16,3-9-1-16,0 0 1 0,0 0 3 0,4 7 2 15,-4-7 1-15,8 3 2 0,-8-3-2 16,0 0 4-16,17-7-4 0,-10 0 2 0,0 2 6 16,0-4-8-16,0-1 3 0,-3 1 2 0,-2-2-3 15,-2-2 2-15,1 1-1 0,-4-5-1 0,-3 2 1 0,0-2 1 16,-4 3 1-16,1 0 5 0,-3 1-3 0,2 4 1 16,-4-2-4-16,-2 2 7 0,0 3 3 0,1 3-10 15,-2 0 2-15,-3 3-3 0,-1 1-6 16,3 3-18-16,-3-1-23 0,3 3-19 0,1 1-34 0,7 0-32 15,0-1-31-15,5 0-17 0,1 3-127 0,4-9-337 16,0 0 150-16</inkml:trace>
  <inkml:trace contextRef="#ctx0" brushRef="#br0" timeOffset="191899.06">10245 14699 3 0,'0'-9'231'0,"0"1"-14"16,-1-1-10-16,1 9-15 0,-1-12-15 0,1 12-17 15,0-11-17-15,0 11-15 0,0 0-17 0,0 0-9 16,0 0-12-16,0 0-4 0,0 0 8 0,-8 32-3 16,4-7-6-16,0-1-4 0,1 8-3 0,0-3-7 15,-1 2-8-15,0 0-5 0,2 0-6 0,-1-3-2 16,2-1 4-16,1 2-7 0,-1-4-7 0,-1 2-2 16,2-8-1-16,-2 5-6 0,2-4-1 0,0-2-3 15,0 1-4-15,-1-3-2 0,1 1 1 0,0-4-3 16,0 2-5-16,0-4-14 0,0 1-17 0,-2 1-27 15,1-3-36-15,-2-1-28 0,3-9-33 0,-2 17-25 16,1-9-20-16,-2-1-24 0,-2-3-128 0,5-4-364 16,-10 8 162-16</inkml:trace>
  <inkml:trace contextRef="#ctx0" brushRef="#br0" timeOffset="192189.1">9657 15383 98 0,'-1'8'180'0,"1"-8"-11"15,0 0-5-15,27 7-8 0,1-4-13 0,7-2-9 16,17-1-13-16,8-1-11 0,4-1-9 0,2-3-5 16,0 0-6-16,26-1-2 0,-30-2-6 0,3 1-7 15,-5-3-2-15,-3 2-3 0,-4 6-5 0,-16-2-6 16,-1 1-1-16,-1-1-1 0,-5 2-5 0,-8 0-3 15,-3 2-5-15,-5-2-2 0,0 0-2 0,-3 1-7 16,0 0-5-16,-5 1 0 0,-6 0-7 0,12 1 5 16,-12-1-8-16,8-2-21 0,-8 2-19 0,0 0-24 15,0 0-21-15,5 7-39 0,-5-7-38 0,-14 10-43 16,5-3-146-16,-6 2-360 0,-2-1 159 0</inkml:trace>
  <inkml:trace contextRef="#ctx0" brushRef="#br0" timeOffset="193025.22">9798 15756 45 0,'0'0'166'0,"0"0"-12"0,-1-9-4 0,1 9-12 15,0 0-7-15,0 0-6 0,0 0-4 16,0 0-7-16,0 0-5 0,0 0-5 0,0 0-4 16,0 0-9-16,0 0 0 0,0 0-2 0,0 0-4 15,0 0-6-15,0 0-6 0,0 0 2 0,0 0-7 16,0 0 6-16,0 0-1 0,0 0 1 0,0 0-2 16,0 0-1-16,0 0-5 0,0 0-3 0,0 0 25 15,1-10-11-15,-1 10-3 0,6-2-14 0,-6 2-4 0,13-5-8 16,-3 3-8-16,1 2 2 0,1 0-11 15,1 0 3-15,0 0-8 0,0 2 1 0,1 2-5 16,-3 0-2-16,1 2-5 0,2 3 4 0,-4-2-6 16,-2 3-2-16,1 1 1 0,-4 0-1 0,-3 5-2 15,-3 0 5-15,0 1-5 0,-6 1-4 0,-1-1 6 16,-3 0-2-16,0-1 0 0,-3 0-2 0,-4 2 2 16,-4-2-4-16,0 1-8 0,4-4 7 0,1-4 1 15,-4-2-1-15,2 1 0 0,0 1-3 0,0-3 10 16,4-3-8-16,4 1-2 0,-2-2 4 0,6-1-2 15,-1-1 2-15,8 0-5 0,-13-4 2 0,8 0-1 16,5 4 0-16,-4-8 1 0,4 8-2 0,-1-9 0 16,1 9-2-16,5-8 5 0,-5 8-3 0,9-8-4 15,-3 4 2-15,5 0-3 0,-2 1 1 0,-2 2 1 16,3 1 2-16,1 0-3 0,0 2 1 0,1 1 3 16,-2 2 3-16,4 2 2 0,0 0 1 0,-4-1 1 15,2 1 1-15,1 5-2 0,-1-5 2 0,0 5-2 16,1 1 1-16,-3-3-8 0,1 3-10 0,-3-3-23 15,1-1-27-15,-1 1-35 0,-2 1-33 0,0-2-43 16,4-2-41-16,-3 2-30 0,2-2-180 0,-4-1-458 16,3-1 204-16</inkml:trace>
  <inkml:trace contextRef="#ctx0" brushRef="#br0" timeOffset="193265.7">10236 15845 205 0,'0'-11'232'0,"2"3"-8"16,-1 3-1-16,-1 5-18 0,4-10-22 0,-4 10-14 16,0 0-17-16,1-7-8 0,-1 7 7 0,0 0-4 15,0 0 5-15,5 30-8 0,-4-13-4 0,2 1-10 16,-3 1-5-16,0 5-18 0,0-5-7 0,0 4-12 16,0-2-8-16,-1-2 2 0,2 5-13 0,-1-4-7 15,-1-2-7-15,1 1-26 0,-2-2-42 0,2-6-35 16,0 2-32-16,0-2-35 0,0 0-29 0,-1-5-42 15,1-6-17-15,1 11-7 0,-1-11-6 0,0 0-149 16,4 5-393-16,-4-5 175 0</inkml:trace>
  <inkml:trace contextRef="#ctx0" brushRef="#br0" timeOffset="193465.71">10419 15830 110 0,'3'-6'180'0,"-3"6"-17"0,7-6 0 16,-7 6 0-16,0 0 12 0,0 0-3 15,4 16 0-15,-3-6 0 0,-1 2-6 0,-1 2-5 16,0 2-13-16,-2 1-12 0,2 1-18 0,-4 0-8 16,2-1-11-16,1 2-8 0,-1-2-13 0,2 0 0 0,-2-4-22 15,2 3-28-15,-1-1-19 0,0 2-26 0,0-10-20 16,-1 2-21-16,1-2-22 0,2-7-24 16,-7 10-27-16,7-10-23 0,-5 5-28 0,5-5-150 0,-9 3-357 15,9-3 158-15</inkml:trace>
  <inkml:trace contextRef="#ctx0" brushRef="#br0" timeOffset="193610.96">10258 15834 108 0,'5'-9'118'0,"-5"9"-4"16,12-1-10-16,-1 1-13 0,1 1-13 0,2 1-24 15,7 0-15-15,8-2-46 0,1-3-52 0,-2 2-48 16,4-2-116-16,-2 2 52 0</inkml:trace>
  <inkml:trace contextRef="#ctx0" brushRef="#br0" timeOffset="193979.06">11454 15036 188 0,'2'-6'234'0,"-2"6"-14"0,0-13-15 0,0 13-17 16,-3-8-19-16,3 8-18 0,0 0-11 0,-9-4-16 15,9 4-9-15,-17 8 0 0,6-2-10 0,-4 9-4 16,-3 4-14-16,-3 4-1 0,3 3-6 0,3 4 9 15,-2 3-4-15,1 15-3 0,2 2-5 0,3-1-7 16,4 4-3-16,3-5-2 0,2 6-5 0,3-3 0 16,0 0-9-16,3-4-5 0,1-10-4 0,0 9-2 15,3-11-6-15,-2-2-2 0,0 2-4 16,1-3 1-16,-2 0-3 0,3-1-3 0,-1 0-10 16,-4 0-29-16,-2 0-29 0,0-1-31 0,-2-3-35 15,-3 5-43-15,-5-4-47 0,-1 0-48 0,-6 2-164 0,-1-5-447 16,-7 3 198-16</inkml:trace>
  <inkml:trace contextRef="#ctx0" brushRef="#br0" timeOffset="194287.04">10970 16573 96 0,'0'0'243'0,"0"0"-11"0,2 12-5 16,-2-12-13-16,0 8-12 0,0-8-17 0,1 9-12 15,-1-9-12-15,0 7-12 0,0-7-4 16,5 7-12-16,0-2 0 0,-5-5-3 0,9 5-5 16,-4-4-6-16,-5-1-6 0,16 2-5 0,-7-2-7 15,0-1-5-15,3-2 0 0,-1-1-8 0,1 1-11 16,-1-4-2-16,-2 2 4 0,-2-3 12 0,-1 3-13 16,0 1-3-16,-2-2-4 0,-3-2-12 0,3-1-5 15,-4 9-5-15,-4-15-6 0,2 5 0 0,-3 3 2 16,-3 0-14-16,0 0-9 0,-1 2 4 0,-2 2-10 15,0-1-7-15,-2 3-18 0,-3-1-35 0,4 4-14 16,-4-1-32-16,0 3-38 0,-2-4-46 0,7 3-58 16,3-3-77-16,8 0-219 0,-18-3-572 0,11-2 253 15</inkml:trace>
  <inkml:trace contextRef="#ctx0" brushRef="#br0" timeOffset="194905.3">11761 14373 117 0,'0'-11'129'0,"0"11"-6"0,0-8-2 0,0 8-21 0,0 0-12 16,5-7 8-16,-5 7-15 0,0 0-7 0,0 0 5 16,0 0-1-16,20 14-2 0,-14-5-6 0,1 1-4 15,-3 1-7-15,0 3-8 0,-1 2-2 16,0 0-4-16,-3 1-4 0,-3 1-2 0,-2 1-9 0,-3 5-2 15,1-5 1-15,-4-1-2 0,1-2 2 0,-1 0-9 16,0-4-1-16,-2 0-5 0,4-2 4 0,-1-3-1 16,4 1 1-16,-1-4-6 0,1-1-1 15,1 0 3-15,5-3-2 0,-12 4 0 0,12-4 13 0,-6 3 7 16,6-3 1-16,-8 0-2 0,8 0-2 0,0 0-6 16,0 0 1-16,0 0-4 0,0 0-4 0,0 0-4 15,0 0 2-15,0 0-6 0,0 0-2 16,0 0-1-16,17 9 3 0,-7-2 1 0,-1 0-1 0,1 0-1 15,0 2 4-15,5 1-16 0,-1 2-10 0,-1-1-27 16,0-2-41-16,4 3-37 0,-3-2-49 0,1 1-128 16,-4-3-321-16,1-1 142 0</inkml:trace>
  <inkml:trace contextRef="#ctx0" brushRef="#br0" timeOffset="195122.43">12098 14475 80 0,'0'-9'195'15,"0"9"-24"-15,0 0-15 0,0 0-14 0,0 0 2 16,0 0-5-16,0 0-8 0,0 0-12 0,7 27-9 16,-7-16-16-16,1 2-4 0,-1 2-11 0,0 3-9 15,0-1-5-15,-1 0-15 0,-1 1-36 0,1-2-33 16,1 0-33-16,0-3-46 0,0-2-45 0,0 1-114 15,0-5-277-15,-2-1 123 0</inkml:trace>
  <inkml:trace contextRef="#ctx0" brushRef="#br0" timeOffset="195355.1">12257 14447 171 0,'0'0'189'0,"0"0"8"0,0 0-3 16,0 0 1-16,0 0-12 0,-2 32-10 0,2-21-15 16,-2 7-10-16,2 0-10 0,-3-1-10 0,2 1-12 15,2 2-7-15,-3-2-10 0,1 0-11 0,0-1-10 16,1 1-5-16,-2-2-6 0,2-1-9 0,-3 1-44 16,1 0-26-16,2-5-35 0,-3 6-36 0,0-8-42 15,2 1-25-15,-1-2-39 0,-2 1-140 0,2-3-355 16,-3-1 157-16</inkml:trace>
  <inkml:trace contextRef="#ctx0" brushRef="#br0" timeOffset="195515.67">12140 14403 34 0,'10'-4'158'16,"7"-1"-7"-16,4 3-21 0,11 0-15 0,3 0-31 15,3-2-27-15,16 2-43 0,-4-1-45 0,-10 4-88 16,-7-1-129-16,4 2 58 0</inkml:trace>
  <inkml:trace contextRef="#ctx0" brushRef="#br0" timeOffset="196943.48">12810 15256 28 0,'0'0'179'0,"-5"-3"-4"0,5 3-20 0,0 0-7 15,0 0-11-15,-8-6-11 0,8 6-13 0,0 0-8 16,0 0-11-16,0 0-10 0,0 0-4 0,0 0-9 15,0 0-9-15,0 0-1 0,0 0-4 0,13-6-6 16,-2 2-10-16,3 4-9 0,5-4 2 0,10-1-5 16,-3 1 3-16,0 2-16 0,-3-1-20 0,-3-1-29 15,-2 2-19-15,-3 1-23 0,-1 0-25 0,-3 1-14 16,1 0-18-16,-3-2-102 0,-9 2-253 0,11 0 112 16</inkml:trace>
  <inkml:trace contextRef="#ctx0" brushRef="#br0" timeOffset="197303.36">12992 15212 76 0,'0'0'117'0,"-9"1"-12"15,9-1-4-15,-3 8 20 0,3-8 7 0,0 14 3 16,-2-2-5-16,0 3-7 0,4 2 3 0,-2 2-12 16,0 8-6-16,0-2-7 0,2 4-9 0,-2-1-8 15,0-2-2-15,0 2-11 0,0-9-4 16,0 6-6-16,0-6-7 0,0-2-3 0,0 1-8 15,0-2-11-15,0 0 4 0,0-5-1 0,-2 0 1 0,0-1-4 16,-1 1-3-16,-1-2-6 0,0-1-5 0,-1-2-7 16,1-1 3-16,4-5-9 0,-12 4 3 0,6-4-7 15,6 0 0-15,-15 0 4 0,5-3-1 0,1-1-5 16,1-1 2-16,0-1-3 0,-1-3 3 16,5 5-1-16,-5-4 2 0,7 3 0 0,-6 1 0 0,8 4 4 15,-4-11-2-15,4 11 3 0,-4-5 0 0,4 5-3 16,0 0 0-16,0 0 2 0,0 0-2 0,0 0 3 15,0 0-1-15,16-3-4 0,-16 3 8 0,17 2-4 16,-3 0 2-16,1 0-2 0,6 1 6 0,0-3-20 16,3 1-23-16,7-1-27 0,0-2-38 0,3 0-28 15,-3-1-43-15,-1 0-121 0,1-3-317 0,-2 1 140 16</inkml:trace>
  <inkml:trace contextRef="#ctx0" brushRef="#br0" timeOffset="197637.11">13214 15005 1367 0,'-9'-26'-5'0,"0"7"-26"16,4 3 85-16,1 6-50 0,2-1 23 0,0 6-33 16,2 5 1-16,0-11 13 0,0 11 2 15,6-8 9-15,-6 8 8 0,12-1 6 0,-3 4 2 16,1 1 5-16,0 2-7 0,-3 1-4 0,4 1-2 15,-3 6 0-15,0-1-6 0,-2 3 1 0,-1 0-1 0,-1 0-4 16,-2 1 4-16,-4 0-1 0,0 2 0 16,-3-3-4-16,-3-1 5 0,0-1 0 0,2-4 3 0,-3 2 4 15,0-4 9-15,0 0 5 0,4-2 3 16,-1-1 2-16,2-1 2 0,4-4 0 0,-5 7-1 16,5-7-4-16,-4 3 1 0,4-3-10 0,0 0-2 15,0 0-3-15,0 0-5 0,19 3-1 0,-5-7-8 16,6 2-13-16,3 0-20 0,6-2-29 0,0 1-24 15,3 1-31-15,-7 1-34 0,4 2-45 0,-10 1-148 16,0 2-356-16,-1 1 158 0</inkml:trace>
  <inkml:trace contextRef="#ctx0" brushRef="#br0" timeOffset="198143.63">13650 15498 8 0,'4'-12'256'0,"-4"6"-22"15,0 6-8-15,-2-14-16 0,0 6-13 0,-5 2-19 16,1-2-15-16,1 3-14 0,-4-1-8 0,-2-1-14 16,0 3-9-16,1 0-10 0,-3 1-12 0,4 0-8 15,-3 3-5-15,4 3-13 0,-3 3-5 0,1-2-9 16,1 4-5-16,-2 3-3 0,0-2-6 0,4 4-5 15,3-4-2-15,-1 2-6 0,1 1-2 0,-1-1-1 16,3 0-6-16,2-1-2 0,2 0 1 0,1 1-1 16,1-3-3-16,-1-3 0 0,5 1 0 0,1-3 1 15,1 3-4-15,0-6 7 0,3 1-7 0,-1-2-4 16,-1-1 3-16,6-2 0 0,-5 0-5 0,-1-3-1 16,5-2 3-16,-3-1-2 0,0-2 0 0,-5 1-3 15,3-4 5-15,-3-1-1 0,0-3-1 0,-1 2-3 16,1-7 0-16,-2 6 1 0,-2-6-1 0,0 5 5 15,-3 1-5-15,1-8-1 0,0 6 4 0,-2 2-3 16,0 2 6-16,0 4 8 0,0 1 5 0,0 4 3 16,0 7-2-16,0-13-7 0,0 13 5 0,0-8-5 15,0 8-9-15,0 0-3 0,0 0 7 0,0 0-7 16,0 0 2-16,2 31 4 0,-4-14 3 0,0 11 1 16,2-2-7-16,-2 0 5 0,-1-1-4 0,1-1 3 15,0-5 7-15,2-1-13 0,-2 7 3 0,2-4 0 16,-2-2-7-16,1 1-21 0,2-2-26 0,-4 1-28 15,5-2-47-15,-2 0-29 0,1-5-53 0,1 0-36 16,0 0-196-16,0-2-472 0,3 0 209 0</inkml:trace>
  <inkml:trace contextRef="#ctx0" brushRef="#br0" timeOffset="198361.67">14024 15395 177 0,'-6'-2'204'16,"6"2"0"-16,0 0-4 0,-23 12-4 0,12-2-5 16,0 1-14-16,-7 3-8 0,7 0-4 0,-1 2-23 15,4 0-12-15,-1 1-14 0,3-2-11 16,0 3-11-16,2-3-8 0,2 0-8 0,2 1-6 0,2-6-8 16,5 1-6-16,0-1 16 0,3-1-27 0,7 1-27 15,3-2-36-15,11-3-57 0,3 1-56 0,5-6-71 16,12 0-193-16,5-4-424 0,0 0 189 0</inkml:trace>
  <inkml:trace contextRef="#ctx0" brushRef="#br0" timeOffset="199026.61">14948 15335 67 0,'-7'-7'250'0,"-1"3"-11"0,-3-2-28 16,-1 6-17-16,0-3-15 0,-6 1-13 0,1 4-17 15,3 1-14-15,-2 3-10 0,-2 0-13 0,0 4-12 16,2 0-10-16,0 3-10 0,5 0-6 0,0 1-8 15,2-3-9-15,5-1 2 0,1 1-6 0,0 2-10 16,5-3 0-16,0 2-4 0,0-3-6 0,6 1-4 16,-2-3 2-16,2-1-3 0,4 0-2 0,-1-2-6 15,4 0 0-15,-4-2-2 0,2 0-1 0,6-4 0 16,-6 2 0-16,0-6-3 0,0 2-1 0,2-5 1 16,-3 2-5-16,-1-2 0 0,1-3 2 0,-3-2-4 15,-1 0 2-15,-1-1-3 0,-3-1 3 0,5-2 0 16,-5 0-3-16,-1-1 3 0,-3 0-9 0,4-7 5 15,-4 7 1-15,1-7-4 0,2 6 3 0,0-5 4 16,-3 7 6-16,0-1 4 0,2 3 2 0,-2 3 3 16,0 1 13-16,2 4 2 0,1-2 0 0,-2 5 1 15,-1 5-7-15,-1-11-7 0,1 11-6 0,0 0 7 16,0 0-9-16,0 0-2 0,0 0 2 0,2 37 0 16,-4-13 2-16,-1 2-1 0,1 1 2 0,-2 2 9 15,1 0-6-15,-1 0-4 0,-1 1-1 0,1-2-2 16,2 1 0-16,-5-1-7 0,5-1-2 0,1-1-6 15,0-7-30-15,1 1-28 0,-3-1-40 0,3-2-52 16,0 2-44-16,3-7-51 0,-1-1-223 0,-2-1-505 16,2-1 225-16</inkml:trace>
  <inkml:trace contextRef="#ctx0" brushRef="#br0" timeOffset="199383.94">15458 15261 1904 0,'5'-5'61'0,"0"2"-61"16,-5 3 11-16,0 0 0 0,0 0 20 0,0 0 33 0,0 0 3 16,-14 30 8-16,3-15 1 0,-3 0 4 0,-6 5-4 15,2 0-1-15,-1-1-8 0,-2-1-2 0,3-1-3 16,4-3-3-16,-4-1 0 0,4-2-8 0,1-1 1 16,2-2-6-16,-1-1-4 0,4-2-4 15,2-1-5-15,-7 0 2 0,7-4-2 0,6 0-7 16,-13-2 4-16,13 2-6 0,-13-5-2 0,7 1-3 0,6 4-3 15,-4-11-2-15,3 1 1 0,1 10 0 16,1-25-6-16,3 8-3 0,1-1 0 0,4 2-3 16,1-1 3-16,3 3-6 0,-1 0 8 0,-1 6-4 0,-1 1-2 15,1 0-6-15,0 1 0 0,-1 3 0 16,-1 2 6-16,-9 1-2 0,22 2 7 0,-11 3 5 16,0 2-13-16,3 2 6 0,-6-1-2 0,1 6 1 0,4-1 3 15,-5 1-3-15,2-1-3 0,-1 5-26 16,1-4-41-16,-1 0-33 0,-1 1-47 0,3 0-57 15,-3-1-46-15,1 1-192 0,-3-4-477 0,6 2 211 16</inkml:trace>
  <inkml:trace contextRef="#ctx0" brushRef="#br0" timeOffset="199665.87">16286 15337 245 0,'0'0'248'15,"0"0"-6"-15,0 0-13 0,6-6-17 0,-6 6-15 16,0 0-16-16,0 0-21 0,0 0-15 0,8-1-18 15,-8 1-11-15,0 0-13 0,17 1-10 0,-10-2-20 16,2 4-33-16,3-3-38 0,-1 0-50 0,1 1-54 16,1 0-42-16,-2 1-40 0,1 0-139 0,-6 0-349 15,0 1 155-15</inkml:trace>
  <inkml:trace contextRef="#ctx0" brushRef="#br0" timeOffset="199841.34">16213 15477 137 0,'0'0'195'0,"-5"3"-9"16,5-3-7-16,0 0 3 0,0 0 5 0,0 0-6 15,14 10-14-15,-4-7-15 0,3-2-15 0,9-1-12 16,7 1-16-16,2 0-30 0,0-3-39 0,1 2-44 16,0-1-56-16,1-2-56 0,-4 1-57 0,-8 0-112 15,-1 1-307-15,-1-3 137 0</inkml:trace>
  <inkml:trace contextRef="#ctx0" brushRef="#br0" timeOffset="201165.44">18305 15041 4 0,'0'0'77'0,"0"0"-3"0,0 0-15 0,0 0 5 16,0 0-5-16,0 0 6 0,0 0-9 0,0 0-2 16,0 0 19-16,0 0-23 0,0 0 11 0,0 0-5 15,0 0 0-15,0 0 3 0,0 0-6 0,0 0 9 16,0 0 0-16,0 0-6 0,0 0-2 0,0 0-4 15,0 0-1-15,0 0-2 0,0 0 1 0,0 0-5 16,0 0 2-16,0 0-4 0,0 0-2 0,0 0-4 16,0 0-1-16,0 0-3 0,0 0 0 0,0 0-7 15,0 0-2-15,0 0 2 0,0 0 1 0,0 0-4 16,0 0 1-16,0 0-3 0,0 0-3 0,0 0-4 16,0 0-3-16,0 0 6 0,-6-7-7 0,6 7 3 15,0 0-2-15,0 0-1 0,-9-3 3 0,9 3-5 16,0 0-4-16,-8-4 4 0,8 4-1 0,0 0-4 15,-11 0 9-15,11 0-5 0,0 0 8 0,-12-1-5 16,12 1 6-16,0 0-1 0,0 0 5 0,-11 1 2 16,11-1-4-16,0 0 1 0,0 0-5 0,-12 0 7 15,12 0-7-15,0 0 5 0,0 0-4 0,0 0 2 16,-7 2-4-16,7-2 1 0,0 0-1 0,0 0-3 16,0 0-2-16,0 0 2 0,0 0-5 0,0 0 3 15,0 0-1-15,0 0 3 0,0 0 1 0,0 0 0 16,0 0-2-16,37 2 2 0,-18-3-3 0,0 1 2 15,2-1-5-15,0 1 5 0,0-2-7 0,8 2-13 16,-8 0-27-16,0 0-17 0,-1 3-20 0,1-3-28 16,-2 0-26-16,-1 0-30 0,-4 1-125 0,-2 0-308 15,-2-1 137-15</inkml:trace>
  <inkml:trace contextRef="#ctx0" brushRef="#br0" timeOffset="201602.43">18475 15021 24 0,'0'0'150'15,"0"0"-15"-15,0 0-4 0,0 0 8 0,-10 13 8 16,6-4-7-16,3 2-8 0,-3 4-4 0,-2 2-10 16,1 2-4-16,1 1-2 0,-1 5-7 0,-4 0-8 15,1-2 0-15,2 1-14 0,-1-5-8 0,3-2-1 16,-1 4-9-16,2-2-9 0,0-1-7 0,-1-1-2 15,2-3-4-15,0-2-5 0,0 1-1 0,0-2-5 16,0 1-2-16,-1-2 0 0,3 0 2 0,-1-3-12 16,1-7 0-16,-1 11-3 0,1-11 0 0,-3 8-1 15,3-8-1-15,-2 6-4 0,2-6 3 0,-5 4-3 16,5-4-1-16,0 0-6 0,-15-3-7 0,15 3 2 16,-11-8 0-16,5 5-10 0,-2-5-3 0,1 3 0 15,0-1 2-15,-1-3 2 0,1 4-1 0,0-4 1 16,2 3 2-16,-1 2 3 0,1 0 0 0,5 4 0 15,-8-8 1-15,8 8 0 0,-5-3-1 0,5 3-2 16,-4-5 0-16,4 5 4 0,0 0-5 0,0 0 4 16,0 0-1-16,0 0-4 0,0 0-5 0,0 0 12 15,0 0 1-15,0 0 6 0,0 0 2 0,0 0-1 16,18 8 0-16,-8-5-3 0,0 1-1 0,2-1 0 16,6-1-16-16,-2 3-31 0,3-4-35 0,2 2-37 15,-1-2-41-15,3 2-44 0,-4 0-107 0,11-2-333 16,-3-1 149-16</inkml:trace>
  <inkml:trace contextRef="#ctx0" brushRef="#br0" timeOffset="202084.43">18903 15250 64 0,'-10'-5'206'0,"0"1"-13"15,-2 0-14-15,0 4-13 0,1 0-14 0,0 3-9 16,-2-2-10-16,2 5-13 0,-2 1-9 0,1 0-11 16,0 4-3-16,-2 2-9 0,3 1-12 15,2 0-2-15,-1 0-5 0,5-4-10 0,3 3-1 16,-1 0-9-16,3-3-4 0,1 4-2 0,-1-3-5 0,4-1-3 16,-1 0-2-16,2-3-4 0,1 2 3 0,2-4-10 15,1 0 4-15,-1-2-8 0,2-1 3 0,0 1-3 16,0-3 1-16,3 0-4 0,-4-3 0 15,2-1-1-15,1-1-1 0,-5-2 0 0,1-1-4 16,2-5 0-16,-1 0-3 0,2-1 2 0,-4-1-1 0,2-2-1 16,-2-1 6-16,-1-1-6 0,-1 1-3 0,-1-3 3 15,2-3-1-15,-2-2 1 0,-1 6-4 0,-2 1 0 16,2 0 2-16,-1 2 16 0,1-1 5 16,-2 7 9-16,0 0 8 0,1 4 1 0,-2 1-6 0,0 6 2 15,2-11-14-15,-2 11-3 0,0 0 5 0,0 0-3 16,0 0-6-16,0 0 0 0,0 0 5 0,-1 29 0 15,0-12-1-15,-1 3 1 0,-2 1 2 0,2-2-6 16,-1 2 8-16,-1-2 0 0,2 5-4 0,-2 2-3 16,1-8 2-16,0 2-2 0,3-1-4 15,-2-2 0-15,2 1-3 0,-1-2-11 0,1 0-21 16,1-4-29-16,-1-1-31 0,0 1-36 0,2-2-43 0,-1-2-51 16,1-2-41-16,-2 4-166 0,2-4-451 0,-2-6 200 15</inkml:trace>
  <inkml:trace contextRef="#ctx0" brushRef="#br0" timeOffset="202466.57">18795 14641 38 0,'9'6'150'16,"-2"0"-14"-16,2-1-9 0,-1 5-8 0,0-1 0 15,-3 0-16-15,-1 3-1 0,-2-3-6 0,1 2-8 16,-3-1-4-16,0 1 5 0,-4 0-4 15,0-2 9-15,0 0-4 0,-3-1 1 0,2-1-5 0,-1-1 3 16,1-2-4-16,0-1-3 0,5-3-3 0,-10 8-3 16,6-7-3-16,4-1-8 0,-5 6-5 0,5-6-4 15,0 0-7-15,0 0-6 0,0 0-7 16,0 0-18-16,0 0-23 0,23 1-19 0,-5 2-39 0,4-4-25 16,8-1-43-16,2 5-46 0,0 0-23 0,-2 3-104 15,-2 1-328-15,0 1 145 0</inkml:trace>
  <inkml:trace contextRef="#ctx0" brushRef="#br0" timeOffset="202785.19">19484 15184 19 0,'0'0'205'0,"0"0"-6"15,0 0-14-15,0 0-22 0,-14-11-8 16,14 11-8-16,-9-2-4 0,9 2-11 0,-16 0-7 0,5 1-3 16,-1 2-9-16,-3 1 0 0,-2 1-3 0,-1 5-6 15,1 0-2-15,-1 1-12 0,-4 5 2 16,5-4-12-16,1-1-3 0,2 4-4 0,1 0-1 16,-1 6-1-16,4-5-10 0,2-2-4 0,2 1-6 15,2 1-3-15,1-5-5 0,4 1-1 0,1-3 2 0,2 2-6 16,1 1-1-16,4-4-5 0,1 0-1 0,5 2-2 15,3-3-7-15,0-2-23 0,1 0-24 0,1-1-36 16,0 1-37-16,-2-2-44 0,-5-2-55 16,0 2-50-16,-1 0-163 0,-2-1-443 0,-3-1 196 15</inkml:trace>
  <inkml:trace contextRef="#ctx0" brushRef="#br0" timeOffset="203227.36">18213 15744 49 0,'-19'1'229'0,"0"1"-10"0,0-2 17 16,5 1-15-16,1 1-22 0,4-2-16 15,1 2-20-15,8-2-7 0,-9 4-4 0,9-4-12 16,0 0-9-16,26 5-7 0,6-2-5 0,18-1-8 16,9-1-7-16,34-5-4 0,3-1-14 15,-3-5-1-15,10 3 2 0,-2 3-11 0,-6-4-5 0,-2 0-7 16,-3 3-9-16,-29 0 0 0,2 5-7 0,-7-3-7 15,-2-1-2-15,-3 2-7 0,-15 1-3 0,1-2-2 16,-4 0-4-16,-5 1 3 0,-7 1-4 0,-1 1-5 16,-6-1 3-16,-1 1-9 0,-2 0 3 0,-3 0-4 15,-1-2 1-15,-7 2 3 0,12 0-1 0,-12 0-5 16,9 0 0-16,-9 0-1 0,0 0-6 0,0 0-15 16,0 0-26-16,0 0-29 0,0 0-43 0,0 0-43 15,-24 19-57-15,12-15-50 0,-4 1-200 0,-2-1-501 16,1 0 221-16</inkml:trace>
  <inkml:trace contextRef="#ctx0" brushRef="#br0" timeOffset="204375.72">18447 16047 15 0,'0'0'184'0,"0"0"4"0,-6-4-3 0,6 4 1 16,0 0-5-16,-5-5-7 0,5 5-10 0,0 0-9 16,0 0-14-16,0 0-6 0,0 0-14 0,0 0-15 15,0 0-14-15,0 0-4 0,0 0-9 0,0 0-4 16,0 0-10-16,0 0-6 0,23-1-4 0,-13 5-5 15,-1 0-6-15,-1 3-1 0,-3-2-6 0,4 4 4 16,-2-2-10-16,0 3-2 0,-3 1-2 0,-1-2 2 16,4 3-5-16,-6-3-3 0,-1 2-2 0,-3 1 1 15,-3 0-4-15,-2 1 31 0,-3-2-4 0,-2 3-5 16,2-3-4-16,-6 1-4 0,3-2-3 0,-3-2-6 16,2-1-5-16,-2-1-8 0,-1-3-3 0,1 1 0 15,0 1 1-15,3-5 0 0,1 0-1 0,5-1 1 16,0 0-4-16,8 1 0 0,-13-7 1 0,8 4 1 15,5 3-2-15,-9-4 2 0,9 4-2 0,-4-6 1 16,4 6-5-16,0 0 1 0,-3-7 3 0,3 7-4 16,0 0 1-16,0 0 0 0,0 0 8 0,0 0 0 15,25 1-1-15,-16 3 8 0,-3-3-3 16,3 2 3-16,0 3 1 0,1-1-3 0,0 2-2 0,0-2 2 16,1 2-2-16,0 0-1 0,-2 2 2 0,1-3 1 15,4 5-10-15,-3-2-22 0,0-2-32 0,-2 1-38 16,-1 1-42-16,0-1-53 0,0-1-48 15,1 2-207-15,-2-2-474 0,0 0 209 0</inkml:trace>
  <inkml:trace contextRef="#ctx0" brushRef="#br0" timeOffset="204615.52">18718 16155 11 0,'0'0'267'15,"4"-10"-17"-15,-4 10-24 0,0 0-22 0,4-9-22 16,-4 9-2-16,0 0-11 0,0 0-5 0,0 0-10 16,9 21-3-16,-9-12-8 0,0 2-9 0,0 5-7 15,0-4-14-15,-3 3-11 0,2 4-9 0,-2-4-7 16,2-1-8-16,-3 1-6 0,2-4-10 0,0 6-2 16,0-6-11-16,0 1-22 0,1 1-37 0,1-3-38 15,-2-1-34-15,2 1-33 0,0-3-35 0,0-7-30 16,3 12-31-16,0-7-174 0,1-2-417 0,-4-3 185 15</inkml:trace>
  <inkml:trace contextRef="#ctx0" brushRef="#br0" timeOffset="204829.07">18907 16175 228 0,'2'-8'226'0,"-1"3"-5"0,-1 5-20 0,4-9-20 15,-4 9-21-15,2-5-2 0,-2 5 3 0,0 0 7 16,0 0-6-16,0 0-8 0,3 24-9 0,-3-13-8 15,0 1-10-15,-1 0-14 0,-1 3-3 0,2 1-16 16,-4 0-8-16,2 0-5 0,2-1-8 0,-1 2-4 16,-1-1-10-16,4-4-14 0,-2-1-32 0,0-1-35 15,0 1-32-15,0 0-15 0,-2-4-22 16,4 1-34-16,-2-8-43 0,1 14-38 0,-1-14-27 16,-3 9-135-16,3-9-397 0,0 0 175 0</inkml:trace>
  <inkml:trace contextRef="#ctx0" brushRef="#br0" timeOffset="205009.29">18852 16152 191 0,'3'-11'170'16,"-3"11"-16"-16,13-3-17 0,-4-1-12 0,1 0-10 15,4 3-10-15,-1-2-13 0,4-1-8 0,2 4-11 16,1-3-21-16,-1 0-26 0,0 3-21 0,2-1-39 15,-1-1-36-15,-1 2-29 0,-1 3-89 0,-5-3-204 16,1 0 91-16</inkml:trace>
  <inkml:trace contextRef="#ctx0" brushRef="#br0" timeOffset="-197947.99">29624 12949 23 0,'-4'-6'67'16,"4"6"4"-16,0 0-7 0,-5-6-14 0,5 6 18 16,0 0-3-16,-6-4 2 0,6 4-8 0,0 0 6 15,0 0-1-15,0 0-7 0,-5-5 0 0,5 5-12 16,0 0-3-16,0 0 3 0,0 0-5 0,0 0-4 16,0 0 7-16,0 0-13 0,0 0-2 0,0 0 2 15,0 0-9-15,0 0-5 0,0 0-1 0,0 0 8 16,0 0 7-16,0 0 2 0,0 0-7 0,0 0 3 15,-6 15 3-15,6-15 3 0,0 11-12 0,-2-3 18 16,1 1 2-16,1 1-15 0,-3 0 13 0,-1 2-6 16,3-2-3-16,1 1-3 0,-1 2 4 0,0-1 1 15,-2-1-1-15,3 5-3 0,0-3 2 0,3-1-2 16,-3 0 4-16,1 1-4 0,0 2-1 0,0-2-5 16,1-1 2-16,0 1-8 0,-2-1 2 0,0-2-5 15,3 3 7-15,-2-1-2 0,1-2-2 0,-2 1 1 16,0 0-1-16,0 0-2 0,1 1-3 0,0-5-1 15,-1 1 6-15,1 1-13 0,-1-9 9 0,2 12-2 16,-1-6 5-16,-1-6 2 0,1 11 4 0,3-5-1 16,-4-6 4-16,6 9 0 0,-1-5-1 0,-2 0-3 15,2-1 0-15,-5-3 2 0,8 6-5 0,-4-4-1 0,-4-2 3 16,9 3-1-16,-9-3-4 0,14 0 3 16,-14 0-4-16,17-5 0 0,-6 1 2 0,0-1-1 15,2-3-2-15,1 2 12 0,1-6-2 0,1 0-1 0,8-2-5 16,3-1-2-16,0 0 3 0,3-1-11 0,4 0-3 15,9-5-5-15,8-1-14 0,-5 2-12 16,4 1-8-16,4-1-8 0,-2-6-10 0,3 9-17 16,5 0-23-16,-2-1-7 0,3 1-18 0,-2 0-22 15,-6-1-30-15,5 2-138 0,1-2-333 0,-3 4 148 16</inkml:trace>
  <inkml:trace contextRef="#ctx0" brushRef="#br0" timeOffset="-181051.78">19974 14973 157 0,'3'-9'158'16,"-3"9"-5"-16,1-6-15 0,-1 6 2 0,0 0-16 15,3-10-6-15,-3 10-3 0,0 0 2 0,0-8-13 16,0 8-8-16,0 0-6 0,0 0-14 0,0 0-7 16,0 0-6-16,0 0-9 0,0 0-5 0,0 0-4 15,0 0 0-15,0 0-2 0,0 0-4 0,-2 29 8 16,2-10 0-16,0 5 6 0,-2 1-1 0,-1 4 0 16,0 2-1-16,0 1-1 0,1 2-5 0,2 3-2 15,0-3-2-15,1 16 2 0,-2-16-5 0,3 14 0 16,-3-15 1-16,5 2-2 0,-1-2-1 0,2 2-1 15,-1-3-8-15,3 0 4 0,-2 0 26 0,0 1-1 16,0-5-11-16,-1 1 0 0,0-1-8 0,-2 0-3 16,2-2-1-16,-1-1-6 0,-2-5-2 0,-1-1-2 15,1 0-3-15,2-1 5 0,-2-1-8 0,-1 0-4 16,0-6 1-16,-1 7 2 0,1-8-3 0,0 0-3 16,2-1-2-16,-2-2 2 0,2 0-3 0,-2-7 2 15,5 12-3-15,-5-7-7 0,0-5 9 0,5 9 1 16,-3-6-3-16,-2-3 2 0,8 5 0 0,-3-4 1 15,-5-1-3-15,14 3 0 0,-6-3-1 0,4-2 7 16,-1 0-5-16,2-1 4 0,-2 0-26 0,3 1-3 16,-2-3-21-16,0 0-17 0,1 2-22 0,0-2-21 15,5 0-20-15,-1-2-25 0,1 2-35 0,-2-4-30 16,0 3-32-16,1-3-134 0,-1-1-405 0,0 1 180 16</inkml:trace>
  <inkml:trace contextRef="#ctx0" brushRef="#br0" timeOffset="-179887.36">20541 15180 67 0,'0'0'80'0,"0"0"-3"16,0 0-5-16,0 0-2 0,0 0 7 0,0 0-17 15,0 0 2-15,0 0-8 0,0 0 8 0,0 0-6 16,0 0-1-16,0 0 3 0,0 0 0 0,0 0-7 16,0 0-7-16,0 0 7 0,0 0-10 0,0 0 6 15,0 0-8-15,0 0 2 0,0 0-2 0,0 0-3 16,0 0-5-16,0 0 3 0,0 0-6 0,0 0 1 15,0 0-3-15,0 0-3 0,0 0 0 0,0 0-2 16,0 0-5-16,0 0-1 0,0 0-4 0,0 0 6 16,0 0-6-16,0 0-2 0,0 0 4 0,0 0-4 15,0 0-3-15,0 0 8 0,0 0-8 0,0 0 0 16,0 0 1-16,0 0-1 0,0 0-1 0,0 0-4 16,0 0 3-16,0 0 0 0,0 0 3 0,0 0-5 15,0 0 2-15,0 0 1 0,0 0-1 0,0 0 0 16,0 0 1-16,0 0-1 0,0 0 3 15,0 0 0-15,0 0-2 0,0 0 1 0,0 0-1 0,0 0 0 16,0 0 10-16,0 0-7 0,0 0-6 0,0 0 3 16,0 0-3-16,0 0 3 0,0 0 2 0,0 0-3 15,0 0 4-15,0 0 8 0,0 0-6 0,0 0 4 16,0 0 2-16,0 0 2 0,0 0 10 0,0 0-11 16,0 0 4-16,0 0 0 0,0 0 6 15,0 0-4-15,0 0-2 0,0 0 1 0,0 0-2 0,0 0 0 16,0 0 1-16,0 0-1 0,0 0-5 0,0 0 7 15,0 0-6-15,0 0-3 0,0 0 1 0,-12 3 1 16,12-3-3-16,0 0 2 0,0 0-2 0,0 0 3 16,0 0 1-16,0 0 5 0,0 0 6 0,0 0-2 15,0 0 3-15,0 0 1 0,0 0 0 16,0 0 1-16,0 0-1 0,0 0-1 0,0 0-9 16,0 0 0-16,0 0-2 0,0 0-4 0,14-8 0 0,-14 8-5 15,9-3 2-15,-9 3 0 0,15-2-3 16,-7 1-2-16,-8 1 2 0,17 1-3 0,-10 0 1 0,4 3-2 15,-4 2-3-15,1-3 4 0,0 4-4 16,-2 1 3-16,0-2-1 0,-2 4-1 0,1 1 1 16,-5 0 0-16,0 2 2 0,-1 2-2 0,-3-4 3 15,-1 3 0-15,-3 0-3 0,-1 0 3 0,-2 1-2 0,1-7-2 16,-3 3 3-16,0-5-1 0,-4 2 0 16,1-1-3-16,1 1 3 0,1-4-2 0,-2 2 3 0,2-4-1 15,1-1 1-15,2-2 0 0,11 1 2 16,-17-3-3-16,10 0 0 0,7 3-1 0,-13-8 4 15,13 8 0-15,-7-7 8 0,7 7-4 0,-3-7-1 16,3 7 0-16,0 0-3 0,0 0-1 0,0 0 0 0,11-17 1 16,-11 17-4-16,0 0 3 0,15 0 2 0,-15 0-1 15,16 5-1-15,-6-1-1 0,-1 2 1 0,3 1-2 16,-1-2 2-16,-2 1 0 0,1 3-2 16,0-3 0-16,-1 2-17 0,3-1-25 0,-2 2-24 15,-1 0-23-15,0-1-48 0,1-1-45 0,-2 0-34 16,-2 0-149-16,-2-1-391 0,-4-6 173 0</inkml:trace>
  <inkml:trace contextRef="#ctx0" brushRef="#br0" timeOffset="-179643.13">20832 15150 142 0,'1'-5'235'0,"-1"5"-18"15,4-7-24-15,-4 7-16 0,0 0-3 0,0 0 13 16,0 0-3-16,0 0-8 0,0 31-10 0,-1-16-18 16,-2 3-12-16,-2 2-9 0,3 5-11 0,-1-6-10 15,0 6-18-15,2-4-1 0,-1-3-7 0,2 1-9 16,0 2-5-16,-2-5-8 0,5 0-16 0,-2 0-20 16,-1-4-33-16,1 3-31 0,1-3-38 0,-2-2-56 15,2-1-55-15,-2-2-41 0,2 0-153 0,-2-7-416 16,0 0 185-16</inkml:trace>
  <inkml:trace contextRef="#ctx0" brushRef="#br0" timeOffset="-179426.06">21034 15167 247 0,'0'0'226'0,"4"-10"-18"0,-3 7 0 15,-1 3-1-15,0 0-2 0,0 0-9 0,0 0 4 16,0 0-11-16,0 0-15 0,-8 36-12 0,6-23-10 15,-1-1-12-15,2 0-15 0,0 5-14 0,-2 0-9 16,-1-2-9-16,4 3-9 0,0-3-5 0,0 3-9 16,3-2-16-16,-3-5-20 0,1 1-32 15,-1-2-32-15,0 3-34 0,0-3-34 0,0-10-45 16,0 19-40-16,1-15-45 0,1 3-193 0,-2-7-455 0,0 0 202 16</inkml:trace>
  <inkml:trace contextRef="#ctx0" brushRef="#br0" timeOffset="-179261.72">20861 15104 30 0,'10'-5'165'0,"3"0"-14"16,5 2-14-16,3 0-12 0,8 0-16 15,4 0-36-15,3 1-38 0,4-1-45 0,-1 5-54 16,-2-2-62-16,0 5-135 0,-2-1 60 0</inkml:trace>
  <inkml:trace contextRef="#ctx0" brushRef="#br0" timeOffset="-179111.78">21402 15298 163 0,'0'0'239'0,"0"0"-2"0,6 4-18 15,-6-4-13-15,6 0-25 0,-6 0-20 0,13 0-17 16,2-2-11-16,2 4-31 0,3-6-49 0,8 1-52 15,0-1-69-15,1 2-65 0,-1-2-140 0,-6 0-296 16,0 0 131-16</inkml:trace>
  <inkml:trace contextRef="#ctx0" brushRef="#br0" timeOffset="-178779.87">21932 15176 77 0,'0'0'277'15,"0"-10"-5"-15,0 10-14 0,0 0-25 0,0 0-19 16,0 0-15-16,0 0-13 0,0 0-2 0,0 0-9 16,-25 16-25-16,16-7-13 0,4 2-12 0,-1-1-11 15,3 5-9-15,-4 1-8 0,7-5-10 0,3 4-10 16,-1-5-3-16,2 2-7 0,3-1-5 0,0-1-7 16,4-1-5-16,4-1-3 0,-1 0-4 0,3-2-4 15,2-4-1-15,-3 0-9 0,2-2 3 16,-5-2-7-16,1 1-2 0,-1-2 3 0,0-1-7 15,3-4 0-15,-5 1 6 0,0-2-6 0,-1-4-3 0,-1 0-5 16,-2 2 2-16,-1-4-4 0,-4-2-4 0,0 1-4 16,-4 0-10-16,-3 1-5 0,-1-1 1 0,1 4-2 15,-4-3-2-15,2 6-3 0,-1 1-8 0,-1 0-12 16,-2 2-8-16,0 4-27 0,-2 0-18 0,0 2-25 16,-2 2-30-16,15-2-36 0,-24 8-45 15,15-3-216-15,-1 1-480 0,10-6 213 0</inkml:trace>
  <inkml:trace contextRef="#ctx0" brushRef="#br0" timeOffset="-178257.59">22419 15015 2144 0,'-16'-20'-3'0,"4"7"57"0,2-3 0 0,2 8 8 15,4 3-6-15,-2-3-12 0,3 3-6 0,2-3-16 16,1 8-1-16,7-12-1 0,4 7-1 0,-1-3-2 16,11 0 0-16,-2 2 2 0,8-1 1 0,-6 4-5 15,6-1-3-15,-5 2 2 0,0 0-1 0,-2-3 1 16,1 5-1-16,-3 0-1 0,-6 0-2 0,2 0-1 16,-2 2 2-16,-2-2-4 0,-2 1 4 0,-8-1-3 15,10 2 2-15,-10-2-1 0,10 4 9 0,-5-1 12 16,-1 1 4-16,0 1-2 0,0 2-3 0,-2 0 1 15,0 5 8-15,0 0 9 0,1 3 3 0,-4 4 1 16,1 1 0-16,-2 5 4 0,0 1-3 0,0-1-7 0,-1 1 11 16,0-2-6-16,2 4-3 0,-2 0 2 15,-1 1 2-15,2-1 2 0,-2 4-2 0,3-3-9 16,1 1-4-16,0-3-8 0,-2 3 4 0,2-2 4 16,0-1-8-16,2 2 0 0,3 0-6 0,-3-3-3 15,1 0 4-15,-3-6-21 0,2 4 13 0,0-4-18 16,-1-1 19-16,0-2-1 0,2-1-4 0,-3-3 4 0,0-1-9 15,0-2 3-15,-3 3 0 0,2-3-4 16,0-1 7-16,-3 1-12 0,-1-1 2 0,-3-1 5 16,0-1 1-16,-2-1-5 0,-1-1 3 0,-2-2 0 15,-5 2-4-15,0-3 1 0,-2 1 1 0,-3-2-3 16,-3-2 3-16,3 1 4 0,-6 0-9 0,-2-3 2 16,0 2-13-16,1-1-19 0,-2-1-25 0,1 2-30 0,9-1-30 15,2 2-35-15,3 0-35 0,6 0-48 16,1-1-72-16,10 1-207 0,-11-3-553 0,11 3 245 15</inkml:trace>
  <inkml:trace contextRef="#ctx0" brushRef="#br0" timeOffset="-177969.44">23269 15345 216 0,'0'0'230'16,"-4"-8"-1"-16,4 8-6 0,0 0-12 0,-5-6-14 15,5 6-16-15,0 0-19 0,0 0-17 0,0 0-16 16,0 0-12-16,0 0-13 0,0 0-9 0,14-5-27 15,-7 4-25-15,3 0-32 0,1 1-43 0,1 0-44 16,-1 1-44-16,2 1-42 0,-3-1-167 0,-2 0-356 16,-2 1 158-16</inkml:trace>
  <inkml:trace contextRef="#ctx0" brushRef="#br0" timeOffset="-177812.53">23210 15480 152 0,'0'0'241'15,"-9"5"4"-15,9-5 1 0,0 0-7 0,-5 1-19 16,5-1-18-16,0 0-22 0,0 0-16 0,0 0-16 16,0 0-23-16,28-1-24 0,-14-1-46 0,6 0-52 15,6 0-60-15,4-4-62 0,1 3-64 0,-3 1-144 16,1-3-355-16,-7 1 157 0</inkml:trace>
  <inkml:trace contextRef="#ctx0" brushRef="#br0" timeOffset="-177321.53">24446 15147 199 0,'0'0'229'0,"0"0"-14"0,-5-10-31 16,5 10-15-16,0 0-19 0,10-9-17 15,-1 6-10-15,3-3-15 0,4 2-9 0,5 0-11 16,-2 1-14-16,1 0-27 0,-1 3-29 0,0-2-40 0,-6 1-33 16,0 0-20-16,-4 1-40 0,-1-2-20 0,-8 2-4 15,10 2-78-15,-10-2-233 0,0 0 104 0</inkml:trace>
  <inkml:trace contextRef="#ctx0" brushRef="#br0" timeOffset="-176989.99">24617 15108 216 0,'0'0'13'0,"-14"0"11"0,14 0 15 15,-16 0 12-15,12 0 4 0,4 0 6 0,-13 0 11 16,13 0-1-16,-11 0 8 0,11 0 4 0,-11 5 16 15,8 0 18-15,-1 4 11 0,-1-2 5 0,2 6-9 16,-3 1 3-16,2 4-3 0,-3 0 0 0,2 0 1 16,3 1-7-16,-2 5-2 0,-1 3-6 0,5-8-7 15,-4 1-5-15,4-3-2 0,-1 1-9 0,6-1-6 16,-4-1-5-16,-5-1-24 0,4-2-10 0,4-2 3 16,-4 2-9-16,1-3 5 0,2 0-12 0,-6-1 5 15,3 1-11-15,-1-4 5 0,1-6 1 0,-4 13-11 16,1-10 1-16,0 1-3 0,-5 2 0 0,8-6-5 15,-13 2 0-15,3-2 0 0,0 0-5 0,0-1 1 16,-2 0-5-16,2-3-1 0,-3 0 2 0,3 0-1 16,0-1-1-16,0 2-1 0,3 2 2 0,2-4-2 15,5 5 3-15,-12-4 1 0,12 4-6 0,-5-6 2 16,5 6 8-16,0 0-4 0,0 0 1 16,0 0-1-16,0 0-8 0,0 0 2 0,0 0 0 0,29 0 1 15,-15 1 1-15,2 2-1 0,3-1-14 0,2-1-14 16,0 1-28-16,10-1-25 0,-3 1-32 0,4-2-50 15,2-1-55-15,-4 0-210 0,-9 0-464 16,7-1 205-16</inkml:trace>
  <inkml:trace contextRef="#ctx0" brushRef="#br0" timeOffset="-176693.65">24809 14802 154 0,'6'-3'193'0,"2"0"-12"0,2 2-8 0,2 1-9 15,-2 4-3-15,1 2-16 0,3 3-9 0,-4 0-13 16,1 5-13-16,-3 2-7 0,-3-1-12 0,-1 3-2 16,-2 1-9-16,-6-3-10 0,1 1-5 0,-3 0-1 15,0-3 0-15,-2 0-1 0,1-5-3 0,1 2-6 16,0-6-7-16,0 0 1 0,4 1-4 0,-1 0-2 15,3-6-6-15,-5 7 0 0,5-7-4 0,-3 4-4 16,3-4 0-16,0 0-12 0,11 5-20 16,1-5-24-16,5-1-27 0,4 1-30 0,10 0-35 0,-4 0-13 15,1 1-53-15,-6 1-163 0,-2 0-376 16,7 4 166-16</inkml:trace>
  <inkml:trace contextRef="#ctx0" brushRef="#br0" timeOffset="-176196.37">25250 15337 236 0,'0'0'258'0,"0"0"-6"0,0-9-9 16,0 9-9-16,0 0-14 0,-6-10-17 0,-1 7-16 16,7 3-13-16,-11-7-5 0,2 7-19 15,-3 1-11-15,1-1-14 0,-2 6-10 0,-5-3-10 16,0 5-7-16,2 0-6 0,0 2-11 0,1 2-8 15,2 0 1-15,1 3-16 0,1-3-2 0,5 0-6 16,0-1-8-16,2 1 1 0,1 1-5 0,2-3-4 16,1 1-2-16,4 0-4 0,0-3-1 0,3-1 5 15,2 1-10-15,3-1-4 0,1-4-1 0,3 1 4 16,-2-1-4-16,5-3-5 0,2-3 6 0,-1-1-7 16,-5-1-3-16,3-2-2 0,-4 0 3 0,0-3 1 15,3-3-8-15,-3-1 2 0,-1-3 1 0,-2-5-5 16,3-1 1-16,-7-1 1 0,-1-2 4 0,2 1 3 15,-4-3-10-15,-2 4 6 0,2-5-12 0,-3 0 11 16,3 4-1-16,-4-3-2 0,4 3 2 0,-4 6 1 16,1-1 6-16,1 5 3 0,-2 2 0 0,0 4 14 15,0 2 6-15,0 7-6 0,-2-13 10 0,2 13-15 0,0 0-6 16,0 0-1-16,0 0 4 0,0 0 6 16,0 0-2-16,0 0-4 0,-1 41 3 0,1-24 5 15,-2 2 2-15,0 1-1 0,4 5-4 0,-2-5 16 16,-2 6-14-16,2-7-1 0,-2 0-3 0,2 6-8 15,0-6 3-15,2 0 6 0,0-1-5 0,-2-1-10 0,2 0-30 16,-2 1-25-16,1-5-40 0,1-2-33 0,-1 2-41 16,2-2-34-16,-1 1-44 0,2-2-43 15,-2-1-31-15,1 1-193 0,2-2-548 0,3 0 242 16</inkml:trace>
  <inkml:trace contextRef="#ctx0" brushRef="#br0" timeOffset="-175975.52">25734 15254 39 0,'0'-9'271'0,"0"9"-11"16,-6-11-1-16,2 7-11 0,0 0 2 0,4 4 1 15,-18 1-14-15,6 3-10 0,-5 5-10 0,-6 3-2 16,5-2-14-16,-1 8-15 0,4-5-19 0,2-1-7 16,3 5-22-16,2-2-4 0,4-2-16 0,2-1-9 0,-1 5-18 15,3-2 2-15,4-2-11 0,5 0-6 0,3 0-11 16,4-2-30-16,4-1-48 0,7 0-46 15,0-4-51-15,2 5-47 0,3-6-55 0,-1 2-54 16,1-2-52-16,-11-4-181 0,7 5-542 0,-8-6 240 16</inkml:trace>
  <inkml:trace contextRef="#ctx0" brushRef="#br0" timeOffset="-175830.26">26090 15430 140 0,'0'0'308'0,"5"-8"-6"0,-5 8 15 16,0 0-5-16,0-7-14 0,0 7-20 0,0 0-23 15,0 0-26-15,0-11-25 0,0 11-20 0,0 0-24 16,0 0-47-16,0-8-53 0,0 8-57 0,0 0-62 16,0 0-65-16,0 0-89 0,0 0-249 0,0 0-499 15,0 0 221-15</inkml:trace>
  <inkml:trace contextRef="#ctx0" brushRef="#br0" timeOffset="-175173.51">26247 15150 22 0,'0'0'177'0,"0"0"-2"0,0 0-25 0,0 0-10 15,0 0-8-15,0 0-2 0,0 0-4 0,0 0 1 16,0 0 1-16,0 0-10 0,0 0-9 0,0 0-6 15,-12 12-8-15,12-12-6 0,0 0-1 0,0 0-4 0,0 8-4 16,0-8 3-16,0 0-10 0,0 0-2 0,15 2-6 16,-15-2-9-16,31-7-5 0,-10 2-4 0,4-2-22 15,2-3-43-15,4 1-27 0,0 2-29 16,-1-4-32-16,1 0-47 0,-4-1-50 0,-3 1-122 16,3-2-350-16,-2 0 155 0</inkml:trace>
  <inkml:trace contextRef="#ctx0" brushRef="#br0" timeOffset="-95715.3">24096 8004 14 0,'0'0'36'0,"0"0"-5"0,0 0-18 16,0 0-9-16,0 0-4 0,0 0-3 0,0 0-14 16,0 0-16-16,0 0 8 0</inkml:trace>
  <inkml:trace contextRef="#ctx0" brushRef="#br0" timeOffset="-95221.27">24580 7955 29 0,'0'0'35'0,"0"0"-4"0,0 0-9 0,0 0 1 16,0 0 0-16,0 0-4 0,0 0-1 0,0 0-2 16,0 0 0-16,-1 8-14 0,1-8 13 0,0 0-3 15,0 0-4-15,0 0 4 0,0 0-3 0,0 0-4 0,0 0 3 16,0 0-2-16,0 0-11 0,0 0 7 0,0 0 5 16,0 0 0-16,0 0-3 0,0 0 1 15,0 0-4-15,0 0 3 0,0 0-1 0,0 0-2 16,0 0 3-16,0 0-2 0,0 0-2 0,-2 7 2 0,2-7-5 15,0 0-7-15,0 0 0 0,0 0-5 0,0 0-3 16,0 0-3-16,0 0-25 0,-2 7-48 0,2-7 22 16</inkml:trace>
  <inkml:trace contextRef="#ctx0" brushRef="#br0" timeOffset="-93551.74">18198 10646 23 0,'0'0'53'0,"0"0"-3"0,0 0-10 0,0 0-1 0,0 0-2 16,0 0-9-16,0 0 3 0,0 0-9 15,0 0-5-15,0 0-5 0,0 0-4 0,0 0 2 16,0 0-5-16,0 0 2 0,0 0-1 0,0 0 0 16,0 0-3-16,0 0 0 0,0 0 1 0,0 0-3 0,-3 12 0 15,3-12-4-15,0 0 2 0,0 0-7 0,0 0-10 16,0 0-7-16,-10 7-34 0,10-7-63 0,-4 4 28 16</inkml:trace>
  <inkml:trace contextRef="#ctx0" brushRef="#br0" timeOffset="-91692.22">11027 11020 33 0,'0'0'72'0,"0"0"-20"0,0 0-19 0,0 0-24 15,0 0-19-15,0 0-22 0,0 0-34 0,-11-1 15 16</inkml:trace>
  <inkml:trace contextRef="#ctx0" brushRef="#br0" timeOffset="-89651.97">15247 10853 21 0,'0'0'122'0,"0"0"-9"0,0 0-9 0,0 0-15 16,0 0-14-16,0 0-13 0,0 0-21 0,0 0-24 0,0 0-20 16,0 0-6-16,0 0-15 0,2 7-21 0,-2-7-50 15,0 0-100-15,0 0 44 0</inkml:trace>
  <inkml:trace contextRef="#ctx0" brushRef="#br0" timeOffset="-66736.43">27294 13621 60 0,'0'0'108'0,"2"-23"-13"15,-2 23-20-15,5-7 10 0,-5 7-6 0,3-6 2 16,-3 6-3-16,0 0-21 0,6-8-4 0,-6 8 2 16,0 0-14-16,0 0 1 0,0-6-7 15,0 6-3-15,0 0-12 0,0 0-2 0,0 0-8 0,0 0-1 16,0 0-19-16,11 0-2 0,-11 0-20 0,0 0-11 15,0 0-17-15,16 6-18 0,-11-4-55 0,1 1-145 16,1 0 64-16</inkml:trace>
  <inkml:trace contextRef="#ctx0" brushRef="#br0" timeOffset="-62827.89">27263 13643 22 0,'-15'1'74'0,"15"-1"1"0,-12 2-8 0,12-2 1 16,-5 1-2-16,5-1-1 0,0 0-4 0,-11 0-6 16,11 0 4-16,0 0-14 0,-6 3 0 0,6-3-1 15,0 0-5-15,0 0 9 0,-8 3-1 0,8-3-2 16,0 0-9-16,0 0 2 0,0 0-12 0,0 0 2 16,0 0-2-16,0 0-5 0,0 0-13 0,0 0 20 15,-2 9 0-15,2-9-13 0,0 0 10 0,14 6-2 16,-5-5-3-16,0 3 5 0,5 0 0 0,5 1-3 15,2-5-1-15,8 4 7 0,4-1-6 0,1 0-2 16,7 0 7-16,12 1 0 0,2 0-8 0,-1-2 4 16,2 0-5-16,2 2 6 0,0 0-5 0,3-1-1 15,-3-1-1-15,1 1 1 0,1 0-7 0,-1-3 3 0,1 1-1 16,-3 3 4-16,-5-1-5 0,-3 0-4 0,-9-1 10 16,-2-4-3-16,-4 4 7 0,0 0-4 15,-2-2 7-15,-1 2 4 0,-1-1 8 0,-2 2-3 16,0-1-2-16,0 0-3 0,-8 0-1 0,-1-2-3 0,-1 2-2 15,-2-1-5-15,-2 0 1 0,-1 1-2 0,-5 0-4 16,2-2-2-16,1 0-2 0,-5 2 5 0,1 1-2 16,0-3-2-16,-7 0 2 0,9 2-6 0,-9-2 4 15,10 3-3-15,-10-3 12 0,0 0 4 0,6 2 2 16,-6-2 8-16,0 0 3 0,0 0 2 0,0 0 0 16,0 0 3-16,9 0-2 0,-9 0-5 0,0 0 0 15,0 0-6-15,0 0-2 0,0 0 0 0,6 3-7 16,-6-3 3-16,0 0-8 0,0 0-1 0,0 0-9 15,0 0-7-15,0 0-16 0,0 0-21 0,0 0-14 16,0 0-19-16,0 0-27 0,0 0-10 0,0 0-21 16,0 0-11-16,0 0-10 0,0 0-13 0,0 10-121 15,0-10-308-15,0 0 136 0</inkml:trace>
  <inkml:trace contextRef="#ctx0" brushRef="#br0" timeOffset="-60679.73">25870 8200 33 0,'2'-5'57'0,"-2"5"-4"0,0 0-5 0,7-5-11 0,-7 5 4 15,5-5-5-15,-5 5-8 0,0 0 2 0,7-6-1 16,-7 6-5-16,4-5 3 0,-4 5-16 0,7-4 6 15,-7 4 1-15,4-6 2 0,-4 6 2 0,0 0-9 16,6-5-3-16,-6 5 1 0,0 0-5 0,6-5 8 16,-6 5-3-16,0 0 2 0,0 0-3 0,0 0 4 15,4-6-14-15,-4 6 14 0,0 0 3 0,0 0 4 16,0 0 0-16,0 0-1 0,0 0 7 0,0 0-3 16,0 0-5-16,-10-12-11 0,10 12 13 0,-8-1 1 15,8 1-4-15,0 0 7 0,-9-3-5 0,9 3-1 16,-11-1-5-16,11 1 9 0,-9-3-4 0,9 3-6 15,-9 0 1-15,9 0 8 0,0 0-6 0,0 0 1 16,-9-2-3-16,9 2 3 0,0 0-11 0,0 0 8 16,0 0-2-16,0 0 6 0,38 7-1 0,-4-4 0 15,18-1-11-15,3-1-20 0,35 3-12 0,-25-2-31 16,30 0-37-16,-32-1-73 0,34-4-180 0,-5-1 80 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8T10:34:07.2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21911 4843 28 0,'0'0'42'0,"0"0"-8"0,0 0-15 15,0 0-19-15,0 0-9 0,5-6-10 0,-5 6-22 16,0 0 10-16</inkml:trace>
  <inkml:trace contextRef="#ctx0" brushRef="#br0" timeOffset="27338.27">17947 8392 52 0,'0'0'98'0,"0"0"-6"0,0 0-19 0,0 0 1 15,0 0-14-15,0 0-6 0,0 0-6 0,0 0-4 16,0 0-12-16,0 0-3 0,0 0-1 0,-1 7-22 16,1-7-2-16,0 0-20 0,0 0-6 0,-2 5-12 15,2-5-14-15,-2 11-48 0,2-11-104 0,-2 9 46 16</inkml:trace>
  <inkml:trace contextRef="#ctx0" brushRef="#br0" timeOffset="27760.54">19378 8697 59 0,'0'0'86'0,"0"0"-12"16,4-10-12-16,-4 10 8 0,0 0-25 0,0 0 1 15,0 0 0-15,0 0-25 0,0 0-17 0,0-9-20 16,0 9-23-16,0 0-38 0,0 0-82 0,0 0 36 16</inkml:trace>
  <inkml:trace contextRef="#ctx0" brushRef="#br0" timeOffset="28608.59">21166 8025 19 0,'0'0'67'0,"0"0"-2"15,0 0-14-15,0 0-5 0,0 0-7 0,0 0-20 16,0 0-7-16,0 0-33 0,0 0-29 0,0 0-54 15,-3 7 24-15</inkml:trace>
  <inkml:trace contextRef="#ctx0" brushRef="#br0" timeOffset="31679.7">23171 8142 34 0,'0'0'17'0,"0"0"-9"16,0 0-10-16,9 1-8 0,-9-1-11 0,0 0 6 16</inkml:trace>
  <inkml:trace contextRef="#ctx0" brushRef="#br0" timeOffset="31926.58">24133 8004 5 0,'0'0'87'0,"0"0"-12"16,0 0-10-16,0 0 1 0,0 0-22 0,0 0-5 0,4-4-20 15,-4 4-15-15,0 0-17 0,0 0-11 16,0 0-38-16,0 0-66 0,0 0 30 0</inkml:trace>
  <inkml:trace contextRef="#ctx0" brushRef="#br0" timeOffset="32220.78">24577 7971 77 0,'0'0'120'0,"0"0"-12"0,0 0-11 0,0 0-7 0,0 0-9 16,0 0-6-16,0 0-3 0,0 0-7 0,0 0-6 16,0 0-2-16,0 0-3 0,0 0-4 0,0 0-8 15,0 0 4-15,0 0-13 0,0 0-5 0,0 0-1 16,0 0-11-16,0 0 10 0,0 0-9 16,0 0-4-16,0 0-10 0,0 0-20 0,0 0-16 0,0 0-31 15,0 0-20-15,0 0-5 0,0 0-73 16,0 0-175-16,0 0 78 0</inkml:trace>
  <inkml:trace contextRef="#ctx0" brushRef="#br0" timeOffset="32640.98">25556 7990 15 0,'0'0'45'0,"0"0"-7"0,0 0-25 0,0 0-32 0,0 0-20 16,0 0 9-16</inkml:trace>
  <inkml:trace contextRef="#ctx0" brushRef="#br0" timeOffset="34027.6">28316 7999 42 0,'0'0'126'0,"0"0"-12"0,0 0-2 0,0 0-9 0,0 0-13 16,0 0 1-16,11-8-17 0,-11 8-8 15,0 0-13-15,0 0-1 0,0 0-10 0,0 0-1 16,0 0-11-16,0 0-16 0,0 0-20 0,0 0-25 16,0 0-35-16,0 0-14 0,0 0-65 0,0 0-157 0,0 0 71 15</inkml:trace>
  <inkml:trace contextRef="#ctx0" brushRef="#br0" timeOffset="42882.32">14892 10637 85 0,'0'0'102'0,"0"0"-6"0,0 0-11 16,0 0-6-16,0 0-11 0,0 0-9 0,0 0-3 0,6-2-5 16,-6 2-1-16,0 0-5 0,0 0-6 0,0 0-14 15,0 0 6-15,0 0 0 0,0 0-14 16,0 0 4-16,0 0-5 0,0 0-1 0,0 0-7 0,0 0-8 15,0 0-8-15,0 0-19 0,0 0-16 0,0 0-22 16,0 0-75-16,0 0-150 0,0 0 66 0</inkml:trace>
  <inkml:trace contextRef="#ctx0" brushRef="#br0" timeOffset="43855.77">16117 10499 2 0,'0'0'48'0,"0"0"-7"16,0 0-17-16,0 0-27 0,0 0-16 0,0 0-20 15,0 0 8-15</inkml:trace>
  <inkml:trace contextRef="#ctx0" brushRef="#br0" timeOffset="44538.97">18026 10620 11 0,'0'0'65'0,"0"0"-2"0,7 3-6 15,-7-3-9-15,0 0-5 0,0 0-8 0,0 0 2 16,0 0-4-16,0 0 7 0,0 0-14 0,0 0 5 16,0 0-6-16,0 0-2 0,0 0 3 0,0 0-7 15,0 0-1-15,0 0 1 0,0 0-4 0,0 0 0 16,0 0-1-16,0 0 1 0,0 0-2 0,0 0-6 0,0 0 5 15,0 0-7-15,0 0 0 0,0 0-2 0,0 0-5 16,0 0 4-16,0 0 1 0,0 0 3 0,0 0-6 16,0 0-3-16,0 0 0 0,0 0 3 0,0 0 0 15,0 0-1-15,0 0 2 0,0 0-2 0,0 0 2 16,0 0 1-16,0 0-5 0,0 0 1 0,0 0 0 16,0 0 1-16,0 0-1 0,0 0 4 0,0 0 1 15,0 0 4-15,0 0-6 0,9-3 0 16,-9 3 1-16,0 0-1 0,0 0-3 0,0 0 1 0,0 0-1 15,0 0 4-15,0 0 0 0,0 0 1 0,0 0-3 16,0 0-3-16,0 0 5 0,0 0-5 0,0 0 1 16,0 0-1-16,0 0 1 0,0 0 0 15,0 0 5-15,0 0-10 0,0 0 13 0,0 0-3 0,0 0 2 16,0 0-7-16,0 0 1 0,0 0 1 0,0 0 0 16,8-2-5-16,-8 2 3 0,0 0-2 0,0 0 4 15,0 0 1-15,0 0-2 0,0 0-1 0,0 0 2 16,0 0 2-16,0 0-2 0,0 0-6 0,0 0 12 15,0 0-6-15,8-1 1 0,-8 1-4 0,0 0 11 16,0 0-8-16,0 0 0 0,0 0 3 0,0 0-6 16,0 0-4-16,7-3-9 0,-7 3-13 0,0 0-16 0,0 0-16 15,0 0-34-15,0 0-103 0,0 0 46 16</inkml:trace>
  <inkml:trace contextRef="#ctx0" brushRef="#br0" timeOffset="49705.8">12785 11327 13 0,'0'0'26'0,"0"0"-15"0,0 0-10 0,0 0-10 15,2-7-9-15,-2 7 4 0</inkml:trace>
  <inkml:trace contextRef="#ctx0" brushRef="#br0" timeOffset="50880.97">14730 10803 77 0,'0'0'96'0,"0"0"-12"0,0 0-7 15,0 0-3-15,0 0-26 0,0 0 9 16,0 0-6-16,0 0-6 0,2-6-8 0,-2 6-5 0,0 0-1 16,0 0-1-16,0 0-9 0,0 0 7 0,0 0-9 15,0 0-1-15,0 0 0 0,0 0-4 16,0 0-1-16,0 0 1 0,0 0-1 0,0 0-4 15,0 0-10-15,0 0 12 0,0 0-7 0,0 0-2 0,0 0 3 16,0 0-2-16,0 0-6 0,0 0 24 0,0 0-20 16,0 0-3-16,0 0 1 0,0 0 5 0,0 0-2 15,0 0-2-15,0 0-1 0,0 0-1 16,0 0 6-16,0 0-20 0,0 0 23 0,0 0 2 0,0 0-2 16,0 0-8-16,0 0 0 0,0 0 7 0,0 0 1 15,0 0-4-15,0 0-1 0,0 0-12 0,0 0 14 16,0 0-3-16,0 0 4 0,0 0-4 15,0 0-4-15,0 0 3 0,0 0 3 0,0 0-5 0,0 0 1 16,0 0-2-16,0 0 6 0,0 0-17 0,0 0 18 16,0 0 1-16,0 0-5 0,0 0 2 0,0 0 1 15,0 0-6-15,0 0 1 0,0 0-2 0,0 0 4 16,0 0 5-16,0 0-4 0,0 0-1 0,0 0-9 16,0 0 12-16,0 0-10 0,0 0 11 0,0 0-11 15,0 0 6-15,0 0-7 0,0 0-6 0,0 0 6 16,0 0 1-16,0 0-9 0,0 0 0 0,0 0-5 15,0 0-5-15,0 0-10 0,0 0-7 0,0 0-14 16,0 0-60-16,0 0-127 0,0 0 56 0</inkml:trace>
  <inkml:trace contextRef="#ctx0" brushRef="#br0" timeOffset="56942.38">23315 7851 32 0,'-1'-11'90'0,"1"11"9"0,0 0-8 16,0-9-11-16,0 9-7 0,0 0-3 0,0 0-13 15,0 0-3-15,0-12-15 0,0 12-17 0,0 0-13 16,0 0-27-16,0 0 1 0,0 0-21 0,0 0-14 0,0 0-47 16,0 0-106-16,20 13 46 0</inkml:trace>
  <inkml:trace contextRef="#ctx0" brushRef="#br0" timeOffset="57233.94">24148 7899 9 0,'0'0'19'0,"0"0"-19"0,0 0-5 15,0 0-6-15,0 0 4 0</inkml:trace>
  <inkml:trace contextRef="#ctx0" brushRef="#br0" timeOffset="57722.56">24577 7822 11 0,'0'0'6'0,"0"0"-2"16,0 0 1-16,0 0 2 0,0 0-4 0,0 0 5 15,0 0-7-15,0 0 2 0,0 0-1 0,0 0 2 16,0 0-2-16,0 0 3 0,0 0-2 0,0 0 0 16,0 0-9-16,0 0 5 0,0 0-3 0,0 0 6 15,0 0-3-15,0 0-3 0,0 0 1 0,0 0-6 16,0 0-9-16,0 0 4 0</inkml:trace>
  <inkml:trace contextRef="#ctx0" brushRef="#br0" timeOffset="68103.8">24545 7847 3 0,'0'0'2'0,"0"0"-4"0,0 0 0 15</inkml:trace>
  <inkml:trace contextRef="#ctx0" brushRef="#br0" timeOffset="71580.09">13465 12936 53 0,'0'0'47'0,"0"0"-1"0,0 0-11 16,0 0-8-16,0 0-18 0,0 0-18 0,0 0-26 15,0 0-38-15,0 0 18 0</inkml:trace>
  <inkml:trace contextRef="#ctx0" brushRef="#br0" timeOffset="74895.84">17273 13230 51 0,'0'0'53'0,"0"0"2"0,0 0-9 0,0 0-3 16,0 0-1-16,0 0-6 0,0 0-2 0,0 0-11 15,0 0 2-15,0 0-3 0,0 0 3 0,0 0-8 16,0 0-2-16,0 0-1 0,0 0-2 0,0 0 4 16,0 0-2-16,7 1-6 0,-7-1-3 0,0 0 2 15,0 0 1-15,0 0-1 0,0 0 7 0,0 0-12 16,0 0 3-16,0 0-3 0,0 0-6 0,0 0 3 0,0 0-10 15,0 0-3-15,0 0-3 0,0 0-1 16,0 0-8-16,0 0-2 0,0 0-7 0,0 0-6 16,0 0-27-16,0 0-74 0,0 0 34 0</inkml:trace>
  <inkml:trace contextRef="#ctx0" brushRef="#br0" timeOffset="82600.1">16464 13466 23 0,'0'0'69'0,"-4"-7"-6"0,4 7-5 0,0 0-15 15,0 0-8-15,0 0-6 0,0 0-15 16,0 0-26-16,17-2-42 0,-17 2-58 0,0 0 26 0</inkml:trace>
  <inkml:trace contextRef="#ctx0" brushRef="#br0" timeOffset="83809.33">24759 13403 37 0,'0'0'103'0,"0"0"-13"15,0 0-2-15,7-4-13 0,-7 4 3 0,0 0 0 16,0 0-16-16,0 0 0 0,0 0-2 0,0 0-9 16,0 0-8-16,0 0-3 0,0 0-5 0,0 0-9 0,0 0-14 15,0 0-12-15,0 0-14 0,0 0-26 16,0 0-17-16,0 0-19 0,0 0-50 0,0 0-136 16,0 0 61-16</inkml:trace>
  <inkml:trace contextRef="#ctx0" brushRef="#br0" timeOffset="85442.91">24739 13569 14 0,'0'0'55'0,"5"-3"1"0,-5 3 2 0,0 0-10 16,0 0 9-16,0 0-10 0,0 0-3 0,0 0-6 16,9-3-7-16,-9 3-3 0,0 0 4 0,0 0-4 0,0 0 0 15,0 0 1-15,0 0 2 0,0 0-9 0,0 0-4 16,0 0-2-16,0 0 3 0,0 0 3 16,0 0-6-16,0 0-4 0,0 0 6 0,0 0-6 15,0 0-2-15,0 0 5 0,0 0-11 0,0 0 0 16,0 0 9-16,0 0 0 0,0 0-4 0,0 0-3 0,0 0-4 15,0 0 10-15,0 0-10 0,0 0 0 0,0 0 6 16,0 0-4-16,0 0-6 0,0 0 2 16,0 0-3-16,0 0 9 0,0 0 0 0,0 0-5 15,0 0 0-15,0 0 0 0,0 0-9 0,0 0 9 0,0 0-1 16,0 0 2-16,0 0-1 0,0 0 1 0,0 0-2 16,0 0-3-16,0 0-4 0,5-4 5 0,-5 4 8 15,0 0-2-15,0 0-7 0,0 0 0 16,0 0-3-16,0 0 0 0,0 0 14 0,0 0-11 0,0 0-1 15,0 0 1-15,0 0-5 0,0 0 0 0,0 0 5 16,0 0-9-16,0 0 7 0,0 0-3 0,0 0-3 16,0 0 6-16,10 5 0 0,-10-5-1 0,0 0-4 15,0 0 0-15,0 0-9 0,0 0-6 16,0 0-2-16,0 0-8 0,0 0-4 0,0 0-18 0,0 0 6 16,0 0-37-16,0 0-95 0,3 5 42 0</inkml:trace>
  <inkml:trace contextRef="#ctx0" brushRef="#br0" timeOffset="85827.51">24779 13581 2 0,'0'0'11'0,"0"0"-2"0,0 0 4 16,0 0-2-16,0 0 7 0,0 0 2 0,0 0-3 16,0 0 2-16,0 0-7 0,0 0-1 0,0 0 0 15,0 0 1-15,0 0-7 0,0 0-2 0,0 0 4 16,0 0 5-16,0 0-6 0,0 0-3 0,0 0 3 15,0 0-2-15,0 0-2 0,0 0 2 0,0 0-4 16,0 0 0-16,0 0 2 0,0 0 0 0,0 0 1 16,0 0-2-16,0 0 1 0,0 0 2 0,0 0-5 15,0 0 6-15,0 0 1 0,0 0-3 0,0 0 2 16,0 0 6-16,0 0-1 0,0 0-1 0,0 0 6 16,0 0-1-16,8 0-5 0,-8 0-1 0,0 0 1 15,0 0-4-15,0 0 1 0,0 0-1 0,0 0-1 16,0 0 2-16,0 0 0 0,0 0-2 0,0 0 1 15,0 0-6-15,0 0 3 0,0 0 4 0,0 0-3 16,0 0-1-16,0 0-2 0,0 0 0 0,0 0-3 16,0 0 5-16,0 0-2 0,0 0-4 0,0 0 2 15,0 0-2-15,0 0 5 0,0 0-5 0,0 0 1 16,0 0-2-16,0 0 0 0,0 0-5 0,0 0-1 16,0 0-6-16,0 0-1 0,0 0-12 0,0 0-17 15,0 0-48-15,0 0 21 0</inkml:trace>
  <inkml:trace contextRef="#ctx0" brushRef="#br0" timeOffset="87742.26">21011 13157 32 0,'0'0'73'15,"0"0"-12"-15,0 0 0 0,0 0-13 0,0 0-6 16,0 0-12-16,16-10-3 0,-16 10-19 0,0 0-24 0,12 4-14 15,-12-4-26-15,10 5-61 0,-2-4 26 16</inkml:trace>
  <inkml:trace contextRef="#ctx0" brushRef="#br0" timeOffset="87996.77">21836 13209 24 0,'13'-4'22'0,"-13"4"-15"0,0 0-17 16,7 6-9-16,-7-6 5 0</inkml:trace>
  <inkml:trace contextRef="#ctx0" brushRef="#br0" timeOffset="88255.38">22192 13230 19 0,'0'0'63'0,"0"0"-6"0,0 0-14 0,0 0-6 0,0 0-9 15,0 0-13-15,0 0-9 0,0 0-11 0,0 0-14 16,0 0-22-16,0 0-45 0,0 0 21 0</inkml:trace>
  <inkml:trace contextRef="#ctx0" brushRef="#br0" timeOffset="89280.11">24823 13581 22 0,'0'0'62'0,"0"0"-17"0,0 0-8 0,0 0-17 16,0 0-11-16,0 0-14 0,0 0-27 0,0 0-35 15,0 0 16-15</inkml:trace>
  <inkml:trace contextRef="#ctx0" brushRef="#br0" timeOffset="90384.31">27191 13287 83 0,'0'0'88'0,"0"0"-9"0,0 0-5 0,0 0-8 15,0 0-1-15,0 0-8 0,0 0-12 0,0 0-2 16,0 0-5-16,0 0-3 0,0 0-2 16,0 0-5-16,0 0-2 0,0 0-3 0,0 0 1 0,0 0-1 15,0 0-10-15,0 0 1 0,0 0-1 16,0 0-4-16,0 0-3 0,0 0-8 0,0 0-10 0,0 0-6 15,0 0-7-15,0 0-11 0,0 0-8 0,0 0-5 16,0 0-12-16,0 0-46 0,-2 8-115 0,2-8 51 16</inkml:trace>
  <inkml:trace contextRef="#ctx0" brushRef="#br0" timeOffset="90940.88">28055 13343 27 0,'0'0'29'0,"0"0"-16"0,0 0-15 16,0 0-10-16,0 0-12 0,0 0 6 0</inkml:trace>
  <inkml:trace contextRef="#ctx0" brushRef="#br0" timeOffset="91683.59">28744 13365 40 0,'0'0'32'0,"0"0"-16"0,0 0-31 0,0 0-16 0,0 0 7 16</inkml:trace>
  <inkml:trace contextRef="#ctx0" brushRef="#br0" timeOffset="108277.95">26403 15202 53 0,'0'0'67'0,"0"0"-15"15,0 0-2-15,4-5-5 0,-4 5 11 0,0 0-18 16,0 0-4-16,0 0-2 0,0 0-9 0,0 0-3 15,0 0-1-15,0 0-6 0,0 0-2 0,0 0 4 0,0 0-3 16,0 0-4-16,0 0-13 0,0 0-5 16,0 0-14-16,0 0-10 0,0 0-46 0,0 0-86 0,0 0 39 15</inkml:trace>
  <inkml:trace contextRef="#ctx0" brushRef="#br0" timeOffset="108696.99">26234 15170 60 0,'0'0'58'0,"0"0"-2"0,0 0-2 0,0 0-12 16,0 0-1-16,0 0 0 0,0 0-13 0,14 13 14 16,-10-7-8-16,-4-6 0 0,5 10 1 0,-3-6-3 15,0 2 1-15,3 0-6 0,-1-2-4 0,-4-4 1 16,4 11 8-16,1-6-3 0,-3 1 15 0,3 0-16 16,0 1 0-16,-1 0-9 0,3-1 7 0,-1 3 2 15,-2-5-3-15,2 2-6 0,-2 1 10 0,1-4-1 16,1 3-4-16,0-3 8 0,-1 4 8 0,0-4 5 15,0 0 8-15,1 1 8 0,1 0-1 0,-7-4-9 16,16 0-3-16,-8 0 0 0,1-4 13 0,3 3-9 16,-1-2-5-16,7-3-7 0,-3-4-1 0,6 2-8 15,1-6 1-15,3 1-5 0,0-1-1 16,0-2-7-16,-1 3-19 0,3-6-32 0,0 4-23 0,0 0-52 16,2-2-51-16,-2-3-90 0,4-1-268 0,-3 1 119 15</inkml:trace>
  <inkml:trace contextRef="#ctx0" brushRef="#br0" timeOffset="111175.06">25722 16193 5 0,'0'0'112'16,"0"0"2"-16,5-4-8 0,-5 4-7 0,7-6 1 15,-7 6-6-15,6-4-11 0,-6 4-6 0,7-8-8 16,-7 8-3-16,6-6-2 0,-6 6 0 0,3-5-11 16,-3 5 0-16,0 0-2 0,7-3-11 0,-7 3 1 15,0 0-6-15,0 0-8 0,0 0 6 16,0 0-7-16,0 0-3 0,5-5-6 0,-5 5 0 0,0 0-3 15,0 0 3-15,0 0-5 0,0 0-1 0,0 0 1 16,0 0-3-16,0 0 1 0,0 0-2 0,0 0-2 16,0 0 0-16,0 0-1 0,0 0-1 0,0 0 0 15,0 0 0-15,6-5-2 0,-6 5 7 0,0 0-9 16,0 0 5-16,0 0 1 0,0 0-5 0,0 0 0 16,0 0 1-16,0 0-6 0,0 0 4 15,0 0-2-15,0 0 1 0,0 0 4 0,0 0-6 0,0 0 6 16,0 0-4-16,0 0-1 0,0 0 5 0,0 0-9 15,0 0 1-15,0 0-5 0,0 0 4 0,0 0-6 16,0 0 6-16,0 0-2 0,0 0-9 0,0 0-6 16,0 0-3-16,0 0-24 0,0 0-9 0,0 0-12 15,-14 18-5-15,9-14-14 0,5-4-8 16,-6 4-77-16,6-4-191 0,-9 4 85 0</inkml:trace>
  <inkml:trace contextRef="#ctx0" brushRef="#br0" timeOffset="161311.46">27327 13208 1 0,'0'0'44'15,"0"0"-16"-15,0 0-2 0,0 0-4 0,0 0-6 16,0 0-7-16,0 0-13 0,0 0-20 0,10 10-26 16,-10-10 12-16</inkml:trace>
  <inkml:trace contextRef="#ctx0" brushRef="#br0" timeOffset="161572.15">27859 13317 19 0,'0'0'28'0,"-19"-6"-12"16,19 6-13-16,0 0-14 0,0 0-13 0,0 0 6 15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4T10:15:59.9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6103 4055 79 0,'0'0'188'0,"-6"-4"-4"0,6 4-13 0,0 0-5 0,-5-8-8 15,5 8-8-15,0 0-10 0,0 0-7 0,-4-4-10 16,4 4-16-16,0 0-11 0,0 0-13 0,10-7-3 15,-1 2-9-15,4 1-6 0,4-2-3 16,8-2-13-16,3 1-15 0,3 0-21 0,1 1-17 0,0 0-31 16,-2 1-27-16,-1 0-25 0,0-2-31 15,-1 4-23-15,-1-3-25 0,-10 4-91 0,-4 0-278 0,-1-1 123 16</inkml:trace>
  <inkml:trace contextRef="#ctx0" brushRef="#br0" timeOffset="396.5">6338 4013 161 0,'-1'5'174'0,"1"-5"2"0,-1 14-3 0,1-4-2 16,-2 5-3-16,2 2-1 0,3 2-4 0,0 5-5 15,-3 1-13-15,0 2-7 0,-2-1-16 0,2-1-8 16,0-6-10-16,0 7-7 0,-1-8-8 0,1 1-8 15,-1-3-5-15,2 1-8 0,-2-3-6 0,-1 1-7 16,2-4-7-16,-2 1-5 0,1-1-2 0,-4 1 0 16,2-1-4-16,1-3-6 0,-2 3-1 0,-1-4-9 15,1-1-2-15,-3 1-10 0,-2-1-6 0,2 0-7 16,-4-4-7-16,3 2-7 0,-1 1-4 0,-2-4 0 16,-1 0 0-16,0 0 2 0,-1-2 3 0,1 0-2 0,-1 0 6 15,1 1-2-15,5-2-2 0,7 2 9 16,-15-4 3-16,12 2 6 0,3 2 4 0,-12 0-3 15,12 0-1-15,0 0-3 0,0 0 1 0,0 0 0 16,0 0 2-16,0 0 4 0,0 0 2 0,0 0 0 16,0 0 0-16,0 0-1 0,37 4 1 0,-15-5 0 15,0 0-13-15,6-3-22 0,2 3-27 0,1-4-37 16,1-1-43-16,3-2-38 0,-3 2-50 0,-3 1-129 16,0-6-382-16,2 1 169 0</inkml:trace>
  <inkml:trace contextRef="#ctx0" brushRef="#br0" timeOffset="612.13">6737 3653 76 0,'-1'-10'250'0,"-1"1"-17"0,2 3-18 0,0 6-17 15,-1-11-21-15,1 11-17 0,-2-6-17 0,2 6-9 16,0 0 0-16,0 0-13 0,0 0-7 0,-4 31-12 15,4-12-8-15,-1 5-7 0,2 4-12 0,4-1-17 16,-3-1-34-16,1 1-34 0,-2 0-55 0,6 3-31 16,-1-3-60-16,1 1-42 0,-4-1-114 0,0-2-338 15,-1-4 150-15</inkml:trace>
  <inkml:trace contextRef="#ctx0" brushRef="#br0" timeOffset="1419.84">6879 4580 90 0,'0'0'213'0,"10"-25"-7"0,-5 16-4 16,2-3-1-16,-1 3-11 0,3-6-11 0,-3-2-14 15,1 2-6-15,2 0-6 0,0-1-9 0,-3-3-15 0,2 1-10 16,2-5-11-16,-2 4-1 0,1-7-24 15,-4 8-3-15,0-5-11 0,-3 4-4 0,0 8-2 16,-1-1 3-16,-1-1-10 0,-1 5-4 0,-2 0-5 16,-1 2-3-16,0 1-10 0,4 5-4 0,-10-6 4 15,-2 6-7-15,1 2-9 0,0 2-1 0,-2 0 0 16,3 0-2-16,-2 1 0 0,3 1-5 0,3-1-2 0,2-1-4 16,-1 2 4-16,5-6-7 0,-1 10-6 0,1-10 0 15,5 11 2-15,0-6 0 0,5-1-3 16,2 1 0-16,0-2-4 0,6 2 5 0,0-3-2 15,1 2 2-15,-1 0 5 0,-1-1-7 0,-4 1-2 16,1 0 0-16,-4 0 0 0,-1 3 1 0,1 0 4 16,-1 0-1-16,-1 3 0 0,-2-1 1 0,-1 3 6 15,-2 0-2-15,-1 4-2 0,0-3 1 0,-4 2 2 16,5 2 0-16,-3-2 4 0,0 2-14 0,-1-4-41 16,1 2-34-16,1-4-33 0,-1-11-46 0,1 17-28 15,3-9-49-15,-1 1-138 0,-3-9-409 0,5 12 182 16</inkml:trace>
  <inkml:trace contextRef="#ctx0" brushRef="#br0" timeOffset="2190.66">7296 4428 105 0,'0'0'190'15,"0"0"-5"-15,0 0 6 0,0 0-1 0,3 19-1 16,-3-19-6-16,0 10-11 0,0-10-10 0,-1 16-15 15,1-16-8-15,1 12-12 0,-1-12-5 0,0 11-12 16,0-11-11-16,0 0 0 0,0 12-3 0,0-12 3 16,0 0 4-16,0 0 6 0,0 0 4 0,0 0 1 15,0 0-14-15,0 0-12 0,0 0-6 0,0 0-4 16,0 0-12-16,0 0-7 0,0 0-10 0,0 0-1 16,-6-36 0-16,6 25-5 0,3 0-11 0,0-6-2 15,0 1-11-15,1 0-1 0,2 0-2 0,1 2-3 16,-2 3-11-16,4-2-4 0,-2 5 0 0,2 0-1 15,0 0 1-15,0 3-5 0,1 3 0 0,-10 2-3 16,21 1 6-16,-10 5-2 0,0 1 0 0,-4 0-1 16,1 1 4-16,3 2 5 0,0 1 2 0,-4 2-7 15,0-1-6-15,-2-2 9 0,-1 0-2 0,-1 0 1 16,0 0 3-16,-3-1-3 0,0-9 1 0,5 10 2 16,-5-10 2-16,3 7 0 0,-3-7 1 0,0 0 3 15,0 0-1-15,0 0 4 0,0 0-4 0,0 0-1 16,0 0-3-16,0 0-2 0,0 0-5 0,0 0-6 15,0 0-4-15,0 0 3 0,-5-39 2 16,6 28-10-16,0-4-7 0,3-2-8 0,2 2-5 0,-1-2-4 16,3 2 6-16,2 2-3 0,-3 2 7 0,4-1-3 15,-3 5 2-15,1 2 0 0,1 0 4 0,-3 4 4 16,-7 1 5-16,15 6-2 0,-4 1 5 0,-3 1 0 16,0-1 3-16,1 5-1 0,-2 2 1 0,0-3 5 15,0 3 0-15,0-4 2 0,-2 1 3 0,3 0 4 16,-2-3 8-16,-1 0-3 0,4 0 7 0,-1-2 5 15,-2-2 5-15,3 0 0 0,-9-4 1 0,17 4 4 16,-7-4-4-16,1-3-1 0,1 0-3 0,1-1 4 16,-1-2-2-16,4-3-3 0,-4 2-3 0,-1 0 0 15,3-3 0-15,-4 1 0 0,-1-1-1 0,-3-2-3 16,2 2-1-16,-2-2 1 0,0 2-1 0,-1 0-6 16,-1 1 6-16,-2 2-1 0,-2 7-1 0,5-7 1 15,-5 7-6-15,3-7 1 0,-3 7-7 0,0 0-4 16,0 0 2-16,0 0-2 0,0 0 4 0,0 0 2 15,0 0-1-15,-13 20-2 0,10-11 3 0,1 1-1 16,1 0 0-16,2 1 2 0,0 0 0 0,2 2-2 16,-2-3-2-16,3 2 12 0,-2-1-1 15,2-1-10-15,0 2 4 0,-2-1-2 0,4-2-1 0,-5-1 3 16,1 0 2-16,0 2-4 0,-2-10 0 0,2 15 1 16,-2-15-7-16,0 13-10 0,0-13-13 0,-1 12-25 15,1-12-28-15,-8 7-43 0,3-3-42 16,5-4-40-16,-9 7-41 0,9-7-180 0,0 0-464 15,-18 5 206-15</inkml:trace>
  <inkml:trace contextRef="#ctx0" brushRef="#br0" timeOffset="5152.28">8347 4148 183 0,'-3'-6'204'0,"0"1"-15"15,3 5-17-15,-4-6-20 0,4 6-20 0,-4-6-7 16,4 6-12-16,0 0 1 0,-10 15-9 0,4-2-1 15,1 6-1-15,-1 5-5 0,-1 3-8 0,4-1-8 16,1 3-7-16,-3-3-5 0,3-2-9 16,4-3-4-16,-1-2-6 0,3 0 4 0,0 0-14 15,2-1 2-15,2 5-25 0,1-7-23 0,0-1-20 0,1-1-29 16,1 0-28-16,-2-6-40 0,1 2-37 0,-1 0-31 16,-1-1-110-16,3-2-325 0,0-2 143 0</inkml:trace>
  <inkml:trace contextRef="#ctx0" brushRef="#br0" timeOffset="5533.87">8588 4310 206 0,'0'0'199'0,"0"-8"-19"16,0 8-15-16,0 0-12 0,-12-1-7 15,12 1-4-15,-13 5-5 0,3 2-6 0,0 0-11 0,2 3-9 16,-3 1-11-16,-1 1-6 0,7 1-10 0,-1-4-11 15,1 1-4-15,1 0-7 0,0 1-4 16,0-2-5-16,3-1-11 0,1 0-6 0,0-8-5 16,4 12-8-16,-3-7-9 0,3 0-5 0,0-1-5 15,1 0 0-15,-5-4-8 0,8 2 5 0,-8-2-6 16,12-2-8-16,-12 2-2 0,10-6 0 0,-4 4-4 0,-1-3 0 16,2-2-7-16,-2 0-4 0,1-4 6 0,-1 2-3 15,-1-1 10-15,1-1-3 0,0 1 2 16,-3 1 3-16,2 1 2 0,-1 2 3 0,-1 1-1 15,1-1 10-15,-3 6-7 0,4-8 1 0,-4 8 2 16,0 0 0-16,7-3 2 0,-7 3 3 0,0 0 3 0,14 11 4 16,-10-5-9-16,3-1 5 0,-2 4 2 0,1 0 1 15,0 2-3-15,1 0 3 0,1-1-6 16,-1 3-3-16,1-3-26 0,-2-1-30 0,2 1-36 16,-3-3-27-16,4 0-36 0,-1-1-123 0,-5-3-303 15,4 1 134-15</inkml:trace>
  <inkml:trace contextRef="#ctx0" brushRef="#br0" timeOffset="5742.38">8839 4251 139 0,'-9'-1'168'0,"9"1"-4"0,0 0-2 0,-16 9 3 15,11-2 2-15,-2 4-1 0,1 3-6 0,-2 1-10 16,3-3-16-16,1 3-7 0,3-2-19 0,-1 2-9 15,3 0-10-15,0-2-6 0,2-1-8 16,1 1-10-16,1-3-23 0,3 0-21 0,0-1-38 16,3 0-43-16,0-1-49 0,3-1-41 0,0-2-37 15,-2-3-107-15,0 1-318 0,-12-3 141 0</inkml:trace>
  <inkml:trace contextRef="#ctx0" brushRef="#br0" timeOffset="5962.34">9118 4163 185 0,'5'0'185'15,"-5"0"-2"-15,10 9-5 0,-6 0-3 0,0-1-5 16,0 4-10-16,2-2-6 0,-1 7-10 0,3-1-6 16,-3 3-3-16,-4 0-16 0,1-3-9 0,-1 3-12 15,-1 1-8-15,-1-1-7 0,-3 1-5 0,-1-1-8 16,-3 5-7-16,3-6-6 0,-4-2-23 0,1 3-36 15,-2-5-33-15,0 2-41 0,2-1-44 0,1-5-48 16,0-1-200-16,-2-1-399 0,9-8 176 0</inkml:trace>
  <inkml:trace contextRef="#ctx0" brushRef="#br0" timeOffset="6216.98">9890 4174 28 0,'0'-8'284'16,"0"8"-26"-16,0 0-29 0,0 0-8 0,5-3-19 15,-5 3-19-15,8-4-21 0,-2 1-13 0,3 0-17 16,4 2-9-16,6-4-15 0,4 3-13 0,-1-2-34 15,-2 4-38-15,1-1-51 0,0-1-51 0,0 0-58 16,-3 2-45-16,-5 2-124 0,-1 0-331 0,-5 0 147 16</inkml:trace>
  <inkml:trace contextRef="#ctx0" brushRef="#br0" timeOffset="6385.37">9940 4298 176 0,'-5'3'238'15,"5"-3"-19"-15,-10 1-15 0,10-1-14 0,-7 5-18 16,7-5-14-16,0 0-13 0,0 0-14 0,0 0-12 16,0 0-7-16,0 0-17 0,23 8-13 0,-11-7-39 15,9 0-37-15,7 0-51 0,0-3-64 0,1 1-62 16,-10 0-124-16,9-2-318 0,-9 1 141 16</inkml:trace>
  <inkml:trace contextRef="#ctx0" brushRef="#br0" timeOffset="8016.23">11774 3121 69 0,'0'0'148'0,"-8"-5"-15"0,8 5 6 15,-5-5-5-15,5 5-6 0,-4-6-11 0,4 6-2 16,-5-3-8-16,5 3-6 0,0 0-3 0,0 0-11 16,0 0-2-16,0 0-19 0,0 0-6 0,0 0-8 15,0 0 4-15,0 0-14 0,0 0 1 0,0 0-5 16,22-3-3-16,-6 3-2 0,15 2-2 0,4-1-6 15,4 0-5-15,14-1 8 0,5 0-8 0,2-4 2 16,3 8-2-16,-2-6-6 0,6 2 0 0,-4 0-2 16,0 1-1-16,2-1 0 0,-2 1-1 0,2-1 1 15,27 0-1-15,-24 1 0 0,28-4-6 0,-5 1 0 16,0 5 3-16,2-3-7 0,1-6 3 16,0 4 0-16,5-1 1 0,-7 1 1 0,6-2 2 0,1 3-4 15,5-1 0-15,-5-1-1 0,4 2-1 0,5-2 2 16,-7 0 2-16,9-3-4 0,4 0 4 0,-2 2-2 15,3-6-6-15,5 8 3 0,-2-6 0 0,3 2 2 16,1-3-1-16,-1 2 1 0,7-4-1 0,3 3 3 16,-3 1-3-16,-3 4 0 0,7-4-1 0,0 3 6 15,-1-3-5-15,0 2 4 0,0 0-6 0,1-3-2 16,-1 11 7-16,1-12 3 0,1 7-1 16,1-5 25-16,-1 4-2 0,4 5-2 0,-4-5 4 0,1 7 3 15,-1-10-5-15,0 7 1 0,4-5 1 0,-3 7-3 16,-5-3-1-16,5 2-4 0,-5 2 3 0,-1-5-1 15,2 4-3-15,1 6-1 0,-1-6-1 0,-10 4-2 16,7-3-2-16,-6-1 5 0,2 5-3 0,-6-6 2 16,5 3-5-16,-2-3-3 0,-8-3 0 15,2 4-1-15,-4-1 2 0,-1-3-1 0,2 2-2 0,-4 1 0 16,-2-2 2-16,0 0-3 0,-7 0 3 0,4 0 1 16,-8-1 4-16,-28 2-1 0,25-1-2 0,-26-1 3 15,24-1-1-15,-27 3-6 0,2 0 1 0,2-1 0 16,-6-1-4-16,-2 1 2 0,-3 0-5 15,-16 2 5-15,0-3-4 0,-2 1 2 0,-6 1-4 16,-2-1-4-16,0-1 3 0,-10 1 0 0,-2 3 2 0,-4-3-7 16,-3 1-10-16,-2-1-18 0,1-1-15 0,-9 1-18 15,9 1-23-15,-9-1-13 0,0 0-21 0,0 0-33 16,0 0-47-16,0 0-177 0,0 0-408 16,-59 4 180-16</inkml:trace>
  <inkml:trace contextRef="#ctx0" brushRef="#br0" timeOffset="9121.04">11870 3087 71 0,'0'0'153'0,"-4"-8"1"16,2 3-4-16,2 5-15 0,-7-5-4 0,7 5-5 15,-7-6-11-15,7 6-9 0,0 0-11 16,-4-6-14-16,4 6-8 0,0 0-6 0,0 0-10 16,0 0-3-16,-5 20 7 0,3-9-7 0,2 6-3 15,-4 8-5-15,0 2-2 0,3 3-3 0,-3 0 1 0,2 17 7 16,0-1-1-16,0 0 0 0,3 1 0 15,-4 2-1-15,-2-1-7 0,0 2 3 0,0-2-1 16,-1 5-1-16,-1 0-3 0,7 2 0 0,-6 0 5 16,3 4-10-16,0-5-5 0,-4 1 2 0,5 4-2 15,-4-2 0-15,0 0-3 0,1-4-1 0,-5 0-3 16,0-3 1-16,1 3-2 0,-3-3-3 0,-1-3-3 0,4 0 4 16,-2-2-5-16,2-13 2 0,2 1-4 0,-1-1 3 15,2-1-5-15,-4 2 4 0,1-2 0 16,2-4-3-16,0 1 1 0,1-1-3 0,-2-3 1 15,4 2-1-15,-6-7 2 0,4 0 0 0,1-1 7 16,-1 0 2-16,-1 0-4 0,0 0 0 0,-1-1 1 16,5-6 1-16,-1 1-1 0,-2-3-2 0,2 1-5 0,0-3 2 15,-1 1-2-15,5-8 3 0,-4 16-2 16,2-9-3-16,2-7 0 0,-4 12 2 0,1-3 2 16,3-9-4-16,-4 9-5 0,4-9 6 0,0 0 1 15,-3 10 3-15,3-10 6 0,0 0 13 0,0 0 13 16,-3 10 8-16,3-10 10 0,0 0 10 0,0 0-6 15,0 0-10-15,0 0-2 0,0 0-4 0,0 0-7 16,-15-21-1-16,15 21-8 0,-8-17-1 0,2 3-12 16,0-2-2-16,-4-2 4 0,2 1-7 0,-4-8 3 15,2 0-2-15,-6 0-3 0,3-3-6 0,-1 2 3 16,-2-1-1-16,-2 2-4 0,1 0 0 0,-1 1-4 16,-1 0 1-16,0 4-2 0,-1 0-1 0,7 4 7 15,-1 2-2-15,-3 0-4 0,3 0-4 0,0 4 3 16,1-2-2-16,-2 2-1 0,5 3 3 0,2 0 1 15,-1-1-9-15,5 3 7 0,4 5-10 0,-9-7-5 16,9 7-20-16,-6-7-28 0,6 7-26 0,0 0-31 16,-9-4-39-16,9 4-37 0,0 0-36 0,0 0-24 15,0 0-209-15,0 0-503 0,0 0 223 0</inkml:trace>
  <inkml:trace contextRef="#ctx0" brushRef="#br0" timeOffset="9682.33">12906 3753 99 0,'0'0'129'0,"-13"-2"6"0,3 1-6 15,-3 0-8-15,7 1-4 0,6 0-6 0,-14 1-4 16,14-1-8-16,-9 0-2 0,9 0-6 0,0 0-4 16,-10 1-14-16,10-1-1 0,0 0-1 0,0 0 0 15,0 0-6-15,0 0-3 0,0 0-3 0,0 0-6 16,37-5-4-16,-17 2-4 0,7 0-8 0,0 1-2 16,2-3-13-16,-2 2-20 0,0 3-19 0,-6 0-34 15,-1 0-27-15,0 0-21 0,1 0-33 0,-4-2-14 16,-5 4-107-16,-1 0-274 0,-11-2 122 0</inkml:trace>
  <inkml:trace contextRef="#ctx0" brushRef="#br0" timeOffset="10098.91">13065 3770 40 0,'0'0'133'0,"0"0"-17"16,0 0-3-16,-10 4 10 0,10-4 5 0,0 0-8 15,-3 15 2-15,4-4-1 0,-4 1 0 0,3 6-8 16,0 0-6-16,-2 9-2 0,2 0-2 0,0 1-10 16,0-1-9-16,0 1 3 0,-4 2-2 0,4-3-9 15,0 0-5-15,0-3-9 0,0 0 1 0,0-7-7 16,0 2-6-16,0-5-5 0,0 0-6 0,0-3-1 16,0 2-3-16,0-3-3 0,2-1-5 0,-2 1 1 15,0-5-3-15,0-5-3 0,-2 12-2 0,4-6 1 16,-2-6-2-16,0 0 1 0,-7 12-1 15,7-12-4-15,-5 5 2 0,5-5-4 0,-9 4-9 0,1-3-1 16,8-1-3-16,-16-1-3 0,9-2-2 0,-2 2 1 16,-3-1-7-16,1-1 3 0,1 0 2 0,0 0 4 15,-1 1 2-15,2 1-5 0,0-2-2 0,9 3 3 16,-11-2-3-16,11 2 1 0,-9-2 7 0,9 2-5 16,-10 0-2-16,10 0-6 0,0 0 2 15,0 0-1-15,0 0 3 0,0 0 3 0,0 0-2 0,0 0 8 16,0 0 2-16,0 0 1 0,26 10-1 0,-8-7 0 15,3-3-14-15,7 2-29 0,3-1-34 0,-2 1-37 16,1-1-32-16,1-1-53 0,-2 0-145 0,-8 0-369 16,1 1 164-16</inkml:trace>
  <inkml:trace contextRef="#ctx0" brushRef="#br0" timeOffset="10516.39">13299 4395 42 0,'0'0'202'16,"20"-8"4"-16,-20 8-10 0,10-5-3 0,-10 5-3 15,11-8-11-15,-5 4-11 0,0-2-9 0,0 1 3 0,3-3-22 16,-1 0-11-16,0 2 3 0,-8 6-7 0,11-16-8 16,-7 8-9-16,0-1-15 0,1 0 0 15,-3-3-12-15,0 2-6 0,1 0-10 0,-3-3-4 16,-3 1-8-16,-1-3-7 0,-1 3 0 0,1 2-2 15,-2-2 0-15,-1 5-2 0,-3-2-4 0,4 2-7 16,-1 1 8-16,-3-1-18 0,2 4 4 0,-1-1-4 0,3 1-3 16,-4 1 0-16,10 2-5 0,-11-4-5 0,5 1-2 15,6 3-6-15,0 0 3 0,0 0-6 16,0 0 3-16,0 0-3 0,0 0-6 0,0 0-2 16,0 0 5-16,33 9-5 0,-20-5 3 0,6-1 3 15,-1-1-1-15,0 1-1 0,-4 1-1 0,-1 0 0 16,1-1 3-16,-1 3-4 0,-5-1 3 0,2 1 1 15,1 0-1-15,-3 3 4 0,-3-1-1 0,-1 1 2 16,2 1-3-16,-4-1 0 0,0 3 4 0,-2-2-2 16,0 2-13-16,0-12-18 0,-4 21-21 0,4-9-16 15,-3-2-23-15,0 0-25 0,3-10-33 0,-4 19-27 16,4-12-28-16,0-7-19 0,0 13-135 0,0-13-389 16,0 0 172-16</inkml:trace>
  <inkml:trace contextRef="#ctx0" brushRef="#br0" timeOffset="11386.53">13620 4304 176 0,'7'-6'178'0,"-4"4"-7"15,-3 2-17-15,0 0-12 0,4-4-7 0,-4 4 1 16,0 0-9-16,0 0 4 0,7 12-6 0,-5-6-6 16,-2-6-2-16,2 11-10 0,0-2-7 0,1-4-7 15,-3 5-7-15,0-10-4 0,4 11-4 0,-4-7-2 16,0-4-5-16,2 10-5 0,-2-10 0 0,0 0 3 15,0 0 7-15,0 0 11 0,0 0 8 0,0 0-13 16,0 0-7-16,0 0-3 0,0 0-4 0,0 0-8 16,0 0-9-16,0 0 0 0,0 0-8 0,-2-27-2 15,2 27-9-15,2-18 1 0,3 7-7 0,-2-2 0 16,3-3-5-16,0 0-4 0,-1 0 0 0,5 0-5 16,-2 3-5-16,1 3-1 0,-2 1 0 0,2-1-6 15,-2 4 1-15,-3 2-5 0,3 1 0 0,-1 0 6 16,-6 3-6-16,14 2-1 0,-9 2 2 0,3 2-2 15,-3 3-2-15,0 1 5 0,-1 1-1 0,-4 0 1 16,5 1 0-16,-3 0 4 0,0 4-5 0,-2-6 4 16,2 0 0-16,-2-3-3 0,2 4 5 0,-2-4-2 15,0-7 3-15,0 10-4 0,0-10 3 0,2 7 3 16,-2-7 0-16,0 0 6 0,3 6 3 0,-3-6 11 16,0 0-14-16,0 0 6 0,0 0-3 0,0 0-1 15,0 0-3-15,0 0 1 0,2-20 7 0,0 11-17 16,3-1 1-16,-3-2-2 0,5 1-3 0,-1-4 2 15,1-1-2-15,3 0-3 0,0 0 2 0,1 2-2 16,1 0-1-16,-3 4 1 0,4-1-2 0,-3 2-1 16,-4 5-1-16,1 1-2 0,-1 0 3 0,-6 3 4 15,17 3-6-15,-9 0 2 0,-1 3 0 0,2 4 0 16,-4-1 5-16,1 1 0 0,1 2 0 0,-3 2 0 16,1-1 0-16,-2-2 1 0,1 0-1 0,-2 1 1 15,3-1 1-15,-3-1 2 0,0-3 0 0,2 5-2 16,-1-6 1-16,2 1 1 0,-1-1 2 0,-2-2 8 15,3 2-6-15,-3-2 7 0,5 0-6 16,-7-4-3-16,11 3 2 0,-11-3-2 0,17 2 5 0,-17-2-6 16,19-4 4-16,-10 2 6 0,2-4-12 0,3-1 6 15,1-1-6-15,-5 1 3 0,2-5-3 0,0 0-1 16,-3 1 2-16,0-3 0 0,-1 0 1 0,2-5-1 16,-1 3-2-16,-3-2 1 0,-1 0 5 0,1 3-3 15,0 0 3-15,-5 4 6 0,0 0-8 0,-1 2 4 16,0 9 1-16,2-14 2 0,-2 14 0 0,0 0-3 15,-2-11-8-15,2 11 0 0,0 0 1 0,0 0 2 16,0 0 0-16,0 0 1 0,-21 20 7 0,17-12-9 16,-2 2 0-16,-2-3 1 0,4 4-1 0,-1-3-2 15,5 3 1-15,-2-2 3 0,2 1-18 0,0-2-1 16,0-8-2-16,2 17-4 0,4-8 0 0,0-1 2 16,1-1 0-16,-1 0 3 0,2 1-2 0,2 0 2 15,-5-2 4-15,1 1-2 0,1 0-1 0,1 0 6 16,-8-7-2-16,6 10 2 0,-2-3 3 0,-2 1 9 15,-2-8-10-15,2 14-4 0,-2-14-3 0,-4 13 8 16,-3-5-5-16,7-8-10 0,-11 14-8 0,7-10-11 16,-6 2-10-16,-1-1-20 0,0 0-24 0,0 0-28 15,-1-1-39-15,1 0-40 0,2-1-42 0,-5-2-163 16,14-1-440-16,-22-4 195 0</inkml:trace>
  <inkml:trace contextRef="#ctx0" brushRef="#br0" timeOffset="11892.16">13991 3387 121 0,'0'0'223'0,"0"0"-10"0,0 0-17 0,-3-7-12 16,3 7-14-16,0 0-13 0,0 0-8 16,0 0-15-16,17-2-9 0,-17 2-10 0,15 6-8 15,-5-3-1-15,-2 4-15 0,-1 1-6 0,2 1-6 16,-2 3-6-16,-2-1-7 0,1 4 0 0,-4 2-4 16,-2-2 0-16,0 2-8 0,-4 2-7 0,-2-2-4 15,-4-1 1-15,1 0-1 0,0 0-5 0,-2-2-1 0,0-1-5 16,2-3 2-16,4-2-6 0,-4-2 6 15,2 2 1-15,3-3-7 0,0-1-3 0,4-4-3 16,-5 6 5-16,5-6-6 0,-7 5-8 0,7-5 2 16,0 0 4-16,0 0-7 0,12 8 2 0,-1-7-3 15,7 1-22-15,1-5-26 0,9 0-36 0,3 2-42 16,3-4-52-16,3-2-50 0,2 3-223 16,10-2-477-16,-10 0 210 0</inkml:trace>
  <inkml:trace contextRef="#ctx0" brushRef="#br0" timeOffset="12581.83">14676 4010 142 0,'0'0'221'0,"0"0"-3"15,0 0-11-15,0 0-1 0,0 0-8 0,0 0-5 16,0 0-10-16,0 0-9 0,0 0-12 15,0 0-6-15,0 0-12 0,0 0-8 0,0 0-12 16,0 0-5-16,0 0-4 0,0 0-11 0,0 0-7 16,0 0-12-16,0 0-12 0,0 0 1 0,0 0-12 15,0 0-5-15,0 0 4 0,0 0-3 0,-27 3-9 16,27-3-6-16,0 0-1 0,-9 0-6 0,9 0-2 16,0 0-3-16,0 0-4 0,0 0-3 0,0 0-3 15,0 0 0-15,0 0-5 0,0 0 3 0,27 0-2 16,-7-3-5-16,8 0 2 0,0 2 0 0,2-1 1 15,3 0-4-15,-3-1 3 0,0 2 2 0,-2-4-4 16,0 1 6-16,-6 2-2 0,-2 0 1 0,-3 2 3 16,-1-3-2-16,-5 3 0 0,1 0-2 0,-3 0-9 15,0 0-2-15,-9 0 21 0,0 0 16 0,16-2 0 16,-16 2 9-16,0 0 2 0,0 0 4 0,13-1-1 16,-13 1-8-16,0 0-1 0,0 0-6 0,0 0-8 15,0 0 5-15,0 0-10 0,0 0-12 0,13-1-23 16,-13 1-37-16,0 0-39 0,0 0-54 0,0 0-60 15,0 0-73-15,0 0-78 0,0 0-233 0,0 0-630 16,0 0 280-16</inkml:trace>
  <inkml:trace contextRef="#ctx0" brushRef="#br0" timeOffset="13320.27">15650 3753 90 0,'-10'-3'220'0,"10"3"-6"0,-8-4-4 15,8 4-4-15,-7-5-6 0,7 5-11 0,-2-6-13 16,2 6-17-16,0 0-17 0,0 0-13 0,10-14-15 15,0 9-10-15,2 0-6 0,2 1-11 0,3 2-6 16,-5-1-1-16,2 2-12 0,4 4-8 0,-1-1-4 0,-2 2-3 16,-3 3-5-16,3 1-6 0,-5 5-5 15,-1-4 0-15,1 6-3 0,-6 1-4 0,-1 2 3 16,-3 0-1-16,-3 1 2 0,-6 4-6 0,-2 3 1 16,-2-5 0-16,-1 3-3 0,-4-5-2 0,-2-2 1 15,3-1-6-15,2-6 3 0,-3 3-3 0,0-4-3 16,-1-2-2-16,2 0-2 0,3 0 4 0,4-1 1 15,-2-3-3-15,3-1 0 0,2 0 2 0,0 0-1 16,7-2 5-16,-11 2 0 0,11-2 2 0,0 0 3 16,-12-2-3-16,12 2-2 0,0 0 1 0,0 0-4 15,0 0-7-15,0 0 2 0,0 0-3 0,0 0 1 16,0 0-3-16,0 0 0 0,23-7-7 0,-23 7 2 16,18 3 0-16,-6-1 3 0,2 0-2 0,0 1-12 15,6-2-22-15,-1 3-30 0,4-3-43 0,3 0-49 16,-3 1-38-16,8-5-64 0,-2 4-220 0,2-2-514 15,-2-2 227-15</inkml:trace>
  <inkml:trace contextRef="#ctx0" brushRef="#br0" timeOffset="13549.99">16317 3661 126 0,'0'0'201'0,"7"-5"-16"16,0 2-10-16,-1 1-7 0,7 0-15 0,4-1-6 15,2 0-19-15,10-2-13 0,-7 5-10 0,7-8-20 16,-1 8 0-16,-7 0-21 0,1-2-29 0,-5 1-36 16,0 1-28-16,-5 0-32 0,-1 0-26 0,-5 1-24 15,2-1-14-15,-8 0-5 0,0 0-75 0,10 2-222 16,-10-2 99-16</inkml:trace>
  <inkml:trace contextRef="#ctx0" brushRef="#br0" timeOffset="13916.21">16618 3630 416 0,'-25'3'-25'0,"25"-3"22"16,-13-1 13-16,13 1 14 0,-10-2 23 0,10 2-1 16,-11-2 25-16,11 2 8 0,-8-1 12 0,8 1 11 15,0 0-12-15,-11 0-6 0,11 0-2 0,0 0-3 16,-10 7 11-16,5-3 7 0,-1 4 9 0,1 5 7 16,-2 1-6-16,1 1 0 0,-1 2-3 0,0 1 9 15,2 1-8-15,0 1-6 0,-1-3-5 16,1 9-3-16,-1-7-4 0,2-1-8 0,2-1-4 0,-1-1-5 15,-1 0-10-15,3 0-1 0,-2-4-8 0,2-1-6 16,0-2-2-16,1 1-7 0,-2 0-1 0,1-3-4 16,-1 0-4-16,2-7-2 0,-4 12 0 0,1-8-5 15,3-4-3-15,-4 13-20 0,3-10-11 0,1-3-8 16,-8 6-11-16,8-6-9 0,-9 5-10 16,4-4-16-16,5-1-3 0,-12 3 0 0,12-3-10 0,-13 0-4 15,13 0 10-15,-12-3 5 0,12 3 13 0,-10-3 0 16,6-1 3-16,4 4 9 0,0 0 6 0,-11-3 6 15,11 3 5-15,0 0 3 0,0 0-1 0,-9-1 7 16,9 1 7-16,0 0 8 0,0 0 11 0,0 0 9 16,0 0 5-16,0 0 4 0,25 10-5 15,-14-6 7-15,4-3-3 0,2 2-2 0,2 1-3 0,1-2-2 16,1 1-1-16,7-2-19 0,-1 2-25 0,2-1-44 16,-1-1-40-16,-1-1-29 0,1 1-37 0,-9 0-122 15,0-1-325-15,2-2 144 0</inkml:trace>
  <inkml:trace contextRef="#ctx0" brushRef="#br0" timeOffset="14351.75">16929 4001 103 0,'0'0'204'0,"-1"-16"-10"16,1 16-5-16,-9-7 2 0,9 7-10 0,-8-8-3 16,8 8-6-16,-10-4-13 0,10 4-11 15,-15-3-10-15,7 3-13 0,-3 3-8 0,-2 0-3 16,1 2 4-16,-2 1-16 0,2 1-7 0,-2 2-12 15,2 0-3-15,-3 2-9 0,5-2-4 0,3 0-10 0,-1 0-1 16,3 1-5-16,2 0-3 0,1-2-9 0,-1 2-3 16,3-10-1-16,4 15 1 0,-1-9-4 0,-1 1-4 15,3-2-1-15,0-2-2 0,2 1-3 16,2-1 0-16,-2 0 2 0,-7-3-4 0,23-2-8 16,-11 0-3-16,-2-1 1 0,3-2-1 0,-4 1 1 15,0-3-1-15,-2-2-4 0,2-1 1 0,-1 0-4 0,1-3 3 16,-3-3-3-16,-1 0 0 0,-1 0 2 15,1-1 0-15,-3-2-5 0,3 1 0 0,-1 0 3 16,1-1 2-16,-3 1-8 0,2 1 15 0,-4-1 5 16,1 1 6-16,1 9 8 0,-1-1 2 0,-1 9 6 15,1-11-2-15,-1 11-3 0,0 0-8 0,0 0 0 16,2-13-7-16,-2 13-2 0,0 0 4 0,0 0 5 0,0 0-2 16,-4 43-2-16,1-26 0 0,-2 0-3 0,6 2-2 15,-6 0 1-15,3 5 0 0,2-5 0 16,0-1-6-16,-1 0 3 0,-1 0 2 0,4-1-21 15,-1 1-18-15,1-3-36 0,3-4-37 0,-2 2-37 16,-1-2-40-16,4-1-33 0,1-1-38 0,2-1-30 16,0-2-194-16,0-1-505 0,1-2 225 0</inkml:trace>
  <inkml:trace contextRef="#ctx0" brushRef="#br0" timeOffset="14561.98">17216 3985 112 0,'0'0'219'15,"-5"-8"-13"-15,5 8-11 0,-9-5-4 0,2 3-8 16,7 2 1-16,-17 3 0 0,6 1 0 0,0 1 0 16,0 1 0-16,-4 4-6 0,0-1-5 0,4 1-3 15,0 3-29-15,3-3-9 0,1 0-9 0,0 2-17 16,0-3-6-16,4 3-13 0,0-2-7 16,2-1-2-16,2 3-12 0,3-5-25 0,-2 3-21 0,5-3-28 15,3 1-41-15,-1-4-38 0,4 2-44 0,-1-2-49 16,5 0-50-16,-2-3-243 0,-4 0-513 0,3-1 228 15</inkml:trace>
  <inkml:trace contextRef="#ctx0" brushRef="#br0" timeOffset="14929.64">17040 3377 1586 0,'3'-17'59'0,"-2"3"47"0,4 4-1 15,-2-1-7-15,-1 1-22 0,-1 1-14 0,5 1-6 16,-4 2-4-16,5 2-6 0,-2-1 4 0,6 3 6 16,-4 0 27-16,-7 2-2 0,11 4 2 0,-1-3-2 15,-1 4 13-15,-1 1-12 0,1 1-4 0,-2 1 2 16,-3 1-6-16,0-1-2 0,0 4 0 0,-3 0-1 15,-2 0-1-15,1 0-3 0,-3-2 0 0,0 3-7 16,-1-2-2-16,-1-1-2 0,-2-1 3 0,2-2-6 16,0 1-2-16,0-2-8 0,2-2 0 15,3-4-4-15,-5 9-1 0,5-9 0 0,-4 4-13 0,4-4 2 16,-5 5-10-16,5-5-1 0,0 0-10 0,0 0 2 16,12 11-17-16,-5-10-19 0,6 1-37 0,8 0-44 15,-1-1-52-15,13-1-58 0,-1 0-64 16,3-1-262-16,-3-1-591 0,-3 0 261 0</inkml:trace>
  <inkml:trace contextRef="#ctx0" brushRef="#br0" timeOffset="15476.38">17928 3910 219 0,'0'0'219'0,"2"-8"-17"0,-2 8-17 0,0 0-8 15,0 0-12-15,0 0-9 0,0 0-7 0,0 0-15 16,0 0-7-16,0 0-5 0,0 0-9 0,0 0-3 15,0 0-6-15,0 0-3 0,-15-4-1 0,15 4-4 16,0 0-2-16,0 0-2 0,0 0-4 0,0 0-3 16,0 0-6-16,0 0-2 0,0 0 8 0,0 0-5 15,19-3-1-15,-6 3 0 0,8-3-19 0,8 0 6 16,5 2 6-16,-1-2-12 0,1-1-8 0,1-2-5 16,-2 5-2-16,-1 0-8 0,-1-1-2 0,-3 2 0 15,-8-2-3-15,1-1-9 0,-2 3-5 0,-2 0-26 16,-4 0-20-16,-2-1-20 0,-1 0-29 0,1 1-22 15,-11 0-23-15,11 0-21 0,-11 0-24 0,10 0-19 16,-10 0-28-16,7-1-8 0,-7 1-10 0,0 0-161 16,0 0-424-16,0 0 187 0</inkml:trace>
  <inkml:trace contextRef="#ctx0" brushRef="#br0" timeOffset="15762.78">18198 3770 183 0,'-5'-6'250'0,"5"6"1"16,-3-5-1-16,3 5-7 0,0 0-3 0,0 0-14 16,0 0-16-16,0 0-16 0,-5-7-15 0,5 7-19 15,0 0-18-15,0 0-24 0,0 0-4 0,0 0-8 16,0 0-12-16,-4 22-5 0,3-11-11 15,-1 5 16-15,0 2-20 0,1 1-6 0,0 0-11 16,-2-1 8-16,2 3-10 0,0 3-6 0,1-6-1 0,0 0-3 16,0 1-11-16,1-1-14 0,-1-2-33 0,2 0-33 15,-2 1-36-15,0 0-49 0,2-6-56 0,0 0-67 16,-2 0-251-16,0-11-545 0,0 18 242 16</inkml:trace>
  <inkml:trace contextRef="#ctx0" brushRef="#br0" timeOffset="16020.84">18935 3685 2393 0,'6'-8'-14'0,"-4"-1"36"15,3 1 12-15,-2 1-11 0,-3 7-8 0,7-10-9 16,-2 4-2-16,3 1 0 0,3 0 6 0,6-3 2 15,0 0 4-15,2 3-4 0,1 0 2 16,7-3 2-16,-6 6-6 0,6-4 1 0,3 3-3 16,-2 0 7-16,-8 1-22 0,-4-1-23 0,2 3-19 15,-8 0-36-15,1-2-32 0,-4 2-26 0,1-1-6 0,-8 1-10 16,9-2-8-16,-9 2-4 0,0 0-85 0,0 0-277 16,0 0 123-16</inkml:trace>
  <inkml:trace contextRef="#ctx0" brushRef="#br0" timeOffset="16371.9">19255 3569 643 0,'0'0'-50'0,"-12"0"16"0,12 0 24 16,-12 1 21-16,12-1 20 0,-9-1 20 15,9 1 16-15,0 0 12 0,-9 1-6 0,9-1-15 16,0 0 6-16,0 0 7 0,-9 4 20 0,5 4 5 0,1 1 7 16,0 1-1-16,-1 2-3 0,1 3 15 15,-1 3 0-15,-1-1-1 0,1 8 7 0,-1-7-13 16,2 6-6-16,0-4-3 0,2 0 0 0,-1 5-1 16,0-8-11-16,0 1-1 0,2 0-7 0,-2 1-9 15,2-2-3-15,0 0-5 0,0-1-6 0,1-3 2 16,2 0-14-16,-3-3-4 0,-2 2-5 0,4 0-5 15,-2-4 0-15,-2 2-1 0,2-10-6 0,-1 12-1 16,0-4-3-16,1-8-4 0,-3 9-4 0,3-9 1 16,-5 6-12-16,5-6-7 0,-11 4-13 0,4-4-7 15,7 0 1-15,-15-1-4 0,5 1 9 0,2-3-2 16,8 3 2-16,-15-6 4 0,6 3 0 0,9 3 4 16,-9-5 3-16,9 5 0 0,-5-3-1 0,5 3 5 15,0 0-1-15,-8-4 3 0,8 4-3 0,0 0 0 16,0 0 4-16,0 0 3 0,0 0 8 0,0 0 5 15,0 0 7-15,0 0-1 0,0 0-2 0,23 8 3 16,-10-5 0-16,4-2-4 0,2 2 8 0,0-3-32 16,10 1-24-16,-2-1-47 0,1 0-57 0,6-1-62 15,-5-2-53-15,-9 3-164 0,2-1-450 0,-5-4 200 16</inkml:trace>
  <inkml:trace contextRef="#ctx0" brushRef="#br0" timeOffset="16963.66">19636 4051 160 0,'0'0'211'0,"-8"-9"-7"0,3 5 0 0,-1 0-3 15,-1 2-4-15,-3-2-7 0,0 1-12 0,-1 2-11 16,0 1-10-16,0 0-16 0,-2 3-9 0,-1 0-11 16,1 2-10-16,-4 2-10 0,7 0-3 0,-5 3-10 15,4-3-6-15,2 2-12 0,1-1-5 0,1 2-1 16,2-1-5-16,1 3-8 0,2-2-5 0,0 0-1 15,4-1-6-15,0 1-6 0,2 1 2 0,4-4-5 16,2-1-2-16,1 1 2 0,1-2-9 0,1 1 1 16,2-3 4-16,-1 0-5 0,-2-1-3 0,0-3-7 15,-1 0 5-15,-2-2-1 0,3-2-1 0,-1 1-2 16,-2-2-1-16,-3-3-3 0,3 1 3 0,-3-3-3 16,-1 1-4-16,1-7 2 0,-3-1-1 0,2 1 1 15,-2-1 0-15,1-1-3 0,-2 0 2 0,1-7-4 16,0 10 1-16,-2-10-2 0,0 7 2 0,0 3 0 15,1-1 13-15,-2 6 4 0,1 1 5 0,-1 1 2 16,0 1 10-16,0 8 4 0,0-12-10 0,0 12-5 16,-1-8-1-16,1 8-8 0,0 0-2 0,0 0 2 15,0 0-2-15,0 0-2 0,-2 29-3 0,1-14 6 16,0 3 3-16,-2 2-1 0,2 4 3 0,0 0-3 16,-1-3 1-16,0-1-1 0,2-4-4 0,-2 8-5 15,2-5 9-15,2-1-3 0,-2 0-7 16,0-1-8-16,2 0-25 0,1-5-31 0,1 4-36 0,-3-5-39 15,3 0-47-15,-1-3-38 0,2 2-42 0,0-3-37 16,-2-2-177-16,3 0-512 0,0-2 227 0</inkml:trace>
  <inkml:trace contextRef="#ctx0" brushRef="#br0" timeOffset="17187.59">20009 4033 39 0,'0'0'235'0,"-5"-12"-12"15,0 8-2-15,5 4-5 0,-11-2-2 0,11 2 5 16,-20 3-1-16,9 3 2 0,-1 2-7 0,-5 1-13 16,5 2-1-16,-2 1-26 0,2 2-11 15,1 1-12-15,2-1-11 0,2 0-13 0,2-2-10 0,2 0-10 16,5 0-10-16,-1 1-9 0,3 2-4 0,2-2-11 16,2-2-16-16,5 1-32 0,1-1-33 0,4-4-32 15,-3 0-32-15,2 0-41 0,1-1-49 0,-4-4-52 16,2 0-55-16,-3 0-217 0,-1-2-529 15,-12 0 234-15</inkml:trace>
  <inkml:trace contextRef="#ctx0" brushRef="#br0" timeOffset="17633.62">19619 3220 91 0,'-4'-5'236'0,"4"5"-12"16,0 0-15-16,0 0-18 0,0 0-13 0,12-5 19 16,-12 5-11-16,16 4-14 0,-7-1-12 0,5 9-4 15,-1-3-14-15,-1 5-12 0,-1 0-9 0,-1 3-11 16,-1 1-10-16,-2-2-5 0,-2 4-9 0,-3-1 2 16,1 0-9-16,-4 0-8 0,-2-4-5 0,-2 1-4 15,-3 0-6-15,5-2-7 0,-3-1-1 0,1-3 7 0,-1 0-3 16,1-1 4-16,0-4-5 0,1 2 1 15,1-2-7-15,3-5-6 0,-7 7-1 0,7-7 1 16,-3 7-2-16,3-7-3 0,0 0-7 0,0 0 1 16,0 0-5-16,12 6 0 0,2-7-23 0,2-1-31 15,16-1-44-15,4-1-55 0,15-3-47 0,5-1-88 16,-5 0-273-16,1 2-582 0,-14-1 258 0</inkml:trace>
  <inkml:trace contextRef="#ctx0" brushRef="#br0" timeOffset="186376.19">10662 6825 37 0,'0'0'126'16,"0"0"1"-16,0 0-4 0,-23-5 8 0,23 5-8 16,-12 0-2-16,12 0 1 0,-12 2-5 0,12-2-4 15,-13-3-3-15,13 3-2 0,-10-2-10 0,10 2-3 16,-9-2-4-16,9 2-10 0,0 0-8 0,0 0-7 15,-10 0-10-15,10 0-6 0,0 0-5 0,0 0-3 16,0 0-4-16,0 0-1 0,28 2-8 0,-8-4-9 16,3 1-12-16,6-3-25 0,3 1-28 0,0 1-34 15,3-1-26-15,-2 0-40 0,-4-3-155 0,-8 4-324 16,-1-2 144-16</inkml:trace>
  <inkml:trace contextRef="#ctx0" brushRef="#br0" timeOffset="186556.11">10618 6956 178 0,'0'0'196'0,"0"0"-26"16,0 0-9-16,0 0-19 0,0 0-13 0,0 0-15 0,17 5-11 16,-6-5-12-16,2 2-32 0,6-1-26 0,-1-1-37 15,11 0-31-15,-8-1-38 0,2-1-32 16,-5 2-89-16,3 0-209 0,0 0 93 0</inkml:trace>
  <inkml:trace contextRef="#ctx0" brushRef="#br0" timeOffset="187325.87">13365 5957 107 0,'0'0'135'0,"0"0"-6"0,31 4-5 15,-10-4 1-15,10-1-9 0,7 0 9 0,20-1-13 16,5-2-4-16,34 1-12 0,-1-1-3 0,0 1-10 16,3-2-2-16,9 1-10 0,0 1-9 0,7 1-3 15,6-6-7-15,7 6 4 0,0 0-5 0,3-2-6 16,6 0-6-16,0 0 0 0,1 1-5 0,9 0-5 16,1 1-4-16,-1 0 1 0,5-1-5 0,5 0 3 15,0 0-4-15,6-4 7 0,-1 2-15 16,3-3-1-16,-2-1 0 0,8 1-3 0,-2-1-5 0,3 2-1 15,-6-3-1-15,0 2 2 0,-5 1 0 0,3-2 2 16,-10 6 5-16,-7-7 1 0,2 6 0 0,-9 0 2 16,-3 0 1-16,-1 0 3 0,-8-3-5 0,0 4-1 15,-12-1 3-15,-3 3-3 0,-6 1 0 0,-4-2 3 16,-5-1-5-16,-32 2-5 0,1-2 11 0,-2 2-13 16,-6 0 2-16,-4 1-1 0,-17 0-3 0,-3 1 0 15,-2-1-5-15,-12-1-12 0,-8 1-11 0,0-1-15 16,-4 0-7-16,-9 1-18 0,6 0-32 0,-6 0-15 15,0 0-33-15,-32-1-150 0,-2 2-323 0,-18-4 144 16</inkml:trace>
  <inkml:trace contextRef="#ctx0" brushRef="#br0" timeOffset="188364.91">13436 5967 39 0,'0'0'74'15,"0"0"9"-15,0 0-13 0,0 0 13 0,8-2-11 16,-8 2 7-16,0 0-10 0,0 0 4 0,0 0 3 15,0 0 6-15,0 0-14 0,0 0-2 0,0 0 1 16,0 0-11-16,0 0-3 0,0 0-11 0,0 0-1 16,0 0-12-16,0 0 7 0,0 0-12 0,0 0-5 15,0 0 3-15,0 0-2 0,2 14 8 0,-2-14-1 0,-8 23 3 16,4-6 1-16,-3 1-3 0,-1 8-1 0,-2 0-2 16,-1 4-3-16,-2 5 7 0,-5 12 1 0,-1 0-1 15,4 1-5-15,-8 3 4 0,4 1-3 0,-2 0 4 16,1 1-1-16,2-2 1 0,-4 2-4 0,-1-1 4 15,3 1-1-15,-2-1-8 0,1 0 1 0,0-1 0 16,-2 0-2-16,2 0-1 0,0-6-6 0,4 3 6 16,-1-5-4-16,5-11 1 0,-1 3-4 15,-1-2-2-15,6 0 1 0,-5-2-3 0,5-2 1 16,0-1-3-16,0-1-3 0,2-3 4 0,-2 0 1 0,2-6-1 16,2-1 2-16,-3-4-3 0,3 2-2 0,3-4 5 15,-2 0-3-15,2-3 1 0,-1-3-5 0,0 1 2 16,3-6 4-16,-4 9 0 0,4-9 0 15,-4 7 16-15,4-7 9 0,0 0 15 0,-3 5 6 0,3-5-7 16,0 0-3-16,0 0-2 0,0 0-5 0,0 0-5 16,-10-24-2-16,6 12-1 0,1 3-3 0,-2-3-4 15,1-4-1-15,-1 1-3 0,1-2-1 16,-1-3-4-16,-3 1 3 0,2 1-4 0,-4-6-2 16,3 4 2-16,-3-4-1 0,0 6 4 0,1 0 0 0,0 2 3 15,-5-6-3-15,-5 2 3 0,11 4-1 0,-5 3-1 16,-1-2-4-16,1 6 1 0,4 0-4 0,-1 0-2 15,2 2-3-15,-1 0-8 0,-3 2-12 0,3 2-15 16,1-2-21-16,-2 2-20 0,6 0-32 0,4 3-28 16,-9-3-27-16,9 3-24 0,0 0-20 0,0 0-120 15,0 0-350-15,0 0 155 0</inkml:trace>
  <inkml:trace contextRef="#ctx0" brushRef="#br0" timeOffset="189356.06">14378 6659 76 0,'0'0'126'0,"-12"-2"-12"0,12 2-4 16,0 0-10-16,0 0-10 0,0 0-9 15,0 0-7-15,0 0-10 0,0 0-6 0,0 0 5 16,0 0-7-16,0 0-5 0,25 4 1 0,-11-4-12 0,3 0 2 15,4-1-7-15,3 2 0 0,5-2-13 0,-1 1-18 16,1-1-20-16,-1-1-21 0,-7 1-21 0,2 1-29 16,-6 0-96-16,1-1-197 0,-6 1 87 0</inkml:trace>
  <inkml:trace contextRef="#ctx0" brushRef="#br0" timeOffset="189731.95">14562 6629 67 0,'0'0'127'0,"0"0"-17"16,-6 13-6-16,3-6 8 0,0 7 14 0,1 4-18 15,0 7 8-15,0 4-4 0,0-3-6 0,-1 5 1 16,-2-1-11-16,1 4-8 0,0-3-9 16,4 0-7-16,-2 0-4 0,0-3-8 0,0-3-9 0,1-5 0 15,1-2-4-15,0-1-5 0,0 1-4 0,-2-3-6 16,2 0-5-16,0-5 3 0,-1 2-10 0,-1-1-12 15,0-3-12-15,-2 0-11 0,2-1-14 0,-3-1-9 16,0-2-4-16,-2 2-16 0,1-3 2 0,-3-1 4 16,1-1 3-16,-4-2 4 0,12 1-2 0,-18-4 9 15,7 0 7-15,4 1 2 0,0-3 10 0,-2 1 9 16,2 2 10-16,2-1 15 0,-1 0 10 0,6 4 3 16,-9-4 2-16,9 4 1 0,-6-5-3 0,6 5 0 15,0 0-3-15,-10-2 1 0,10 2 2 0,0 0 8 16,0 0 1-16,0 0 1 0,0 0 3 0,0 0-5 15,31 3 1-15,-16-2-5 0,2-1-4 0,2 0-1 16,10 0-13-16,0 0-26 0,3 0-46 0,-1 0-39 16,1 0-40-16,-1 3-151 0,-10-3-312 0,0 0 138 15</inkml:trace>
  <inkml:trace contextRef="#ctx0" brushRef="#br0" timeOffset="190121.18">14784 7281 74 0,'7'-3'204'0,"-3"-1"1"0,-4 4-12 16,12-7-8-16,-6 1-5 0,1-1-9 0,3 0-8 15,-2 1-9-15,0-1-3 0,0-3-12 0,-1 1-10 16,1 0-8-16,-3 2-7 0,1-6-11 0,-1 4-5 16,2-1-10-16,-3 0-8 0,-3 0-8 0,-1-1-10 15,0 0-3-15,-3 0-6 0,-2 2-8 0,0-3-5 16,-3 5 0-16,1-1-7 0,-3 1-7 0,-2 1 0 15,3 1-2-15,-1 2 3 0,0-1-10 0,3 1-1 16,1-1-6-16,6 4 0 0,-12-4-7 0,12 4-7 16,-9-4-8-16,9 4-5 0,0 0-7 0,0 0 3 15,0 0 2-15,0 0 5 0,0 0 0 0,0 0 3 16,31 2 2-16,-18-1 2 0,6 0-1 0,3 1-1 16,-6 0-1-16,4 1 5 0,-3 1-3 0,-4-1 1 15,-2 0 1-15,2 2-3 0,-2-1 1 0,-2 3 0 16,1 2 0-16,-2 0 4 0,-3 1-2 0,1 0 2 15,-2 5 4-15,0 0-2 0,-4-2-1 0,2 0 3 0,-2 1-7 16,-2-1-20-16,2-1-18 0,-3 1-21 0,3-2-27 16,-1-1-24-16,1 2-24 0,1-5-26 0,-1 2-16 15,0-9-153-15,0 12-363 0,0-7 161 16</inkml:trace>
  <inkml:trace contextRef="#ctx0" brushRef="#br0" timeOffset="190911.29">15146 7189 113 0,'0'0'172'0,"2"-7"-20"0,-2 7-12 0,0 0-11 16,0 0-8-16,0 0-6 0,0 0 6 0,8 14-2 15,-8-5 5-15,2 1-6 0,-4 0-7 0,2 2-5 16,-1 1-7-16,0-3-3 0,0 1-5 0,-1-4-9 16,1 1-5-16,1-8-4 0,-4 13-5 0,4-8-1 15,0-5 5-15,0 0 8 0,0 13 10 0,0-13 9 16,0 5 12-16,0-5 12 0,0 0-6 0,0 0-15 15,0 0-5-15,0 0-9 0,0 0-10 0,0 0-13 16,5-26-1-16,-3 16-7 0,3-2-3 16,0-2-9-16,1-1-1 0,2-2-7 0,-1 1-4 0,2-3-8 15,2 4-5-15,0-2-5 0,1 3 9 0,-1 1-15 16,0 2-6-16,-1 3 1 0,1 4 0 16,-1 1-4-16,2 1-3 0,-3 2 1 0,0 3 2 0,-3 1-6 15,4 5 3-15,-2 0 1 0,-1 1 1 16,0 2 0-16,0 2 0 0,0 1-3 0,-6-4 4 0,2 1-5 15,2-2 4-15,-2 0-3 0,-1 1 2 0,0-4 2 16,-1 0 0-16,-1-7-1 0,0 8 3 0,2-2 7 16,-2-6-6-16,0 0 2 0,0 9 1 0,0-9 0 15,0 0 19-15,0 0-19 0,0 0 10 0,0 0-14 16,0 0 2-16,0 0-2 0,0 0-12 0,0 0 4 16,5-32 5-16,-2 20-24 0,1 1-4 0,1-5-7 15,1-2 0-15,2 1-4 0,3 1 9 0,1 0-10 16,-3 3-1-16,4-1 3 0,0 3 3 0,-2 2 1 15,-2 4 3-15,0 0 1 0,-3 2 4 0,3 2 7 16,-9 1-6-16,13 4 3 0,-7 4 1 0,1-1 3 16,-1 3 1-16,-1-1 2 0,-2 4 5 0,2-2-3 15,-1 0 5-15,0 1-2 0,-1-2 5 0,2 0 5 16,-1-2 6-16,0 0 4 0,1 0 4 0,1-1 5 16,0-2 7-16,3 1 0 0,-5-4 4 0,5 0 0 15,3-2 2-15,-1-1-5 0,1-2 3 0,5-4-4 16,-4 2-1-16,2-2-7 0,-3 0 3 0,-1 1 3 15,1-2-7-15,-1-3 6 0,0-2 4 0,0-1-14 16,-2 0-2-16,0-1-1 0,-4 6 1 0,1-4-3 16,-1 4-3-16,-1-3 3 0,-1 5 1 0,-3 0-1 15,0 7-7-15,5-7 0 0,-5 7-6 0,1-8-3 16,-1 8 6-16,0 0-3 0,0 0 1 0,0 0 0 16,-15 15 1-16,11-8-3 0,-1 0 0 0,2 4-3 15,-1-3 1-15,1 2-2 0,1 1 8 0,2 0-7 0,2-1-2 16,0 0 0-16,1 2 6 0,0 1-4 15,3-2 4-15,-3-2-3 0,3 3 3 0,-4-3 0 16,3 1 1-16,-1-1-1 0,0 1 3 0,0-1 0 16,-2 0-2-16,1 0 0 0,-2-3 0 0,-1-6-6 15,1 11 0-15,-1-11-6 0,-3 10-7 0,-1-4-7 16,-1-1-18-16,-4-1-17 0,0-1-24 0,-3 1-23 16,-2-3-39-16,3 0-39 0,-3-2-50 0,-3 0-178 15,3-4-451-15,0-1 199 0</inkml:trace>
  <inkml:trace contextRef="#ctx0" brushRef="#br0" timeOffset="191267.87">15623 6356 143 0,'3'-5'189'0,"5"0"-18"15,-3 1-16-15,-5 4-11 0,12-4-7 0,-12 4-16 16,14 6-6-16,-6 1-12 0,-3 3-7 0,5 3-9 16,-4 4-3-16,-1 0 4 0,-2 7-4 0,-4 1-5 15,-2-6-11-15,-3 7-4 0,0-3-1 0,-4 2-5 16,3-8 1-16,0-3-8 0,0-4 3 0,2 1-2 15,0-5-4-15,2 0 2 0,-1 0-1 0,2-1-1 16,2-5-5-16,-4 9-3 0,4-9-4 0,0 0-6 16,-3 8 1-16,3-8-3 0,0 0-2 0,11 5-3 15,1-5-14-15,6 0-32 0,4 0-34 0,6 2-35 16,6-4-48-16,16 4-40 0,3-2-193 0,-15 1-403 16,17-2 179-16</inkml:trace>
  <inkml:trace contextRef="#ctx0" brushRef="#br0" timeOffset="191657.86">16604 6970 177 0,'0'0'242'0,"0"0"-7"0,-4 5-8 15,4-5-8-15,0 0-12 0,0 0-10 0,0 0-12 16,-6 7-10-16,6-7-12 0,0 0-7 0,0 0-17 16,-9 1-9-16,9-1-5 0,0 0-16 0,0 0-8 15,0 0-5-15,0 0-9 0,-7 0-8 0,7 0-8 16,0 0-6-16,0 0-6 0,0 0-3 0,20 3 2 16,-6-6-8-16,8 5 2 0,-1-4-10 0,10 2 5 15,2-2-6-15,2 2-4 0,-6 0 1 0,-1-2 7 16,0 2-19-16,-5-1 4 0,-5 0-4 0,0 2-3 15,-5-1 2-15,-3 0 0 0,-1-1-4 0,-1 1 6 16,-8 0 4-16,0 0 3 0,15 0 3 0,-15 0 27 16,0 0-25-16,13-2-1 0,-13 2 4 0,0 0-13 15,0 0-3-15,0 0-5 0,0 0 4 0,0 0-9 16,10-1-27-16,-10 1-29 0,0 0-68 0,0 0-60 16,0 0-75-16,0 0-67 0,0 0-263 0,0 0-620 15,0 0 274-15</inkml:trace>
  <inkml:trace contextRef="#ctx0" brushRef="#br0" timeOffset="192255.99">17813 6754 112 0,'0'0'198'0,"-7"-2"-7"0,7 2-14 0,0 0-15 15,0 0-20-15,0 0-9 0,0 0-14 0,30-5-10 16,-11 2-14-16,12 0-8 0,2-1-7 0,3 2-13 16,0-2-21-16,0 1-26 0,-4 3-27 0,-4-1-32 15,-6-1-35-15,-1 2-30 0,-8-2-35 0,-3 1-91 16,-1 0-248-16,-9 1 110 0</inkml:trace>
  <inkml:trace contextRef="#ctx0" brushRef="#br0" timeOffset="193034.95">18000 6728 4 0,'0'0'149'16,"-6"3"-7"-16,6-3-4 0,-4 10 6 0,1-1-6 0,1 0-3 15,-2 6 8-15,0 3 10 0,-1 0-5 0,-2 7-10 16,2-1 0-16,1 2-9 0,2-2-7 16,-2-1-10-16,0 2-9 0,2-7-11 0,-1 0 1 0,-2 2-17 15,4-2-9-15,-2-2-4 0,1 2-6 16,-2 0-5-16,1-8-3 0,2 3-3 0,-2-2-7 0,2-1-2 15,-2-1-5-15,2 0-3 0,-1-3-2 16,-2 2-1-16,4-8-4 0,-5 8-2 0,0-4-8 0,-2 2-5 16,2-4-3-16,5-2-12 0,-18 1-6 15,8-1-5-15,0-2 1 0,-2-2-2 0,1 1 0 16,-1 1-2-16,1-3 6 0,-2 0-1 0,4 2 5 16,5-2-1-16,-2 4 1 0,6 1 3 0,-12-4-2 0,12 4 2 15,-7-1 1-15,7 1-1 0,0 0 3 0,-8-3-4 16,8 3 7-16,0 0 1 0,0 0 3 0,0 0-1 15,0 0 3-15,0 0-2 0,41 4-2 0,-19-1 10 16,6-2-6-16,1 2-12 0,1-2-24 0,3 1-22 16,1-1-23-16,0-2-32 0,-1-1-27 0,4 1-6 15,-3-1-8-15,1 1-4 0,-1 0 9 0,-2-2 16 16,-1 0 10-16,-2 1 12 0,1-1 20 0,-2-1 19 16,-10 1 21-16,1 0 24 0,-6 0 19 0,-1 0 31 15,-3 0 24-15,0-3 9 0,-2 3 20 0,-1-1 15 16,-1 1-10-16,-5 3 3 0,4-10 5 0,-4 10 6 15,3-9 2-15,-3 9-4 0,0 0 5 0,-7-15-2 16,3 11 2-16,4 4-8 0,-7-6-9 0,7 6-8 16,-12 0-5-16,2 0-3 0,1 5-7 0,-2 0-6 15,-5 4-5-15,0 0-3 0,1 1-4 0,0 1-5 16,2 2 0-16,1-2-1 0,0 3-5 0,3-1-8 16,3-3-1-16,0 1-3 0,2-2-2 0,1 2 2 0,2-3-5 15,2 2 8-15,0-3-7 0,3 0-5 0,1-2 6 16,3 0-5-16,0 0-2 0,2-1-1 15,1-1 2-15,0-3-10 0,-2 0 3 0,2-2-2 16,1 0-2-16,-3-3-1 0,2-3-1 0,-1-2 2 0,3-2-3 16,-2 0 2-16,-2-4-1 0,0-1-1 0,-1-2-2 15,0-5 5-15,-2-3-1 0,1 2-2 16,-4-1 1-16,4-5 0 0,-5 8 1 0,2-3-3 16,-3 7 5-16,1 1 2 0,0 6 7 0,-1 2 0 0,-1 0 3 15,0 2 5-15,2 2-2 0,-2 6 1 0,1-12-8 16,-1 12-1-16,0 0 0 0,0 0-5 0,0 0-2 15,0 0 10-15,0 0 3 0,1 35-1 16,-5-19-3-16,2 3-2 0,-1-2 4 0,1 5-2 0,0 1 0 16,0-2-3-16,-1 3 1 0,2-5-2 0,-1-1 7 15,0 2-10-15,1-3-23 0,1-1-29 0,1 0-26 16,3 0-21-16,-1-5-34 0,0 1-31 16,1-2-28-16,3-1-22 0,2-1-3 0,3-3-170 0,-1 1-414 15,3-3 184-15</inkml:trace>
  <inkml:trace contextRef="#ctx0" brushRef="#br0" timeOffset="193240.41">18782 7097 109 0,'6'-11'191'0,"2"-4"2"0,-4 4-5 0,0 2 2 0,-3-1-3 15,-2 4-7-15,1 6-13 0,-4-13-9 0,4 13-11 16,-8-7-13-16,3 6-5 0,5 1-6 0,-20 5 2 16,6 4-1-16,0 1-6 0,-2 1-3 0,1 4 12 15,2-2-20-15,0-1-14 0,1 5-3 0,1-2-5 16,2-1-19-16,3 2-3 0,2-3-5 0,2 0-11 15,0-3 3-15,4 2-7 0,0-1-5 0,1 1-15 16,7-2-24-16,-1-4-28 0,0 3-35 0,4-2-42 16,-1-4-40-16,5 1-54 0,0 2-43 0,-3-6-204 15,2-2-483-15,-2-2 213 0</inkml:trace>
  <inkml:trace contextRef="#ctx0" brushRef="#br0" timeOffset="193585.93">18447 6389 101 0,'5'-10'245'0,"-1"1"-14"0,1 2-17 0,2 0-12 16,-2 4-19-16,1-1-14 0,-6 4-12 0,9-4-17 15,-9 4-14-15,0 0-11 0,17 9-8 16,-12 0-5-16,-3 0-7 0,0 2-4 0,-4 5-7 0,0 3-2 16,-3 0-4-16,-3-2 1 0,-2 7-8 0,2-9-4 15,-1 1-2-15,4-6 0 0,-4 2 1 0,3-2-4 16,1-1-4-16,1-4-6 0,0 0-3 16,1 0-1-16,3-5-11 0,-3 8 1 0,3-8-1 15,0 0-2-15,8 10-4 0,4-7-3 0,8 0-3 0,11-1 1 16,7-4-6-16,19 0-29 0,1 1-31 0,2-3-42 15,2-1-40-15,-1-2-51 0,3 2-57 0,-6 0-242 16,-6-1-509-16,-1 0 226 0</inkml:trace>
  <inkml:trace contextRef="#ctx0" brushRef="#br0" timeOffset="193757.46">19484 6600 2330 0,'3'2'42'0,"-3"-2"-11"0,0 0-21 0,8 0 4 15,-8 0 19-15,0 0 23 0,0 0 6 0,0 0-4 16,0 0-11-16,0 0 1 0,0 0-12 0,0 0-3 16,0 0-29-16,0 0-39 0,0 0-60 0,0 0-68 15,0 0-82-15,0 0-133 0,0 0-409 0,0 0 181 16</inkml:trace>
  <inkml:trace contextRef="#ctx0" brushRef="#br0" timeOffset="194517.7">10331 8665 82 0,'0'0'205'0,"-12"2"-6"0,12-2-4 0,0 0-9 0,-10-2-8 15,10 2-16-15,0 0-3 0,-6-2-14 16,6 2-13-16,0 0-10 0,0 0-8 0,0 0-13 0,0 0-9 16,27 2-10-16,-8 0-1 0,2-2-14 0,1 0-24 15,8-2-36-15,-1 4-42 0,-1-2-43 16,-7 1-33-16,7 0-44 0,-10 1-42 0,-3 0-99 0,-2 2-321 16,-3-1 141-16</inkml:trace>
  <inkml:trace contextRef="#ctx0" brushRef="#br0" timeOffset="194689.57">10326 8822 195 0,'-8'3'195'15,"0"0"-7"-15,8-3-6 0,-11 1-9 0,6 2-8 16,5-3-15-16,0 0-14 0,-8 1-14 0,8-1-15 16,0 0-3-16,0 0-11 0,28 3-9 0,-6 0-15 15,9-5-28-15,6 1-38 0,14-3-28 0,3 0-63 16,2 0-38-16,4-1-48 0,-1-2-92 0,-5 0-288 15,10-2 127-15</inkml:trace>
  <inkml:trace contextRef="#ctx0" brushRef="#br0" timeOffset="197199.81">7505 8295 129 0,'0'0'197'15,"-5"-5"-3"-15,5 5-3 0,0 0-7 0,-6-4-10 16,6 4-13-16,0 0-15 0,0 0-10 0,-7-4-20 0,7 4-10 16,0 0-13-16,0 0-7 0,0 0-11 0,0 0-8 15,0 0-4-15,0 0-4 0,31 9-6 0,-21-4 1 16,3 2-9-16,0 1-5 0,2 3-3 15,1-2-2-15,4 10-4 0,0-2 0 0,-2 2-6 0,-1 2 3 16,-6-5-2-16,0 1-6 0,1 0 1 0,-3 0-2 16,2 1-3-16,-4 0 0 0,0 0-2 0,-1-1 2 15,-1-1-9-15,0-2 2 0,0-2-2 0,-5-2 4 16,1-3-4-16,2 0 1 0,-2 0 0 0,-1-7 6 16,3 9 23-16,-3-9 14 0,0 0 22 0,0 8 14 15,0-8-12-15,0 0-3 0,0 0-8 0,0 0-6 16,0 0-5-16,-7-26-6 0,7 14-5 0,2-4-8 15,0-4-1-15,4 1-1 0,1-8-3 0,3-1 8 16,1-1-16-16,-1 0-1 0,5 1-7 0,2 1 14 16,-1-1-19-16,2 2 4 0,2 3-4 0,-1-1 3 15,-4 2-1-15,-2 6-5 0,-2 3 11 0,-3 3-13 16,-2 3 3-16,2-1-10 0,-4 2 2 0,1 2-2 16,-2-1-8-16,-3 5-13 0,7-6-10 0,-7 6 0 15,0 0-9-15,12-2-8 0,-12 2-17 0,6 7-27 16,-2-3-25-16,-2 3-28 0,1 2-18 0,-2 3-37 15,-1 4-35-15,-4 2-179 0,1-2-451 0,-4-1 200 0</inkml:trace>
  <inkml:trace contextRef="#ctx0" brushRef="#br0" timeOffset="197477.53">7769 8596 73 0,'5'-5'216'0,"-5"5"-7"16,5-4-9-16,-5 4-14 0,0 0-15 15,0 0-21-15,0 0-15 0,0 0-12 0,0 0-13 16,0 0-16-16,0 0-6 0,0 0-5 0,0 0-1 16,-2 19-9-16,2-19-2 0,-8 19-7 0,4-7-1 15,0 2-3-15,0 2-4 0,1-1-7 0,-1 0-3 0,1-3-4 16,0 1-3-16,1 0-5 0,-1-2-3 0,2 1-10 15,0-2-23-15,-1 1-34 0,2-2-39 16,2 0-22-16,-2 0-49 0,1-2-52 0,-1-7-139 16,0 9-363-16,0-9 161 0</inkml:trace>
  <inkml:trace contextRef="#ctx0" brushRef="#br0" timeOffset="198770.75">13172 8380 151 0,'-5'-2'158'0,"5"2"-3"0,-12 0-3 0,12 0-14 15,-10-1-11-15,10 1-6 0,-7-2-13 0,7 2-9 16,0 0-8-16,0 0-6 0,-12-1-9 0,12 1-8 15,0 0-8-15,0 0-3 0,0 0-3 0,0 0 3 16,0 0 0-16,0 0-2 0,0 0-2 0,48 3-7 16,-17-6-3-16,1 0-5 0,6 3-13 0,-1-6-17 15,-1 2-22-15,1 2-22 0,-3 1-31 0,-5-2-29 16,-10 1-39-16,-2 4-32 0,-6-2-95 0,0 0-282 16,-8-2 125-16</inkml:trace>
  <inkml:trace contextRef="#ctx0" brushRef="#br0" timeOffset="199177.84">13335 8385 80 0,'0'0'149'0,"-10"-4"-6"16,10 4-17-16,0 0 0 0,0 0 2 16,2 12 5-16,-2-12 6 0,2 20-9 0,-2-5-8 15,2 3 7-15,0 3-7 0,-2 5-2 0,0-2-6 0,0 1-9 16,-2 0-17-16,0-6 1 0,2 6-9 15,-2-5-8-15,2-1-1 0,0-1-10 0,0 0 2 16,-2-1-7-16,2-2-6 0,-1-2-5 0,1-3-4 0,-2 3-4 16,-1-4-4-16,1 2-1 0,0-6-3 15,2 4-5-15,0-9 1 0,-5 13 0 0,3-7-10 0,2-6 1 16,-2 10 2-16,0-5-2 0,2-5 1 0,-4 6-2 16,4-6 2-16,-9 3-12 0,9-3-8 0,-14 0-9 15,7-2-10-15,7 2-4 0,-23-4 6 0,10 1-5 16,0-1 4-16,0 0-1 0,1-1 0 15,-1 1 3-15,4 0 3 0,-1 0 4 0,1 0 3 16,5 1 1-16,4 3 5 0,-11-4 3 0,11 4 3 0,-7-4-3 16,7 4 2-16,0 0-1 0,-7-4-1 0,7 4 2 15,0 0-2-15,0 0 5 0,0 0-4 0,0 0 9 16,32 1-1-16,-14 1-1 0,2-4 2 0,9 4-5 16,0-2 1-16,2-3-11 0,-1 3-23 0,3-4-34 15,2 4-42-15,1-6-45 0,-1 2-44 0,-3-2-172 16,-1 0-395-16,-4-3 175 0</inkml:trace>
  <inkml:trace contextRef="#ctx0" brushRef="#br0" timeOffset="199389.56">13715 8122 140 0,'-1'-9'251'0,"-1"1"-15"0,2 8-13 0,0-10-19 15,0 10-19-15,0-10-25 0,0 10-15 0,0 0-19 0,0 0-11 16,2-8-10-16,-2 8-15 0,0 0-7 0,0 0-8 16,5 24-7-16,0-11-25 0,-5 4-31 0,0 0-34 15,3 3-32-15,-3 5-31 0,2 0-30 16,-2-1-29-16,0 1-36 0,-3 0-98 0,1 0-299 16,2 2 133-16</inkml:trace>
  <inkml:trace contextRef="#ctx0" brushRef="#br0" timeOffset="200245.97">13787 9045 78 0,'6'-9'218'0,"-1"-1"-13"0,1 0-8 0,4-5-5 16,-1 1-6-16,-1 0-14 0,1-1-15 0,-1-1-13 16,1-1-13-16,-3-2-12 0,3-4-11 0,0 3-5 15,-2-2-6-15,1-4-5 0,-5 6-11 0,4-4-8 16,-4 7-8-16,-1-2 0 0,-2 2-3 0,0 5 1 16,-1 1-11-16,0 1-1 0,-2 2-6 0,-2-1-5 15,1 2-2-15,1 2-6 0,3 5-7 0,-13-7 6 16,4 5-8-16,0 1-4 0,0 1-4 0,-1 3-1 15,-2-1-3-15,3 2 0 0,2-1-2 0,0 0-4 16,2 0-2-16,5-3 8 0,-8 7-5 0,8 0 1 16,0-7 0-16,0 0-3 0,6 12 0 0,-1-7 0 0,9 0-1 15,-3 0 2-15,7-1-2 0,1 1 2 16,2-2-3-16,-2-1-1 0,-2 3 0 0,-1-1 1 16,1 1-3-16,-3-2-1 0,-3 2 0 0,0 0 0 15,-1 1-2-15,-1 1 3 0,-1 1-4 0,2 1 4 0,-4 1-2 16,-1 1 0-16,-1 2 1 0,1-1-1 15,-1 2-2-15,-4-1 8 0,2-2-3 0,1 4 0 16,-3-4-7-16,3 3-16 0,-2-5-19 0,-1 2-24 16,1-2-27-16,-1 1-44 0,0-3-30 0,2 1-27 0,-2-8-38 15,2 10-120-15,-2-10-379 0,4 7 168 0</inkml:trace>
  <inkml:trace contextRef="#ctx0" brushRef="#br0" timeOffset="200970.59">14187 8863 82 0,'0'0'168'0,"0"0"-18"16,0 0 5-16,0 0-1 0,0 0-7 0,0 0 0 15,0 0-7-15,0 0-5 0,0 19-5 16,0-19-6-16,-2 9-6 0,2-9-7 0,0 10-4 0,0-10-7 16,0 0-2-16,-1 9-8 0,1-9 4 0,0 0 6 15,0 0 7-15,1 9 7 0,-1-9 7 0,0 0-7 16,0 0-6-16,0 0-12 0,0 0-8 15,0 0-10-15,0 0-8 0,0 0-5 0,-6-25-3 0,6 16-11 16,1 1-3-16,0 0-5 0,3-3-6 0,0 0 1 16,5-5-8-16,-1 0-4 0,2 1 1 0,-1-3-8 15,4 4-1-15,-2 1-2 0,0 3-4 0,-1 1-3 16,1 4 8-16,-2-1-14 0,4 4-1 0,-1 3-1 16,-1 3 0-16,3 1-5 0,-2 4 4 0,0 3 4 15,-2 1-5-15,-2-1-1 0,-2 4-3 0,1-1 3 16,-1-3 2-16,-2 3 0 0,-4-3 2 0,4 0-3 15,-2 0 5-15,-2-2-3 0,2-3-1 0,-1-1 3 16,0 1 2-16,-1-7 0 0,0 8-3 0,0-8 3 16,0 0 3-16,0 11 3 0,0-11 1 0,0 0-4 15,0 0 1-15,0 0-2 0,0 0-3 0,0 0 3 16,0 0-3-16,0 0-2 0,0 0 2 0,-2-31-5 16,4 21 11-16,1-4-20 0,-1 2-3 0,2-4-7 15,4-3 0-15,-2 2-7 0,3 2 3 0,-1 1 2 16,3 3 0-16,-3 2 1 0,-3 0 7 0,1 2-7 15,1 2 3-15,-2 1-3 0,-1 1 11 0,-4 3-9 16,0 0 2-16,19 7 5 0,-13-1-1 0,2 2-4 16,-3 0 14-16,3 4-4 0,1-3 2 0,-3 2-2 15,2-2 5-15,-1 1-2 0,2-2 3 0,2 0-3 16,-2-1 8-16,1-3-1 0,-1 0 11 0,4-2-11 0,3 0 3 16,2-4 0-16,0 0-2 0,0-2 3 15,-2 0-1-15,3-3-1 0,-7 0-2 0,2-1 2 0,-2 1-1 16,-2-2 0-16,-1 0-1 0,0 1 4 15,-3-2-2-15,-1 0-2 0,-1-1-3 0,2 4 3 0,-3 2 0 16,-2-2-4-16,-1 7 2 0,4-9-4 0,-4 9-7 16,4-6 5-16,-4 6-2 0,0 0-3 15,0 0 8-15,0 0-2 0,0 0-3 0,-10 26 2 16,2-15 3-16,0 4 0 0,1-2-1 0,0 3 0 16,0-1-2-16,0-1 2 0,1 0 2 0,1-1 1 0,1-4-2 15,0 4 2-15,-1-3-5 0,0-1 6 0,5-2-5 16,-2 2-19-16,0-3-14 0,-1 0-13 15,3-6-22-15,-3 12-22 0,0-6-27 0,0 0-32 0,3-6-34 16,-6 7-40-16,1-3-198 0,5-4-461 0,-9 2 203 16</inkml:trace>
  <inkml:trace contextRef="#ctx0" brushRef="#br0" timeOffset="201328.23">15227 8579 98 0,'0'0'152'0,"0"0"-15"0,0 0 2 16,0 0-12-16,0 0 2 0,0 0 4 0,-14 14 2 16,7-3-1-16,-3 3 1 0,-2 3-4 0,1 6-9 15,-3-2-2-15,1 0-2 0,7-3-8 0,-3 0 0 16,-1 0-6-16,4-1-8 0,1-1-8 0,-2 0-9 16,5 1-7-16,0-5-3 0,-1 2-11 0,5-5-2 15,0 4-8-15,1-2-6 0,2-1-28 0,0 0-35 16,0-1-33-16,1-1-35 0,2-1-35 0,3-1-33 15,-1 2-31-15,0-3-167 0,0 0-382 0,3-2 169 16</inkml:trace>
  <inkml:trace contextRef="#ctx0" brushRef="#br0" timeOffset="201699.09">15518 8739 76 0,'0'-4'179'0,"0"4"6"0,-4-11-4 0,4 11-9 15,-10-3-6-15,5 0-10 0,-5 3-7 0,10 0-6 0,-19 8-10 16,7 1-10-16,-2-1-9 0,1 6-11 16,4-6-12-16,-1 4 1 0,2-1-15 0,-3 4-4 15,6-6-14-15,1 1 4 0,-1 0-5 0,1 0-7 0,4-2-5 16,3 0-3-16,-3-8-5 0,1 11-3 16,5-6 0-16,0-1 0 0,1 0-6 0,-1-1-3 15,6-2-1-15,-2-2-2 0,-3 1 0 0,4-2-3 16,-11 2-1-16,14-5-2 0,-4-1-1 0,0 1-2 0,-3-4 0 15,2 2-2-15,-2-1 2 0,0-2 0 0,-1 1 0 16,-1-2 0-16,-1 3 2 0,1-1 1 0,-1 1 2 16,-1 2 3-16,-2 0 3 0,-1 6-1 15,6-8-3-15,-6 8-7 0,4-4-2 0,-4 4-2 0,0 0 1 16,0 0-4-16,0 0 3 0,9 12-4 0,-8-6 2 16,1 2-1-16,-1 2 0 0,0 0 2 0,0 0 0 15,1 1-2-15,-1 0-2 0,0 0-15 0,-1-1-35 16,2 0-45-16,1 0-51 0,-1-2-42 0,0 0-40 15,-1-1-201-15,5-4-460 0,-1 2 204 0</inkml:trace>
  <inkml:trace contextRef="#ctx0" brushRef="#br0" timeOffset="201919.73">15918 8677 16 0,'0'0'214'15,"0"0"4"-15,0 0 1 0,0 0-10 0,0 0-11 16,-24 16-3-16,16-8-6 0,0 2-12 0,-2 3-13 16,1 2-1-16,1-2-28 0,0 3-10 0,4-5-17 15,-1 1-5-15,1 0-13 0,1-1-6 0,1 0-9 16,2-1-11-16,1 0-22 0,0 0-23 0,3 0-41 16,0-1-35-16,2 0-33 0,3-2-41 0,0-1-42 15,3-2-33-15,-2 0-149 0,1-2-384 0,0-2 169 16</inkml:trace>
  <inkml:trace contextRef="#ctx0" brushRef="#br0" timeOffset="202447.94">16042 8683 221 0,'0'-6'240'0,"0"6"-6"0,0 0-20 0,0 0-8 16,-1-10-26-16,1 10-17 0,0 0-23 16,0 0-10-16,0 0-16 0,0 0-8 0,18 16-10 0,-12-6-5 15,0 1-6-15,2 4-10 0,-1 2-9 0,0 1-6 16,-2 1-4-16,0-2-2 0,0 7-9 0,-2-3-4 16,-4-2-3-16,-3-1-2 0,1 1-11 0,-3-1-16 15,-4 6-17-15,-3-3-23 0,-4-1-22 0,-1-1-22 16,3-6-21-16,-5 5-29 0,-3-2-22 15,0-2-29-15,5-4-160 0,-8 0-364 0,6-2 161 0</inkml:trace>
  <inkml:trace contextRef="#ctx0" brushRef="#br0" timeOffset="203133.21">13277 9376 202 0,'-11'0'206'0,"4"1"-10"0,-2-1-21 0,9 0-15 16,0 0-11-16,-7 1-4 0,7-1-3 0,21 6-7 15,6-2-8-15,28-1-5 0,37 1-1 0,10-2-13 16,12-2-10-16,9-4-5 0,8 2-9 0,-5 1-8 16,8-1-6-16,8-2-4 0,-1 3 1 0,5-5-1 15,-1 5-3-15,-2 2 0 0,3 4-7 0,-2-1 6 16,-3 0-4-16,-8-1-6 0,-7 5-7 0,-9-4 2 16,-15-2-1-16,-9 1 0 0,-30-3-5 0,-4 3-2 15,-3-3-5-15,-19 1-3 0,-2-1-3 0,-3 3 0 16,-11-3-3-16,-4 1 1 0,-3-1 5 0,-4 0 17 15,-2-1-4-15,-8 1-6 0,10-3 3 0,-10 3-9 16,0 0-5-16,0 0-6 0,0 0-10 0,-28-15-12 16,7 9-28-16,-5 1-26 0,-5 1-37 0,-2 3-28 0,1 2-42 15,-1 1-35-15,1-1-42 0,0 2-38 16,-3 0-144-16,6 1-454 0,-5 2 201 0</inkml:trace>
  <inkml:trace contextRef="#ctx0" brushRef="#br0" timeOffset="203856.31">14418 9791 160 0,'-2'-8'241'16,"2"8"-14"-16,0 0-13 0,0 0-16 0,-1-8-16 16,1 8-19-16,0 0-14 0,0 0-12 0,12-2-13 15,-5 1-13-15,-7 1-18 0,22-1-8 0,-4-1-8 0,4 2-13 16,-2 2-8-16,8-4-21 0,-8 4-22 15,1-2-25-15,-4 0-25 0,2 0-36 0,-6 0-18 16,1-2-21-16,-4 2-17 0,-3 0-6 0,-7 0-6 16,12-1-7-16,-12 1-95 0,0 0-261 0,0 0 116 0</inkml:trace>
  <inkml:trace contextRef="#ctx0" brushRef="#br0" timeOffset="204185.55">14579 9758 103 0,'0'0'107'0,"-4"6"8"0,2-1 7 16,0 3-4-16,-1 1 11 0,1 4 11 0,-2 2 6 15,0 0 0-15,2 3-9 0,-4 2-8 0,2-1-4 16,1 0-3-16,-1 0-1 0,2-1-6 16,-2 1-15-16,1 1-6 0,-1-4-6 0,2 0 2 0,0-5-17 15,0 2-5-15,1-4-9 0,-1 0-3 0,1 0-6 16,-1-1 2-16,2-1-13 0,0-7-2 16,-2 11-4-16,0-7-2 0,2-4 0 0,-3 9-2 0,3-9-2 15,-8 4 0-15,8-4-6 0,-10 2-5 0,10-2 8 16,-11-1-8-16,11 1-4 0,-13-4 2 0,3 3-5 15,2-3 2-15,3 1-1 0,5 3-3 0,-10-5-1 16,10 5-1-16,-10-2-1 0,10 2-1 0,-6-3-3 16,6 3-2-16,0 0 2 0,0 0-2 0,0 0-1 15,0 0 4-15,0 0-1 0,0 0 7 0,0 0-7 16,0 0 0-16,22 11 0 0,-11-7-9 0,7-2-21 16,2-2-21-16,3 1-25 0,6-1-23 0,3 2-25 15,-1-2-14-15,3 0-26 0,1 0-13 0,-1-2-4 16,1 2-9-16,-6-1-107 0,2-1-321 0,-3 0 142 15</inkml:trace>
  <inkml:trace contextRef="#ctx0" brushRef="#br0" timeOffset="204579.28">14979 10081 6 0,'6'-4'140'0,"-6"4"-19"0,5-8 14 15,-5 8-8-15,1-7 2 0,-1 7 7 0,0 0-1 16,-10-12 6-16,5 7 0 0,5 5 6 0,-12-6 0 16,4 2-13-16,-4 2-7 0,2 1-10 0,0 2-7 0,-3 2-13 15,1 2-5-15,0 0-6 0,-5 4-7 16,3 1-7-16,0 2-10 0,0-3-1 0,1 4-8 15,3-1-2-15,2-1-10 0,2-1 0 0,1 0-5 16,5-1 0-16,-2 1-6 0,4 0-1 0,2-3-6 0,1-2 2 16,4 0-3-16,0 1-3 0,2-3 0 15,3-3-7-15,-1 0-9 0,5-1 0 0,-2-4-4 16,0-1 0-16,0-1 1 0,0 0 0 0,-2-3 3 16,-2-2-1-16,0-1 0 0,-4-5-2 0,4 3 3 0,-4-3-2 15,1 0 2-15,-1 0 2 0,-1-7-5 0,-1 1 5 16,-4 3-2-16,5-4 1 0,-4 0 0 15,1 7 11-15,-1 1-3 0,-1 0 18 0,1 4 4 16,-2 3 11-16,1 0 5 0,-2 5 1 0,0 5-6 0,2-12-3 16,-2 12-3-16,4-5-9 0,-4 5-3 0,0 0 5 15,0 0 3-15,9 18-2 0,-9-7-1 0,-2 2-7 16,0 4 1-16,2-1-1 0,-3 10-1 0,1-7-2 16,2 0 1-16,-4 7-7 0,4-8-1 0,0 0 2 15,0 1-19-15,2 0-17 0,-2-2-37 0,2-1-39 16,2-1-47-16,-3-2-32 0,1-2-39 0,5-2-32 15,-2 1-225-15,0-3-509 0,3-1 226 16</inkml:trace>
  <inkml:trace contextRef="#ctx0" brushRef="#br0" timeOffset="204789.47">15455 9936 54 0,'3'-4'244'16,"-3"4"-13"-16,3-8-8 0,-3 8-10 0,0 0-12 15,0 0-9-15,0 0-16 0,0 0-14 0,0 0-8 16,-26 9-16-16,21-1-10 0,-3 0-14 0,2 2-3 0,1 0-19 16,-2 0-8-16,3 2-10 0,2 1-4 15,-1-3-8-15,3 5-8 0,0-3-9 0,3-2-18 16,1 1-19-16,0 0-25 0,2-2-33 0,2-2-32 0,3 0-39 16,2-3-35-16,5 0-50 0,0-1-166 0,0-2-401 15,3-2 179-15</inkml:trace>
  <inkml:trace contextRef="#ctx0" brushRef="#br0" timeOffset="205078.44">17029 9397 80 0,'0'0'264'0,"0"-11"-10"0,0 11-8 0,0-8-15 15,0 8-14-15,0 0-16 0,0 0-12 0,0 0-19 16,0 0-12-16,0-10-17 0,0 10-13 0,0 0-10 16,9-4-14-16,-9 4-21 0,16-1-8 0,-4-2-15 15,3 3-22-15,-2-2-19 0,2 3-33 0,-2-1-37 16,0 1-39-16,-1-2-42 0,-1 0-43 0,-1 1-44 15,-3-3-131-15,-7 3-378 0,7-1 168 0</inkml:trace>
  <inkml:trace contextRef="#ctx0" brushRef="#br0" timeOffset="205224.47">16960 9473 183 0,'-4'4'197'15,"4"-4"-8"-15,-9 4-7 0,9-4-5 0,-5 4-13 16,5-4-6-16,0 0-9 0,0 0-14 0,0 0-11 0,19 11-14 15,-9-10-21-15,9 2-34 0,-1-3-53 16,10 0-52-16,2 0-48 0,-1-3-78 0,2-3-89 16,-2 1-288-16,-2 1 128 0</inkml:trace>
  <inkml:trace contextRef="#ctx0" brushRef="#br0" timeOffset="206797.83">19525 8273 40 0,'-8'-1'114'0,"8"1"5"0,-19-1-12 0,6 1-12 0,3-3 11 15,-1 2-3-15,11 1-2 0,-11-2 3 0,11 2-8 16,-11-1-6-16,11 1-6 0,-7-1-13 0,7 1-3 15,0 0-7-15,0 0-8 0,0 0 3 0,0 0 2 16,0 0 7-16,31 2 2 0,-1 0 0 0,8 2-2 16,20-5 0-16,34-1-6 0,0-2-5 15,3 7-1-15,8-7 4 0,1 0-7 0,3-1-1 0,4-1 6 16,3-3-8-16,0 6-5 0,4-2-1 0,-3 2-1 16,5-3-7-16,-4 2 1 0,-2-2 0 0,1 0 0 15,-3 1-1-15,2-3-2 0,-7 2-3 0,-7 0 0 16,-8 1-5-16,-29 0 2 0,-1 1 1 0,0-2-3 15,-2 2 3-15,-4 1 1 0,-4 0-4 0,-15-2 1 16,3 2-6-16,-4-1 1 0,-2 3 0 0,-4-2-4 16,-9 1 0-16,1 0 0 0,-4-1 0 0,-4 3-4 15,-4-2-1-15,-2 2 0 0,0-1-3 0,-8 1-1 16,11-1-10-16,-11 1-8 0,0 0-18 0,0 0-17 0,0 0-27 16,0 0-25-16,-36 5-34 0,3-2-22 15,-5 1-28-15,-21 3-33 0,-6 1-128 0,-26-1-372 0,23-2 165 16</inkml:trace>
  <inkml:trace contextRef="#ctx0" brushRef="#br0" timeOffset="207646.6">19476 8253 183 0,'0'0'179'16,"0"0"-17"-16,0 0-21 0,0-11-12 0,0 11-13 16,0 0-21-16,0 0-8 0,0 0-3 0,0 0-13 15,0 0 1-15,-6 36-6 0,3-17 1 0,-1 9-5 16,-1 2 2-16,-1 5-6 0,-3 10-2 0,0 4-3 15,-3 0-3-15,0 2-3 0,0 2-3 0,-2 3-2 16,4 2-4-16,-3 0-7 0,2 0 6 0,-9 21-6 16,5-22-2-16,-11 24 0 0,12-24-1 0,-5-1-3 15,0 1 0-15,-1-1-3 0,-2 1-2 0,3-2-2 16,-3-3-1-16,0-1-1 0,4-5-6 0,0 0 0 0,-1 1 13 16,1-1 2-16,1 2 1 0,4-14 1 0,-4 16-4 15,2-6 2-15,1 3-2 0,1 2 0 0,1-3 0 16,2-12-5-16,1 1 2 0,0 0-1 15,0-3-1-15,2 3 2 0,0-5-4 0,0-4-1 0,-2 0-1 16,5-7 0-16,-1-4 0 0,-2 2-7 0,3-6 6 16,1-3-2-16,0-1-1 0,2-1 7 0,1-6 8 15,-6 8-3-15,6-8 4 0,-11 1-5 0,11-1-1 16,-11-6-1-16,11 6 1 0,-17-12-5 0,8-1 4 16,-2-3-6-16,-2-5 2 0,-5-3-6 0,1-3 10 15,2-1-7-15,-3-4-4 0,-4 5-2 0,0-3 3 16,-8-7-2-16,7 11 3 0,-13-9-4 0,7 13 0 15,-3 0 1-15,-10-2 0 0,10 5 0 0,-12-2-2 16,12 7 3-16,-5 1-2 0,4 3-2 0,-3-1 2 16,3 3-2-16,1 4 8 0,3 0-10 0,1-2-10 15,7 6-19-15,3-3-15 0,-1 0-20 16,6 3-26-16,-1-1-34 0,5-1-35 0,2-1-25 0,1-1-226 16,0-1-441-16,1 0 195 0</inkml:trace>
  <inkml:trace contextRef="#ctx0" brushRef="#br0" timeOffset="210151.54">20160 8750 113 0,'-14'2'148'0,"7"-2"-11"15,7 0-10-15,-10 2-3 0,10-2-6 16,0 0-8-16,-11 0-10 0,11 0-8 0,0 0-1 15,-6 3-5-15,6-3 5 0,0 0-3 0,0 0-2 16,0 0-1-16,30 2-5 0,-10-4-11 0,8-1-5 16,7 1-6-16,1-1-2 0,1-1-8 0,-1 1-9 15,1 0-11-15,-3 0-21 0,-3 2-28 0,-6-1-24 16,-5 0-22-16,0-1-25 0,-7 0-24 0,-2 2-12 16,1 1-11-16,-7-1-101 0,-5 1-259 0,0 0 114 0</inkml:trace>
  <inkml:trace contextRef="#ctx0" brushRef="#br0" timeOffset="210523.62">20367 8738 40 0,'-7'3'113'0,"7"-3"-1"16,0 0 8-16,-3 9-5 0,0-4 1 0,2 4-1 16,-2 3 0-16,-1 3-1 0,-3 4 2 0,3 0-4 15,-3 7-17-15,-2 2 7 0,3-1-15 0,-4-1-8 16,3-1-5-16,1 2-2 0,1-1-9 0,1-7-2 15,0 2-3-15,3-4-2 0,0-1-5 16,1 0-2-16,0 0-9 0,0-4-1 0,0 0-7 0,0-2 0 16,-1-3-3-16,2 2-5 0,-1-9 0 0,-3 12-4 15,3-12 1-15,-1 9 1 0,1-9 0 0,-1 6-3 16,1-6-1-16,0 0-4 0,0 0-2 0,0 0 3 16,0 0-4-16,0 0-1 0,-22-12-1 0,16 7-2 15,0-3-3-15,0 1 1 0,1 3 1 0,1-1-3 16,-2-1 1-16,6 6 2 0,-8-7-2 0,8 7 0 15,-8-7 0-15,8 7-3 0,-4-4-2 0,4 4 0 0,0 0-9 16,0 0 8-16,0 0-1 0,0 0 1 16,0 0-1-16,0 0 2 0,0 0 1 0,0 0 0 15,31 10-6-15,-12-5 8 0,8-1-5 0,0 2-31 16,0-1-28-16,0-1-48 0,2-1-26 0,-1 0-53 0,-7 0-134 16,0 1-349-16,0 1 155 0</inkml:trace>
  <inkml:trace contextRef="#ctx0" brushRef="#br0" timeOffset="210903.02">20608 9293 110 0,'7'-6'205'16,"-5"1"-8"-16,3-3-5 0,0 2-7 0,1-1-15 0,0-3-14 16,0 1-10-16,3 2-1 0,-2-1 4 0,0 0-11 15,0-2-7-15,2 0-11 0,-4 1-2 16,0 1-9-16,-1-2-10 0,-2 2-9 0,2-5-8 15,-4 4-8-15,2-1-9 0,-4 0-10 0,0 0-2 0,-1-1-4 16,-2 3-5-16,0-2-7 0,-3 3 0 0,-2 0-3 16,0 1-6-16,-2 0-5 0,2 1-1 0,0 2 1 15,1-3-6-15,-1 2-2 0,3 3-2 0,7 1 1 16,-10-3 3-16,10 3-12 0,-8-3-2 0,8 3-1 16,0 0 1-16,0 0-2 0,0 0-1 0,0 0-2 15,31-1 1-15,-12 2 0 0,0 0 1 0,1-1-4 16,-1 2-3-16,-3-2 4 0,3 1 1 0,-1 3 0 15,-5-2 7-15,-1 5-11 0,0-2 1 0,0 1-2 16,-4 1 7-16,-1 0-6 0,1 1 0 0,-3 1-1 16,0 0 2-16,-2 3 5 0,2 0 0 0,-4-3 0 15,0 3 0-15,2 1-1 0,-4-2-18 0,1 2-29 0,-3 1-33 16,-1-4-34-16,3 2-33 0,-2-3-29 16,3 1-35-16,-1-3-174 0,-1-1-419 0,2-6 186 15</inkml:trace>
  <inkml:trace contextRef="#ctx0" brushRef="#br0" timeOffset="211765.84">20956 9169 154 0,'5'-4'152'0,"-5"4"-11"0,0 0-10 16,0 0 3-16,0 0-5 0,0 0-9 0,0 0-6 16,6 13-9-16,-6-13 7 0,2 9-2 0,-1-3-7 15,-1-6-12-15,1 13 2 0,1-9-9 16,-2-4-5-16,1 8-5 0,-1-8 3 0,0 0 3 0,1 8 7 15,-1-8 5-15,0 0 5 0,0 0 10 0,3 5 6 16,-3-5-3-16,0 0-5 0,0 0-11 16,0 0-12-16,0 0-3 0,0 0-10 0,0 0-11 0,1-23-2 15,-1 23-6-15,0-12-3 0,0 2-6 0,1 1-8 16,1-3 3-16,0 2-9 0,3 0-4 0,-2-2 3 16,2 2-7-16,-1-1-3 0,1 2-10 0,4-3 1 15,-2 3-1-15,1 1-1 0,1 2-4 0,-1 1 2 16,-1 1-3-16,1 3-2 0,-8 1-3 0,14 1 1 15,-5 3 4-15,-1 1-7 0,-2 1 3 0,2 4 1 16,2-1-2-16,-4 1 5 0,-1 0-3 0,-1 0 2 16,1 2-2-16,-1-2 0 0,0-1 2 0,-1 0-3 15,-1-3 8-15,-1 2-2 0,-1-8 1 0,3 9 5 16,0-5-5-16,-3-4-2 0,1 7 1 0,-1-7 4 16,0 0-1-16,0 0 6 0,0 0-10 0,0 0 4 15,0 0 0-15,0 0 13 0,0 0-16 0,0 0 1 16,5-24 0-16,-4 14 0 0,3 0-2 0,-1 0 1 15,2-1 2-15,1-4-2 0,-1 5-5 0,4-4 2 16,-2 4-1-16,1-2-4 0,0 1 3 0,-1 3-3 16,-1 1-1-16,0 1 3 0,1 2 7 0,-1 1-13 15,1-1 1-15,-7 4-1 0,15-2 1 0,-15 2 0 16,11 6 1-16,-3-2 1 0,0 3 0 0,-1 1 3 16,0 2 0-16,1 5-1 0,-1-5 0 0,-2-1 5 0,-1 1 0 15,0-1-2-15,0 3 4 0,0-2 3 0,1 0-1 16,-3-5 0-16,3 4 2 0,-2-2-1 15,-1-1-1-15,2-1 6 0,-4-5-4 0,7 9 2 16,-3-5 2-16,1-1-1 0,1 2 2 0,-6-5 0 0,10 4-7 16,-3-3 9-16,-7-1-4 0,19-3 0 0,-10-1-2 15,1-1 6-15,0 2-1 0,0-3-1 16,2-2-2-16,-2 1 1 0,3-3 2 0,1-2-7 16,-3-3 4-16,1 3-3 0,-1-4 3 0,0 3-4 0,-2 0 1 15,-1-1-6-15,-1 3 5 0,-2 0-2 0,0 1 2 16,-1 0-3-16,-1 3 3 0,-1 0-3 0,1 1 4 15,-3 6 0-15,0 0-9 0,2-11 0 0,-2 11 0 16,0 0 3-16,0 0-7 0,0 0 6 0,0 0 9 16,0 0-18-16,0 0 3 0,-27 15 5 0,21-9-3 15,-2 1 1-15,2 1-2 0,0 1 0 0,0-2-6 16,4 0 5-16,1 2-10 0,-1-2 0 0,2-7 0 16,4 16-2-16,-1-7 3 0,-1 0 0 0,3-1-1 15,-2 0 4-15,1 1 2 0,0-1 1 0,2-1 8 16,-2 1-9-16,-3-2 1 0,2 1 3 0,-1 0 1 15,0 0 0-15,-2-7-2 0,0 15 7 0,-2-7-4 0,1-1 3 16,1-7-7-16,-7 15 7 0,0-8-7 16,2-1-13-16,-2 3-15 0,1-3-13 0,0 1-18 15,-2 0-18-15,-1 1-23 0,-1 0-28 0,-2-2-46 16,3 1-41-16,2-1-205 0,-4-2-465 0,1 0 206 16</inkml:trace>
  <inkml:trace contextRef="#ctx0" brushRef="#br0" timeOffset="212375.19">20364 9514 16 0,'-14'0'138'0,"-5"-3"-9"0,1 2-4 16,4 0 5-16,1 1-10 0,1 0-7 0,3-1 0 15,9 1 1-15,-15 0-9 0,15 0-8 0,-12 1-11 16,12-1-8-16,-7 0-9 0,7 0-2 0,0 0 6 15,0 0 5-15,0 0 5 0,30 8-1 0,0-8 1 16,10 1-9-16,23-4 0 0,31 1-2 0,2-2-4 16,6-1-1-16,1 2-9 0,-5-1-2 0,4 0 0 15,-4 2-6-15,-6-3-4 0,-26 4-2 0,0 2-1 16,-2-3-7-16,0 4-5 0,-6-2 0 0,-6 1 0 16,-16 1-5-16,-2 0-3 0,-2-1-1 0,-4-1-2 15,-7 0-2-15,-3 2-3 0,-4-2 5 0,-4 0-1 16,-1 2 0-16,0-2 3 0,-9 0 3 0,11 0 4 15,-11 0-7-15,8 1 3 0,-8-1-6 0,0 0 1 16,9 2-3-16,-9-2-3 0,0 0-12 0,0 0-16 16,0 0-25-16,0 0-36 0,0 0-41 0,0 0-39 15,-24 7-29-15,4-3-28 0,-5 3-175 0,-4-2-419 16,-1 4 187-16</inkml:trace>
  <inkml:trace contextRef="#ctx0" brushRef="#br0" timeOffset="212782.93">20918 9792 64 0,'0'0'210'0,"-9"-3"-7"16,9 3-10-16,-6-2-14 0,6 2-16 0,0 0-14 15,0 0-15-15,0 0-15 0,0 0-4 0,0 0-9 16,27-5-14-16,-7 2-6 0,1 2-9 0,14-3-10 16,-3-1-4-16,5 3-6 0,0-1-16 0,-3 3-17 15,-6-4-25-15,-7 2-22 0,-2-1-27 0,-6 2-21 16,0 1-13-16,-3-1-19 0,-5-1-1 0,-5 2-9 16,11-1-14-16,-11 1-5 0,0 0-91 0,0 0-241 15,0 0 107-15</inkml:trace>
  <inkml:trace contextRef="#ctx0" brushRef="#br0" timeOffset="213527.79">21218 9741 480 0,'-10'-2'-14'0,"-4"0"11"0,1 0 16 15,1-1 5-15,2 2 10 0,0-1 1 0,-2 2 5 16,12 0 12-16,-11-1 7 0,11 1-9 0,-12 1 3 0,12-1 7 16,-10 2 8-16,10-2 6 0,-6 8 15 15,2-1 6-15,-1 3 8 0,1 2 7 0,1 1-2 0,-2 2-8 16,3 3-1-16,1-1 2 0,-3 2-7 16,2 0 3-16,1 2-15 0,-3 6-1 0,0-1-10 0,3 2 4 15,-1-9-8-15,0 0-2 0,0-2-9 0,-1-6 1 16,3 3-8-16,-1 2-5 0,0-4-1 15,-1-1-2-15,1-4-5 0,0 3-1 0,0-4-5 16,1-6 2-16,-4 9 0 0,4-9-7 0,-4 7 2 16,4-7-1-16,-8 4-5 0,8-4-1 0,-11 0-1 0,11 0-2 15,-11-2 2-15,11 2-2 0,-10-5-2 0,5-1-1 16,-1 3-1-16,-2-4 0 0,3 3 0 0,1-1-2 16,4 5-2-16,-10-7-1 0,10 7 2 0,-6-5 1 15,6 5-5-15,-3-5 0 0,3 5-2 0,0 0 1 16,0 0 0-16,0 0 1 0,0 0-2 0,0 0 4 15,0 0-1-15,0 0-4 0,33 7 3 0,-19-4-11 16,3 0-14-16,2 0-14 0,-1 0-13 0,2-2-16 16,2 1-14-16,0 0-8 0,-2 1-10 0,8-3-7 15,-7 3-2-15,-3 0 4 0,-2-3 2 0,1 0 5 16,3 0 15-16,-6 1 3 0,-1-2 9 0,0 1 8 16,0-3 21-16,-3 0 7 0,-2 2 16 0,-1-1 19 15,-2-2 16-15,1 1 14 0,-6 3 11 0,6-9 10 16,-3 4 12-16,-3 5 9 0,-2-10 4 0,2 10 9 15,-5-12 10-15,5 12-4 0,-8-7 2 0,3 2-4 16,-2 1-5-16,7 4-4 0,-13-3-7 0,5 2-1 16,8 1-9-16,-18 1-7 0,8 4-1 0,-1 0 0 15,2 0-6-15,0 3-8 0,1 1-2 0,-2 0 1 0,3 0-6 16,1 1 5-16,-2 1-11 0,2-3-7 16,4 2 1-16,-2-1-2 0,2-1 0 0,4-1-6 15,-2-7 2-15,4 14 1 0,1-9-3 0,0 0 3 16,0-1-5-16,4 0 1 0,-1-4-5 0,-8 0 0 0,16 0-1 15,-10-3-2-15,-6 3-2 0,17-10 0 0,-9 3-3 16,-1-1-2-16,1-1 2 0,0-3 2 0,-1-4-5 16,-2-1 3-16,2 0-1 0,-3 0-3 0,1 0 2 15,-4-2 2-15,2-2 1 0,0 2 0 0,-1 1-1 16,0 1-1-16,0-2-4 0,-1 7 7 0,0 1 1 16,0 2 6-16,1 1 1 0,-1 2 5 0,-1 6-1 15,1-12-5-15,-1 12-1 0,0-7 1 0,0 7-4 16,0 0-5-16,0 0 10 0,0 0 3 0,0 0 0 15,5 25-4-15,-5-13 5 0,-1 4 2 0,1 2-3 16,-1 0 9-16,0 0-12 0,-1 0 5 0,1 1-3 16,0-1 1-16,-1-2-6 0,0 4 2 0,1-2 1 15,1 0-18-15,-2-3-26 0,1-2-31 0,0-1-32 16,-1-1-39-16,0 1-36 0,2-3-31 0,0-1-29 16,0-8-207-16,0 11-477 0,2-6 211 0</inkml:trace>
  <inkml:trace contextRef="#ctx0" brushRef="#br0" timeOffset="213744.41">21633 9997 109 0,'3'-9'245'0,"-2"3"-11"0,-1 6-14 16,-4-11-3-16,4 11-18 0,-6-4-13 0,6 4-11 16,-12 1-7-16,12-1-7 0,-17 10-10 0,2 2-12 15,1-2-6-15,0 4-15 0,0 1-11 0,-1 5-12 0,5-4-5 16,1-2-13-16,1 1 2 0,2 0-10 15,2-2-12-15,2-2-7 0,1-2-4 0,4 3-15 16,-1-3-18-16,4 1-19 0,0-3-24 0,4 0-35 16,2-2-43-16,1 0-28 0,6-5-48 0,1 0-46 0,-7 0-172 15,5-5-435-15,0 0 192 0</inkml:trace>
  <inkml:trace contextRef="#ctx0" brushRef="#br0" timeOffset="214052.58">21876 9245 1967 0,'3'-31'-21'0,"3"2"36"0,-4 4 41 0,1 8-16 16,0 2-6-16,4 1-5 0,4 5-2 0,4 1 4 15,4 7 10-15,8 2 13 0,5 7 4 0,4 9 8 16,11 11 13-16,-2 6 1 0,-3 4 0 0,-1 7-13 15,-4 2 6-15,-9 6-13 0,-6-2-6 0,-6 3-5 16,-8-3-4-16,-4 0-4 0,-7-3-4 0,-3 1 2 16,-4-15-7-16,-6 11-6 0,-4-1 5 0,4-12-9 15,-12 13 1-15,2-3 0 0,-6-2-3 0,-3-3-4 16,0-1-11-16,7-13-15 0,-10 9-13 0,-1-2-22 0,8-9-23 16,0 1-17-16,1-3-24 0,0-2-20 15,1-2-36-15,1-3-25 0,-1 0-41 0,-4-2-143 16,4-4-406-16,-6 1 180 0</inkml:trace>
  <inkml:trace contextRef="#ctx0" brushRef="#br0" timeOffset="214413.87">20153 8817 76 0,'-29'19'155'0,"2"5"0"16,-11 13 10-16,5 5-8 0,1 5 10 15,4 5-11-15,-4 28 4 0,14-23-10 0,-2 24 0 0,11-22-6 16,8 25-10-16,6-25-3 0,11 22-13 0,-1-30-9 16,17 26-4-16,-8-30-11 0,8 3-4 0,3-5-12 15,2 2-8-15,4-3-5 0,1-1-4 16,5-7-10-16,0 0-21 0,0-8-31 0,4-3-33 0,-3 1-47 16,2-7-30-16,4-5-46 0,-2-2-43 0,-1-4-165 15,4-4-395-15,0-6 175 0</inkml:trace>
  <inkml:trace contextRef="#ctx0" brushRef="#br0" timeOffset="-214675.77">22390 8739 1620 0,'6'-23'-42'0,"-1"4"89"16,2 3 1-16,-5 6-5 0,2-1 3 0,-1 0-8 16,2 1-3-16,3 2 1 0,0-1 2 0,0 1 1 15,-2 4 3-15,5 0 0 0,-2 2-5 0,-3 1 0 16,-6 1-1-16,14 3-3 0,-6 0-4 0,-1 2 0 15,0 4-7-15,-2 0 1 0,-1 1 0 0,-3 0 5 16,0 6-4-16,-2-1 1 0,-1 1 1 0,-4 1-1 16,4-5-1-16,-3-1-2 0,1 0-1 0,0-2-2 15,1-1-2-15,0-1-1 0,-1-3 1 0,4-4-3 16,-3 10 3-16,3-10-1 0,-1 7 1 0,1-7-1 16,4 8 1-16,-4-8-5 0,12 4 3 0,-1-1-2 0,0 0-4 15,8-2-10-15,2 0-18 0,-3 1-33 0,5 1-36 16,-3-1-34-16,8 4-38 0,-2-1-34 15,-7 1-153-15,-1 0-373 0,-1 2 165 0</inkml:trace>
  <inkml:trace contextRef="#ctx0" brushRef="#br0" timeOffset="-214394.48">23005 9369 1929 0,'-11'0'90'0,"0"-1"-61"16,-2-2-3-16,-5 1 7 0,-2-1 16 0,1 2 20 0,-2-1 3 16,3 0 5-16,-1 1-5 0,6 1 6 0,1 0 0 15,1-2-3-15,3 2-1 0,8 0-7 0,-11-1-6 16,11 1-3-16,-10-1-9 0,10 1-2 0,0 0 3 16,0 0 3-16,0 0-2 0,0 0-4 0,0 0 0 15,27 7 3-15,-14-6-3 0,8 0-6 0,9 0-5 16,0-1 2-16,2 1-11 0,-1-1-12 0,2 0-22 15,-1-1-21-15,0 1-36 0,0-3-36 0,0 1-35 16,-3 1-45-16,2-3-39 0,-4-1-48 0,1 0-156 16,-8 1-457-16,0 0 202 0</inkml:trace>
  <inkml:trace contextRef="#ctx0" brushRef="#br0" timeOffset="-214165.98">23638 9024 127 0,'0'-6'292'0,"2"-1"-12"0,-2 7-11 16,2-8-17-16,-2 8-16 0,0 0-23 0,3-9-19 15,-3 9-20-15,0 0-5 0,0 0-2 0,0 0-12 16,-5 27-6-16,0-10-11 0,-2 5-14 0,2 6 1 16,-1-2-21-16,-2-1-9 0,2 1-14 0,-2-1-6 0,3-6-9 15,1 7-3-15,0-1-10 0,2 0-31 16,-1-5-38-16,-1 1-39 0,2-5-48 0,1 3-38 0,-1-1-38 15,4-2-54-15,-2-4-250 0,-2 0-523 0,2-2 231 16</inkml:trace>
  <inkml:trace contextRef="#ctx0" brushRef="#br0" timeOffset="-213332.9">22275 8199 129 0,'0'0'146'0,"0"0"-7"0,-9-4-9 15,9 4-16-15,0 0-12 0,-3-5-7 0,3 5-11 16,0 0 1-16,0 0-2 0,0 0-1 0,0 0 5 16,0 0-15-16,9-17 1 0,-1 14-4 0,11 0 0 15,10-3 5-15,7 2-4 0,21-2-1 0,4 1-5 16,28-3 1-16,2 2-4 0,1-1-6 0,4 0 3 0,0 3-2 15,-2-1-2-15,-4 0-6 0,-26 1-1 16,26-1-8-16,-31 3 0 0,1-4-10 0,-4 5 2 16,1-2-3-16,-20 0 1 0,2-1-7 0,0 1 7 15,-5-3-4-15,-3 3 3 0,-2 0 0 0,-8 2 3 0,-3-2 0 16,-6 0 7-16,4 1 2 0,-5 0-5 0,0 0 5 16,0 0 1-16,-2-2-1 0,1 3-1 15,-3-1 0-15,-7 2-1 0,12-2-5 0,-12 2 0 16,11-4-2-16,-11 4-6 0,6-1-5 0,-6 1 3 0,0 0-6 15,10-3-3-15,-10 3 2 0,0 0-3 0,0 0-1 16,0 0-3-16,0 0-2 0,0 0 4 0,0 0 3 16,8-1-7-16,-8 1-3 0,0 0-7 15,0 0-8-15,0 0-7 0,0 0-15 0,0 0-11 0,0 0-19 16,0 0-10-16,0 0-14 0,0 0-15 0,0 0-24 16,0 0-29-16,0 0-22 0,0 0-32 0,0 0-160 15,-20 14-398-15,14-12 177 0</inkml:trace>
  <inkml:trace contextRef="#ctx0" brushRef="#br0" timeOffset="-209150.55">5863 10639 146 0,'0'0'158'0,"-8"-4"-1"0,8 4-11 0,0 0-7 0,0 0-10 16,0 0-8-16,0 0-8 0,0 0-15 0,0 0-4 15,0 0-10-15,0 0-5 0,19-13-11 0,-4 9-7 16,2-2-5-16,10-2-8 0,-2 0-10 0,-4 2-14 15,0 1-24-15,-2-1-24 0,0 2-18 0,-6 3-25 16,2-1-31-16,-5 1-26 0,2 1-110 0,-12 0-254 16,10 0 112-16</inkml:trace>
  <inkml:trace contextRef="#ctx0" brushRef="#br0" timeOffset="-208880.11">5804 10662 52 0,'0'0'151'0,"0"0"-9"0,-10 2-10 16,10-2-6-16,-9 3 7 0,5 1-14 0,-1 2-3 15,0 2-5-15,0 4-2 0,-2 5-3 0,1 1-2 16,-2 11 3-16,1 1-5 0,-3-2-9 0,0 4-3 16,0-1-9-16,1 1-7 0,3-3-7 0,-4 3-6 15,2-4-5-15,0-1-1 0,1 1-10 0,0-1-2 16,0-3-4-16,0-5-6 0,3-1-1 0,1-2-6 15,-1-1-2-15,0 1-12 0,0-6-14 0,2-1-24 16,-1-1-28-16,1 2-33 0,0-5-16 0,2-5-33 16,-2 8-8-16,2-8-20 0,0 0-124 0,0 0-311 15,0 0 137-15</inkml:trace>
  <inkml:trace contextRef="#ctx0" brushRef="#br0" timeOffset="-208290.78">5553 11039 2 0,'0'0'141'0,"0"0"-2"0,2-13-10 0,-2 13 0 16,11-4-2-16,-3 3-6 0,5 0-5 0,6-1-6 15,9-2-9-15,2 1-15 0,2 1-2 0,-2-2-1 16,5 0-11-16,2 0-9 0,-4-2-4 0,4 1-11 0,-5 2 0 16,0-3-7-16,-6 1-3 0,-6 1-1 0,-1 1-9 15,-6 2-4-15,0-1-1 0,-4 0-1 0,-2 0-1 16,1 0-4-16,-8 2 2 0,11-1 1 15,-11 1-3-15,8-1-2 0,-8 1-3 0,0 0 1 0,0 0-1 16,0 0-2-16,0 0 4 0,0 0-8 16,0 0 1-16,0 0 0 0,-29 5 0 0,21 0 1 15,-2-2 2-15,2 5-6 0,-1-2 6 0,2 2-2 16,-4 2 6-16,4 2-7 0,-2 3 5 0,4-4-1 16,-3 5-3-16,6-6 1 0,-1 4-4 0,3-3 5 0,0-2 1 15,0 3-9-15,3-3 4 0,-1-1-2 0,3-1 3 16,0 1 0-16,-1-2-4 0,1-2 5 0,0-1 2 15,2 1-3-15,0-3 1 0,-7-1 3 16,16 0-4-16,-6-1 0 0,0-3 0 0,-1 0 1 16,-1-3-4-16,2 1 1 0,-4-1-5 0,-2-1 5 0,1 0 1 15,-1-1-3-15,0-1 2 0,-3 1 2 0,2-2-2 16,-1 1-3-16,-3 0 0 0,2 1 5 16,-1 9-4-16,2-11-3 0,-2 11 1 0,1-12-4 0,-1 12-6 15,0 0 5-15,2-5-2 0,-2 5 1 0,0 0 0 16,0 0-1-16,16 14 3 0,-10-4-1 0,2-1-3 15,0 7-4-15,-1-3 10 0,0 2 1 0,-1-3-5 16,0-1 7-16,1 0-4 0,-2 0 0 0,1 0 1 16,-1-2 4-16,0 0-2 0,1-2 1 0,-3-2 3 15,1 1-2-15,0-3 7 0,0 1 11 0,-4-4 6 16,8 4 5-16,-8-4-3 0,9 0 0 0,-9 0 1 16,10-5-5-16,-5 1-2 0,2-3-4 0,0-3 0 15,1 3-5-15,-1-3-11 0,1 0-14 0,0-2-20 16,2-2-24-16,1 2-27 0,-2-1-23 0,4 0-24 15,1 3-23-15,0 0-37 0,-4 3-115 0,1-1-329 16,-1 2 146-16</inkml:trace>
  <inkml:trace contextRef="#ctx0" brushRef="#br0" timeOffset="-207792.07">7201 10907 19 0,'-9'-8'237'15,"-1"0"-8"-15,-2 4-9 0,-2-1-12 0,3 0-16 16,-2 4-16-16,-1 3-20 0,-1 1-11 0,1 2-14 16,-3 5-13-16,-6 4-8 0,8 2-10 0,-5 3-7 15,4 3-12-15,6-5-8 0,1 0-7 0,2 1-4 16,2-1-6-16,3 0-3 0,0-2-7 0,4-3-5 0,0-1-4 16,3-2-6-16,2-2 4 0,0 0-6 0,2 0-4 15,3-4-1-15,-2-1 3 0,2 1-8 0,1-3 3 16,-2-1-5-16,0-3-1 0,1 1 7 15,-1-1-7-15,-2 0-6 0,1-4 4 0,-1 0-3 16,0-2-2-16,0 0 0 0,0-5-3 0,0 0 2 0,3 3 0 16,-5-3-2-16,1 2 0 0,-4 2-2 0,1 2-1 15,0 0-3-15,-4 4 10 0,2 0-15 0,-3 5 3 16,5-6-3-16,-5 6-3 0,0 0 2 16,0 0 2-16,0 0 1 0,0 0 0 0,5 19 0 0,-5-8-2 15,0 6 3-15,-1 1-3 0,1-2-18 0,-1 2-20 16,-1 1-25-16,4-2-31 0,-2 0-24 0,3 2-42 15,0-3-37-15,2-1-176 0,-1-3-408 16,2-1 180-16</inkml:trace>
  <inkml:trace contextRef="#ctx0" brushRef="#br0" timeOffset="-207524.95">7915 10729 19 0,'0'-7'271'16,"0"0"-14"-16,0 7-28 0,-1-10-24 0,1 10-22 15,0 0-17-15,0 0 7 0,0 0-1 0,0 0-11 16,0 32-12-16,0-8-12 0,-2 2-10 0,2 1-6 16,-2 1-13-16,1 1-9 0,0-4-10 0,1 2-10 15,1-1-9-15,-1 0-7 0,0-7-2 0,-1 1-6 16,1-2-5-16,1 1-13 0,-1-3-21 0,0-3-18 15,-1-1-34-15,1-1-33 0,-2 0-38 0,0-1-34 16,-1-1-27-16,0-2-30 0,-2-2-198 0,-1-1-429 16,6-4 189-16</inkml:trace>
  <inkml:trace contextRef="#ctx0" brushRef="#br0" timeOffset="-207183.38">7845 10969 117 0,'10'-2'148'0,"3"-1"-14"0,5 1-2 16,1-2-16-16,-1 1-14 0,4 1-18 0,1-1 3 16,4-1-11-16,-5 3-7 0,-2-1-15 0,1 0-8 15,0 0-1-15,2-2-23 0,-4 1-2 0,-2 0-13 16,-2 0-1-16,-3 1 4 0,-2-2-1 0,1 2-1 0,-3-4 2 16,-3 2-8-16,0-4 7 0,3 1-6 15,-7-3 4-15,3 1 7 0,-3-1 13 0,1-1 4 16,-2-1-7-16,-2 3 14 0,4-7 13 0,-4 3 6 15,1 1-6-15,0-1 4 0,1 2 19 0,-4 0 8 16,4 4 4-16,0 7-3 0,-1-13-5 0,1 13-10 16,-3-9-11-16,3 9-4 0,0 0 3 0,0 0 3 15,0 0 0-15,0 40 12 0,-2-15-1 0,0 1-2 16,0 3-4-16,-2 0-7 0,3-1-3 0,-4-1-5 16,2 4-4-16,0-4-4 0,1 2-5 0,-1-3-7 15,1-7-27-15,-1 6-32 0,3-6-39 0,-1-3-47 16,2 1-63-16,-1-2-57 0,-2-3-161 0,2-2-431 15,0-1 191-15</inkml:trace>
  <inkml:trace contextRef="#ctx0" brushRef="#br0" timeOffset="-206996.88">8413 11058 160 0,'0'0'247'0,"1"-7"-9"0,-1 7-8 15,0 0-17-15,0 0-23 0,4-5-21 0,-4 5-20 16,0 0-17-16,0 0-27 0,0 0-33 0,0 0-41 16,0 0-52-16,0 0-50 0,0 0-53 0,0 23-163 15,0-23-311-15,-1 9 138 0</inkml:trace>
  <inkml:trace contextRef="#ctx0" brushRef="#br0" timeOffset="-206136.89">8501 10935 208 0,'-1'-11'222'0,"1"11"-6"0,-4-10-12 16,4 10-17-16,-6-6-16 0,6 6-15 0,-8-1-13 16,8 1-15-16,-17 3-8 0,8 1-12 15,-2 4-9-15,-2 2-9 0,0 4-7 0,-5 5-8 16,4-3-5-16,3-1-8 0,1 0 0 0,0 1-11 0,5 0-4 16,0 0-5-16,3-3-4 0,2-2-5 0,-2 1-3 15,2-2-1-15,4 1-1 0,1-3-3 16,0 0-4-16,4-3 1 0,0 1-2 0,0 0 2 15,3-5-5-15,-1 0-5 0,1-2 7 0,2 0-5 0,-3-2 2 16,1 0-3-16,-2-1-3 0,-1-2-1 0,0-1 3 16,0 0-2-16,-4-1-1 0,3-2-1 15,-3 1-2-15,-1-2 1 0,1-1 1 0,-3 1-3 0,-1-2 4 16,1 4-7-16,-1-2 0 0,-1 1 0 0,0 0 3 16,1 5-2-16,-1 5-5 0,2-10 2 0,-2 10-4 15,0 0 1-15,0 0 0 0,0 0-1 0,0 0 1 16,0 0 1-16,0 0 1 0,0 0-7 0,0 0 7 15,-2 32 0-15,2-15 0 0,2-6-9 0,-2 0-21 16,0 1-25-16,1 1-26 0,0-2-31 0,2 3-34 16,-2-4-38-16,3 1-208 0,-4-2-424 0,1-3 187 15</inkml:trace>
  <inkml:trace contextRef="#ctx0" brushRef="#br0" timeOffset="-205896.92">8758 10839 260 0,'0'0'238'15,"2"-9"-23"-15,-2 9-16 0,3-4-14 0,-3 4 12 16,0 0-7-16,0 0-5 0,4 23-10 0,-4-12-8 16,1 6-10-16,0 1-17 0,-1 0-13 0,0 8-9 0,0-6-11 15,1 4-11-15,-2-6-12 0,1 2-9 0,-1-1-11 16,2-1 0-16,0 1-13 0,-1-1-23 15,2-2-29-15,-2-1-37 0,0 2-41 0,1-6-46 16,-1 3-41-16,0-5-32 0,1 2-40 0,-2-3-142 0,1 0-411 16,0-8 182-16</inkml:trace>
  <inkml:trace contextRef="#ctx0" brushRef="#br0" timeOffset="-205608.97">9086 10818 57 0,'1'-7'244'0,"-1"7"-11"0,4-8-12 16,-4 8-15-16,2-6-15 0,-2 6-13 0,0 0-13 15,0 0-9-15,0 0 7 0,0 0 3 0,0 0-10 16,-6 25-6-16,3-10-11 0,-3 2-14 0,3 1-4 16,-6 6-11-16,1 0-8 0,0 1-11 0,1-2-7 15,-1 3-6-15,4-7-9 0,-4 7-1 0,3-9-7 16,-1 9-11-16,0-1-2 0,2 1-4 0,-3 0-6 15,4-7-2-15,-1 0-2 0,-2 1-2 0,3-1-2 16,-4-1-10-16,4-3 0 0,-1 2-21 0,0 1-27 16,1-3-20-16,-1-4-26 0,2 1-33 0,1-1-33 15,-2-5-21-15,-1 3-41 0,3-2-17 0,1-7-21 16,-4 8-171-16,4-8-446 0,-5 4 197 16</inkml:trace>
  <inkml:trace contextRef="#ctx0" brushRef="#br0" timeOffset="-205457.05">8888 11164 1992 0,'0'-10'53'0,"0"3"25"16,0 7-43-16,0-10-13 0,0 10-11 0,0 0-7 15,0-9 3-15,0 9 2 0,0 0-4 0,4-7 1 16,-4 7 7-16,0 0-3 0,15 3-1 0,-3-1 0 16,3 1-28-16,4-3-40 0,9 3-47 0,0-3-48 15,1 0-168-15,1-6-347 0,6 3 154 0</inkml:trace>
  <inkml:trace contextRef="#ctx0" brushRef="#br0" timeOffset="-204859.56">9671 10965 163 0,'0'0'216'0,"-2"-9"-13"0,2 9-14 15,-3-6-26-15,3 6-14 0,0 0-16 0,0 0-15 16,0 0-8-16,0 0 5 0,0 0-16 0,-7 22-6 0,7-12-11 15,1 2-7-15,1 3-4 0,-2-2-6 0,3 0-10 16,0-3-4-16,-1 1-5 0,3-2-1 0,0 1-3 16,2-3-8-16,-1-1-1 0,1 1-1 15,0-1-1-15,-3-2-6 0,1 0 5 0,1 0-5 0,1-3-1 16,-7-1 0-16,10-1-5 0,-10 1-1 0,13-6-1 16,-8 2-2-16,-1-2 0 0,1 3-1 15,-2-4-4-15,2 0-2 0,-3 2 0 0,2-6 1 0,-1 5-3 16,-1-3-1-16,1-1 1 0,-2 4-3 0,2 0-1 15,-3 6-2-15,2-10-7 0,-2 10-10 0,3-9-9 16,-3 9-8-16,0 0 6 0,0 0 6 0,0 0 0 16,0 0 2-16,0 0 3 0,10 18 1 0,-9-8-5 15,2-2-1-15,-1 2-1 0,2-1-2 0,3 1-7 16,-2-1 5-16,2 0 2 0,1-3-1 0,1 2-2 16,0-3 9-16,4-1 1 0,-3 0 4 0,1-4 3 15,2 0-4-15,-1-1 10 0,-2-2-2 0,0-2 4 16,-4 0 5-16,0-4 7 0,0 1 10 0,2 1 0 15,-5-2 4-15,1-3-2 0,-1 2-1 0,-2-2-3 16,-2 1-1-16,1 0-1 0,-1 1-1 0,-2-1-18 16,0 1-11-16,2 1-9 0,-3 2-24 0,3 1-15 15,1 6-30-15,-4-12-17 0,4 12-21 0,0 0-15 16,2-9-14-16,-2 9-99 0,0 0-278 0,0 0 123 16</inkml:trace>
  <inkml:trace contextRef="#ctx0" brushRef="#br0" timeOffset="-204520.54">10298 10939 23 0,'2'-7'197'0,"-2"7"-10"0,0 0-6 0,-13-6-6 15,3 6-6-15,-4 1-3 0,-3 1-1 0,-3 5-7 16,0 0-12-16,-5 6-10 0,1 2-10 0,1-1-11 16,4-2-5-16,5 2-18 0,0 1 3 0,-2 1-15 15,5-2-9-15,1 1-5 0,5-1-9 0,-1-2-5 16,4-2-6-16,2 1 1 0,0-1-6 0,2-1-8 15,2-3-2-15,4 1-3 0,2-3-3 0,-1 0-4 0,4-3-3 16,0 0 1-16,0-1-2 0,-1-2-6 0,0-2 2 16,1-1-5-16,-1-1 3 0,-1-1-5 0,-2-1 2 15,-1-3-5-15,0 1 6 0,-1 0-6 16,-2 0 2-16,1 1 1 0,-4 3 1 0,1-1-2 0,1 1 0 16,-4 6 1-16,4-9-1 0,-4 9-6 15,2-5-1-15,-2 5-1 0,0 0 4 0,0 0-2 0,0 0 1 16,8 22-3-16,-7-12 4 0,2 1-5 15,1 5 5-15,-2-4-11 0,2 4-23 0,0-1-31 0,-2 0-29 16,2 0-48-16,0-2-42 0,3-2-43 0,-2-2-149 16,0 0-404-16,-1-1 179 0</inkml:trace>
  <inkml:trace contextRef="#ctx0" brushRef="#br0" timeOffset="-203982.99">10427 10960 57 0,'1'-7'234'16,"0"2"-18"-16,-1 5-24 0,1-7-15 0,-1 7-10 15,0 0-11-15,0 0-5 0,0 0-12 0,11 18-1 16,-7-9-13-16,-2 4-8 0,3 0-11 0,0 3-7 16,-1 2-14-16,0-1-3 0,0-1-9 0,0-4-3 15,0 3-10-15,1-3-5 0,-3-2-8 0,3-2 0 16,-2 0-5-16,-1-1-3 0,1-3-1 0,-3-4-4 15,4 9-4-15,-4-9 6 0,1 5 2 0,-1-5-3 16,0 0-4-16,0 0-4 0,0 0 2 0,0 0-7 16,0 0 0-16,10-18-1 0,-6 9-4 0,1 1 0 15,-2-4-7-15,3-5-8 0,-1 2-4 0,2-2-1 16,0 1-2-16,2 0 1 0,0 2-2 0,-2 5 0 16,3 0 0-16,-1 2-1 0,-1 0 0 0,2 2 1 0,0 4-2 15,-2-1-1-15,-8 2-1 0,14 3 4 16,-7 0 0-16,2 1 5 0,0 1-3 0,1 1 1 15,1 0-2-15,-2-1 5 0,2 1-3 0,-1-2 3 0,1 2 5 16,0-5-4-16,-1-1 1 0,2 0-2 0,1-1 3 16,-3-2 0-16,0-2 4 0,0 0 6 15,-2 1 1-15,-2 0 3 0,1-1 1 0,-2 0 5 16,0-4-5-16,-2 3 4 0,-1-1-5 0,1-3 3 0,-3 2-3 16,0 8-3-16,-3-17 7 0,-2 8 0 15,2 1 2-15,-1 1-2 0,-3 1-3 0,1 1-4 0,-2 2 0 16,-4 2 2-16,0 4-4 0,-5 1 4 15,2 4-1-15,-11 6 0 0,6 3 1 0,-1 1-2 0,1 1-2 16,8-3 2-16,-3 5-3 0,7-5-4 0,2 1 0 16,2-2-2-16,3 2-16 0,2 2-19 0,5-4-29 15,5-2-32-15,1 0-43 0,4-2-44 0,3-3-41 16,1 0-41-16,6 1-157 0,5-4-452 0,4 0 200 16</inkml:trace>
  <inkml:trace contextRef="#ctx0" brushRef="#br0" timeOffset="-203260.75">11413 11227 237 0,'5'-9'247'0,"1"-2"-8"0,-3 0-14 15,3 0-15-15,0-6-13 0,0 1-18 0,0-1-5 16,-1 0-6-16,0-1-12 0,-2-1-10 0,-1 1-12 15,0-2-16-15,3 0-13 0,-2-4-6 0,-1-2-11 16,-2 7-5-16,0 1-5 0,-2 1-2 0,1 5-2 16,-1 0-9-16,0 2 2 0,-1 1-3 0,1 2-3 15,2 7-13-15,-4-12-2 0,4 12-8 0,-4-6-4 16,4 6-5-16,0 0-3 0,0 0 0 0,-19 11-6 16,13-2 2-16,2 2-8 0,1 1-2 0,3 1-5 15,1 2-1-15,3-4-3 0,4 5-2 0,-1-1-9 0,5-1 0 16,1-2-1-16,2-1 2 0,4-2-11 15,-3 0 0-15,2-2-1 0,1 0 1 0,-3-1-2 16,0 0 3-16,-4-2-5 0,-1 1-1 0,-2 0 0 0,2-1 4 16,-6 1-1-16,1-1 5 0,-1 1-1 0,-3 1 2 15,2 1-1-15,-1-2 4 0,-1 4 2 0,-1 0-1 16,0-3 3-16,-1 5 0 0,3-1 0 0,0 0 2 16,0-2 0-16,-1 2 0 0,2-2 1 0,3-1-3 15,-2-1 3-15,4 1 0 0,2-2 4 0,5-1 1 16,2-2-6-16,2-2-5 0,-2 0-1 0,0-2-5 15,1 0 1-15,2-4 2 0,-4-1-1 0,-5 3 6 16,2-3-1-16,-5 0 2 0,-1 2 2 0,1-4 1 16,-4 2-5-16,0-3 6 0,-2-1 0 0,-1-2-3 15,-2 3 3-15,-2-3-2 0,1-3-1 0,-5 6 3 16,1 0-1-16,-2 1 6 0,2 2 3 0,-1 2 4 16,-1-2-6-16,1 4 6 0,-2 2-5 0,8 1 2 15,-15 6-3-15,4 1 1 0,1 0-2 0,0 5 0 16,-1 3 1-16,1-1-1 0,1 2-1 0,5 0 3 15,2-2-14-15,2 4-19 0,2-7-27 0,1 6-16 16,3-5-26-16,1 4-27 0,4-4-27 0,0-4-39 16,5 1-31-16,-2 0-141 0,6-5-393 0,-1 0 175 15</inkml:trace>
  <inkml:trace contextRef="#ctx0" brushRef="#br0" timeOffset="-203038.96">12186 11025 236 0,'-2'-5'255'0,"2"5"-12"0,-10-10-14 16,3 8-17-16,7 2-11 0,-13 0-9 0,3 3-9 0,0 5-17 15,-4 1-11-15,-1 5-12 0,2 0-10 0,-4 7-13 16,6-6-9-16,-2 2-14 0,5-2-6 16,2 2-9-16,2 0-11 0,2 0-7 0,0-2-4 15,4-1-12-15,4 1-10 0,0-4-23 0,2-1-25 0,6-1-29 16,2 0-29-16,1-2-29 0,1-4-30 15,4 0-42-15,0-2-18 0,4-5-26 0,1 1-160 16,-6-4-404-16,4-3 180 0</inkml:trace>
  <inkml:trace contextRef="#ctx0" brushRef="#br0" timeOffset="-202812.62">12479 10790 228 0,'4'-9'256'16,"-5"3"-14"-16,1 6-17 0,1-7-25 0,-1 7-19 15,0 0-1-15,0 0 6 0,0 0 12 0,-1 26-8 16,0-7-15-16,-1 5-12 0,-2 4-13 0,-1 2-10 16,3 1 6-16,-4-1-22 0,4-1-6 0,-4 1-15 15,2 0-8-15,0 0-11 0,-1-5-8 0,1 1-11 16,2-6-11-16,-2-1-10 0,1-2-22 0,-2-1-27 16,3-4-26-16,0 2-25 0,0-5-34 0,-1 4-39 15,1-4-27-15,0 0-26 0,0-2-18 0,2-7-36 16,-7 7-191-16,3-3-462 0,4-4 204 0</inkml:trace>
  <inkml:trace contextRef="#ctx0" brushRef="#br0" timeOffset="-202554.86">12289 11071 90 0,'0'0'183'0,"-4"-8"-12"0,4 8-19 0,0 0-6 15,0 0-8-15,0 0-4 0,10-7-4 0,0 6-5 16,3 2-8-16,5-2-13 0,0 1-6 0,4 1-11 15,6-1 0-15,-1 0-12 0,2-1-4 0,-10 1-7 16,0-1 2-16,3 3-10 0,-4-3-3 0,0 1-1 16,-5-1-5-16,1 3-4 0,-3 0-4 0,-4-2 1 15,-1 1-3-15,4 2-1 0,-6 0 4 0,0 4 7 16,1-1 1-16,1 1-9 0,-3 2 1 0,2 2-4 16,-1 0-2-16,-4 1-3 0,0 1-3 0,-2-2-2 15,4 1-8-15,-4 3-25 0,0-4-28 0,2 2-37 16,-3-3-50-16,3 1-49 0,0-3-51 0,0 3-145 0,3-6-397 15,1 0 176-15</inkml:trace>
  <inkml:trace contextRef="#ctx0" brushRef="#br0" timeOffset="-202375.42">12646 10836 93 0,'-8'-1'176'0,"8"1"-34"0,-12 4-36 16,7-2-30-16,5-2-45 0,-4 9-39 0,0-4-42 15,1 2-45-15,2 3-102 0,1-10 45 0</inkml:trace>
  <inkml:trace contextRef="#ctx0" brushRef="#br0" timeOffset="-202010.84">13000 10801 6 0,'5'-7'248'0,"-3"-1"-10"0,0 0-4 16,-2 2-9-16,0 6-5 0,-4-10-10 0,-1 6-15 15,5 4-14-15,-13-3-10 0,4 3-13 0,-2 3-6 16,2 1-18-16,-7 9-13 0,-1 4-1 0,-2 4-8 16,4 3-4-16,-1 1-2 0,3 6-3 0,1-1-2 15,3 2 5-15,0 0-20 0,0 1-8 0,2-2-3 16,1 0-9-16,2 0-6 0,1-3-6 0,-1 0-3 16,2-2-11-16,-4-1 2 0,2-5-6 0,0-2-2 15,4 1 0-15,-5-2-6 0,3 0-5 0,0 0 1 16,0-3-5-16,0-5-9 0,-1 1-14 0,0 0-19 15,-1-3-16-15,2 1-18 0,-2-3-16 0,4-5-10 16,-5 10-18-16,1-6-27 0,4-4-41 0,-5 2-18 16,5-2-28-16,0 0-26 0,0 0-208 0,-20-10-485 15,11 0 215-15</inkml:trace>
  <inkml:trace contextRef="#ctx0" brushRef="#br0" timeOffset="-201732.67">12571 11162 18 0,'0'0'198'0,"-4"-7"-20"15,4 7-18-15,0 0-25 0,0 0-4 0,0 0-5 16,16-3-11-16,-5 3-9 0,7 0-10 0,4 1-8 16,7-3-12-16,3 2-5 0,-1-1-5 15,3-2-7-15,0 2-7 0,2-2-9 0,-2 3 1 0,-1-4-10 16,-1 0-1-16,-3 2 0 0,-9 1-6 0,0-3-5 16,-7 2 2-16,1-1 7 0,-3 1 10 0,1 0 9 15,-7 1 5-15,1-1-4 0,-6 2 10 0,9-3 8 16,-9 3 3-16,9-3 4 0,-9 3-13 0,0 0-8 15,0 0-7-15,7-1-5 0,-7 1-5 0,0 0-6 16,0 0 1-16,2 13-5 0,-2-6 1 0,-2 3-7 16,0 0 1-16,2-1-6 0,-5 2-12 0,3-2-23 15,-1 2-35-15,-1 0-34 0,1 1-45 0,1-4-46 16,-2 2-55-16,2-3-130 0,2-1-393 0,0-6 174 16</inkml:trace>
  <inkml:trace contextRef="#ctx0" brushRef="#br0" timeOffset="-201571">13080 10901 55 0,'0'0'136'0,"2"-10"-32"16,-2 10-25-16,0 0-17 0,0 0-17 0,0 0-28 15,17 17-28-15,-7-3-26 0,-2 3-38 0,1 0-82 16,5 6 36-16</inkml:trace>
  <inkml:trace contextRef="#ctx0" brushRef="#br0" timeOffset="-200989.02">13295 11178 130 0,'0'0'195'16,"0"0"0"-16,9-7-6 0,-9 7-9 0,6-9-17 16,-3 4-8-16,3-3-11 0,0-1-12 0,0-1-12 15,1-4-9-15,1 1-8 0,0 2-6 0,0-4-3 16,-3 2-6-16,3 0-7 0,-3 2 5 0,0-1 4 15,-3 4 3-15,0-2 0 0,-1 3-1 0,-1 0-3 16,0 7-6-16,-1-12-7 0,1 12-10 0,-2-9-6 16,-2 5-5-16,4 4 4 0,-14 0-3 0,14 0-21 15,-13 4 1-15,1 3-7 0,-1 2 1 0,1 3-3 16,1 0-5-16,0 1-1 0,0 3-7 0,4-1 5 16,-2 1-3-16,3 1-2 0,1-2 2 0,2 1-3 0,3 0-7 15,-2-1 5-15,2-2 0 0,2-3 5 0,1 2-8 16,2-3 0-16,1 1 2 0,3 0 0 15,5-2 1-15,3-1-2 0,-2 0 0 0,2-2-2 0,1-2 1 16,2 0-2-16,2-1 3 0,-3-4-6 0,0 0 5 16,0 1-3-16,3-2 3 0,-6-1-3 0,0-2 0 15,-1-2 0-15,-1 3 0 0,-1-5-6 0,1-2 4 16,-3 0 2-16,0-1-1 0,-1-2-4 0,-2-2 4 16,1 0-2-16,-3-2-2 0,0-5-2 0,-4 6-6 15,0 2 7-15,-2-1 7 0,0 2-9 0,-2 2-1 16,2 3 1-16,-2 1 12 0,-3-1-12 0,4 4 3 15,1 6 0-15,-1-9-2 0,1 9 0 0,0 0 0 16,-3-10-1-16,3 10 1 0,0 0 1 0,-2-5-5 16,2 5 7-16,0 0 7 0,0 0-12 0,0 0 5 15,0 0-4-15,0 0 1 0,0 0 13 0,0 0-12 16,19 17 2-16,-9-14-3 0,-3-1 1 0,3 2-1 16,-2 0 3-16,1 0-3 0,0 0 2 0,-2 0-3 15,0 3-3-15,1-1 6 0,-1 1 4 0,-2 1-6 16,2 2-2-16,-1 1 3 0,-1 0 1 0,-1 0 3 15,3 6 0-15,-4-6 3 0,-1 4 0 0,-2-2-2 16,2-1 0-16,0 1 3 0,-2 2-1 0,0-1-1 16,2-4-6-16,1 1-22 0,-3 0-19 0,0-1-28 15,2-2-35-15,0 1-41 0,0-1-65 0,0-3-54 16,-2-5-205-16,10 9-508 0,-4-5 225 0</inkml:trace>
  <inkml:trace contextRef="#ctx0" brushRef="#br0" timeOffset="-200809.26">14110 11188 26 0,'0'0'266'0,"0"0"-9"0,0 0-18 0,0 0-22 16,6-3-23-16,-6 3-22 0,0 0-35 0,0 0-41 0,0 0-48 15,0 0-57-15,0 0-49 0,6-4-44 0,-6 4-146 16,7-4-268-16,-7 4 119 0</inkml:trace>
  <inkml:trace contextRef="#ctx0" brushRef="#br0" timeOffset="-200661.86">14281 11132 33 0,'0'0'209'0,"0"0"-7"0,0-9-13 0,0 9-24 16,0 0-22-16,0 0-45 0,0 0-33 0,0 0-44 15,0 0-51-15,0 0-49 0,2-9-91 0,-2 9-183 16,0 0 81-16</inkml:trace>
  <inkml:trace contextRef="#ctx0" brushRef="#br0" timeOffset="-199663.02">13706 13025 20 0,'-9'-1'238'0,"9"1"-28"16,0 0-12-16,-10-1-13 0,10 1-10 0,0 0-5 16,0 0-4-16,0 0-7 0,0 0-8 0,0 0-17 15,0 0-12-15,42 0-13 0,-23 0-11 0,8 0-8 16,2-1-16-16,1 1-37 0,-10 0-34 0,3-1-39 15,-1-1-43-15,-2 2-39 0,1-1-37 0,-10 0-171 16,0 1-352-16,-4-2 156 0</inkml:trace>
  <inkml:trace contextRef="#ctx0" brushRef="#br0" timeOffset="-199496.95">13733 13145 155 0,'-6'1'194'0,"6"-1"-12"15,-8 3-6-15,8-3-1 0,0 0-4 0,0 0-6 16,0 0-12-16,0 0-15 0,16 7-12 0,-3-7-10 16,6 1-20-16,3-1-39 0,10-2-42 0,1 0-54 15,3-4-55-15,4 0-73 0,-8 2-104 0,8-5-291 16,-3 3 129-16</inkml:trace>
  <inkml:trace contextRef="#ctx0" brushRef="#br0" timeOffset="-197192.54">16235 11865 73 0,'-8'0'140'0,"8"0"0"0,-10-3 0 0,10 3-15 16,-10-3-5-16,10 3-14 0,0 0-13 0,-10 0-8 16,10 0-9-16,0 0-4 0,0 0-4 0,0 0-2 15,0 0-2-15,0 0 4 0,0 0-4 0,34 6-2 16,-12-2-4-16,11 0-3 0,4-2 0 0,18 2-7 16,3-1-3-16,2 0-4 0,3-1-4 0,27 0 2 15,-2 3 1-15,-20-5-5 0,28-2-3 0,-2 4-1 16,1-2-4-16,0 3-4 0,-3-3 3 0,1-1 0 15,0 1-9-15,2 1 4 0,11-2-1 0,4-1 1 16,9 2-3-16,7-3 4 0,5-2 0 0,1 1 4 16,4 1-5-16,2-1 4 0,5 1 3 0,4-4-1 0,2 5-2 15,5-1 4-15,0-4 0 0,7 4-1 16,6-2-4-16,1 0 0 0,2 5-3 0,4-7 3 16,4 5-4-16,2 0 2 0,-4 2-4 0,5 1 2 15,-4-4 1-15,1 3-4 0,1 0 2 0,-7 2-5 0,-3-2-1 16,-5-2 3-16,-3 1-2 0,-3-2 6 15,-5 1-9-15,-4 0 0 0,-9 0-2 0,-2-3 1 16,-7 1 4-16,-5-1-4 0,-8-1-1 0,-8-2 4 16,-11 6-4-16,-7-3 1 0,-28 2-2 0,-4 1 2 0,-1-2-1 15,-4 0 7-15,-18 3-13 0,-2-3 0 0,-6 2 0 16,-7-1 1-16,-9 3-16 0,-2-1-8 16,-5 0-17-16,-6 1-40 0,5-2-21 0,-5 2-24 0,0 0-23 15,0 0-21-15,-37 2-37 0,3 1-155 0,-20-1-389 16,-5-2 172-16</inkml:trace>
  <inkml:trace contextRef="#ctx0" brushRef="#br0" timeOffset="-196268">16263 11853 137 0,'0'0'153'16,"0"0"-8"-16,0 0-6 0,0 0-12 0,0 0 9 0,0 0-4 16,-1 38 8-16,0-14-7 0,-2 6 1 15,-4 3-3-15,0 15-8 0,1 2-12 0,-1-2-5 16,3 3-6-16,-2 2-10 0,3 0-3 0,2-1-7 16,0 5-1-16,-2-1-2 0,2 2-6 0,-1-1-8 0,2 0-3 15,-2 0 4-15,2-2-8 0,-1 1-4 0,-3-3-6 16,3 0-3-16,-3-4 2 0,-3 4-6 15,2-1-2-15,-1 3 3 0,2-5-4 0,-1 2-5 16,-4-3 2-16,1 0-6 0,0-1 0 0,0 1-4 0,-1 2-2 16,-1-1 14-16,-1 1 3 0,2-1-2 0,1 3 1 15,1-3-2-15,0 2-2 0,-3-3-6 0,3 1-6 16,2 0 0-16,-3-2 1 0,2-1-7 0,1 2 2 16,-4-4 1-16,5 2-5 0,-3-14 25 0,1-1-9 15,1-1 1-15,-4-1 2 0,3-5-9 0,-1-5 3 16,-1-4-4-16,6-3-3 0,-2-3-3 0,0-1 5 15,2-4-1-15,1 0 6 0,1-5 1 16,-6 4-13-16,6-4-3 0,0 0-2 0,0 0 2 16,-14-17-2-16,5 2 2 0,3-4-4 0,-4-5-2 0,-3-4-9 15,1 1 4-15,0-4 6 0,-5-2-7 0,-3-10-5 16,2 12 2-16,-1 1 2 0,-15-11-8 0,2 2 6 16,-2 3-5-16,4 11 5 0,-9-7-2 0,-3 6-1 15,0 2 2-15,7 8 4 0,0 2-5 0,1 0-1 16,-3 1-1-16,1 3-12 0,0 1-19 0,-3 2-9 15,3 1-9-15,1 2-17 0,1 0-11 0,2 0-19 16,2 0-23-16,13 4-24 0,-4-3-33 0,10 0-44 16,-1-1-232-16,6 1-496 0,6-5 220 0</inkml:trace>
  <inkml:trace contextRef="#ctx0" brushRef="#br0" timeOffset="-195528.99">16847 12246 75 0,'0'0'181'0,"0"0"-5"0,-1-10-9 15,1 10-6-15,0 0-15 0,0-9-9 0,0 9-15 16,0 0-9-16,0 0-15 0,0 0-8 0,0 0-11 16,0 0 10-16,-14 19 7 0,2-2-2 0,1 10-6 15,-6 5-4-15,-1 11 3 0,0 2-4 0,2 4-4 16,-1-1-4-16,-1 2 0 0,6 1-7 0,-3-5-5 16,4 0-6-16,3-12 5 0,2 1-13 0,3 0-2 15,2-2-9-15,2-2-2 0,4 1 0 0,3-2-3 16,0 0-7-16,4-3-14 0,4-3-20 0,0-3-32 15,4-2-27-15,1 2-38 0,8-7-30 0,-3 0-45 16,1-3-41-16,-1-4-140 0,3-2-392 0,-1-1 174 16</inkml:trace>
  <inkml:trace contextRef="#ctx0" brushRef="#br0" timeOffset="-191210.99">27314 9567 92 0,'-14'-2'182'0,"14"2"-20"0,0 0-9 0,0 0-6 16,0 0-8-16,0 0-13 0,25-10-10 0,-8 5-9 16,2 0-9-16,2 1-12 0,2 0-9 0,-1-1-11 15,-2 2-13-15,3 1-16 0,-3 0-22 0,-2-1-26 16,0 3-23-16,-5-2-21 0,1 1-10 0,-3-1-19 16,-4-1-18-16,-7 3-11 0,14-1-86 0,-14 1-215 15,6-2 94-15</inkml:trace>
  <inkml:trace contextRef="#ctx0" brushRef="#br0" timeOffset="-190848.52">27535 9526 81 0,'0'0'121'0,"0"10"-7"0,-1-4 10 0,1 3-7 16,-2 1-2-16,1 2-12 0,-2 3 12 16,1 1 1-16,-3 3-5 0,-2-1-12 0,2 1-3 15,-1 0-12-15,0-1-4 0,3-1-9 0,-6 1-5 16,7-1 0-16,-5-1-7 0,3 2-4 0,2-2-6 0,0-4-8 15,1 0 5-15,-3 4-10 0,2-4-6 16,0 0-2-16,0-1 3 0,-1-2-7 0,2 0-2 16,-1-2 0-16,2 1-3 0,0-8-7 0,-4 11-9 15,4-5-14-15,0-6 9 0,-3 7 2 0,3-7-3 16,0 0-5-16,-8 4-6 0,8-4 4 0,-12 0-4 0,12 0 3 16,-11-2 3-16,11 2-5 0,-13-4 12 15,6 1-7-15,7 3 4 0,-13-2 8 0,8 0-7 0,5 2 13 16,0 0-2-16,-14-1 0 0,14 1-2 0,0 0 1 15,-6-4-4-15,6 4 2 0,0 0-3 0,0 0 2 16,0 0-1-16,0 0 1 0,0 0 3 0,0 0-3 16,0 0 0-16,24 7-4 0,-12-5-5 0,6-2-13 15,2 3-18-15,0-1-16 0,1 0-27 0,8 1-18 16,-2 3-25-16,0-1-10 0,2 2-23 0,-11-1-84 16,0 1-258-16,0-3 115 0</inkml:trace>
  <inkml:trace contextRef="#ctx0" brushRef="#br0" timeOffset="-190501.09">27743 10000 113 0,'0'0'157'0,"3"-9"-14"0,-3 4-14 0,0 5 17 15,2-18-1-15,0 9-9 0,0-1-12 0,2-3-10 16,-3 3-17-16,1-2 1 0,0 2 0 0,-2-2-5 16,0-3-10-16,0 3-5 0,0 1-8 0,0-4-5 15,-2 3 1-15,2 0 6 0,-3 3-7 0,0 0-3 0,1 2-1 16,-1 0-4-16,3 7-3 0,-5-12-7 15,2 6-2-15,0 2-4 0,3 4-9 0,-5-7-3 16,5 7-1-16,0 0-11 0,-4-8 0 0,4 8-2 16,0 0-2-16,0 0 0 0,0 0 0 0,0 0-2 15,0 0-2-15,0 0-1 0,0 0-3 0,20 10 3 16,-9-8 1-16,-1 1-5 0,1 0 4 0,1 0-4 16,0-1-1-16,1 2 0 0,-1 0 0 0,-3 0 1 15,0-1-2-15,3 0-3 0,-4 4-2 0,-3-1-2 16,-1 0 6-16,3 2 1 0,-5 0-5 0,3 2 3 15,-1 0 0-15,0 0 0 0,-3 1 1 0,-1 0 0 0,2 0-2 16,0 0-19-16,0 0-23 0,-2 4-27 16,2-4-20-16,-1 1-30 0,0-3-27 0,2 1-25 0,1-2-26 15,-1 2-111-15,-1-4-333 0,-2-6 147 0</inkml:trace>
  <inkml:trace contextRef="#ctx0" brushRef="#br0" timeOffset="-189696.29">28079 9910 118 0,'0'0'166'0,"0"0"-8"0,0 0-3 15,-10 23-16-15,8-16-12 0,-2 2-2 0,-1-1-5 16,5 2-4-16,-2-1-6 0,1 2-8 0,0-4-1 16,1-7-3-16,-3 9-5 0,3-9 0 0,-1 7 11 15,1-7 8-15,-3 7 10 0,3-7-2 0,0 0-9 16,0 0-11-16,0 0-8 0,0 0-8 0,0 0-7 15,0 0-6-15,-9-21-7 0,9 13-6 0,0-3-4 16,2 2 1-16,1-4-16 0,-1 4-4 0,3-6 1 16,1 0-4-16,1-2-7 0,1 1-6 0,4 1-6 15,-1 1-6-15,2 0-2 0,-1 2-1 0,1 2 0 16,-2 2-4-16,-2 4 0 0,0 1-1 0,3 1-2 16,-2 4 6-16,-1-1-6 0,1 4-2 0,-1 4 2 0,-1-1-3 15,2 2 1-15,-3 3 5 0,1 1-5 16,-1 1 3-16,-1-2 1 0,-1 3-4 0,0-1 8 15,-1 0-3-15,0-3 0 0,-3-2-2 0,3 2 2 16,-3-7 5-16,2 1-1 0,-3-6-4 0,2 9 4 16,-2-9-3-16,3 8 6 0,-3-8 3 0,0 0 1 15,0 0-2-15,0 0-2 0,0 0-5 0,0 0 3 16,0 0 6-16,0 0-7 0,1-30-3 0,1 20 3 16,2-2-9-16,0-3-2 0,-1 2-5 0,6-2-2 0,1-2-11 15,2 1 4-15,-1 0-10 0,7-3 4 0,-4 5-1 16,1 0 4-16,-1 3 1 0,2 1 2 15,-5 5 4-15,-1 0-5 0,-3 2 0 0,-1 2 1 16,-6 1 5-16,13 1-3 0,-5 4 8 0,-2 2-1 0,-2 1 4 16,1 1 5-16,-1 1 0 0,-2-1 7 0,1 4-2 15,-2-3 1-15,4 1 2 0,-2-3 5 0,-1-1 3 16,1 3 4-16,-2-4 3 0,4 1 4 0,-1-1 2 16,1-1 2-16,2 0-3 0,-2-1 2 0,-5-4 0 15,11 4 2-15,-3-5-4 0,2 0 1 0,0-2-7 16,1-1 0-16,-1-1-2 0,0-2 0 0,2 1-3 15,-1-2 0-15,-2-1-3 0,0-1-2 0,4-2 1 16,-5 2 0-16,-2 0-5 0,4-4 4 0,-4-1-6 16,1 4 3-16,-3 2-1 0,1 0-2 0,-4 3 2 15,5 2 2-15,-6 4-8 0,3-9-2 0,-3 9 0 16,0 0-2-16,0 0 2 0,0 0 0 0,0 0 2 16,0 0-3-16,0 0 1 0,-22 22-1 0,16-12 5 15,-2 2-5-15,1 2-1 0,4-4-2 0,-1 6 5 16,2-4-4-16,2 0-1 0,0 5 6 0,1-5-3 0,0 0 3 15,3 5-1-15,0-2 4 0,1 1-7 16,1-1 2-16,-3-5 3 0,-1 1-1 0,1 1-1 16,0-2 9-16,-1-2-10 0,-1 3-2 0,-1-3 5 15,-1 1 0-15,0-1-5 0,-2 0-1 0,3-8-18 0,-9 15-10 16,2-8-20-16,-2-1-16 0,1-2-19 0,-1 3-20 16,-1-2-18-16,1-2-27 0,3-2-18 15,6-1-25-15,-13 1-23 0,13-1-127 0,0 0-375 16,-13-4 167-16</inkml:trace>
  <inkml:trace contextRef="#ctx0" brushRef="#br0" timeOffset="-189529.83">29061 9907 105 0,'7'0'167'0,"4"-2"-20"16,-11 2-8-16,17 0-19 0,-9 0-18 0,0 0-24 15,3 2-35-15,-3-2-30 0,-2 2-39 0,2-1-28 16,-8-1-85-16,12 3-152 0,-12-3 68 0</inkml:trace>
  <inkml:trace contextRef="#ctx0" brushRef="#br0" timeOffset="-189392.89">29093 9999 127 0,'0'0'130'0,"0"0"-8"16,0 0-1-16,0 0-8 0,0 0-8 0,0 0-4 15,0 0-11-15,15 8-20 0,-5-8-35 0,6 0-41 16,4 0-48-16,1-3-105 0,11 0-173 0,7 1 76 16</inkml:trace>
  <inkml:trace contextRef="#ctx0" brushRef="#br0" timeOffset="-188874.6">29787 9615 182 0,'-12'-5'214'0,"12"5"-8"0,-6-3-10 0,6 3-17 16,0 0-16-16,-2-7-17 0,2 7-13 0,0 0-17 15,25-6-10-15,2 2-9 0,2 0-8 0,3 0-15 16,1 3-14-16,-1 0-25 0,0-1-29 0,-2-1-23 16,-2 2-17-16,-8 0-25 0,-3-1-33 0,-5 0-23 15,0 0-24-15,-3 0-119 0,-4 1-279 0,-5 1 123 16</inkml:trace>
  <inkml:trace contextRef="#ctx0" brushRef="#br0" timeOffset="-188523.45">29983 9588 122 0,'-1'9'141'0,"-1"-2"12"0,-1 3-11 0,1-2-3 16,-2 3-8-16,2 1-2 0,0 0 1 0,-2 3-10 0,1 1 2 15,1 1-4-15,1-2-12 0,-1 0-12 0,1 0-4 16,0 0-14-16,-1 2-3 0,-1-5-4 0,3 0-11 16,-2-1-3-16,1 0-1 0,1-2-11 0,-1 0-1 15,0 1-7-15,1-3 0 0,0-7-6 16,-4 11 1-16,2-4-4 0,2-7 2 0,-6 9-7 0,2-5 0 15,-1-1-7-15,-1 1 8 0,-1 0-5 0,-3-2-3 16,-1 0-4-16,3 0 1 0,8-2-3 0,-15 0 0 16,4 0-2-16,5 2 3 0,6-2-4 15,-12 0 1-15,12 0-2 0,-10 0 0 0,10 0-1 0,-7 1-4 16,7-1-1-16,0 0 5 0,0 0-9 0,-7 3 6 16,7-3-4-16,0 0 3 0,0 0 1 0,7 16 3 15,-1-13-6-15,0 3-2 0,5-2-21 0,-1 2-15 16,3-4-20-16,-1 3-14 0,7 0-20 0,0-1-22 15,0-1-16-15,-2-3-10 0,3 1-4 0,-6-2 3 16,0 1 0-16,0 0-95 0,-1-2-258 0,0-2 114 16</inkml:trace>
  <inkml:trace contextRef="#ctx0" brushRef="#br0" timeOffset="-188045.95">30064 9957 817 0,'10'-6'-51'0,"-1"-2"21"15,0 4 22-15,-1-4 12 0,1 0 7 0,-2 0 17 16,0 0 14-16,1-2 20 0,-2 3 4 0,-1 2 17 16,0-2 5-16,-1 3 7 0,0-1 4 0,-4 5-9 15,6-6-11-15,-6 6-7 0,0 0-1 0,0 0 5 16,0 0 9-16,0 0 2 0,6 15 1 0,-6-7-7 15,-5 3 1-15,4-1 5 0,-3 2-9 0,0-2-1 16,2 1-4-16,-2 0-5 0,0-2 2 16,0 0-4-16,3-2 4 0,-3-1 8 0,4-6 9 0,-2 9 12 15,2-9 5-15,-3 6 7 0,3-6-2 0,0 0-6 16,0 0-20-16,0 0 1 0,0 0-10 0,0 0-3 16,0 0-13-16,2-28-5 0,1 18-4 0,2 0-5 15,2-2-5-15,-1 1-6 0,4-1-3 0,2-3-2 16,-2-1-1-16,4 4-3 0,0-1-5 0,0 1-6 15,-2 5 0-15,1 1-9 0,-1 1 1 0,-1 0-2 0,0 4-3 16,0 2-1-16,0 2 4 0,-2 3-4 16,2 1-5-16,-3-1 6 0,-2 0-4 0,2 2 19 15,1 1-4-15,-4 1-9 0,0-2-9 0,0 3 5 16,-1 1 12-16,2-3-14 0,-3 1 1 0,-1-5 4 0,0 1-2 16,-2-6 1-16,4 10 0 0,-2-7-2 0,-2-3 5 15,3 6-1-15,-3-6 4 0,0 0-1 16,0 0 4-16,0 0-5 0,0 0-2 0,0 0-6 15,0 0-4-15,0 0 6 0,14-16-16 0,-9 10-2 0,0-2-5 16,4-2-3-16,5-1 0 0,-6 1-1 0,5-4 2 16,-2 8-4-16,3-4 4 0,-4 2 0 0,0 3 4 15,-3 1 6-15,3 0-5 0,-1 3 4 16,-1 1-1-16,-8 0 0 0,16 4 0 0,-9-1 0 16,-1 3 4-16,2 3 1 0,-3 2-1 0,0-1 12 0,1 2-10 15,-1 5 3-15,-1-1-10 0,-1 0-16 16,0-4-34-16,-2 4-40 0,-1-3-48 0,-1 2-53 15,-1 0-32-15,0 1-232 0,-1-4-513 0,-1-2 227 0</inkml:trace>
  <inkml:trace contextRef="#ctx0" brushRef="#br0" timeOffset="-187836.08">29884 10204 163 0,'-8'-1'252'0,"8"1"-21"0,0 0-15 0,0 0-11 16,0 0-8-16,0 0-7 0,52 4-11 0,-2-4-15 16,11 0-19-16,-1 3-10 0,6 0-14 0,26-5-12 15,-1 1-10-15,-35 1-8 0,1 0-16 0,-2-3-40 16,-1 1-34-16,-16 2-49 0,-2-2-45 0,-3 0-29 16,-2 2-48-16,-11-1-26 0,-7 2-135 0,1-2-356 15,-7 1 158-15</inkml:trace>
  <inkml:trace contextRef="#ctx0" brushRef="#br0" timeOffset="-187518.43">30171 10353 8 0,'-2'5'222'0,"2"-5"-2"0,0 0-8 15,10 9-2-15,-5-4-8 0,4 1-6 0,0 1-16 16,0 2-10-16,-3 0-14 0,6 5-12 0,-6-1-16 15,-1 3-2-15,-1-4-8 0,-3 5-11 0,-2 0-6 16,-3 0-5-16,-5 0-1 0,-5 6-7 0,3-7-3 16,-4-2-4-16,-6 3-5 0,-1 0 5 0,2-1-3 15,3-4-7-15,2-4-1 0,1 2-5 0,2-4-8 16,3-2 2-16,0 2-10 0,4-2-5 0,-2-1-8 16,7-3-2-16,-5 5-1 0,5-5-3 0,0 0 3 15,0 0-5-15,12 12 0 0,2-10-5 0,15 2-6 16,2-1 2-16,5-2-2 0,3-1-14 0,17-2-17 0,-5-4-12 15,-13 4-24-15,16-3-22 0,-14 3-30 16,9-1-37-16,-11 1-43 0,-3-1-43 0,0 1-49 16,-7 1-195-16,0-3-508 0,-9 2 225 0</inkml:trace>
  <inkml:trace contextRef="#ctx0" brushRef="#br0" timeOffset="-186856.12">27359 11325 2 0,'0'0'192'16,"-6"-6"-10"-16,6 6-7 0,-9-6 8 0,9 6-2 15,-7-6-3-15,7 6-7 0,-5-4-11 16,5 4-13-16,0 0-9 0,-7-3-17 0,7 3-7 0,0 0-16 15,0 0-9-15,0 0-11 0,19-8-10 0,-8 7-3 16,12-3-7-16,6 1-7 0,6 1-11 0,-1-1-18 16,-1 1-25-16,3 0-24 0,-4 0-27 0,0 1-35 15,-4 0-16-15,-7-1-19 0,-1 1-21 0,-7 0-14 16,-1-1-19-16,-5 2-94 0,-2-3-294 0,-5 3 130 16</inkml:trace>
  <inkml:trace contextRef="#ctx0" brushRef="#br0" timeOffset="-186500.41">27549 11310 126 0,'-5'9'157'0,"-2"-1"-1"0,2 4 7 15,-1 4-12-15,1 1-4 0,-2 2 0 0,1 7-3 16,-1-3-12-16,1 5-7 0,1-5-8 0,0-6-10 16,0 8-6-16,-1-7-10 0,2 0-7 0,2 0-8 15,-1-1-6-15,-1-1-10 0,0-6-4 0,0 2-3 16,2-1-5-16,0-2-12 0,0-2 2 0,2-7-3 15,-3 11-2-15,2-6-5 0,1-5-1 0,-3 9-1 16,3-9-2-16,-2 5-1 0,2-5-5 0,-8 4-3 16,8-4-3-16,0 0-6 0,-17-4-2 0,7 2-8 15,0-1 1-15,1-1-2 0,0 0-3 0,0-2-1 16,2 2 1-16,0 1-4 0,1-1 6 0,6 4-3 16,-9-7 2-16,2 6 1 0,7 1 4 0,-6-3-2 15,6 3 2-15,0 0 4 0,0 0-2 0,0 0-1 16,0 0 5-16,0 0-9 0,0 0 9 0,24-5-3 15,-11 6 2-15,1 0 0 0,2 0 0 0,4 1-2 16,1-1 2-16,0 1-7 0,-2 0-16 0,4 0-16 16,4 4-28-16,-8-2-33 0,2-3-13 0,3-1-30 0,-6 0-24 15,4 2-159-15,-5 2-349 0,-4-1 154 0</inkml:trace>
  <inkml:trace contextRef="#ctx0" brushRef="#br0" timeOffset="-185938.94">27936 11675 157 0,'-1'-11'188'0,"1"11"-4"16,-5-9-5-16,1 4-10 0,4 5-8 0,-5-8-5 15,5 8-13-15,-9-7-10 0,9 7-8 0,-9-3-9 16,5 1-6-16,4 2-7 0,-14 0-5 0,3 0-6 16,5 5-10-16,-4-1-3 0,1 1-8 0,0 2-2 15,1 0-11-15,-2 0-6 0,3 3-4 0,1-3-4 16,1 2-4-16,-1 0-3 0,4 2-5 0,-1-4 0 16,1 2-2-16,2-1-3 0,0-8-4 0,3 14 0 15,1-9-2-15,2 0-3 0,-1 1 0 0,2-2-4 0,1 0 2 16,6-1-2-16,-5-2 0 0,5-1-1 15,-2-1-1-15,-1 0 1 0,3-3-3 0,2-2 0 16,-2 1-3-16,1-2 2 0,1 0 2 0,-3-4-6 16,1-1 3-16,-5 0 1 0,4-5-5 0,-3 1 0 15,-1-3-2-15,0 2 2 0,0-8-2 0,-2 6 1 16,-1-1 5-16,-4-4-5 0,3 5-3 0,-1-1 4 16,4 2-2-16,-6 0 0 0,-1 3-2 0,0 0 4 15,1 3-4-15,-2 2 8 0,0 0-1 0,2 6 3 0,-2 4 4 16,3-10-9-16,-3 10-1 0,3-6-3 15,-3 6 0-15,0 0 4 0,0 0 1 0,0 0 3 0,3 24 3 16,-3-9 3-16,-1 1 3 0,1 1 5 16,0 3-1-16,-1-1 3 0,0 0 1 0,1 0 0 0,-4 0-3 15,2 2-1-15,0-3-4 0,2 0 12 0,-3 0-16 16,3 0-2-16,-1-1 8 0,1-6-7 0,-1 0-11 16,1 3-25-16,0-3-20 0,0 0-21 15,1-1-40-15,-1-1-34 0,2 1-30 0,0-3-35 0,2-3-34 16,-2 2-186-16,2 0-458 0,-4-6 203 0</inkml:trace>
  <inkml:trace contextRef="#ctx0" brushRef="#br0" timeOffset="-185714.42">28400 11586 131 0,'0'0'223'0,"-13"3"-14"16,13-3-4-16,-19 8-11 0,6-1-6 0,4 0-4 15,-3 5-7-15,-1 0-11 0,3-3-9 0,-2 5-12 16,2-1-12-16,1-3-10 0,4 1-7 0,0 4-17 16,0-4-11-16,3 1-5 0,2-1-7 0,0 1-11 15,4-1-8-15,1-3-13 0,-1 1-23 0,6-2-25 16,3-1-33-16,1 1-31 0,3-3-32 0,3-1-33 16,-2-3-36-16,4 0-40 0,-4-1-152 0,2-2-391 15,-1-3 173-15</inkml:trace>
  <inkml:trace contextRef="#ctx0" brushRef="#br0" timeOffset="-185464.54">28728 11632 134 0,'6'-5'163'0,"-6"5"-11"0,10-5-21 0,-3 4-12 16,-7 1-13-16,8-1-23 0,-8 1-25 0,13 1-30 15,-13-1-20-15,9 2-10 0,-9-2-18 0,7 7-18 0,-5-1-9 16,-2-6-3-16,2 10 2 0,-2-3-3 15,0-7 13-15,-2 11 11 0,-1-4 10 0,3-7 15 16,-4 12 17-16,2-7-2 0,-3 1 22 0,5-6 3 16,-4 9 4-16,4-9 2 0,-3 8 4 0,3-8 4 0,-3 5 1 15,3-5-12-15,0 0-6 0,0 0 7 0,0 8-8 16,0-8-9-16,0 0-10 0,12 4-16 0,1-5-15 16,4 0-47-16,4-1-120 0,8 1-198 15,2-4 89-15</inkml:trace>
  <inkml:trace contextRef="#ctx0" brushRef="#br0" timeOffset="-184390.84">29557 11342 170 0,'0'0'229'16,"0"0"-17"-16,0 0-21 0,11-9-17 0,-3 9-9 15,3 2-20-15,0-1-10 0,6 0-17 0,1 1-9 16,1-1-14-16,3 2-20 0,-3-2-29 0,0 1-34 16,0-2-23-16,-6 1-27 0,2-1-21 0,-3-1-23 15,0 1-17-15,-4-1-5 0,-1-1-4 0,-7 2 0 16,8-1 2-16,-8 1 8 0,0 0 5 0,0 0 13 15,0 0 16-15,-2-10 12 0,2 10 12 0,0 0 9 16,0 0 17-16,-15-5 14 0,15 5 14 0,-9-2 14 16,9 2 15-16,-8-2 2 0,8 2 11 0,0 0-7 15,0 0 4-15,0 0 17 0,-11 7 23 0,9-1 11 16,-1 3-3-16,-2 1 6 0,0 2-2 0,-2 4 4 16,0 2 6-16,2 7-4 0,-3 0-9 0,0-1-2 0,-1-1-4 15,-1 1-11-15,5-5-5 0,0-2-3 0,0 0-8 16,-2 0-6-16,2 1-5 0,0-1-6 15,3-5-4-15,-2 0-6 0,0-1-3 0,0-2 3 16,3-4-9-16,-4 1-5 0,5-6 0 0,-4 9-1 0,4-9-3 16,-5 3-2-16,5-3-3 0,-9 3-4 0,9-3-5 15,-14-2-5-15,14 2 0 0,-16-3-6 0,10-2 2 16,-3 3-2-16,3-2-7 0,-2-2 3 16,2 2-1-16,-2 0 0 0,3-1 2 0,5 5-1 0,-9-6-1 15,9 6 1-15,-5-3-3 0,5 3 5 0,0 0 1 16,0 0-4-16,0 0 1 0,0 0 3 0,0 0 0 15,16 10 2-15,-8-8-1 0,2 5 2 0,2-4-15 16,6 2-19-16,-5-2-16 0,7 2-24 0,2 1-19 16,-2-5-20-16,2 1-8 0,6 1-7 0,-8-3-5 15,0 0 4-15,1-1 1 0,-2-1 7 0,-2 0 8 16,0 1 14-16,-5-1 5 0,2 0 7 0,-2-2 14 16,-2-2 13-16,3 1 7 0,-4-1 19 0,-3 2 31 15,0 1 13-15,1-3 19 0,-3 1 21 0,1 3 18 16,-5 2 10-16,8-5 3 0,-8 5-2 0,4-4-4 15,-4 4-5-15,0 0 9 0,0 0 11 0,0 0 2 16,0 0-3-16,0 0-2 0,0 0 5 0,0 0 2 16,-9 25 7-16,5-19-7 0,0-2 1 0,0 3 2 15,-1-2-11-15,5-5-4 0,-8 8 4 0,6-4 3 0,2-4 6 16,0 0 7-16,-5 6 10 0,5-6-8 0,0 0-15 16,0 0-3-16,0 0-12 0,0 0-6 15,-8-15-7-15,7 7-4 0,1 8-8 0,2-13 0 16,1 5-12-16,-1-2-1 0,4-1-12 0,1 1-2 0,5-7-3 15,-2 4 1-15,3-1-25 0,3 0 11 0,0 1-3 16,3 2-4-16,0 3 0 0,-1 0-4 0,1 2 5 16,1 4-6-16,-3 1-1 0,1 4 0 15,-7 2 1-15,1 1-1 0,-1 2-2 0,-3 1 3 0,0-1 4 16,1 7-6-16,-5-5 2 0,-1 3 3 0,0 0 5 16,-2 0-8-16,1-2 4 0,-1-1 1 0,-1 1 2 15,0-5-4-15,0-6 1 0,0 11 4 0,0-5-1 16,0-6 9-16,0 0 1 0,0 0 1 0,-3 10-14 15,3-10 12-15,0 0 6 0,0 0-8 0,0 0-7 16,0 0 4-16,0 0-4 0,0 0-4 0,3-28-11 16,1 19-4-16,1 0 0 0,4 0-4 0,-2-1 1 15,4 1-1-15,4-5-4 0,-2 5 5 0,3-1-1 16,-2 1-4-16,-1 3 6 0,0 2 2 0,-4 1 2 16,2 3-4-16,-3 0 2 0,-8 0 5 0,18 3-4 15,-9 1 1-15,-1 4 3 0,-2-1 4 0,0 3 1 0,1 0-1 16,-4 0 1-16,3 1 2 0,-4 3-5 15,1-6-9-15,-2 4-22 0,2 0-29 0,-3-1-28 16,1 2-30-16,-2-1-36 0,-2 0-34 0,1 1-31 16,-4-2-34-16,-4 4-191 0,1-5-493 0,-4 1 218 0</inkml:trace>
  <inkml:trace contextRef="#ctx0" brushRef="#br0" timeOffset="-184192.78">29732 11919 1 0,'-12'1'196'0,"2"1"-5"0,1 1-4 16,4-1 7-16,5-2-3 0,0 0 0 0,0 0-5 16,19 12-10-16,9-10-13 0,5 3-10 15,20 0-12-15,6-2-12 0,6-3-14 0,0 1 13 0,-1-1-18 16,-2 0-6-16,0 1-14 0,-7-1-6 0,-5 2-8 16,-12-1-20-16,-4-1-41 0,-3 3-43 0,-5 0-50 15,-8 0-59-15,-6 0-47 0,0 1-46 16,-6-1-140-16,-1-1-402 0,-5-2 178 0</inkml:trace>
  <inkml:trace contextRef="#ctx0" brushRef="#br0" timeOffset="-183904.47">29755 12168 52 0,'0'0'266'0,"0"0"-10"16,-11-1-3-16,11 1-6 0,0 0-1 15,-1 8-4-15,1-8-6 0,0 0-21 0,14 16-21 0,-4-7-19 16,-1 0-13-16,2 5-16 0,-4 0-11 0,5 2-11 16,-6-3-14-16,-2-1-10 0,1 4-7 0,-2-3-6 15,-3-1-5-15,-3 1-4 0,-1 2-4 0,-1-3-6 16,-1-2-10-16,-1 0-1 0,-4 2 4 0,2-2-4 16,-3 1-5-16,-2-4-8 0,0 0 3 0,2-2 11 15,-5 3-20-15,-1-4-12 0,6 1 2 0,-1-2-6 16,1-1-24-16,0-1-33 0,1-1-29 0,11 0-40 15,-17-3-40-15,9 1-38 0,1-1-37 0,7 3-39 16,-6-7-46-16,6 7-176 0,4-12-519 0,-4 12 229 16</inkml:trace>
  <inkml:trace contextRef="#ctx0" brushRef="#br0" timeOffset="-183670.66">29931 12261 106 0,'6'-4'320'0,"0"0"-10"0,-3 1-5 16,-3 3-12-16,8-7-16 0,-8 7-24 0,6-6-20 15,-6 6-20-15,7 0 6 0,-7 0-4 0,0 0-9 16,10 10-9-16,-5-2-17 0,-2-1-14 0,-1 2-15 16,1 1-16-16,-2 0-15 0,2 0-10 0,-3 3-9 15,1-3-10-15,-1 1-10 0,0 0-8 0,0 0-6 16,0 0-9-16,0-1 1 0,-1 0-11 0,1-3-1 16,0-7-22-16,0 16-16 0,-2-10-30 0,2-6-34 15,-1 9-22-15,1-9-26 0,-3 7-18 0,3-7-18 16,0 0-38-16,-3 7-39 0,3-7-35 0,0 0-36 15,0 0-28-15,0 0-170 0,-12-17-524 0,11 9 232 16</inkml:trace>
  <inkml:trace contextRef="#ctx0" brushRef="#br0" timeOffset="-183510.72">29821 12201 136 0,'-10'-3'201'15,"3"0"-15"-15,1 0-7 0,6 3-14 0,-10-3-8 16,10 3-8-16,0 0-6 0,0 0-9 0,0 0-10 0,25-3-6 15,-3 4-20-15,14-3-13 0,2-1-31 16,13 2-38-16,2-7-32 0,-1 4-38 0,3-2-37 16,0 2-24-16,-1-5-38 0,-4 2-100 0,-1-4-274 15,-11 5 122-15</inkml:trace>
  <inkml:trace contextRef="#ctx0" brushRef="#br0" timeOffset="-179921.22">17130 12435 81 0,'0'0'185'0,"-8"-2"-9"15,8 2-10-15,0 0 1 0,-9-1-19 0,9 1-11 16,0 0-7-16,0 0-7 0,0 0-10 0,0 0-12 16,0 0-8-16,22-6-14 0,-7 6-2 0,3-3-7 15,5 2-9-15,4-3-10 0,-6 1-13 0,8 2-20 16,-10-1-25-16,3 1-14 0,-3 0-20 15,-1-1-15-15,-1 1-6 0,0 1-17 0,-3 0-11 0,-1-2 0 16,-2 1 0-16,-4 0 2 0,0-1 4 0,-7 2 2 16,11-3-2-16,-11 3 2 0,6-4 10 0,-6 4 5 15,0 0 3-15,0 0 14 0,0 0 0 0,-4-11 13 16,4 11 6-16,0 0 9 0,-13-7 15 0,8 3 15 16,5 4 10-16,-12-3 13 0,4 2 5 0,8 1 19 15,-14 1-4-15,14-1 1 0,-14 0 3 0,7 2 0 16,7-2-6-16,-11 6 14 0,6-1 2 0,-4 3 6 15,2 2 7-15,2 1 5 0,-4 4 9 0,2 2-9 16,2 2 1-16,-2 5-1 0,1-5-4 0,2 6-3 16,-1 0-7-16,1-5-3 0,2-1-3 0,-1 0-6 15,2-2-5-15,-1 2-7 0,1-4 0 0,1 0-2 16,-1-3-10-16,1 0 2 0,1-3-4 0,-5 1-1 16,4-3-5-16,0-7 2 0,0 12-4 0,0-12-2 15,-1 9 1-15,1-9-3 0,0 8 2 0,0-8-2 16,-4 4-7-16,4-4 2 0,0 0 0 0,-14 1-2 15,14-1-1-15,-14-3 0 0,14 3-3 0,-19-4 15 16,9 2-3-16,1-2-3 0,-3 0 2 0,2 2-5 16,0-1 0-16,1 2-2 0,9 1-1 0,-12-4 1 15,7 2-3-15,5 2-3 0,-9-3-2 0,9 3 1 16,0 0-3-16,-7-1 0 0,7 1-3 0,0 0 5 0,0 0 0 16,0 0-3-16,0 0-2 0,28 1 3 0,-14-2-9 15,4 1-18-15,1 0-6 0,1-1-30 0,3-1-13 16,5 2-24-16,-1-1-18 0,-5 0-17 15,-2-1-9-15,1 1-10 0,-1-2-5 0,-2-1 5 0,0 1-4 16,-6-1 12-16,2 1 11 0,-4-1 8 0,0 1 11 16,0-1 21-16,-3 0 22 0,-1 2 26 15,-6 2 20-15,9-6 25 0,-9 6 6 0,9-3 8 16,-9 3 8-16,4-3-1 0,-4 3 15 0,0 0 14 16,0 0 4-16,0 0 7 0,0 0 19 0,0 0 6 0,-5 22 0 15,2-15-3-15,3-7-1 0,-6 13 0 0,3-6 6 16,2 0 3-16,-2 0-1 0,1 0-7 15,2-7-1-15,-4 10-6 0,4-4-6 0,0-6 2 0,-3 9-9 16,3-9 5-16,0 0 5 0,-2 8 17 16,2-8 12-16,0 0 16 0,0 0-6 0,0 0-19 0,0 0-8 15,0 0-9-15,0 0-6 0,0 0-4 0,0 0-11 16,-3-29-1-16,4 20-3 0,-1-1-6 0,3-2-6 16,1 1-5-16,0-1-3 0,1-2-1 15,0-2-6-15,4 2 0 0,-3 1-5 0,5 0-1 0,-4 3-5 16,3 1 4-16,-1 2-3 0,0 1-11 0,2 3 9 15,-1 1-9-15,1 2-1 0,-3 2-4 0,2 1 2 16,-1 2 0-16,1 0 2 0,-1 2-1 0,0 0 0 16,-2 2 2-16,0 0-1 0,-2-2-2 0,1 3 0 15,-4-1 2-15,-1-2-3 0,1-1-1 0,-2-6 1 16,2 10 4-16,-2-10 1 0,2 8-1 0,-2-8 2 16,0 0 4-16,0 8 2 0,0-8-1 0,0 0 1 15,0 0-3-15,0 0-6 0,0 0 5 0,0 0-3 16,0 0-6-16,0 0-2 0,0 0 3 0,6-29-10 15,0 21-8-15,1-3 3 0,4-2-6 0,2-1-7 16,1-1-1-16,1 2 4 0,1 1 3 0,0 1 1 16,0 1 2-16,1 3 0 0,-1 2 2 0,-5-1 0 15,0 5 4-15,-1 1-6 0,-1 0 2 0,-3 4 2 16,1 0 8-16,0 3-2 0,0 0 4 0,-1 1-3 16,-1 3 3-16,-1-1-2 0,-3 1 5 0,2 0-1 15,-2 1 2-15,-1 2-2 0,0-2-6 0,-1 0-22 16,-1-2-26-16,0 0-35 0,-1-1-43 0,1 0-49 15,0-2-44-15,1 1-226 0,-3-4-492 0,4-4 218 16</inkml:trace>
  <inkml:trace contextRef="#ctx0" brushRef="#br0" timeOffset="-179660.01">18195 12335 96 0,'2'-7'273'0,"-1"1"-27"0,-1 6-21 0,3-8-16 16,-3 8-11-16,0 0 16 0,0 0 9 0,0 0 6 16,0 38 3-16,-2-18-16 0,1 8-19 0,-3 2-9 15,-2 2-17-15,-1 0-14 0,1 1-11 0,-2-1-9 16,1 1 3-16,-3-3-36 0,3 1-6 0,1-3-18 16,-1 0-2-16,2 0-15 0,-5-2-1 0,5-2-4 15,1-6-7-15,1 2-1 0,1-4-41 0,-1 0-26 16,1-2-28-16,-2-3-55 0,1 5-40 0,1-3-42 15,-2-2-55-15,4-2-30 0,-1 1-44 0,-2-1-165 16,3-9-515-16,0 0 229 0</inkml:trace>
  <inkml:trace contextRef="#ctx0" brushRef="#br0" timeOffset="-178628.64">18405 12576 194 0,'0'0'193'0,"-1"-7"-2"0,1 7-11 15,0 0-6-15,0-11-17 0,0 11-9 0,0 0-5 16,0-11-4-16,0 11-2 0,1-7-8 0,-1 7-5 16,0 0-9-16,1-7-5 0,-1 7-11 0,0 0-5 15,7-6-6-15,-7 6-9 0,6-2-4 0,-6 2-6 16,12 1-5-16,-12-1-4 0,14 4-8 0,-8 1 0 15,1-3-3-15,0 2-5 0,-2 1-4 0,3 3-3 16,-3-1-3-16,0 0 0 0,-1 1-1 0,0-1-3 16,-3 2-4-16,0-2-2 0,-1-7-1 0,-1 15 4 15,1-8-4-15,-5 2 0 0,1 1-4 0,0 0-4 16,-2-2 3-16,1 0-3 0,1-3 2 0,-1 3-9 16,-3-4 2-16,3 2 1 0,0 1-5 0,-2 0 2 15,2-3-2-15,-2 1 3 0,2 0-4 0,-3 2-2 16,3-4-1-16,0 1 2 0,-2-1 1 0,7-3-1 15,-6 7-3-15,2-2 0 0,4-5 1 0,-6 5 2 16,6-5-2-16,-5 5 2 0,5-5-5 0,-8 4 3 16,8-4 0-16,0 0-1 0,-6 6 2 0,6-6-3 15,0 0 3-15,-4 5-3 0,4-5-3 0,0 0 0 16,0 0 5-16,-5 4-2 0,5-4 1 0,0 0 0 16,0 0 1-16,0 0-1 0,-6 7-1 0,6-7-2 15,0 0 3-15,-3 4-3 0,3-4-1 0,0 0 0 16,0 0 3-16,-7 5 0 0,7-5 2 0,0 0-1 15,0 0 2-15,0 0-4 0,0 0 4 0,0 0 0 16,0 0-2-16,-5 4 0 0,5-4 0 0,0 0 4 16,0 0-7-16,0 0 4 0,0 0-1 0,0 0-1 15,0 0-1-15,0 0-2 0,0 0 3 0,0 0-2 16,0 0 2-16,0 0 0 0,0 0 0 0,0 0 0 16,0 0-2-16,0 0 3 0,0 0 0 0,0 0-4 15,0 0 4-15,0 0-1 0,0 0 5 0,0 0-1 16,0 0 7-16,14 6-4 0,-14-6 10 0,14 0-5 15,-2 3 1-15,-1-2 4 0,1-1 0 0,0 0 6 16,5 2-6-16,-2-4 0 0,-2 4 5 0,5-2 2 16,-5-2-8-16,5 4 0 0,-5-4 2 0,-1 2-7 15,1-1 6-15,-2 0-3 0,-1 1-3 0,-1 0 14 16,1 0-13-16,-10 0 4 0,15-2-4 0,-15 2 4 0,9 0-1 16,-9 0 3-16,8 0 11 0,-8 0-12 0,0 0 4 15,9 0 4-15,-9 0 0 0,0 0-9 16,0 0 2-16,0 0 0 0,0 0-3 0,0 0-4 15,0 0 1-15,7 2-8 0,-7-2-4 0,0 0-14 16,0 0-19-16,0 0-26 0,0 0-31 0,0 0-35 16,0 0-37-16,0 0-48 0,0 0-50 0,0 0-55 0,0 0-164 15,0 0-519-15,0 0 230 0</inkml:trace>
  <inkml:trace contextRef="#ctx0" brushRef="#br0" timeOffset="-177692.14">17220 13076 143 0,'-6'1'149'0,"6"-1"-5"0,-12 0-4 15,4 0-5-15,8 0 0 0,-13 2-5 0,13-2-3 16,-9 0-3-16,9 0-9 0,0 0-5 0,-9 2-8 16,9-2-9-16,0 0-1 0,0 0 1 0,0 0 6 15,0 0-3-15,34 5-1 0,-7-1-4 0,9-4-4 16,5 1-5-16,18 0-4 0,2 1-6 16,3 2-2-16,29-10-3 0,-26 6-4 0,31-1-5 0,-7 1-4 15,-2 4-2-15,-24-4-2 0,29 3-6 0,-30-5-3 16,2 2-1-16,2 0-4 0,24 2-7 0,-35-2 1 15,3 2-3-15,-2-2-3 0,-6 0-1 0,1-2 6 16,-18 2-10-16,0 0 1 0,-3 0 3 0,-3 0-4 16,-2 0 4-16,-8 0-6 0,-5 2-5 0,-2-1 6 15,-1-2-7-15,-3 1-2 0,-8 0 1 0,13 1 2 16,-13-1-3-16,13-1-1 0,-13 1-13 0,0 0-13 16,0 0-26-16,0 0-25 0,0 0-28 0,0 0-33 15,0 0-39-15,-39 0-34 0,23 0-39 0,-3 1-175 16,-2 2-452-16,-2 0 200 0</inkml:trace>
  <inkml:trace contextRef="#ctx0" brushRef="#br0" timeOffset="-176408.99">17301 13451 166 0,'0'0'198'0,"0"0"-12"16,-4-6-10-16,4 6-12 0,0 0-13 15,-6-4-16-15,6 4-7 0,0 0-10 0,0 0-9 16,0 0 0-16,0 0-7 0,0 0-8 0,29 0-7 16,-11 0-8-16,2-1-6 0,0 0-9 0,6-1-6 0,2 1-2 15,1-2-11-15,-8 3-15 0,0-1-24 16,-1-1-23-16,-1 2-24 0,-6 0-22 0,-3 0-25 15,1 0-19-15,-4-2-6 0,-7 2-5 0,11 0 2 16,-11 0-8-16,0 0 6 0,0 0-2 0,0 0 6 16,0 0 5-16,0 0 7 0,0 0 9 0,0 0 10 0,0 0 11 15,-30 4 11-15,30-4 16 0,-13 0 16 0,13 0 13 16,-14 1 17-16,7-1 15 0,7 0 7 16,-13 1 7-16,13-1 11 0,-14 2 3 0,9-1 10 0,5-1 2 15,-13 3 8-15,8 1 16 0,-2-1 5 16,2 5 5-16,1-1 8 0,1 4-3 0,-3 1 13 0,3 2-3 15,-1 4 4-15,-1 0-1 0,1 0-3 0,0 0-1 16,1 1 1-16,2 5-15 0,1-4-8 0,0-3-2 16,-1 0-6-16,1 0-3 0,2-1-5 0,-3 3-6 15,2-2 0-15,2 0-7 0,-2-5-9 0,-1-1-1 16,0 1-3-16,0-3-3 0,0-2-6 0,0 1-2 16,0-8 0-16,-1 12-3 0,0-7-5 15,1-5-3-15,-2 9 2 0,2-9-4 0,-5 8 2 0,5-8-2 16,-7 6-4-16,-2-5-6 0,1 2-4 15,8-3-5-15,-15 0-2 0,5 0-4 0,-1 1-2 0,11-1-3 16,-20-3 2-16,8 1-1 0,2-1 3 0,1 0 1 16,0-1 0-16,3 0 0 0,-1 1 4 0,7 3-4 15,-11-3 6-15,11 3-4 0,-8-5 3 0,8 5-1 16,-5-2-3-16,5 2 1 0,0 0-4 0,-6-4 3 16,6 4-1-16,0 0 0 0,0 0 1 0,0 0 2 15,0 0-1-15,27 8 2 0,-15-5 1 0,0 0-2 16,3-2 0-16,-2 1-12 0,6 0-11 0,-6 0-16 15,2 0-23-15,-3 0-9 0,3-2-18 0,-3 0-7 16,1 0-6-16,-2 0 0 0,0 0 3 0,1-2 4 16,-1 0 9-16,1 0 4 0,-1 0 13 0,0-1 4 15,0-3 5-15,-2 2 11 0,0 0 2 0,-3 0 18 16,-2 2-2-16,-4 2 11 0,9-5 14 0,-9 5 11 16,9-4 9-16,-9 4 13 0,0 0 3 0,8-5-9 15,-8 5 6-15,0 0 14 0,0 0 13 0,5 11 1 16,-5-11 6-16,0 9-1 0,0-9 7 0,-1 14-2 15,-1-5-1-15,1-4 2 0,0 4 0 0,1-9-1 16,-1 14 0-16,-1-8 0 0,2-6-5 0,-2 11-5 16,0-6 5-16,2-5 9 0,-1 7 13 0,1-7 12 15,0 0 11-15,-1 7-13 0,1-7-9 0,0 0 7 16,0 0-12-16,0 0-8 0,0 0-3 0,0 0-9 16,-4-21-1-16,4 21-7 0,3-19-2 0,-1 13-2 15,1-4-4-15,2-2-5 0,0-2-6 0,1 0-2 16,1 2-1-16,0-2 2 0,0 6-8 0,-1 0-2 15,3 0-5-15,-1 3 1 0,-2 2-1 0,2 1-5 16,1-1-1-16,-9 3 4 0,15 4-7 0,-8-2 3 16,1 4 0-16,-4 0-3 0,4 2 2 0,-3 3 2 15,0-3-2-15,0 2 1 0,2-1-2 0,-5-1 6 16,1 0 1-16,-2-2-4 0,0 1 0 0,-1-7 3 16,4 7 4-16,-4-7-4 0,0 7 6 0,0-7 6 15,0 0 3-15,3 6 7 0,-3-6-9 0,0 0-3 16,0 0-2-16,0 0 1 0,0 0-5 0,0 0-8 15,1-22 5-15,2 15-7 0,2-1 4 0,2-4-14 16,1-1-1-16,1-2-2 0,6 0-3 0,-3 1-3 16,3 1 1-16,0 1-1 0,3 1 3 0,-4 1 2 15,-2 4 1-15,1 2-4 0,-3 1-1 0,1 0 3 16,-3 3 1-16,-8 0 1 0,13 4 2 0,-4 1-3 0,-2 2 8 16,0 0-6-16,-3-2 3 0,1 6 0 0,-3 0 1 15,2 3 2-15,-1 0 0 0,-2-5-3 16,0 3-12-16,-1-1-28 0,-1-2-20 0,-3 0-32 15,3 1-36-15,-2-2-36 0,2-2-44 0,1-6-33 16,-4 10-184-16,2-7-467 0,2-3 207 0</inkml:trace>
  <inkml:trace contextRef="#ctx0" brushRef="#br0" timeOffset="-176147.7">18190 13552 62 0,'2'-7'284'0,"-2"-1"-11"0,0 8-18 0,1-11-21 16,-1 11-17-16,0 0-14 0,0 0-5 0,0 0 3 16,0 0-2-16,0 0 0 0,-9 33-7 0,5-16 1 15,2 3-12-15,-2 8-18 0,0 3-6 0,-3 1-16 16,1 15-15-16,0-15-9 0,1 0-13 0,-1 0 4 16,0-2-33-16,-2 0 9 0,2-1-8 0,-2 1-11 15,2-2-7-15,-1-4-3 0,2 0-11 0,0-6 11 0,3 0-27 16,1-6-10-16,-2 1-40 0,2-4-36 15,-1-2-44-15,1 2-33 0,-1-4-32 0,2-5-33 0,-2 10-32 16,2-10-36-16,0 0-45 0,0 0-165 0,0 0-519 16,0 0 230-16</inkml:trace>
  <inkml:trace contextRef="#ctx0" brushRef="#br0" timeOffset="-175892.76">18353 13753 176 0,'6'-6'251'16,"-1"2"2"-16,4-2-3 0,-3 3-15 16,1-1-12-16,2 0-18 0,-2 1-16 0,-7 3-10 15,17 3-9-15,-8-1-11 0,0 2-11 0,0 1-7 0,1 1-15 16,-1 4-3-16,-4-1-8 0,2 5-6 16,-5-3-7-16,1 1-3 0,-2 0-13 0,0 2 4 15,-1-3-14-15,-1 0-9 0,-2-1-7 0,-2 1-4 16,1-2-5-16,-1 0-7 0,-2 1-14 0,2-1-28 0,-3-2-36 15,0 0-31-15,3-3-40 0,-1 0-33 0,1-1-33 16,5-3-31-16,-9 1-36 0,9-1-27 0,0 0-169 16,0 0-468-16,-7-12 208 0</inkml:trace>
  <inkml:trace contextRef="#ctx0" brushRef="#br0" timeOffset="-175689.19">18562 13714 177 0,'4'-6'240'0,"-1"1"-5"16,-3 5-14-16,5-6-19 0,-5 6-18 15,4-5 0-15,-4 5 11 0,0 0 2 0,0 0 8 16,11 13-1-16,-8-4-7 0,-1 0-5 0,-2 4-9 0,3 2 2 16,-2 2-15-16,0-1-1 0,-1-3-29 15,2 3-8-15,-4-1-18 0,4 0-11 0,-4 1-4 16,2-6-14-16,0 3-5 0,-1-4 2 0,0 2-34 16,2-1-29-16,-2-3-38 0,-2 0-23 0,3-7-35 15,-2 10-34-15,2-10-45 0,-7 7-54 0,7-7-60 0,0 0-63 16,-13 0-171-16,13 0-546 0,0 0 241 0</inkml:trace>
  <inkml:trace contextRef="#ctx0" brushRef="#br0" timeOffset="-175528.45">18505 13663 16 0,'5'-6'228'0,"-5"6"-7"0,9-6-14 16,-2 5-18-16,1 0-15 0,4 0-23 15,0-3-11-15,2 3-34 0,7-2-47 0,-2-1-52 0,2-2-47 16,5-1-80-16,1 1-103 0,1-2-243 0,0 0 108 16</inkml:trace>
  <inkml:trace contextRef="#ctx0" brushRef="#br0" timeOffset="-175085.12">19162 12647 59 0,'-3'-10'246'15,"-1"3"-6"-15,2 1-16 0,2 6-23 0,-4-8-23 16,4 8-12-16,0 0-12 0,0 0-3 0,10 23-1 16,3 0-4-16,1 6-2 0,8 17-4 0,-3 2-4 15,1 4-9-15,-6 3 1 0,4 24-3 0,-8-21 2 16,-3 0-7-16,0 1-1 0,0 21-12 0,-6-25-10 15,0 0-6-15,1-2-9 0,-4-3-9 0,-1 0-7 16,-4 0-2-16,1-3-9 0,-2 1-8 0,0-14 0 16,-7 16 3-16,-3 0-5 0,-1-7-8 0,-1-1-2 15,2-10-11-15,0 0-1 0,-5-2-20 0,4-2-29 16,-4-4-21-16,1-1-29 0,-2-2-32 0,-1-2-41 16,2-2-45-16,5-7-46 0,1-1-56 15,-10-2-187-15,9-4-521 0,-1-3 231 0</inkml:trace>
  <inkml:trace contextRef="#ctx0" brushRef="#br0" timeOffset="-174600.45">19659 12426 30 0,'0'0'198'0,"0"0"-11"16,15 6-8-16,-9-2-13 0,1 0-18 0,2 2-5 15,1 1-5-15,-2-1-10 0,1 0-7 0,-2 4-10 16,2-1-9-16,-2 1-6 0,-1-1-11 0,-1 1-5 16,-1-1-4-16,-2 1-2 0,-2-1 3 0,0 3 2 15,-2-3 0-15,-1 1-2 0,-2-1 4 0,0-1-12 16,1 0 3-16,-1-2-5 0,-2 0 3 0,3-1-4 15,-3 0-3-15,4 0-6 0,3-5-8 0,-7 9-2 16,5-5-5-16,2-4-5 0,-4 6-3 0,4-6-3 16,0 0 3-16,1 10-6 0,-1-10-3 0,10 5-5 15,3-4-15-15,0 2-30 0,8-3-26 0,9 0-38 16,4 0-38-16,0 0-38 0,3 0-60 0,0 0-207 16,-1-5-467-16,3 2 206 0</inkml:trace>
  <inkml:trace contextRef="#ctx0" brushRef="#br0" timeOffset="-174293.1">20364 13154 239 0,'0'0'256'0,"0"0"-11"15,0 0-13-15,0 0-19 0,-2 5-16 16,2-5-17-16,0 0-11 0,0 0 3 0,14 4-9 16,-2-1-14-16,9-3-16 0,7 2-9 0,5-1-12 15,3-1-14-15,14 0-9 0,-11-1-11 0,13-1-27 0,-13-2-32 16,0 1-41-16,-1 0-40 0,-2-2-52 15,-2-2-51-15,-3 0-53 0,-4-3-172 0,1 1-422 16,-3-5 187-16</inkml:trace>
  <inkml:trace contextRef="#ctx0" brushRef="#br0" timeOffset="-174074.64">21352 12746 1959 0,'5'-14'151'0,"2"4"-12"0,-4-1-27 15,0 4-21-15,0 1-16 0,-3 6-12 0,2-10-13 0,-2 10 3 16,0 0 16-16,0 0 24 0,0 0 8 0,0 0-1 16,-2 34-3-16,-5-10-4 0,2 2-2 15,-1 0-12-15,-1 2-4 0,1 0 1 0,-2-1-14 16,2 3-11-16,2-1 8 0,-1 4-37 0,2-2-36 0,3-3-39 16,0-1-39-16,0 1-50 0,-1 0-47 0,4-2-47 15,-3-1-40-15,-2 3-185 0,1-4-497 0,-2 3 221 16</inkml:trace>
  <inkml:trace contextRef="#ctx0" brushRef="#br0" timeOffset="-173303.4">12226 15324 14 0,'-13'1'219'0,"13"-1"1"0,-10-1-10 0,10 1-8 15,0 0-13-15,-11 0-8 0,11 0-14 16,0 0-12-16,0 0-12 0,0 0-8 0,0 0-11 16,0 0-11-16,0 0-9 0,0 0-11 0,43-6-7 15,-21 6-10-15,-2-3-15 0,2 3-38 0,1-2-42 16,-5 2-60-16,2-4-62 0,-2 4-65 0,-6 3-139 0,-1-2-374 15,-10 1 165-15</inkml:trace>
  <inkml:trace contextRef="#ctx0" brushRef="#br0" timeOffset="-173131.44">12165 15517 69 0,'-8'3'220'0,"8"-3"-3"0,0 0-15 15,-3 6-14-15,3-6-12 0,0 0-15 0,0 0-15 16,15 3-14-16,-3-2-16 0,1-1-37 0,5-1-39 16,0-1-52-16,1 1-52 0,0-1-50 0,1-2-146 15,-3 2-280-15,-4 0 124 0</inkml:trace>
  <inkml:trace contextRef="#ctx0" brushRef="#br0" timeOffset="-171678.84">15288 15095 116 0,'-19'-5'131'0,"-4"1"-4"0,5 1 3 0,-1 0 7 16,6 0-3-16,0 1-2 0,3 0-6 15,1 1-9-15,9 1-2 0,-13-3-10 0,13 3-14 0,-9-2-7 16,9 2-6-16,0 0-4 0,0 0-4 15,0 0-2-15,0 0-6 0,0 0 3 0,44 2-4 16,-14-4-5-16,5 2-2 0,3 0-3 0,16 2-5 16,3-4-1-16,4 2-3 0,-1-1-4 0,2-1-2 0,1 1-5 15,2-4-1-15,32 0 6 0,5-7-1 16,7 6-2-16,9-2 2 0,4-2 3 0,7 5-4 16,2-5 4-16,4 3-11 0,5-2 1 0,3 0-1 15,2 1 0-15,6 1-1 0,0 3-6 0,6-5 2 16,-1 5 0-16,2-5-2 0,9 4-1 0,-5-1-5 0,4-1 1 15,-1 2 1-15,4-3 4 0,-1-1-5 0,-4 1 1 16,-2-1-2-16,-11 3 5 0,-8-1 6 16,0 4-1-16,-7 2 1 0,-10-3-1 0,-5 4 1 15,-10 0 5-15,-8-1 9 0,-11 1-5 0,-30 0-3 16,-2 0-4-16,-3 4 1 0,-3-3-7 0,-18 3-1 0,-6-3-2 16,-2-1-3-16,-11 1-12 0,-6 0-23 0,0 0-11 15,-9 1-16-15,-2-2-26 0,0 0-35 16,0 0-46-16,-27 16-56 0,-1-10-54 0,-9 1-161 15,-15-1-461-15,-8 0 203 0</inkml:trace>
  <inkml:trace contextRef="#ctx0" brushRef="#br0" timeOffset="-170760.54">15246 15067 30 0,'0'0'178'0,"0"0"-14"0,0 0-14 0,-4-5-7 0,4 5 5 15,0 0 12-15,0 0-2 0,-7 18-8 16,6-7-7-16,-5 6-4 0,2 3-6 0,-2 8-11 16,-1 1 4-16,-2 7-9 0,-2-3-5 0,-2 15-12 15,7-3-3-15,-3-11-7 0,-1 13-6 0,0 0-7 16,1-1-2-16,1 3-9 0,-4-3-4 0,1 0 0 15,2-2-6-15,-4 2 0 0,1 0-3 0,3-3-5 16,-1-8-9-16,-1 9-4 0,1-10-2 0,3 1 1 16,-3-2-3-16,4 1 0 0,0 0-3 0,-1-2-1 15,4-6 28-15,1-1-3 0,0-5-8 0,1-4-2 16,0 1-8-16,1-5-1 0,0 1 3 0,0-3-13 16,-3-3 3-16,1 1-1 0,0 2-1 0,0-4-13 15,-1 1 23-15,2 0-2 0,1-7 6 0,-5 12-4 16,2-9 2-16,-1 3 1 0,-2-3 4 0,6-3-6 15,-7 8 7-15,0-7-7 0,7-1 3 0,-11 2-1 16,11-2 8-16,-12-1-8 0,12 1-4 0,-13-3 1 16,4-3 9-16,0 1-16 0,0-1 2 0,-1-3 2 15,-2-3-5-15,-4 2 4 0,2-4-7 0,1 1 2 16,-6-6 0-16,-2-2-9 0,0 2 2 0,-2-7-10 16,-1 7 11-16,-2-3-6 0,-1-1-11 0,-1 3-1 15,-1-1 1-15,-2 3 3 0,0 1-2 0,1-2 1 16,-1 6-14-16,-3 0 12 0,3 2-6 0,1 2-12 15,4 2-16-15,-1-1-13 0,8 4-27 0,2-1-31 16,5 0-23-16,1 3-38 0,11 2-45 0,-13-2-52 16,13 2-32-16,-4 0-28 0,4 0-187 0,0 0-550 15,0 0 244-15</inkml:trace>
  <inkml:trace contextRef="#ctx0" brushRef="#br0" timeOffset="-170198.27">16179 15348 45 0,'0'0'211'15,"0"0"-11"-15,0 0-11 0,0 0-7 0,15 0-4 16,-15 0-7-16,13 6-10 0,-2 1-11 0,-3 0-11 15,1 1-11-15,1 6-2 0,-1 1-7 0,-2 1-10 16,-2 2-5-16,-3-2-3 0,0-1-1 0,-1 3-14 16,-2-1-4-16,-2-2-4 0,-1 1-5 0,2-3-9 15,-4-1-3-15,1 3-3 0,-6 0-5 0,4-4-7 16,0 0-3-16,2-2-5 0,-4 3-8 0,2-5-27 16,1 1-32-16,-1-1-28 0,4-2-37 0,-4 0-30 15,4-1-57-15,3-4-52 0,0 0-169 0,0 0-435 16,0 0 192-16</inkml:trace>
  <inkml:trace contextRef="#ctx0" brushRef="#br0" timeOffset="-169966.66">16462 15430 47 0,'5'-4'243'0,"1"0"-15"0,-6 4-13 15,4-4-16-15,-4 4-11 0,0 0 8 0,0 0 9 16,0 0-1-16,6 12-8 0,-6-12-9 0,-3 17-3 15,3-6-15-15,-1 1-6 0,0 1-29 0,-2 3 1 16,1 1-19-16,0 1-11 0,2 0-9 0,-2-3-12 16,2 1-4-16,-2 0-5 0,2-2-10 0,-1-2-18 15,1-1-24-15,1 1-25 0,-1-2-33 0,-1 0-32 16,0-1-33-16,1-9-37 0,0 12-40 0,-1-7-32 16,1-5-33-16,0 0-195 0,-4 8-471 0,4-8 209 15</inkml:trace>
  <inkml:trace contextRef="#ctx0" brushRef="#br0" timeOffset="-169784.6">16206 15367 124 0,'-4'-9'194'0,"4"9"-3"0,0 0-7 0,25-9-7 15,-4 4-12-15,9-2-18 0,6 4-15 0,3 0-12 16,-1 2-14-16,17-2-19 0,-18 5-39 0,0-5-40 15,0 4-51-15,-4 0-53 0,-5 1-53 0,-11 2-84 16,1-1-252-16,-8 1 112 0</inkml:trace>
  <inkml:trace contextRef="#ctx0" brushRef="#br0" timeOffset="-169568.82">15991 15931 241 0,'14'4'240'0,"0"-2"-23"0,14-5-16 0,7 3-16 0,3-2-16 16,17-2-20-16,5 0-15 0,-3-2-12 16,1 3-17-16,-6 1-31 0,-15 1-39 0,-2-3-45 15,-4 2-46-15,-5 1-46 0,-8-1-33 0,-4 2-127 16,-5 0-284-16,-2-1 127 0</inkml:trace>
  <inkml:trace contextRef="#ctx0" brushRef="#br0" timeOffset="-169230.42">16346 15954 70 0,'0'9'213'0,"0"-9"0"0,4 10 0 0,1 0-8 16,0-3-7-16,2 1-6 0,0 2-3 0,0 2-8 15,-2-3-14-15,0 3-5 0,-1 0-5 0,0-2-9 16,-1 2-12-16,-4 3-13 0,-1-3-10 0,-1-1-6 16,-2 1-8-16,-4 1-8 0,0 1-8 0,-5-1-9 15,1-7-4-15,-2 2-8 0,2 1-6 0,-3-2-6 16,3-1-4-16,1-2-7 0,-1 0 3 0,3-2-4 16,1-1-2-16,3 2 11 0,6-3-14 0,-12 0-3 15,12 0-5-15,-7-4 3 0,7 4-11 16,0 0 2-16,0 0-6 0,0 0 2 0,0 0 0 0,14-16-16 15,-4 11 11-15,3 5-2 0,1-1-5 0,5 0-1 16,0-1 2-16,3 2 6 0,1 0-7 0,-2 4 1 16,6-4-16-16,4 4-14 0,0-2-25 0,1-1-27 15,0 1-34-15,-2 1-38 0,1-3-31 0,-3-1-56 16,-1-2-47-16,-8 1-171 0,1-4-492 0,-3 2 218 16</inkml:trace>
  <inkml:trace contextRef="#ctx0" brushRef="#br0" timeOffset="-168953.25">16926 15553 138 0,'2'-13'281'0,"0"4"-21"0,3 2-16 15,-1 3-11-15,6 2-6 0,-10 2-5 0,22 9-6 16,-4 4-1-16,1 8-13 0,2 4-17 0,-2 2-19 0,-4 5-15 15,-2 0-16-15,-3 0-6 0,-3 2-17 0,-2-2-19 16,-4 0 1-16,-4 2-7 0,-2-4-11 16,1-1-7-16,-3 2-3 0,-1-1-10 0,-1-2-5 15,0 1 1-15,-2-4-10 0,-1 3-4 0,-3-4-10 16,1 2-24-16,-4-3-41 0,-3 0-24 0,1 0-29 16,-3-5-31-16,0 0-27 0,1 1-47 0,-1-5-38 15,7-2-39-15,-11 2-181 0,3-5-490 0,2-4 216 0</inkml:trace>
  <inkml:trace contextRef="#ctx0" brushRef="#br0" timeOffset="-168662.25">15895 15491 98 0,'-20'4'195'0,"-5"4"5"16,0 6-5-16,2 5-2 0,0 5 1 0,5 6-1 15,-4 12-6-15,3 2-6 0,4 1-12 0,6 3-3 16,0-4-13-16,5-10-14 0,4-1-4 0,3 0-13 16,-1-1-10-16,2-1-10 0,6-2-7 0,0 1-10 15,3-3-8-15,2-1-6 0,2-1-20 0,4-3-28 16,1-5-29-16,9 0-40 0,1-5-39 0,-1-4-42 15,3 1-48-15,7-5-74 0,12 1-159 0,-15-7-442 16,18-1 195-16</inkml:trace>
  <inkml:trace contextRef="#ctx0" brushRef="#br0" timeOffset="-168007.02">17321 15315 21 0,'13'0'211'0,"-3"-3"-5"0,2 3-18 16,-3 3-18-16,1 0-9 0,-2 4-10 0,2-1-11 15,-5 4-6-15,1-1-7 0,-2 4-6 0,-1-1-6 16,-2 0-2-16,-2 3-6 0,0 1-8 0,-3-1-6 0,0 0-7 16,0-2-2-16,-3-4-4 0,4 4-2 15,-2-3 7-15,0-1 1 0,1-4-8 0,1 1-7 16,-1-1-16-16,4-5 10 0,-4 6-11 0,4-6-3 15,0 0-2-15,2 11-6 0,-2-11-4 0,10 5-4 16,-1-5-13-16,5 3-25 0,5-2-39 0,0 0-37 16,4 1-46-16,7-2-71 0,0 1-63 0,-7-1-160 15,4 1-455-15,4-2 202 0</inkml:trace>
  <inkml:trace contextRef="#ctx0" brushRef="#br0" timeOffset="-167742.78">17913 15802 262 0,'0'0'319'0,"-13"-2"-16"0,13 2-18 0,-9-2-16 15,9 2-18-15,0 0-20 0,0 0-23 0,0 0-5 16,0 0-23-16,0 0-14 0,30-3-18 15,-16 2-14-15,6 1-7 0,7 0-15 0,2 0-25 0,1-2 2 16,-1 0 3-16,-1 1-25 0,0-2-34 0,2 3-38 16,-11-2-43-16,1 1-47 0,1-1-48 0,1 0-53 15,-2-2-46-15,-1-1-39 0,-1 1-145 16,0-2-462-16,-3-1 204 0</inkml:trace>
  <inkml:trace contextRef="#ctx0" brushRef="#br0" timeOffset="-167517.9">18667 15463 41 0,'1'-10'291'0,"1"1"3"0,-2 9-3 0,0-16-9 15,0 16-14-15,1-10-26 0,-1 10-22 16,0 0-26-16,0 0-2 0,0 0 30 0,0 0-21 16,-8 29 0-16,3-10-9 0,5 6-21 0,-5 2-13 15,-3 3-14-15,6-1-12 0,1-1-17 0,-1 1-6 16,0-2-13-16,-1-3-13 0,-1-4-17 0,3 0-31 0,-2-1 5 15,2 0-40-15,-2-1-43 0,1-1-47 16,1 0-41-16,1-2-45 0,0-2-55 0,1-2-53 16,-1 0-271-16,2-3-600 0,-2-8 266 0</inkml:trace>
  <inkml:trace contextRef="#ctx0" brushRef="#br0" timeOffset="-167067.93">21190 15439 140 0,'-9'-2'271'0,"9"2"-7"0,0 0-8 16,0 0-17-16,0 0-16 0,0 0-17 0,0 0-9 16,0 0-34-16,28-2-4 0,-15 1-14 0,5 0-11 15,1-2-10-15,3 1-15 0,-1-1-7 0,6 3-13 16,-6-1-10-16,0-1-5 0,0 1-7 0,-2 0-23 16,0 1-32-16,-1-2-25 0,-5 2-39 0,-3-3-51 15,-4 6-43-15,-6-3-50 0,10 0-33 0,-10 0-164 16,0 0-426-16,0 0 188 0</inkml:trace>
  <inkml:trace contextRef="#ctx0" brushRef="#br0" timeOffset="-166880.6">21146 15632 146 0,'0'0'220'0,"-7"7"1"0,7-7-4 0,0 0-11 16,0 0-11-16,12 14-16 0,0-13-15 15,6 3-15-15,2-1-13 0,2-3-12 0,6 1-15 16,0-1-14-16,3-1-32 0,0 1-39 0,-2 0-39 16,2-3-46-16,-1-2-57 0,1 0-37 0,0 0-162 15,-10-1-343-15,6 0 152 0</inkml:trace>
  <inkml:trace contextRef="#ctx0" brushRef="#br0" timeOffset="-166179.46">23001 15222 118 0,'-4'-14'245'0,"3"8"-3"0,1 6-9 15,-3-12-7-15,3 12-11 0,0 0-11 16,-6-13-19-16,6 13-12 0,0 0-18 0,0 0-16 16,-5-8-13-16,5 8-5 0,0 0-3 0,0 0-3 15,0 0-5-15,0 0 4 0,-13 29 1 0,10-12-6 16,2 2 4-16,-8 6 1 0,5 3-8 0,-2 0-11 15,1 0-2-15,1 1-5 0,0-3-4 0,1 0-10 16,0-1-7-16,0-6-3 0,3 6-5 0,-1-6-2 16,1-1-16-16,1-1 5 0,0 0-5 0,-1 1 3 15,0-3-9-15,0-1-4 0,0-3 1 0,0 1-4 16,2-1-5-16,-2 0-1 0,1 1-2 0,1-3-9 16,-2-1-25-16,0 0-20 0,2 0-25 0,-2-8-25 15,3 10-28-15,-3-10-29 0,-2 9-25 0,2-9-26 0,0 0-32 16,-3 9-26-16,3-9-59 0,0 0-169 15,0 0-517-15,0 0 228 0</inkml:trace>
  <inkml:trace contextRef="#ctx0" brushRef="#br0" timeOffset="-165945.39">23186 15559 38 0,'8'-1'252'0,"-8"1"-1"15,0 0 3-15,5-5 1 0,-5 5-7 0,0 0-3 16,0 0-17-16,0 0-6 0,0 0-14 0,0 0-14 16,9-4-5-16,-9 4-7 0,0 0-20 0,0 0-16 15,0 0-13-15,0 0-11 0,0 0-13 0,0 0-11 16,0 0-11-16,0 0-13 0,0 0-37 0,0 0-37 16,0 0-38-16,0 0-43 0,0 0-40 0,0 0-46 15,0 0-55-15,0 0-40 0,6 9-213 0,-6-9-512 16,0 0 227-16</inkml:trace>
  <inkml:trace contextRef="#ctx0" brushRef="#br0" timeOffset="-165530.58">23585 15318 61 0,'6'-9'249'0,"1"0"-2"16,0 2-11-16,5-3-10 0,-2 3-12 0,1 0-6 16,2 1-8-16,3-1-12 0,0 4-15 0,-3 2 4 15,1 2-20-15,-1 0-18 0,-1 6-2 0,4 2-10 16,-3 2-15-16,-3 2-5 0,-2 2-17 16,-1 3-2-16,-2-1-3 0,-2 1-7 0,-4 1-2 0,-2 2-13 15,-4-3-2-15,0 1-2 0,-7 1-8 0,-1-3-6 16,0-3 5-16,-5 5-7 0,1-1-2 0,4-4-9 15,-3-2-1-15,2-1-1 0,0 2-4 0,0-5-2 16,2 0 4-16,3 0-9 0,1-2-5 0,0-1 3 16,3-1-2-16,2-2 4 0,-2 2-6 0,7-4-3 15,-7 4 1-15,7-4 3 0,-6 4-5 0,6-4 5 16,0 0-6-16,0 0-1 0,0 0 5 0,0 0 4 16,19 4-4-16,-8-4-3 0,7 0-3 0,-1 0 7 15,4 1-6-15,1-2 3 0,7-1-1 0,0 0-8 16,1 2-12-16,1-1-36 0,-3-2-35 0,-1 3-38 15,-7-1-40-15,-1-2-44 0,1-1-46 0,-1 2-39 16,-1-1-222-16,-5-1-552 0,2-2 244 0</inkml:trace>
  <inkml:trace contextRef="#ctx0" brushRef="#br0" timeOffset="-165286.95">24295 15253 250 0,'0'-6'282'0,"0"6"-9"0,3-10-21 0,-3 10-15 0,1-4-18 16,-1 4 2-16,0 0-9 0,0 0 1 0,-8 20-3 15,3-6-6-15,-1 3 2 0,1 1-10 0,1 1 1 16,-4 7-11-16,4-7-16 0,1 0-13 0,-2 5-10 16,1-5-21-16,1-2-10 0,1 4-10 0,0-2-7 15,0-1-15-15,1 0-7 0,-1 1-6 16,4-1-34-16,-4 0-40 0,1-2-39 0,1 3-40 15,0-3-57-15,0 4-58 0,-3-3-57 0,3-4-56 0,-2 5-278 16,-6 0-635-16,-1 6 282 0</inkml:trace>
  <inkml:trace contextRef="#ctx0" brushRef="#br0" timeOffset="-164764.89">22890 16076 166 0,'-31'-4'211'0,"2"1"-6"16,7 0-6-16,1 1-3 0,4 2-5 0,4 0-13 16,5 0-1-16,0-1-17 0,8 1-8 0,0 0 0 15,0 0-9-15,0 0-4 0,55 3-10 0,-1 0-5 16,7 1-5-16,42-4-12 0,5 0-6 0,10-1-5 15,-2 2-3-15,7 1-6 0,-2-6 4 0,-3 2-7 16,2 2-8-16,-3 0 5 0,2-5-4 0,-6 7-1 16,-7-6 0-16,3 4 0 0,-16-4 11 0,-28 3-2 15,0 1 19-15,-2 0-2 0,-3-3 6 0,-5 5-1 16,-21-1 3-16,-1-1-2 0,-4 1-8 0,-10-1-6 16,-3 1-2-16,-5-1-4 0,-5 0-4 0,3 0-5 15,-9 0-11-15,12-1-1 0,-12 1-9 0,8-1-9 16,-8 1-2-16,0 0-4 0,0 0-4 0,0 0-7 15,0 0-25-15,0 0-32 0,0 0-41 0,-38 2-53 16,28-2-53-16,-9 2-60 0,-1 0-59 0,-3-1-64 16,-5 1-56-16,-4 1-231 0,1-2-695 0,-7-2 308 15</inkml:trace>
  <inkml:trace contextRef="#ctx0" brushRef="#br0" timeOffset="-161677.45">9290 14484 80 0,'-12'0'195'0,"12"0"-2"16,0 0-8-16,0 0-13 0,-10-2-15 0,10 2-12 15,0 0-14-15,0 0-4 0,0 0-6 0,0 0-6 16,0 0-8-16,0 0-2 0,0 0-6 0,0 0-4 16,0 0-9-16,21 8-6 0,-12-3-2 0,4-2-6 15,0 3-6-15,4 1-2 0,0 3-3 0,0-1-6 16,6 8-6-16,-3-2-4 0,0 5-3 0,-1 0-4 16,-1 1-5-16,-2 0 0 0,-2 0-22 0,-1 0-1 15,-3-3 0-15,2-1 5 0,-1 7-5 0,-2-6-1 16,-1 2-2-16,-2-2 5 0,3-1-5 0,-2 0-2 15,-1-2 1-15,-1 2 1 0,-1-1-3 0,-1-1 1 16,-1-1-3-16,-1-3 4 0,3 4-2 0,-2-5-1 16,-2 0 2-16,0-4-1 0,1 0-1 0,-1-6-1 15,0 12 3-15,0-12 5 0,-1 8-5 0,1-8 3 16,0 0 8-16,-2 11 7 0,2-11 8 0,0 0 3 16,0 0 2-16,-7 1 7 0,7-1 4 0,0 0-5 15,0 0-1-15,-12-14-7 0,8 5 0 0,3-1-5 16,0-2 2-16,1-2-5 0,2-3 2 0,2-2-6 15,1-3-1-15,2 3-4 0,2-4 0 0,1-2 3 16,-1 8-8-16,2-7-2 0,2 1 1 0,0 2 1 16,-3 6-2-16,1 2-7 0,0 0 2 0,0 0 2 15,2 0-6-15,-1 3-2 0,-1 1 6 0,-2 3-2 16,1 2-3-16,0 1-3 0,-3-1 2 0,0 1-3 16,-7 3-4-16,17 4-18 0,-9-2-19 0,-2-1-19 15,1 2-18-15,-2 3-23 0,1 1-43 0,0-1-18 16,-2 5-27-16,-1-1-26 0,-3 0-27 0,-3 5-148 15,-2-2-428-15,-1 0 190 0</inkml:trace>
  <inkml:trace contextRef="#ctx0" brushRef="#br0" timeOffset="-161465.02">9610 14916 31 0,'-4'5'214'0,"0"0"0"0,0 3-1 0,-2 1 1 15,1 1-8-15,3 0-2 0,-1 4-4 16,0-2-8-16,1 4-15 0,-2 2-10 0,3-1-19 0,-2 0-17 16,1-1-11-16,-1 0-10 0,1 3-13 0,-1-2-7 15,2-2-9-15,0-3-13 0,-1 1-22 0,2-1-33 16,-1 0-38-16,0 1-37 0,-1-2-39 0,1-2-54 16,1-1-39-16,-1-1-207 0,1-7-432 0,-3 10 192 15</inkml:trace>
  <inkml:trace contextRef="#ctx0" brushRef="#br0" timeOffset="-161311.1">9654 15247 158 0,'8'-2'185'0,"-8"2"-24"0,0 0-9 0,0 0-18 0,0 0-9 15,6 5-25-15,-6-5-49 0,2 6-53 0,-2-6-51 16,5 3-116-16,-5-3-183 0,0 0 82 0</inkml:trace>
  <inkml:trace contextRef="#ctx0" brushRef="#br0" timeOffset="-160058.65">8746 14692 124 0,'-4'-3'186'0,"4"3"-7"0,-5-8-14 0,5 8-15 0,-4-4-20 15,4 4-16-15,0 0-3 0,0 0 2 0,0 0 4 16,4 34-4-16,0-5-5 0,-1 6 1 0,0 14-7 15,0 6 9-15,0 4-8 0,-2 1-7 0,-1-1-6 16,-7 25-6-16,6-23-5 0,1-5 0 0,-1 4-11 16,0 21-7-16,-2-29-7 0,3 0-1 15,3-2 21-15,-2-1-6 0,0 0-7 0,-1-2-4 16,0-13-7-16,1 3-2 0,1-4-6 0,-1 1-5 16,-1-1-9-16,1-3-22 0,-1-3-23 0,-1-6-19 0,1-3-18 15,0-2-32-15,0-5-35 0,1 1-41 0,1-1-27 16,-2-5-33-16,1 0-159 0,-1-6-412 15,0 0 182-15</inkml:trace>
  <inkml:trace contextRef="#ctx0" brushRef="#br0" timeOffset="-157450.59">8798 14733 1836 0,'-6'-31'1'0,"2"2"34"0,1 0-51 0,-3 3 0 15,4 7 9-15,-1 6-4 0,2 2 3 0,1-1-1 16,0 3 0-16,1 3-1 0,2-1 1 0,2 0 2 16,4 0 3-16,4 2-5 0,5-2 3 0,2 0 3 15,11 1-1-15,2 2 4 0,3 0 4 0,1-1 1 16,14-2 6-16,4 0-2 0,0 1 8 15,1 0-6-15,2 1 4 0,7-3 5 0,28-1 8 0,0 2-1 16,4-1 2-16,4-1 2 0,0-1 2 0,8-3-3 16,6 1 1-16,4 2-1 0,10 2-5 0,-3-2-1 15,7-1-2-15,2 0-2 0,5 0 4 0,2 6-1 16,2-4-1-16,5 3 0 0,-1-1-2 0,0-1-2 16,2 2 3-16,-2 1 1 0,4-2-5 0,7 3-1 15,-2-1-1-15,-8 0-1 0,5 4 0 0,4-3 1 16,1 5-1-16,-4-2-2 0,4 0-4 0,-6 2 2 15,6-1 3-15,0 5 1 0,0-2-3 0,-5 0-3 16,-8-1 4-16,13 3-3 0,-2-2-2 0,4 2-1 16,-4-5 0-16,1 4-2 0,0-3 0 0,3 3 2 15,-3-4 0-15,3 2-2 0,-10 4 0 0,5-3 3 16,-5 0-1-16,3 3 2 0,-3-5-5 0,-3 7 2 16,-2-4 1-16,2 1-1 0,-3-2 2 0,2 4-1 15,-2-3 0-15,-4 1-3 0,6-1 0 0,-8 0 3 16,2 0-1-16,2 2-2 0,-1-4 0 0,0 1-2 15,-1-1 3-15,0-2-2 0,5 0-2 0,-2 0 1 16,-1 0-1-16,3-3-1 0,0 2-1 0,-3 1 5 16,-1-2-3-16,1 2 2 0,-4 0-1 0,-1 1-1 15,0 0-2-15,-10 0 3 0,5-2-1 0,-1 2 3 16,-5 0-5-16,2 4-1 0,-2-4-2 0,-7 1-4 16,0 1 1-16,-5 1-4 0,1-3-2 0,-3 1-1 15,-1 0-3-15,-2 0-2 0,-5 1 2 0,-1 0 2 16,-3 0 3-16,-4-1-2 0,-3-2 1 0,3 3-5 15,-3 4-2-15,-1-6 4 0,-4 0-2 0,-22-1-1 16,28 4 0-16,-30-4 6 0,2 0-2 0,-1 0 7 16,24-2-1-16,-28 3 1 0,1-1 1 0,0 2-3 15,-3-2 0-15,-2 2 3 0,-3-2 3 0,-4 1-1 16,-14-1 4-16,-4 1 3 0,-1-1-5 0,0 0 8 16,-1 1-5-16,-2-1-2 0,-6 2 3 0,-3-2 1 15,1 0 1-15,-1 1 0 0,-7-1-2 0,5-1 1 16,-5 1 0-16,1-2-2 0,-2 2 3 0,0 0-2 15,-2 0 0-15,2 0 3 0,2-2-3 0,-1 2 0 16,1 0 3-16,3 0-3 0,3 0 1 0,-1-1-1 16,0 1-1-16,3 0-1 0,5-1 4 0,-8 1-3 15,3 0 5-15,5 0-2 0,-6 0-4 0,0 1-1 16,7-1 3-16,-1 1-3 0,1 1 1 0,0 0 6 16,1-2-3-16,2 2 1 0,0 2 16 0,-1-3-20 15,1 1 1-15,2-2 0 0,-2 0-3 0,1 4 3 16,0-4 2-16,5 0-2 0,-8 1-1 0,3-1 2 15,2 1 2-15,-5 0-2 0,4 3 4 0,-2-1 1 16,3-2-2-16,-3 1-2 0,2 1 2 0,2 1 5 16,-1 0-2-16,0 3-7 0,0-3 4 0,-1 6 0 15,-1-7-3-15,-1 1 2 0,1 3 1 0,-4-3-3 0,0 1 0 16,-5-2 2-16,6 3-1 0,-3-2 3 16,-6-2 0-16,3 3-1 0,4-4-1 0,-5 4 2 15,-2-3 1-15,1-1 1 0,-2 0 4 0,0 1-6 16,-2 1 4-16,-4-3 4 0,-1 3-6 0,0-3 1 15,-1 1 1-15,3-1 0 0,-5 0-1 0,0 0 1 16,3 0 1-16,-12 0-2 0,13 2-1 0,-5-1 3 16,-8-1 3-16,12 1-1 0,-12-1 3 0,11 2 1 15,-7-1 1-15,-4-1-2 0,0 0-1 0,0 0-3 16,9 2 1-16,-9-2 3 0,0 0-5 0,0 0-1 0,0 0-5 16,10 0 2-16,-10 0-4 0,0 0 1 15,0 0 1-15,4 6 0 0,-4-6-1 0,0 0 3 16,2 6-4-16,-2-6 2 0,0 0-3 0,0 0 3 15,2 9 0-15,-2-9 1 0,0 8-3 0,0-8-1 16,0 0 3-16,0 11 3 0,0-11-3 0,-2 10 2 0,2-10 5 16,2 11 5-16,-2-4 5 0,0 0 0 15,2 2 2-15,1 1 1 0,1 0-8 0,-2 1 2 16,0 1-2-16,4-2 0 0,2 5-1 0,-3 0 0 16,1-1 0-16,1 2-14 0,2-2-4 0,-2 0 5 15,0 2 0-15,4 0-2 0,-2-1 2 0,0 3 0 0,3-3 6 16,1 7-2-16,-3-4 4 0,0-1-1 15,5 5-4-15,-1-1 5 0,-3-4-2 0,0 5 1 16,5 0-2-16,-2 0 5 0,0 0-5 0,-4-3 1 16,4 4-2-16,0 0 0 0,-1-1 7 0,0-2 1 15,0 4-10-15,-1 0 3 0,-3 1-5 0,-3-8 0 16,3-1 4-16,1 9-1 0,-4-2 3 0,-1-4 2 0,3 7-3 16,-5-6 8-16,6 3 2 0,-4-4-1 15,-1 5 0-15,3 1 10 0,-5 0-9 0,4 0-3 16,-3-5 0-16,0-1 1 0,3 5-2 0,-6-3 2 15,4 2-1-15,-2 2 29 0,1 0-1 0,-3-1-8 0,2-5-2 16,-2 1-1-16,0-1 3 0,-2 5-4 0,2-5-7 16,-3 6-2-16,2-7-3 0,0 1-1 15,-3 0-9-15,2 2 10 0,-2-3-2 0,1 2 1 16,-2 4-4-16,1-4 2 0,-1 5-2 0,-1 0-4 16,0-9 4-16,1 4-2 0,-3 3-2 0,0-3 3 15,1-2 1-15,-4 7-2 0,2-1 1 0,-2-1-1 0,4-5-4 16,-5 5 3-16,0 1-2 0,-1 0 1 15,2-2 1-15,-1 2-3 0,2-1 1 0,1-5 4 16,0-1-16-16,0 2 14 0,-2 2-4 0,3-1-33 16,-6 3 6-16,2-2 4 0,4-4 7 0,3 1-4 15,-6-1 3-15,-1 6 5 0,1-5-4 0,4-1 4 16,0 1 2-16,-1-1 0 0,-4 5 2 0,2-4-1 16,-2 4 5-16,0 0-3 0,-1 0 1 0,5-5-1 15,-4 1 3-15,1 5 1 0,-3 0-2 0,5-4 1 16,1-2-3-16,-4 9 1 0,1-3-1 0,3-5 6 15,0-1-4-15,-7 5-1 0,4-5 4 0,3 2-2 16,-5 3 3-16,7-5-2 0,-3 1-4 0,3 0 5 16,0-1-4-16,-1 1 11 0,1-2-11 0,-2 1 1 15,2 1-1-15,-2-1 0 0,-2 1 3 0,3-3 1 16,1 2-4-16,1 0 1 0,-3-1 6 0,1 2-6 16,-1-4 2-16,-2 2 33 0,1-3-7 0,1-1 1 15,-4 1-1-15,4-3-7 0,0 3-4 0,-1-5 0 16,2 2-2-16,-2-1 2 0,0 1-9 0,0-3 2 15,0 1 3-15,-1 0-7 0,0 0 6 0,-2 0-5 16,1-3 0-16,-4 2 0 0,-1 3 0 0,0-7 0 16,0 5 5-16,-2-4-3 0,1 2 4 0,-3-3-14 15,1 3 16-15,-1-3-4 0,0 0 1 0,-9 0-5 16,1 1 5-16,-1 0-11 0,-1-1 4 0,2-2 3 16,-4-2 1-16,1 2-4 0,-3-1-7 0,3 0 8 15,-5-3-1-15,-3 5-15 0,-1-5 17 0,-10 0 1 16,11 2-5-16,-12-3-1 0,10 0 4 0,-10-3-11 15,-3 3 7-15,-1-3 9 0,-1 1-4 0,-3 0-5 16,-2 3 4-16,-1-2-3 0,1-2-3 0,-35-3 0 16,31 4 5-16,-26-3 0 0,29 2-2 0,-30-3-6 15,26 4 7-15,-28-3-1 0,4-3-3 0,25 6 3 16,-33-5-1-16,4 4-5 0,1-3-5 0,0-4 7 16,-7 7 5-16,3-2-5 0,-4 3 5 0,-2-4 1 15,-5 1-3-15,0-5 2 0,0 2-1 0,-9 0 4 16,0-2-2-16,-3 4 2 0,-4-6 0 0,0 4-3 15,-2 2 3-15,-6-3-16 0,-6-3 12 0,-6 5-3 16,-7-2 1-16,-1-2 5 0,-3 5-2 16,-3-6 6-16,-1 3 2 0,-2 0 0 0,-1 2-3 0,4 2 0 15,-1-4 4-15,6 5 3 0,-7 1-3 0,3 1 2 16,2-1 3-16,0-1-10 0,1 0 7 0,-1 1-7 16,-3-2 2-16,-1 2 3 0,5 0 5 0,-6 5-22 15,0-4 20-15,-1 1 0 0,-1 2-15 0,2 0 11 16,-2-6-19-16,-7 8 23 0,0-4-6 0,-2 1-3 15,2-5-18-15,-1 7 21 0,-5-6 1 16,2 2-8-16,2 0 11 0,13 4-17 0,-4-7 8 0,7 3-2 16,2 4 6-16,1-8-6 0,8 1-1 15,0-1 2-15,10-3 4 0,-11 2-9 0,9 1 4 16,-6 3 0-16,3-3-5 0,2-1 6 0,7 1 6 16,-5-2-11-16,7 2 5 0,0 2-19 0,0 0 5 15,2-3 17-15,5 1-6 0,-1 0-1 0,1 2-5 16,6 1 10-16,4-4 1 0,2 5-2 0,6-4 6 15,7 1-9-15,4-3 0 0,0 3 4 0,29-1-4 16,-29 1 8-16,32 3-5 0,-1-1-17 0,-3 2 24 16,2-2-7-16,-4 1-5 0,0 0 5 0,1 2-3 15,7 1 5-15,-6 2-11 0,2-2 0 0,0 1 8 16,0 2 2-16,1-1-10 0,-1-1 7 0,6 2 3 16,-2 2-10-16,1-1 13 0,1 1-8 0,-2 4 8 15,3-3-10-15,0 2-1 0,3-1 0 0,1 2 0 16,-3-3 2-16,17 2-6 0,-1-3 10 0,-2 2-2 15,-11 0-6-15,-5-1 12 0,16 0-5 0,-11-2 2 16,11 2-2-16,-11-3-1 0,12 1 1 0,-12 2-5 16,12 0 2-16,-12 0 4 0,13-3-5 15,-16 4 2-15,4-2-3 0,-4-1 3 0,2 1 0 16,2 1-3-16,11-1 3 0,-14 0 0 0,12 0 0 16,-14-2-14-16,16 2 16 0,-11-2-6 0,13 2 11 0,0-2-9 15,5 1 5-15,-1-1-1 0,2 0-4 16,2 0 7-16,0-1-22 0,9-1 21 0,-8 0 1 15,1 0-6-15,4 0 5 0,1 0-4 0,4-1 0 16,1 1 4-16,-2 0-13 0,2 1 14 0,4-2 0 16,13 3-18-16,-26-1 1 0,16 0-3 0,-1-1-5 15,11 2-7-15,-15 0-12 0,15 0-13 0,-15 0-17 16,15 0-18-16,-13-2-20 0,13 2-20 0,-14 0-28 16,14 0-25-16,0 0-17 0,-19 0-34 0,19 0-32 15,-12 2-34-15,12-2-154 0,-13-5-490 0,13 5 217 16</inkml:trace>
  <inkml:trace contextRef="#ctx0" brushRef="#br0" timeOffset="-157017.9">8648 15983 10 0,'0'0'71'0,"0"0"-4"16,0 0-7-16,-3-15-5 0,3 15-6 0,0 0 7 15,0 0-19-15,0 0 10 0,0 0 0 16,8-15-3-16,-8 15 3 0,0 0 4 0,0 0 9 0,0 0-4 16,6-9 12-16,-6 9 8 0,0 0-2 0,0 0 9 15,0 0 2-15,0 0-1 0,0 0-6 0,0 0-5 16,0 0-6-16,0 0-6 0,0 0-16 15,5-10-23-15,-5 10-19 0,0 0-32 0,0 0-23 16,0 0-21-16,0 0-12 0,0 0-14 0,0 0-8 16,0 0-82-16,0 0-204 0,0 0 90 0</inkml:trace>
  <inkml:trace contextRef="#ctx0" brushRef="#br0" timeOffset="-156557.09">8682 15906 266 0,'0'0'-8'0,"11"-11"7"16,-11 11 8-16,6-10 12 0,-6 10 4 0,9-12 3 15,-9 12 2-15,7-11 6 0,-7 11 4 0,6-10 3 16,-6 10 1-16,5-11-7 0,-5 11 9 0,7-10 9 15,-7 10 10-15,0 0 4 0,8-13 10 0,-8 13 9 16,0 0 3-16,6-10 7 0,-6 10 2 0,3-5 1 16,-3 5-5-16,0 0-9 0,0 0-3 0,0 0-11 15,0 0-8-15,0 0-13 0,0 0 8 0,0 0 5 16,0 0 0-16,0 0-8 0,-1 38 0 0,-3-20 3 16,1-1-4-16,1 3-5 0,-3 8 5 0,-2-1-5 15,2 2 4-15,3 0 0 0,-4 6 2 0,4-4-4 16,-3 1 1-16,3 2-4 0,0 0 12 0,1-4-6 15,-3 3 1-15,4-1-4 0,-4 1-4 0,2 1 2 16,-1-5-5-16,-1 3 0 0,2-4-4 16,-1 0 0-16,0-2-5 0,1-1-2 0,-1-5-3 15,2-1 0-15,0 0-4 0,-4-2-2 0,3 0 0 16,2-1-5-16,-1-3-5 0,1-2 0 0,-1 0 2 16,1-11-4-16,-1 21 0 0,1-13 1 0,0-8-4 15,1 16 2-15,-1-16-1 0,0 10-7 0,0-10 2 0,0 0 0 16,0 13-10-16,0-13 14 0,0 0 2 15,1 8-7-15,-1-8 5 0,0 0 1 0,0 0-3 16,3 10 3-16,-3-10 5 0,0 0 1 0,0 0 3 16,11 4 0-16,-11-4-1 0,13-2 3 0,-13 2-9 15,27-2 3-15,-9 1-3 0,2-2 0 0,2-1-3 16,9-1-1-16,0-1 5 0,1 0 0 0,2-1-8 16,3 3-10-16,1-5-24 0,15 0-25 0,4-2-35 15,2 3-30-15,-2-4-25 0,6 2-36 0,1-1-19 16,24-6-33-16,-27 8-35 0,-3-1-135 0,-2-1-435 15,0 0 192-15</inkml:trace>
  <inkml:trace contextRef="#ctx0" brushRef="#br0" timeOffset="-155226.3">23046 16041 21 0,'0'0'52'0,"-13"2"5"0,13-2-10 0,-11 0-1 16,4 1-6-16,7-1-14 0,-9 0-2 0,9 0 9 16,0 0-5-16,-9 3-6 0,9-3 2 0,0 0-2 0,0 0 5 15,0 0 11-15,0 0 10 0,0 0 1 0,20 11-9 16,2-10 0-16,9 3-1 0,6-1 3 0,15 4-7 15,6-4 2-15,-1 2-19 0,4 0 11 16,1-2-8-16,-2 0-1 0,4-2-2 0,2 1-17 16,24 5 5-16,-26-7-10 0,2 3-8 0,1 1 0 15,22 0-9-15,-29 1 1 0,-1-1-6 0,-2-2-9 0,-2 3-1 16,-5 2-8-16,-9-4-23 0,10 6-46 0,-17-4-121 16,-2-3 54-16</inkml:trace>
  <inkml:trace contextRef="#ctx0" brushRef="#br0" timeOffset="-90731.14">25007 15444 15 0,'1'10'151'0,"1"-3"-23"0,-2-7-12 16,2 11-8-16,0-4-8 0,-1 2-6 0,2 1 2 16,0 0-4-16,0 0-2 0,-1-1-4 0,0 1-10 15,-1 2 10-15,1-2-9 0,2-2-3 0,-4 2-5 16,2-1-3-16,0-3-5 0,1-1-1 15,-3-5-2-15,2 8 7 0,-2-8 10 0,4 7 11 16,-4-7 9-16,8 1-8 0,-8-1-6 0,21-14-10 16,4-2-6-16,5-3-9 0,19-9-7 0,7-3-7 0,35-17-14 15,7-4-28-15,9 8-34 0,6-8-53 0,9 2-60 16,1-5-58-16,-4-1-134 0,13-6-367 0,-8-5 164 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5T09:53:40.7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24980 15353 6 0,'0'0'65'0,"0"0"-1"0,0 0-5 0,3-9-10 16,-3 9 3-16,0 0-6 0,0 0 6 16,0 0-3-16,0-11 4 0,0 11-11 0,0 0-2 15,0 0 5-15,0 0-7 0,0 0-13 0,0 0 5 16,0 0-8-16,0 0 5 0,0 0-10 0,0 0-2 0,0 0-9 15,0 0 5-15,0 0 1 0,-4-8-8 16,4 8 7-16,0 0 2 0,0 0-9 0,0 0-1 16,0 0 0-16,0 0 3 0,0 0 0 0,0 0 3 0,0 0-3 15,0 0 3-15,0 0-4 0,0 0 1 16,0 0 3-16,0 0-4 0,0 0 8 0,0 0-9 0,0 0 13 16,0 0-2-16,0 0-4 0,0 0 5 15,0 0-3-15,14 19-2 0,-14-19-4 0,4 8 7 0,-4-8 4 16,2 6 11-16,1-1 6 0,0 2-5 15,-3-7-8-15,5 6-2 0,-5-6 3 0,5 7-7 0,-1-1 8 16,-4-6 6-16,5 7 3 0,-3-1-5 0,2 0-2 16,1 1 16-16,-1 0-20 0,-3-1 2 15,3-1-8-15,0 1 7 0,-4-6-1 0,3 9 0 16,2-4-4-16,-3 0 6 0,-2-5-3 0,4 8-3 0,-1-4 1 16,-3-4-3-16,4 9-7 0,-4-9 3 0,6 6 1 15,-6-6 5-15,2 5 1 0,-2-5-1 0,3 4 0 16,-3-4 5-16,7 5 8 0,-3-1-1 0,-4-4-5 15,6 4-4-15,-6-4-1 0,7 8 5 16,-4-5-5-16,-3-3-1 0,6 6-2 0,-1-3-4 0,-1 3 5 16,-4-6-4-16,7 7 0 0,-5-3-4 0,-2-4 0 15,9 7-3-15,-9-7 2 0,2 4-1 0,-2-4-2 16,6 4 0-16,-6-4 0 0,6 3-2 0,-6-3 2 16,0 0-1-16,4 4-2 0,-4-4 2 0,0 0 1 15,0 0-2-15,0 0 1 0,0 0-1 0,0 0 2 16,7 3 2-16,-7-3-2 0,0 0 0 0,0 0 5 15,0 0-3-15,0 0 2 0,0 0-2 0,0 0 3 16,0 0-3-16,0 0 2 0,0 0 3 0,0 0 2 16,0 0 1-16,0 0-4 0,0 0 1 0,0 0-1 15,0 0-1-15,0 0-1 0,0 0-1 0,14-7 2 16,-10 3 1-16,3 0 5 0,1-2-3 0,1-4-3 16,3-2 0-16,2 1-1 0,12-6 1 0,-3 2-7 15,4-5-9-15,3 0 2 0,1-1-5 16,14-8-2-16,2 3-15 0,1-4-6 0,4 2-9 0,5-2-29 15,-1-2-26-15,23-8-35 0,-27 10-28 0,8 3-20 16,-6 0-109-16,-5-2-310 0,5 2 137 0</inkml:trace>
  <inkml:trace contextRef="#ctx0" brushRef="#br0" timeOffset="3190.5">24883 14322 64 0,'0'0'98'0,"0"0"-4"0,0 0-14 15,0 0-8-15,0 0-4 0,0 0-8 0,0 0-4 16,0 0 8-16,0 0-8 0,0 0 0 0,0 0-10 16,0 0 4-16,7 21-12 0,-7-21-2 0,3 6-6 0,-3-6-2 15,0 0 1-15,4 4 2 0,-4-4-1 0,0 0-6 16,17-10 4-16,-3-6-12 0,12-9-25 0,13-18-27 16,25-27-38-16,0-4-99 0,1-5-187 0,13-13 83 15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6T04:12:35.5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14804 10294 22 0,'0'0'31'0,"0"0"-9"0,0 0-13 16,0 0-15-16,-3 7-7 0,3-7-15 0,0 0 7 15</inkml:trace>
  <inkml:trace contextRef="#ctx0" brushRef="#br0" timeOffset="7479.34">15170 10377 34 0,'0'0'64'0,"0"0"0"16,0 0-8-16,9-4-9 0,-9 4-7 0,0 0-2 15,0 0-7-15,0 0 1 0,0 0 1 0,0 0-6 16,0 0-8-16,0 0 1 0,0 0-3 0,0 0-4 16,0 0 6-16,0 0 1 0,0 0-8 0,0 0 3 15,0 0-3-15,0 0-6 0,0 0 0 0,0 0 0 16,0 0 4-16,0 0-4 0,0 0-3 0,0 0 7 15,0 0-6-15,0 0 2 0,0 0 1 0,0 0 2 16,0 0-9-16,0 0 4 0,0 0 3 0,0 0-4 16,0 0-3-16,0 0 4 0,0 0 4 0,0 0-7 15,0 0 4-15,0 0-5 0,0 0 5 0,0 0-10 16,0 0 9-16,0 0-4 0,0 0 4 0,0 0 2 0,0 0-9 16,0 0 2-16,0 0-1 0,0 0 0 15,0 0 7-15,0 0-14 0,0 0 14 0,0 0-5 16,0 0 8-16,0 0-3 0,0 0-2 0,0 0 6 15,0 0 0-15,0 0 3 0,0 0 1 0,0 0-1 0,0 0-5 16,0 0-5-16,0 0 9 0,0 0-10 16,0 0 2-16,0 0-10 0,0 0 4 0,0 0-2 0,0 0-14 15,0 0-16-15,0 0-2 0,0 0-17 0,0 0-56 16,0 0-120-16,0 0 54 0</inkml:trace>
  <inkml:trace contextRef="#ctx0" brushRef="#br0" timeOffset="14845.84">21528 10472 43 0,'0'0'42'0,"0"0"-1"0,0 0-4 0,0 0-2 0,0 0 1 16,0 0-3-16,0 0-5 0,0 0 2 15,0 0 4-15,0 0-10 0,0 0-2 0,0 0 2 16,0 0-3-16,0 0-4 0,0 0 3 0,0 0-3 15,0 0-3-15,0 0 0 0,0 0-2 0,0 0 4 0,0 0 4 16,0 0-11-16,0 0-2 0,0 0 6 0,0 0-11 16,0 0 6-16,0 0 0 0,0 0-2 15,0 0 0-15,0 0-6 0,0 0 2 0,0 0-4 16,0 0 8-16,0 0-1 0,0 0-5 0,0 0-1 0,0 0-10 16,0 0 13-16,0 0 4 0,0 0-2 0,0 0-1 15,0 0-10-15,0 0 10 0,0 0 1 0,0 0-1 16,0 0-6-16,0 0 4 0,0 0 2 0,0 0-2 15,0 0 7-15,0 0-4 0,0 0 0 0,0 0-6 16,0 0 6-16,0 0-6 0,0 0 3 0,0 0-4 16,0 0 7-16,0 0-3 0,0 0 2 0,0 0-8 15,0 0 3-15,0 0 2 0,0 0-1 0,0 0 6 16,0 0-4-16,0 0 0 0,0 0-4 0,0 0 6 16,0 0-1-16,0 0-3 0,0 0-1 0,0 0 5 15,0 0-6-15,0 0-4 0,0 0 8 0,0 0-2 16,0 0-3-16,0 0 4 0,0 0-3 0,0 0 2 15,0 0 2-15,0 0 2 0,0 0 5 0,0 0-10 16,0 0 1-16,0 0 4 0,0 0-3 0,0 0 3 16,0 0 0-16,0 0-3 0,0 0 2 0,0 0-9 15,0 0 6-15,0 0-3 0,0 0 2 0,0 0 1 16,0 0 2-16,0 0 0 0,0 0 0 0,0 0-5 16,0 0-2-16,16 5 1 0,-16-5 5 0,0 0 0 15,0 0 0-15,0 0 5 0,0 0-5 0,0 0 2 16,0 0 1-16,0 0-5 0,0 0 2 0,0 0 3 0,0 0-6 15,0 0 5-15,0 0 2 0,0 0-2 0,0 0-2 16,0 0 7-16,1 5-8 0,-1-5 3 16,0 0-3-16,0 0 3 0,0 0-1 0,0 0 1 15,0 0-4-15,0 0 3 0,0 0-5 0,0 0 3 0,0 0 1 16,0 0-2-16,0 0 7 0,0 0-8 0,0 0 13 16,0 0-8-16,0 0-1 0,0 0 2 15,0 0-1-15,0 0 3 0,0 0 3 0,0 0-8 16,0 0 6-16,0 0-5 0,0 0 1 0,0 0 2 0,0 0-3 15,0 0 5-15,0 0-9 0,0 0 4 0,0 0 5 16,0 0-6-16,0 0 4 0,0 0-5 0,0 0 5 16,0 0 2-16,0 0 2 0,0 0-7 15,0 0 4-15,0 0-14 0,0 0 12 0,0 0 6 0,0 0 2 16,0 0-5-16,0 0-2 0,0 0 8 0,0 0-8 16,0 0 4-16,0 0 5 0,0 0 2 0,0 0-11 15,0 0 1-15,0 0 0 0,0 0-2 0,0 0-1 16,0 0-2-16,0 0 5 0,0 0-12 0,0 0 10 15,0 0-3-15,0 0-4 0,0 0 1 0,0 0-2 16,0 0 8-16,0 0-11 0,0 0-8 0,0 0 3 16,0 0-14-16,0 0-5 0,0 0-2 0,4 5-6 15,-4-5 0-15,0 0-19 0,0 0-38 0,0 0-104 16,6 3 47-16</inkml:trace>
  <inkml:trace contextRef="#ctx0" brushRef="#br0" timeOffset="16213.98">23876 9599 28 0,'0'0'30'0,"0"0"5"16,0 0 1-16,0 0-2 0,0 0 0 0,0 0 0 15,0 0-4-15,0 0-1 0,0 0-4 0,0 0-2 16,0 0 1-16,0 0-6 0,0 0 3 0,0 0-6 16,0 0 8-16,0 0-4 0,0 0 1 0,0 0-6 15,0 0 9-15,0 0 2 0,0 0 0 0,0 0-9 16,0 0-1-16,0 0 5 0,0 0 0 0,0 0-3 16,0 0-7-16,0 0 7 0,0 0-2 0,0 0-1 15,0 0 1-15,0 0-9 0,0 0 8 0,0 0-2 0,0 0-6 16,0 0 1-16,0 0 3 0,0 0-5 15,0 0-4-15,0 0 5 0,0 0-3 0,0 0 0 16,0 0-6-16,0 0-4 0,0 0-10 0,0 0-1 16,0 0-16-16,0 0-8 0,0 0-10 0,0 0-52 15,-10 8-113-15,10-8 49 0</inkml:trace>
  <inkml:trace contextRef="#ctx0" brushRef="#br0" timeOffset="26199.74">21882 9118 22 0,'0'0'29'0,"0"0"-2"0,0 0 4 15,0 0-9-15,0 0-5 0,0 0 1 0,0 0-2 16,0 0-4-16,0 0-10 0,0 0-13 0,0 0-3 16,0 0-15-16,0 0-31 0,0 0 14 0</inkml:trace>
  <inkml:trace contextRef="#ctx0" brushRef="#br0" timeOffset="27558.64">20956 10043 16 0,'0'0'43'0,"0"0"0"16,0 0-6-16,0 0-5 0,0 0-8 0,0 0-10 0,0 0-5 15,0 0-8-15,0 0-5 0,0 0-9 0,0 0-21 16,0 0-36-16,17 5 15 0</inkml:trace>
  <inkml:trace contextRef="#ctx0" brushRef="#br0" timeOffset="27959.72">21509 10226 55 0,'0'0'76'0,"0"0"-5"0,0 0 0 15,0 0-14-15,0 0 4 0,0 0-13 0,0 0 2 16,0 0-9-16,0 0-6 0,0 0-6 0,0 0 0 16,0 0 2-16,0 0-9 0,0 0-3 0,0 0 5 15,0 0-6-15,0 0-5 0,0 0 7 0,0 0-5 16,0 0-1-16,0 0 0 0,0 0 2 0,0 0-10 15,0 0-3-15,0 0 9 0,0 0-7 0,0 0-2 16,0 0-5-16,0 0-5 0,0 0-16 0,0 0-12 16,0 0-20-16,0 0-18 0,0 0-38 0,0 0-119 15,-20-2 52-15</inkml:trace>
  <inkml:trace contextRef="#ctx0" brushRef="#br0" timeOffset="30752.91">24215 8013 93 0,'4'-13'146'0,"3"-5"-11"0,1-6 10 16,2 2-9-16,4-5-9 0,0 1-3 0,4-2-3 15,0-2-5-15,4 4-15 0,-1-5-10 0,9-9-4 16,-7 12-12-16,9-15-2 0,-1 8-7 0,4 0-5 16,0-1-6-16,1 3-8 0,1-6-5 15,2 5-3-15,1-5-3 0,0 3-2 0,1-7-6 0,2 3-2 16,-1 0 4-16,-1-1-9 0,4-1 4 0,-8 0-5 16,0-1-5-16,-4-1-2 0,2-1-4 0,-1 0 5 15,-2 1-5-15,2-3-4 0,-5 4 6 0,-1-3-4 16,0 2 7-16,-1 2-4 0,0-1 2 0,-2 0 6 15,-8 15 3-15,-3-1 2 0,5 1-1 0,-6 2-3 16,3 1 1-16,-7 0-5 0,0 8 1 0,3-1-1 16,-2 1 1-16,-5 3-4 0,3-1 3 0,-3 5-6 15,2-3 2-15,-3 7 1 0,3-2-5 0,-5 2 0 16,2 0-1-16,1 1-3 0,-2-1 0 0,-3 6 0 16,5-7-4-16,-5 7 1 0,8-5-1 0,-8 5 1 15,6-5 0-15,-6 5-1 0,5-4 1 0,-5 4-3 16,5-3 2-16,-5 3 2 0,0 0-2 0,7-4 4 15,-7 4-1-15,0 0-3 0,0 0-1 0,0 0 1 16,0 0 4-16,6-6-1 0,-6 6-1 0,0 0 0 16,0 0 0-16,0 0-4 0,0 0 1 0,0 0-7 15,0 0-8-15,0 0-14 0,0 0-14 0,0 0-16 16,0 0-23-16,0 0-16 0,0 0-26 0,0 0-21 16,0 0-17-16,0 0-121 0,-25 2-307 0,17-4 136 15</inkml:trace>
  <inkml:trace contextRef="#ctx0" brushRef="#br0" timeOffset="31180">25170 6104 137 0,'-11'-2'128'0,"1"2"2"0,1 2-10 0,9-2-8 16,-13 0 0-16,6 1-16 0,7-1-1 15,-10 1-16-15,10-1-4 0,0 0-9 0,0 0-11 16,-10 3-10-16,10-3 7 0,0 0 10 0,0 0 6 0,0 0 3 16,0 0 0-16,40-10-1 0,-21 4-3 0,8-1-7 15,1-1-3-15,0 2-7 0,1-3-5 0,-1 0-3 16,5-2-4-16,-5 2-1 0,1 0-7 16,1 1-1-16,-1 2-5 0,-8 4 0 0,1-2-3 0,-3-2-2 15,2 2-3-15,0-2 1 0,-4 1-2 0,0 3 0 16,-4 1 10-16,0-2-4 0,-2 3-3 15,-2-2 0-15,3 0-2 0,-3 1-3 0,-3 0 0 16,-6 1-3-16,14-2-2 0,-14 2 0 0,9 2-1 0,-9-2 2 16,10 4-4-16,-5-2-1 0,3 1 0 0,-8-3-2 15,10 7-1-15,-5-3 8 0,2 4-7 0,0 2 1 16,-1 1-5-16,-3 2 3 0,5 4 1 16,-2 10 0-16,-3 0 3 0,-3 3-3 0,5 2 1 0,-7 0 4 15,2 0-3-15,-3 13-1 0,-1-11 1 0,1-6 2 16,-3 4-7-16,2 0-21 0,-1-2-11 0,3-2-28 15,0-9-31-15,-3 8-40 0,5-9-53 0,-1-1-142 16,1-4-353-16,0-3 157 0</inkml:trace>
  <inkml:trace contextRef="#ctx0" brushRef="#br0" timeOffset="32794.71">27079 4171 68 0,'-7'-4'137'0,"7"4"-2"0,0 0-20 0,-2-5-10 0,2 5-7 15,0 0-8-15,15-9-3 0,6 6-6 16,12-2-4-16,19-4-1 0,7 1-11 0,33-5-5 0,2-1 1 15,4 1-5-15,4 0-5 0,4 0-8 0,1 3-4 16,2-4 1-16,0-3-7 0,-1 1-5 0,-5 2 2 16,-4 1-4-16,-2 1-4 0,-8-1 5 0,-25 3-3 15,0-1-2-15,-5 2 1 0,-1-4 3 0,1 5-11 16,-6-3 2-16,-14 3-7 0,-1 3 10 0,-1-1-11 16,-8 5-1-16,-1-5 0 0,-10 5-1 0,0-1 1 15,-5 0-8-15,-2-1-12 0,-4 3-18 0,-7 0-10 16,10 0-16-16,-10 0-21 0,0 0-34 15,0 0-22-15,-27 10-99 0,-2-2-250 0,-4 0 110 0</inkml:trace>
  <inkml:trace contextRef="#ctx0" brushRef="#br0" timeOffset="33354.21">27210 4198 77 0,'0'0'102'0,"0"0"-7"15,0 0 7-15,0 0-16 0,0 0-1 0,0 17 5 16,-2-5-4-16,4 3-6 0,-2 2-11 16,2 3-1-16,0 6-3 0,-2 4 0 0,2 3-4 15,-4 13-2-15,0-10-3 0,2 12 3 0,-2 4-4 0,0-4-3 16,2 5-7-16,-4 3-1 0,0 0 6 0,-3-2-9 16,-1 2 0-16,0-5-5 0,0-2-14 15,1-3 10-15,0-12-11 0,-4-1 9 0,2 1-7 16,0-5-3-16,-1 0-3 0,4-1 2 0,-5-3 0 15,2 0 0-15,4-7-4 0,-1-3-1 0,-1-2 0 0,5-1 0 16,-1-2 0-16,-1 0-2 0,2-3 0 0,-2-1 15 16,4-6 12-16,0 8 21 0,0-8 17 0,-4 6 7 15,4-6-6-15,0 0-8 0,0 0-11 16,0 0-3-16,-19-13-7 0,13 5-5 0,-2-3-3 16,1-4-4-16,-3 0-8 0,-2 1-2 0,3-2 1 15,-2-1-2-15,-5-4-8 0,-1 1 0 0,-2 0-2 0,2-1-6 16,-2 2 0-16,-3 0-3 0,2 1 0 0,-3 3-2 15,-1 0-2-15,5 6 1 0,0 1-4 16,0 4 1-16,2-4 0 0,0 3-2 0,5 0-14 16,-2 3-18-16,3 1-17 0,-3 1-23 0,5 1-23 15,0 2-29-15,3-1-29 0,-2 1-17 0,4 3-26 0,2 1-137 16,2-7-361-16,0 0 159 0</inkml:trace>
  <inkml:trace contextRef="#ctx0" brushRef="#br0" timeOffset="33689.25">27706 4585 221 0,'2'-11'235'0,"0"1"-10"0,-2 3-22 0,2 1-3 16,-2 6-9-16,2-9-12 0,-2 9-16 0,1-8-18 16,-1 8-15-16,0 0-18 0,1-7-15 15,-1 7-9-15,0 0-8 0,0 0-9 0,-1 33-2 0,1-15-10 16,-3 8-2-16,1 0-6 0,-2 0-4 0,2 1-4 16,-2 0-4-16,-2-1-3 0,4-2-2 0,-1-6-4 15,1 0-1-15,-2 0-6 0,2 2 0 0,0-3-3 16,2 1-3-16,-1-2-23 0,0 1-27 15,1-5-30-15,-2-1-37 0,2 1-36 0,0-3-28 0,3 1-39 16,-3-3-166-16,0-7-400 0,1 8 177 16</inkml:trace>
  <inkml:trace contextRef="#ctx0" brushRef="#br0" timeOffset="33970.85">27941 4531 93 0,'0'0'171'0,"4"-4"-16"0,-4 4-16 16,0 0-14-16,0 0-9 0,-11 19-12 16,3-10-5-16,-6 5-16 0,1 0-3 0,-6 7-12 15,-2-4 3-15,2 2-7 0,-2-2-8 0,8-3-4 16,-2-2-12-16,2 0 1 0,2-6 2 0,1 2-8 0,5-3 1 16,-1-2-7-16,2 1-2 0,4-4 1 15,-10 6-1-15,10-6-11 0,-3 4 3 0,3-4 3 16,0 0-6-16,-6 3-2 0,6-3-7 0,0 0 3 15,0 0-2-15,0 0 1 0,16 12-1 0,-7-8-2 16,-1 2-1-16,2 1 2 0,-1 0-2 0,4 5 1 0,-1-2-22 16,4 0-19-16,-2 1-19 0,-1-1-38 0,3-2-32 15,-1 2-27-15,-1 0-94 0,1-1-266 0,3-3 119 16</inkml:trace>
  <inkml:trace contextRef="#ctx0" brushRef="#br0" timeOffset="34289.97">28323 4683 128 0,'0'0'251'16,"0"-10"-14"-16,0 10-13 0,-2-9-10 0,2 9-15 15,-5-7-14-15,5 7-18 0,0 0-17 0,-4-6-16 16,4 6-19-16,0 0-4 0,0 0-12 0,-16 8-11 15,10-1-11-15,0 3-4 0,-3 6-6 0,-1-1-2 16,-2 9-3-16,-1 0-5 0,4 0-2 0,-3 2-1 16,1-4-7-16,1 4-6 0,3-9-1 0,0 9-3 15,3-8-2-15,-1 0-2 0,3-1-9 0,1-2 3 0,-1 2-4 16,-1-2-6-16,3 3 6 0,0-7-4 0,0 2-2 16,2-1-12-16,-4-2-27 0,4 0-25 15,-1-2-35-15,-1 0-22 0,0-1-32 0,0-7-21 16,1 12-25-16,-1-12-18 0,0 9-14 0,0-9-129 15,0 0-371-15,0 0 163 0</inkml:trace>
  <inkml:trace contextRef="#ctx0" brushRef="#br0" timeOffset="34442.93">28094 4977 125 0,'6'-6'155'0,"-6"6"-7"0,8-3-10 16,-2 1-7-16,1 0-12 0,2-1-12 0,3 1-10 15,-1-3-6-15,3 5-22 0,3-3-33 0,1 2-42 16,2-4-46-16,7-1-50 0,-5 2-74 0,7-4-191 16,-1-1 84-16</inkml:trace>
  <inkml:trace contextRef="#ctx0" brushRef="#br0" timeOffset="45686.46">28428 4234 42 0,'0'0'87'0,"0"0"-3"0,0 0 1 15,0 0-14-15,-11 0-7 0,11 0 9 0,0 0-4 0,-11-3-10 16,11 3-3-16,0 0 8 0,0 0 0 0,-9 0-1 16,9 0-5-16,0 0-4 0,0 0-1 0,0 0-1 15,0 0-1-15,0 0 7 0,0 0 7 16,-7-3-9-16,7 3-1 0,0 0-6 0,0 0 0 15,0 0 3-15,0 0-3 0,-4-5-2 0,4 5-2 0,0 0 1 16,0 0-7-16,0 0-5 0,0 0 1 0,0 0-5 16,0 0-2-16,0 0-3 0,0 0-3 15,9-13-3-15,-9 13-4 0,0 0 1 0,10-3 2 0,-10 3-7 16,12-1-6-16,-12 1 8 0,11 1-7 16,-11-1 2-16,17 2 1 0,-7 0-8 0,-5 2 4 15,3 0-5-15,-2 1 5 0,0-1-3 0,-1 2-2 0,-1 1 0 16,0 1 1-16,0 2 4 0,-3 0-4 15,-1 1 2-15,0-2 0 0,-3 3 1 0,-3 0-3 16,1-2 1-16,-1 1 3 0,-4 2-3 0,0 0 0 16,-3-2 0-16,5-3 1 0,-1 0 3 0,1 0-3 15,2-5-1-15,0 0-1 0,-1 2 0 0,7-5 0 16,-9 8-3-16,9-8 5 0,-4 4-1 0,4-4 2 0,-6 3-8 16,6-3 8-16,0 0-7 0,0 0 9 15,0 0-5-15,-5 4-2 0,5-4 0 0,0 0 4 16,0 0-1-16,0 0-2 0,29 2-4 0,-9-5-18 15,8 2-17-15,1-1-27 0,6-1-38 0,0 2-27 16,0-2-41-16,2 1-93 0,2 0-288 0,-1 1 128 16</inkml:trace>
  <inkml:trace contextRef="#ctx0" brushRef="#br0" timeOffset="46100.14">28808 4878 79 0,'-11'-1'160'0,"11"1"-2"0,0 0-5 0,0 0-5 15,0 0-7-15,0 0-10 0,0 0-9 0,0 0-12 16,0 0-9-16,0 0-5 0,0 0-12 0,0 0-6 0,0 0-6 15,0 0-5-15,0 0-5 0,25-5-6 0,-12 2-5 16,7 2-15-16,2-1-8 0,-2 2-4 16,11-2-25-16,-3 2-17 0,1 2-24 0,-1-4-25 15,-1 1-28-15,2 1-24 0,0 0-10 0,0 0-119 16,-8 0-269-16,0 0 120 0</inkml:trace>
  <inkml:trace contextRef="#ctx0" brushRef="#br0" timeOffset="46334.97">29564 4528 221 0,'0'0'221'0,"-1"-10"-10"0,1 10-10 15,1-9-18-15,-1 9-20 0,0 0-17 0,0 0-21 16,0 0-12-16,0 0-13 0,0 0-11 0,0 0-7 15,0 0-9-15,-6 28-5 0,3-9-3 0,2 7-7 0,0 2-5 16,-1 1-24-16,-3 0-31 0,4 1-36 16,0 3-34-16,0-5-35 0,1 4-45 0,-3 4-153 15,0-4-331-15,1 0 146 0</inkml:trace>
  <inkml:trace contextRef="#ctx0" brushRef="#br0" timeOffset="81777.25">26216 4206 33 0,'-19'1'55'0,"-8"3"-3"0,-1 2-6 0,1 4-5 15,0 0-1-15,-4 2-1 0,1 2 0 0,1 1-8 16,-2 2 0-16,0 3-4 0,3 0 0 16,-1 4-1-16,-9 8-1 0,9-8 1 0,-3 14-4 0,-1 5 7 15,2-2-6-15,3 2 1 0,5 2-4 0,4 1-4 16,-3 4 3-16,5 1-2 0,6 2 6 0,1-1-6 16,7 1 3-16,3-1-4 0,6 0 8 0,1 3-16 15,9-1 12-15,4 0-3 0,5-1 9 0,17 18-10 16,2 0 6-16,-5-22-10 0,18 15 13 0,10-2-14 15,-2-2 11-15,4-1 0 0,4-7-1 0,8-1-8 16,0-6 5-16,8-2-4 0,8-2 8 0,7-2 2 16,1-5-16-16,6-1-2 0,-2-11 5 0,12 0 3 15,5-4 10-15,10-5-13 0,2-1-4 0,4-5-2 16,5-4-1-16,-3-6 6 0,-2-4 2 0,1-4-8 16,1 2 3-16,-3-7 3 0,-8 1-13 0,0-1 6 15,0-3 3-15,-4-1 1 0,-5-2 1 0,-2-2-1 16,-5 3 9-16,-5 2 0 0,-4-1-1 0,-2-2 4 15,-12 2-2-15,0 1-1 0,-7-1-7 0,-27 4 3 16,29-11-1-16,-28 5-6 0,24-13 4 0,-29 6-3 16,2 3-2-16,21-16 6 0,-23 12-3 0,18-18 3 15,-22 15 9-15,-3-5-2 0,2 2 10 0,16-19 1 16,-21 16-4-16,-4-1-3 0,4-1 1 0,-4 0-6 16,-2-2 3-16,-3-3-5 0,-2-1-3 0,-5-3-2 15,-2 1-4-15,-2-5-10 0,-4 0-2 0,-1-4-3 16,-6 2 1-16,2-26 0 0,-11 25-7 0,2 1 3 15,-5-4 10-15,-12-24-19 0,1 28-4 0,-15-30 5 16,-5 9-14-16,-9 0 7 0,-7 4-3 0,-10 5-7 16,-2-2 10-16,-10 6-2 0,-7 4-2 0,-8 5-1 15,-4 2 0-15,-10 5 2 0,-3 3-6 0,-9 1 28 16,-7 5-7-16,-8 3-3 0,0 2-2 0,-10 5-4 16,-5 1 11-16,-12 6-6 0,-8 4 5 0,-3 3 1 15,-7 5 0-15,-6 4-2 0,-10 8 2 0,-5 4 6 16,3 3-1-16,-3 7 3 0,-10 5 3 0,-4 5 8 15,2 3-8-15,0 3-1 0,-2 1 6 0,-3 3 1 16,10 3-1-16,2-1-1 0,9 2-3 0,4-1 6 16,3 5-6-16,11-1-3 0,6 0 7 0,6 0 1 15,14-2 3-15,5 4-1 0,8-6-5 16,9 2-4-16,11 0 3 0,10 0-6 0,9 1 5 0,30-12 2 16,4 3 1-16,6 5 3 0,4-2-5 0,5 4-17 15,10 0-13-15,7 3-29 0,6 5-6 0,5 2-69 16,4-1-146-16,6 5 65 0</inkml:trace>
  <inkml:trace contextRef="#ctx0" brushRef="#br0" timeOffset="83685.89">28249 6434 8 0,'-2'-10'183'0,"2"10"-7"0,-3-6-1 0,3 6-13 15,0 0-11-15,0 0-18 0,0 0-13 0,-2-10-20 16,2 10-10-16,0 0-14 0,0 0-2 15,0 0-13-15,0 0-5 0,0 0-5 0,0 0-6 0,0 27-6 16,1-16 0-16,0 4-7 0,-2 2-3 0,0 0-4 16,-3 0 2-16,4 2-4 0,-2-3-3 0,1 2 0 15,1-2-1-15,-1 0-3 0,0-4 2 0,-1-1-5 16,1 1-1-16,1-1 2 0,0-2-3 0,-1-2 0 16,1-7 1-16,-2 11 0 0,2-11 2 0,0 10 16 15,0-10 18-15,-3 6 17 0,3-6 12 0,0 0 1 16,0 0-2-16,0 0-6 0,0 0-5 15,0 0-5-15,0 0-10 0,0 0-3 0,0-32-5 0,7 15-7 16,-3 0-3-16,5-1-4 0,4-7-4 0,0 2 1 16,2 0-8-16,0 2 0 0,1 0-6 0,0 7 2 15,-2 3 0-15,2-2-7 0,-2 4-3 16,-2 5 1-16,0 0-4 0,1 2 1 0,0 1 0 16,-1 4-1-16,0-2-1 0,-2 6-1 0,1 2-3 0,2 1 4 15,-1 4 0-15,-1 0 3 0,-2 2-1 0,0 2-1 16,-2 0 0-16,0 6 1 0,-2-6-13 0,1 1-27 15,-3 1-14-15,-1-3-30 0,-1 7-35 0,2-5-47 16,-2-2-59-16,-2 3-161 0,1-4-415 0,-2-4 184 16</inkml:trace>
  <inkml:trace contextRef="#ctx0" brushRef="#br0" timeOffset="83988.43">28670 6632 1916 0,'2'-8'166'0,"-2"1"-47"0,0 7-46 15,3-9-37-15,-3 9-20 0,1-6-5 0,-1 6-6 16,0 0-2-16,0 0-2 0,0 0 1 0,0 0 0 16,0 0 6-16,0 0 3 0,14 11 2 0,-6-2 6 15,1-3 1-15,1 2 8 0,7 2 0 0,2-2 1 16,6-2 2-16,5 1 0 0,0-5-3 0,0-4 1 16,2 2-1-16,-3-4-3 0,-2 0-1 0,-7-1-4 15,-2-2 3-15,-2 1-1 0,-6-1 7 0,-3-3 2 16,-1-1-2-16,-4 0 2 0,-2-5-4 0,-4-1-10 15,-2 0 7-15,-3-1-8 0,-4-3 2 0,-6 1-4 16,-3 2-4-16,2 0 0 0,5 5-2 0,-3 4-1 16,0-2-7-16,0 8-14 0,-1-2-22 0,0 5-15 15,1 2-28-15,-2 3-27 0,4 6-15 0,1-1-27 16,4 0-32-16,1 5-23 0,6-1-147 0,0-2-380 16,7 1 169-16</inkml:trace>
  <inkml:trace contextRef="#ctx0" brushRef="#br0" timeOffset="84213.65">29113 6296 31 0,'4'-31'227'0,"2"4"3"0,-1-1-26 0,2 3 0 0,-3 9 19 16,0 1-7-16,-2 5-6 0,1 1-19 0,-2 3-21 16,-1 6-21-16,2-8-20 0,-2 8-16 0,0 0-9 15,0 0-12-15,15 16-7 0,-10-2-8 0,2 9-11 16,1 4-3-16,0 3-5 0,-3 0-5 15,0 5-6-15,-1-3-4 0,2 3-2 0,-3-2-7 0,0-1-25 16,3 0-29-16,-4 0-25 0,1-3-34 0,1 0-43 16,-6 0-36-16,4-3-45 0,-6-2-40 0,-5-6-124 15,1-1-397-15,-3-3 176 0</inkml:trace>
  <inkml:trace contextRef="#ctx0" brushRef="#br0" timeOffset="84342.9">29100 6402 61 0,'21'-7'66'0,"-1"3"-45"15,7-2-46-15,-9 5-27 0,3 3 12 0</inkml:trace>
  <inkml:trace contextRef="#ctx0" brushRef="#br0" timeOffset="84608.6">29463 6629 160 0,'11'-5'228'0,"4"-4"-8"0,1-3-1 0,1 0-10 0,4-5-13 15,-1-2-12-15,3 0-15 0,-4-2-17 0,0 2-14 16,0-1-11-16,-3-2-18 0,3-1-8 0,-1 0-13 16,0-1-9-16,-4 3-10 0,-5 3-8 0,-2 0-4 15,-1 2-5-15,-5 4-8 0,-1-1-4 0,-1 4-5 16,-5 1-4-16,4 0-5 0,-2 2-3 0,-6 2-2 15,0 4-2-15,-6 3-8 0,0 4 2 0,-11 8-3 16,3-2-1-16,-1 6 0 0,3 2 3 0,5 0-8 16,4 1-1-16,8-3-6 0,-2 6-10 0,7-1-22 15,7-5-23-15,-1 5-36 0,6 1-49 0,5-4-41 16,4-3-55-16,-1 2-122 0,6-5-389 0,-7-6 173 16</inkml:trace>
  <inkml:trace contextRef="#ctx0" brushRef="#br0" timeOffset="84943.4">27980 7025 153 0,'-12'3'216'0,"10"1"-15"0,2-4-4 0,24 3-5 16,12-3-11-16,29-7-13 0,46-7-8 16,15-5-8-16,4-4-8 0,14 1-4 0,9 3-3 15,-1-3-10-15,2 8-10 0,-8-7-11 0,-7 6-11 16,-13 4-11-16,-15 1-5 0,-7 0-2 0,-12-1-16 0,-32 8-2 16,0-5-11-16,-5 4 1 0,-17 1-6 0,-2-3-6 15,-3 4 17-15,-11 0-2 0,-3-2-3 0,-1 0-7 16,-6 1-7-16,0 2 1 0,-4 0-13 15,-3-1-17-15,2-1-28 0,-7 3-30 0,7-7-40 16,-7 7-52-16,0 0-49 0,0 0-41 0,-18-10-197 0,-2 6-466 16,-12 4 206-16</inkml:trace>
  <inkml:trace contextRef="#ctx0" brushRef="#br0" timeOffset="85444.4">28004 7313 122 0,'-88'-9'131'0,"23"2"-21"0,-25-7 2 0,27 5-1 16,-27-9 12-16,27 3 1 0,-23-13 0 0,29 7-11 15,-3-2 8-15,-1-5-4 0,9-2-4 0,5-6-10 16,4 2 0-16,8 2-2 0,5-7-11 0,15 10 1 16,-3-13-11-16,15-4-6 0,8-2-14 0,4-5-13 15,29-22-21-15,11-2-6 0,22-2-7 0,9-2-11 16,14 0-8-16,16-6 4 0,9 7 2 0,10-1 1 16,5 4-5-16,8 10 2 0,6 2 12 0,0 8 1 15,-2 4-1-15,0 7-4 0,-2 3-1 0,1 9 4 16,0 2-7-16,0 6-3 0,-7 6-9 0,-2 3-4 15,8 4 1-15,-3 5-4 0,0 5-1 0,-8 0-1 16,-12 10-2-16,-7 3-2 0,-14 3 2 0,-8 3 4 16,-33 1 2-16,1 2 0 0,-4 5 3 0,-6 5-14 15,-7 0 5-15,-2 6 3 0,-12 5-1 0,-4 1 7 16,-7 5-6-16,-13 8 2 0,-9 3 2 0,-14 22 6 16,-11-1 0-16,-14-1 0 0,-6-6 7 0,-13 3 0 15,-7-9 3-15,-4-4 5 0,-1-3-8 0,-5-9 4 16,0-2-2-16,0-10-1 0,17-13 0 0,-26 9 3 15,0-7-20-15,5 4 14 0,20-16-24 0,-30 10-22 16,6-2-20-16,27-8-39 0,-4 1-27 0,-22 3-114 16,30-8-270-16,18-5 120 0</inkml:trace>
  <inkml:trace contextRef="#ctx0" brushRef="#br0" timeOffset="85874.34">29861 5357 111 0,'2'-11'181'0,"1"-1"-6"15,-3 2-17-15,1 3-17 0,2 0-17 0,-2-3-15 16,2 5-39-16,2-4-43 0,1 1-48 0,3 3-36 16,0 0-36-16,5 1-62 0,4-1-167 0,2 0 75 0</inkml:trace>
  <inkml:trace contextRef="#ctx0" brushRef="#br0" timeOffset="86032.7">30254 5164 2172 0,'5'-15'-2'0,"-3"3"0"0,-2 2-12 0,1 2 5 0,-1 0 6 16,0 8-3-16,0-10 1 0,0 10-3 16,1-9 1-16,-1 9 2 0,0 0-3 0,5-6-2 15,-5 6-6-15,0 0-14 0,12 3-28 0,-1 3-39 16,-2 1-40-16,4 5-156 0,-3-3-317 0,3 2 141 15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8T10:36:53.6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20038 4563 2 0,'0'0'14'0,"0"0"-1"0,0 0-6 15,0 0 2-15,0 0-1 0,0 0 3 16,0 0-6-16,2-8 0 0,-2 8 6 0,0 0-5 16,0 0 1-16,0 0-3 0,0 0 2 0,0 0-4 15,0 0 3-15,0 0-2 0,0 0-1 0,0 0 0 16,0 0-2-16,0 0 2 0,0 0 0 0,0 0-1 16,0 0-1-16,0 0 1 0,0 0-2 0,0 0 2 15,0 0-5-15,0 0 1 0,0 0-2 0,0 0 2 16,0 0-2-16,0 0-6 0,0 0-6 0,0 0-17 15,0 0 8-15</inkml:trace>
  <inkml:trace contextRef="#ctx0" brushRef="#br0" timeOffset="18773.96">15748 8951 14 0,'0'0'44'0,"0"0"-2"15,8 3-15-15,-8-3-12 0,0 0-14 0,0 0-11 16,0 0-13-16,0 0-24 0,0 0 11 0</inkml:trace>
  <inkml:trace contextRef="#ctx0" brushRef="#br0" timeOffset="19998.48">14906 10473 33 0,'0'0'59'0,"0"0"-9"16,0 0-5-16,0 0-2 0,0 0-3 0,0 0-7 15,0 0-5-15,0 0-13 0,0 0-5 0,0 0-19 16,0 0-9-16,0 0-38 0,0 0-58 0,0 0 25 15</inkml:trace>
  <inkml:trace contextRef="#ctx0" brushRef="#br0" timeOffset="32239.78">14436 10545 5 0,'0'0'31'0,"0"0"-4"0,0 0 1 16,0 0-2-16,0 0-6 0,0 0 2 0,0 0-6 15,0 0-6-15,0 0 1 0,0 0 1 0,0 0 2 0,0 0-6 16,0 0 4-16,0 0-6 0,0 0 2 0,0 0-5 16,0 0 2-16,0 0-8 0,0 0-8 0,0 0 0 15,0 0-3-15,0 0 0 0,0 0 1 16,0 0-20-16,0 0-36 0,-8 2 16 0</inkml:trace>
  <inkml:trace contextRef="#ctx0" brushRef="#br0" timeOffset="36677.69">23628 9583 4 0,'0'0'18'0,"0"0"-5"16,0 0-1-16,0 0 0 0,0 0-11 0,0 0-11 15,0 0-12-15,0 0 6 0</inkml:trace>
  <inkml:trace contextRef="#ctx0" brushRef="#br0" timeOffset="60984.32">14497 7465 34 0,'0'0'40'16,"0"0"-9"-16,0 0-11 0,0 0 2 0,0 0-6 0,0 0-16 15,0 0-15-15,0 0-10 0,0 0-27 16,27 8 12-16</inkml:trace>
  <inkml:trace contextRef="#ctx0" brushRef="#br0" timeOffset="62461.32">15626 7527 13 0,'0'0'59'0,"0"0"-2"0,0 0-14 16,0 0-10-16,0 0-13 0,0 0-12 0,0 0-20 16,0 0-26-16,0 0-39 0,0 0 18 0</inkml:trace>
  <inkml:trace contextRef="#ctx0" brushRef="#br0" timeOffset="65087.84">22525 8867 45 0,'0'0'59'0,"4"7"-5"0,-4-7-10 0,9 10-2 16,-3-4-5-16,4 1-18 0,2-1-10 0,0-1-12 16,2 0-19-16,2 0-26 0,2-3-51 0,-5 1 23 0</inkml:trace>
  <inkml:trace contextRef="#ctx0" brushRef="#br0" timeOffset="65220.16">22846 8891 10 0,'0'0'47'0,"0"0"-5"0,0 0-3 16,0 0-14-16,0 0-13 0,0 0-42 0,10 12-31 15,-10-12 14-15</inkml:trace>
  <inkml:trace contextRef="#ctx0" brushRef="#br0" timeOffset="84115.39">31072 10086 39 0,'0'0'48'0,"0"0"11"0,3-5 1 0,-3 5 1 0,0 0 4 16,0 0-3-16,0 0-2 0,0 0 1 16,0 0-2-16,2-7-1 0,-2 7-6 0,0 0 2 0,0 0-4 15,0 0-5-15,0 0-6 0,0 0-8 0,0 0 5 16,0 0-9-16,0 0 0 0,0 0-13 0,0 0-3 16,0 0 2-16,0 0 3 0,0 0 15 0,0 0-19 15,0 0 1-15,0 0-8 0,0 0 8 16,-2 26-8-16,2-19-6 0,0-7 7 0,0 13 2 0,0-7-18 15,0-6 21-15,0 11-7 0,0-11 4 0,0 12-7 16,0-6 13-16,0-6 13 0,0 0 8 0,1 9 22 16,-1-9 19-16,1 7 14 0,-1-7 11 0,0 0-2 15,0 0-11-15,12 0-11 0,-12 0-12 16,24-13-3-16,-6 4-9 0,6-3-14 0,-1-2-6 0,7 1-8 16,1 0-8-16,2-1-2 0,1 0-13 0,1 0-38 15,12-2-35-15,3-1-49 0,-2 2-41 0,5-2-129 16,-1-4-315-16,3-2 140 0</inkml:trace>
  <inkml:trace contextRef="#ctx0" brushRef="#br0" timeOffset="86681.13">30681 11887 77 0,'0'0'83'0,"-6"17"-4"0,6-17-3 16,0 0-1-16,-5 10 3 0,5-10 2 0,-4 7-4 16,4-7-5-16,-4 6-9 0,4-6-3 0,0 0-7 15,-5 9-4-15,5-9 14 0,0 0 7 0,0 0-1 16,-2 5 2-16,2-5-1 0,0 0-4 0,0 0 0 16,0 0-4-16,0 0-6 0,0 0-4 0,0 0-6 15,0 0 0-15,0 0-6 0,0 0 0 0,0 0 7 16,0 0 8-16,0 0 2 0,0 0-3 0,0 0-10 15,16 3-3-15,-4-6 0 0,8-1-9 0,7-3 1 16,5 2-26-16,4-5 2 0,17 3-1 0,3-4-9 16,3 0-25-16,4 0-39 0,2 1-38 0,0-1-46 15,-2 0-148-15,-1-6-322 0,2 1 142 0</inkml:trace>
  <inkml:trace contextRef="#ctx0" brushRef="#br0" timeOffset="87834.23">17629 12983 23 0,'5'-6'86'0,"-5"6"-15"0,4-5-2 0,-4 5-7 15,3-8-5-15,-3 8-6 0,0 0-7 0,0 0-20 16,5-5-17-16,-5 5-19 0,0 0-23 0,0 0-40 16,0 0-80-16,0 0 35 0</inkml:trace>
  <inkml:trace contextRef="#ctx0" brushRef="#br0" timeOffset="89868.69">17320 13604 36 0,'0'0'33'0,"0"0"-9"0,0 0-11 16,0 0-31-16,0 0-19 0,1 7 8 0</inkml:trace>
  <inkml:trace contextRef="#ctx0" brushRef="#br0" timeOffset="92986.25">17900 16157 51 0,'0'0'46'0,"-10"-3"-12"0,10 3-11 0,0 0-12 15,0 0-10-15,0 0-13 0,0 0-14 16,0 0-28-16,0 0 12 0</inkml:trace>
  <inkml:trace contextRef="#ctx0" brushRef="#br0" timeOffset="96646.96">25050 15377 11 0,'0'-7'140'0,"0"7"-4"15,0 0 0-15,2-5-8 0,-2 5-13 0,0 0 1 16,1-8-9-16,-1 8-11 0,0 0-7 0,0 0-8 15,0 0-8-15,4-7 2 0,-4 7-9 0,0 0 3 16,0 0-8-16,0 0-5 0,0 0-2 0,0 0-2 16,0 0-10-16,0 0-3 0,0 0-5 0,0 0-7 15,0 0 0-15,0 0-2 0,0 0 3 0,0 0-7 16,0 0 0-16,0 0-3 0,5 20 0 0,-5-20-4 16,0 11-1-16,2-5 0 0,-2 1-1 0,1 1-4 15,1-1 1-15,-2-7 0 0,2 13 3 0,-4-6-6 16,4 1 5-16,0-2-8 0,-2-6 5 0,4 16-1 15,-4-8 4-15,4 0-2 0,-3 2 2 0,0-4-5 16,1 2-1-16,-2 0 0 0,2 0-1 0,0-1 4 16,0 1-3-16,0-2 1 0,-2-6-6 0,0 13 3 15,2-8 0-15,0 1 0 0,-2-6 0 0,2 9 2 16,-2-9 1-16,3 7-5 0,-3-7 4 0,0 7-3 16,0-7-6-16,0 0 7 0,4 5-2 0,-4-5 4 15,0 0-6-15,4 5 3 0,-4-5 4 0,5 4-3 16,-5-4-2-16,0 0 1 0,0 0-1 0,9 1 2 15,-9-1 3-15,0 0-1 0,0 0 1 0,9 1 3 16,-9-1 3-16,0 0 8 0,0 0-4 0,0 0 2 16,0 0-1-16,9-5-3 0,-9 5-2 0,10-4 0 15,-4-1-1-15,-1 2-4 0,1-2 3 0,0 1 2 16,4 0-3-16,1-3-5 0,-2 0-2 0,1 3 6 16,0-4-5-16,2 2 4 0,6-1-5 0,0-2-1 15,1 1-2-15,0 0 2 0,6-1 1 0,-5-1 3 16,5-1 0-16,-1-1 0 0,-6 4-6 0,9-3 2 15,0-3 1-15,0 2-1 0,-2-1 1 0,0 2-3 16,-2 0 1-16,-4 0 2 0,8 1 1 0,-11 2-7 16,2-1 5-16,0 1-1 0,-1 0-2 0,-1 1 5 15,-2 0-2-15,-2 4 1 0,7-4-1 0,-3 4-1 16,0-3 0-16,-5 3-1 0,2-3 2 0,0 4-1 16,0-3-1-16,-3 1 2 0,4 4-1 0,-3-4-2 15,5 2 2-15,-5-2 0 0,0 1 2 0,1-1 2 16,-3 2-6-16,2-1 0 0,0 1 0 0,-2-3 2 15,0 2 0-15,3 2-1 0,-4-1 0 0,1-2 3 16,0 2-10-16,1 1 8 0,2-3 0 0,-3 1-1 16,-3 1 1-16,4-1 4 0,-3 3 1 0,5-4-5 15,-2 1 2-15,1 1-2 0,-1-2 0 0,1 2 3 16,0-2 1-16,-1 1 4 0,0-2-3 0,-3 3-2 16,2-3 4-16,1 1 11 0,-2 2-1 0,1-1-6 15,3-4 1-15,1 2 1 0,-5 0-7 0,4 0 3 16,-3 0 0-16,2 0 1 0,-2-1 5 0,2 2 7 15,-4-2 3-15,0 3 5 0,-2 1 1 0,-5 2-2 16,11-7-5-16,-7 5 1 0,-4 2-5 0,9-6-2 16,-4 3-3-16,-5 3-1 0,9-6-2 0,-3 3 7 15,1 1-6-15,-7 2-1 0,7-7-2 0,-7 7 3 16,9-4-3-16,-9 4 8 0,4-2 2 0,-4 2 0 16,0 0-1-16,7-2-1 0,-7 2 2 0,0 0-2 15,0 0-2-15,0 0 6 0,4-5-3 0,-4 5 1 16,0 0-3-16,0 0 3 0,0 0-1 0,0 0-3 15,0 0 2-15,0 0-3 0,0 0 0 0,8-4 0 16,-8 4-1-16,0 0-6 0,0 0 3 0,0 0-3 16,0 0-1-16,0 0 1 0,0 0-1 0,0 0-2 15,0 0 1-15,0 0-1 0,0 0-2 0,0 0-1 16,0 0 2-16,0 0 3 0,0 0-2 0,0 0-4 16,0 0 3-16,0 0-2 0,0 0-2 0,0 0 5 15,0 0-2-15,0 0-5 0,0 0 2 0,0 0 3 16,0 0-1-16,0 0-1 0,0 0-1 0,0 0 0 15,0 0-2-15,0 0 4 0,0 0 0 0,0 0-2 16,0 0 0-16,0 0-2 0,0 0 4 0,0 0-1 16,0 0-2-16,0 0 2 0,0 0 0 0,0 0-3 15,0 0 12-15,0 0-2 0,0 0-10 0,0 0 1 16,0 0 0-16,0 0 1 0,0 0 0 0,0 0-4 16,0 0 2-16,0 0 2 0,0 0-2 0,0 0 4 15,0 0-5-15,0 0 3 0,0 0 0 0,0 0 3 16,0 0 0-16,0 0-4 0,0 0-4 0,0 0 8 15,0 0-7-15,0 0 8 0,0 0-7 0,0 0 3 16,0 0 0-16,0 0-2 0,0 0 1 0,0 0 2 16,0 0-1-16,0 0 0 0,0 0-1 0,0 0 0 15,-19-6 6-15,19 6-3 0,0 0 1 0,0 0-2 16,0 0-5-16,0 0 5 0,0 0-2 0,0 0 2 16,0 0-2-16,-6-3 2 0,6 3-2 0,0 0 1 15,0 0 3-15,0 0-4 0,0 0 2 0,0 0 2 16,0 0-2-16,0 0 0 0,0 0 2 0,-12-2-2 15,12 2-1-15,0 0 2 0,0 0-2 0,0 0 0 16,0 0 6-16,0 0-9 0,0-8 3 0,0 8 0 16,0 0 3-16,0 0-1 0,-4-7 2 0,4 7-4 15,0 0 2-15,-1-9-3 0,1 9 1 0,-4-4 1 16,4 4 0-16,0 0-3 0,0 0 3 0,0 0-1 16,0-12 9-16,0 12-12 0,0 0 4 0,0 0 1 15,-2-9-2-15,2 9 0 0,0 0 0 0,0 0 0 16,0 0-1-16,0-11-2 0,0 11 4 0,0 0 0 15,2-9-2-15,-2 9 1 0,0 0-4 0,-4-8 5 16,4 8-1-16,0 0 4 0,0 0-2 0,0-10-2 16,0 10 3-16,0 0-3 0,0 0-2 0,0 0 3 15,0-11 0-15,0 11 1 0,0 0-2 0,4-5 3 16,-4 5-3-16,0 0 0 0,0 0 1 0,0 0 1 16,0 0-5-16,0 0 3 0,0 0-4 0,0 0 1 15,0 0-3-15,-4-10 0 0,4 10-2 0,0 0 1 0,0 0-6 16,0 0 3-16,0 0-6 0,0 0 0 0,0 0-1 15,0 0 0-15,0 0 0 0,0 0 0 16,0 0-3-16,0 0 2 0,0 0-3 0,0 0 3 16,0 0-3-16,0 0 3 0,0 0 2 0,0 0 2 15,0 0-5-15,0 0 4 0,0 0-5 0,0 0 6 16,0 0-3-16,0 0 1 0,0 0-3 0,0 0-1 16,0 0-7-16,0 0-4 0,0 0-8 0,0 0-9 15,0 0-10-15,4-8-17 0,-4 8-11 0,0 0-15 16,0 0-17-16,0 0-8 0,0 0-1 0,0 0-4 15,11-3-10-15,-11 3 5 0,0 0-11 0,8-1-3 16,-8 1-99-16,0 0-268 0,0 0 120 0</inkml:trace>
  <inkml:trace contextRef="#ctx0" brushRef="#br0" timeOffset="137104.46">21284 10465 6 0,'0'0'8'15,"0"0"-11"-15,-1 10-3 0,1-10 3 0</inkml:trace>
  <inkml:trace contextRef="#ctx0" brushRef="#br0" timeOffset="67623.9">21196 10590 84 0,'0'0'77'0,"0"0"0"0,0 0-17 0,0 0-2 16,7-21-7-16,-7 21-7 0,0 0-6 0,0 0-1 16,0 0-14-16,0 0-15 0,0 0-14 0,0 0-8 15,0 0-10-15,0 0-11 0,0 0-45 0,0 0-87 16,0 0 39-16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4T10:25:34.1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4810 3493 76 0,'0'0'140'16,"0"0"1"-16,0 0-14 0,0 0-9 0,1-10-2 15,-1 10-7-15,0 0-10 0,0 0-6 0,0 0-5 16,0 0-4-16,0 0-12 0,0 0-1 0,0 0-10 16,0 0-1-16,0 0-3 0,0 0-7 0,0 0-2 15,-4-7-8-15,4 7 1 0,0 0-7 0,0 0-5 16,0 0-4-16,0 0 2 0,-10 0 2 0,10 0-5 16,0 0 0-16,0 0-4 0,0 0 5 0,-11 0 1 15,11 0 4-15,0 0-3 0,0 0 25 0,0 0-4 16,-12 2-5-16,12-2-3 0,0 0-4 0,-10-2-2 15,10 2-4-15,0 0-1 0,-14-1-3 0,14 1 0 16,-9 1-5-16,9-1 4 0,-8 2 1 0,8-2 1 16,0 0-5-16,0 0 4 0,0 0-4 0,-11-3 0 15,11 3-3-15,0 0-3 0,0 0-2 0,0 0 0 16,0 0 0-16,0 0 3 0,30 3 5 0,1-3-4 16,2 0 3-16,4-4 3 0,2 1-2 0,14-2-1 15,1 1 0-15,-2-1-4 0,-13 1-4 0,13 0-2 16,-17 4-2-16,-2-4 1 0,-1 2 0 0,-1-1-12 15,-10 3-10-15,1-2-18 0,-5 2-19 0,-2 0-22 16,-5 0-31-16,-2 1-26 0,-2 0-30 0,-6-1-32 16,5 6-167-16,-5-6-385 0,-16 9 170 0</inkml:trace>
  <inkml:trace contextRef="#ctx0" brushRef="#br0" timeOffset="298.45">4740 3495 47 0,'0'0'186'0,"0"0"-10"0,-9 0-6 0,9 0-9 16,0 0 11-16,-10 10-3 0,3-1-9 0,3 2 12 16,-2 5 4-16,-3 8-7 0,-1 2-5 0,1 3 4 15,0 4-14-15,-3-1-8 0,2 15-10 0,-3-1-12 0,2-3-7 16,3-11-10-16,0 3-7 0,1-2-14 0,0-1-6 15,1-2-8-15,-1 1 0 0,0-4-11 16,2 2-5-16,0-3-5 0,0-2-4 0,1-4-4 16,-4 3-11-16,2-7 2 0,2 0-5 0,0-4-27 0,1-2-5 15,0 0-32-15,-1 0-36 0,1-4-29 16,1 0-25-16,2-6-27 0,-8 10-28 0,8-10-47 16,-6 4-37-16,6-4-150 0,0 0-448 0,0 0 198 0</inkml:trace>
  <inkml:trace contextRef="#ctx0" brushRef="#br0" timeOffset="762.64">4467 3982 2 0,'12'-7'172'0,"1"6"-14"0,-2 0 0 0,10-2-9 16,7 2-2-16,2-2-8 0,1 2 0 0,4-3-16 15,0 0-11-15,5 2-5 0,1-4-10 0,11 0-12 16,-13 2-8-16,-6 1-4 0,4-3-11 0,-1 3-5 15,-3 0-2-15,-2-1-5 0,-3-2-8 0,-8 2-1 16,-2 1-4-16,-4 2-3 0,-1-3-5 0,1 3 3 16,-4 0-4-16,-10 1 5 0,14-2-2 0,-7 2 8 15,-7 0 6-15,7 0-2 0,-7 0 1 0,0 0-6 16,0 0 1-16,0 0-8 0,9 0-3 0,-9 0 0 16,0 0-6-16,0 0-1 0,-11 23-5 0,1-11 1 15,-2 2-2-15,2 2 1 0,-5 4-3 0,6-2-2 16,-1-2 1-16,3 2 0 0,2-1-4 0,1 0 1 15,1-1-4-15,2-1 4 0,1-3-5 0,3 0 2 16,1 0 0-16,-1-1 3 0,4-2-2 0,-1 1 0 16,2-2-3-16,2 0 5 0,3-3-2 0,0-3 0 15,4 4 2-15,0-6-2 0,1 0-1 0,-5 0 2 16,6-4 2-16,-4-2 0 0,3 0 1 0,-4-3 0 16,0-2-1-16,-2-2-1 0,-2 0-2 0,-2-3 1 15,-3 0 3-15,-1-2-3 0,-4 1-2 0,-2-2 0 16,-2-5-3-16,-2-1 2 0,1 7-2 0,-4-1 0 15,0-4-3-15,1 6-8 0,-2 3-4 16,1 2-5-16,3 0-4 0,-1 3-12 0,4 2-23 0,3 7-31 16,-13-8-38-16,13 8-39 0,0 0-31 0,0 0-187 15,-19 19-414-15,12-9 184 0</inkml:trace>
  <inkml:trace contextRef="#ctx0" brushRef="#br0" timeOffset="1172.58">5454 4271 124 0,'0'0'208'0,"12"-5"-8"0,-6 2-1 15,0-1-7-15,2-2-6 0,-2-1-4 16,2-1-10-16,-2-3-19 0,5-2-6 0,-2-3-4 16,1 2-5-16,0-1-13 0,-3-4-12 0,1 2-8 15,3-6-15-15,-2-2-8 0,1 3-9 0,-1-3-8 16,-3 1 0-16,-1 8-10 0,-1 0-3 0,-1 0-14 15,-2 7 6-15,-1-2-1 0,1 2-8 0,-1 9-8 0,-2-14 10 16,2 14-7-16,-4-13-1 0,4 13-7 16,-4-8-1-16,4 8-2 0,-5-7-7 0,5 7-6 15,0 0-12-15,0 0-5 0,0 0-3 0,0 0 1 16,0 0 1-16,0 0-2 0,0 0-3 0,0 0-1 16,0 0 0-16,24 14-3 0,-7-6-1 0,1-5 2 15,3 1 1-15,-3 0-1 0,3-2 5 0,-3 2-1 16,1 1 1-16,-8 0 0 0,2 0 3 0,-3 2-3 15,-2 0 4-15,-1 2 2 0,0 1-2 0,-3 1 3 16,-3 5 2-16,-1 2 0 0,-2 0 2 0,-1 1 2 16,-2 5 2-16,0-6 1 0,0-1-4 0,1 1 4 15,1-2 0-15,1 1-22 0,-2 0-20 0,3-5-29 16,-2 0-28-16,3-12-36 0,1 22-39 0,1-12-30 16,-2 0-151-16,0-10-383 0,1 16 169 0</inkml:trace>
  <inkml:trace contextRef="#ctx0" brushRef="#br0" timeOffset="1722">5983 4155 48 0,'0'0'203'0,"1"-9"-10"0,-1 9-16 16,0 0-20-16,7-6-5 0,-7 6-20 0,0 0 1 16,0 0 1-16,0 0-3 0,0 0-9 0,1 31-10 15,-1-20-9-15,0 0-10 0,-1 6-4 0,-2-2-7 16,3-2-6-16,-1-1-4 0,1-12-7 0,0 18-2 15,-1-7-10-15,1-11-2 0,-2 12-2 0,4-7 0 16,-2-5 8-16,0 0 16 0,0 0 5 0,-2 14-6 16,2-14-5-16,0 0-11 0,0 0-5 0,0 0-2 15,0 0-5-15,0 0-5 0,-12-25-5 0,10 14 0 16,2 3-5-16,0-5-4 0,4 2 0 16,-3-1-7-16,5-5-1 0,0-3-1 0,3 2-3 0,0 2 2 15,6-7-4-15,-2 6-3 0,1 5 3 0,1 0-5 16,2 2-3-16,0 3-2 0,2 2 0 0,-1 1 2 15,-1 3-5-15,2 4 1 0,-3 4 4 16,1 0-2-16,-1 6-3 0,-3 1-2 0,1-1 6 16,-5 2-5-16,-1 0 3 0,1 1-2 0,-6-4 5 15,1 3-1-15,0 1-2 0,-3-5 1 0,2 1 1 0,-2-2-1 16,1 0-3-16,-2-2 3 0,1-2 0 0,-1-6 6 16,0 9-3-16,0-9-2 0,0 0 5 0,-5 7 2 15,5-7-2-15,0 0-7 0,0 0 7 16,0 0-1-16,0 0 0 0,-12-21-3 0,12 12 2 15,1-2-5-15,3-4 0 0,1 1-2 0,3-5-3 16,0 0 0-16,5-3-3 0,-1-1 0 0,6 0-14 16,3 1 11-16,-1 2-3 0,3 4 1 0,-4 8-2 0,-1 0 4 15,0 1-2-15,0 7 4 0,-5 0-4 0,0 2 2 16,-1 0 3-16,0 4 0 0,-3 0 0 16,3 7 0-16,-6-3 1 0,3 3 2 0,-5 0 5 15,-1 3-10-15,-1 0 11 0,3 0-4 0,-7 1-9 16,1 0-21-16,-3-2-33 0,2 2-36 0,-3-1-44 15,1 0-61-15,-4-2-240 0,-5 0-483 0,2-1 215 16</inkml:trace>
  <inkml:trace contextRef="#ctx0" brushRef="#br0" timeOffset="2516.55">7743 3592 152 0,'-4'-14'151'0,"0"2"1"16,-1 1 3-16,0 1-7 0,0-1-11 15,-4 4-16-15,5-3-10 0,-1 7-8 0,-1-1-14 16,-1 0-18-16,7 4 0 0,-14 0-5 0,3 5-9 16,2 1-6-16,1 6-3 0,-3 4 1 0,-1 8-7 15,-3 2 0-15,6 6 0 0,-4-2-4 0,3 5 3 16,1 14-5-16,-1 1 0 0,1-7-4 0,0-6 2 16,1 9-3-16,-2 0 0 0,5-13 0 0,0 3-4 15,1-2-3-15,-4-2 3 0,2 3-4 0,1-2-5 16,-2-1 4-16,1-3-6 0,1 0 3 0,-4 0-2 15,2-3-1-15,0 0-3 0,1-8-3 0,0 0-3 16,0-4-13-16,1-3-11 0,2 0-14 0,-1-3-15 0,4-8-25 16,-5 14-24-16,5-14-34 0,-5 7-39 15,5-7-140-15,0 0-332 0,0 0 147 0</inkml:trace>
  <inkml:trace contextRef="#ctx0" brushRef="#br0" timeOffset="3048.17">7258 4018 140 0,'12'-5'158'0,"-12"5"-13"15,26-2-6-15,-5 2-13 0,16-2-8 0,2-1-7 16,14 1-2-16,4-1-21 0,-5 1-2 0,6-2-6 16,-1 0-4-16,-3-2-9 0,-1 3-4 0,-16-2-5 15,3 1-12-15,-3 0-4 0,-1 0 1 0,-4-1-4 16,-1 0-2-16,-10 3-10 0,0-2 4 0,-5 1-11 15,-2 1 9-15,-2 0-8 0,-12 2 9 0,15-1 2 16,-15 1-2-16,9-3 8 0,-9 3-1 0,8-1 0 16,-8 1-6-16,0 0-4 0,0 0-1 0,0 0-1 15,0 0-6-15,0 0 4 0,0 0-8 0,-36 10 2 16,21-2-6-16,-2 2 0 0,-2-1-2 0,-4 6-3 16,0 3 2-16,0 2 0 0,0 2-2 0,1 0 0 15,2 2 1-15,2-2 3 0,4 2-5 0,4-8 1 16,-1 1 2-16,5 0-2 0,2 1-3 0,3-2 4 15,0-4-5-15,3 0 3 0,2 0 0 0,1-1 0 16,4-4-1-16,1-1 1 0,3 1-3 0,5-1 7 16,-1-3-3-16,3-5-2 0,3 1 1 0,-4-2-4 15,9-4 1-15,-9 1-5 0,1-3-2 0,-2-1 0 16,-2-2-2-16,-2 0 6 0,-1-3-4 0,-4-2 0 16,1-6 2-16,-5 6-5 0,4-7 3 0,-5 5-2 15,1 1 4-15,-2 0-2 0,-1 1 3 16,0 5-5-16,-2 0 9 0,0 3 0 0,0 1 4 15,0 8-7-15,1-9-3 0,-1 9 2 0,0 0-4 16,0 0 2-16,0 0 0 0,0 0 5 0,0 0 2 16,-3 41 2-16,2-24-3 0,-2 4 3 0,2-2-5 0,1 5 12 15,3-4-9-15,-2 4-3 0,2-5-20 0,0-1-30 16,1 0-32-16,5-3-51 0,-1-1-24 0,0 0-40 16,2 0-98-16,-1-7-319 0,7 1 140 0</inkml:trace>
  <inkml:trace contextRef="#ctx0" brushRef="#br0" timeOffset="3295.44">8680 3972 147 0,'-12'-6'193'0,"-3"1"1"0,-4 4-8 0,3 4-15 15,-3 0-7-15,1 3-9 0,-6 7-4 0,-2 3-17 16,4 0-10-16,1 2-10 0,-1 6-12 0,4-1-8 15,3 1-10-15,2 1-7 0,2 0-6 0,4 0-9 16,5-8-3-16,3 2-6 0,0 1-5 0,7-2-3 16,0 0-4-16,3-2-4 0,3-3-8 0,3 1-20 15,5 2-9-15,2-5-28 0,1-1-30 0,-5-4-18 16,0 1-35-16,8-2-23 0,-6-3-27 0,6-1-28 16,-10-2-110-16,-1-4-321 0,-2-2 142 0</inkml:trace>
  <inkml:trace contextRef="#ctx0" brushRef="#br0" timeOffset="3532.83">8948 3776 107 0,'0'-10'211'16,"-2"0"-3"-16,2 0-8 0,2 4-11 0,-2 6-23 16,1-10-10-16,-1 10-25 0,0 0-7 0,0 0-8 15,0 0 3-15,0 0 10 0,-16 52 6 0,8-19-9 16,-5 12-10-16,1 2-10 0,1 1-11 0,-1-1-7 15,0 3-12-15,2-4 0 0,-2-1-9 0,7-13-6 16,-3 2 5-16,2-2-21 0,0-1-1 0,-1-2-3 16,2-3-6-16,1 0-28 0,2-5-26 0,-1-2-38 15,4-2-35-15,-3-4-40 0,2-2-46 0,-1 0-36 16,1-11-178-16,-4 15-423 0,4-15 187 0</inkml:trace>
  <inkml:trace contextRef="#ctx0" brushRef="#br0" timeOffset="3924.06">8742 4009 119 0,'0'0'164'0,"13"-4"-25"16,1 3-12-16,-1-1-5 0,10 4-12 16,4-1-7-16,2 1-4 0,2 4-7 0,-1-3-5 15,1 2-13-15,0-1-2 0,-2 1-6 0,-2 2-3 0,-8-3-7 16,2 1-6-16,-6 1-8 0,-2-1-5 15,0 1 2-15,-2-1 0 0,-5 2-5 0,2 3 5 16,-3 0-5-16,-3 0 1 0,1 2-3 0,-3 4 10 16,0-1 2-16,0 3-5 0,0-2-1 0,-1 0-3 15,1-1-5-15,-1-1-1 0,0-4-3 0,4 2-5 16,-3-1 4-16,2 0-5 0,3-2 8 0,-5-9 2 0,11 15 7 16,-4-11 4-16,4-1 7 0,2 1-3 15,7-4-5-15,1 0-1 0,8-2-6 0,-8 0 1 16,8-5-3-16,-3-3-2 0,-3-1-2 0,-5 3 2 15,-2-3 9-15,1 0-5 0,-2-2 2 0,-3-1-4 16,-3-3 1-16,1-8-2 0,-8 7-4 0,0-1-3 16,-4-5-5-16,-4 5-8 0,0 2-16 0,-7-5-13 15,0 6-12-15,-1 3-15 0,-5 2-30 0,0 4-5 0,-3 2-35 16,-9 2-20-16,2 4-23 0,1 4-23 16,1 5-19-16,0 1-123 0,-4 4-349 0,8 1 156 15</inkml:trace>
  <inkml:trace contextRef="#ctx0" brushRef="#br0" timeOffset="4359.88">9274 4431 108 0,'20'-3'162'0,"-2"-2"-2"0,1-1-9 16,3 0 0-16,-4-3 0 0,6-2-4 0,-6-1-7 15,4-1-12-15,-5-1 0 0,-1-4-9 0,2-2-6 16,0 1-15-16,-3-4-5 0,1-2-6 0,-6-1-4 15,2 0-4-15,-5 0-4 0,-2 2-3 0,-1-2-2 16,-1 2-5-16,-3 4 1 0,-2 2-4 0,0 6-5 16,-2-5-2-16,-4 3-3 0,3 2-4 0,0 5 2 15,0-3-3-15,0 3-4 0,-2 1-4 0,7 6-6 16,-10-11-3-16,5 6-6 0,5 5-2 0,0 0-1 16,-12-9-5-16,12 9-6 0,0 0-5 0,-3-4-11 15,3 4-3-15,0 0 4 0,0 0 0 0,0 0 0 16,22 10 0-16,-9-7 2 0,6 0-5 0,10 1 4 15,-2-1-3-15,1 1-2 0,-1-2 2 0,-6-1-1 16,-1-1-2-16,-1 0 4 0,-3 2 5 0,-2 1-5 16,-5-1-1-16,3 1 1 0,-6-1-1 15,2 4-1-15,2 0-1 0,-5 3 6 0,0 0-1 0,-2 3 4 16,-1 3-1-16,-2 2-1 0,0-2 4 16,-4 2 7-16,1-1-4 0,-4 1 10 0,2 0-10 15,1 2-1-15,-2-2 2 0,5 1 1 0,-3 0-4 0,0 0 5 16,0-3-8-16,2 2-17 0,0-5-26 0,2-2-32 15,0 2-35-15,3-2-39 0,2 1-12 0,1 1-29 16,5-4-182-16,0-4-402 0,8 1 178 0</inkml:trace>
  <inkml:trace contextRef="#ctx0" brushRef="#br0" timeOffset="4543.12">10214 4032 118 0,'0'0'229'0,"2"-15"-19"0,-2 15-18 16,0 0-10-16,0 0-23 0,0 0-17 0,0-10-16 16,0 10-16-16,0 0-7 0,0 0-10 0,0 0-12 15,0 0-24-15,0 0-37 0,0 0-46 0,11 38-47 16,-8-24-35-16,0 5-36 0,0 5-102 0,-4-5-265 16,0 2 117-16</inkml:trace>
  <inkml:trace contextRef="#ctx0" brushRef="#br0" timeOffset="4679.96">10139 4465 26 0,'0'0'197'16,"-4"10"-16"-16,4-10-4 0,0 0 0 0,0 0-7 15,0 8-11-15,0-8-13 0,0 0-12 0,0 0-16 16,0 0-24-16,19 0-33 0,-19 0-35 0,21-4-43 16,-2-1-61-16,0-2-72 0,-2-3-88 0,8-1-256 15,1-4 114-15</inkml:trace>
  <inkml:trace contextRef="#ctx0" brushRef="#br0" timeOffset="4837.14">10719 4231 118 0,'0'0'256'0,"0"0"-13"0,12-4-7 16,-12 4-5-16,0 0-12 0,9-7-10 0,-9 7-20 16,0 0-19-16,0 0-22 0,6-5-33 0,-6 5-36 15,0 0-27-15,8-5-34 0,-8 5-34 0,0 0-45 16,16 0-53-16,-16 0-53 0,0 0-155 0,0 0-347 15,25 3 154-15</inkml:trace>
  <inkml:trace contextRef="#ctx0" brushRef="#br0" timeOffset="5642.12">5050 4448 57 0,'-28'-2'108'0,"0"2"-5"0,9-1 14 0,1-2-4 16,5 3 0-16,-1-1 2 0,6 0 4 0,8 1-7 15,-15 0-3-15,9-2-10 0,6 2-14 16,0 0-6-16,-12 0-10 0,12 0-8 0,0 0-6 0,0 0-4 15,0 0-3-15,0 0-1 0,0 0 0 0,28 9 3 16,-8-6 0-16,10 0 1 0,2 3-6 0,9-2 1 16,13 0-1-16,6 3-1 0,2-2-3 0,29 4-6 15,-27-5-2-15,28 5-1 0,-24-2-6 16,27 0 2-16,-3-1-5 0,2 1-2 0,2 2 0 16,6 3-5-16,8-4 1 0,2-1-3 0,5 7-1 0,-2-5 1 15,2 1 0-15,5-3-2 0,7 2 0 0,0 1-2 16,6 0 2-16,3 2-2 0,3-5 5 0,3 5-2 15,3 0 3-15,3 1 3 0,0-1-1 0,-2 1 4 16,-1 0 3-16,2-6-5 0,-1 6 3 16,0-4 2-16,1 2-6 0,-1 0 4 0,-2-1 3 0,-6-6 2 15,2 4-3-15,-5-3-3 0,-7-1 1 0,-1 0 4 16,-9-2 2-16,-8-2 1 0,-5 0-2 0,-5 4 2 16,-6 0-4-16,-5-4 1 0,-27 2 0 0,-8-2 3 15,-1 2-2-15,-1-2 2 0,-21 0 2 16,-2 0 4-16,-10 0-12 0,0 0 0 0,-5 0 0 0,-5 0 1 15,-5 0 2-15,3 0-5 0,-9 0-3 0,11 1-4 16,-11-1 2-16,9 0-11 0,-9 0-17 0,0 0-26 16,0 0-33-16,0 0-45 0,0 0-54 0,-20 9-63 15,7-4-228-15,-5-1-496 0,-4-1 220 16</inkml:trace>
  <inkml:trace contextRef="#ctx0" brushRef="#br0" timeOffset="7196.58">12390 4523 59 0,'-3'-13'200'0,"-1"4"-1"0,2 0-7 15,-1 3-13-15,3 6-23 0,-4-9-36 0,4 9-8 16,0 0-12-16,0 0-6 0,0 0 2 15,-6 18-1-15,0 6 2 0,0 8 0 0,-3 2 0 0,-5 18-9 16,-1-4-4-16,2 4-7 0,-3 0-1 0,3-2-11 16,-1-4-6-16,5-10-5 0,0-3-3 0,0 0-5 15,0-2 3-15,4-1-13 0,1-1-1 0,2-5-7 16,-3 2-3-16,2-8 0 0,3 0-5 16,0-3-23-16,0 0-25 0,-2-3-27 0,0 1-34 15,2-3-36-15,0-10-35 0,2 17-26 0,-2-10-159 0,0-7-372 16,0 0 164-16</inkml:trace>
  <inkml:trace contextRef="#ctx0" brushRef="#br0" timeOffset="7509.87">12546 4763 1865 0,'23'-29'35'0,"-7"6"18"0,-4 7-32 0,-4 6 4 16,0 0-19-16,-2 1 5 0,0 3-7 0,-1 1-6 15,-3 1 3-15,-2 4 2 0,0 0 5 16,0 0-5-16,0 0 1 0,0 0-1 0,0 0 4 15,-34 18 4-15,16-6-3 0,-4 2-2 0,-2 3-1 16,1-1 1-16,1-1 0 0,-1 1 1 0,7-5 0 16,-2-2 1-16,3 1 2 0,-1 1-5 0,0-3 5 15,3 2-6-15,1-4 2 0,2-2-3 0,1 2 2 0,4-3 0 16,-4-1-2-16,9-2-1 0,-9 3 2 16,4-1 1-16,5-2-8 0,-6 3 3 0,6-3 2 15,0 0-1-15,-7 4-4 0,7-4 2 0,0 0-3 16,0 0-2-16,0 12 5 0,0-12 0 0,11 12 1 15,-4-2 4-15,6 1 1 0,1 2-3 0,5 5 4 16,2 0-4-16,0-2-21 0,2 4-23 0,0-1-29 16,0-4-35-16,0 3-29 0,-1-1-30 0,-2-2-108 15,-2-2-296-15,-2-2 131 0</inkml:trace>
  <inkml:trace contextRef="#ctx0" brushRef="#br0" timeOffset="7840.26">13044 4844 230 0,'-5'-10'232'16,"2"-3"-5"-16,1 2-12 0,-2 3-11 0,-1 1-19 16,1 1-14-16,-2 0-12 0,2 2-16 0,4 4-17 15,-13-2-12-15,13 2-16 0,-22 7-6 0,8 4-12 16,0 4-5-16,-1 9-5 0,-3 2-5 0,0 2-6 15,4 2-7-15,4 3-5 0,-4 1 2 16,0 10-2-16,6-9 6 0,-1 11-10 0,4-11-3 0,0 12-2 16,1-14-2-16,0 18 3 0,0-17-6 0,1-3 0 15,1 2-3-15,-2-1-1 0,4 0-4 0,-3 0-2 16,0-1 0-16,1-3-7 0,0 0 4 0,-4 0-3 16,3-3-3-16,-1-6-13 0,0 5-11 0,-2-7-22 15,2-1-19-15,-1 0-20 0,-1 0-37 0,-2-6-28 16,3 0-26-16,-4-2-39 0,4-1-20 0,-4-3-157 15,9-4-408-15,-14 3 182 0</inkml:trace>
  <inkml:trace contextRef="#ctx0" brushRef="#br0" timeOffset="8019.46">12690 5331 74 0,'0'0'213'0,"0"0"-19"16,3-10-16-16,-3 10-21 0,6-6-5 0,-6 6-8 15,0 0-12-15,10-3-5 0,-10 3-9 0,18 2-8 16,-3-4-17-16,7 1-9 0,-1 2-8 0,8-2-22 16,7 1-32-16,-5-2-42 0,5 2-60 0,3-5-37 15,-3 3-54-15,-2-2-86 0,3 1-279 0,-3-5 124 16</inkml:trace>
  <inkml:trace contextRef="#ctx0" brushRef="#br0" timeOffset="8188.41">13681 5084 97 0,'4'-2'231'0,"4"-1"-21"0,-8 3-11 0,11-4-18 0,-1 1-7 15,0 1-13-15,1-2-12 0,7 2-17 0,0-1-11 16,4 1-14-16,4 0-9 0,1 2-11 0,4 0-31 16,-12 2-46-16,2-1-61 0,2-1-62 15,-3 3-56-15,-2 0-111 0,-5 0-304 0,-2-2 135 0</inkml:trace>
  <inkml:trace contextRef="#ctx0" brushRef="#br0" timeOffset="8353.14">13818 5199 223 0,'0'0'225'0,"-9"3"-6"0,9-3-4 0,0 0-10 16,-7 0-9-16,7 0-10 0,0 0-18 0,0 0-16 15,0 0-13-15,0 0-12 0,0 0-17 0,34-1-23 16,-12-1-26-16,6-2-40 0,5-2-46 0,-1 3-52 15,5-1-63-15,-1 0-55 0,-6 0-122 16,3-2-342-16,-1 1 152 0</inkml:trace>
  <inkml:trace contextRef="#ctx0" brushRef="#br0" timeOffset="9368.03">15699 4501 184 0,'-1'-12'194'0,"0"2"-1"0,1 1-4 15,0 0 2-15,-3 1-10 0,3 8-14 0,0-8-17 16,0 8-20-16,0 0-14 0,0 0-14 0,0 0-14 16,0 0-4-16,0 0-7 0,0 0-3 15,4 28-3-15,-3-3 1 0,-1 5-1 0,-1 5-5 0,-1-3-1 16,-5 3-7-16,4-4 0 0,-3 3-6 0,1-4-5 16,0 1-4-16,-1-1 0 0,-1-1-3 0,2 0-5 15,0-3-2-15,0 0-5 0,1-1-1 16,0-5-2-16,-1-1 0 0,2 0-12 0,0-2-15 15,-1 2-20-15,-2-1-27 0,2-3-27 0,0 0-36 16,0-4-32-16,0-1-29 0,1-1-32 0,-1 0-164 0,-3-2-398 16,2-2 176-16</inkml:trace>
  <inkml:trace contextRef="#ctx0" brushRef="#br0" timeOffset="9740.12">15772 4409 20 0,'14'-11'166'0,"3"2"-20"0,2 2-4 15,0 2-8-15,0 1-4 0,1 4-8 0,-4 2-11 16,2 4-7-16,-2 1-11 0,-1 3-4 0,-6-1-2 16,0 5-12-16,-2 2-3 0,-2 3-13 0,-2 0-5 0,-3 7-3 15,-4 0 0-15,-3 0-2 0,-5 1-5 16,-2-3-8-16,-4-1 1 0,-1-1-5 0,-2-3-1 15,0-2-4-15,-2-1-7 0,0-2-4 0,-3-4-2 16,7-2-7-16,-3-4 5 0,2-1-8 0,-1-1 2 16,2-1-3-16,8 1 0 0,-3-2-3 0,2 0 7 0,2-2 11 15,10 2 2-15,-14 0-3 0,14 0-2 0,-9-1-6 16,9 1 0-16,0 0-3 0,-6 5 0 16,6-5-1-16,0 0 6 0,13 10 1 0,-3-2-4 15,1 0 1-15,1 3 2 0,4 0-1 0,7 4-2 16,-6-4 3-16,6 4 2 0,1-1-6 0,2 2 6 0,-3 0-16 15,1 1-40-15,0-3-30 0,-2 1-34 0,-4-4-36 16,0 0-32-16,5 2-113 0,-8-3-312 0,2-4 138 16</inkml:trace>
  <inkml:trace contextRef="#ctx0" brushRef="#br0" timeOffset="9968.07">16207 4670 191 0,'0'-7'234'0,"1"1"-23"16,-1 6-26-16,0 0-20 0,0 0-17 0,0 0-16 15,0 0-5-15,0 0-12 0,0 0-7 0,-10 28-5 16,5-11-11-16,0 2-9 0,-3 6-2 0,0-1-17 0,1 1 3 16,3-7-11-16,2 1-3 0,-1 2-5 15,-1-2-9-15,1-3-22 0,1 1-30 0,-1-1-35 16,2-2-37-16,0-4-35 0,1-1-23 0,0 1-16 15,0-10-134-15,0 11-315 0,0-11 140 0</inkml:trace>
  <inkml:trace contextRef="#ctx0" brushRef="#br0" timeOffset="10354.32">16185 4582 138 0,'1'-8'194'0,"1"3"-17"16,-2 5-18-16,2-10-22 0,-2 10-9 0,0 0-14 15,0 0-4-15,0 0-8 0,10 2-3 0,-10-2-8 16,7 12-3-16,-2-3-4 0,1-4-6 0,2 1-8 16,-2 5 1-16,2-2-7 0,1-1-3 0,3-1-2 15,-2 2-3-15,2-3 0 0,0 1-6 0,6 0 0 16,-5-4-5-16,3 1-1 0,1-4-4 0,1 0-3 16,0 0-2-16,0-1-3 0,-3-5-2 0,2 1-2 15,-5-1-2-15,4-3-1 0,-2-3 1 0,1 1 5 16,-2-2-10-16,0-1 4 0,-1 0-9 0,0-2 1 15,1 0 0-15,-6-1 4 0,4 1 0 0,-1 0 1 16,-3 3 0-16,0 3-1 0,-2 0 5 0,0 4 1 16,-2 0 1-16,-1 1-12 0,-2 5-3 0,4-6-3 15,-4 6-4-15,0 0 2 0,0 0-1 0,6 20-2 16,-4-3 2-16,-2 8 2 0,-3 4 2 0,2 0 0 16,-3 0-3-16,0 4 1 0,-1-2-1 0,-1 1 2 15,-1-1-1-15,5 2 1 0,-3-6-1 0,2 3-11 16,-1-1-21-16,2-3-21 0,2-1-33 0,0-5-41 15,0-1-39-15,-2 0-34 0,6-2-38 0,-1-3-145 16,1-3-406-16,3-1 180 0</inkml:trace>
  <inkml:trace contextRef="#ctx0" brushRef="#br0" timeOffset="10655.82">16998 4593 218 0,'-4'-6'202'0,"0"1"-20"0,4 5-19 16,-11-3-11-16,11 3-7 0,-13 3-11 0,4 3-13 16,-1 4-11-16,-2 2-8 0,2 1-12 0,0 3-7 15,3 0-12-15,1 2-1 0,5-2-5 0,-1 1-3 16,4 1-10-16,0-1-4 0,2 1-5 0,3-2-3 16,-2 1-3-16,4-1-6 0,-2 1-2 0,4-1-4 15,-5-1-1-15,2-1-6 0,-2-4 2 0,-1 1-2 16,-1 0-4-16,0-2 1 0,-4 1-1 0,1 1-4 15,-3-2 2-15,-1 1-4 0,-2-1 4 0,-2 2 4 16,0-1-9-16,-7 0 0 0,-3-2-5 0,0 0 9 16,2 0-2-16,-1-2-1 0,-2 1-17 0,1-2-17 15,-1-1-25-15,5-1-34 0,3 0-42 0,-3 0-40 16,6-1-173-16,7-2-367 0,-14 0 163 0</inkml:trace>
  <inkml:trace contextRef="#ctx0" brushRef="#br0" timeOffset="11063.82">17320 4709 265 0,'0'-8'276'16,"1"2"-12"-16,-1 6-21 0,3-10-24 0,-3 10-23 15,2-8-27-15,-2 8-15 0,0 0-20 0,0 0-10 16,0 0-9-16,18 16-2 0,-9-2-8 15,1 4-10-15,3 4-6 0,1 1-12 0,-3 0-1 0,-1 3-13 16,2-1-7-16,-3-3-3 0,-1-3-5 0,1-2-2 16,0 2-5-16,-3-2-4 0,1-2-6 0,0 0 1 15,-2-6-8-15,-1 1 2 0,0-1-4 0,0 1-1 16,-1-2 0-16,1-3-2 0,-2-1-2 16,-2-4 0-16,5 8 1 0,-5-8 9 0,1 7 13 0,-1-7 13 15,0 0-11-15,0 0-3 0,13-10-1 0,-8-1-2 16,4-6-11-16,5-7-2 0,-1-2 2 0,1-3-3 15,2-3-5-15,4-10-2 0,3 0 2 0,-8 10-6 16,8-10-4-16,1-2 6 0,-8 13-8 16,-1 5 4-16,-1 0-6 0,0 1 5 0,-6 7-5 15,-3 6 1-15,0 1-3 0,0 1-14 0,-2 3-23 0,1 3-30 16,-2-3-38-16,-2 7-22 0,0 0-2 0,0 0-13 16,0 0-30-16,0 0-15 0,13 27-25 0,-12-11-17 15,-1 10-169-15,-1 3-430 0,1-3 191 16</inkml:trace>
  <inkml:trace contextRef="#ctx0" brushRef="#br0" timeOffset="11454.09">18026 4863 44 0,'0'-7'243'0,"0"-2"-14"0,-3-1-16 0,3 10-5 15,-8-16-2-15,0 8-6 0,0 2-10 0,-1 1-14 16,-3 1-11-16,-2 2-14 0,-4 1-17 0,-1 5-10 15,-1 0-14-15,0 4-8 0,-8 6-6 0,4 2-13 16,0 0-9-16,2 4-5 0,0-2-9 0,1 0-1 16,8-3-9-16,1-1-3 0,7-2-5 0,-1-2-3 15,2 2-1-15,4-3-6 0,1 1-1 0,2-3-2 16,2-2 0-16,6 0-3 0,1-2-5 0,7 0 2 0,0-3-7 16,4-3 1-16,4-1-6 0,-5-1 2 0,2-5-1 15,-1-3-4-15,0-1-1 0,-5 2 3 0,-1 0-2 16,2-6-3-16,-3-1 3 0,-4 3-7 15,-1-1 6-15,2-5-7 0,-4 7 2 0,-3 4-1 16,0 3 5-16,-3-1 1 0,3 2-2 0,-4 2-5 16,0-1-2-16,-2 6-3 0,0 0 2 0,0 0-3 0,0 0 4 15,0 0-4-15,0 0 8 0,-7 32-3 16,1-14 0-16,-1 1 2 0,-3 3-1 0,1 4 2 16,3-8-1-16,0 0-9 0,4 0-21 0,-1 0-30 15,1 0-29-15,1-2-41 0,1 0-51 0,1-4-36 16,-1-2-53-16,2 2-147 0,2-4-448 0,-4-8 198 0</inkml:trace>
  <inkml:trace contextRef="#ctx0" brushRef="#br0" timeOffset="11683.37">18335 4631 190 0,'1'-17'251'0,"0"5"-14"0,1 1 2 16,-2 2-13-16,0 1-24 0,3 2-21 15,-3 6-21-15,0 0-11 0,0 0-10 0,0 0-1 16,0 0-7-16,-12 42 1 0,5-15-12 0,-1 4-10 16,-2-1-13-16,1 3-3 0,0 1-13 0,2 1-3 15,-5 11-5-15,2-13-7 0,4-2-6 0,-1 0-7 16,2-1-25-16,1-5-27 0,-1 2-41 0,3-9-37 16,-1 7-37-16,-1-7-64 0,3-2-49 0,-5 1-207 15,4-7-469-15,2 1 207 0</inkml:trace>
  <inkml:trace contextRef="#ctx0" brushRef="#br0" timeOffset="12237.41">18486 4844 128 0,'1'-6'253'16,"1"2"-24"-16,-2 4-21 0,3-9-16 0,-3 9-4 15,0 0 7-15,0 0-2 0,0 0-10 0,-9 21-10 16,5-10-10-16,-1 4-17 0,0 0-15 0,1 0-13 15,0 3-8-15,3-3-11 0,0 1-5 0,1-1-12 16,0-3-4-16,0-1-13 0,1 0-7 0,4-2 1 16,-2-1-9-16,-1-1-4 0,1 0-2 0,1-4-5 15,1 1-5-15,-5-4-3 0,11 5-2 0,-2-5-5 16,3 0 0-16,-3-3-5 0,5-1-2 0,0-5-5 16,0 0 2-16,0-3-6 0,2 1 2 0,-5-3-3 15,3-1-2-15,-3 0-4 0,1-1 4 0,-1-1-2 16,-1 3-3-16,-3 3 2 0,-1 3-4 0,1-2 1 15,-2 5-1-15,-3 1-3 0,2 1-3 0,-4 3 3 16,0 0 4-16,0 0-6 0,13 7 4 0,-8 2 0 16,-3 1 4-16,2 2 2 0,-1 0 0 0,2 3-6 15,0-4 9-15,2 3 2 0,1-1 3 0,0-2 3 16,4 1 3-16,3-2 3 0,3-2 4 0,9 0-8 16,4-2-5-16,2-3 1 0,4-3 2 0,0-3-7 15,0 0 2-15,1-3 1 0,-3-2 2 0,-1 0-5 16,1-1-1-16,-5-2 2 0,-5-1 3 0,-1-2-5 15,-8 3-3-15,4-7 1 0,-8 2 2 0,0-1 0 16,-4-1 0-16,1 1 3 0,-3-2-6 0,-2-7-2 16,-3 7 3-16,0 0-2 0,-3 2 5 0,-1 5-2 15,1 0 6-15,-5 2-6 0,-3 2-2 0,-1 4 2 16,-7 4 1-16,-3 5-1 0,-8 6-1 0,-3 6 1 16,0 4 0-16,-8 9 2 0,15-6-2 0,2 4 3 15,2-3 3-15,7 4 0 0,3-5 1 0,6 4-2 16,9-4 0-16,6 1-12 0,9-2-18 0,8-3-29 15,5-1-37-15,19 5-47 0,0-6-48 0,7 0-71 16,-4-1-50-16,-1-3-185 0,-5 4-527 0,2-5 233 16</inkml:trace>
  <inkml:trace contextRef="#ctx0" brushRef="#br0" timeOffset="12845.75">15455 5443 155 0,'-37'1'164'0,"5"0"-2"0,3 1-8 16,9-2-3-16,4 2-8 0,6-2-12 0,4 0-15 15,6 0-3-15,-7 2 3 0,7-2-2 0,16 9-3 0,17-3 10 16,28 1-3-16,36 2-6 0,17-6-9 16,13 1-5-16,17-1-12 0,17-4-4 0,13 3-9 15,6-2-5-15,10 3-8 0,0 2-7 0,1-1-3 16,3 1-7-16,-4-1-4 0,-5 1 6 0,-1 1-2 15,2 1-7-15,-7-1 1 0,-3-1-4 0,0 1 1 16,-1 1 0-16,-6-4-3 0,-6 1 1 0,1-1 4 16,-23-1 0-16,-17-2 2 0,-3 2 3 0,-14 2-3 15,-8-2 1-15,-34 0 3 0,-8-3-3 0,-3 2-4 16,-18-1-11-16,-2 0 7 0,-13-1 0 0,-2 1-3 16,-6 0-8-16,-3 1 6 0,0 0-10 0,-2-1 7 0,-8 0-12 15,9-1-15-15,-9 1-18 0,0 0-23 16,-27 4-33-16,-1 1-34 0,-7 0-38 0,-16 1-56 15,-1 1-36-15,-8 3-218 0,-4-4-497 0,-26 5 219 16</inkml:trace>
  <inkml:trace contextRef="#ctx0" brushRef="#br0" timeOffset="15619.93">15895 6363 223 0,'3'-9'226'0,"-3"1"-14"0,1 3-16 0,-1 5-11 16,1-12-19-16,-1 12-20 0,2-8-14 0,-2 8-14 16,0 0-13-16,0 0-16 0,0 0-4 0,0 0-8 0,0 0-9 15,0 0-4-15,-19 26-5 0,16-13-9 16,-6 2-4-16,2 1-4 0,0-1 0 0,1 0-10 15,1-1-2-15,-1-3-2 0,2 0-4 0,0-2-1 16,3 0-3-16,-3-3 0 0,4-6 0 0,-4 9-1 16,2-4-1-16,2-5 0 0,0 0 26 0,0 0 12 0,0 10 13 15,0-10-9-15,0 0-3 0,0 0-8 16,0 0-3-16,6-24-3 0,2 10-7 0,-2-4-2 16,6-6-6-16,-1-1-3 0,3-1 1 0,-5-2-7 15,8 1 1-15,0-3-3 0,-1 1-2 0,1 1-4 0,-1-2 0 16,2-2 0-16,-4 3 0 0,2 2 0 0,-2 2-6 15,0 3-1-15,-6 5 2 0,2 4 0 16,-7 3 2-16,3 2 0 0,-4 3 1 0,2 0-12 16,-1 1 0-16,-3 4-1 0,0 0 0 0,0 0 3 0,0 0 0 15,19 10-6-15,-15 0 2 0,1 4 3 0,0 4 4 16,0 7-2-16,1 1-1 0,-3-1 1 0,-3-1 3 16,1 1-3-16,0 2 1 0,3-4 1 0,-1-4 1 15,1 7 0-15,-2-1-2 0,-2-2-1 0,0-3 4 16,2-2-1-16,-1 3-8 0,0-3-25 0,-1-1-25 15,0 2-27-15,0 0-29 0,-2-2-42 0,0-4-34 16,-2-1-23-16,1-1-21 0,-3 0-146 0,1-7-406 16,-1 2 180-16</inkml:trace>
  <inkml:trace contextRef="#ctx0" brushRef="#br0" timeOffset="16117.59">15860 6327 115 0,'0'0'144'0,"-5"-6"-13"0,5 6-12 16,0 0-3-16,0 0-16 0,0 0-1 0,12-8-14 16,2 6-1-16,7 1-17 0,-1-1-7 0,12 2-4 15,0-2-5-15,0 2-13 0,-2 0-11 0,2-1-7 16,-2-2-1-16,-2 4-4 0,-8-2-7 0,1 0-8 16,-3 1 2-16,-4-1-4 0,-2-2 5 0,1 2-4 15,0 1 2-15,-7-3 20 0,1 1 14 0,-7 2 5 16,11-3 0-16,-11 3-1 0,9-4 8 0,-9 4 10 15,4-5 7-15,-4 5-2 0,4-5 12 0,-4 5-3 16,0 0-8-16,0 0-4 0,6-4-12 0,-6 4-6 16,0 0-7-16,0 0-1 0,0 0-2 0,0 0-8 15,14 11 2-15,-10-3 1 0,3 3 1 0,-2 0 0 16,2 5-2-16,2 0-4 0,-2 1 2 0,0 1-5 16,0-1 1-16,0 0-2 0,1-1-3 0,-1-2 1 15,0 1 1-15,-2-1-4 0,4 1 0 0,-4-6-1 16,2 2-2-16,-1-2 6 0,2 0-4 0,-2-1-2 15,-2-2 5-15,1-2-3 0,0 0 6 0,-1 1 9 16,-4-5 11-16,9 4 14 0,-9-4-4 0,8 0 3 16,-8 0-2-16,7-5-4 0,0-3-8 0,-3-2-1 15,2 1-3-15,0-6-1 0,1-3-1 0,-2 1-4 16,0-2-2-16,3-6-7 0,-2 2-1 0,2-1 0 16,-3-1-4-16,0 2 0 0,5-1-3 0,-5 3-5 15,-1-3-13-15,1 7-12 0,-1 0-7 0,1 7-8 16,-2-1-9-16,-1 2-23 0,1-1-18 0,-2 4-29 15,-1 6-32-15,8-10-12 0,-3 8-4 0,-5 2-7 16,15 0-11-16,-6 1-19 0,1 3-102 0,-1 1-326 16,2-1 145-16</inkml:trace>
  <inkml:trace contextRef="#ctx0" brushRef="#br0" timeOffset="17331.06">16691 6504 162 0,'8'-7'178'16,"1"2"-5"-16,-2-1-9 0,4-2-11 0,3-2-11 15,-4 2-9-15,4-1-5 0,0 0 2 0,-1-2-15 16,0 1 2-16,-4 2 0 0,0-3-7 0,-2 1-10 15,2 1-12-15,-2-1-6 0,-2 0-8 0,-1 0-2 16,2-1-9-16,0 1-2 0,-3 0-8 0,-3 3-4 16,0 0-6-16,-3-2-5 0,1 1-4 0,2 8-7 15,-7-10-2-15,2 6-2 0,-1 0-5 0,-3 1-3 16,-1 3-1-16,10 0-2 0,-20 3-2 0,8 2 3 16,-4 3-5-16,1 2-1 0,0 0-2 0,-1 3 3 15,4 2-5-15,0-2 1 0,-1 3-2 0,3 1 2 16,2-1-1-16,1 1-4 0,2-2 1 0,2 3 1 15,3-5 3-15,0 2 0 0,3 1-1 0,3-1 4 16,2-3-2-16,1 2 2 0,0-2 1 0,5 2 1 16,0-4-2-16,2-3 4 0,1 3-1 0,2-5-2 15,0 1 1-15,3-1 5 0,9-2-5 0,-3-3 0 16,-7 2-5-16,0-4 10 0,1 1-10 0,-2-2 1 16,-2-3 0-16,1 2 2 0,-2-4-1 0,-3 1 1 15,-4 0-2-15,0-1-4 0,-1-3-3 0,0-1-2 16,-2-3 1-16,-1-1-2 0,-4-1-5 0,0 2 2 15,-2-4 0-15,0 2-2 0,-3-2 1 0,-3 3 0 16,2-3 1-16,-1 2-2 0,0 1 1 0,-2 1 4 16,1 4 0-16,-2 1 3 0,3 1 2 0,1 3 0 15,1-1 2-15,0 1 0 0,3 6-2 0,-5-7-2 16,5 7 2-16,-5-7-2 0,5 7-3 0,0 0-3 16,0 0-2-16,0 0 6 0,0 0 1 0,0 0 2 15,0 0-2-15,0 0 3 0,27 4-3 0,-15-1 1 16,6 1 1-16,0 1-1 0,3-2 2 0,-1-1 2 15,2 2-2-15,-3 0-4 0,-2 0 2 0,-3-1 0 16,-2-1-3-16,-1 1 1 0,-1 2-1 0,-1-2 8 16,-3 1-9-16,2 0 6 0,0 3 2 0,-5 0 1 15,3 3 4-15,-4 0 0 0,-1 0 2 0,-1 6 2 16,-1 1-1-16,0-2-1 0,-3 1 1 0,-2-1 0 16,-1 2-4-16,1-3-7 0,1 2-17 0,0-1-25 15,-1 0-25-15,3-3-39 0,0-1-34 0,2 0-32 0,2 0-22 16,-1-1-160-16,1-1-384 0,2-2 169 15</inkml:trace>
  <inkml:trace contextRef="#ctx0" brushRef="#br0" timeOffset="18386.4">17519 6332 39 0,'-5'-7'210'0,"1"1"-6"0,-2 1-16 0,0 2-10 15,-1-2-9-15,7 5-6 0,-19 0-11 0,9 7-10 0,-2-1-13 16,-2 3-11-16,0 4-9 0,0 0-12 0,4-1-9 16,-2 1-8-16,4 1-7 0,1 2-7 15,2-2-8-15,2-2-4 0,2-1-4 0,2 0-4 16,1 1-3-16,-1-3-7 0,2 0 0 0,0-1-5 0,3-1-4 16,-1-3-4-16,2 0 4 0,0-1-11 0,0-2 4 15,1 0 0-15,-8-1-7 0,22-4 1 0,-12-1-4 16,1-1 0-16,0-1-2 0,-2 0 0 15,3-8-2-15,-4 4 2 0,1-4-1 0,1-1-2 16,-3 0 1-16,-2 0-2 0,-1 5 3 0,0-1 2 0,-1 1 2 16,2 3 8-16,-5 0 1 0,3 3 3 0,-3 5-6 15,2-7-5-15,-2 7-4 0,0 0 0 16,0 0-4-16,0 0 0 0,0 0 5 0,0 0-5 16,0 0-1-16,-6 35 1 0,2-25 0 0,3 7 2 15,0-2-5-15,0 0 3 0,3 0-2 0,2 0 4 0,-2-1 4 16,3-2-1-16,3-2 4 0,4 2-3 0,-1-4 1 15,5 0 3-15,4-1-3 0,0-4-1 16,10 2-2-16,-10-3 2 0,3-2 2 0,-1 0-2 0,-3-3-2 16,2-1 2-16,-1 0-1 0,-2-4-2 0,-2 3 3 15,0-1-3-15,-1-3 1 0,-1-1 3 0,0 0-1 16,-2-3 0-16,-2-1 5 0,-2 3 7 0,-2-5 1 16,-1 5-3-16,-2-1 0 0,1-4 8 0,-4 4 2 15,0 1 2-15,-3 1-1 0,0 2 0 16,0 3-3-16,-1 0-4 0,-1-1-6 0,-3 2-3 0,8 4-1 15,-17 0-1-15,3 4 0 0,0 3-6 0,-2 0-1 16,2 3 3-16,-3 0-4 0,3 2 0 16,2 2 0-16,-2-4-4 0,7 1 2 0,0-2-1 15,2 3-6-15,3-3 3 0,1 1-8 0,2-1 1 0,1-1-6 16,3-2-3-16,-1 0 1 0,3 1-1 0,-1-4 4 16,2 1 2-16,3-2-2 0,-2 0 1 0,-1 0 4 15,-8-2 0-15,16-2 2 0,-16 2 3 0,11-4 0 16,-5 1-2-16,0-1 2 0,-2-1 1 15,0 0-1-15,-4 5 5 0,5-12-5 0,-2 7 1 0,1 0 2 16,-4 5 3-16,2-8 2 0,-2 8 4 0,4-8-4 16,-4 8-2-16,0 0-4 0,0 0-4 0,0 0 2 15,0 0 1-15,0 0 2 0,6 18 3 0,-7-4-3 16,-3 4 6-16,4 11-1 0,-2 5 6 0,-2 1 0 16,1 13 3-16,-2-1 2 0,3 1 4 0,-1 2 0 15,0 6 0-15,-2-5 0 0,-2 0 0 0,2-3-3 16,-3 2 3-16,0-6-2 0,-1-10-1 0,3 2 4 15,0-4-7-15,-6 0-2 0,-1-2 3 0,2-2-2 16,-4-6-1-16,3-5-3 0,-1-2-13 0,-2-3 0 16,1-1 1-16,-3-4-5 0,6-1-5 0,-2-6-7 15,-1 0-6-15,0-3-4 0,4-4-1 0,-5-2 2 16,4-5-5-16,5-4 3 0,3-6 2 0,4-2 2 16,4-5 2-16,4 2 1 0,7-2 3 0,9-11 0 15,5 1 5-15,3 1-1 0,1 0 2 0,2-1 2 16,3 5 0-16,-1-2 0 0,-1 4 2 0,1-1 3 15,2 0 5-15,-3 2-1 0,4 4 4 0,-4-3-5 16,-6 9 6-16,-2 0 5 0,0-1-3 0,-2 1-4 16,-3-3 2-16,-2 0 2 0,-1 1-2 0,-1-2-3 15,-5 1 1-15,-1 0 1 0,-1-2 3 0,-4 3 7 16,-2 0-9-16,-2 6 5 0,-5 4 4 0,1 3 8 16,-2 2 6-16,-2 3-5 0,3 7 3 0,-7-12-3 15,0 10-5-15,-3 2-4 0,-3 3 2 0,-2 6 0 16,-12 5-5-16,1 2 2 0,0 6-4 0,1 0-3 15,6 2 1-15,3 1 3 0,5 2-13 0,5-3-12 16,6-4-19-16,2 6-16 0,7-1-31 0,7-4-39 16,2 1-48-16,6-3-46 0,3-2-51 0,2-3-152 15,7-3-455-15,2-1 202 0</inkml:trace>
  <inkml:trace contextRef="#ctx0" brushRef="#br0" timeOffset="18774.23">18762 6405 2466 0,'0'-30'-3'0,"-3"2"-6"0,0 9 12 16,1 2 31-16,-1 5 9 0,1-1 19 15,-1 1 11-15,1 5 8 0,-1 0-6 0,3 7-9 16,-4-10-9-16,4 10-9 0,0 0-4 0,0 0-4 16,0 0-3-16,0 0-1 0,0 0 0 0,9 36 3 15,-5-11-1-15,0 0-2 0,2 0-1 0,0 1-2 0,2-3 6 16,-3-2-7-16,2-2-6 0,-3-1 5 15,1 0-4-15,-3-2-1 0,5-3-2 0,-3 4-5 16,-2-7 0-16,2 0 0 0,0-1-2 0,0-3 0 16,-3 1-1-16,-1-7 0 0,3 9 3 0,-3-9 6 0,5 6 7 15,-5-6 23-15,3 4 4 0,-3-4-5 16,0 0-9-16,0 0 0 0,11-14 0 0,-6 5-14 16,0-2-2-16,1-8-2 0,4-6 2 0,1-1-8 15,4-3-2-15,-2-2 13 0,5-1-20 0,2-10-4 16,-3 11 3-16,0-1-7 0,5-10 4 0,-6 11-16 0,0 0 4 15,-2 4-5-15,0 4-10 0,-4 6-5 16,-3 7-8-16,-1 1-8 0,0 0-35 0,-4 3-38 16,1 1-44-16,-3 5-16 0,0 0-13 0,0 0-19 15,0 0-16-15,7 18-21 0,-9 0-19 0,-1 6-163 0,-4 2-458 16,1-1 203-16</inkml:trace>
  <inkml:trace contextRef="#ctx0" brushRef="#br0" timeOffset="19171.03">19288 6437 101 0,'0'0'254'0,"0"-18"-2"0,-1 13-10 0,1 5-7 0,-7-15-7 16,2 8-16-16,-1 1-10 0,0 2-16 16,-1 0-10-16,0 1-16 0,-4 3-15 0,0 3-18 15,-6 3-2-15,1 5-14 0,-5 6-3 0,-3 3-10 0,3 0-7 16,1-1-8-16,3 0-7 0,7-4-6 0,0-1-7 15,3 2-7-15,5-4-7 0,-1 0-4 16,5-1-5-16,0 0 1 0,2-3-5 0,3 2-5 16,3-4-4-16,-1-2-4 0,2 0-10 0,3-3-3 0,-1 0-4 15,2-3-1-15,2-3-4 0,-1-1-2 0,0 0 2 16,-1-3-1-16,-1 1 3 0,-2-1-1 0,1-2 1 16,-3-2-6-16,0-2 2 0,-1-1-1 15,0 1 1-15,-3 1-3 0,2-1 1 0,-2 4 1 0,-2 1 4 16,-1 1-2-16,-1 3-2 0,2 2-2 0,-4 4-6 15,4-8-1-15,-4 8-1 0,0 0 1 0,0 0 2 16,0 0 7-16,-1 28-1 0,-2-10-1 0,-3 1 2 16,2 6 6-16,-1 0-3 0,0 0-3 0,-2-7 2 15,3 1 2-15,2 0-8 0,-1-2-32 0,1 1-39 16,0-2-39-16,4-5-47 0,0 0-53 0,2 1-38 16,0-5-211-16,-4-7-503 0,9 10 222 0</inkml:trace>
  <inkml:trace contextRef="#ctx0" brushRef="#br0" timeOffset="19418.64">19608 6207 69 0,'5'-16'282'0,"-4"3"-8"0,-2 2-5 0,3 1-16 15,-2 7-24-15,0 3-23 0,0 0-20 0,0 0-14 16,0 0-2-16,0 0-14 0,0 32 0 0,-2-8-6 15,-3 6-11-15,-2 0 4 0,3 3-17 0,-1 0-13 16,1-2-10-16,-1 1-16 0,0-4-5 0,3 2-9 16,-3-1-6-16,1-2-2 0,1-2-9 0,2 0-19 15,0-7-29-15,-1 0-39 0,4-2-38 0,-2 1-46 16,-2-6-49-16,2 1-51 0,2-2-42 0,-2 1-213 16,0-11-510-16,1 11 226 0</inkml:trace>
  <inkml:trace contextRef="#ctx0" brushRef="#br0" timeOffset="19971.04">19807 6435 228 0,'5'-8'278'0,"-1"2"-16"0,0 0-22 0,-4 6-24 16,5-6-19-16,-5 6-15 0,0 0 3 0,0 0-11 16,0 0-7-16,0 20-10 0,-3-9-4 0,-3 5-16 15,2-4-8-15,-1 6-14 0,0-4-12 0,2 3-8 16,1-6 1-16,0 1-17 0,2 0-5 0,2-1-6 15,-2-1-5-15,1 0-3 0,0-4-1 16,4 1-11-16,-1-1 3 0,1-2-4 0,3 0 7 0,0 0-16 16,-1-1-3-16,2-5-5 0,3 1-2 0,-1-3 0 15,2 0-8-15,2-3 3 0,-3-1-3 0,1-2-5 16,0-2 0-16,-2-2 0 0,1 1-5 0,-2-4 0 16,2 0-11-16,-1-1 3 0,-2 3-1 0,0 0 1 15,-4 5 8-15,0 0-10 0,1 4 1 0,-3 0-5 16,1-1 1-16,-4 7-2 0,7-5-3 0,-7 5-4 15,0 0 9-15,0 0 0 0,3 16 3 0,-3-4 0 16,0 0 2-16,-1 5-4 0,1-2 5 0,0 1-1 16,-2-1 6-16,4 1-1 0,-1-5 3 0,3 2 5 15,0-2-1-15,2-1 11 0,0-1-4 0,3 1 2 16,1-3-1-16,7 0-5 0,0-2 1 0,2 0 3 16,-1-3-3-16,4-2 2 0,-1 0 3 0,10-2-12 15,-4-2-1-15,-8 0-1 0,1-1-4 0,-2-2 4 16,1-3 2-16,-3 1-1 0,-5-2 0 0,3-3-6 15,-2-3 4-15,-5 2 1 0,0-3-5 0,-2-3 8 16,-1 3-22-16,-2 0 12 0,-2 1 3 0,0 5-5 16,-1 2 1-16,-4 2-1 0,4 0 3 0,1 8-4 15,-7-8-2-15,1 6 4 0,6 2-6 0,-20 9 4 0,3 0 5 16,-7 7-5-16,1 0 6 0,6 3-1 16,3-4-2-16,2 0 0 0,3 1 8 0,2 0-7 15,2 1-18-15,2-1-12 0,3-3-16 0,1-3-32 16,6 2-32-16,3 2-44 0,0-4-55 0,9-1-63 15,11-1-60-15,-2-3-198 0,5-3-570 0,2-4 252 0</inkml:trace>
  <inkml:trace contextRef="#ctx0" brushRef="#br0" timeOffset="20280">21382 5595 188 0,'0'0'241'0,"-6"-7"-15"16,6 7-5-16,0 0-12 0,-7-3-13 0,7 3-14 15,0 0-19-15,0 0-13 0,0 0-17 0,0 0-15 16,0 0-8-16,0 0-6 0,34-3-16 0,-13 3-8 16,9 0-27-16,2 0-30 0,-2 1-36 0,-2-2-44 15,-3 4-36-15,-3-3-26 0,-3 1-38 0,-6 0-25 16,0 1-129-16,-7 0-337 0,-1 0 150 0</inkml:trace>
  <inkml:trace contextRef="#ctx0" brushRef="#br0" timeOffset="20432.03">21367 5736 23 0,'-5'2'219'0,"5"-2"-17"16,-7 5-22-16,7-5-13 0,-4 3-7 0,4-3-10 15,0 0-1-15,-1 7-6 0,1-7-11 0,15 7-9 16,0-3-7-16,15 2-18 0,2-1-32 0,2 0-42 16,6 0-47-16,12-1-71 0,-12-1-58 0,-7-3-129 15,0-1-304-15,-4-1 135 0</inkml:trace>
  <inkml:trace contextRef="#ctx0" brushRef="#br0" timeOffset="20906.87">23622 4772 171 0,'-10'-3'195'16,"-1"-1"2"-16,5 2-3 0,6 2-2 0,-10-4-9 15,10 4-13-15,-7-6-20 0,7 6-17 0,0 0-12 16,13-10-12-16,5 8-10 0,13-2-9 0,3 0-11 16,5 2-6-16,12-1-14 0,0 2-20 15,1-3-34-15,-1 0-35 0,-16 4-39 0,-1 0-43 0,0-2-46 16,-8 3-157-16,-10 2-342 0,-2-5 151 0</inkml:trace>
  <inkml:trace contextRef="#ctx0" brushRef="#br0" timeOffset="21285.6">23889 4770 167 0,'-4'9'172'0,"-2"1"-13"16,1 3-1-16,-2 5 16 0,1 8-9 0,-4-3 0 16,2 5-6-16,0 0-13 0,2 1-12 0,1 2-4 15,-3-2-8-15,3 2-5 0,0-3-8 0,1 0-4 16,4-2-14-16,-1-6-5 0,-1-1-9 0,2 0-5 15,0-2-10-15,0-1-3 0,-1-3-6 0,1-2-6 16,-1-1-2-16,2 1-4 0,-2 0-7 0,1-6 1 16,-1 3-8-16,1-8 3 0,-3 11-6 0,3-11-2 15,-6 9-5-15,1-7-8 0,5-2-10 0,-12 1-8 16,12-1-4-16,-18-4-1 0,5 0-6 0,-1 0 3 16,3-1-4-16,-6-3 4 0,2 0 3 0,5 4-3 15,-3-3 7-15,1 2 1 0,6 1 1 0,-2 3-2 16,8 1 3-16,-10-5 0 0,5 3 1 0,5 2-1 15,-9-6 2-15,9 6 2 0,0 0 6 0,0 0 9 16,0 0 3-16,0 0 7 0,0 0 4 0,18 13-5 16,0-8 1-16,-1 3-5 0,9-2-2 0,4 2-7 15,4-2-19-15,2 1-29 0,1-1-44 0,-1 2-66 16,1-4-58-16,-1 3-203 0,-2-1-446 0,-3-2 197 16</inkml:trace>
  <inkml:trace contextRef="#ctx0" brushRef="#br0" timeOffset="21682.12">24145 5437 98 0,'9'-5'242'0,"-4"1"0"0,2 0 8 16,0-3-8-16,1-1-16 0,-1 1-11 0,2 0-15 16,-3-2-9-16,2 0 2 0,2-1-20 0,2-2-13 15,-6 2-14-15,3-4-18 0,-1 0-9 0,-2-1-7 16,-3-1-11-16,1 0-10 0,-2-1-8 0,-2 1-12 15,0-1-1-15,-5-1-11 0,0 2-5 0,-2 2-5 16,-3 1-6-16,4 1-9 0,-6 1 5 0,2 2-7 16,1 2-5-16,-1 0 2 0,1 0-5 0,0 2-4 15,0 0-2-15,4 1-4 0,-3 1-3 0,8 3-5 16,-9-4-12-16,9 4-2 0,0 0-3 0,0 0 9 16,0 0 1-16,0 0-9 0,0 0 2 0,30 11 1 15,-9-7-1-15,8-1-3 0,1 2-1 0,1-3 5 16,-3 2 0-16,-1-1 7 0,0 1-5 0,-7 0-4 15,-2-2 5-15,-5 0-5 0,-3 3 1 0,3-2 0 16,-8 1 0-16,4 0-3 0,-2 0 8 0,-4 2 2 16,1 2-3-16,-2-2 2 0,1 3 3 0,-4 2 2 15,-1-1-2-15,1 2 1 0,-3 4 1 0,1-5-2 16,-4 4-14-16,3 2-35 0,-1-2-31 0,1-4-42 16,1 4-45-16,-1-5-53 0,0 3-49 0,-1 1-189 15,2-5-495-15,-1 3 220 0</inkml:trace>
  <inkml:trace contextRef="#ctx0" brushRef="#br0" timeOffset="22264.44">24616 5302 122 0,'5'-4'208'16,"-5"4"-11"-16,0 0-9 0,7-5-6 0,-7 5 4 15,0 0-15-15,0 0 2 0,0 0-7 0,0 0-2 16,-3 24-7-16,3-13-12 0,-4-3-11 0,4-1-8 15,0-7 0-15,0 14-18 0,-4-5-6 0,3-3-11 16,1-6-8-16,-2 10-11 0,2-10 0 0,0 0 0 16,-3 11 1-16,3-11 7 0,0 0 13 0,0 0 2 15,0 0-9-15,0 0-10 0,0 0-10 0,0 0-7 16,0 0 2-16,0 0-12 0,0 0 2 0,-5-32-3 16,5 32-1-16,4-19-13 0,0 8-6 15,-2-1-1-15,3-3-2 0,3-1-5 0,0 5 0 0,3-5-8 16,-1 2-2-16,2 1-10 0,-1 0 5 0,2 3-5 15,-1 4 5-15,-1 0-1 0,1 3-3 0,-3 0-2 16,3 2 4-16,-1 0-9 0,-1 5 4 0,0-2-4 16,-1 5-1-16,0 0 1 0,0 3 2 0,-2 1 1 15,-3-1-2-15,1 2-1 0,2 3 8 0,-1-2-5 16,-1 0 3-16,-1-3 6 0,-1-1-8 0,-1 2 12 16,0-4-13-16,0 2-1 0,0-4-1 0,-2-5 7 15,1 7 2-15,-1-7-3 0,1 7 8 0,-1-7 6 16,0 0-11-16,0 0 4 0,0 0-3 0,0 0-1 15,0 0-6-15,0 0-1 0,0 0-1 0,0 0-12 16,-6-26 5-16,4 17-1 0,2-2-12 0,2 2 1 16,-2-3-3-16,2-2-2 0,2-1-7 0,5 0-4 15,3-1 0-15,-2 1 5 0,7-6-5 0,-2 6 5 16,2 3 3-16,-1-1 0 0,1 3 7 0,-1 2-1 16,-1 1 4-16,3 2-1 0,-4 3 0 0,-5 2 4 15,3 2-2-15,-3 3 7 0,-1 1 2 0,-2 3 7 16,4 3 0-16,-6 3 2 0,1 2 3 0,-1-2-1 15,-2 2 1-15,-2 1 2 0,0-2 1 0,-2 3 2 16,0 0-1-16,-3-2 7 0,3 2-35 0,-2-2-37 16,-4 0-43-16,4 0-47 0,-2-6-64 0,2 2-56 15,-1 1-185-15,-1-3-492 0,0-3 218 0</inkml:trace>
  <inkml:trace contextRef="#ctx0" brushRef="#br0" timeOffset="22639.87">25212 5479 90 0,'15'-7'248'0,"2"-5"-13"16,-2 1-9-16,5-6 2 0,2 2-8 0,-3-6-3 16,3 3-15-16,-6 5-14 0,4-5-18 0,1 0-12 15,-1 0-15-15,-2-1-5 0,0-2-11 0,-1 0-11 16,0 0-13-16,0 1-13 0,-5 3-4 0,-1 2 0 0,0-1-8 16,-6 1-6-16,0 5-3 0,1-1 1 15,-1 1-4-15,-4 3-7 0,0 0-5 0,-1 7-7 16,4-12-5-16,-4 12-2 0,0 0-8 0,-9-5-4 15,9 5-4-15,-22 5-3 0,6 1 0 0,-2 2-3 16,2-1 0-16,0 3-6 0,6-3 0 0,-2 3-9 16,5-1-4-16,1 0-4 0,2 2 0 0,4 0-10 0,0-2 2 15,8 2-5-15,3 1 2 0,3-3-3 16,2 4-7-16,8-1 5 0,1 2 3 0,-5-3-2 16,3 2 8-16,-1-5-4 0,-2 8-1 0,-4-6 4 15,-4 2-4-15,-3-3 7 0,-1 1 6 0,-5-1-4 16,3 2-6-16,-6-1 9 0,0 0-2 0,-3 4 2 15,0-4 0-15,-4 1 3 0,-4 0-1 0,1-1 0 16,0-2 2-16,-4 5-4 0,-2-6-9 0,5 1-32 16,-5-1-40-16,-2 1-38 0,0 0-56 0,3-4-60 15,1 1-235-15,1-2-512 0,-7-1 227 0</inkml:trace>
  <inkml:trace contextRef="#ctx0" brushRef="#br0" timeOffset="23064.06">23651 5779 69 0,'-34'3'195'0,"4"-3"-7"16,9 3-10-16,4-2-14 0,3 0-11 0,6 1-12 15,4-2-4-15,4 0-5 0,0 0-2 0,25 10-5 16,13-7-11-16,26 0 4 0,42 0-11 0,10-3 2 16,16 3-5-16,11-5-2 0,4 3-6 0,4-1-5 15,2-1-5-15,3 0-10 0,-3-1-10 0,2 0-5 16,-18 0-9-16,-9 1 2 0,-9-4-8 0,-9-2-7 15,-15 4-5-15,-31 0-1 0,-3-1-3 0,-7 0 11 16,-16 2 10-16,-2-1 8 0,-2 3 3 0,-3-4 6 0,-13 1 5 16,-5 3 13-16,-1-2 4 0,-3 1 2 15,-2-2-8-15,-7 3-3 0,13-1-2 0,-13 1-17 16,9-1-15-16,-9 1-22 0,0 0-37 0,0 0-34 0,0 0-44 16,0 0-49-16,-29-9-54 0,8 8-63 0,2 1-67 15,-13 0-173-15,-5 1-536 0,0-3 237 0</inkml:trace>
  <inkml:trace contextRef="#ctx0" brushRef="#br0" timeOffset="23741.41">24370 6259 51 0,'0'0'179'0,"-6"-4"-10"0,6 4-13 0,0 0-13 16,0 0-9-16,0 0-10 0,0 0-13 0,44-1 2 15,-16 1-11-15,9 0-7 0,3 0-3 0,-1 0-17 0,14 1-5 16,-14 1-9-16,-2-2-18 0,0 2-28 0,-5-4-28 15,-5 5-16-15,-9-2-34 0,-4-1-19 16,-4 0-18-16,-1 0-7 0,-4 0-17 0,-5 0-79 0,0 0-219 16,0 0 97-16</inkml:trace>
  <inkml:trace contextRef="#ctx0" brushRef="#br0" timeOffset="24146.56">24695 6242 126 0,'0'0'150'0,"-8"0"-6"0,8 0-1 16,0 0-19-16,0 0-11 0,-12 0-1 0,12 0 6 15,-8 9 3-15,3 0 6 0,0 1 11 0,-1 6-6 16,-3 1-2-16,2 7-7 0,-7 4 8 0,4 0-5 16,-3-2-11-16,3-1-8 0,1 0-11 0,3 2-9 15,-2-2 1-15,3-5-2 0,1-1-7 0,-1-2-8 16,1 2-10-16,0-3-4 0,0-3-4 0,3 0 2 16,-1 0-14-16,0-4-4 0,1 1-3 0,1 0 1 15,-4-3-3-15,4-1-6 0,0-6 0 0,-1 13-5 16,1-13 0-16,-3 10 1 0,3-10-5 0,-2 8-1 15,2-8 7-15,-4 7-9 0,4-7-2 0,-8 4-4 16,2-2-2-16,6-2-6 0,-14 1 2 0,6-1-6 16,8 0-2-16,-20-3-1 0,10-1 2 0,-1 2-3 15,0-2 0-15,2 0 2 0,-1 1-3 0,-1-1 9 16,2 2-8-16,0-1 1 0,3 0 2 0,-3 0 1 16,9 3 6-16,-11-4-4 0,11 4-7 0,-7-3 10 15,7 3-8-15,-9-3-4 0,9 3-1 0,0 0-1 16,0 0 6-16,0 0 2 0,0 0 2 0,0 0-3 15,30 10 0-15,-10-6 6 0,10-2 0 0,3 3-5 16,4-4-1-16,0 0-15 0,5 1-21 0,-4 0-25 16,2-1-28-16,-1-1-37 0,-3-1-27 0,4 0-32 0,-5-3-12 15,-1 1-15-15,-2 0-134 0,-1-1-382 16,-2 0 169-16</inkml:trace>
  <inkml:trace contextRef="#ctx0" brushRef="#br0" timeOffset="24578.57">25089 6655 106 0,'4'-1'161'0,"-4"1"8"16,9-8-4-16,-7 4 5 0,-2 4 5 0,3-10-16 15,-3 10-8-15,-3-9-5 0,3 9-8 0,-6-9 3 16,6 9-12-16,-7-8-4 0,1 5 8 16,-2 2-11-16,-3-1-7 0,2 2-13 0,-4 2-5 0,0-1-4 15,-4 5-10-15,2 2-10 0,-1 0-2 0,-2 2-12 16,3 0-4-16,2-1-2 0,-2 1-6 0,3 3-5 16,4-4-5-16,1 1-5 0,0-1-4 0,5 0 4 15,1 0-3-15,1 0-1 0,0-9-3 16,3 10-3-16,4-2-2 0,0-4 8 0,4 1-5 0,0-1-9 15,3-2 0-15,-1 0 0 0,2-4 2 0,-3 1 1 16,3 0-3-16,4-5-4 0,-5-1 0 0,-1 1 2 16,0-5-1-16,1-1-2 0,-2-1-2 0,1-3 6 15,0-4-8-15,-4 2 4 0,3-8 4 0,-2 3-3 16,-2-1 8-16,3-4-7 0,-4 3 1 0,-1-4 14 16,-2 0-7-16,1 1 4 0,0 1 2 0,-4 3 4 15,2 3 20-15,-2 5 11 0,3-1-8 0,-4 5 11 16,0 2 5-16,0 3-1 0,0 7-10 0,0-12 2 15,0 5-18-15,0 7 0 0,0 0-13 0,0 0 0 16,0 0-7-16,-5 24-1 0,-1 0 4 0,-3 0 0 16,1 6-20-16,0-3 21 0,-2 2-8 0,4 0-3 15,-3 0 0-15,3 0-1 0,-4-3-1 0,5 0 1 16,1-2 10-16,0 1-13 0,1-5 0 0,1-1-29 16,1-2-17-16,1 0-29 0,1 0-42 0,-1-1-45 15,-1-5-43-15,2 0-43 0,2 0-38 0,-1-2-49 16,-2-1-207-16,0-8-576 0,7 8 255 0</inkml:trace>
  <inkml:trace contextRef="#ctx0" brushRef="#br0" timeOffset="24818.1">25612 6538 147 0,'0'-4'283'0,"0"4"-19"0,0 0-12 16,-14-9-12-16,3 9-2 0,-3 4 7 0,-5 3-11 15,-6 4 0-15,-2 1-23 0,0 2-12 0,2-1-16 16,3 1-19-16,4-3-17 0,5 3-12 0,-2 0-4 16,7-4-18-16,4 1-8 0,0 1-11 0,3-2-7 15,2 3-10-15,5 1-9 0,4-2-3 0,5 0-3 16,9 2-3-16,5-4-11 0,2 0-8 0,4-3-20 16,-3 1-37-16,-1-4-37 0,-5-1-43 0,-8 1-57 0,-5-1-57 15,1-3-75-15,-5 1-269 0,-3-2-601 16,-6 1 267-16</inkml:trace>
  <inkml:trace contextRef="#ctx0" brushRef="#br0" timeOffset="51045.73">19591 8388 76 0,'0'0'179'0,"0"0"-10"0,0 0 3 16,-4-6-5-16,4 6-1 0,0 0-4 15,0 0-3-15,0 0-3 0,0 0-10 0,0 0-5 16,-5-4-8-16,5 4-7 0,0 0-3 0,0 0-5 0,0 0-11 15,0 0-5-15,0 0-7 0,0 0-10 0,0 0-9 16,0 0-9-16,0 0-2 0,0 0-8 16,0 0-7-16,0 0-7 0,22-7-4 0,-9 7-6 0,6-3-6 15,1 0-20-15,7 1-17 0,1 0-29 0,0-1-36 16,-6 3-32-16,-3 0-39 0,3 0-26 0,-2 1-36 16,-6 1-174-16,-3 0-414 0,0-1 184 0</inkml:trace>
  <inkml:trace contextRef="#ctx0" brushRef="#br0" timeOffset="51243.35">19563 8542 138 0,'0'0'190'0,"-6"4"-14"0,6-4-10 0,0 0-3 15,-7 4 0-15,7-4 0 0,0 0-6 0,0 0-7 16,10 10-15-16,-1-5-10 0,5-3-13 0,4 2-8 15,4-2-23-15,6 0-32 0,3 1-27 0,-1 2-32 0,2-4-44 16,3 1-43-16,1-2-54 0,-1 1-146 16,2-1-322-16,1-3 142 0</inkml:trace>
  <inkml:trace contextRef="#ctx0" brushRef="#br0" timeOffset="52331.63">21457 7821 136 0,'-4'-7'188'0,"4"7"-6"16,-6-11-7-16,3 8-1 0,3 3-10 0,-4-10-8 16,4 10-8-16,-2-6-9 0,2 6-6 0,0 0-8 15,-4-6-13-15,4 6-12 0,0 0-12 0,0 0-9 16,0 0-11-16,9-8-5 0,-9 8-9 0,22 0-4 16,-1 0-16-16,11 1-9 0,3 1-23 0,2 2-23 15,0-1-37-15,-3-1-20 0,3 0-44 0,-3 4-29 16,-5-4-43-16,-11 2-102 0,-5-1-320 0,-2-3 142 15</inkml:trace>
  <inkml:trace contextRef="#ctx0" brushRef="#br0" timeOffset="53276.04">21577 7806 197 0,'0'0'180'0,"0"0"-23"0,0 0-4 0,-11 7 5 15,8-1-2-15,2 2 7 0,-2 3 2 0,2 5 2 16,-2 3-8-16,1 0-7 0,-2 6-11 0,1 1-3 16,1 2-9-16,-2 0-10 0,3-4-8 0,-2-3-8 15,1 2-14-15,0-4-8 0,1 1-8 0,0-2-1 16,-1-1-9-16,1 0-6 0,0-4-6 0,-2-1-5 16,1 1-6-16,0-2-1 0,1-1 3 0,-1-1-11 15,0-2-3-15,1 1-4 0,1-8 2 0,-5 10-5 16,3-4-2-16,2-6-1 0,-3 8-4 0,3-8 2 15,-4 7 0-15,4-7-1 0,0 0 5 0,-8 2-15 0,8-2-8 16,0 0-5-16,0 0-3 0,-15-7 1 0,9 3-2 16,1 0-5-16,-2 0 1 0,1 0 6 15,-1 1-1-15,7 3 0 0,-11-6 2 0,4 0-1 16,7 6-1-16,-11-3 3 0,11 3 1 0,-8-4 3 0,8 4-4 16,-6-3 1-16,6 3 0 0,0 0-1 15,0 0-1-15,-7-4 8 0,7 4-5 0,0 0-1 0,0 0-1 16,0 0 4-16,0 0-3 0,29 4-7 15,-13-5-13-15,3 2-14 0,1 1-21 0,1-2-20 0,7-2-17 16,2 0-16-16,-2 2-37 0,1-2-9 0,1-1-6 16,-2 1 4-16,-8-1 5 0,9-1 13 0,-9 1 6 15,-2-1 24-15,-3 0 6 0,-2-2 11 0,0 3 22 16,-2-2 13-16,1 1 21 0,-5-3 14 0,1 3 11 16,-3-2 16-16,0 3 12 0,2-1 12 0,-4-1 15 15,-3 5 21-15,8-7 5 0,-8 7 5 0,4-6-5 16,-4 6-6-16,0 0-11 0,8-1 6 0,-8 1 20 15,0 0 14-15,0 0 8 0,3 16-1 0,-3-16 1 16,-6 17 3-16,4-7-2 0,-2 0-4 0,0 2-11 16,1-1-3-16,-1 1-11 0,1 0 2 0,0-3-5 15,-2 1-1-15,4-4-4 0,-2 2-3 0,-1-2-9 16,4-6 7-16,-1 9 5 0,1-9 10 0,-1 7 7 16,1-7-4-16,0 0 3 0,0 0-13 0,0 0-7 15,0 0-3-15,0 0 0 0,0 0-9 0,-11-18-6 16,11 18-2-16,0-12-8 0,4 2 2 0,-2-1-2 0,1 1-5 15,3-2-4-15,0-3 1 0,4 0 5 16,-1 1-13-16,3-1 0 0,-1 0 0 0,1 2-7 16,5-1 1-16,-1 4-2 0,2 0 1 0,-3 4-2 15,-2 2-5-15,0 2-5 0,1 1 5 0,-3 2 0 0,2 3 0 16,-2 2 3-16,0 2-5 0,-1 1 3 0,-1 0-3 16,-1 3 2-16,1 0 2 0,-3 0-1 0,1 0 0 15,-3-2 2-15,0 0 2 0,0 0-4 0,-1 1 11 16,-1-3-9-16,0 0-3 0,-2-8 7 0,2 8-3 15,-1-2 3-15,-1-6 1 0,0 0 1 0,2 8-1 16,-2-8 7-16,0 0-1 0,0 0-3 16,0 0-3-16,0 0 3 0,0 0-3 0,0 0-1 0,0 0-1 15,0 0-1-15,5-28-3 0,-2 18 0 0,3 1-2 16,1-6-4-16,1 1-2 0,5 0-5 0,-3 0 3 16,3 1 0-16,-3 3-4 0,-1 2 4 0,-1-1 1 15,0 3-1-15,-2 2 0 0,0 3-10 0,1-1 14 16,-7 2-3-16,13 3 4 0,-5 1 3 0,-3 1-2 15,4 1-2-15,-1 1-3 0,-2 3 4 0,1 0-2 16,-1 1 2-16,-2 3-6 0,1-3-20 0,-3 2-19 16,0-1-20-16,-1-1-22 0,-1 1-27 0,-3 2-33 15,1 3-23-15,-1-6-35 0,-2-1-25 0,3 0-197 16,-2-1-470-16,-1 2 208 0</inkml:trace>
  <inkml:trace contextRef="#ctx0" brushRef="#br0" timeOffset="53969.3">22668 7954 220 0,'4'-15'220'0,"-1"3"-7"0,-1 0-7 15,2 2-5-15,-1 0 4 0,-2 5-8 0,2-2-10 16,-3 7-17-16,1-9-21 0,-1 9-20 0,2-5-13 15,-2 5-15-15,0 0-3 0,0 0-5 0,-5 27 2 16,-1-2 1-16,0 6 1 0,-10 10 0 0,0 8-3 16,-2-1-2-16,-5 0-2 0,-3 4-15 15,-1-6-1-15,3 1-9 0,0-2-7 0,2-2-4 0,6-11-1 16,1 0-14-16,0 1 0 0,4-4-6 0,-1 1 5 16,-1 1-7-16,2-6-6 0,-1 1-9 0,3-2-26 15,3-6-27-15,-1-2-24 0,1-2-29 0,0-3-30 16,2 1-29-16,1 0-29 0,2-5-40 0,0-1-25 15,1-6-201-15,0 9-480 0,0-9 213 0</inkml:trace>
  <inkml:trace contextRef="#ctx0" brushRef="#br0" timeOffset="54277.97">22702 8380 1757 0,'24'-20'16'15,"-2"2"1"-15,-7 4 11 0,-1 2 3 0,-5 5 8 16,1 1-9-16,3 0-6 0,-7 2 5 0,2 2 7 15,0 1 15-15,1-1 5 0,1 2 12 0,2 2 2 16,-1 0 0-16,-2 3 0 0,0 1-3 0,2 2 0 16,-4 0-2-16,-1 1-5 0,1 1-4 0,-2 3-6 15,1 1 1-15,-4-1 2 0,0 4 0 0,-4-2-1 0,0-1-3 16,-3-2 10-16,-1 2-8 0,-3 0-7 16,2 0 3-16,-7 0-2 0,1-3-4 0,4-4 1 15,-1 2-5-15,1-3-5 0,1-2-2 0,3 3-5 0,-2-2-2 16,2 0-6-16,0-3 0 0,5-2 0 0,-6 8-2 15,6-8-4-15,-4 7 2 0,4-7 0 0,0 0-2 16,13 7-4-16,1-6-7 0,7 2-9 16,7-2-17-16,5-1-17 0,4 2-25 0,2-2-23 0,12 1-42 15,-13-1-36-15,0 0-33 0,1-1-37 0,-5 3-200 16,-2 0-475-16,-2-2 209 0</inkml:trace>
  <inkml:trace contextRef="#ctx0" brushRef="#br0" timeOffset="54771">21099 8996 62 0,'-22'-2'222'0,"3"2"-10"0,5-1-5 15,1 1 2-15,4 0-4 0,1 0-7 0,8 0-21 16,-11-1-13-16,11 1-17 0,0 0 7 0,0 0-12 15,0 0-4-15,59 1 1 0,-4 0-4 0,41 4-5 16,3-1-4-16,19-3-12 0,5-1-2 0,11 2-16 16,8 1-11-16,-2-1-4 0,9 0-5 0,-2 2 8 15,-6-4-25-15,-3 4 0 0,-7 6-9 0,-5-5-1 16,-5 2 1-16,-5-4-2 0,-6 6 0 0,-6 0 10 16,-9-2-13-16,-31-4-4 0,-1 2-11 0,-2-1 1 15,-4 0 0-15,-3 2 0 0,-17-6-8 0,-1 2 1 16,-7 2-4-16,-1-3-1 0,-8-1-6 0,-8 0 4 15,0 1-1-15,-3-1-3 0,-3 0 2 0,-6 0-5 0,12 2 6 16,-12-2-12-16,0 0-30 0,9-4-24 16,-9 4-30-16,0 0-45 0,0 0-34 0,-35-9-52 15,15 7-28-15,-8-4-38 0,-4 2-235 0,-3-2-553 16,-1-1 244-16</inkml:trace>
  <inkml:trace contextRef="#ctx0" brushRef="#br0" timeOffset="55577.35">21847 9413 61 0,'0'0'142'0,"-13"2"-9"0,13-2-1 0,-13 2-3 0,4-2-3 15,9 0-12-15,-11 2 2 0,11-2-6 16,-9 1-3-16,9-1-8 0,-8 2-6 0,8-2-6 0,0 0-4 16,0 0-5-16,-5 4 2 0,5-4 3 0,0 0-1 15,0 0-3-15,31 2-8 0,-11-1-5 0,8-1-9 16,3 0-1-16,-1 0-8 0,1 0-2 16,2 0-14-16,-2 0-16 0,-3 2-28 0,-6-2-23 0,0 1-31 15,-3 0-24-15,-8-2-32 0,2 1-21 0,-3 0-27 16,-5 1-112-16,-5-1-305 0,0 0 135 0</inkml:trace>
  <inkml:trace contextRef="#ctx0" brushRef="#br0" timeOffset="56433.59">21935 9433 88 0,'-8'3'148'0,"8"-3"1"0,-5 7 0 0,2-1 1 15,3-6 4-15,-5 18 10 0,2-4 3 0,1 4-14 16,-3 5-3-16,-1 1-9 0,1 1 3 0,-2 1-12 15,1-1-8-15,2 2-9 0,-1-2-11 0,1 0-9 16,2-7-11-16,-2 0 1 0,0 1-16 0,0-1-6 0,3-1-3 16,-4 0-11-16,4-5-2 0,-3-2-4 15,2 1-2-15,-2-1-8 0,3-3-1 0,0-2-3 16,1-5-1-16,-4 12-1 0,4-12-2 0,-4 8-2 16,4-8-1-16,-7 4-4 0,7-4 2 0,-8 1-5 0,8-1 0 15,-13-3 1-15,13 3-3 0,-14-5 2 16,8 2-2-16,1-1-6 0,-2 1 4 0,7 3-4 15,-11-7 0-15,7 4-2 0,4 3 3 0,-7-6-4 0,7 6-2 16,0 0-3-16,-6-3 4 0,6 3-2 0,0 0-6 16,0 0 7-16,0 0-1 0,0 0-5 0,0 0 7 15,0 0-11-15,0 0-9 0,23 0-17 16,-9 1-17-16,-1 0-22 0,6 0-23 0,-1 1-16 0,1-2-15 16,0-2-11-16,0 1-4 0,-1 1 8 0,3-4-4 15,7 3 5-15,-9-1 8 0,2-2 16 0,-4 1 8 16,1-2 14-16,-4 0 9 0,-1 1 18 0,-3 0 18 15,1 0 22-15,-2-1 15 0,-3 3 10 0,-6 2 21 16,9-5 17-16,-3 5 10 0,-6 0 4 0,7-4-5 16,-7 4-10-16,0 0 0 0,0 0 8 0,0 0 9 15,11 7 7-15,-11-7 3 0,0 8 10 0,0-8 1 16,2 12 2-16,-2-6-1 0,0-6 7 0,0 12 0 16,0-6-4-16,0-6-1 0,0 13 0 0,0-13-3 15,0 8-5-15,0-8 4 0,-2 10-6 0,2-10 12 16,0 0 1-16,0 0 8 0,0 10 12 0,0-10 5 15,0 0 4-15,0 0-15 0,0 0-6 0,0 0-4 16,0 0-15-16,0 0-18 0,0 0 6 0,-5-26-7 16,5 26-11-16,4-18 0 0,0 10-11 0,0-3-7 15,2 1-8-15,-1-2-11 0,5-3-5 0,3 1-6 16,0 2 3-16,-2 0-6 0,3 2-2 0,-1 4-9 0,0 1 8 16,0 2 0-16,-2 3-2 0,3 0-6 15,-2 3 5-15,1 2 1 0,-3 3 0 0,-1-3 1 16,1 3 3-16,-2 2-1 0,-1-1 12 0,-1 0-14 0,-3 1 5 15,2 0-8-15,-2-3 4 0,-1 0 3 16,1-1 4-16,-3-6 0 0,3 11 2 0,-3-11 2 0,0 8 0 16,0-8 3-16,2 5 4 0,-2-5 10 0,0 0-6 15,0 0-2-15,0 0 2 0,0 0 4 0,0 0-2 16,0 0 1-16,0 0-2 0,0 0 0 0,1-25-6 16,3 15-4-16,1 2 0 0,7-7-9 0,-1 1-6 15,3 0-5-15,2-1 1 0,-1 1 3 0,6-3 0 16,-4 6-1-16,0 0 8 0,1 3-12 0,-3 1 7 15,-1 3 0-15,-2 3-2 0,1 1-7 0,-3 1 5 16,0 4 6-16,2 1-9 0,-5 1 2 0,1 1 2 16,-3 1 11-16,1 3-5 0,-3 0-1 0,-2 0 0 15,0 1 7-15,-2 1-7 0,0 3-28 0,0-3-21 16,-3 0-29-16,0 2-26 0,0-7-35 0,3 4-29 16,-2-4-31-16,3-2-29 0,0-7-28 0,2 11-198 15,0-8-500-15,-2-3 221 0</inkml:trace>
  <inkml:trace contextRef="#ctx0" brushRef="#br0" timeOffset="56680.09">22994 9517 230 0,'4'-10'265'0,"-1"4"-24"16,-2-1-22-16,-1 7-23 0,0 0-17 0,0 0 5 15,0 0 16-15,0 0 0 0,-5 28 0 0,-7-4-10 16,2 3-2-16,1 0-13 0,-3 4-4 0,0-1-5 15,-3 3-4-15,3-4-18 0,-1 2-8 0,-2 1-8 16,2 1-14-16,-1-2-7 0,4 1-11 0,1-5-10 16,-2 3-9-16,2-5-13 0,-1 1 0 0,2-3-1 0,4-5-15 15,-1 0-35-15,2 1-38 0,1-3-41 0,-2-4-33 16,2 0-40-16,-1-1-34 0,0-2-39 16,2 2-35-16,1-11-20 0,1 10-23 0,-1-10-175 0,5 5-504 15,-5-5 223-15</inkml:trace>
  <inkml:trace contextRef="#ctx0" brushRef="#br0" timeOffset="56932.73">23167 9803 71 0,'9'-11'277'0,"-3"3"-19"0,-1-1-10 16,2 2-16-16,-2 3 0 0,-3 0-10 0,-2 4-10 16,8-6-13-16,-8 6-23 0,5-4-14 0,-5 4-11 15,0 0-7-15,10 6 3 0,-6-1-11 0,1 2-9 16,0 2-2-16,-1 0-6 0,0 4-10 0,-3-1-2 15,3 0-6-15,-1 1 4 0,-1-2-23 0,4 5-6 16,-6-5-6-16,1 0-1 0,-2 1-15 0,-1 0-2 16,1 0-2-16,-2-1-11 0,-1-2 1 0,-2 2-5 15,-2-2-14-15,0-1-12 0,-1 0-30 0,0 0-16 16,-3-3-40-16,2-1-28 0,0-1-40 0,-2 1-33 16,4-1-26-16,8-3-37 0,-10-1-49 0,10 1-204 15,-9-6-534-15,9 6 237 0</inkml:trace>
  <inkml:trace contextRef="#ctx0" brushRef="#br0" timeOffset="57184.43">23475 9773 82 0,'11'-6'274'0,"-6"3"-12"0,2-3-10 16,-1 4-7-16,-1-1 4 0,-5 3-10 0,11-5 12 16,-11 5-18-16,6-3-17 0,-6 3-25 0,0 0-16 0,6-3-16 15,-6 3 8-15,0 0-12 0,4 12-7 16,-4-4 9-16,-1 2-3 0,1 1-9 0,-1 0-17 15,-1 2 1-15,0-2-4 0,-1 2-4 0,1 2-14 0,-1-3-12 16,2 1-11-16,-3 2-7 0,0-4-7 0,2-1-5 16,-2 1-8-16,3 0-5 0,-2-1-5 0,0 1-15 15,2-1-7-15,-1-3-29 0,-1 0-40 0,3-7-25 16,-1 12-30-16,-2-7-29 0,-1 0-37 0,-1 0-41 16,5-5-37-16,-11 8-42 0,4-8-46 0,7 0-235 15,-16-2-613-15,16 2 271 0</inkml:trace>
  <inkml:trace contextRef="#ctx0" brushRef="#br0" timeOffset="57442.03">23232 9712 222 0,'-2'-5'259'0,"2"5"-27"16,-3-8-18-16,3 8-18 0,0 0 1 0,18-9-3 15,0 5 1-15,11-3-10 0,6 2 10 0,5 2-21 16,18-6-12-16,-2 1-6 0,3 1-13 0,0 0-7 15,-2-1-3-15,-3 2-8 0,-16 3-7 0,0-2-1 16,0 1-9-16,-5 0 1 0,-4 1-11 0,-9 0-4 16,-1 2-6-16,-8-2-2 0,1 2-7 0,-5-1-7 15,0 1-1-15,-7 1-10 0,10-3-1 0,-10 3-8 16,9-1-19-16,-9 1 12 0,0 0-36 0,0 0-28 16,0 0-38-16,0 0-31 0,0 0-44 0,0 0-54 15,0 0-56-15,-37 0-51 0,24 2-275 0,0-2-613 16,-5 2 272-16</inkml:trace>
  <inkml:trace contextRef="#ctx0" brushRef="#br0" timeOffset="59191.9">25819 8878 19 0,'-16'-1'229'0,"2"-1"-10"0,5 0-8 16,1 2-11-16,8 0-12 0,-12-1-15 0,12 1-17 15,0 0-11-15,-9-1-16 0,9 1-10 0,0 0-14 0,0 0-10 16,34-3-5-16,-14 3-9 0,9 0-16 16,3 0-18-16,-3 0-35 0,1 1-37 0,-3 1-41 15,-6-1-34-15,0-1-44 0,-3 0-181 0,-7 1-352 0,-2-1 156 16</inkml:trace>
  <inkml:trace contextRef="#ctx0" brushRef="#br0" timeOffset="59356.05">25707 8975 216 0,'0'0'208'0,"0"0"-13"0,0 0-12 0,0 0-8 15,0 0-9-15,0 0-14 0,0 0-14 0,0 0-13 16,47-4-11-16,-21 2-12 0,4 1-26 0,3 1-37 15,-4 0-48-15,5 0-61 0,0-3-48 0,-1 2-164 16,4-2-306-16,-1 0 135 0</inkml:trace>
  <inkml:trace contextRef="#ctx0" brushRef="#br0" timeOffset="59688.06">26706 8517 2418 0,'-5'-20'-5'0,"-1"2"38"0,1 2 41 15,0-1-20-15,1 6 11 0,2 1-9 0,2 2-6 16,-2-2-8-16,2 10-8 0,0-10-5 0,0 10-1 0,8-4-1 16,-8 4 3-16,19 0 4 0,-5 3 4 15,3 5-1-15,3 1-4 0,2 3 0 0,1 4-1 16,0 0 4-16,-8-2-13 0,1 1 2 0,-3 0 4 15,-1 1-13-15,-5 0 1 0,1 1 0 0,-3 0-1 0,-2 2-1 16,-3-2 1-16,0 0-2 0,-6 0 1 0,-2 0 2 16,-1 0-3-16,-3-3 0 0,-1 0-2 0,0 1-2 15,-3-4 0-15,-3-1 0 0,0 1-1 0,3-2-6 16,-2-1-5-16,0-3-25 0,7 0-19 0,1-2-25 16,0 0-29-16,3-1-37 0,1-1-53 0,6-1-47 15,0 0-208-15,0 0-483 0,-10-8 214 0</inkml:trace>
  <inkml:trace contextRef="#ctx0" brushRef="#br0" timeOffset="59950.03">27081 8419 71 0,'4'-9'274'0,"1"-1"-9"0,-2 5-6 0,-1-2-5 15,2 2-23-15,-4 5-17 0,5-8-19 0,-5 8-22 16,4-4-20-16,-4 4-16 0,0 0-6 0,0 0 5 15,0 0-3-15,12 21-8 0,-8-6-3 0,-2 3 1 16,3 8-5-16,-5-2-3 0,1-4-18 0,0 0-3 16,-1-2-6-16,2 2-18 0,0 0 10 0,0-2-16 15,0 2-7-15,-2-3-9 0,0 2 3 0,0 1-7 16,-4-2-5-16,2-3-24 0,-1 1-14 0,1 0-34 16,-2-6-22-16,4 2-30 0,-4-2-32 0,1 0-39 15,0 0-25-15,-1-1-31 0,2-5-29 0,2-4-40 16,-5 6-155-16,5-6-473 0,0 0 209 0</inkml:trace>
  <inkml:trace contextRef="#ctx0" brushRef="#br0" timeOffset="60144.31">26800 8344 126 0,'-4'-6'205'0,"-1"3"-16"16,5 3-6-16,-4-8-19 0,4 8-21 0,13-8-4 15,5 4-2-15,14-2-13 0,4 3-8 0,16 0-10 16,8 0-12-16,5 0-8 0,-2 3-6 0,-2 0-23 16,-1 3-37-16,-1-3-38 0,-10 6-59 0,-11-6-41 15,-1 4-53-15,-10 1-94 0,-8-3-285 0,-2 0 126 16</inkml:trace>
  <inkml:trace contextRef="#ctx0" brushRef="#br0" timeOffset="60376.36">26528 8988 154 0,'-13'4'285'0,"7"-3"-29"16,6-1-24-16,0 0-21 0,0 0-15 0,0 0-2 15,60-10-17-15,-7 1-8 0,8-1-15 16,29 0-14-16,0 1-16 0,-25 3-11 0,35-6-14 15,-10 3-6-15,-28 7-16 0,1 1-28 0,-5 2-32 0,-4-1-37 16,-16 3-48-16,-7 0-56 0,-1 1-40 0,-14 1-63 16,-7 1-130-16,-5-1-385 0,-7-1 170 0</inkml:trace>
  <inkml:trace contextRef="#ctx0" brushRef="#br0" timeOffset="60733.8">26620 9226 2623 0,'-4'-1'79'0,"4"1"-59"16,0 0-9-16,0 0-14 0,0 0 7 0,0 0 5 16,0 0 21-16,31-3 24 0,-12 1 15 0,-6 4 11 15,3-1 4-15,3 3-4 0,-2 1 0 0,-4 0-3 16,-1 0-7-16,1 4-2 0,-1-2-15 0,-6 2 4 16,3 1 3-16,-5-1-13 0,-2 2-3 0,0-1 4 15,-4 0-4-15,-2 2 4 0,-3-1-11 0,-3 3 1 0,-5 0 9 16,-7-1-18-16,-2 3-1 0,-3-3-1 15,-3-1-3-15,1-2-6 0,0-1-2 0,0 0 5 16,8-4-9-16,2-2 2 0,5 0 0 0,3 1 2 16,2-2 1-16,1 0-6 0,2 0-4 0,6-2 7 0,-9 1-1 15,9-1-3-15,0 0-8 0,-11 1 1 16,11-1 2-16,0 0-2 0,0 0-3 0,0 0-1 16,29 4 5-16,-15-2-6 0,5 1-3 0,2 0 4 15,-1 1 3-15,10 0-3 0,-1 2 0 0,4-2 1 0,-3 3-1 16,3-2 1-16,3 2-21 0,-4-4-27 0,5 1-31 15,-5-1-50-15,1 1-52 0,-5-3-69 16,7-2-49-16,-10-2-243 0,4-2-587 0,-2 0 260 0</inkml:trace>
  <inkml:trace contextRef="#ctx0" brushRef="#br0" timeOffset="60998.45">28171 8939 309 0,'0'0'325'0,"-2"-11"-22"0,2 11-7 16,-2-8-9-16,2 8-9 0,0 0-15 0,-4-7-27 15,4 7-17-15,0 0-19 0,0 0-19 0,0 0-22 16,8-10-13-16,0 10-26 0,5-4-20 0,1 5-31 0,7-2-38 15,-1 1-37-15,0 1-40 0,2 0-48 0,-3 1-46 16,0 1-47-16,-3-1-40 0,-2 1-31 16,-4 0-170-16,-4 1-462 0,-3 0 204 0</inkml:trace>
  <inkml:trace contextRef="#ctx0" brushRef="#br0" timeOffset="61139.97">28125 9064 59 0,'-4'4'211'16,"4"-4"-17"-16,-6 4-10 0,6-4-2 0,-7 4-8 15,7-4-7-15,0 0-12 0,0 0-11 0,0 0-12 16,0 0-14-16,0 0-16 0,20 6-3 0,-6-5-24 16,5-2-37-16,12 0-41 0,1-2-62 0,7-1-61 15,0 1-181-15,-1-3-332 0,13-4 146 0</inkml:trace>
  <inkml:trace contextRef="#ctx0" brushRef="#br0" timeOffset="61496.09">29205 8528 219 0,'3'-11'289'15,"2"-2"-9"-15,-3 5-12 0,1-2-11 0,-1 1-5 16,1 0-13-16,-2 2-2 0,-1 7-9 0,3-10-25 15,-3 10-20-15,4-8-20 0,-4 8-21 0,0 0-25 16,2-5-7-16,-2 5-6 0,0 0-10 0,5 16-10 16,-5-3 1-16,2 6-9 0,-2 7 3 0,0 0-9 0,0 3 13 15,-2 0-14-15,0 0 3 0,-1 2-9 0,1-4-10 16,-1 3 16-16,-1-4 1 0,2 2-4 16,-2-5-15-16,3-3 6 0,-3-1-8 0,0 0 0 15,2 0-9-15,0-3-2 0,-2 0-3 0,0 0 1 0,2 2-6 16,-2-2-5-16,1-5-7 0,0 0-17 0,0-2-27 15,2 1-34-15,-4-1-29 0,2 1-37 16,-1-2-36-16,1-2-55 0,0 0-60 0,3-6-40 0,-5 12-264 16,5-12-627-16,-1 6 278 0</inkml:trace>
  <inkml:trace contextRef="#ctx0" brushRef="#br0" timeOffset="61707.63">29453 8855 2585 0,'8'-7'105'15,"-3"1"-73"-15,-1 0-7 0,0 1-1 0,-4 5 9 16,7-7 17-16,-7 7 13 0,5-6 17 0,-5 6 6 16,4-4 9-16,-4 4 6 0,0 0 6 0,0 0-16 15,4-5-12-15,-4 5-12 0,0 0-8 0,0 0-1 16,0 0-11-16,0 0-2 0,0 0-9 0,0 0-19 16,0 0-14-16,0 0-27 0,0 0-30 0,0 0-36 15,0 0-38-15,0 0-37 0,0 0-36 0,0 0-39 16,0 0-32-16,0 0-181 0,0 0-490 0,0 0 217 15</inkml:trace>
  <inkml:trace contextRef="#ctx0" brushRef="#br0" timeOffset="62043.94">29797 8622 106 0,'0'0'209'0,"-6"-9"-9"0,6 9-8 0,0 0-6 16,-9-4-11-16,9 4-13 0,0 0-13 15,0 0-8-15,-20 9-10 0,15-4-6 0,0 0-13 16,1 4-11-16,2-3-4 0,-1 5-6 0,1-2-13 16,3 1-2-16,0 0-8 0,0 0-5 0,3 0-5 0,0 1-1 15,0-2-7-15,1 3 2 0,3-4-6 16,-1 3 3-16,0-1-5 0,-1 0-5 0,6 3-6 16,-6-4-1-16,0 1-3 0,1-2 0 0,-1 0-5 15,2 2-4-15,-3-1-1 0,0 0 2 0,-1-1-2 0,-1 1-1 16,-1-4-2-16,-1 2 0 0,2-1 1 0,-3-6-2 15,2 11 6-15,-2-11 5 0,0 10 5 16,0-10 0-16,-7 9-5 0,0-4-1 0,-3-2-1 16,-1 0 3-16,-1-1-5 0,2-2-3 0,-4 0-14 0,2-1-17 15,0-1-22-15,-2-1-24 0,1 0-22 0,-1-2-40 16,-2-1-43-16,5 1-42 0,2-5-34 0,1 1-180 16,1-2-453-16,2 1 201 0</inkml:trace>
  <inkml:trace contextRef="#ctx0" brushRef="#br0" timeOffset="62211.05">29870 8592 237 0,'6'-5'256'0,"-1"2"-16"0,2 0-4 0,0-1-7 0,0-2-11 16,-1 2-4-16,2-2-28 0,-1 3-20 0,4 0-16 16,0 1-16-16,3 0-13 0,4 1-19 0,0-3-27 15,1 3-35-15,2-2-48 0,0 2-54 0,1 1-50 16,6-3-47-16,-9 3-60 0,4-2-122 0,-2 2-370 15,-5-1 165-15</inkml:trace>
  <inkml:trace contextRef="#ctx0" brushRef="#br0" timeOffset="62653">30478 8342 167 0,'-3'-13'255'0,"3"13"1"15,-5-7-3-15,5 7-10 0,-2-6-1 0,2 6-19 16,0 0-21-16,-1-9-16 0,1 9-14 0,0 0-21 16,0 0-13-16,0 0-13 0,0 0-7 0,0 0-14 15,12-4-9-15,-1 4-7 0,-1-2-12 0,5 2 0 16,4 0-8-16,3 2-7 0,6-1-2 0,-1-1-8 16,-5 2-2-16,-2-1-7 0,1-1 3 0,0 2-4 15,-3 0-1-15,1 0 0 0,-3 0-1 0,-4-2-9 16,-1 1 5-16,-1-1-9 0,-2 1 2 0,-8-1-6 15,11-1 0-15,-11 1-9 0,10 4 2 0,-10-4-2 16,10 0 5-16,-10 0-12 0,0 0 5 0,8 2 0 16,-8-2-5-16,0 0-6 0,7 3 8 0,-7-3-1 15,4 10 7-15,-2-4 8 0,-1 2 0 0,2 2 8 16,-3 8 2-16,0 0-9 0,-3 6 6 0,0 3 3 0,-1 0 8 16,-3-3-2-16,-1 6 3 0,-2-2-1 0,0 3-4 15,-1 2 3-15,-2-2 1 0,1 1 4 0,-2-3-11 16,4 1-6-16,-2-3 12 0,1 0-15 15,3 0-2-15,-1-4 10 0,0-1-11 0,2-5-7 0,2 0-24 16,1-2-14-16,-1-3-25 0,1-1-27 16,0 1-32-16,-1-2-33 0,3 0-34 0,0-3-35 15,0-2-33-15,2-5-22 0,-3 11-7 0,3-11-29 16,0 0-172-16,-4 3-513 0,4-3 228 0</inkml:trace>
  <inkml:trace contextRef="#ctx0" brushRef="#br0" timeOffset="62836.62">30524 8713 230 0,'-8'-7'244'0,"3"2"-14"16,3 1-5-16,2 4-8 0,-9-7-11 0,9 7-4 15,-4-5-7-15,4 5-21 0,0 0-14 0,19-4-16 16,3 4-14-16,11 1-10 0,20 4-10 0,5 1 8 16,4-2-11-16,2 2-22 0,-3 0-28 0,-1-1-29 15,-3-2-30-15,0 2-33 0,-20-4-38 0,0 1-39 16,-4-2-44-16,1-1-49 0,-5 0-196 0,-8 0-432 15,0-3 192-15</inkml:trace>
  <inkml:trace contextRef="#ctx0" brushRef="#br0" timeOffset="64889.96">29209 9465 113 0,'0'0'144'0,"-14"-1"-4"15,7 1-7-15,7 0-5 0,-16-3-4 0,16 3 0 16,-10 0-2-16,10 0-6 0,-11 0-6 16,11 0-1-16,0 0-2 0,0 0 6 0,0 0 1 15,0 0-3-15,0 0-8 0,64-3-3 0,-2 3-8 0,37-5-9 16,6 1-6-16,9-2-3 0,10 2-10 0,1 0-2 15,11 2-5-15,2-2-10 0,-4-1-4 16,-6 1-1-16,-2 1-3 0,-6-1 4 0,-2 1 21 0,-11 0 1 16,-6-4-6-16,-9 3-5 0,-32 3 1 0,-1-1-3 15,-4-3-3-15,-5 4-4 0,-14 0-3 0,-8-2-4 16,-1 2 2-16,-7 0-5 0,-7-1 0 0,0 1 1 16,-3 0-6-16,-4 1-2 0,-6 0-1 0,13-1-1 15,-13 1 2-15,9 0-4 0,-9 0-3 0,0 0-2 16,8-2-3-16,-8 2-6 0,0 0 3 0,0 0-4 15,0 0-3-15,0 0-8 0,0 0-14 16,0 0-19-16,0 0-19 0,0 0-28 0,0 0-27 0,0 0-24 16,0 0-25-16,0 0-27 0,-25 13-30 0,15-10-17 15,-1 0-175-15,-3 3-440 0,1-4 195 0</inkml:trace>
  <inkml:trace contextRef="#ctx0" brushRef="#br0" timeOffset="72433.7">5710 10367 60 0,'-5'-6'193'0,"1"-2"-11"16,0 1-5-16,0 0 7 0,0-1-12 0,2 3-14 15,-5-2-12-15,3 1-5 0,1 0-9 0,3 6-9 16,-6-8-6-16,6 8-16 0,-2-6-11 16,2 6-11-16,0 0-9 0,0 0-8 0,0 0-7 0,0 0-6 15,0 0-6-15,0 0-4 0,0 0-2 0,5 36-5 16,-2-16 2-16,-2 9-3 0,0 2 3 0,0 2-5 16,2 16-1-16,-6-4 0 0,3 4-1 0,-2-2 4 15,-5 3-1-15,5-15 0 0,-5-1-1 0,2 1-4 16,0 0-3-16,0-2-1 0,-1 1-1 0,1-2 9 15,-1 2-12-15,4-4 2 0,-3-3-1 0,1 1-3 16,2-2-7-16,-1-1 4 0,2-6-4 0,-3 0 0 16,1-2 1-16,1 0-1 0,0-6-3 0,2 2-7 15,-2-2-9-15,1 0-17 0,-2-1-15 0,-1 1-21 16,2-4-19-16,0 0-17 0,0-1-19 0,2-6-10 16,-4 7-11-16,4-7-23 0,0 0-33 0,-8 2-128 15,8-2-350-15,0 0 156 0</inkml:trace>
  <inkml:trace contextRef="#ctx0" brushRef="#br0" timeOffset="72732.58">5570 10411 143 0,'9'-22'147'0,"4"0"-5"0,1 1-9 0,3 1-3 15,-2 6-2-15,9-1-12 0,4 3-2 0,-1 2-11 16,-1 2-4-16,7 3-9 0,-5 5-8 0,0 6-4 16,-9 0-9-16,1 3-3 0,0 5-9 0,-1 4-6 15,-7-1-4-15,2 6 6 0,-5 1-6 0,-4 1-3 16,-2 0 0-16,-5 4-3 0,-3-4-6 0,-3 1-2 16,-1 0-2-16,-6-1 1 0,-4-2-5 0,1-1 0 15,-1 0-4-15,-2 0 0 0,0-2-2 0,-4-2-6 16,1 0 0-16,7-6-15 0,-2-6-22 0,0 4-21 15,1-4-29-15,0 1-29 0,6-4-28 0,-4-1-52 16,0-2-112-16,3-2-318 0,1-2 140 0</inkml:trace>
  <inkml:trace contextRef="#ctx0" brushRef="#br0" timeOffset="73267.89">5655 11224 78 0,'0'0'216'0,"0"0"-25"15,0 0 1-15,20-12-9 0,-11 7-12 0,0-1-11 16,4-2-17-16,5-2-8 0,5-4-16 0,1 2-8 16,2-2-9-16,0 0-8 0,2-1-10 15,-1-2-3-15,4 0-10 0,-2 0-2 0,-2-1-6 0,0 0-4 16,-4 0-5-16,0 0-6 0,-3 2-5 0,-2-4 0 15,-2 6-8-15,-5-1-4 0,-2-1-4 0,0 1-1 16,-2-1-3-16,-4 1-1 0,-1 2-4 0,-2-5 0 16,-2 7-3-16,-1 2-2 0,0-3-3 0,-2 2 5 15,0 0-9-15,-4 6 0 0,1-4 0 0,0 2 2 16,-2 2-3-16,1 3 0 0,-1 1-1 0,-3 0 0 16,2 4 2-16,-6 5-4 0,3 0 0 0,0 3 1 15,-5 7 1-15,4 2-1 0,2 0 1 0,1 3 6 16,5-6 1-16,0 6-3 0,5-4 4 0,0 3 2 15,1-4-5-15,2 0 0 0,5 0 0 0,2-1 1 16,3-1-5-16,-1 0-13 0,4-3-24 0,1-2-30 16,4 1-37-16,6-4-30 0,0-2-28 0,3-3-28 15,1-1-31-15,-3 0-124 0,-4-4-369 0,7-2 163 16</inkml:trace>
  <inkml:trace contextRef="#ctx0" brushRef="#br0" timeOffset="73896.38">6434 10862 213 0,'-5'-9'209'0,"-1"-1"3"0,-2 3-2 16,0 0-10-16,-2 2-8 0,-1 0-9 0,0 4-13 0,1 2-12 15,-4 3-11-15,-3 3-9 0,0 4-14 16,-5 5-3-16,3 2-12 0,-2 1-9 0,3 1-12 16,3 1-9-16,5 2-6 0,1-6-12 0,4-2 5 15,2 3-16-15,3-3-3 0,3-2-3 0,2-2-1 0,3 0-8 16,2 2-2-16,0-6-5 0,3 0 0 0,5-1-8 15,1-3-4-15,0 0-3 0,0-3-8 16,2-3 0-16,-3 0-4 0,-1-2-1 0,3-1 1 16,-4-2 1-16,-1-2 5 0,-2-1-6 0,-4 2 2 0,0-3-4 15,-1 0 3-15,-3-3-3 0,0-1 5 0,-3 4-4 16,0-4-1-16,-2 0 3 0,-1 2 0 0,2-1 1 16,-2 6 1-16,0-2 4 0,-1 2 4 0,1 1 5 15,1 8-4-15,-1-10-2 0,1 10-5 16,-2-9-1-16,2 9-4 0,0 0 2 0,0 0 1 0,0 0-3 15,0 0 6-15,2 25-2 0,-2-13 1 0,0 3-3 16,0-2 2-16,1 3 0 0,2-1-2 0,0 2 3 16,2-6 0-16,-1 4-1 0,1-3 1 0,0-2-2 15,2-2 5-15,3 2-2 0,0-3-2 0,1-1-2 16,1-2-5-16,5 0-11 0,-3-4-6 0,5 0-6 16,2-4-8-16,-2-1-2 0,-3-2-6 0,3 0-1 15,-2-3 3-15,-2-1 6 0,-2-2 1 0,-4-2-4 16,3 0 0-16,-3-3 5 0,0 0 1 0,1-5 2 15,-4-4 6-15,-1 1-1 0,-1-3 5 0,-1-2 0 16,-1 3 8-16,3-1-6 0,-6 1 6 0,1 0-3 16,1 9 13-16,-1 1 10 0,-1 2 8 0,1 6 7 15,-2 0 3-15,4 1 3 0,-2 2-5 0,0 7-7 16,0 0-2-16,0 0 4 0,0 0-2 0,0 0 6 16,0 0 12-16,-10 46 6 0,9-14 6 0,-5 3-4 15,-3 13-1-15,6 1-3 0,-5-16 1 0,0 2-5 16,3-3-1-16,0 2-7 0,1-3 1 0,2-2-4 15,-2 0-1-15,4-1 1 0,0-8-8 0,-1-1 3 16,2 0 5-16,-1-2-22 0,0 1-16 0,1-2-26 16,2-6-29-16,-2 0-40 0,1 0-38 0,-2-2-31 15,0-8-35-15,3 9-34 0,-3-9-194 0,3 4-473 16,-3-4 210-16</inkml:trace>
  <inkml:trace contextRef="#ctx0" brushRef="#br0" timeOffset="74195.35">7067 10678 137 0,'0'0'199'0,"5"-3"-14"0,-5 3-13 15,0 0-14-15,0 0-12 0,0 0-10 0,-18 34-7 16,4-20-12-16,-8 5-8 0,-2 3-11 0,0-1-9 16,-2-2-7-16,2-1-9 0,0-1-9 0,2-1-4 0,5-3-4 15,-1-4-11-15,8-3 0 0,-1 1 0 0,3-3-6 16,2 1 4-16,-1-4 2 0,0 2 0 15,7-3-6-15,0 0-5 0,0 0-3 0,-13-12-1 16,10 8-1-16,3 4-1 0,0 0-2 0,1-12 2 0,-1 12-3 16,0 0-5-16,10-8 0 0,-10 8-2 0,13 2 3 15,-4 1 2-15,2 4-4 0,3 4 4 0,-3 4 0 16,4-1-5-16,0 6 0 0,0 3 1 16,0-2-5-16,2 0-18 0,1 1-25 0,5-3-43 0,1 0-55 15,2-3-47-15,-1-2-60 0,1-1-131 0,6-3-393 16,2-1 175-16</inkml:trace>
  <inkml:trace contextRef="#ctx0" brushRef="#br0" timeOffset="74649.45">7868 10467 113 0,'-4'-9'233'0,"2"-2"-10"16,-3 6-9-16,1 0-6 0,4 5-19 0,-10-9-11 16,3 7-16-16,7 2-13 0,-9-1-16 0,9 1-12 15,-13 8-4-15,7 3 3 0,-1 7-3 0,-1 11-7 16,-3 6 0-16,3 16 3 0,-1 4-8 0,2 0-8 16,1 0-8-16,3-1-2 0,-2-3-9 0,3-2-2 15,0-2-11-15,-3 0-4 0,5-16-4 0,-1 3-5 16,0-6-6-16,-2 2-1 0,2 0-7 0,-2-4-1 15,-1-1-4-15,1 0-5 0,-4-5-1 0,1-4-4 16,-1 1-3-16,1 0-5 0,0-6-19 0,-1-1-15 16,0 0-21-16,-1-3-28 0,-1 1-33 0,1-3-34 15,-2-1-35-15,1-2-34 0,9-2-33 0,-14-2-216 0,6-6-489 16,3-2 218-16</inkml:trace>
  <inkml:trace contextRef="#ctx0" brushRef="#br0" timeOffset="75139.78">7496 10901 198 0,'0'0'193'0,"12"-6"-15"0,-1 4-14 15,3-1-10-15,8 3-9 0,6-3-12 0,5 1-13 16,3-1-9-16,4 0-10 0,12-1-10 0,1 1-8 16,-14 2-7-16,14-5-10 0,-14 3-6 0,-1-2-7 0,0 0-3 15,-5 3-6-15,-1-1-3 0,-12 1-3 16,-2-2-4-16,-3 2-3 0,-3 0-3 0,-4 1 4 15,1 0 1-15,-3-1-1 0,-6 2-4 0,8-5-4 16,-8 5 3-16,2-6-2 0,-2 6 5 0,0 0-3 0,0 0 8 16,-10-12-4-16,10 12 4 0,-19-3 0 0,7 5 4 15,-2 0 4-15,3 1-5 0,-5 4 3 16,4-2-5-16,-3 5-2 0,0 3-2 0,2-2-4 16,0 4-5-16,1 0 3 0,-2 0-5 0,5 2-4 0,0-2 1 15,4 2 2-15,0-2-4 0,1-1-4 16,5-3 1-16,3 0 1 0,-2-1-4 0,2 0 1 15,3-2 0-15,1-2-2 0,2-1 1 0,0-3-2 0,2-1 4 16,0-1-2-16,0-1 0 0,2-2-11 0,2-3-3 16,2-1 0-16,-4-1-4 0,0-1-2 0,-1-3-5 15,-1-3 0-15,-1 2-2 0,-2 0 1 0,-1-1 1 16,1-1-6-16,-4 3 4 0,0-2 5 0,-1 5 0 16,-2-1 4-16,0 3 3 0,0 3 1 0,-2 4 1 15,4-8-5-15,-4 8 5 0,0 0-4 0,0 0 3 16,0 0 4-16,0 0 2 0,3 26 2 0,-3-11 2 15,-2 4-1-15,0 0-2 0,1-1 2 0,1 2-2 16,1-3 1-16,0 1-7 0,2-1-13 0,-1-4-30 16,4 3-31-16,-2-3-41 0,3-4-52 0,0-1-48 15,2 1-170-15,2-6-419 0,1 0 186 0</inkml:trace>
  <inkml:trace contextRef="#ctx0" brushRef="#br0" timeOffset="75378.39">8556 10732 81 0,'-12'-2'247'0,"12"2"-9"0,-18 6-8 0,6 0-7 16,-2 7 12-16,-4 5-27 0,-2 1-12 0,-1 3-17 16,4 4-15-16,-1 1-15 0,2 0-8 0,4-1-21 15,-1 0-12-15,6 1-12 0,3-8-8 0,1 2-7 16,5-5-6-16,3 4-10 0,2-4-10 0,2 0-18 15,4-3-22-15,4-3-25 0,1-3-32 0,3 0-35 16,6-3-38-16,3-3-30 0,-1-3-25 0,2-3-28 16,-2-1-18-16,0 1-127 0,-1-6-373 0,-1-1 165 15</inkml:trace>
  <inkml:trace contextRef="#ctx0" brushRef="#br0" timeOffset="75611.55">8952 10579 225 0,'-3'-11'244'0,"2"-2"-4"0,-1 5-2 0,0 1-2 16,2 7-9-16,0-11-14 0,0 11-29 0,0 0-15 16,0 0-4-16,0 0 2 0,-11 20 5 15,6 3-3-15,-3 10-4 0,-3 13-17 0,-2 2 7 16,4-14-32-16,-1 11-7 0,2-9-14 0,1-5 5 0,2 0-21 16,-1 0-5-16,0-3-9 0,0 4-12 0,1-3-2 15,1-2-7-15,1-1-14 0,0-8-12 0,1 1-25 16,-2-2-29-16,3-6-25 0,-1 1-33 15,1-3-39-15,0-1-36 0,-1-1-38 0,2-7-26 0,-1 8-22 16,1-8-237-16,0 0-523 0,0 0 232 0</inkml:trace>
  <inkml:trace contextRef="#ctx0" brushRef="#br0" timeOffset="75984.37">8590 10816 25 0,'0'0'188'0,"0"0"-16"0,13-9-8 15,-2 7-6-15,2 0-7 0,8-1-14 16,-1 0-10-16,8 0-12 0,3 1-7 0,-2 0-9 0,3 0-9 16,-2 2-5-16,0 2 3 0,-1-4-8 0,-9 2-6 15,0 3-7-15,-3 0-5 0,-3-1 0 0,-2-1 0 16,-1 1-3-16,-1 2-6 0,-3 0-1 0,-1 0 5 16,-1 2 1-16,-2 0 11 0,1 4 6 0,-3 0 8 15,1 1-7-15,-4 2-4 0,2-1-1 0,0 0-10 16,-1 0-5-16,1-1-2 0,1 1-7 0,-1 1-3 15,2-3-7-15,0 1 1 0,3-2-2 0,-1 3 1 16,1-6-3-16,3 1-3 0,2 0-3 0,0-4 0 16,1 2-4-16,3-3-3 0,1-2-4 0,2 0 3 15,0-1-5-15,1 0 5 0,1-3-8 0,-6 0 3 16,2-1-2-16,-2 0 1 0,-3-2 3 0,2-2-5 16,-6 1 6-16,0-1-7 0,-3-3-2 0,-2-5-2 15,-1 6-7-15,-4 0-9 0,-5-6-20 0,-2 3-15 16,0 0-7-16,-2 3-21 0,-4 0-22 0,-2 3-29 15,0 0-27-15,-2 6-23 0,0 2-27 0,1 2-38 16,-6 4-168-16,5 1-439 0,3 1 195 0</inkml:trace>
  <inkml:trace contextRef="#ctx0" brushRef="#br0" timeOffset="76414">9113 11198 236 0,'9'-3'239'16,"-1"-3"-1"-16,2 0-3 0,-1-1-13 0,1-1-13 16,3-5-9-16,-2 1-8 0,1-1-8 0,-1-1-16 15,2-3-12-15,2-4-8 0,0-1-18 0,-2-4-10 0,0 0-8 16,2 1-11-16,-4-1-12 0,-2 0-6 16,1 2-3-16,-5 7-4 0,0-1-6 0,-1 0 5 0,-3 1 4 15,1 7-15-15,-4 0-8 0,1 0 3 16,0 1 1-16,-2 2-2 0,1 0-5 0,-2 2-9 0,-1-2-9 15,-3 3 2-15,8 4-4 0,-11-5-9 16,11 5 6-16,-16-1-10 0,9 1-9 0,7 0 1 16,-11 1 5-16,11-1-6 0,-7 3-5 0,7-3 7 15,-7 6-7-15,7-6-7 0,0 7 2 0,0-7-3 0,0 0-8 16,14 7 5-16,-6-4 1 0,5-2 4 0,3-1-7 16,0 1 1-16,0 0 4 0,-2 2-2 0,-1-2-1 15,0 1-2-15,0 0 2 0,-6-1 3 16,2 2 0-16,1 2-8 0,-2 1 5 0,-1 1 2 15,-1 1 3-15,2 2-3 0,-5 3 3 0,3 0-2 0,-4 0 10 16,1 2-2-16,-3 2-4 0,1 0 4 0,-1 0-1 16,0-2 4-16,1 4-5 0,-1-3-1 15,0 0-17-15,-1-3-26 0,1-1-26 0,0 0-31 16,0 0-57-16,0-1-62 0,0-1-53 0,1-1-264 0,1-3-576 16,1-1 255-16</inkml:trace>
  <inkml:trace contextRef="#ctx0" brushRef="#br0" timeOffset="76620.02">9885 10769 65 0,'0'0'276'0,"0"0"-20"16,1-11-6-16,-1 11-10 0,0 0-10 0,1-7-16 15,-1 7-23-15,0 0-19 0,0 0-16 0,0 0-13 16,0 0-16-16,0 0-16 0,0 0-12 0,0 0-48 15,7 20-36-15,-5-13-41 0,1 1-38 0,-2 5-36 16,4-1-39-16,-4 3-20 0,3 2-16 0,-2 2-148 16,-2 0-349-16,0 0 155 0</inkml:trace>
  <inkml:trace contextRef="#ctx0" brushRef="#br0" timeOffset="76765.42">9862 11117 35 0,'-1'9'179'0,"-3"0"4"0,0-1-3 15,3 2-5-15,-2-5 2 0,3-5-8 0,-3 11 0 16,3-11-5-16,-3 9-3 0,3-9-6 0,-2 9-9 15,2-9-10-15,0 0-11 0,2 9-7 0,-2-9-14 16,3 5-8-16,-3-5-10 0,9 4-24 0,-2-4-41 16,-7 0-53-16,20-5-57 0,-4-1-61 0,-1-2-54 15,0-1-157-15,4-1-392 0,-1-3 174 0</inkml:trace>
  <inkml:trace contextRef="#ctx0" brushRef="#br0" timeOffset="76930.42">10253 10924 2515 0,'5'-4'114'0,"0"2"-35"15,-5 2-39-15,7-5-23 0,-7 5-7 16,0 0 4-16,7-3 17 0,-7 3 23 0,0 0 1 16,0 0-2-16,0 0-10 0,0 0 7 0,0 0-10 15,16 4-8-15,-14 0 0 0,-2-4-10 0,12 5-17 16,-7-4-23-16,-5-1-34 0,10 3-42 0,-10-3-43 16,8 4-40-16,-8-4-47 0,7 2-194 0,-7-2-452 15,0 0 201-15</inkml:trace>
  <inkml:trace contextRef="#ctx0" brushRef="#br0" timeOffset="77700.23">5242 11655 30 0,'-13'0'188'0,"-1"-1"7"0,5 1-3 0,9 0-6 0,-13 0-18 15,13 0-7-15,-10 1-19 0,10-1-13 0,0 0-10 16,0 0-6-16,0 0-5 0,0 0 2 0,23 8-10 16,-3-6-6-16,12 2-1 0,4 2-6 0,18-3-4 15,6 0-6-15,3 1-2 0,3-2-4 16,31 1-2-16,-5 1-4 0,4-3-6 0,3 1-4 0,0 4 0 15,7-4-7-15,3 0-4 0,0 0-1 0,5 0-4 16,0 4 4-16,8-1 1 0,7-1-1 0,5 0 2 16,2-1 1-16,5-1-2 0,5-2 5 0,0 4 0 15,10 0 4-15,2-4 1 0,3 4-3 0,0-4 0 16,0-1 2-16,5 1 4 0,-1 1-11 0,-2-1-7 16,-4-4 1-16,-3 4-1 0,-4-2 2 0,-5-2-1 15,-6 0-7-15,-10 1 7 0,0-3-1 0,-11 3 2 16,-8-1 9-16,-7 1-4 0,-10 0 13 0,-28 1 10 15,-1-2-6-15,-6 2 16 0,-4 0 3 0,-15 1 7 16,-7-2 3-16,-4 1 6 0,-12 1 3 0,-4 1 8 16,-1 0 3-16,-3 0-1 0,-3 0-2 0,-7 0-5 15,12-2-12-15,-12 2-8 0,6-1-9 0,-6 1-5 16,0 0-11-16,0 0-6 0,0 0-18 0,0 0-23 16,0 0-32-16,0 0-40 0,0 0-45 0,0 0-65 15,-28-8-54-15,14 7-60 0,-3 1-78 0,0 1-73 0,-3-1-278 16,2-3-770-16,-1-2 341 0</inkml:trace>
  <inkml:trace contextRef="#ctx0" brushRef="#br0" timeOffset="77855.42">10791 11594 2753 0,'14'-10'53'16,"-11"4"-33"-16,-3 6-5 0,5-6-46 0,-5 6-54 15,5-5-59-15,-5 5-47 0,4-5-37 0,-4 5-133 16,0 0-390-16,0 0 173 0</inkml:trace>
  <inkml:trace contextRef="#ctx0" brushRef="#br0" timeOffset="80498.14">12429 11313 162 0,'0'-17'218'16,"-1"0"-10"-16,1 2 1 0,0 6-5 0,0 0-7 15,0 0-5-15,0 9-15 0,-3-11-16 0,3 11-20 16,-2-9-17-16,2 9-14 0,0 0-9 0,0 0-8 16,0 0-8-16,-5 28 2 0,2-4-3 0,-2 5 5 15,-1 1 5-15,-4 17-20 0,3 1 0 0,-3-3-8 0,3-9-6 16,-5 8-1-16,4-10-9 0,1-1-2 0,1-1-6 16,0 1-1-16,0-2-6 0,1-6-1 15,1 1-8-15,1 1-1 0,2-8 2 0,-2 2-6 16,5-4-1-16,-4-1-2 0,0 1-21 0,0-6-21 0,2 0-21 15,0-1-23-15,0-2-30 0,0-1-27 16,0-7-26-16,0 13-24 0,0-13-10 0,0 7-23 16,0-7-188-16,0 0-429 0,0 0 190 0</inkml:trace>
  <inkml:trace contextRef="#ctx0" brushRef="#br0" timeOffset="80804.3">12722 11362 22 0,'2'-3'179'0,"-2"3"-17"16,0 0-13-16,0 0 2 0,0 0-6 0,0 0-2 16,0 0-11-16,-19 21-10 0,3-11-9 0,-1 3-4 15,-7 3-7-15,1 2-8 0,-5 2-8 0,2 0-9 16,-1-2-14-16,3 1 1 0,-3-3-9 0,3-1-4 16,7-5-7-16,2 0 1 0,3-6-5 0,1 4-3 15,3-3-5-15,3-3-2 0,-2 1 8 0,3 1-3 16,4-4 1-16,-7 3 0 0,7-3-4 0,-5 4-2 15,5-4-4-15,0 0-1 0,-4 6-6 0,4-6 0 16,0 0-3-16,9 7-2 0,-2-3 0 0,2 3-1 16,4 4-3-16,3 1 3 0,-2 1-4 0,4-3 0 15,1 7-1-15,4-2 1 0,-2 2-10 0,-2-1-21 16,-1-2-29-16,-4-1-28 0,2 0-29 0,-1-1-37 16,1-2-22-16,-3 2-24 0,-3-5-125 0,-1 1-342 15,1-1 152-15</inkml:trace>
  <inkml:trace contextRef="#ctx0" brushRef="#br0" timeOffset="81055.35">12927 11737 47 0,'0'0'252'0,"4"-7"-10"0,-4 7-8 0,0 0-13 16,2-6-20-16,-2 6-16 0,0 0-6 15,0 0-3-15,0 0 4 0,0 0 10 0,0 30-5 16,-6-11 1-16,1 8-16 0,-2-1-7 0,0-1-20 0,-1 2-8 15,-1 2-6-15,1-4-11 0,0 0-18 16,3 0-13-16,-1 0-7 0,-2 1 2 0,4-9-14 0,-2 6-3 16,1 2-4-16,1-8-9 0,-1 0-6 15,3 1-1-15,-3 0-16 0,3-5-29 0,-2 2-27 0,3-4-27 16,1-1-31-16,-2-1-36 0,0 0-39 0,-2 0-46 16,2-4-39-16,2-5-42 0,-5 9-191 0,5-9-517 15,0 0 228-15</inkml:trace>
  <inkml:trace contextRef="#ctx0" brushRef="#br0" timeOffset="81304.86">13003 11661 139 0,'18'-10'215'0,"-1"4"-4"0,0 0-3 15,-4 4-2-15,5-2-14 0,-1 6-12 0,0 2-19 16,-4 0-10-16,1-1-15 0,-3 5-9 0,0 0-8 15,-2 2-10-15,0 4-8 0,-3-1-9 0,-3 1-6 16,-3-1-2-16,0 2-8 0,-5 2-7 0,1-2 0 16,-5 0-10-16,-5 1-6 0,1-3-4 0,0-1-7 15,-3 2 0-15,-1-4-7 0,2-1-5 0,-3 1-11 16,3-1-38-16,2-5-35 0,1 1-38 0,-1-1-45 16,3-1-52-16,-1 0-63 0,3-2-135 0,8-1-418 15,-10-4 186-15</inkml:trace>
  <inkml:trace contextRef="#ctx0" brushRef="#br0" timeOffset="81578.89">13924 11701 129 0,'0'0'288'0,"0"0"-4"0,0 0-6 0,0 0-10 0,6-4-20 15,-6 4-18-15,0 0-22 0,7-3-21 0,-7 3-22 16,10-3-15-16,2-1-18 0,0 2-9 0,1-1-15 16,6-1-18-16,-2 1-31 0,4 0-26 15,-6 2-40-15,3-2-55 0,-5 2-52 0,-3 1-52 0,-1-2-55 16,-9 2-181-16,10 0-435 0,-10 0 192 0</inkml:trace>
  <inkml:trace contextRef="#ctx0" brushRef="#br0" timeOffset="81746.45">13871 11830 139 0,'0'0'233'0,"-6"5"-16"0,6-5-11 15,0 0-2-15,-4 5-4 0,4-5-5 0,0 0-13 16,0 0-20-16,16 6-14 0,-3-6-12 0,0 0-10 15,8 0-15-15,6 0-20 0,-4 0-33 0,-4-1-40 16,2 1-57-16,6-5-63 0,2 0-55 0,-12 2-198 16,4-2-384-16,-3 2 169 0</inkml:trace>
  <inkml:trace contextRef="#ctx0" brushRef="#br0" timeOffset="82524.28">15964 11309 180 0,'1'-15'227'0,"1"-2"-21"0,-2 5-6 16,2 0 4-16,-2 2-5 0,0 2-12 0,0 8-3 0,-2-13-12 16,5 8-15-16,-3 5-18 0,0 0-21 0,0 0-18 15,0 0-2-15,0 0 0 0,0 0 0 16,0 0-8-16,2 32-4 0,-4-4-3 0,1 3-1 16,-1 1-6-16,-1 3-3 0,-1 13-2 0,-3-2-4 0,1-14 9 15,3 4-19-15,-4-1-10 0,5-3-1 0,-3 1-4 16,-2-1-1-16,5-1-6 0,-5-1-7 0,3-3 0 15,-2-2 3-15,1-6-6 0,1 1-5 0,3-5-8 16,-2 3-18-16,-2-3-21 0,1-2-23 0,2-1-30 16,-3-2-30-16,0 1-31 0,1-1-34 0,0-5-24 15,1 1-19-15,3-6-34 0,-8 5-153 0,8-5-437 16,0 0 193-16</inkml:trace>
  <inkml:trace contextRef="#ctx0" brushRef="#br0" timeOffset="82777.55">15982 11175 176 0,'5'-11'174'0,"4"2"-17"16,2 3-11-16,6-2-8 0,1 2-3 0,4 4 4 16,5 2-1-16,-4 2-16 0,-2 3-11 0,5 5-2 15,-4 2-4-15,-1 4-13 0,-5-1-4 0,-6 2-10 16,-1 0-5-16,-4 2-4 0,0 6-3 0,-5-6-5 15,-6 5-1-15,-3 1-8 0,0-8-3 0,-8 3-3 16,2-1-3-16,-6 4-1 0,0-6-3 0,0 2 0 16,-4-2-7-16,-1-2-2 0,-1-1-15 0,3-2-29 15,6-2-35-15,-2-2-52 0,3 2-33 0,4-4-48 16,-1 4-176-16,-1-1-387 0,6-1 172 0</inkml:trace>
  <inkml:trace contextRef="#ctx0" brushRef="#br0" timeOffset="83109.03">16099 11904 156 0,'18'-3'219'0,"0"-1"0"0,1 1-11 0,-1-4-12 16,4 2-16-16,6-5-13 0,-1 0-12 0,-1-2-11 15,1 2-17-15,1-4-6 0,0-1-12 0,-3-1-9 16,1-2-8-16,-1 3-10 0,-4-4-1 0,-1-1-11 15,-4-2-11-15,-4 7-4 0,-3-2-2 16,-2-1 0-16,-1 4-8 0,-2-3 0 0,-4 5-5 0,-1-5 0 16,-1 5-1-16,-3 2-3 0,-1 3-1 0,-2-4-4 15,-1 6-6-15,-2 2 4 0,-3 1-6 0,-4 2-1 16,0 4-1-16,-4 1 0 0,-3 7 0 16,2 4-2-16,1 0 0 0,0 4 2 0,3-1-5 0,10-2-1 15,-6 4 0-15,6-5-2 0,4 1-1 0,1 0-1 16,4-1-5-16,1 2-17 0,3-1-28 0,2-2-33 15,4-2-44-15,6-2-42 0,3-3-46 0,3-1-30 16,3 0-172-16,5-4-439 0,-1-3 195 0</inkml:trace>
  <inkml:trace contextRef="#ctx0" brushRef="#br0" timeOffset="83720.55">16815 11610 162 0,'-6'-6'219'0,"-6"2"-1"15,1 1-4-15,-1 3-4 0,-3 0-3 0,0 6-11 16,-5 2-10-16,1 3-7 0,-1 6-16 0,-2 2-11 16,3 1-9-16,2 2-10 0,2 1-15 0,6-5-13 15,-1 3-7-15,5-4-10 0,2 2-10 0,1-2-3 16,5 0-6-16,1-4-8 0,3-3-6 0,0 0-5 16,2 0-4-16,4-4-1 0,-1-2-7 0,5 0-1 0,1-3-3 15,0-1-4-15,-4-3-3 0,4 0-5 16,0-6 0-16,-4 2-2 0,-4 1-3 0,4-5 5 15,-2 0-9-15,-4-3 1 0,0-1 2 0,0 1-3 16,-1-2-4-16,-3-1-1 0,2 0 13 0,-2 2-13 0,-3-1-1 16,0 3-3-16,2 1-2 0,-1-1 7 0,-2 3 13 15,0 3-10-15,0 7-4 0,2-11 3 0,-2 11-3 16,0 0-5-16,0-7 6 0,0 7 4 16,0 0 6-16,0 0-6 0,-7 25 4 0,5-13-1 0,-2 3 1 15,1 1-6-15,0 1 4 0,1-2-1 0,2 1-5 16,0-3-3-16,2 1 4 0,1-3 0 0,2 0 3 15,-1-1-6-15,4-2-3 0,1-1-13 16,3-1-16-16,5-2-20 0,0-1-22 0,3-4-19 0,1-1-17 16,2-2-15-16,-4-3-11 0,1 1-5 15,6-7-10-15,-8 5-1 0,2-8 2 0,-3 4-17 0,-4-3 19 16,1 0 14-16,-2-5-3 0,1-2-8 0,-1-2 22 16,-1 1 12-16,1-5 14 0,-3-1 14 0,0 3 14 15,-3-3 27-15,2 5 14 0,-2-1 15 0,-2 6 27 16,1 1 17-16,-2 7 26 0,-1-2 19 0,2 4 13 15,-3 1-2-15,2 3-8 0,-3 5 1 0,1-10-18 16,-1 10-2-16,0 0 20 0,0 0 28 0,0 0 9 16,-7 35 3-16,1-9 8 0,-1 3 7 0,-2 3-7 15,-1 1-9-15,1-1-10 0,-1-2-16 0,0 4-1 16,3-3-9-16,-1 2-6 0,2-1-9 0,-3-4 0 16,1 1-13-16,2 0-2 0,-1-4-11 0,3-5-22 15,1 5-40-15,-2-7-34 0,2-3-32 0,2 2-32 16,-1-6-37-16,1-1-35 0,0-1-39 0,2-2-29 15,-1-7-26-15,0 10-186 0,0-10-503 0,0 0 223 0</inkml:trace>
  <inkml:trace contextRef="#ctx0" brushRef="#br0" timeOffset="83996.1">17444 11548 222 0,'5'-5'228'0,"-1"-2"-25"0,-2 3-10 0,-2 4-6 16,0 0-4-16,0 0 0 0,0 0-11 15,-19 14-15-15,-2 2-15 0,-5 3-9 0,-5 1-11 16,2 1-14-16,-3 0-12 0,1-1-11 0,1-1-10 0,3-2-2 16,1-2-11-16,7-3-6 0,9-5-5 0,0-3-1 15,2 2-7-15,2-3-1 0,0 0-5 0,6-3 2 16,-7 2-7-16,7-2 0 0,0 0-3 16,0 0-2-16,0 0-6 0,0 0-2 0,0 0-2 0,19-15 2 15,-8 14-8-15,-3-1 1 0,2 4 8 16,2 0-6-16,-1 4-6 0,3-3 0 0,2 5-1 0,0 2 0 15,-2-1-17-15,3 6-29 0,-2-2-38 16,7 3-43-16,1 2-39 0,3-2-34 0,6 1-42 0,-2-3-164 16,18 5-432-16,0-1 191 0</inkml:trace>
  <inkml:trace contextRef="#ctx0" brushRef="#br0" timeOffset="84533.76">17780 11554 146 0,'0'-11'260'0,"1"4"-18"0,-1 0-23 15,0 7-21-15,5-10-19 0,-5 10-17 0,0 0-2 16,0 0-10-16,0 0 2 0,20 14-1 0,-13 2-12 0,2 2-8 16,-1 9-7-16,0 2-2 0,-1 4-7 15,1-2-6-15,-3 3-11 0,0-3-7 0,-2 0-11 16,-1-1-6-16,2-3-3 0,0-2-6 0,-3-5-4 16,3-1-8-16,-1-1-4 0,-2-1-4 0,1 0-3 0,1-5-5 15,-2-2-4-15,1 2-4 0,-1-2-5 16,1-3-2-16,0-1 0 0,-2-6-1 0,0 9-3 15,0-9-2-15,0 0 8 0,1 10 0 0,-1-10 2 0,0 0-5 16,0 0-5-16,0 0 6 0,0 0-11 0,16-21 14 16,-8 5-13-16,3-1-2 0,5-6 0 15,1-2-6-15,1-4-6 0,1 1-10 0,0-2-3 0,8-10-4 16,-8 8 1-16,4-7-5 0,-5 8 0 0,1-1 0 16,-4 0 0-16,2-1-1 0,-4 7 8 15,-2 1 0-15,-2 7 3 0,-4 1-1 0,-1 2 3 16,-1 2 1-16,-2 5-2 0,0-2 3 0,-1 5 0 0,0 5-2 15,-2-10 2-15,2 10-1 0,-5-7 2 0,5 7-2 16,-9-4 1-16,9 4-1 0,-16 3 4 0,7 0-5 16,0 2-7-16,1 0-12 0,-2 0-23 0,4 1-9 15,1 4-24-15,1 0-37 0,0 1-27 0,8-3-46 16,-1 4-42-16,0 1-193 0,6 0-466 0,1-1 206 16</inkml:trace>
  <inkml:trace contextRef="#ctx0" brushRef="#br0" timeOffset="84955.43">18528 11768 126 0,'-2'-10'239'0,"0"-1"2"0,1 0-8 16,-2 1-8-16,-3-2-4 0,-1 3-5 0,-2-2-6 15,0 4-4-15,0-2-14 0,-2 3-12 0,-2 2-16 16,0 0-10-16,-2 3-16 0,-3 3-9 0,0 5-10 0,2 1-8 15,-1 2-16-15,2 3-8 0,-6 6-3 16,3 0-3-16,4 2-14 0,4-4-10 0,1 0-5 0,3 0-6 16,1 0-4-16,2-1 3 0,3-4-10 15,1-1-4-15,3 1-5 0,3-3 2 0,-1 1 3 0,3-3-6 16,0-1 0-16,1-1-11 0,4-2 3 16,4-2-3-16,-4-1-8 0,-2 0 0 0,5-3-6 15,-5-2 5-15,2-1 1 0,-2-1 5 0,2 0-15 16,0-3 0-16,-3-3 9 0,2 1-18 0,-3-1 7 0,-2-2-5 15,2 2 2-15,-4-1-2 0,3 0 1 0,-3 2 6 16,-1 3-2-16,0 2 0 0,-3 0 3 0,-2 7 1 16,4-9-8-16,-4 9-3 0,3-3-1 15,-3 3 4-15,0 0 0 0,0 0 1 0,0 0 3 0,0 26 1 16,-2-10 0-16,0 2-2 0,-1-3 6 0,1 2-7 16,-2 1 3-16,3 0-10 0,-2-3-22 0,1 2-31 15,0-5-38-15,2 5-41 0,-1-5-49 0,2-1-43 16,2-3-41-16,-3 0-182 0,2-3-499 0,-2-5 222 15</inkml:trace>
  <inkml:trace contextRef="#ctx0" brushRef="#br0" timeOffset="85191.9">18779 11507 182 0,'3'-12'289'0,"0"4"-18"0,-2-2-24 15,-1 10-20-15,2-8-26 0,-2 8-13 0,0 0-4 16,0 0 7-16,0 0-6 0,4 35-8 0,-6-8-3 16,-6 4-21-16,3 1-17 0,-3 2-7 0,3-3-20 0,-3 2-3 15,2-1-12-15,0 1-15 0,-1-2-4 16,0 0-3-16,0-2-16 0,-1-2-18 0,3-1-31 0,-1-2-37 16,1-5-40-16,0-1-44 0,1-2-38 15,-1 1-56-15,2-4-38 0,2-3-213 0,0-1-497 0,3-3 221 16</inkml:trace>
  <inkml:trace contextRef="#ctx0" brushRef="#br0" timeOffset="85774.04">18950 11739 42 0,'2'-7'253'0,"3"1"-16"0,-2 1-21 15,-3 5-20-15,3-5-9 0,-3 5 5 0,0 0-6 16,0 0-9-16,0 0-7 0,3 20-4 0,-6-7-14 15,1 0-14-15,-2 3-8 0,0 0-13 0,1 1-11 16,0-5-11-16,2 1-9 0,-2-1-9 0,3-1-6 16,-1 1-4-16,1-2-7 0,0-1-3 0,2-1-6 15,-2-1-8-15,0-7 0 0,4 12-3 0,-1-7-5 16,-3-5 2-16,7 8-6 0,-3-6-4 0,-4-2-4 16,12 3 0-16,-6-5 0 0,-6 2-4 0,17-3 0 15,-8-1-2-15,1-3-5 0,1 1-7 0,-2-3 2 16,2 2-2-16,1-6-3 0,-1 0-5 0,1-3-2 15,0 1 1-15,-2-2 3 0,2 1 1 0,-2 0-1 16,-2 7-2-16,-2-1 1 0,1 2-2 0,-1 3-3 16,-3-1-2-16,-3 6 0 0,10-1 12 0,-10 1-9 15,0 0 3-15,12 13 0 0,-8-5 15 0,0 4-11 16,0-2-2-16,0 2-1 0,-2-2 12 0,1 2-8 16,2-2-1-16,-1-1 2 0,1 1 5 0,2-1 0 15,2-1 4-15,4-4 3 0,1-1-3 0,7 0 4 0,8-3-8 16,0-3-6-16,-1 0 10 0,3-4 0 15,0 0-4-15,1-2 3 0,-4-2-5 0,-5 1-1 16,1-3 0-16,-6 2 1 0,-2 0 0 0,-1-1 1 0,-2-3-3 16,3-5 4-16,-7 3-2 0,-1 2-7 15,-1-5 3-15,0-3 0 0,-5 4 5 0,1 2-8 16,-3-2 4-16,-1 4-2 0,-2 3 16 0,-1 1-13 16,-2 1-5-16,-2 4 3 0,2 4-1 0,-6 2-1 0,0 5 2 15,-6 5 9-15,-8 8-2 0,1 3 3 16,-1 3 4-16,3-1 0 0,5 1-1 0,4 0 1 15,5 0-1-15,5-5-1 0,4 1-5 0,5-1 5 0,6 5-3 16,4-3-8-16,4-4-15 0,4 1-15 0,4-2-22 16,4-3-28-16,-3-2-30 0,4 1-25 0,-3-2-37 15,0 0-48-15,-7-4-42 0,-6 1-231 0,-4-2-530 16,-3 0 235-16</inkml:trace>
  <inkml:trace contextRef="#ctx0" brushRef="#br0" timeOffset="86455.99">15806 12347 59 0,'-28'0'148'0,"7"2"-6"0,-6-4 1 0,4 1-3 0,4 2-1 15,1-2 1-15,3 2-1 0,3-1-13 0,3 2-6 16,0-2-15-16,9 0-6 0,-12 1-14 0,12-1-4 15,-4 4 2-15,4-4-1 0,0 0 0 16,16 11 3-16,1-4-3 0,11 0-2 0,8 1-2 0,15 1-5 16,10 0 1-16,31-3-5 0,-1 1-7 0,2-3 3 15,3-2-7-15,13 0 0 0,7 1-6 16,6-3-4-16,4 1-2 0,6 0-3 0,7-1-1 0,10 0-4 16,6-2 0-16,1 2-1 0,13 1-7 0,-3-4 1 15,1-1 11-15,-3 4-12 0,-4-1 1 0,-4-3 8 16,-9 4 14-16,-3-3-11 0,-2 2 3 0,-7-1-1 15,-5 1 13-15,-7-3-9 0,-8 4 4 0,-11 0 1 16,-7-3 20-16,-31 0-11 0,-2 3-2 0,0 0 2 16,-6 2-19-16,-7-1 14 0,-14 0 3 0,-4 1-5 15,-5-2-9-15,-10 0 3 0,-4 0-14 0,-2 0 2 16,-2 0 6-16,-2 0-13 0,-8 0-3 0,10-2-1 16,-10 2-7-16,0 0-25 0,6-2-28 0,-6 2-38 15,0 0-36-15,-25-5-44 0,5 2-43 0,-9 1-53 16,-4-3-45-16,-5 4-260 0,-12-1-598 0,-3 0 265 15</inkml:trace>
  <inkml:trace contextRef="#ctx0" brushRef="#br0" timeOffset="87329.37">16552 12765 63 0,'-4'-10'228'0,"0"1"4"16,2 2-9-16,-2-1-7 0,1 2-4 0,3 6-13 15,-4-10-18-15,4 10-13 0,-2-7-21 0,2 7-14 16,0 0-15-16,0 0-6 0,0 0 8 0,-10 22-16 15,7-4 3-15,1 7-4 0,-5 3-6 0,1 3-7 16,-4 0-4-16,-1 1-7 0,1 13-8 16,2-14-3-16,0-1 8 0,1 0-21 0,-1-1-9 0,2-2-2 15,-2-1 3-15,2-2-13 0,0 2-2 0,0-8-5 16,3-1 1-16,-4-1-2 0,4 1 3 0,-1-5-25 16,0 0-22-16,0-1-24 0,1-1-8 0,-1 0-34 15,2-5-36-15,-1 2-29 0,3-7-28 0,-6 9-29 16,6-9-28-16,-5 2-188 0,5-2-455 0,0 0 202 15</inkml:trace>
  <inkml:trace contextRef="#ctx0" brushRef="#br0" timeOffset="87674.6">16512 12711 149 0,'8'-8'177'16,"3"1"-11"-16,-2 5 4 0,3-2-4 0,1 4-10 15,0 3 0-15,0 0-15 0,3 5-11 0,-3 0-12 16,-1 3-7-16,-3 2-14 0,0 1-8 0,-5 2-9 16,0 0-7-16,-4 3-7 0,-3-2-4 0,-2-1-8 0,-4 3-4 15,0-1-5-15,-1-3-7 0,-4 0-1 16,1 0-4-16,-3-3-1 0,3-1-4 0,-5-1-1 16,7-4-5-16,0-2-1 0,-1 0 1 0,0-3-2 15,-1 1 1-15,3-4-4 0,0 1-4 0,1 0 1 0,9 1 1 16,-12-5 7-16,12 5 0 0,-6-4-5 15,6 4-1-15,0 0-2 0,0 0-4 0,0 0 3 16,0 0-2-16,0 0 3 0,0 0 0 0,31 11-2 16,-21-6 3-16,6 3-2 0,0 2-3 0,-1 1-1 15,1-2 3-15,1 5-3 0,5-1 0 0,-5-1-12 0,1 0-28 16,-2-1-40-16,0-1-50 0,-1 0-50 16,1-1-49-16,-6-3-154 0,0-1-405 0,1-3 180 15</inkml:trace>
  <inkml:trace contextRef="#ctx0" brushRef="#br0" timeOffset="87892.2">16901 12873 187 0,'0'0'244'16,"0"0"-19"-16,-2-14-17 0,2 14-21 0,0 0-9 15,0 0 3-15,0 0-7 0,0 0-7 0,0 0-12 16,-10 30-12-16,7-15-10 0,-4 8-15 0,1 0-8 15,-3 2-13-15,2-7-11 0,2 1-10 0,1-2-14 16,-2 2-26-16,0-1-22 0,2-2-34 0,-2 0-31 16,2-3-36-16,1-3-34 0,0-1-31 0,1 1-36 0,-1-1-23 15,2-3-115-15,1-6-352 0,0 0 156 16</inkml:trace>
  <inkml:trace contextRef="#ctx0" brushRef="#br0" timeOffset="88258.33">16882 12815 61 0,'0'0'196'0,"-2"-11"-15"0,2 11-10 0,0 0-3 15,0 0 12-15,0 0-7 0,0 0-7 0,0 0-12 16,11 26-15-16,-6-16-11 0,0 1-10 0,2 2-6 0,3 2-9 16,-2-2-5-16,3 0-8 0,-4-4 0 15,2-2-12-15,3 0-7 0,-1-2-4 0,2-1-6 0,-1-1-6 16,4 0-4-16,-3-3-3 0,0 0-3 15,5-3-8-15,-1-2-3 0,0 0 1 0,-5 1-1 16,4-6-5-16,-5 3 0 0,4-3-2 0,-2 1-5 0,-1-3-1 16,0-2 1-16,-1 3 3 0,-1 1-4 0,-2 0-5 15,0 2-1-15,-2-2-5 0,1 4 7 0,-2 1 0 16,-1 1-5-16,-4 4-4 0,6-6-5 0,-6 6-1 16,0 0 5-16,0 0 0 0,9 7 12 15,-5 3 2-15,-2 0 0 0,0 6 0 0,-2 1 5 16,0 2-1-16,-4 0-4 0,0 6-1 0,0-1-8 0,2 3 3 15,-1-1-1-15,0-2-5 0,-2 1-15 16,3-8-23-16,-2 0-39 0,1 0-34 0,1-6-48 16,-2-1-43-16,3 0-23 0,1-3-35 0,0-7-160 0,0 9-444 15,0-9 196-15</inkml:trace>
  <inkml:trace contextRef="#ctx0" brushRef="#br0" timeOffset="88550.58">17632 12800 202 0,'-3'-8'231'16,"3"8"-11"-16,-5-10-13 0,5 10-7 0,-10-3-9 16,10 3-12-16,-15 5-9 0,6 2-8 0,-4 3-13 15,-2 0-11-15,2 4-14 0,1 1-11 0,1 0-10 16,0 2-9-16,1-2-10 0,3 1-4 0,3 2-7 16,1-3-12-16,2 1-4 0,2 1-7 0,3-1 3 15,1-1-10-15,2-4-6 0,0 0-3 0,0-2 1 16,0 1-4-16,1-1-4 0,1 1-2 15,-1-3-4-15,-3 1-3 0,0-2-4 0,-3-2 0 0,2 1 1 16,-1 1 6-16,-3-6 5 0,-3 9 0 0,3-9-4 16,-10 13 2-16,1-8 0 0,-4 2-1 0,-2-1-8 15,-4 1 2-15,1-3-4 0,-3 2-19 0,-7-2-23 16,12 2-35-16,-3-1-37 0,1-2-48 0,5-1-63 16,1 1-63-16,0-1-164 0,4-1-475 0,8-1 211 15</inkml:trace>
  <inkml:trace contextRef="#ctx0" brushRef="#br0" timeOffset="89105.78">18420 12908 30 0,'0'-7'257'15,"0"7"-23"-15,0-10-21 0,0 10-19 0,3-8-23 16,-3 8-20-16,0 0-12 0,0 0 6 0,0 0-4 16,0 0-1-16,8 36-7 0,-8-10-4 0,3 1-5 15,-4 2-11-15,1 2-3 0,1 2-6 0,-2-2-17 16,2-2-9-16,-1 0 0 0,3-2-10 0,-1-7-6 16,2 5-4-16,-1-6-1 0,1-2 1 0,0 0-13 15,-2-2 0-15,1 0-1 0,-1-5-6 0,1-3 7 16,-1-1-13-16,0 1 2 0,-2-7 18 0,5 9 10 15,-5-9 4-15,0 0-8 0,7 0 1 0,-7 0-6 16,13-14-5-16,-1 3-8 0,-3-5 0 0,3 0-9 16,5-7 0-16,1-2-6 0,-1-6-1 0,3 1-3 15,2 1-2-15,7-13-4 0,2-1 5 0,-6 1 0 16,4 5-9-16,-9 6 8 0,-2 3-12 0,0-1-3 16,-2 3 5-16,-2 1-2 0,-3 2-14 0,-1 7 2 0,-6 6 1 15,2 0-21-15,-2 4-26 0,-1 0-34 16,-1 2-18-16,-2 4-20 0,0 0-13 0,0 0-13 15,0 0-23-15,-6 21-35 0,-2-6-26 0,-1 4-26 16,-5 4-165-16,4 0-458 0,1 0 203 0</inkml:trace>
  <inkml:trace contextRef="#ctx0" brushRef="#br0" timeOffset="89504.51">19004 13065 159 0,'-7'-8'230'0,"-2"-3"-3"16,-1 2-8-16,-1 2-1 0,-1 1-5 16,1 0-16-16,-2 3-9 0,2 2-24 0,-2 0-14 0,2 3-15 15,-6 7-3-15,-1 1-8 0,0 7-9 0,-1 3-13 16,4-1-6-16,1-4-6 0,2 3-8 0,1 4-9 16,2-5 2-16,4 0-16 0,3-2-4 0,0 2-11 15,2-1 2-15,1-4-6 0,3-2-2 16,0-1-6-16,2-1 1 0,3-5-3 0,0 1 0 0,1-1-4 15,4-2-6-15,1-2-1 0,2-6 11 0,0 2-15 16,1-2 1-16,-4 0-3 0,4-3 2 0,-4 0 4 16,1-2-10-16,-3 1 7 0,0-4-13 0,0 1 5 15,-2 0-1-15,-2 3-4 0,1-5 1 0,-4 7-3 16,1-6 2-16,-1 5-1 0,-1 5 5 0,-1-1-7 16,-3 6-3-16,2-8-3 0,-2 8-1 0,0 0 3 15,0 0-6-15,0 0 6 0,0 0 4 0,2 23-3 16,-5-12 3-16,-2 5-2 0,-1 0 2 0,1 0-1 15,1 1-1-15,0 0-5 0,0 0-26 0,0-1-24 16,0-4-22-16,2 3-36 0,-3-3-39 0,1-1-45 16,4-1-37-16,-1-3-216 0,-2-2-490 0,3-5 218 15</inkml:trace>
  <inkml:trace contextRef="#ctx0" brushRef="#br0" timeOffset="89752.76">19192 12862 229 0,'2'-8'251'0,"-1"1"-14"15,0 1-26-15,-1 6-21 0,0 0-12 0,0 0-7 16,0 0 8-16,0 0-4 0,0 0-7 0,-1 34 2 16,-2-6-9-16,1 2-9 0,-3 1-12 0,1 1-10 15,0-1-12-15,-1 1-14 0,-1-1-9 0,3-1-9 16,0 0-6-16,-2-4-8 0,3-1-8 0,-1 0-6 15,3-6-23-15,-4-1-25 0,3-2-33 0,0-4-11 16,-3 4-35-16,1-4-38 0,2-1-41 0,1-1-52 16,0-3-31-16,0-7-211 0,-1 11-480 0,1-11 213 15</inkml:trace>
  <inkml:trace contextRef="#ctx0" brushRef="#br0" timeOffset="90334.33">19399 13059 175 0,'5'-11'220'0,"-5"11"-4"0,3-2 9 0,-3 2-1 16,0 0-2-16,0 0-12 0,0 0-7 0,-3 25-9 15,0-14-8-15,0-2-7 0,0 1-9 0,1 4-17 16,-2-3-13-16,0 0-14 0,1 5-9 0,3-5-5 16,-2 0-11-16,1 0-14 0,0 0-11 0,1-3-4 15,1 1-8-15,-1-2-3 0,3-1-4 0,-3-6-7 16,3 10-2-16,1-6-2 0,1 0-5 0,-5-4-1 15,12 5-5-15,-3-5 0 0,2-1 5 0,1-1-11 0,0-4-4 16,0 1 2-16,1 0-2 0,-1 0-8 16,-1-3-2-16,-2 1-6 0,2-3 8 0,-3 1-5 15,2-4-3-15,0 0 0 0,-1 1-4 0,-4-1-5 16,1 2 2-16,-3-1-1 0,4 2 1 0,-4 0-1 16,3-3-6-16,-4 5 5 0,1 0-7 0,-1 4-2 0,-2 4 2 15,5-5-1-15,-5 5-1 0,0 0 3 0,0 0-2 16,16 16 5-16,-14-10 0 0,2 3 0 15,0 3 3-15,0-2-2 0,0 2-1 0,-1-3 3 16,1 2 2-16,0-2-4 0,1 0 6 0,0-1 1 0,3-3 9 16,2 1 5-16,0-1 0 0,2-2 2 0,6 1-6 15,-5-4 1-15,5-2 0 0,2 1-3 0,1-3-3 16,-1 0 4-16,2-1-3 0,-2-2 3 16,-1 0-4-16,2-1-3 0,-6-1 6 0,2-1-10 15,-2-1-1-15,-1 0 10 0,-1-1-1 0,-2-5-6 0,1 2 13 16,-5-1-11-16,0 1-1 0,-1-1-3 0,1 0 2 15,-6 1 1-15,-1 3-3 0,0 0 7 0,0 2-4 16,0 3 6-16,0 7-10 0,-4-12 7 16,4 12-4-16,-11-1 0 0,11 1 9 0,-25 11-5 0,10 1 5 15,-7 5-3-15,3 7 1 0,-3-2-1 0,3 2-2 16,2 0 0-16,9-6 0 0,-1 5 1 16,1-7-2-16,5 4-10 0,2-4-15 0,4 0-23 15,3-4-44-15,2-2-34 0,8 0-51 0,4-1-46 0,9-2-45 16,5-6-40-16,5 1-254 0,-3-2-599 0,16-6 266 15</inkml:trace>
  <inkml:trace contextRef="#ctx0" brushRef="#br0" timeOffset="90660.59">21141 12371 210 0,'-6'-2'280'0,"6"2"-9"0,-8-7-13 0,8 7-19 15,-6-3-18-15,6 3-22 0,0 0-19 0,-4-5-17 16,4 5-19-16,0 0-11 0,0 0-16 0,19-4-6 16,-1 3-20-16,2-1-24 0,0 1-36 0,8 0-36 15,2-1-39-15,-3 4-46 0,-4-2-42 0,-2 0-39 16,-3 2-24-16,-6 0-152 0,0 1-375 0,-6 0 166 16</inkml:trace>
  <inkml:trace contextRef="#ctx0" brushRef="#br0" timeOffset="90804.17">21159 12573 108 0,'-9'5'193'0,"0"-1"-13"16,3 0-10-16,2 0-8 0,4-4-10 0,-6 7-5 15,6-7-3-15,0 0-15 0,9 12-14 0,6-10-5 16,3 1-16-16,13-1-17 0,1-4-28 0,6 1-52 16,1-1-46-16,15-6-60 0,-1 0-170 0,-14 2-301 15,15-7 134-15</inkml:trace>
  <inkml:trace contextRef="#ctx0" brushRef="#br0" timeOffset="107991.98">22952 11364 35 0,'0'0'104'0,"0"0"-9"16,-9-2-11-16,9 2 3 0,0 0-3 0,-15 0-1 0,15 0 2 16,0 0-6-16,-8 0-4 0,8 0 5 0,0 0 1 15,0 0-7-15,0 0 1 0,-10-1-6 16,10 1-2-16,0 0-5 0,0 0-1 0,0 0-2 16,0 0-5-16,0 0-4 0,0 0-5 0,0 0-3 0,0 0-5 15,0 0 2-15,27-11-10 0,-9 7-1 0,10 0-11 16,3-1-15-16,1-2-4 0,2 3-15 0,2-2-21 15,-1 3-9-15,0-3-28 0,-4 2-8 16,-1-2-5-16,-3 2-17 0,-8 1-26 0,2 0-69 0,-10 1-215 16,3-1 95-16</inkml:trace>
  <inkml:trace contextRef="#ctx0" brushRef="#br0" timeOffset="108975.85">23180 11250 45 0,'0'0'143'0,"0"0"-1"0,-9 5 5 15,9-5-8-15,-5 9-9 0,2-4 6 0,0 5-2 16,2 3-2-16,-4 4 2 0,0 2-7 0,1 7-7 16,-2-2-12-16,-1 5-8 0,2-1-2 0,1-1-6 15,0 1-6-15,2 0-7 0,-4-1-6 0,2-1-8 16,1-7-3-16,1 0-9 0,-1 0-6 0,-1 7 5 15,2-9-15-15,-1-2 0 0,-1 2-5 0,3-2 0 0,0-3-5 16,-3-2-2-16,3 1-1 0,1-4-3 16,-1 2-3-16,-1-3 2 0,2-6-6 0,-2 10 3 15,2-10-3-15,-3 8 3 0,3-8-3 0,0 0 0 16,-4 6-2-16,4-6 0 0,-8 1-4 0,8-1 2 0,-10 2-2 16,10-2 3-16,0 0-7 0,-14-4 1 0,14 4 1 15,-11-2 1-15,11 2-4 0,-14-3 4 16,7 2-6-16,1-1 1 0,6 2 0 0,-15-1-1 15,15 1 1-15,-11-2 0 0,11 2-2 0,-9-3 0 0,9 3 1 16,0 0 1-16,0 0-7 0,-11 1 1 16,11-1-1-16,0 0 2 0,0 0-2 0,0 0 1 15,0 0 5-15,0 0 1 0,0 0-1 0,0 0 2 16,0 0-6-16,29 6 0 0,-11-5-2 0,1-2-5 0,11 0-4 16,-1-1-11-16,1-2-16 0,-2 3-10 0,1-2-7 15,-1 0-22-15,0 0-12 0,-7 0-7 16,-1 1-4-16,-1-3-12 0,2 1 13 0,-2-2-1 15,-1 1-5-15,-7-1 10 0,3 1 17 0,-5 2 8 0,0-2 7 16,-1-1 8-16,-2 0 3 0,-2 1 10 0,0-1 11 16,0 0 18-16,-4 6 5 0,4-9 12 0,-3 4-4 15,-1 5 16-15,1-7 4 0,-1 7 9 0,0 0-3 16,0 0-2-16,0 0 2 0,-4-11 8 0,4 11 6 16,0 0 3-16,0 0 7 0,0 0 10 0,-10 21 3 15,6-12 1-15,2 3-7 0,-3-2-1 0,1 1 6 16,0 2-8-16,0-2 0 0,0 0-1 0,2 1-5 15,-1-2 0-15,1-1-6 0,-1-1 4 0,-1-1 5 16,2 0-1-16,-1-2 5 0,3-5 15 0,-4 7 3 16,4-7 12-16,-3 5-9 0,3-5-2 0,0 0-7 15,0 0-2-15,0 0-1 0,-13-9-4 0,13 9-4 16,-7-14-5-16,6 5-9 0,1-3 4 0,-1 0-8 16,2-3-2-16,2-2-1 0,0 0-8 0,2 0 0 15,5-8-1-15,-3 9-8 0,3-1 1 0,2-6-2 16,0 8-4-16,-1-1 1 0,0 2-2 0,1 4-3 0,3 1-2 15,-3 5 5-15,2 2-9 0,0 0-1 16,2 4 2-16,0 3-1 0,2 3 0 0,-4 1 0 16,0 4 4-16,0 0-6 0,0 0 12 0,-5 3-11 15,2 1 1-15,0-2-5 0,-4-1 4 0,-2-4 1 16,1 2-1-16,-3 0-3 0,0-1 4 0,1 0 1 0,-3-1-2 16,0-3 2-16,0-3 4 0,-1-4-4 0,0 0 6 15,-1 11-1-15,1-11-1 0,0 0-3 16,0 0 6-16,0 0-1 0,0 0 9 0,0 0-13 15,-16-16-1-15,14 9 2 0,2-3-3 0,3-2-7 0,1-5 1 16,1 0-6-16,8-6-4 0,-2 1-2 0,7-2-2 16,-1 2 1-16,-1 3 2 0,6-1-1 0,0 5-2 15,-4 5 0-15,-3 2 7 0,2 3-5 16,-2 0 2-16,-1 3 4 0,-1 5-3 0,1 1 2 0,-4 3 0 16,3 6 1-16,-3 3 7 0,-1 1-4 0,-1 7 4 15,-2 1-4-15,-3 3 4 0,-2-1-11 0,-2 1-11 16,-6 1-24-16,1-1-38 0,1 0-39 0,-6-1-39 15,1-2-32-15,0-2-49 0,-5-2-145 0,5-4-423 16,-5-1 187-16</inkml:trace>
  <inkml:trace contextRef="#ctx0" brushRef="#br0" timeOffset="109388.99">22798 12168 192 0,'-28'4'215'0,"8"-1"-7"0,6-3 1 0,3 0-10 16,0 2-23-16,5-1-12 0,6-1-13 0,0 0-8 15,0 0-8-15,31 3-2 0,6-6-12 0,25 0-3 16,35 3-11-16,10-10-2 0,6 5-12 0,9-2-6 16,2-3-3-16,0 3-3 0,2 0-1 0,1 2-4 15,-1 2-12-15,-2-4 1 0,-9 5-6 0,-12-5-2 16,-9 7-3-16,-30-1-6 0,-4 1 0 0,-5-3-2 16,-17 2 0-16,0-1-6 0,-8 2-1 0,-9 0-7 15,-4 0-2-15,-4 0-7 0,-1 0 0 0,-2-2-1 16,-2 2-3-16,-8 0 3 0,11 0-5 0,-11 0 2 15,0 0-5-15,10 0-1 0,-10 0-4 0,0 0-13 16,0 0-15-16,0 0-25 0,0 0-27 0,0 0-29 0,-34 0-40 16,16-2-29-16,1 1-36 0,-2-2-35 15,1 1-209-15,-4-3-487 0,1-1 215 0</inkml:trace>
  <inkml:trace contextRef="#ctx0" brushRef="#br0" timeOffset="114802.24">23320 12473 34 0,'0'0'150'15,"0"0"6"-15,0 0-12 0,0 0-14 0,0 0-7 0,0 0-17 16,0 0-9-16,0 0-12 0,30-11-1 16,-13 9-12-16,3-2-7 0,1 2-4 0,10-4-2 15,-3 4-10-15,4-1-12 0,3 0 0 16,-5 2-17-16,2-1-29 0,-2 2-10 0,-1 0-29 0,-7 2-14 0,-3-2-26 16,1 1-19-16,-2-1-89 0,-7 1-213 0,0-1 94 15</inkml:trace>
  <inkml:trace contextRef="#ctx0" brushRef="#br0" timeOffset="115749.66">23564 12446 73 0,'-1'12'156'0,"1"-12"-9"15,3 10-3-15,-2 1 2 0,-1-3-7 0,1 5 4 16,-1 2-13-16,0 3-3 0,-1 0-7 0,1 0-9 15,0 2-2-15,1-1-11 0,-2 0-10 16,2 1-3-16,-2-2-6 0,0-1-3 0,1-1-9 0,-2 1-6 16,2-1-3-16,-1-4-3 0,0-1-8 0,1 0 0 15,-2 0-8-15,1-2-5 0,1 0 3 0,0-9-4 16,-1 11-5-16,1-11-1 0,0 10-3 0,0-10-2 16,-3 8-1-16,3-8-2 0,-4 7-1 0,4-7-1 15,-5 3-1-15,5-3-4 0,-8 3 0 0,8-3 1 16,-13 0-5-16,13 0 3 0,-17-3-4 0,8 0 2 15,-1 1 0-15,2 1-5 0,8 1 0 0,-14-4 0 16,8 2 3-16,6 2-4 0,-13-3-2 0,13 3 2 16,-8-1-3-16,8 1 2 0,0 0 0 0,-10-3 0 15,10 3-3-15,0 0 7 0,0 0-10 0,-6-1-1 16,6 1 0-16,0 0 2 0,0 0 0 0,0 0 1 16,0 0 0-16,0 0-5 0,0 0 3 0,25 5 2 15,-12-5-9-15,4 2 3 0,3-4-13 0,8 1-9 16,-7-2-12-16,7 2-16 0,-9-1-10 0,4 0-15 15,-3 0-1-15,0-1-21 0,0 0 1 0,-2 2-8 16,1-1 8-16,1-4-10 0,-4 1 5 0,-2 0 11 16,-1 2 5-16,-2 0 17 0,1-2 5 0,-2-1 4 15,-2 3 8-15,-1-3 9 0,-2 3 10 0,-1-2 14 16,-4 5 13-16,8-7 15 0,-5 3-1 0,-3 4 17 16,3-6-6-16,-3 6-6 0,0 0 11 0,5-6-16 15,-5 6 20-15,0 0 8 0,0 0 12 0,0 0-3 0,0 0 14 16,0 0-1-16,-1 23-6 0,-1-16 12 15,0 3-7-15,1-3 3 0,0 3 0 0,0-1-7 16,-1-2-4-16,2-7-3 0,0 15 2 0,-1-10-2 16,1-5 3-16,0 10-4 0,0-10 11 0,-1 9-1 0,1-9 9 15,0 0 7-15,0 8 7 0,0-8 4 0,0 0-1 16,0 0-12-16,0 0-3 0,0 0-4 16,0 0-8-16,0 0 0 0,0 0-6 0,0 0-6 15,-17-18-7-15,13 13 3 0,4 5-3 0,0-14-7 0,3 6-2 16,-2-2 1-16,3 1-3 0,-2-1-3 0,4-1-3 15,0 0-2-15,0-4-2 0,3 5-4 16,-1 1-2-16,1 1 4 0,2-1-3 0,-2 4-4 16,2-1-1-16,1 2 0 0,-1 2-2 0,0 3 2 0,2 3-1 15,-2 0 0-15,2 1 3 0,-1 4-1 0,-3-2-2 16,1 3 2-16,-1 2 3 0,-3-1 0 0,1 0-3 16,-2 0 3-16,1-1-3 0,-1 0 2 0,-4-2-2 15,1-2 5-15,-1 1-1 0,0-1 7 0,-1-6 3 16,2 9 6-16,-2-9-1 0,0 8 8 0,0-8 2 15,0 0-2-15,0 0 1 0,0 0-5 0,0 0 3 16,0 0-4-16,0 0-1 0,0 0-4 0,0 0-1 16,9-29 2-16,-4 20-8 0,3-1 1 0,1-3-3 15,3 0 13-15,-1 0-4 0,2 1-1 0,3 2-5 16,-4-2 4-16,-1 7-6 0,0-3-1 0,0 3 1 16,0 3-3-16,-4 1-3 0,2 1 0 0,2 2-2 15,-1 1 1-15,-1 2 1 0,-3 4-2 0,2-3 0 16,-1 2 1-16,0 2-1 0,-2 2-17 0,-2-2-18 15,-1 2-8-15,-2-1-19 0,0 0-24 0,0 2-26 16,-2-2-26-16,-1 0-18 0,-1 0-23 0,2 0-23 16,-1 0-172-16,-1-2-404 0,2-1 179 0</inkml:trace>
  <inkml:trace contextRef="#ctx0" brushRef="#br0" timeOffset="116166.81">24652 12475 131 0,'8'-16'193'16,"-3"1"-5"-16,0 3-2 0,-1 2 8 0,0-1-8 15,-2 1-4-15,-1 5-15 0,-1 5-14 0,6-10-18 16,-6 10-17-16,0 0-11 0,0 0 3 0,0 0-6 16,0 0 3-16,-6 36 5 0,0-8 1 0,0 4-9 15,-1 3-3-15,-7 10-6 0,1 0 0 0,2-12-7 16,-5 12 3-16,5-13-13 0,0 0-8 0,-1-2-9 15,3 2-4-15,-2-3-5 0,0-3-1 0,4 2-11 16,-4-4-1-16,5 1-3 0,1-5-5 0,1-1 3 16,0 0-7-16,-1-2-3 0,1-1-12 0,1-4-28 15,1 0-25-15,1-3-34 0,-3 1-30 0,1-5-37 0,3-5-41 16,-2 10-40-16,2-10-40 0,-2 8-175 16,2-8-474-16,0 0 210 0</inkml:trace>
  <inkml:trace contextRef="#ctx0" brushRef="#br0" timeOffset="116572.33">24833 12669 69 0,'9'-10'195'0,"0"1"-3"0,0-1-6 0,1 0-4 15,-3 3-11-15,1 0-14 0,-2 2-11 0,0 2-15 16,1 0-12-16,-7 3-5 0,14-1-5 0,-14 1-10 16,11 7-5-16,-1-2 2 0,-2 3-8 0,-3 1-3 0,1 4 0 15,0-1-11-15,-4 3-1 0,-1 1-4 16,-2 0-5-16,-3 1-6 0,-2 0-4 0,0-2-6 16,-1 0-4-16,-2 0-4 0,-1-1-3 0,2-1-3 15,-1 1-4-15,-2-5-2 0,3-2-1 0,0 1-5 16,0-2-2-16,2-2 0 0,0 1-2 0,3-1 2 0,3-4 4 15,-7 5 2-15,7-5 2 0,-5 3-1 0,5-3-1 16,0 0-3-16,0 0-4 0,0 0-1 16,0 0-2-16,0 0-4 0,0 0 2 0,0 0-6 15,6-22 4-15,1 19-7 0,-1-1 2 0,5 1-2 0,-1-1-1 16,2 1 1-16,2 0-11 0,3-1-10 0,2 0-18 16,0 1-24-16,1 2-27 0,0-3-35 0,2 3-36 15,-2-2-23-15,1 0-37 0,5-4-203 16,-4 4-451-16,3-4 199 0</inkml:trace>
  <inkml:trace contextRef="#ctx0" brushRef="#br0" timeOffset="116830.96">25636 12232 110 0,'0'0'225'15,"-2"-6"-20"-15,2 6-22 0,0 0-19 0,0 0-8 16,0 0-11-16,8-8-19 0,-8 8-11 0,12-1-9 16,-5-1-10-16,5 4-13 0,-3-1-8 0,0-1-23 0,-1 0-32 15,4 1-37-15,-5 0-45 0,1 0-33 16,2 1-29-16,-4 0-137 0,-6-2-282 0,9 2 124 15</inkml:trace>
  <inkml:trace contextRef="#ctx0" brushRef="#br0" timeOffset="116996">25603 12364 101 0,'0'0'155'0,"0"0"3"0,0 0-5 0,0 0-13 16,0 0-10-16,16 8-7 0,-9-7-13 0,3-2-8 15,4 2-14-15,-2 1-8 0,1-2-18 0,7 0-28 16,-6-2-38-16,4 1-39 0,2-2-48 0,-7 3-126 16,1-1-234-16,-1-2 104 0</inkml:trace>
  <inkml:trace contextRef="#ctx0" brushRef="#br0" timeOffset="118030.63">26663 11953 16 0,'0'0'178'0,"-2"-13"-8"0,2 8-5 0,0 5-9 16,-2-13 4-16,0 8-2 0,2 5-1 0,-3-13-12 16,3 13-1-16,3-10-18 0,-3 10-9 0,4-9-10 15,-2 5-6-15,-2 4-8 0,5-12-6 0,-1 8-8 16,3-2-1-16,2 0-7 0,2 2-5 0,2-4-2 16,6 2-6-16,-1 2-9 0,2 0-1 0,0 1-2 15,1 1-5-15,0 1 0 0,9-1 0 0,-1 1-2 0,-2 5-2 16,-6-3-5-16,2 0 1 0,-6 1-1 0,3 2 0 15,-2 5 2-15,-2-2-5 0,-1 2 3 16,1 1-1-16,-5 3-2 0,0 3-1 0,-3-1 6 16,-4 3 8-16,-2 0-5 0,-2 1-2 0,-2 0 0 0,0 1-1 15,-5-1-3-15,-2 4 0 0,0-6-3 0,0 3-1 16,-5 3-1-16,-1-2 2 0,3-4-2 16,-1-4-2-16,-1 2 1 0,-3 5-4 0,3-6 2 15,1-1-3-15,1-1 0 0,-1 1-4 0,0-2 0 0,-1 0-2 16,5-1-4-16,0-5 1 0,-1 2 2 15,4 0-3-15,-3-2-2 0,1 0 3 0,3-1 1 0,0-1 0 16,5-3-5-16,-7 5 2 0,7-5 2 16,-6 5-5-16,6-5 3 0,0 0 0 0,-7 2 15 0,7-2-13 15,0 0 0-15,0 0 0 0,-10 3 5 0,10-3-2 16,0 0 1-16,0 0-7 0,0 0 7 16,0 0-3-16,0 0-1 0,0 0 1 0,0 0 2 15,0 0-7-15,-10 1 5 0,10-1-6 0,0 0-1 0,0 0-1 16,0 0 1-16,0 0-5 0,0 0 2 0,0 0-2 15,0 0 3-15,40-5 0 0,-22 2 14 0,1 1-17 16,7-2-2-16,3 2 4 0,2 0 1 0,3 1-1 16,-3-2-2-16,6-1-2 0,-5 1 3 0,3 0 0 15,-1 0-4-15,0 0 7 0,-1-1-1 0,-1 1-2 16,-1 1-3-16,-4-2 2 0,-6 4 0 0,-2-4 0 16,0 0 5-16,-4 2-1 0,-1 4-2 0,-1-4-1 15,-1 1 2-15,-1-1 5 0,-5 1 2 0,-6 1-3 16,12-4 4-16,-8 2-2 0,-4 2 12 0,9-3-10 15,-9 3-9-15,6-4 3 0,-6 4 1 0,0 0-2 16,5-4-1-16,-5 4-10 0,0 0 1 0,0 0-26 16,0 0-21-16,9-2-25 0,-9 2-23 0,0 0-22 15,0 0-38-15,0 0-41 0,0 0-47 0,-22 14-50 16,11-8-189-16,-3 0-529 0,-2 0 233 0</inkml:trace>
  <inkml:trace contextRef="#ctx0" brushRef="#br0" timeOffset="118431.64">26358 12665 11 0,'0'0'213'16,"-12"0"-10"-16,12 0-9 0,-11 0-10 0,11 0-10 15,0 0 0-15,0 0-3 0,0 0 0 0,0 0-8 16,27 8-3-16,2-4-13 0,7-2-8 16,23-2-10-16,6 0-6 0,31-2-7 0,-2 1 3 0,-2-6-15 15,3 7-4-15,-1-9-7 0,2 6-5 0,-2-4-10 16,-2 3-1-16,-25-1-8 0,25-3-1 0,-29 3-12 16,2 1 7-16,-6-2-8 0,-1 2-1 0,-7-5 2 15,-16 5 3-15,2 1 1 0,-5-1 1 0,-5 0-7 16,-6 0 9-16,-2 1-7 0,-1 0 1 0,-6 1 3 15,-1 0-22-15,-5 1 18 0,-1-1-5 0,-5 2-2 16,13-2 0-16,-13 2-1 0,9 0-17 0,-9 0 3 16,0 0-5-16,0 0 4 0,0 0-6 0,0 0-22 15,0 0-9-15,0 0-10 0,-27 4-34 0,16-1-24 16,-5 0-31-16,2 2-31 0,-3 0-31 0,-1 1-33 16,0 4-28-16,-2-3-35 0,-5 1-30 0,-4 3-202 15,8-3-534-15,-2 1 237 0</inkml:trace>
  <inkml:trace contextRef="#ctx0" brushRef="#br0" timeOffset="119056.7">26405 12972 98 0,'-9'-3'144'0,"9"3"-12"0,0 0-13 0,-11 2 1 16,11-2-8-16,-10 1 2 0,10-1-5 0,0 0-11 15,0 0-8-15,0 0 3 0,0 0-1 0,0 0 2 16,0 0 3-16,0 0 7 0,48 7-3 0,-12-5-11 16,20-1 5-16,9 0-7 0,32-1-2 0,-3 0-10 15,2-2 6-15,-2 4-8 0,2-6-4 0,-9 2-7 16,-19-2-6-16,21 0-7 0,-23-1-2 0,1 1-3 0,-2 1-2 16,-2-1 7-16,-3 0 0 0,-13-4 13 15,-8 3 3-15,-3-1-2 0,-5 2-2 0,1 0 1 16,-3-2-8-16,-2 1 4 0,-6 1-2 0,-2 1-2 0,-1 0-2 15,-5 1-6-15,-6 1 2 0,0-2-1 0,0 2-3 16,-7 1-6-16,11-2-4 0,-11 2-3 16,10-1-5-16,-10 1 0 0,0 0-10 0,0 0 4 15,0 0-5-15,0 0-11 0,0 0-20 0,0 0-20 0,0 0-26 16,-23-8-27-16,23 8-34 0,-16 0-42 0,16 0-35 16,-14-1-43-16,3 2-45 0,-2-3-143 0,4 2-465 15,-5-1 206-15</inkml:trace>
  <inkml:trace contextRef="#ctx0" brushRef="#br0" timeOffset="121578.33">29240 9614 43 0,'0'0'55'0,"0"0"-8"0,0 0 4 0,0 0-6 0,0 0-2 16,-9 1-3-16,9-1 2 0,-8 1-8 0,8-1 1 15,-9 1 0-15,9-1-4 0,-10 1 1 16,10-1 6-16,-9 3-11 0,9-3-6 0,-9 0 6 0,9 0-11 16,0 0 6-16,-11 2 4 0,11-2 6 0,-7 1-9 15,7-1-2-15,-6 2 3 0,6-2 4 16,0 0-7-16,0 0 10 0,-11 3 2 0,11-3-6 0,0 0-4 15,-8 4 14-15,8-4-17 0,-6 2 4 0,6-2-5 16,0 0 6-16,0 0-14 0,-6 4 11 0,6-4 3 16,0 0 3-16,0 0 3 0,0 0-9 0,0 0 10 15,0 0-2-15,0 0 7 0,0 0-2 0,0 0 4 16,0 0 0-16,0 0-2 0,0 0-1 0,0 0 1 16,22 3 3-16,-22-3-4 0,13-1 0 0,-4 0 1 15,2 1-8-15,2-1 9 0,5-1-8 0,1 2 6 16,4-1-4-16,6 0-5 0,4-1-2 0,6 1 0 15,0-2 3-15,16 3 0 0,7-3 0 0,4 1 0 16,27-1-1-16,-27 1-4 0,32-2 0 0,-3 0-2 16,-1 2-3-16,1 0-2 0,-4-5-2 0,-28 4 1 15,33 2-4-15,-30-3 1 0,-1-1-2 0,25-1 1 16,-32 3 16-16,-2-1-6 0,3-2-1 0,-3 2-3 16,-2-2 0-16,-3 0-5 0,-13 1 0 0,0 3 1 15,-2-2-2-15,-1 0 2 0,-3 2 2 0,-2-2 2 16,0 0 0-16,-10 2 3 0,1-1 2 0,-2 3 3 15,-1-2-4-15,-2 2 0 0,-3 0 2 0,0-1-3 16,-1 0-1-16,-2 0 1 0,0 1-2 0,-4-2 5 16,-6 2 2-16,13-1-1 0,-13 1 4 0,9-1 2 15,-9 1-3-15,0 0 4 0,9 0-3 0,-9 0 0 16,0 0-3-16,8-2 1 0,-8 2-3 0,0 0-2 16,0 0-3-16,0 0-1 0,0 0-5 0,0 0 1 15,0 0-3-15,11-1 0 0,-11 1-2 0,0 0 2 16,0 0-2-16,0 0-2 0,0 0-1 0,0 0 1 15,0 0-4-15,0 0 0 0,0 0-1 0,0 0 1 16,0 0 1-16,0 0-3 0,0 0 1 0,0 0 1 16,9-1 1-16,-9 1-3 0,10 2 1 0,-10-2 5 15,13 2-7-15,-6-2-1 0,-1 2 3 0,5-2 2 16,-2 0-3-16,3 2 3 0,1-2-6 0,1 0 3 16,5 1 0-16,1 0 0 0,2 2-1 0,7-2 0 15,1 4-21-15,1-2 6 0,-2 1 1 0,0 0 4 16,1-1 1-16,-7-1-2 0,-4 0-1 0,1-1 5 0,-3-1 2 15,-3 3 2-15,-1-3-2 0,-3 0 4 16,2 0 2-16,-6 1 6 0,5 0 7 0,-11-1 3 16,11-1 5-16,-11 1 0 0,7 1 0 0,-7-1-3 15,0 0 4-15,0 0-5 0,9-3 0 0,-9 3-3 0,0 0 0 16,0 0-4-16,5-5-6 0,-5 5 1 0,0 0-20 16,0 0-17-16,0 0-28 0,0 0-26 0,0 0-38 15,0 0-30-15,0 0-27 0,0 0-16 0,0 0-15 16,0 0-156-16,0 0-396 0,-25 7 175 0</inkml:trace>
  <inkml:trace contextRef="#ctx0" brushRef="#br0" timeOffset="123425.01">31077 9328 71 0,'0'0'81'0,"0"0"-25"0,0 0 8 15,0 0-12-15,0 0-2 0,0 0-5 0,0 0 2 16,0 0-15-16,0 0-5 0,0 0 3 0,0 0-5 16,-5 4-11-16,5-4 4 0,0 0-6 0,0 0-1 15,0 0-7-15,-4 6-4 0,4-6-2 0,0 0 2 16,0 0-4-16,-3 5 4 0,3-5 0 0,0 0-6 15,-3 7 3-15,3-7 6 0,0 0-7 0,-7 4 8 16,7-4-9-16,0 0 8 0,-8 5-1 0,8-5-1 0,-7 4 1 16,7-4 4-16,0 0-8 0,-7 4 1 15,7-4 5-15,0 0-3 0,-8 2-3 0,8-2 1 16,0 0-1-16,0 0 3 0,0 0-1 0,-6 2-2 16,6-2-3-16,0 0 7 0,0 0 2 0,0 0-1 0,0 0 3 15,0 0 7-15,0 0-4 0,0 0 14 16,0 0-13-16,0 0 13 0,0 0 5 0,0 0-8 15,0 0 10-15,0 0-7 0,0 0-3 0,0 0-8 16,0 0 2-16,0 0 8 0,0 0-3 0,0 0-1 16,0 0-6-16,0 0 2 0,21 3-4 0,-21-3 5 0,11 0-3 15,-5 2 8-15,-6-2-6 0,15 2-5 16,-4-1 5-16,-1-1 10 0,1 2-5 0,8-2 1 16,-6 1 1-16,0 0 8 0,7 0-12 0,1-1 9 15,-1 0-7-15,10 0 5 0,-9 0 17 0,8 0-24 0,-8 0 5 16,9 0-19-16,-5 0 15 0,3 0-2 0,-6 0-1 15,0-1 2-15,7-1 2 0,-1 2-4 16,-7-2 1-16,8 1 1 0,-1 1 20 0,3-1-9 16,-4 0-4-16,-4-1 0 0,4 2 0 0,1 0-6 0,-9 0 0 15,3 0 5-15,-2-2-2 0,-2 2-4 0,1-1 5 16,0 1 1-16,-5 0-1 0,1-2 8 0,-2 1-9 16,0 1 5-16,0 0-4 0,-3-1 4 0,1-1-2 15,-1 0 3-15,-3 2 3 0,-7 0 6 0,15-3-5 16,-9 1 2-16,-6 2-1 0,10-1 0 0,-10 1-1 15,6-2-3-15,-6 2-3 0,0 0 0 0,0 0-2 16,8-1-7-16,-8 1 1 0,0 0-1 0,0 0-1 16,0 0-7-16,0 0 3 0,0 0-5 0,10 0-13 15,-10 0-12-15,0 0-18 0,0 0-21 0,0 0-29 16,0 0-19-16,0 0-8 0,0 0 0 0,0 0-18 16,0 0-13-16,0 0-111 0,-30 10-277 0,17-7 123 15</inkml:trace>
  <inkml:trace contextRef="#ctx0" brushRef="#br0" timeOffset="124171.21">29268 9429 8 0,'0'0'53'0,"0"0"1"0,-12 0-8 16,12 0-2-16,-9 2-2 0,9-2 5 0,0 0-6 16,-12 0-2-16,12 0-11 0,0 0 1 0,-12-2-2 15,12 2 3-15,0 0-3 0,-9 2-5 0,9-2 4 16,0 0-2-16,0 0 2 0,0 0-2 0,0 0-1 15,-10 1 4-15,10-1-2 0,0 0 8 0,0 0-1 16,0 0 1-16,0 0 0 0,0 0 1 0,0 0-2 16,0 0-5-16,0 0 4 0,0 0-9 0,37-1-3 15,-15 1 1-15,5-2-1 0,3 2 2 0,1 0-12 16,1 0-10-16,1 0-24 0,3-1-14 0,-3-1-27 16,0 0-92-16,-2 1-171 0,5-2 75 0</inkml:trace>
  <inkml:trace contextRef="#ctx0" brushRef="#br0" timeOffset="212957.75">24343 11749 47 0,'0'0'72'0,"0"0"-13"0,0 0 5 0,-2-10 3 16,2 10-2-16,0 0-14 0,0 0-6 0,0 0-3 15,0 0-12-15,0 0 6 0,0 0-5 0,0 0 1 16,0 0-6-16,0 0-6 0,0-9-4 0,0 9 4 16,0 0-5-16,0 0-8 0,0 0 2 0,0 0-15 15,0 0-8-15,0 0-17 0,0 0-6 0,0 0-11 16,0 0-13-16,0 0-33 0,0 0-100 0,0 0 45 15</inkml:trace>
  <inkml:trace contextRef="#ctx0" brushRef="#br0" timeOffset="-198004.83">24781 13114 79 0,'0'0'74'0,"0"0"-12"0,0 0-11 16,0 0 8-16,0 0 0 0,0 0-9 0,0 0-19 0,0 0 16 15,0 0 3-15,-20-13-10 0,20 13-4 0,0 0-3 16,0 0-15-16,0 0 11 0,-4-5-5 0,4 5-3 16,0 0-5-16,0 0 2 0,0 0-1 0,0 0-8 15,0 0 5-15,0 0 6 0,0 0-9 0,0 0 4 16,0 0-9-16,0 0-6 0,0 0 12 0,0 0-4 15,0 0 0-15,0 0-4 0,0 0 1 0,0 0-5 16,0 0 3-16,0 0 1 0,0 0-8 0,0 0 7 16,0 0-5-16,0 0 6 0,0 0-1 0,0 0-3 15,0 0 7-15,0 0-3 0,0 0-12 0,0 0 2 16,0 0 4-16,0 0-7 0,0 0-10 0,0 0 9 16,0 0 0-16,0 0 4 0,0 0-6 0,0 0 1 15,0 0-1-15,0 0 0 0,0 0-2 0,0 0 3 16,0 0-10-16,0 0 8 0,0 0-5 0,0 0-6 15,0 0-5-15,-3 17-5 0,3-17-5 16,0 0-3-16,-1 7-15 0,1-7-32 0,0 0-95 0,-1 7 43 16</inkml:trace>
  <inkml:trace contextRef="#ctx0" brushRef="#br0" timeOffset="-196067.59">26459 12691 2 0,'0'0'4'0,"0"0"9"15,0 0 7-15,-9 2 5 0,9-2 1 0,0 0 7 16,0 0 0-16,0 0 2 0,0 0 2 0,0 0 9 16,0 0-14-16,0 0-3 0,0 0 11 0,0 0-10 15,0 0 6-15,0 0-14 0,0 0 6 0,0 0-4 16,0 0-2-16,29-3-5 0,-14 2 3 0,4 2-2 15,2 0 4-15,10-1-5 0,2 2 2 0,3 0-5 16,15-1 4-16,8 3-3 0,1-1-3 0,3-1-1 16,3 0 1-16,25 2-2 0,-25-2 0 0,0-2-1 0,1 0-4 15,22-1 3-15,-30 1 3 0,4 0 3 16,-2-1-3-16,-3 1 1 0,-2-3 15 0,0 0-10 16,-2 2 13-16,-2 0-8 0,-12-1 11 0,14 1 3 15,-3-1-10-15,-9 2 2 0,-3-2 0 0,1 4 3 0,0-2-7 16,-2 0 7-16,-5-2-5 0,2 2-10 15,-7 2 3-15,-4-2-5 0,-6 0 3 0,1 0-2 16,-7 2-3-16,-2-4-2 0,-2 2 4 0,-8 0-8 16,12 2 6-16,-12-2 0 0,9-2-4 0,-9 2-6 0,0 0-9 15,7-4 1-15,-7 4-15 0,0-6-3 16,0 6 5-16,0 0-14 0,0 0-12 0,-9-9-11 16,9 9-4-16,-12-4-12 0,5 2-7 0,7 2-74 15,-22-1-166-15,12 1 74 0</inkml:trace>
  <inkml:trace contextRef="#ctx0" brushRef="#br0" timeOffset="-195803.09">26888 13027 6 0,'100'7'73'16,"-7"0"-14"-16,3-2-9 0,-6-2-18 0,-27 2-8 15,5 0-16-15,-3-2-17 0,-4 1-32 0,-3 1-44 16,-9-4 20-16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5T09:54:17.4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12205 6341 62 0,'0'0'56'0,"0"0"-13"16,-11-3 7-16,11 3-2 0,0 0 2 0,-9-1-1 16,9 1-4-16,0 0-6 0,0 0-5 15,0 0 1-15,-11 0-9 0,11 0 2 0,0 0 3 16,0 0-9-16,0 0 4 0,0 0 0 0,-9 1-1 15,9-1-7-15,0 0 6 0,0 0-4 0,0 0 0 16,0 0-3-16,0 0-3 0,0 0-1 0,-8 3 2 16,8-3-2-16,0 0 2 0,0 0 2 0,0 0-3 15,0 0-8-15,0 0-1 0,0 0 0 0,0 0 1 16,0 0-3-16,0 0 2 0,33 3-1 0,-18-2 1 16,5-1-1-16,3 1 6 0,6-1-4 0,1-1-3 15,0 0-4-15,3 0 7 0,-4-1-4 0,0-1 2 16,3 3 4-16,-8-2-7 0,-2 1 1 0,-3-3 0 15,2 1-1-15,0 2 1 0,0-1 2 0,-4 1-4 16,-3-2-3-16,3 3 5 0,-4-2-4 0,-3 2 10 16,-10 0-5-16,11-1 0 0,-11 1 3 0,12-3 2 15,-12 3 10-15,7 3-1 0,-7-3 10 0,0 0 5 0,0 0 9 16,0 0 1-16,0 0-5 0,10 0 0 16,-10 0-3-16,0 0-2 0,0 0-5 0,0 0-1 15,0 0 0-15,0 0-3 0,0 0-6 0,0 0 3 16,0 0-9-16,0 0-12 0,0 0-32 0,0 0-26 15,0 0-33-15,0 0-16 0,0 0-91 0,0 0-213 0,0 0 95 16</inkml:trace>
  <inkml:trace contextRef="#ctx0" brushRef="#br0" timeOffset="1396.74">12414 12862 86 0,'0'0'93'0,"-12"0"-1"0,12 0-10 16,0 0 6-16,0 0-3 0,-10 1-3 0,10-1-12 15,0 0-1-15,0 0-12 0,0 0-5 16,0 0-3-16,0 0-7 0,0 0-4 0,0 0-17 0,0 0 9 16,-11 0-2-16,11 0 3 0,0 0-10 0,0 0-3 15,0 0-5-15,0 0 1 0,0 0 3 16,0 0-5-16,0 0 3 0,0 0 4 0,0 0 9 16,0 0-5-16,0 0 12 0,21 10-10 0,-9-8 8 15,-1-2-1-15,5 1 3 0,5-1-1 0,1 0-5 0,9-1 0 16,-2 1-5-16,5-2-5 0,3 0 9 15,-3-3-10-15,1 5 4 0,-1-5-6 0,-1 1 1 0,-1 1-5 16,-1 0 2-16,-2-1-5 0,1 0 2 0,-5 2 0 16,-3 0-3-16,-7 0-2 0,2 1 0 0,-4 1 0 15,-2-2-3-15,1 2-1 0,-2 0 0 0,-10 0-1 16,13 0 2-16,-5 0 3 0,-8 0 5 0,0 0 7 16,8 0 0-16,-8 0-7 0,0 0 10 0,7 3 2 15,-7-3-2-15,0 0-3 0,0 0 1 0,0 0-4 16,0 0 1-16,0 0-7 0,0 0 5 0,0 0-8 15,0 0 0-15,-13 13-22 0,13-13-21 16,-4 5-14-16,4-5-29 0,-8 6-35 0,8-6-41 0,-6 11-101 16,1-8-279-16,5-3 123 0</inkml:trace>
  <inkml:trace contextRef="#ctx0" brushRef="#br0" timeOffset="7138.77">19066 6831 17 0,'0'0'89'0,"0"0"-1"0,0 0 9 0,0 0-7 15,0 0-1-15,0 0-5 0,0 0 1 0,0 0-4 16,0 0-12-16,0 0 0 0,6 4-25 0,-6-4 11 16,0 0-10-16,0 0 4 0,0 0-5 0,0 0-10 15,0 0-3-15,0 0 2 0,0 0-7 0,0 0-7 16,0 0 1-16,0 0-13 0,0 0 11 0,0 0 0 15,0 0-6-15,0 0-4 0,0 0 13 0,0 0-14 16,0 0 0-16,0 0 5 0,0 0-1 0,0 0 9 16,0 0 3-16,0 0-8 0,0 0-5 0,0 0 6 15,0 0-1-15,0 0 4 0,0 0-5 0,0 0 3 16,0 0-2-16,0 0-1 0,0 0-3 0,0 0 0 16,0 0 0-16,0 0-4 0,0 0-5 0,0 0 7 15,0 0-3-15,0 0 4 0,0 0-4 0,0 0-12 16,0 0 0-16,0 0-2 0,0 0-27 0,0 0-17 15,0 0-10-15,0 0-23 0,0 0 5 0,0 0-12 16,8 3-14-16,-8-3-77 0,0 0-199 0,1 8 88 16</inkml:trace>
  <inkml:trace contextRef="#ctx0" brushRef="#br0" timeOffset="8871.82">24671 6353 50 0,'0'0'69'0,"0"0"-14"16,0 0-5-16,0 0-21 0,0 0-5 0,0 8-20 15,0-8-52-15,3 9-50 0,-3-9 23 0</inkml:trace>
  <inkml:trace contextRef="#ctx0" brushRef="#br0" timeOffset="9797.83">25444 6985 56 0,'0'0'52'15,"0"0"-7"-15,0 0-5 0,0 0-1 0,0 0-3 16,4 4-2-16,-4-4 2 0,0 0-15 0,0 0 0 15,0 0-2-15,0 0-4 0,0 0 1 0,0 0 4 0,0 0 0 16,0 0-16-16,0 0 8 0,0 0 1 16,0 0-4-16,0 0 0 0,0 0 3 0,0 0 0 15,0 0-6-15,0 0 3 0,0 0-6 0,0 0 10 16,0 0-5-16,0 0 0 0,0 0-2 0,0 0-1 16,0 0 4-16,0 0-8 0,0 0 3 0,0 0-3 15,0 0 1-15,0 0 0 0,0 0-6 0,0 0 9 16,0 0-2-16,0 0 6 0,0 0-9 0,0 0 3 15,0 0-3-15,0 0 4 0,0 0-1 0,0 0 0 16,0 0-9-16,0 0 8 0,0 0-3 0,0 0-2 16,0 0 8-16,0 0-5 0,0 0 0 0,0 0 0 15,0 0 3-15,0 0 0 0,0 0-6 0,0 0 0 0,0 0 3 16,0 0-3-16,0 0 6 0,0 0 4 0,0 0-7 16,0 0 0-16,0 0-1 0,0 0 4 0,0 0-1 15,0 0 1-15,0 0-6 0,4 4 8 0,-4-4-9 16,0 0 1-16,0 0 6 0,0 0 0 0,0 0-3 15,0 0 0-15,0 0 2 0,0 0-4 0,0 0-1 16,0 0 2-16,0 0 2 0,0 0 2 0,0 0-7 16,0 0 3-16,0 0 3 0,0 0 1 15,0 0 1-15,0 0-6 0,0 0-1 0,0 0 6 0,0 0 1 16,0 0 0-16,0 0-1 0,0 0-7 0,0 0-1 16,0 0 3-16,0 0 4 0,0 0-5 0,0 0 7 15,0 0-4-15,0 0-2 0,0 0-2 0,8 3 0 16,-8-3 3-16,0 0-1 0,0 0-2 0,0 0 0 15,0 0-3-15,0 0-3 0,0 0-2 0,0 0-1 16,0 0 3-16,0 0 3 0,0 0-5 0,6 3-4 16,-6-3-8-16,0 0-4 0,0 0 7 0,0 0-3 15,0 0-5-15,5 4-4 0,-5-4-33 0,0 0-71 16,0 0 31-16</inkml:trace>
  <inkml:trace contextRef="#ctx0" brushRef="#br0" timeOffset="11103.84">29333 9547 17 0,'0'0'51'0,"0"0"-1"0,0 0-14 16,0 0-7-16,0 0-16 0,5-5-6 0,-5 5-11 15,0 0-8-15,0 0-7 0,0 0-9 0,0 0-31 16,0 0 14-16</inkml:trace>
  <inkml:trace contextRef="#ctx0" brushRef="#br0" timeOffset="12343.92">29191 9546 19 0,'0'0'46'0,"-8"-2"-3"16,8 2-9-16,0 0-1 0,-11-2-3 16,11 2 5-16,-8-1 1 0,8 1-3 0,-9-2-8 0,9 2 1 15,0 0-8-15,-16 0 3 0,16 0 0 16,-11 2-4-16,11-2 3 0,-10 0-2 0,10 0 1 0,0 0 2 16,-10 0-1-16,10 0 2 0,0 0 15 0,-10 0-9 15,10 0 1-15,0 0 1 0,0 0-8 0,-12-2 7 16,12 2 11-16,0 0-13 0,0 0-4 0,-7-3 3 15,7 3-2-15,0 0-4 0,-5-5 1 0,5 5-4 16,0 0-4-16,0 0 2 0,-7-4-4 0,7 4 0 16,0 0 8-16,0 0-2 0,0 0 2 0,0 0 12 15,0 0-18-15,-8-2 7 0,8 2-2 0,0 0-2 16,0 0-4-16,0 0 9 0,0 0-6 0,0 0-9 16,0 0 4-16,0 0 2 0,0 0-1 0,0 0-4 15,0 0 7-15,0 0 6 0,0 0-4 0,0 0-10 16,0 0 6-16,0 0-8 0,0 0 0 0,0 0 7 15,0 0 8-15,-1-8-21 0,1 8-5 0,0 0 10 16,0 0 5-16,0 0-7 0,0 0 2 0,0 0-12 16,0 0 12-16,0 0 0 0,5-13-2 0,-5 13 8 15,0 0-12-15,5-4 1 0,-5 4 4 0,0 0-2 0,8-4 0 16,-8 4-10-16,4-4-5 0,-4 4 11 16,0 0-4-16,6-5 5 0,-6 5 0 0,8-2 1 15,-8 2-1-15,0 0-2 0,0 0-3 0,9-2 4 16,-9 2-1-16,0 0 5 0,8-5 5 0,-8 5-7 15,6-3-2-15,-6 3 1 0,10 0-4 0,-10 0 5 16,10-1-5-16,-10 1 12 0,16-1-6 0,-9 1 3 16,4 0 7-16,0-1-8 0,1 1-15 0,-1-1 14 15,3 1 9-15,-1 0-12 0,6-3 2 0,-2 2-1 0,3-1 4 16,1 2-2-16,-3-4-10 0,2 3 4 16,0-1-5-16,1 0 5 0,-2 1-11 0,0 0 6 0,0 0-3 15,0-1-1-15,-2 1-2 0,-3 0 10 16,4-1-16-16,0 1 4 0,0 1 4 0,1 0-5 0,-1 0 2 15,0 0 4-15,0 0 1 0,0 0 4 16,3 0-10-16,1 0 6 0,-3 0-6 0,2 0 4 16,-2 1 6-16,1 0 1 0,0-1 4 0,0-1-5 0,1 1-3 15,-2 0-2-15,2-2 8 0,-1 2 3 16,1-2-4-16,0 1-3 0,-1-2 1 0,2 0-1 0,-1 2-5 16,0-3-2-16,6 1-1 0,-5 1-1 15,-1-1 0-15,-1 2-11 0,1-1 8 0,0 0 3 16,-2-1-4-16,0 2 0 0,-2 1-11 0,-2 0 8 15,-2-1 5-15,2 1-8 0,-3 1 8 0,-1-1 1 0,1 0 2 16,-1 1 2-16,-1-1 5 0,-1-1-5 0,2 0 4 16,-11 1 3-16,16 0 1 0,-10 0 5 0,2-1 1 15,2-1 0-15,-10 2-5 0,16 0 10 16,-9 0-4-16,-7 0 5 0,16-1-7 0,-9-1 6 0,1 2 0 16,-8 0 1-16,15-4 0 0,-4 4 4 0,0 0-5 15,1-3-5-15,0 2 4 0,1 1-5 0,-3-2 5 16,4 1 0-16,-2 2 11 0,0-3-7 0,1 0-3 15,-1 0 5-15,1 1-7 0,-2 1 7 0,1-2 0 16,0 1 3-16,0 0-8 0,2-2 7 0,-4 3-5 16,2-1 0-16,1 1 5 0,-1-1-6 0,1-1 10 15,0 1-6-15,0 0 3 0,-1 0 0 0,1-1-4 16,1 2 6-16,-3-2-5 0,1 1 1 16,1 1 7-16,-1-2-6 0,2 2-7 0,-3 0 5 0,2-1 3 15,-2 1-3-15,2-1-7 0,0 1-5 0,-1 0 8 16,-1-2-1-16,2 1-3 0,0 1-3 0,-1 0 0 15,1 0 1-15,-1 0-7 0,3 0 3 0,-3-1 1 16,1-1 3-16,-1 2-2 0,3 0 0 0,-3 0 0 16,1 0 3-16,1 0-4 0,-1 2-1 0,4-1 3 15,-5-1 5-15,2 1-4 0,-3 1 4 0,2-2-3 16,1 1 0-16,0-1-1 0,-2 1-4 0,2-1 4 16,0 0-4-16,3 0-1 0,-5 2 7 0,5-4 1 15,-2 1-5-15,2 0-2 0,1-1 7 0,-5 2-8 16,4 0 5-16,-4-1 0 0,5 0 4 0,-5-1 0 15,6 2-1-15,-6-1 2 0,0 0-3 0,-1 0 0 16,1 1-4-16,1-3 0 0,0 3 1 0,-1-1-2 16,-1 1 10-16,0 0-10 0,-1-2 5 0,-1 1-8 15,3 0 9-15,-3 0-3 0,-1-1 4 0,0 1-3 16,-9 1-5-16,13-3 4 0,-7 3-5 0,-6 0 5 0,0 0-7 16,14 0 0-16,-14 0 1 0,6-2-7 0,-6 2-9 15,0 0-10-15,9-1-37 0,-9 1-76 16,0 0 34-16</inkml:trace>
  <inkml:trace contextRef="#ctx0" brushRef="#br0" timeOffset="13569.54">29208 9693 27 0,'0'0'68'0,"0"0"-12"0,0 0-7 0,0 0-5 15,0 0-1-15,0 0-4 0,0 0 0 0,0 0-9 16,0 0 2-16,0 0-8 0,35-2 0 0,-22 1-5 16,0-1-4-16,8 1 1 0,-1-2 1 0,2 2-2 15,6-3-4-15,0 3 1 0,0 0-4 0,3 1 9 16,-2-3-4-16,3 3 2 0,1 0-3 15,2 0-1-15,-1 0-1 0,2 0 7 0,-3 0-8 0,3 3-8 16,0-1-5-16,1 0-12 0,0 0 1 0,0 1-7 16,-3-1 1-16,1 1 0 0,-3 0-5 0,1-2-5 15,-2 3 4-15,1-4 6 0,-3 2 1 0,2 1 7 16,-3-3-2-16,3 1 5 0,-2 1 2 0,0-4 7 16,1 4-5-16,-2-2 6 0,0 0 0 0,0 0-3 15,-1 0-1-15,-5 0 0 0,1 2 1 0,4-4 5 16,-7 0-7-16,2 2 3 0,1-2 0 0,4 0 14 15,-7 1-6-15,3 0 0 0,-3 1-2 0,1-3 6 16,1 3 1-16,-2-1-7 0,1-1 4 0,0-1-11 16,0 1 10-16,-2 0-2 0,3 0-5 0,-3 0 7 15,-2 1-9-15,2-2-3 0,-3 1 7 0,-2 0 4 16,3-1-6-16,-2 3 2 0,-2-3 1 0,1 0 2 16,-1 2-7-16,0-1 5 0,-1 1-3 0,1-1 4 15,1-2-3-15,-1 3 0 0,0-1 0 0,0 0-1 16,-1 1 3-16,0-1 3 0,1 1 2 0,-1-2 1 15,0 5 0-15,-1-5-12 0,1 1 6 0,0 1 2 16,-1 1-4-16,0 0 1 0,0-2 1 0,-2 2-1 16,1-1 0-16,0 1 1 0,-10 0-10 0,15 0 19 15,-6-1-7-15,-1 2 4 0,-8-1 2 0,15-1 3 16,-7 1-7-16,0-2 3 0,-8 2 5 0,18-1-5 16,-12 0-6-16,2-1 1 0,-8 2 9 0,15-1-9 0,-7-1-6 15,-8 2 11-15,15-2-10 0,-5 1-5 16,-10 1 8-16,18 1-1 0,-12-1-4 0,5 0-5 0,-11 0 5 15,16 0 2-15,-8 0-9 0,0-1 6 16,-8 1-8-16,14 0 5 0,-8 1-3 0,-6-1 8 0,13-2-7 16,-13 2 2-16,11 2 3 0,-11-2-3 0,9 0 3 15,-9 0-1-15,9 2 0 0,-9-2 0 0,9 0 5 16,-9 0-9-16,10 2 7 0,-3 1-2 0,-7-3 4 16,11 1 4-16,-11-1-2 0,12 1 1 0,-12-1 6 15,11 0 10-15,-4 0-3 0,-7 0 11 0,11 0 5 16,-11 0 12-16,13-1 6 0,-6 2 1 0,-7-1 12 15,10-2-8-15,-10 2 1 0,10-2-3 0,-10 2-14 16,10-3-2-16,-10 3-5 0,9-2-15 0,-9 2 14 16,0 0-6-16,9-1-3 0,-9 1-6 0,0 0-10 15,0 0-14-15,0 0-25 0,0 0 2 0,0 0-13 16,0 0-6-16,0 0-19 0,0 0-20 0,0 0-77 16,-24 8-177-16,16-7 78 0</inkml:trace>
  <inkml:trace contextRef="#ctx0" brushRef="#br0" timeOffset="17873.16">18434 11264 1 0,'0'0'10'0,"0"0"-4"0,0 0-4 0,0 0 2 15,0 0-2-15,0 0-7 0,-11 18-4 0,11-18 2 16</inkml:trace>
  <inkml:trace contextRef="#ctx0" brushRef="#br0" timeOffset="18584.48">17167 13389 2 0,'0'0'0'0,"0"0"-1"0</inkml:trace>
  <inkml:trace contextRef="#ctx0" brushRef="#br0" timeOffset="19415.47">19181 13745 6 0,'0'0'84'0,"0"0"-8"15,0 0-11-15,0 0-10 0,0 0-1 0,0 0-6 16,5 5 2-16,-5-5-15 0,0 0 5 0,0 0-8 16,4 8-2-16,-4-8-6 0,0 0-8 0,0 0 9 15,4 6 1-15,-4-6 8 0,0 0-8 0,0 0 5 16,0 0-11-16,0 0 9 0,0 0-13 0,0 0 8 16,0 0-6-16,0 0 4 0,0 0-4 0,0 0 1 15,0 0-5-15,0 0-3 0,3 4 0 0,-3-4 1 16,0 0-5-16,0 0 0 0,0 0 1 0,0 0-5 15,0 0 6-15,0 0 5 0,0 0 0 0,0 0 5 16,0 0-4-16,0 0 4 0,0 0 9 0,0 0 1 16,0 0-9-16,0 0 1 0,0 0 0 0,0 0 3 15,0 0-6-15,0 0-1 0,0 0 3 0,0 0-1 16,0 0-5-16,0 0 6 0,0 0-9 0,0 0 1 16,0 0-2-16,0 0-15 0,0 0 11 0,0 0 5 0,0 0-9 15,-2 11 5-15,2-11-3 0,0 0 2 0,0 0-8 16,0 0 7-16,0 0-4 0,0 0 2 0,0 0-4 15,0 0 7-15,0 0-12 0,0 0 8 0,0 0-11 16,0 0-7-16,0 0-16 0,0 0 2 0,0 0-18 16,0 0-8-16,0 0-9 0,0 0-23 0,0 0-90 15,0 0-193-15,0 0 87 0</inkml:trace>
  <inkml:trace contextRef="#ctx0" brushRef="#br0" timeOffset="20661.41">27193 12186 37 0,'0'0'44'0,"0"0"-12"16,0 0-13-16,0 0-19 0,0 0-22 0,0 0-25 15,0 0 11-15</inkml:trace>
  <inkml:trace contextRef="#ctx0" brushRef="#br0" timeOffset="105469.25">16137 13579 11 0,'0'0'23'0,"0"0"4"0,0 0-2 16,0 0-3-16,0 0 2 0,0 0 3 0,0 0-5 15,12 12 2-15,-12-12-2 0,12 3-2 0,-7-1-2 16,-5-2 3-16,15 5 5 0,-3-4-8 16,-3 2 3-16,2-1-7 0,2 0 3 0,-1 1-8 0,0 0 2 15,1 0 4-15,2-2-1 0,2 1-3 0,1 0 1 16,0 0-10-16,0 2 7 0,-2-3 1 0,4 1-9 16,-3 0 8-16,0 1-1 0,2 0 2 0,-2 0-4 15,1-2-1-15,-2 2-1 0,3-1 4 16,-1 2-16-16,0 0 12 0,-1-1 3 0,0 0 1 0,0 0 5 15,0 0-14-15,0 3 8 0,-1-2-6 0,1-1 13 16,1 2-7-16,-5-2-2 0,6 1 1 0,-3 0 14 16,1-1-18-16,0-1-13 0,-4 0 15 0,7 1-1 15,-1 0 0-15,-1 0 1 0,-2 1 7 0,-2-2 0 16,3 1-4-16,-2 1-1 0,2-1 0 0,2-1-1 16,-3 2-4-16,-2-1 2 0,-2-1-3 0,0 2-6 15,2-2 9-15,-1 2 6 0,3 1-2 0,-3-3 8 16,1 2-7-16,3-2-2 0,1 0-1 0,-2 3 0 15,3-1 0-15,1-2 3 0,-2 0 3 0,2-2-5 16,2-2 7-16,0 5-12 0,-1-2 22 0,9-1-11 16,-4-2 4-16,-4 0-4 0,-1 2 6 0,0-1-2 15,1-2-1-15,4 5-5 0,-5-2 6 0,1-2-6 16,1 4-3-16,3-4 6 0,2 1-5 0,-8 1 0 16,2 0-4-16,-3-1 2 0,12 2-3 0,-10 0 1 15,2-2 11-15,-2 1-4 0,8-1 0 0,0 1-4 16,-3 0 4-16,5-3-3 0,-3 3 0 0,0 0-1 15,0-4-1-15,0 4-3 0,-6-2 8 0,5 1-3 16,1 2 0-16,0-4 1 0,0 3 8 0,2 0-11 16,-3 2 5-16,1-4-6 0,0 2 0 0,-1-2 1 15,2 3 0-15,-2-2-11 0,-7 2 5 0,8-1 0 16,-1-2 5-16,-5 2 4 0,0 0-5 0,6-2 3 0,-5 1 2 16,4-1-7-16,1 2-2 0,-1-2 9 15,4 0-5-15,0 2 3 0,-1 0-4 0,-1-2-1 16,-8 1 6-16,8-2-8 0,-2-1-2 0,2 3 1 15,-1-1 1-15,-9-2-3 0,8 0 6 0,0 4 0 0,1-5-2 16,-6 2-2-16,6 2-1 0,0-3 10 16,-1 0-4-16,-5 2-2 0,-2-1 2 0,3 0-6 15,5 0 8-15,-1-1-7 0,-6 1 7 0,0 1 1 16,6-3-7-16,1 0 0 0,-7 2 7 0,0-1-3 0,8-2-4 16,-9 2-2-16,8 0 8 0,-2-1-19 0,-5 1 19 15,10 1-5-15,-4-2-5 0,1 1 3 16,-1-1-1-16,-8 3-3 0,3-2 5 0,1 0 0 15,-2 1-1-15,6-3-4 0,-4 5 0 0,-1-2-3 0,6-1 1 16,0 3 15-16,0-3-18 0,-6 2 3 0,5-3 3 16,1 2-5-16,0-1 4 0,-7 3 8 0,7-3-13 15,-9 2 9-15,3 0-3 0,4-2-8 16,-6 3 13-16,0-2-2 0,0 0-3 0,0-1 3 0,1 0-5 16,1 0-2-16,-1 0 2 0,0-1-2 0,0 1 5 15,-2-1-8-15,3 0-3 0,-2 0 7 0,-2 0 0 16,1 0 1-16,2 0 3 0,5-2-5 15,-8 2 1-15,3-1 5 0,-2 2 5 0,0-4-7 0,-2 2 2 16,-2-1 2-16,3 0-2 0,-4 1-2 0,4-2 5 16,-7 1-2-16,2-1 2 0,-1 3-2 0,-2-4 12 15,1 2-12-15,-2-1 11 0,0 1-5 0,-1-2 3 16,1 1 0-16,-1-3-1 0,-3 2 7 0,1-1 0 16,2 0-10-16,-3-3 1 0,-1 4 2 0,0-3 8 15,-1-2-8-15,0 4 0 0,-3-2 2 0,0 0 6 16,-1-2 1-16,-1 4-1 0,0-1-13 0,-2-3 5 15,0 3-1-15,0-1-6 0,-2-2 4 0,1 1 0 16,1-1-2-16,-2-2 1 0,0 5 8 0,0-5-4 16,0 4-6-16,-2-2 5 0,2 2-6 0,0-2 13 15,1 2-11-15,-1 0 6 0,1-2-5 0,0 3 0 16,-2-3-2-16,4 1 8 0,-4 2-3 0,2-1-4 16,1 1-5-16,-2 0 7 0,2-1 2 0,-2-3-4 15,-2 1 3-15,3 3-1 0,0 1-5 0,0-2 7 16,-2 1-5-16,0-2 10 0,0 4-7 0,1-1 3 15,-1 0-10-15,0 0 9 0,-2 1 3 0,0 2-7 16,0-1-1-16,-2 1 0 0,-2-4 0 0,2 5 2 16,-1-1 0-16,0 0 1 0,-1 0-2 0,-1-1 5 15,-1 1-8-15,0-2 8 0,-2 2-3 0,2-1 2 16,-4 1-3-16,2 0 6 0,-1 0-17 0,0 2 22 0,-2-2-11 16,-2 2 5-16,0 0 1 0,2 0-1 0,-8-2 3 15,1 2-2-15,-3 0 6 0,2 3 4 0,-1-1-10 16,0 1 7-16,-1 0-5 0,1 0 1 15,1 2 1-15,-3-2-5 0,3 2 2 0,6 2-7 0,-7-2 4 16,1 4 0-16,-3-2-4 0,2-1 5 0,-1 3-5 16,1-1 5-16,-2 0 0 0,2 1-1 0,-1-2-8 15,2 1 5-15,0 1-3 0,-1 0 0 16,2-2-4-16,-1 1 8 0,-1 0-1 0,3-2 4 0,-2 3-8 16,6-1 6-16,-6-2-5 0,-2-1-1 0,2 1 2 15,0-2-2-15,-1 1-1 0,-1-3-2 0,1 1 1 16,1-2 7-16,-2-2-4 0,2-2-3 15,0 0 1-15,7 3 4 0,-8-3 2 0,0-2-2 0,5 0 1 16,-6 2-2-16,2 1-5 0,-1 0 7 0,2 0 1 16,-1 0-6-16,6 4 1 0,3-3 5 0,-3 0-3 15,2 0 0-15,-1 4-2 0,0-3-1 0,0 1 4 16,2 3-3-16,-1-2 2 0,-1 2-6 0,2-1 1 16,-3 0 4-16,2-1-1 0,-1 0 2 0,0 0-6 15,-2 0-2-15,-4 1 13 0,-1 0-4 0,1 1-6 16,-3-3-1-16,1 3 4 0,-1-3 0 0,2 2 0 15,0 2-1-15,2-4 0 0,-4 3 7 0,1-1-13 0,-1-1 4 16,9 3 0-16,-10-4 4 0,3 1-1 16,-2 0 2-16,0 1-1 0,0-3 5 0,0 1-9 15,-2-3 6-15,2 4-3 0,2-4-5 0,-1 2 1 0,1 2 7 16,-2 1-7-16,2-2 2 0,0 3-3 0,-1-2 11 16,-1 3-4-16,4-1-7 0,-3 5 4 15,1-4 1-15,0 3 1 0,0 1 2 0,-1 0-2 16,2 2-3-16,6-1-3 0,0-2 2 0,-5 1 12 15,4 0-9-15,1-1-6 0,1 0 5 0,1 0 0 16,1 4 4-16,-1-5-1 0,3 3-16 0,-1-1 12 16,-1 1-2-16,4-1 4 0,-3 1-3 0,1-1 3 15,-2 0 2-15,1 2-4 0,4-1 1 0,-2-1 0 0,-1 3-1 16,-1-1-1-16,5-2 8 0,0 1-5 0,0 0 0 16,-1 1 0-16,-1-1 2 0,0 2-5 0,-2 0 1 15,2 0 0-15,2-2 4 0,-2 2 1 16,-3-1 3-16,5 1-8 0,-4-3 4 0,0 2-4 0,0 0 1 15,4-2 3-15,-1-1-2 0,-1 0-5 0,-3 0 9 16,2 1-3-16,2-3-1 0,-1 1-4 0,1 1 3 16,0 1-2-16,-2-1 0 0,5 1 2 15,-3-2 0-15,0 1 2 0,2-1-3 0,-2 0 3 16,1 1 3-16,1-1-2 0,1 0-6 0,-2 2 4 0,1 0 0 16,1-2-3-16,-1 1 3 0,1 0 1 0,2 1-7 15,-2-2 8-15,4 1-2 0,-3-1-2 0,1 1-1 16,2-1-1-16,-2 1 5 0,8-3-2 0,-14 3 2 15,9-1 1-15,5-2-7 0,-10 2 7 0,3 1 6 16,7-3-7-16,-10 3-6 0,10-3-6 16,-8 2 13-16,8-2-6 0,-6 3-1 0,6-3 6 0,-6 4 3 15,6-4-3-15,-8 6 0 0,3-3-8 0,5-3-7 16,-9 7 15-16,1-3-1 0,3 1-3 0,-1 0-5 16,-2 2 14-16,0-1-7 0,-3 0-3 0,5 0 11 15,-4 1-8-15,0-1 2 0,1 3-4 0,0-2 5 16,-1 0 0-16,0 0 2 0,-5 2 2 0,2-2-9 15,3-1 1-15,-1 1 5 0,0-1-3 0,-1 2 4 16,1-4-8-16,3 2 1 0,-1-1 5 0,3 1-7 16,-2-1 5-16,3-1-6 0,1 3 0 0,-2-1 12 15,2 1-9-15,0-1 1 0,-1 2 0 0,1-2 3 16,2 3-8-16,-2-4 12 0,3 6-3 0,1-1-1 16,-2 0 1-16,1 0-5 0,0 1 14 0,0 0-10 15,1 1-7-15,0 1 1 0,0-3 2 0,1 3 0 0,0 0 6 16,-2 2-3-16,2 0-7 0,-1-3 9 15,0 1-6-15,1 0 5 0,-1-1 3 0,0 2-11 16,2-4 12-16,0 2-9 0,0 0 5 0,-2-1 0 16,2 1 1-16,-1-2 1 0,1 0-2 0,-2 2-2 15,2-3 0-15,1-1 2 0,-1 0 2 0,1 1-3 16,-2 0 0-16,0-2-4 0,4 0 5 0,-3 1 0 0,-1 1-1 16,2 1-1-16,-1 1 1 0,2-2 3 0,0 2-8 15,-2-2 7-15,1 1-8 0,1-1 14 16,-2 1-7-16,5 0 0 0,-1-1 0 0,-1 1-1 15,2 1-3-15,-1-3 5 0,2 2-3 0,-4-2 2 0,1 2-2 16,3-2-1-16,-1 0 6 0,1-1 0 0,-2 2-8 16,2-2 4-16,-1 0-5 0,1 1 2 0,0-1 13 15,1-1-14-15,-4-1 6 0,4 0-12 16,-2 0 14-16,2 1-1 0,0 1-11 0,-1-2 8 16,2 2 0-16,-5-3-3 0,4 3 6 0,-1-1-4 0,1 2 3 15,-2-1-1-15,1-3 0 0,1 5-1 0,0-4 7 16,0 1-6-16,0-1-3 0,1-1 7 0,-1 1-5 15,0 2 0-15,-1-3-1 0,2-1 7 0,0 0-5 16,-1 2-1-16,1-1 0 0,1 0 2 0,-1-1-1 16,1 3 2-16,0-2-6 0,0 0 8 0,2-1-5 15,-3 0-5-15,0 2 0 0,3-1 6 0,-3 0-1 16,0-1 1-16,2 1 4 0,-2-1-2 16,2 0 11-16,-1-1-11 0,1 0 0 0,-1 2 6 0,-1-4-1 15,2 3 0-15,-1 0 6 0,1-2-3 0,2 0-7 16,-4-1 5-16,2 0-2 0,2 0 10 0,-3 1-4 15,2 1 6-15,-1-2-6 0,5 0 3 0,-4 0-6 16,-1 0 3-16,0 2-5 0,0-2 0 0,2 3 2 16,-4-2-5-16,2 0 3 0,-3-1 1 0,0 0-3 15,-2 2 3-15,1 0-7 0,3 0 2 0,-2 0 1 16,-1-2-5-16,4 3-8 0,-2-1-5 0,0-1-11 16,-1 2-11-16,-3-2-10 0,2 0-14 0,2 1-14 15,-2-1-30-15,1 1-15 0,0-1-117 0,0 0-254 16,-9-1 112-16</inkml:trace>
  <inkml:trace contextRef="#ctx0" brushRef="#br0" timeOffset="134896.67">17471 7132 65 0,'0'0'49'0,"0"0"-39"0,0 0-31 16,9 11-23-16,-9-11 10 0</inkml:trace>
  <inkml:trace contextRef="#ctx0" brushRef="#br0" timeOffset="136585.21">17903 4321 5 0,'0'0'39'0,"0"0"-10"0,0 0 4 0,-1 9-7 16,1-9 3-16,0 0-6 0,0 0 1 0,0 0-10 15,0 0 5-15,0 0-7 0,0 0 6 0,0 0-2 16,0 0-2-16,0 0-7 0,0 0 5 0,0 0 0 16,0 0-2-16,0 0-4 0,0 0-1 0,0 0-1 15,0 0 1-15,0 0-3 0,0 0-5 0,0 0 10 16,0 0 4-16,-2 8-6 0,2-8 1 0,0 0-2 15,0 0 1-15,0 0-2 0,0 0 2 0,0 0-6 16,0 0 0-16,0 0-2 0,0 0 9 0,0 0-1 16,0 0-5-16,0 0 3 0,0 0-9 0,0 0 9 15,0 0-5-15,0 0 4 0,0 0-4 0,0 0-3 16,0 0 6-16,0 0 3 0,0 0-5 0,0 0 4 16,0 0 6-16,0 0-3 0,0 0 0 0,0 0 4 15,0 0 0-15,0 0 11 0,0 0-13 0,0 0-3 16,0 0 5-16,0 0-9 0,0 0 5 0,0 0 1 15,0 0-1-15,0 0 0 0,0 0-7 0,0 0 4 16,0 0 3-16,0 0-8 0,0 0 8 0,0 0-2 16,0 0-2-16,0 0-4 0,0 0 5 0,0 0-5 15,0 0-2-15,0 0 5 0,0 0-4 0,0 0 8 16,0 0-6-16,0 0 2 0,0 0-1 0,0 0 2 16,0 0 0-16,0 0 4 0,0 0-10 0,0 0 8 15,0 0-3-15,0 0-5 0,0 0 0 0,0 0 3 16,0 0 5-16,0 0-3 0,0 0 2 0,0 0 0 15,0 0 5-15,0 0-2 0,0 0-1 0,0 0-3 16,0 0 1-16,0 0 3 0,0 0-1 0,0 0 5 16,0 0-6-16,0 0 11 0,0 0-7 0,0 0-1 15,0 0-1-15,0 0-4 0,0 0 2 0,0 0-3 16,0 0 3-16,0 0 4 0,0 0-4 0,0 0-6 16,0 0 1-16,0 0 0 0,0 0 8 0,0 0-6 15,0 0-4-15,0 0 8 0,0 0-9 0,0 0 10 16,0 0-6-16,0 0 3 0,0 0-3 0,0 0-2 15,0 0 4-15,0 0-4 0,0 0-1 0,0 0 1 16,0 0 2-16,0 0 15 0,0 0-9 0,0 0-13 16,0 0 2-16,0 0 8 0,0 0-5 15,0 0 5-15,0 0-8 0,0 0 6 0,0 0-2 0,0 0 0 16,0 0 4-16,0 0-2 0,0 0 1 0,0 0-5 16,0 0 6-16,0 0-11 0,0 0 2 0,0 0 6 15,0 0 3-15,0 0-3 0,0 0 5 0,0 0-5 16,0 0-2-16,0 0-1 0,0 0 5 0,0 0-3 15,0 0 3-15,0 0-2 0,0 0 2 16,0 0-2-16,0 0-5 0,0 0 13 0,0 0-5 0,0 0-3 16,0 0-1-16,0 0 3 0,0 0-21 0,0 0 9 15,0 0-1-15,0 0 1 0,0 0-7 0,0 0-4 16,0 0-11-16,0 0-4 0,0 0-10 0,0 0-1 16,0 0-25-16,-7 1-78 0,7-1 35 0</inkml:trace>
  <inkml:trace contextRef="#ctx0" brushRef="#br0" timeOffset="160618.71">12560 12251 19 0,'0'0'52'0,"0"0"-4"0,0 0-11 16,0 0 4-16,0 0-12 0,0 0-23 0,0 0-29 15,0 0-13-15,0 0-37 0,0 0 18 0</inkml:trace>
  <inkml:trace contextRef="#ctx0" brushRef="#br0" timeOffset="170231.26">12489 5238 26 0,'0'0'72'0,"0"0"-4"0,0 0-4 0,0 0-4 16,0 0-4-16,0 0-1 0,0 0-12 0,0 0 1 16,0 0 2-16,0 0-7 0,0 0-4 0,0 0 1 15,0 0 2-15,0 0-3 0,0 0-1 0,0 0-6 16,0 0-1-16,0 0-6 0,0 0 3 0,0 0-10 16,0 0 4-16,0 0-12 0,0 0 10 15,0 0-12-15,0 0-19 0,-10-20-23 0,10 20-20 16,0 0-19-16,0 0-44 0,0 0-129 0,0 0 57 0</inkml:trace>
  <inkml:trace contextRef="#ctx0" brushRef="#br0" timeOffset="171741.78">12489 12744 22 0,'0'0'54'0,"0"0"3"0,0 0-4 15,0 0-7-15,0 0-5 0,0 0 0 0,0 0-5 0,0 0 2 16,0 0-5-16,0 0-7 0,0 0 4 16,0 0 0-16,0 0-3 0,0 0-4 0,0 0 5 15,0 0-2-15,0 0 2 0,0 0 0 0,0 0-3 16,0 0-3-16,0 0-2 0,7-3 0 0,-7 3 2 16,0 0 1-16,0 0 1 0,0 0-5 0,0 0-12 15,0 0 8-15,0 0-4 0,0 0 0 0,0 0 1 16,0 0 1-16,0 0 0 0,0 0-9 0,0 0 7 15,0 0-6-15,0 0 0 0,0 0 0 0,0 0 4 0,0 0-5 16,0 0 3-16,0 0-5 0,0 0 0 16,0 0 11-16,0 0-5 0,0 0-1 0,0 0-5 15,0 0-4-15,0 0 7 0,0 0 6 0,0 0-9 16,0 0-4-16,0 0 4 0,0 0-13 0,0 0 18 0,0 0-5 16,0 0 6-16,0 0-11 0,0 0 18 0,0 0-4 15,0 0-11-15,0 0 4 0,0 0 7 0,0 0 2 16,0 0-2-16,0 0-5 0,0 0-5 0,0 0 5 15,0 0-2-15,0 0 2 0,0 0-1 0,0 0 2 16,0 0-11-16,0 0 3 0,0 0 6 0,0 0-10 16,0 0 6-16,0 0 8 0,0 0 1 15,0 0 1-15,0 0 4 0,0 0-9 0,0 0 13 16,0 0-2-16,0 0-11 0,0 0 8 0,0 0 5 0,0 0-10 16,0 0 2-16,0 0-2 0,0 0-1 0,0 0 2 15,0 0-4-15,0 0-2 0,0 0 1 0,0 0-5 16,0 0 7-16,0 0-3 0,0 0-9 0,0 0 6 15,0 0-1-15,0 0-16 0,0 0 11 0,0 0 6 16,0 0-14-16,0 0-4 0,0 0-8 0,0 0-3 16,0 0 3-16,0 0-3 0,0 0 0 0,0 0-14 15,0 0 16-15,0 0 10 0,0 0-6 0,0 0 3 16,0 0 5-16,0 0 3 0,0 0-1 0,0 0-3 16,0 0 3-16,0 0 3 0,0 0 3 0,4 7 2 15,-4-7-4-15,0 0 2 0,0 0 5 0,0 0-6 16,0 0-2-16,0 0 4 0,0 0 9 0,0 0-8 15,0 0 2-15,0 0 4 0,0 0-4 0,0 0-2 16,0 0 6-16,0 0-10 0,0 0 11 0,0 0-4 16,0 0 1-16,0 0-10 0,0 0 11 0,0 0 5 15,0 0-22-15,0 0 18 0,0 0-1 0,0 0-1 0,0 0 0 16,0 0 3-16,0 0 0 0,0 0-9 0,0 0 5 16,0 0 0-16,0 0-6 0,0 0-16 0,0 0 9 15,0 0-2-15,0 0-7 0,0 0 0 16,0 10 1-16,0-10-14 0,0 0-10 0,-2 10-5 0,2-10-50 15,0 11-108-15,0-11 48 0</inkml:trace>
  <inkml:trace contextRef="#ctx0" brushRef="#br0" timeOffset="174295.39">12922 12040 14 0,'0'0'50'0,"0"0"-9"15,0 0-6-15,0 0-3 0,0 0-9 0,0 0-10 16,0 0-5-16,0 0-3 0,0 0-11 0,0 0 3 16,0 0-3-16,0 0 4 0,0 0-2 0,0 0-2 0,0 0-10 15,0 0-14-15,0 0-32 0,0 0 14 16</inkml:trace>
  <inkml:trace contextRef="#ctx0" brushRef="#br0" timeOffset="178483.81">12533 5779 10 0,'0'0'52'0,"0"0"-7"0,0 0-6 16,0 0-2-16,0 0-2 0,0 0-5 0,0 0 2 16,0 0-6-16,0 0-6 0,0 0 0 0,0 0-1 15,0 0-5-15,0 0-2 0,2-7-2 0,-2 7 0 16,0 0-1-16,0 0 0 0,0 0-1 0,0 0 2 15,0 0 0-15,0 0-2 0,0 0 0 0,0 0-1 16,0 0-4-16,0 0 0 0,0 0 2 0,0 0 1 16,0 0 3-16,0 0 5 0,0 0 6 0,-4-8-5 15,4 8 3-15,0 0-9 0,0 0 0 0,0 0 6 16,0 0-6-16,0 0 11 0,0 0-14 0,0 0-2 16,0 0 5-16,0 0 0 0,0 0-5 0,0 0-1 15,0 0-1-15,0 0-11 0,0 0-15 0,0 0-12 16,0 0-16-16,0 0-41 0,0 0-99 0,0 0 45 15</inkml:trace>
  <inkml:trace contextRef="#ctx0" brushRef="#br0" timeOffset="180352.06">17678 7024 19 0,'-4'-6'62'0,"4"6"-7"0,0 0-8 0,0 0-4 0,-5-4-5 15,5 4-5-15,0 0 1 0,0 0-4 0,0 0-7 16,0 0 4-16,0 0-4 0,0 0-6 0,0 0-1 16,0 0-2-16,0 0-6 0,0 0 3 0,0 0-7 15,0 0 2-15,0 0-4 0,0 0-4 0,0 0-1 16,0 0-1-16,0 0-1 0,0 0-6 0,0 0 5 16,0 0-5-16,0 0 7 0,0 0-6 0,0 0-5 15,-5 17-4-15,5-17-7 0,-4 7-8 0,4-7-27 16,-5 9-65-16,0-3 29 0</inkml:trace>
  <inkml:trace contextRef="#ctx0" brushRef="#br0" timeOffset="182008.84">19875 5277 7 0,'0'0'21'0,"0"0"-2"0,-8 0 1 16,8 0 1-16,0 0 2 0,0 0 2 0,0 0 5 0,0 0-5 15,-10 0 1-15,10 0-1 0,0 0 3 16,0 0-3-16,0 0-3 0,0 0-2 0,0 0 3 16,0 0-6-16,0 0-5 0,0 0 0 0,0 0-6 15,0 0 3-15,0 0 0 0,0 0 0 0,0 0-2 0,0 0 0 16,0 0-4-16,0 0 2 0,0 0-1 0,0 0-3 15,0 0 2-15,0 0 0 0,0 0 0 0,0 0 0 16,0 0-3-16,0 0 2 0,0 0-4 16,0 0 2-16,0 0 0 0,0 0 3 0,0 0-4 15,0 0-1-15,0 0 2 0,0 0-1 0,0 0-1 0,0 0 2 16,0 0 0-16,0 0-3 0,0 0 2 0,0 0-1 16,0 0-1-16,0 0 3 0,0 0 1 0,0 0-1 15,0 0 0-15,0 0 2 0,0 0 2 16,0 0-5-16,0 0 3 0,0 0 0 0,0 0-5 15,0 0 5-15,0 0 1 0,0 0-8 0,0 0 4 0,0 0-4 16,0 0 4-16,0 0-2 0,0 0 2 16,0 0-3-16,0 0 8 0,0 0-11 0,0 0-5 15,0 0 1-15,0 0-1 0,0 0 5 0,0 0 1 16,0 0-1-16,0 0-3 0,5 15 10 0,-5-15 0 0,0 0-3 16,0 0-5-16,0 0 6 0,0 0-4 0,3 8 3 15,-3-8-3-15,0 0 0 0,0 0 1 0,0 0-6 16,0 0 2-16,0 0-2 0,0 0 5 15,0 0 2-15,0 10 0 0,0-10-2 0,0 0 7 0,0 0-5 16,0 0 2-16,0 0-4 0,0 0 3 0,0 0-2 16,0 0 4-16,1 5 0 0,-1-5 0 0,0 0-5 15,0 0 4-15,0 0-3 0,0 0 1 0,0 0 0 16,0 0 5-16,0 0-5 0,0 0 3 0,0 0 0 16,0 0-1-16,0 0-1 0,0 0 0 0,0 0 2 15,0 0-2-15,0 0 1 0,0 0-1 0,0 0 1 16,0 0 2-16,0 0-8 0,0 0 3 0,0 0-2 15,0 0 1-15,0 0-3 0,0 0-10 0,0 0-10 16,0 0-32-16,0 0 14 0</inkml:trace>
  <inkml:trace contextRef="#ctx0" brushRef="#br0" timeOffset="192029.87">12353 5882 39 0,'0'0'48'0,"0"0"0"0,0 0-8 0,0 0-4 16,0 0-4-16,0 0-4 0,0 0-1 0,0 0-4 0,-2-8-4 15,2 8-5-15,0 0 3 0,0 0-4 0,0 0 0 16,0 0 0-16,0 0-7 0,0 0 3 16,0 0 0-16,0 0-4 0,0 0 2 0,0 0-2 15,0 0 1-15,0 0 0 0,0 0 0 0,0 0-3 16,0 0-4-16,0 0 4 0,0 0-2 0,0 0 2 0,0 0-10 15,0 0-3-15,0 0 0 0,0 0-8 16,0 0 4-16,0 0-7 0,0 0 0 0,0 0 0 16,0 0-3-16,0 0-32 0,0 0-59 0,0 0 26 15</inkml:trace>
  <inkml:trace contextRef="#ctx0" brushRef="#br0" timeOffset="193878.94">12718 13030 50 0,'0'0'67'0,"0"-7"-10"16,0 7 1-16,0 0-1 0,0-12-4 0,0 12-4 15,-2-10 3-15,2 10-3 0,-3-10-6 16,3 10 2-16,-2-12 6 0,2 12-1 0,0-8 3 0,0 8 0 15,-4-5-3-15,4 5 2 0,0 0 4 0,-4-9-8 16,4 9-8-16,0 0-8 0,0 0 1 0,0 0-13 16,0 0 0-16,0 0-3 0,0 0 2 15,-2-8-5-15,2 8 0 0,0 0-7 0,0 0 0 16,0 0 1-16,0 0-5 0,15 22-4 0,-9-11 6 16,-2 3 6-16,1 5-3 0,4 7-5 0,-4-1 14 0,-1 3-15 15,0 0 3-15,-2 6 1 0,1-1 0 0,-1 1-2 16,-2 12-1-16,0-12 1 0,4-1 5 0,-6 2-6 15,0-2 2-15,2 0-5 0,-2-1 1 16,2 0-1-16,-4-2 8 0,4 2-5 0,-1-5-2 0,1 0-3 16,-2-3 3-16,2-5-1 0,-2 0 2 0,2-1-2 15,0 0-1-15,0 1 2 0,0-3 5 0,0-3-5 16,0-1 3-16,0-1-5 0,0 0 8 0,2-3-10 16,-2-2 3-16,2 4 5 0,-2-10-5 0,0 9-2 15,0-9 0-15,2 10 3 0,-2-10 0 0,3 7-3 16,-3-7 2-16,0 5-20 0,0-5-11 0,0 0-21 15,4 6-13-15,-4-6-10 0,0 0-9 0,0 0-87 16,0 0-183-16,0 0 81 0</inkml:trace>
  <inkml:trace contextRef="#ctx0" brushRef="#br0" timeOffset="194277.57">12489 13630 81 0,'0'0'92'0,"0"0"3"0,17 13 7 0,-12-7-2 0,4 5-21 16,2 4-6-16,-2 1-11 0,0 1 5 0,2 9-2 15,0-3-4-15,-4-4-8 0,5 4-6 0,-3 1 0 16,-1-7-6-16,2 0 2 0,-4-2 3 0,-1-2 2 15,1-2-12-15,-2 2-6 0,2-5 0 0,-1 1 1 16,1-1-5-16,0 1 4 0,-1-4 1 0,-3 0 13 16,5-1 6-16,-2-1 4 0,-5-3-4 0,10 0 8 15,-10 0-5-15,23-6-2 0,-12 0-4 0,6-5-4 16,10-4-4-16,-3-3-3 0,2-3-4 0,-1 0-4 0,5 0 1 16,-6-1-5-16,1 0 0 0,-3 1-2 0,1 2-4 15,-2 3-4-15,-2-2-2 0,-5 6 0 16,1 2 3-16,-5 0-7 0,1 4-9 0,-3 0-20 15,2-1-8-15,1 1-21 0,-4 2-3 0,3 0-24 16,-4 1-24-16,-6 3 0 0,13 0-4 0,-5 0-19 16,-8 0-9-16,10 8-98 0,-8-3-250 0,-2-5 111 0</inkml:trace>
  <inkml:trace contextRef="#ctx0" brushRef="#br0" timeOffset="194989.75">10386 14667 87 0,'-3'-13'155'0,"1"6"-4"16,-1 1-2-16,1 1-10 0,2 5-15 0,-4-10-14 15,4 10-15-15,0 0-9 0,0 0-7 0,0 0-13 16,0 0-3-16,15 32-3 0,-5-4-6 0,-2 6-12 16,4 12-1-16,-6 4-1 0,1 1-10 0,-3 0 4 15,0-3-9-15,-1 1 0 0,-1-4-4 0,-2-11-2 16,0 0 0-16,0-6 4 0,3-1-7 0,-2-8-3 15,-1 1 0-15,2-2-2 0,-1-2 1 0,0 0-3 16,0-3 7-16,-1-2 0 0,3-2 2 0,-3-1 1 16,0-1-7-16,0-7-1 0,4 11 3 0,-4-5 1 15,0-6 3-15,0 8 6 0,0-8 8 0,0 0 7 16,0 0 5-16,0 0-2 0,0 0-4 0,0 0-5 16,0 0-2-16,0 0-6 0,0 0 6 0,0-27-11 15,2 11 2-15,1-3-3 0,-2-7-3 0,3-1 0 16,2 0-1-16,3 1-3 0,3-1-4 0,-2 2 0 15,4-1-1-15,-1 3-3 0,3 4 4 0,-4 5-3 16,1 2-2-16,2 0-3 0,-5 6-6 0,7 0 5 16,-2 1 2-16,-1 4-5 0,4 2 3 0,-1 1-1 15,-3 2-5-15,4 1 4 0,0 3 3 0,1 3 0 16,-3 0-2-16,1 0 1 0,-2 4-2 0,-3-1 3 16,3 0 1-16,-2-2-1 0,-4 2-7 0,2 0-21 15,0-1-18-15,-2-1-14 0,0-2-30 0,2 2-27 16,-3-2-18-16,-1-2-24 0,2-1-11 0,0-1-99 15,-2-3-292-15,-7-3 130 0</inkml:trace>
  <inkml:trace contextRef="#ctx0" brushRef="#br0" timeOffset="195259.08">11066 15083 79 0,'0'0'98'0,"0"0"1"0,0 0 17 0,0 0-21 0,0 0-8 16,-1 26-8-16,3-16-4 0,-2 2-3 0,3 2-7 15,-3-2-3-15,3 3-4 0,1-1-10 0,0-1 2 16,2-4 0-16,0 0-4 0,1-1 0 0,2 1 1 16,0-3 5-16,1-5 1 0,3 3-3 0,0-4 0 15,-1-1-1-15,-1-2 7 0,-1-1-9 16,3 2 4-16,-4-3-15 0,1-1 7 0,-5-1-1 0,0 1-3 16,-1-3-2-16,-3 2-5 0,-1-3-13 0,-2 0-12 15,-3 0-4-15,-3 1-10 0,-2 0-21 0,-5-1 2 16,-3 2-19-16,-1 0-17 0,0 3-5 0,0 0-12 15,-1 3-22-15,1 2-15 0,-2 4-6 16,1 0-93-16,3 2-232 0,1-1 103 0</inkml:trace>
  <inkml:trace contextRef="#ctx0" brushRef="#br0" timeOffset="195667.52">11358 15137 56 0,'7'4'121'0,"-2"2"-12"0,0-1-8 0,3 2-7 16,-3-1-3-16,-1 0-10 0,-2 2 7 0,3-2-15 15,-3 0-1-15,0 1-7 0,1-3 5 0,-1 3-16 0,3-1-7 16,-5-6-6-16,4 7 0 0,-1-3-6 16,-3-4-4-16,7 4-1 0,-7-4 3 0,10-2-10 15,-10 2 11-15,11-4-11 0,-5 1-1 0,4-5-7 16,-3 0-1-16,3 1 0 0,-2-2-1 0,1 0-6 15,0-5-10-15,-2 5-9 0,1-1 4 0,1 1-4 16,-1 1 1-16,-2 4 0 0,-1 0 14 0,2 0-13 16,-7 4-10-16,0 0 11 0,19-1 0 0,-19 1 1 15,0 0-2-15,16 8 5 0,-8-5 0 0,-2 1 4 16,-6-4-4-16,13 11 4 0,-3-7 1 0,-1-1-7 16,-9-3 1-16,13 4 8 0,-4-1 13 0,-9-3-1 15,17 0 6-15,-17 0 9 0,15-5 1 0,-6 3 8 0,1-3 1 16,-10 5 8-16,14-13-2 0,-9 7 0 0,1-2-5 15,-3-1-5-15,-3 9-3 0,8-12 0 0,-3 5-4 16,-3 2-2-16,-2 5-11 0,2-12-33 16,-2 12-27-16,0 0-40 0,-4-17-29 0,4 17-23 15,-9-9-111-15,9 9-266 0,0 0 117 0</inkml:trace>
  <inkml:trace contextRef="#ctx0" brushRef="#br0" timeOffset="196160.7">12203 15233 61 0,'0'0'158'0,"9"4"4"0,-9-4 0 16,5 0 2-16,-5 0-4 0,0 0-8 0,0 0-6 15,0 0-8-15,0 0-14 0,0 0-10 0,0 0-11 16,0 0-10-16,0 0-6 0,0 0-9 0,0 0-10 15,-23-12-6-15,19 6-6 0,-1 0 1 0,1 0-9 16,-1-3-9-16,3-3-2 0,2 1-8 0,0-7-2 16,2 2-4-16,5-2 1 0,4 0-6 0,-2 2-3 15,9-4-2-15,-3 7-3 0,4 1-1 0,-2 3-1 16,4 5-6-16,0 0 6 0,1 4-6 0,-4 5 1 16,2 0-1-16,-2 5 0 0,0 2-4 0,-3 2 3 15,-1 1-8-15,-1-1 9 0,-1 0-2 0,-3 0-1 16,0 1 2-16,0-1 0 0,-4-4 2 0,-3 0-5 15,2-5 5-15,-2 1-3 0,0 1 6 0,-2-7-3 16,3 7 5-16,-3-7 1 0,2 5 4 0,-2-5-4 16,0 0 2-16,0 0-2 0,0 0-2 0,0 0-5 15,0 0 5-15,4-24-3 0,2 15 1 0,-2-4 1 16,0-2-6-16,0-1 2 0,5 1-5 0,-2-1-1 16,2 1-5-16,4-1-2 0,-1 4 1 0,1-1-3 15,-2 5 4-15,1 3-1 0,-1 0-3 0,3 4 3 16,-5 2 1-16,4 3 2 0,-2 0-5 0,1 4-5 15,1 3-8-15,-2 1-12 0,0 2-14 0,-4 1-24 16,2 1-13-16,-2-1-22 0,-1 0-18 0,1-2-13 16,-3-2-8-16,2 1-8 0,-2-4-88 0,0 1-264 15,1-3 117-15</inkml:trace>
  <inkml:trace contextRef="#ctx0" brushRef="#br0" timeOffset="196476.67">12883 15035 78 0,'0'0'120'0,"-4"-12"-12"16,4 12-11-16,0-7-9 0,0 7-11 0,0 0 0 16,0 0 17-16,0 0-3 0,0 0-4 15,-4 34-11-15,8-18-1 0,-4 0-4 0,4-4-10 0,1 3 0 16,0 3-5-16,4-4-8 0,-2-1 3 0,1-1-9 16,0-3-10-16,2-1 12 0,-1-1-7 0,3-2 2 15,-1-3-3-15,2 0 0 0,1-3-7 0,-3-3 8 16,3-1-5-16,3-2 0 0,-1-4 0 15,-3-1 2-15,0 0-1 0,-1-1-7 0,1 1 5 16,-3-2-6-16,-1 0 2 0,-1 2-6 0,-2 0-1 16,-2 1-5-16,1 3 3 0,-3-2-3 0,0 4 4 0,0 2-6 15,2-2-4-15,-4 6 0 0,3-7-5 0,-3 7 3 16,0 0-3-16,0 0 1 0,0 0 1 16,6 18-2-16,-6-4-2 0,3-2-21 0,-3 5-35 0,-3 1-32 15,6 1-33-15,-1-1-21 0,3 2-12 16,-1-2-119-16,0-2-292 0,5-1 129 0</inkml:trace>
  <inkml:trace contextRef="#ctx0" brushRef="#br0" timeOffset="197037.72">13327 15097 153 0,'-2'-11'157'0,"1"1"-1"0,1 10-3 16,-2-10-8-16,2 10-14 0,-3-10-16 0,3 10-11 0,0 0-15 15,0 0-9-15,0 0-2 0,0 0-2 16,0 28-16-16,0-13-13 0,3 3 6 0,-1-1-12 16,1 3 1-16,1-1-8 0,2 1-2 0,1-2-2 15,5-3-11-15,-1 6-15 0,0-5-12 0,3-6-23 16,-1 1-6-16,3-2-22 0,-5-4-26 0,7-1 0 16,0-4-14-16,0 0-7 0,-1-2-4 0,4 0 3 15,-1-7 9-15,-4 0 5 0,4 0 14 0,-5-3 22 16,-1 0 5-16,0-1 15 0,-3 0 8 0,-2-6 9 15,-2 1 5-15,1-8-1 0,-2-1 3 0,0-2 2 16,0-3 0-16,-1-1 5 0,-1 0 5 0,-4-2 6 16,0 2 11-16,2-1 6 0,-1 1 0 0,-6 4 12 15,7 0 12-15,-2 10-1 0,-2 6 30 0,4-3 7 16,-2 6-1-16,0 10-10 0,0-13-7 0,0 13-13 16,0 0-3-16,0 0 1 0,0 0 4 0,16 45 15 15,-11-13 2-15,1 13-4 0,-1 4-5 0,0-2-8 16,-3-13 5-16,1 1-11 0,1 0 3 0,0-3-8 15,-2-1 0-15,3-6 1 0,-5-6 1 0,2 1-7 16,0-7-2-16,-2-2-2 0,2 0-2 0,0-1-6 16,-2-4 5-16,3-1 7 0,-3-5 9 0,0 0 7 15,1 9 0-15,-1-9-5 0,0 0-3 0,0 0-6 16,0 0-2-16,0 0-4 0,8-28-6 0,-3 14-1 16,3-3-6-16,0-1-6 0,5-6-4 0,-2-2-5 15,5 3 1-15,-1 2-3 0,4 1 0 0,-5 8-1 16,-2-1-1-16,-1 9 1 0,-2-1-2 0,1 3-2 15,1 5 0-15,-3 1-3 0,2 5 1 0,-1 1 3 16,2 3 3-16,-7 6-9 0,4 0-27 0,-4 7-31 16,0 1-28-16,-2 0-61 0,1-7-30 0,-2 10-165 15,4-5-379-15,3 1 168 0</inkml:trace>
  <inkml:trace contextRef="#ctx0" brushRef="#br0" timeOffset="197571.18">14393 15059 42 0,'0'0'152'0,"0"0"-17"16,11 1 15-16,-11-1-20 0,5 20-11 0,-1-3-11 16,-2 2-10-16,1 5-8 0,-3 2-11 0,0-7-6 15,0-1-2-15,0 0-9 0,0-2-1 16,0-3-4-16,0-5-2 0,0 3 1 0,0-11 9 15,0 11 16-15,0-11 12 0,0 0 13 0,-2 11-4 0,2-11-12 16,0 0-4-16,0 0-13 0,0 0-7 16,-19-11-5-16,17 3-4 0,-5-2-9 0,5 0 0 15,-2-8-10-15,0 3 0 0,4-10-6 0,4 0-2 0,0-3-4 16,1-2 0-16,5 1-9 0,2 0-5 0,2 1 1 16,6 0-4-16,-2 6 0 0,0 2 1 0,-4 8-6 15,3 0-2-15,2 6-1 0,1 2-1 0,-2 4 2 16,0 4-4-16,2 3-1 0,2 8 0 15,1-1 2-15,-10 0-2 0,7 4 2 0,-4 2 3 16,-2-3-5-16,-3-2 10 0,-1 0-10 0,-2 0 4 0,-3-4-4 16,-2 1 0-16,0-1 3 0,-1-4 1 0,-2 0 8 15,4-1-6-15,-4-6 4 0,2 8-2 0,-2-8 2 16,0 0 1-16,0 0 0 0,0 0-3 16,0 0 1-16,0 0-2 0,0 0-1 0,0 0 2 15,0 0-3-15,0 0 0 0,-3-26-2 0,4 14 0 16,5-3 2-16,-2-3-3 0,5 0-3 0,2-4 1 0,1 5-3 15,-1 1 2-15,1 2 1 0,3-1-4 16,-2 6 2-16,-2 4-3 0,4 0-1 0,-4 4 1 16,2 5 2-16,-3 1-1 0,5 4 0 0,-2 4 2 15,-1 3 1-15,-2 6-20 0,-2-4-18 0,-3 8-19 16,1 3-34-16,-3-3-52 0,-2-1-49 0,-1 0-170 16,-3-6-396-16,5-1 176 0</inkml:trace>
  <inkml:trace contextRef="#ctx0" brushRef="#br0" timeOffset="197935.55">15348 14951 75 0,'-7'-3'192'0,"1"0"-20"0,6 3-13 0,-19 8-7 0,9 3-13 15,-8 10-2-15,1-1-16 0,1 6-10 16,-2 1-11-16,3 0-7 0,3-1-11 0,4 0-10 15,2-9-9-15,5 0-2 0,3-2-7 0,1 1-4 16,2-1-7-16,0-7 0 0,0 1-3 0,0-6-4 16,-5-3-2-16,14 8-3 0,-14-8-7 0,15 2 5 15,-3-6-8-15,-2-2 1 0,2-1-5 0,1-5 0 16,-2-1-2-16,1 1 1 0,-1-4 1 0,-3-1-6 16,0 0 9-16,0-1-10 0,-3 0 1 0,1-9 2 15,-5 7 0-15,3 3-1 0,-3-1 0 0,0 6 7 16,1 1 1-16,-1 1 1 0,-1 3-3 0,0 7-4 15,1-10-2-15,-1 10-7 0,0 0 9 0,0 0-5 16,0 0-5-16,13 17 3 0,-9-5-2 0,3 3 1 16,-1 1 1-16,5 3-8 0,-2-1 5 0,0-1-20 15,0 2-23-15,5 1-29 0,3 0-38 0,-2-8-40 16,-1 1-43-16,1-2-135 0,-3-5-350 0,4 1 155 16</inkml:trace>
  <inkml:trace contextRef="#ctx0" brushRef="#br0" timeOffset="198151.44">15839 14963 87 0,'0'0'179'16,"0"0"-17"-16,2-10-13 0,-2 10-12 0,0 0 6 16,0 0-4-16,0 0-5 0,0 0-3 0,21 19-9 15,-13-6-3-15,2 1-11 0,0 3-10 0,3-2-11 16,3 7-10-16,1-5-4 0,5 1-9 0,2-1-7 15,-2-1-13-15,-1-3-17 0,-5 0-33 0,-2-4-36 16,1-2-39-16,1 2-27 0,-5-1-24 0,-2-3-26 16,0-1-111-16,-9-4-290 0,11 5 128 0</inkml:trace>
  <inkml:trace contextRef="#ctx0" brushRef="#br0" timeOffset="198313.42">16054 14970 75 0,'0'0'169'16,"0"0"2"-16,-17 22-1 0,8-6-11 0,-3 10-11 16,2-3-18-16,-4 6-7 0,3 4-14 15,-3 0-9-15,0-2-19 0,3 1-44 0,0 0-42 16,2-2-56-16,1 0-62 0,-4-3-92 0,4-2-230 0,3-7 101 16</inkml:trace>
  <inkml:trace contextRef="#ctx0" brushRef="#br0" timeOffset="198527.11">16410 15012 1714 0,'12'-17'121'0,"-2"4"-16"16,-4 3-4-16,-1 1-37 0,-1 1-24 0,1 4-20 16,-5 4 0-16,7 0-5 0,-7 0 12 0,7 15 4 15,-3-1-3-15,0 4-1 0,-1 1-3 16,-1 9-2-16,1 0-2 0,-3 1-2 0,0-1 1 15,0 0-3-15,1 0-10 0,-1 1-13 0,3-4-19 16,-2 1-31-16,1-7-39 0,0-2-39 0,3-1-45 16,-3 0-144-16,-2-3-349 0,0-4 156 0</inkml:trace>
  <inkml:trace contextRef="#ctx0" brushRef="#br0" timeOffset="198683.33">16359 14758 30 0,'0'0'58'0,"23"6"-37"16,-6 2-40-16,-1 1-19 0,1 3 9 0</inkml:trace>
  <inkml:trace contextRef="#ctx0" brushRef="#br0" timeOffset="199434.31">16786 15235 115 0,'0'0'185'0,"10"-13"-16"16,-9 6-2-16,-1-3-9 0,0 0-15 0,0-2-8 16,0-4-12-16,-1-1-15 0,7-1-7 0,-3-6-12 15,-2-1-12-15,3 0-5 0,1-2-5 0,4 4-7 16,1 5-10-16,1 1-3 0,-1 4-2 0,2 1-8 15,-1 5-6-15,-1 2-5 0,3 4-3 0,5 2-2 16,-2 4 8-16,0 5-7 0,0 1-1 0,-2 4-1 16,0 0-2-16,3 6-4 0,-4-3 5 0,-2 4-3 15,-2-6-5-15,0 0-1 0,-2 0 2 16,0-2 2-16,-4-3-3 0,1-3 0 0,1-1 0 0,-4 0 1 16,0-2 11-16,-1-5 11 0,3 7 7 0,-3-7-4 15,0 0-7-15,0 0-3 0,0 0-3 0,0 0-4 16,0 0 0-16,-3-26-2 0,4 17 1 0,-1-4-4 15,3 2-1-15,4-5-2 0,-2-3-2 16,1 1-1-16,3 1 1 0,0 1 0 0,1 0 1 16,2 1-4-16,-1 3-4 0,-1 3 1 0,2 3-4 0,-1 0-2 15,3 3 1-15,-2 3 0 0,1 3 0 0,3 4 2 16,1 4-1-16,-2-1 3 0,-3 4-5 0,0 4 2 16,-2 0 1-16,-3 0 1 0,2 1-1 0,-4 6 5 15,-1-5-24-15,-1-2-24 0,-2 1-36 0,-1-1-18 16,0 1-27-16,2-2-26 0,-2-8-20 0,2 1 1 15,-1-1-4-15,-1-9 11 0,4 11 11 0,-4-11-81 16,6 3-248-16,-6-3 815 0,10-3-504 0,-10 3 159 16,13-10-59-16,-5 1 9 0,-2 0 19 0,2-5 6 15,0-1 1-15,-2-2 2 0,2 0 6 0,-3-2 2 16,1-5 5-16,-1-1-1 0,1-1 14 0,0 0 10 16,-1 0 11-16,-3 8 16 0,2 1 13 15,-2 5 16-15,0 0 16 0,1 3 12 0,-2 3-4 16,-1 6-20-16,3-9 6 0,-3 9-1 0,0 0 17 0,0 0 1 15,6 20-3-15,-6-3 7 0,0 0-7 0,2 1-7 16,-2 2-5-16,2-3-7 0,-1 0-4 16,4 0-5-16,-2 1-3 0,1-7-3 0,-2-1-5 0,2-1-4 15,2 0-3-15,1-3-2 0,-2-1 2 16,1-3 1-16,-1 2-4 0,2-2-2 0,-7-2 1 0,12-2 0 16,-3-2-6-16,-1-2-3 0,2 1 0 0,-2-3 0 15,1 0-8-15,0-1 0 0,0-3-5 16,-3 2 5-16,-1 1-3 0,1-1 0 0,-3 3-1 15,1 1-1-15,0-1-6 0,-4 7 1 0,4-7-2 16,-4 7-3-16,5-5-5 0,-5 5 1 0,0 0 2 16,0 0 0-16,8 13-1 0,-8-1 4 0,0 0-16 15,-3 5-22-15,0 2-33 0,0-1-35 0,1-2-36 16,1 2-38-16,-3-1-171 0,0-1-375 0,2 0 166 0</inkml:trace>
  <inkml:trace contextRef="#ctx0" brushRef="#br0" timeOffset="199870.05">17793 15150 57 0,'1'-21'177'0,"2"9"-2"16,-1-4-6-16,0 0-10 0,0 0-1 16,-1-2-9-16,2 1-5 0,0-2-10 0,4-6-7 15,-1 7-9-15,1 1-13 0,2-1-4 0,1 2-9 16,0 3-8-16,2 1 0 0,-1 5-13 0,3-2-6 15,0 5-7-15,-1 3-5 0,6 5-5 0,1 2-3 16,-3 0-4-16,0 5-2 0,5 5 0 0,-3 3-9 16,-8-6-4-16,1 3 3 0,-2 1 1 0,-1-2-11 15,-2 0-1-15,1 2 1 0,-3-7-6 0,-2 0-2 16,0-1 4-16,-2-2-2 0,2-1-2 0,-3-6 5 16,2 7 0-16,-2-7-4 0,0 0 3 0,0 0-2 15,0 0-1-15,0 0-2 0,0 0 0 0,0 0-3 16,-12-25 2-16,12 16-2 0,0-2-3 0,-1-6 5 15,2 1-5-15,6-3 3 0,1-5-4 0,1 1-4 16,3-3 0-16,1 6-1 0,-1 3 0 0,-1 4 2 16,-1-1-4-16,1 6 2 0,-2 2-1 0,0 1-3 15,-1 4 1-15,1-1-2 0,-9 2 3 0,17 8 2 16,-6 0 2-16,-3 2-3 0,0 5 0 0,1 3 3 16,-3-1 4-16,1 2-2 0,-5 1-2 0,2 1 0 15,-3-3-15-15,-1 6-22 0,-2-6-28 0,-2 0-36 16,1-1-42-16,1 2-34 0,3-4-11 0,0 1-19 15,1-5-111-15,1-1-345 0,3-6 152 0</inkml:trace>
  <inkml:trace contextRef="#ctx0" brushRef="#br0" timeOffset="201434.07">19204 14875 78 0,'0'0'147'0,"0"0"-26"0,-18-7 2 16,11 7 4-16,7 0-4 0,-15 4 0 0,5 3-11 16,0 0-8-16,-4 5-13 0,1 3-6 0,-4 6-8 15,2 3-7-15,1-3-3 0,2 2-6 0,7-4-13 16,-2-2 5-16,3 4-10 0,1 4 0 0,2-7-8 16,4-1-1-16,0 1-3 0,5-5 3 0,1-1-9 15,4-1-5-15,2-1-17 0,0-2-7 0,5 0-5 16,-1-3-7-16,0-2 1 0,1-3-6 0,1-2-4 15,-1 0 6-15,1-2-17 0,-3-2 5 0,1-2 1 16,0 2 11-16,-5-6-6 0,2 3 6 0,4-8 4 16,1 1-5-16,-8 3 7 0,1-2-6 0,-1 0 12 15,2-8-4-15,-3 1-1 0,-4 8 13 0,3-4-7 16,-3 2 7-16,0 0-6 0,-1 2 19 0,-2 3 9 16,-1 1 8-16,-1 3-6 0,-3 7 0 0,3-11 0 15,-3 11-5-15,0 0-8 0,0 0 10 0,7-2 7 16,-7 2 6-16,5 16 1 0,-1 0 1 0,-2 0-5 15,1 4 2-15,-2-2-2 0,2 3-2 0,1-3-6 16,-1-1 4-16,6 0-8 0,-2-1 4 0,2-1-7 16,-2 2 5-16,2-5-1 0,0-2-6 0,0-3 2 15,1 0-3-15,3-1 3 0,-1-2-2 0,0-3-3 16,6 2 0-16,-4-6-3 0,0 1 0 0,-2-2-1 16,5-2 4-16,-7 0-3 0,6-1 2 0,-7-3-1 15,4-1-2-15,-7-2-3 0,5 1-3 0,-3-3 0 16,-2-1 3-16,0 0-6 0,-1 0-2 0,-1 1 0 15,0-1-4-15,0-1 4 0,-3 0-2 0,-1 7 3 16,1 0-1-16,1 2 4 0,0 1 4 0,-2 7-3 16,0-9 4-16,0 9-3 0,0-9-3 0,0 9 0 15,0 0-1-15,0 0 5 0,0 0 7 0,7 23 0 16,-7-7 0-16,1 0-2 0,-1 2 3 0,1 1 3 16,0-1-6-16,2 2 5 0,0-1-2 0,0 0 2 15,3-2 0-15,-1-1 0 0,3 0-3 0,0-3 2 16,0-2 4-16,2-1 1 0,2 2-5 0,-2-5 2 15,1 0 5-15,2-4-2 0,5 0 6 0,-6 1-4 16,2-7-10-16,2 1 6 0,2-1-3 0,0-3 0 16,-3-2-2-16,-1 0 1 0,-3 0-2 0,4-4 1 15,-3-2-1-15,1 0-2 0,-4-2-1 16,-2-2 3-16,-1-1-6 0,1 0 2 0,-4-1-2 0,0-6-3 16,-4 0-5-16,-3 7 3 0,0 0-3 0,-2 1-1 15,-1 1 0-15,0 1 3 0,0 6-1 0,2 1 2 16,-2 0 3-16,1 3-3 0,2-1 0 0,1 2 0 15,-3 0-3-15,6 5 0 0,-5-5 0 0,5 5-1 16,0 0 0-16,0 0-2 0,-5-6 4 0,5 6 0 16,0 0 0-16,0 0 3 0,0 0 0 0,0 0 0 15,27 7 2-15,-15-5-2 0,-2-1 3 0,4 0-4 16,0-1 1-16,3 0 3 0,2 2-1 0,-6 0-6 16,1-1 1-16,-4 4 2 0,4 1 1 0,-5-1-1 15,1 1 1-15,0 2 2 0,1 2 0 0,-2 5 3 16,-2-4 0-16,1 4 3 0,-2 1-3 0,-2-1 1 15,3 2 0-15,-1-3 2 0,-2-2-4 16,-1 0 1-16,1 1 0 0,0-2-2 0,0-1 3 0,1-1-4 16,0 0 4-16,0-5 2 0,0 3-1 0,1-3-1 15,0-2 6-15,0 1-3 0,3-2-3 0,1-1 5 16,1-2-2-16,0-1-3 0,-2 0 1 0,1-4 7 16,1 1-7-16,-2-1 0 0,0-2-2 0,-1-3 0 15,1 0 1-15,-5 0-1 0,3-3-1 0,-3-2 0 16,-1 1-3-16,2-3 1 0,-3 3-3 0,-1 0 1 15,-1 6 3-15,-1-2-2 0,1 1 2 0,0 1-3 16,1 1 0-16,-1 1 0 0,0 8-1 0,0-13 1 16,0 13-5-16,0-11 2 0,1 6 0 0,-1 5-1 15,4-7-1-15,-4 7 3 0,12-5 0 0,-5 4 3 16,-7 1-2-16,19 2-4 0,-7 2-6 0,1-1 8 16,-3 3 0-16,6 3 2 0,-3 1-3 0,0 3-3 15,-3 0 6-15,-2 1-1 0,2 1-1 0,0 1 3 16,-3-1-4-16,-1-1 4 0,-1 2-3 0,0-5 2 15,-1 1 2-15,0-2-2 0,1 2 0 16,2-5 2-16,-3 2-4 0,-1-2 5 0,4-4 2 0,-2 3-5 16,1-4 4-16,1 0 0 0,-7-2 0 15,15 0 4-15,-7 0-1 0,1-4 3 0,3-2-2 16,0 0-2-16,3-4 3 0,-3-2-1 0,-1-2-3 0,2-1 0 16,-4-2 2-16,0-1-1 0,0-5-1 0,-2 4 0 15,-3 2-1-15,-1-2 2 0,-2 2-3 0,-1 2-1 16,-1 3-1-16,0 1 0 0,-1 1-3 15,-2 1 3-15,-1 2 0 0,5 7 1 0,-12-3-3 16,12 3 1-16,-21 10 0 0,7 1 0 0,1 3 0 0,-5 8-2 16,5 1 2-16,0 0-1 0,5-4-19 0,0-2-26 15,4 2-48-15,2 6-19 0,7-5-19 0,6-4-49 16,11 3-210-16,4-5-424 0,6-1 188 16</inkml:trace>
  <inkml:trace contextRef="#ctx0" brushRef="#br0" timeOffset="201908.2">20942 15038 36 0,'0'0'175'0,"4"12"-23"0,-4-6 5 16,1 2-12-16,-1 1-8 0,0 2-7 0,-1-2-8 16,-1 2-5-16,1 0-13 0,0-1-14 0,-2-1-6 15,2 0-7-15,-2-2-8 0,3-7-7 0,-1 8 9 16,1-8 4-16,-1 8 5 0,1-8 10 0,0 0 4 15,-3 9-3-15,3-9-12 0,0 0 0 0,0 0-13 16,0 0-8-16,0 0-5 0,-2-25-7 0,4 15-2 16,1-2-5-16,-1 0-6 0,5-3 1 0,-1-3-9 15,2-1 0-15,5-2-2 0,1-1-3 0,-3 9-2 16,5-1-1-16,-4 3-2 0,1 0-4 0,-4 3-1 16,1 4-6-16,1 1 2 0,1 1-1 0,-12 2 1 15,25 6-1-15,-13-1-1 0,-1 2 1 0,1 5 0 16,2 0 3-16,-3 2-5 0,-4 1 3 0,5 0-4 15,-3 1 5-15,0 2-5 0,1 0 2 0,-4-2-4 16,1 1-26-16,-1-2-26 0,-4-3-36 16,4-3-46-16,-2 1-38 0,1-1-28 0,-1-4-176 0,-4-5-407 15,9 7 180-15</inkml:trace>
  <inkml:trace contextRef="#ctx0" brushRef="#br0" timeOffset="202151.76">21415 14636 177 0,'-1'-10'227'0,"1"10"-14"15,-2-11-20-15,2 11-23 0,0 0-10 0,0 0-17 16,0 0-12-16,0 0 0 0,-2 29-2 0,-1-1-8 16,2 5-7-16,-2 2-7 0,1 10-11 0,-1-9-6 15,0 0-9-15,2-4 0 0,1 1-19 16,1-2-3-16,1-2-5 0,0-2-4 0,-2-2-1 0,6-1-11 15,-5-5-8-15,0-2-22 0,0 0-23 0,-1-3-32 16,2-2-43-16,-1-2-48 0,2-1-49 0,-3-9-33 16,1 11-117-16,-1-11-363 0,0 0 161 0</inkml:trace>
  <inkml:trace contextRef="#ctx0" brushRef="#br0" timeOffset="202313.54">21224 14940 28 0,'0'0'175'0,"0"0"-13"0,0 0-7 16,32-8-14-16,-11 6-14 0,8-2-13 15,6 0-12-15,2 0-31 0,15-5-37 0,3 3-20 0,5 2-22 16,6 1-44-16,1-2-126 0,24-7-191 16,-26 5 85-16</inkml:trace>
  <inkml:trace contextRef="#ctx0" brushRef="#br0" timeOffset="202853.55">22532 14837 130 0,'-8'-3'171'0,"8"3"-12"0,-19-1-7 16,6 2-8-16,-2 5-18 0,-3 2-9 0,0 5-10 15,-4 2-11-15,1 4-9 0,1 3-7 0,0-1-6 16,2 0-10-16,3 0-1 0,4-3-9 0,3-1-6 16,1-1-4-16,3 0-2 0,4-1-3 0,2-4-9 15,0 1 4-15,2-3-4 0,2 0 1 0,2-1-5 16,1-3-4-16,1 0-2 0,3-1 2 0,-2-2-7 16,1-1 4-16,1-2-4 0,3-4 2 0,-2 1 3 15,-2-2-1-15,3-2 1 0,-1-1 2 0,0-1-3 16,0-2 3-16,-6 1-2 0,2-3 3 0,-1 1-2 15,0-1 0-15,0-2-6 0,-1 1-4 0,-1-2 6 16,-3 7 0-16,2 0 1 0,-3-2 1 0,1 7 3 16,-1-1-3-16,-1 1 0 0,1-2-8 0,-3 7 3 15,0 0-5-15,7 0 1 0,-7 0-2 0,0 0 6 16,9 18-4-16,-5-9 3 0,1 5-1 0,-2-3 3 16,2 5-5-16,0 0-1 0,0 1-1 0,3-1-14 15,2 2-28-15,0-2-56 0,3 0-39 0,1-3-46 16,0 0-184-16,2-5-388 0,3-1 172 0</inkml:trace>
  <inkml:trace contextRef="#ctx0" brushRef="#br0" timeOffset="203614.96">23573 14786 87 0,'3'-7'158'0,"-3"7"-3"0,0 0-3 0,1-9-19 15,-1 9 0-15,0 0-14 0,0 0-9 0,0 0-14 0,0 0-14 16,0 0-5-16,0 0-7 0,0 0-2 0,0 0 0 16,1 35-2-16,1-16-5 0,-2 1-6 0,1 3-2 15,0-4-6-15,2 0-6 0,1-2 0 16,2 1-7-16,0-3-3 0,3-1 0 0,-2 0-5 16,2-6-1-16,-2 0 2 0,3-2-3 0,0 0-3 15,-1-4-4-15,2 1 3 0,-2-2-6 0,1-1 3 0,-10 0 0 16,15-4-2-16,-6-1 1 0,0 0-5 15,-2 0 2-15,-1-2-2 0,2 0-1 0,-3-2-4 16,-1 0 2-16,0 2-2 0,1-3-1 0,-3 1 4 16,1-1-10-16,1 1 4 0,-4 4 2 0,0 5-3 15,2-11-3-15,-2 11-3 0,3-9 0 0,-3 9-9 0,2-5 0 16,-2 5 5-16,0 0-3 0,0 0 8 0,0 0-5 16,9 16 1-16,-5-8 5 0,-1-3-2 0,2 5 0 15,1-3-9-15,1 1 10 0,0 1-2 16,1-2 4-16,2-2 3 0,-1-1-4 0,5-1 1 15,-2 1 3-15,0-4 5 0,1 0 0 0,0-4 2 0,1 0 16 16,-2-1-5-16,4-1 3 0,-3-5-4 0,1-4 9 16,-3 1 2-16,-2 1 6 0,2-3 0 15,-4-3-2-15,1 2 0 0,-4-1-1 0,0 0 3 16,1-6-12-16,-5 7 3 0,0-1-11 0,-4 0 1 16,0 1 5-16,-2 3-15 0,-1 3-14 0,1 2-18 15,-3-1-14-15,0 3-25 0,1 4-25 0,8 3-23 0,-20-2-21 16,20 2-17-16,-18 6-26 0,8 1-139 15,1 2-340-15,2 0 150 0</inkml:trace>
  <inkml:trace contextRef="#ctx0" brushRef="#br0" timeOffset="203962.28">24271 14761 46 0,'7'-4'151'15,"0"-1"-6"-15,-7 5 10 0,6-4-19 0,-2 0-13 16,-4 4-12-16,0 0-10 0,0 0-9 0,0 0-7 15,0 0-7-15,0 0 4 0,0 0 2 0,-29 13-7 16,19-3-6-16,-4 2-1 0,0 1-2 0,-2-1-12 16,3 2-4-16,1 1-7 0,1-3-1 0,4 4-7 15,0-5-4-15,2 0 0 0,3 1-4 0,1-4-6 16,-1 0 1-16,2-8-1 0,2 11-1 0,1-6-5 16,2 0 0-16,2-2-3 0,-7-3 2 0,13 2 0 15,-6-2 3-15,-7 0-5 0,18-5-5 0,-8 3 0 16,1-3-1-16,-2-2-2 0,1 2 1 0,0-1-1 0,-1 0-1 15,-1 0-2-15,-1 0 2 0,1 2 3 0,-3-1-2 16,-5 5-7-16,8-4 1 0,-3 1-3 16,-5 3 2-16,0 0-2 0,0 0-2 0,16 6 6 15,-12 1-4-15,0 1 1 0,1 1 5 0,-2 4-2 16,2 1 1-16,-3 3-3 0,2-2-16 0,-3 2-24 16,2-6-45-16,0 4-22 0,-1-3-42 0,2 2-32 15,-3-2-100-15,2-2-304 0,-2-4 136 0</inkml:trace>
  <inkml:trace contextRef="#ctx0" brushRef="#br0" timeOffset="204289.62">24470 14801 18 0,'0'0'165'15,"0"0"-5"-15,12 15-7 0,-6-6-8 0,3 6-3 16,-1-4-10-16,-6 4-14 0,6 1-9 0,-1 0-6 16,3-2-1-16,-1 1-9 0,1-2-2 0,-2-4-4 15,0 1-10-15,2-3-5 0,-4 2 2 0,-1-4-6 16,2 0 5-16,-3-1 3 0,2 0 9 0,-6-4 0 16,9 2-2-16,-9-2-7 0,0 0 3 0,21-9-9 15,-13 5-2-15,-3-5-9 0,3-1-5 0,-1-3-5 16,0-1-3-16,-1-4-6 0,1 1-1 0,-1-1-6 15,0-7-2-15,3-3-12 0,-2 3-11 0,-1 6-20 16,0-4-19-16,2-3-17 0,-4 7-27 0,0 9-21 16,-2 0-39-16,1-1-35 0,1 3-41 0,-2 4-157 15,-2 4-397-15,0 0 175 0</inkml:trace>
  <inkml:trace contextRef="#ctx0" brushRef="#br0" timeOffset="204553.5">24882 14864 118 0,'13'-5'156'0,"-1"0"-2"0,4-4-4 16,-1 1-6-16,-2-2-4 0,1 1-7 0,0-2-8 15,-5 2-11-15,2-6-4 0,-4 4-7 0,1 1 2 16,-1-2-2-16,-2 2-10 0,-2 0 0 0,-2-2-7 16,0 2 2-16,-1 1-5 0,0 9 3 0,-3-13-9 15,-4 8-3-15,2 1-13 0,5 4-4 0,-13-1-9 16,13 1 2-16,-18 9-1 0,7-2-5 15,-3 5 0-15,1 4-7 0,0 1-4 0,3-1-1 0,4 3-4 16,-1-1 0-16,5-1-6 0,0 2 0 0,4 0-10 16,2-3-17-16,3-2-30 0,7 1-22 0,10-2-20 15,5 2-33-15,5-7-48 0,18 2-41 0,0-5-179 16,-15-1-408-16,18-2 182 0</inkml:trace>
  <inkml:trace contextRef="#ctx0" brushRef="#br0" timeOffset="205413.83">25581 14375 65 0,'0'-12'196'0,"0"12"-9"0,0-10-7 0,0 10-13 0,-5-8-24 16,5 8-10-16,0 0-16 0,0 0-13 0,0 0-15 15,0 0-3-15,-9 24-6 0,1 0 4 0,1 4-4 16,-3 5-7-16,1 12-3 0,1 1-6 0,-1 2 4 16,0-2-5-16,4-9 2 0,-2 8-6 0,3-11-2 15,2 13-7-15,-1-15-4 0,6 0-6 0,-3 0 0 16,0-4-4-16,0 1-3 0,2-11-4 0,0 8-2 15,2-8-2-15,1 1-4 0,-3-1-10 0,-2-2-18 16,2-3-21-16,-2-2-36 0,0 0-37 0,1-3-30 16,0 1-24-16,-1-9-15 0,2 12-20 0,-2-12-101 15,0 0-315-15,0 0 141 0</inkml:trace>
  <inkml:trace contextRef="#ctx0" brushRef="#br0" timeOffset="205774.55">25464 14805 40 0,'0'0'132'0,"11"-12"-10"0,-3 5-3 0,2 2-11 15,1-3-6-15,3 4-6 0,4-2-7 0,4-2-8 16,-5 3 4-16,4 3-18 0,0-3-9 0,-2 2 0 16,-1 2-7-16,-1-1-3 0,-4 0-1 0,-2 1-3 0,0 2-1 15,-2 1-6-15,-2 1-1 0,-1-2 3 16,0 5-11-16,-2-1 1 0,1 2 1 0,1 3 4 15,-4 0 8-15,0 3 1 0,-2-1-4 0,1 5-4 16,0-2-3-16,0 2-2 0,0-2 1 0,2 2-6 16,2-7 0-16,-3 2 3 0,0-1-8 0,1 0-6 0,3-3 8 15,-4-2-3-15,5-1 11 0,-2-2-1 0,2-1 12 16,-7-2-10-16,15-2 5 0,-8-1 1 16,4-4 2-16,-2 1-5 0,2-3-2 0,-1-2 3 15,0-5-1-15,-1 2-1 0,-1-3-1 0,-2 0-2 16,-3 0-5-16,-2-1 0 0,2 0-14 0,-3-1-17 0,-7-7-21 15,3 12-19-15,-3 2-20 0,0-3-28 0,0 5-14 16,-1 0-30-16,3 3-28 0,-6 3-13 0,4 2-110 16,-2 2-313-16,9 0 139 0</inkml:trace>
  <inkml:trace contextRef="#ctx0" brushRef="#br0" timeOffset="206125.56">25946 14864 43 0,'10'-3'154'0,"1"-1"-2"0,-3-3-9 16,2 2-8-16,-1-1 0 0,-3 2-2 16,1-4-11-16,0 1-6 0,-2-5-13 0,-1 3-7 15,-2 0-7-15,-4-2-11 0,2 1-5 0,-4-1-7 0,2 1-6 16,-3-1 3-16,-2 0-1 0,2-1 3 0,-1 2-5 16,1 1 2-16,-1 0-5 0,-1 3-5 0,4 1-4 15,-1-1-8-15,4 6-1 0,-6-8-9 16,6 8 1-16,0 0-10 0,-5-7 2 0,5 7-2 15,0 0-2-15,0 0-3 0,9-9-1 0,-3 7-3 16,-6 2-1-16,21-3-2 0,-3 3 1 0,-7 0-1 16,8 0-2-16,-2 1-4 0,-3 2 7 0,3 3-6 15,-5-2 10-15,3 3-5 0,0 2-1 0,-5-2 3 16,3 5-1-16,-3-1-1 0,-4 0 0 0,3 4 5 16,-2-4-4-16,0 4 1 0,-2 1-3 0,-1-1 0 15,0 0 4-15,-4 1-6 0,0-5-18 0,0 1-21 0,0 4-23 16,-4-3-34-16,2-3-48 0,0 0-21 15,-3-2-21-15,5-1-15 0,-3 0-101 0,1 0-320 16,2-7 142-16</inkml:trace>
  <inkml:trace contextRef="#ctx0" brushRef="#br0" timeOffset="206653.44">26275 14770 106 0,'0'0'138'0,"6"-11"3"16,-6 11-17-16,5-7-12 0,-2 4-10 0,-3 3-13 15,0 0 10-15,0 0 6 0,0 0-4 0,8 17 6 16,-6-8-4-16,-2 2-9 0,3 1 3 0,-6 1-11 16,6-2-2-16,-3 2-10 0,-3 1-3 0,3-1-4 15,3-5-7-15,-3 2-4 0,-3-2-6 0,3-8-5 16,0 10-9-16,0-10 16 0,0 9 5 0,0-9 7 16,0 0 5-16,0 0-9 0,0 0-6 0,0 0-5 15,0 0-4-15,0 0-4 0,0 0-4 0,-10-22-4 16,10 10-5-16,0 1-4 0,0-6 1 0,2 1-3 15,2-2-2-15,-4 1-6 0,4-1-2 0,1-1-5 16,3 1-2-16,0 0-6 0,-1 1 4 0,1 2-4 16,1 2 3-16,1 4-5 0,-2 3 1 0,1-2 0 15,1 5-2-15,3 3 0 0,-3 3-2 0,2 1 1 16,-1 4 4-16,3 3-2 0,-1 0 1 0,-4 4 0 16,1 1-3-16,-2-1 1 0,-1 2 2 0,2-1-1 0,-4-1 6 15,1-1-5-15,-3-4 5 0,1 1 0 16,-2-2-2-16,0-1 0 0,0-2 2 0,-2-6 0 15,3 8 7-15,-3-8 3 0,2 7 17 0,-2-7-2 16,0 0-1-16,0 0-4 0,0 0 0 0,0 0 0 16,0 0-6-16,0 0-2 0,4-28 1 0,-1 18-6 15,4-4 3-15,0-2-4 0,3-2 3 0,4-3-13 16,-1 0 2-16,8 2-3 0,-8 4 0 0,1 3-1 16,1 1-2-16,-5 4-1 0,-1-1 5 0,1 4-6 15,-1-2-2-15,1 7 6 0,-1-2 0 0,2 4 0 16,0 4-2-16,-4 0 5 0,1 1-4 0,-3 4-1 15,2 1 2-15,-4 2 3 0,-1 3 0 0,0 0-16 16,-2 0-19-16,-2 2-32 0,-3-2-51 0,1 1-46 16,-3-2-41-16,0 3-202 0,-10 0-440 0,3-4 195 15</inkml:trace>
  <inkml:trace contextRef="#ctx0" brushRef="#br0" timeOffset="208804.9">10573 15808 182 0,'0'0'183'16,"-2"-9"-10"-16,2 9-21 0,-2-9-17 0,2 9-14 15,0 0-15-15,-3-7-12 0,3 7-12 0,0 0-5 0,0 0-5 16,0 0-11-16,1 34 4 0,-1-13-3 0,-1 4-5 16,2 6-2-16,1 13-5 0,-4 4 2 15,0 3-1-15,2-2 1 0,0 4-6 0,-2-2 0 16,1-2-8-16,1 2 0 0,-2-4-2 0,-1-11 0 15,0-2-5-15,2 2-2 0,-1-2-1 0,0 1 0 16,-1-4-8-16,1-1-1 0,1-2-3 0,1-1-1 16,-1-3-15-16,1-5-24 0,0-1-28 0,-1 0-7 15,-1-3-34-15,1 3-21 0,-3-6-28 16,2-1-23-16,0 0-112 0,0-4-300 0,2-7 134 0</inkml:trace>
  <inkml:trace contextRef="#ctx0" brushRef="#br0" timeOffset="209078.45">10449 16112 86 0,'13'-12'141'0,"9"-4"0"0,-3 7-11 0,8 0-7 0,0 1-7 15,-6 4-14-15,9 3-8 0,-3 4-8 16,1-1-10-16,-9 6-11 0,2-2 2 0,-6 5-6 15,2 1-8-15,-4 1-6 0,-3 4-8 0,-3 1 5 16,-2 0-13-16,-1 7 6 0,-5 1-11 0,-5-1 3 16,-2 1-2-16,-2-2-1 0,-4 1-3 0,-4-4-7 15,-1 3 3-15,-1-4-8 0,-1 0 7 0,-1-2-22 16,2-2-17-16,-3 2-22 0,1-5-30 0,8-3-17 16,-3-2-43-16,7-2-96 0,-3-2-247 0,6 0 110 15</inkml:trace>
  <inkml:trace contextRef="#ctx0" brushRef="#br0" timeOffset="210041.56">10874 16176 36 0,'22'-3'140'0,"-11"2"1"0,2 4-10 0,-3-1-2 0,1 2-20 16,0 3-15-16,-2 0 4 0,0 1-14 0,1 1 7 15,-1 0-13-15,-1 1-6 0,-1 0-7 16,1 0-5-16,-2 0 1 0,0-1-9 0,-4 2-5 16,1-2 2-16,-2 0-4 0,-1-9-3 0,-1 14 0 15,1-14-2-15,-8 16-5 0,3-8 2 0,-4-2-2 16,9-6-1-16,-10 8-2 0,5-3-1 0,5-5-3 16,-8 3-4-16,8-3-2 0,0 0-6 0,-14 2 5 0,14-2-7 15,0 0-2-15,0 0 0 0,-7-14 1 16,7 14-2-16,0 0-4 0,12-27 0 0,-4 11-2 15,1 2-1-15,1-1-2 0,3 1-2 0,1 1-2 0,1-1 2 16,-1 4 3-16,-1-2 3 0,1 5-5 16,-3-1 2-16,1 1-7 0,-2 3 10 0,0-2-6 15,3 3-3-15,-5 1-1 0,-8 2 1 0,14-2 3 16,-14 2-6-16,16 4 5 0,-9 0-5 0,1 5 8 16,-1-2 6-16,0 4-5 0,0 0 7 0,-3 0-6 15,4 3 5-15,-3 0 0 0,0 1-2 0,0-4-3 16,-1 0-1-16,1-1 4 0,2 1 0 0,-3-1-1 15,3-2 0-15,-5 1-3 0,2-5 3 0,3 0-3 16,-3 2 3-16,3-4 0 0,0 1 0 0,-7-3 3 16,12 0-3-16,-12 0-2 0,14-4-2 0,-4-3 3 15,1 3 1-15,-2-4-2 0,-1 2-1 0,-2-2 1 16,-1-1-1-16,-2 2 6 0,2-4-6 0,-5 0 1 16,0-1-6-16,-7 1-2 0,3-2 1 0,-2 0-2 15,-4-1 2-15,-4 1-3 0,0 0 2 0,0 3-5 16,-2-1 2-16,0 4 3 0,3-3-1 0,-1 4 1 15,5 2-2-15,0-1 3 0,9 5 1 0,-14-6 1 16,14 6-1-16,-9-3-4 0,9 3 3 0,-8-3-4 16,8 3-2-16,0 0 3 0,0 0 1 0,0 0 4 15,0 0 0-15,0 0-1 0,0 0-2 16,0 0 2-16,31-4 2 0,-17 2 2 0,6 0-3 16,-3-1 0-16,1 3 3 0,0-3-7 0,-5 3 6 15,1 0-2-15,-1 2 0 0,-2-1-6 0,4 3 4 16,-4 0 0-16,5 4 1 0,-2 1 1 0,0 1-1 15,-1 2 4-15,-1 0 1 0,2 3 0 0,-3 1-3 0,2 1 3 16,-3-2-2-16,-1 2 1 0,1 1-3 0,-2-2 2 16,1 0-1-16,-3-1 3 0,-1-3-3 15,0-3 1-15,1 2 2 0,-1-3-1 0,-3-1 0 16,2-1 0-16,-1-2 2 0,1 1 0 0,-4-5 4 16,5 7 9-16,-5-7 10 0,0 0 9 0,5 4-2 15,-5-4 2-15,0 0-10 0,0 0 4 0,7-13-6 16,-3 6-1-16,0-3-1 0,-1-1 0 0,3 0-7 15,1-3 0-15,-1-4 0 0,2 0-3 0,-2 0 0 16,4-7 4-16,-1 9-11 0,-1-7 6 0,1 6-6 16,0 0 0-16,2 2-5 0,-1 0 3 0,3-7-1 15,-4 10 5-15,0 2-8 0,-3 2 6 0,1 1-2 16,-2 1-4-16,-5 6 0 0,9-7 0 0,-2 3-2 16,-7 4 2-16,0 0-3 0,17 0 8 0,-17 0-8 15,15 11-2-15,-7 1 8 0,0 1-1 0,-3 3-4 16,1 0 3-16,-1 2-3 0,0 0 6 0,-2-1-8 15,3 2 6-15,-2-4-4 0,-1 3 2 16,2-2 0-16,-3 1 4 0,2-1-11 0,-4-1-20 16,3-2-21-16,-4-3-35 0,3 0-33 0,-1-1-41 0,3 1-37 15,-4-10-130-15,-2 13-350 0,2-13 155 0</inkml:trace>
  <inkml:trace contextRef="#ctx0" brushRef="#br0" timeOffset="210215.47">11692 15967 90 0,'0'0'124'0,"0"0"-20"16,0 0-40-16,0 0-26 0,0 0-42 0,0 0-38 15,34 28-21-15,-22-17-68 0,0 3 32 0</inkml:trace>
  <inkml:trace contextRef="#ctx0" brushRef="#br0" timeOffset="210904.05">12144 16181 59 0,'-8'-4'163'0,"-5"0"-5"0,1 1-4 0,-1 2-10 15,-4-3-13-15,4 2 0 0,-1 2-4 0,1 2-12 0,0-1-5 16,-1 2-14-16,1 0-12 0,1 2-7 16,0 4-5-16,3-5-10 0,-1 8-5 0,1-2-7 15,3 0-2-15,-6 5-8 0,10 2-3 0,-4-3-7 16,4 4-3-16,2-2 0 0,1 0-2 0,0-4-4 0,2 1-3 16,2-2 0-16,0 0-4 0,2 0 4 15,0-1 0-15,1-2-4 0,2 0 0 0,3-5-7 16,-4 1 6-16,2 0-2 0,1-4 4 0,-2-1-5 15,4-3-2-15,3-1 0 0,-5 1 0 0,4-5-3 16,-2-1 3-16,-1-3-2 0,-1 0-2 0,-1 0 4 16,-1-2-4-16,0-2-1 0,-4-8 3 0,3 7-3 15,-7-9 0-15,3 3-1 0,-3-3 4 0,0-3-2 16,1-1 2-16,-1 2-2 0,-2 0 0 16,-2 0-1-16,-1 2 4 0,1 1-4 0,0 0 2 0,-3 8 3 15,3 0 4-15,-2-1 6 0,1 8 7 0,3 1 2 16,-3 1-1-16,0 2-1 0,3 7-7 0,0 0-1 15,-2-15-4-15,2 15-4 0,0 0 2 0,0 0-2 16,0 0-4-16,0 0-2 0,11 35 3 0,-7-9-4 16,0-1 6-16,1 7-4 0,0 5-2 0,4-2 1 15,-4 0-3-15,5 10 3 0,-5-11-2 0,4-6 3 16,-2-2-3-16,0 0-2 0,-1-8 2 0,3-1 0 16,0 0-1-16,0-3 2 0,1-2-1 15,-4-1 0-15,3-1 2 0,2-3 2 0,0 0-3 0,0-4 0 16,1 1 3-16,-1-1-2 0,0-2 0 0,5-2 3 15,1-4-3-15,-4 0 2 0,1-2 0 16,0-3-2-16,2-1 1 0,-4-1 0 0,3 0 0 0,-1-3 1 16,-5-2 1-16,-1 3 4 0,-3-2-6 15,1 0-1-15,-3 4 3 0,-3-7-4 0,0 1 1 16,-5 6-4-16,1 2-1 0,-1-1 2 0,-3 3-1 16,3 2 0-16,5 6 0 0,-14-4-4 0,14 4 5 15,-17 9-7-15,5 2 5 0,4 1-4 0,-3 8 3 16,1 0-1-16,3 3 1 0,3-5-2 0,4 6 1 0,4 2-2 15,-1-8-21-15,8 0-18 0,-2-4-27 0,6 2-28 16,8-2-31-16,4-5-29 0,0-2-28 16,9-3-132-16,-5-2-347 0,1-5 153 0</inkml:trace>
  <inkml:trace contextRef="#ctx0" brushRef="#br0" timeOffset="-205081.1">8974 16194 22 0,'0'0'54'0,"2"-13"10"0,-2 13-12 0,0 0-4 15,4-10-7-15,-4 10 7 0,0 0-5 16,4-8-2-16,-4 8 5 0,0 0-1 0,0 0-9 16,0 0 0-16,0 0-2 0,0 0-4 0,0 0 0 15,0 0-7-15,0 0-2 0,0 0-6 0,0 0-1 16,0 0-6-16,0 0 6 0,0 0-8 0,0 0 1 15,0 0-3-15,0 0-9 0,0 0-1 0,0 0-6 16,0 0-1-16,0 0-15 0,0 0-1 0,0 0-8 16,0 0-4-16,0 0-7 0,0 0-1 0,0 0-1 15,0 0-28-15,0 0-84 0,9 20 38 0</inkml:trace>
  <inkml:trace contextRef="#ctx0" brushRef="#br0" timeOffset="-204756.07">8994 16100 51 0,'0'0'52'0,"0"0"-13"0,0 0 2 0,0 0-5 16,0 0-4-16,0 0-4 0,0 0-9 0,0 0 3 15,0 0-2-15,0 0-9 0,0 0-6 16,0 0-11-16,0 0-12 0,0 0-11 0,0 0-22 0,0 0-54 15,0 0 23-15</inkml:trace>
  <inkml:trace contextRef="#ctx0" brushRef="#br0" timeOffset="-203680.85">12707 16460 87 0,'0'0'116'0,"0"0"2"0,0 0-8 0,7 2-8 16,-7-2-8-16,0 0 2 0,0 0-9 15,0 0-5-15,0 0 3 0,0 0-1 0,0 0-2 16,0 0-2-16,0 0-4 0,0 0-11 0,0 0-7 15,0 0-7-15,0 0-1 0,2-13 1 0,-2 13-13 16,2-9-3-16,0 3-2 0,2-2-2 0,-2-1-3 16,3-1 1-16,0 1-1 0,0-3-7 0,3-1 3 15,1 1 1-15,0-5-8 0,-4 4 4 0,3 0-5 0,-3-4 3 16,1 1-4-16,4 1 8 0,-5-1-3 16,-1 5-1-16,0-1 1 0,-2 0 2 0,0 1-4 15,3 1 5-15,-5 10 5 0,0-17 2 0,0 17-2 16,2-11-4-16,-2 11 2 0,3-12 1 0,-3 12-1 15,0-8-1-15,0 8-2 0,0 0-3 0,0 0-3 16,0 0-3-16,0 0-2 0,-10-10-4 0,10 10 3 16,0 0-1-16,0 0-2 0,-17 11-7 0,17-11 0 15,-12 10 5-15,6-1-1 0,3-3-8 0,1-1 2 16,0 2 2-16,2-7-1 0,0 13 5 0,2-6-3 16,1 0-6-16,3 0 7 0,1 2-3 0,0-1-2 15,4 1 1-15,0-1 1 0,3 0-2 0,1 3 0 16,-1-2-1-16,-5-3 2 0,7 5-2 0,-1-3 6 15,-8 2-9-15,3-2 4 0,-2 0 1 0,-4 0 2 16,3 0 0-16,-5-1 2 0,0 0-2 16,0 4-7-16,-2-3 2 0,-4 5 3 0,2-5 5 0,-2 4-2 15,1-3-16-15,-3 1-18 0,-1-1-26 0,-2 0-25 16,2-1-38-16,-2 1-39 0,-2-1-168 0,-2-1-355 16,-1-2 157-16</inkml:trace>
  <inkml:trace contextRef="#ctx0" brushRef="#br0" timeOffset="-203537.72">13030 16277 1655 0,'14'-11'6'0,"-5"1"-6"0,-1 2-17 16,-1 0-37-16,0 5-1 0,0-2 8 0,-3 3-6 0,-4 2-14 16,9-3-23-16,-9 3-31 0,0 0-73 0,0 0-208 15,0 0 93-15</inkml:trace>
  <inkml:trace contextRef="#ctx0" brushRef="#br0" timeOffset="-182272.45">1827 14018 45 0,'0'0'59'0,"-5"8"-7"0,5-8 0 16,-3 4-1-16,3-4-2 0,0 0-6 16,0 0 5-16,0 0-12 0,0 0-4 0,-2 6 0 15,2-6 7-15,0 0 10 0,0 0-3 0,34-23 5 16,-9 5 1-16,4-5 8 0,16-12-6 0,27-19 2 16,-24 23 11-16,31-27-4 0,-1 7-10 0,3 2 0 0,5-6-4 15,3-2 6-15,3 2-9 0,-4 1 4 0,4 4-6 16,0 2-7-16,-5-4-4 0,4 5 4 0,-1-2-3 15,-2 0 1-15,1-1-4 0,-1 4 1 16,-1 5-6-16,-7 0 0 0,-21 13-3 0,1 2-1 16,-1-3-4-16,-2 1-1 0,2 1 2 0,-8-1 0 15,0 5-2-15,-2-2-3 0,-6 4 1 0,-11 5-1 16,-2 1-8-16,-2 4-2 0,-4-3-17 0,-7 6-7 16,-2 1-14-16,-3 2-11 0,-6 1-7 0,-6 4-5 0,11-6-16 15,-11 6-39-15,0 0-27 0,0 0-81 16,0 0-239-16,0 0 106 0</inkml:trace>
  <inkml:trace contextRef="#ctx0" brushRef="#br0" timeOffset="-181844.92">1352 12679 76 0,'-6'-3'67'0,"6"3"-8"0,-8-3-5 0,8 3-1 15,0 0-2-15,0 0-6 0,0 20 12 0,6-6-1 16,3 4 8-16,2 7-18 0,5 4 8 16,9 14 5-16,6 6-6 0,12 25-1 0,8 4 8 0,-4 8-4 15,5 5-6-15,8 4 4 0,0 8-4 0,5 1-1 16,0 9-1-16,2 6-3 0,-1 5 2 0,-5 2-7 16,4-2-9-16,-3 0-2 0,10 1-1 0,-11 3 3 15,0-2-5-15,-4-6 0 0,-1-2-12 0,2-9 17 16,-2-9-19-16,-1-6 1 0,-3-11-1 15,-2 0-1-15,-2-9-3 0,-3-4-16 0,-17-24-18 16,6 5-12-16,-2-3-20 0,-2-2-10 0,2-5-27 16,-2 2-24-16,-10-14-83 0,-1-2-217 0,-5-3 97 0</inkml:trace>
  <inkml:trace contextRef="#ctx0" brushRef="#br0" timeOffset="-180022.37">1977 14034 28 0,'0'0'43'0,"-8"0"-2"0,8 0-7 15,0 0-1-15,0 0-2 0,0 0-5 0,0 0 0 16,0 0-4-16,0 0-2 0,0 0-1 15,0 0 1-15,0 0 0 0,0 0 8 0,0 0-5 0,0 0-1 16,0 0 9-16,0 0-9 0,0 0 11 16,0 0 1-16,0 0-4 0,0 0-6 0,0 0 7 15,0 0-8-15,0 0 5 0,0 0-8 0,0 0 9 16,0 0-2-16,0 0-6 0,0 0 14 0,0 0-1 16,0 0-6-16,0 0 2 0,10-19 0 0,-10 19-5 15,8-11 0-15,-4 5 9 0,1-2 3 0,-1 0-5 16,0-2 2-16,1 0-7 0,0 1-2 0,1-1 0 15,-1-1 1-15,-1 1-11 0,4-7 6 0,-5 6 2 16,1 0-5-16,4-1 0 0,-4-2-6 0,0 2 1 16,-1 0-4-16,1 0 5 0,0 0-6 0,-1 0 2 15,-1 1-2-15,2-2 0 0,-1 4 0 0,-2 0-5 16,0-1 9-16,2-1-3 0,-2 0 2 0,0 1-6 16,-1-2 2-16,2 1-7 0,-2-2 12 0,0 1-4 15,-2 1 1-15,1 0-1 0,-2-2-7 0,2 1-1 16,0 1 11-16,-2-1-1 0,-2 2-6 0,3-3-1 15,-2 1 0-15,0 1 12 0,-2-4-15 0,-1-1 6 16,0-1-1-16,-1 3 0 0,4 2-1 0,-6-2-2 16,1 3 0-16,-2-2-2 0,1-1 8 0,0 2 0 15,1 2-8-15,-2-5 5 0,-3 4-1 16,3-4 1-16,1 2 1 0,-4 0 3 0,3 2 8 0,-1-4-2 16,1 1 0-16,-3-1-1 0,1-1-1 0,0 0-6 15,-3-4 5-15,0 0-4 0,2-2 7 0,0 0-10 16,0 6 1-16,0-4-2 0,2 4-5 0,1-1 4 15,0 0-1-15,-1 2 4 0,3-1-5 0,0 0 4 16,1 0 1-16,-3 0-7 0,3 3 10 0,0-3-7 16,0 1 0-16,0 1-3 0,2 0 1 0,1 2 0 15,0 2 0-15,-2-2 1 0,2-4-1 16,1 6 3-16,0-2-3 0,2 1-3 0,-1-2 3 0,-1-2 4 16,2 3-1-16,-2 0-6 0,1 0 3 0,2-4 1 15,1 1 1-15,-1 1-5 0,-1 3 0 0,-1-7 7 16,3 0-6-16,0 0-4 0,2 1 9 15,-1 0-2-15,1 1-3 0,-1 0 4 0,-1 3-5 0,4 1 2 16,-4 2 3-16,2 0 2 0,-2 10-1 16,0-17 0-16,2 11-7 0,-1-2 3 0,0 0-5 15,2 0 9-15,-1 1-4 0,0 1 2 0,-2 6-5 16,2-11 1-16,2 6-5 0,-4 5 9 0,5-5 3 16,-5 5-8-16,4-6 5 0,-4 6-3 0,10-6 2 15,-3 3-5-15,-2 0 6 0,-5 3-1 0,12-5-4 16,-1 0 2-16,-6 2-2 0,9 1 0 0,-4-2 2 15,2 3 4-15,0-3 3 0,1 1-5 0,0 1-3 16,0-1 2-16,1 2 2 0,0-2-2 0,1-1 0 16,-1 3 0-16,-1 1 1 0,1-1 4 0,-1-1-6 15,0 2 0-15,-1 2 4 0,1-1-1 0,-1 0 3 16,-2 3-13-16,1-3 15 0,2 2-6 0,-1 0-3 16,0 0 1-16,-1 3-1 0,-2-4 3 0,2 1 3 15,-1 1-1-15,1 2-1 0,-1-1-1 0,0-2 2 16,-1 3 0-16,4 1-3 0,-4-1 4 0,0 0 1 15,0 2-1-15,3-2-5 0,-3 4 2 0,3-2 1 16,-1 3 4-16,-2-1-4 0,-2 0-1 0,3-1 1 16,1 4 2-16,5 0-4 0,-5 0 3 0,0 0-3 15,1 0 2-15,-2-1 0 0,2 2 1 0,-5-4-4 16,6 3 2-16,3 0 2 0,-6-1-7 0,0 1 6 16,4-1 4-16,-6-3-6 0,2 0 5 0,1 3-7 15,0-3 3-15,-1 4 0 0,0-6-4 0,0 2 1 16,0 1-1-16,3 0 4 0,-4 0-1 15,4 1-2-15,0 0 1 0,1 0 6 0,-4-3-4 16,-1 2 3-16,3 0-7 0,2 2 6 0,-4-3-1 0,4 2 3 16,-2-3-5-16,0 1 5 0,-2 1 0 0,3 2-1 15,1 1 0-15,0-4-1 0,-1 4 1 0,1-3-6 16,2 1 6-16,-1 3-2 0,-1-3-1 0,4 1 4 16,-4 4-6-16,8-1-1 0,-4-2 4 0,1 4 0 15,-3-6-2-15,0 3-3 0,-1 0 4 0,4 3-2 16,-2-4 4-16,4 6-2 0,-1-2 1 0,1 2 4 15,-1 0-9-15,-1-3 5 0,4 1-4 16,-2-2 6-16,1 1-1 0,-4-5-4 0,-4 1 3 0,5 0 4 16,0-2-2-16,1-1-4 0,0-1 3 0,-1-2 5 15,-2-1-10-15,-7-2 8 0,9-1-1 16,-7 1-1-16,6-3 0 0,0 0 7 0,0-4-9 16,-1-1-1-16,0 1-13 0,0-3-23 0,-1-1-8 15,2 1-35-15,0-3-26 0,-4 3-35 0,1-3-96 0,-6 2-256 16,-1-2 113-16</inkml:trace>
  <inkml:trace contextRef="#ctx0" brushRef="#br0" timeOffset="-178743.05">1523 12454 50 0,'0'0'52'16,"-4"-6"0"-16,4 6 2 0,-5-9-4 0,5 9-7 15,-2-8-9-15,2 8 5 0,-2-8-5 0,2 8-12 16,-2-11 3-16,2 11-4 0,0-9 0 0,0 9-3 15,0 0-5-15,0-9-1 0,0 9 7 0,0 0-5 16,0 0-8-16,-2-8 14 0,2 8 0 0,0 0 2 16,0 0-4-16,0 0-3 0,0 0 0 0,0 0-3 15,0 0-1-15,0 0-2 0,0 0-4 0,0 0-2 16,0 0 17-16,0 0-1 0,0 0-4 16,23 15-4-16,-15-6 11 0,0-1 0 0,6 5 13 15,-3 0 0-15,1 2 0 0,2 1 6 0,-1-4-7 16,2 2-5-16,-2 0 1 0,2-1 5 0,-2-1-5 0,1-1-6 15,-1-1 1-15,-3-2-3 0,0 1 6 0,-1-2 22 16,0 0-7-16,0-2-6 0,-4-1-1 16,3 2-2-16,-3-4-1 0,-1 2-4 0,1-1-5 15,-5-3-2-15,9 5-3 0,-9-5 9 0,5 2 1 16,-5-2 7-16,0 0 3 0,4 4 13 0,-4-4 5 16,0 0 3-16,0 0-2 0,0 0-6 0,0 0-4 0,0 0-2 15,0 0-7-15,0 0-4 0,0 0-3 0,-16-16-6 16,11 12 1-16,-1-5-2 0,-2 3-5 0,0-4-3 15,-3 1-3-15,2-2 1 0,-4-2-4 16,2 0 0-16,0-2 0 0,-1 2-2 0,0-1-4 16,-1 2 3-16,4 3-2 0,2 1-1 0,-2 1-1 15,4 0 5-15,-4 2-7 0,9 5-2 0,-10-10 0 16,10 10 0-16,-7-7-2 0,7 7-3 0,-6-6 1 16,6 6-4-16,0 0 3 0,0 0 1 0,0 0-2 15,0 0 6-15,0 0-2 0,24 23-1 0,-13-10 0 16,4 0 4-16,4 5-2 0,-3 1 1 0,2 0 0 15,0 2-4-15,1-4 2 0,-5-1 1 0,-1-1-2 16,1-1 2-16,2-2 0 0,-5-2-1 0,3 2-2 16,-4-3 2-16,1-1 3 0,0-1-1 0,-3 0 2 15,0-1-5-15,-1-1 4 0,-2-1 1 0,2 0-1 0,-7-4 2 16,6 5 2-16,-6-5 0 0,5 5 6 16,-5-5 15-16,8 2 4 0,-8-2-1 0,0 0-7 15,0 0 1-15,0 0-2 0,0 0-4 0,-26-13-4 16,12 5 0-16,0-3 0 0,-5 0 0 0,0-7-5 15,-2 2-5-15,-2-3-1 0,0 2 1 0,1-2-4 16,0-1-4-16,-3 2-3 0,2 0 0 0,3 2-2 16,1 7 2-16,3-1 1 0,2-1 0 0,3 5 0 15,1 1-2-15,2 1 1 0,-1-1 0 0,9 5-1 16,-9-7-8-16,9 7 2 0,0 0-3 0,0 0 5 16,0 0 3-16,0 0 0 0,0 0 1 0,0 0-3 15,0 0-19-15,15 23-1 0,-8-13-15 0,2-4-12 16,1 1-19-16,-2 2-7 0,2-3-22 0,3 0-14 15,-3-1-13-15,1-2-14 0,0 1-114 0,-3-2-282 16,-8-2 125-16</inkml:trace>
  <inkml:trace contextRef="#ctx0" brushRef="#br0" timeOffset="-178357.36">1622 12387 85 0,'0'0'149'0,"0"0"-10"0,0 0 0 0,0 0-10 15,0 0 0-15,5-21-13 0,0 2-8 0,-3-6-2 16,2-6-10-16,5-5-6 0,4-12-6 0,-2 0-4 15,4-1-6-15,-3 1-2 0,2-1-7 0,-1-1 0 16,-2 1-8-16,1 4 0 0,-3 0-5 0,1 10-5 16,-1 0-3-16,-1-10 0 0,1 14-2 0,-4-3-5 15,2 9 0-15,-3 4-4 0,-1 5 1 0,1-1-6 16,-2 6-3-16,0 0 0 0,0 4-2 0,-2 7 0 16,0-13-4-16,0 13-4 0,3-11-3 0,-3 11-1 15,0 0 2-15,2-12-6 0,-2 12 1 0,0 0-14 16,0 0-6-16,0 0-16 0,0 0-6 0,0 0-23 15,0 0-9-15,0 0-18 0,4 30-28 0,-4-12-28 16,0 6-17-16,-1 4-131 0,-2 2-311 0,1-2 139 16</inkml:trace>
  <inkml:trace contextRef="#ctx0" brushRef="#br0" timeOffset="-177272.6">1597 13563 25 0,'-10'3'59'0,"10"-3"-3"16,-10 3 3-16,10-3-2 0,0 0-6 0,-9 4-9 16,9-4-4-16,-8 6 0 0,8-6-4 0,-10 6-9 15,10-6 3-15,-7 3-6 0,7-3 2 0,0 0-1 16,-10 5 4-16,10-5-12 0,0 0 7 0,0 0-11 15,0 0 9-15,0 0-4 0,0 0-7 0,0 0 2 16,0 0 0-16,0 0 0 0,21-24 1 16,-9 12 3-16,1-1-5 0,6-7-1 0,-6 7 2 0,9-9-5 15,-3-1-2-15,3 0 2 0,1-2-5 16,1 1 2-16,-1-3 2 0,1 0-8 0,13-9 2 0,-4 1-1 16,1-1-6-16,-4 1-3 0,-3 10 1 0,-2-2-3 15,-2 1-4-15,2 4 3 0,-3 0-4 0,-4 0 6 16,2 2-3-16,-2 0 2 0,-5 7-2 0,-1-1 0 15,1 2 10-15,-1-1-2 0,-3 3 0 16,1 1 1-16,-1-1 9 0,0 0-5 0,1 1-4 16,-1 0 4-16,-1 2-3 0,1-2 0 0,-1 0 0 15,2 1 11-15,-3-1-11 0,3 1 1 0,-2-1 2 16,0 3-4-16,-8 6 2 0,15-15-4 0,-7 8 0 16,-3 0 0-16,3-3-5 0,2 3-2 0,-2-3-5 15,1 1-2-15,2 0-4 0,-3-2-7 0,3-1-40 16,-1 3-78-16,-1 1 35 0</inkml:trace>
  <inkml:trace contextRef="#ctx0" brushRef="#br0" timeOffset="-176748.54">2097 13108 82 0,'20'-27'75'0,"9"-11"-6"0,-7 10 1 15,14-12-11-15,-4 1-9 0,-6 11 1 0,12-12-20 0,-5 0-12 16,4 4-13-16,-4 2-15 0,-6 7-16 0,-1 1-18 15,-1 0-30-15,-2 1-79 0,3 1 36 16</inkml:trace>
  <inkml:trace contextRef="#ctx0" brushRef="#br0" timeOffset="-176603.98">2871 12327 2 0,'8'-10'20'16,"-8"10"-5"-16,7-9-16 0,-7 9-5 0,6-9-7 16,-6 9 3-16</inkml:trace>
  <inkml:trace contextRef="#ctx0" brushRef="#br0" timeOffset="-176359.3">2369 12754 78 0,'0'0'77'0,"0"0"-3"0,0 0 1 15,20-28 1-15,-3 9-5 0,3-2-8 0,3-3 3 16,1-3-9-16,7-10-7 0,5 2-1 15,0-3-17-15,0-1-16 0,-2 6-26 0,1-2-25 0,-10 13-28 16,3-2-50-16,-2 4-123 0,-7 0 55 16</inkml:trace>
  <inkml:trace contextRef="#ctx0" brushRef="#br0" timeOffset="-176232.49">2902 12237 24 0,'0'0'43'16,"4"-9"-28"-16,-4 9-29 0,0 0-15 0,0 0 6 16</inkml:trace>
  <inkml:trace contextRef="#ctx0" brushRef="#br0" timeOffset="-156518.78">1782 6145 33 0,'0'0'32'0,"0"0"4"15,0 0-4-15,0 0-6 0,2 33 1 0,1-18 1 0,1 11 2 16,-2 1-7-16,3 3 2 0,2 4 3 16,1 16-2-16,-2 3 2 0,1 3-3 0,1 3 0 15,0 23 2-15,-3-22-9 0,2 31 5 0,1 1-1 16,-2-6 1-16,2 0-11 0,-2-2-2 0,-3 2-4 16,2-1-3-16,4-4-3 0,-4-22 4 0,2 30-11 15,-1-30-6-15,-1 27-7 0,-4-29-10 0,6 24-2 16,-4-27-47-16,1 0-85 0,-4-2 38 0</inkml:trace>
  <inkml:trace contextRef="#ctx0" brushRef="#br0" timeOffset="-156105.4">1929 6945 53 0,'85'-29'61'0,"-24"10"-7"0,27-10-6 0,2 5-4 0,-32 3-6 16,29-5-4-16,-2 0-2 0,-24 9-12 15,4 1-8-15,23-7-22 0,-30 10 2 0,-2 0-3 0,0-2-15 16,-3 1 0-16,-5 1-27 0,-11 7-57 16,-4-1 26-16</inkml:trace>
  <inkml:trace contextRef="#ctx0" brushRef="#br0" timeOffset="-154596.35">1685 12589 14 0,'0'0'50'0,"0"0"-6"0,7 2 2 0,-7-2-4 16,0 0 1-16,0 0-5 0,0 0 5 15,0 0-2-15,0 0-12 0,0 0 11 0,0 0-8 0,0 0-1 16,0 0-1-16,0 0-1 0,0 0 10 0,0 0-2 15,0 0-2-15,0 0 5 0,0 0-12 0,0 0 7 16,0 0 6-16,0 0-12 0,0 0-1 0,-7-27 4 16,1 19-3-16,1-2-3 0,0-1 5 0,-2-5-15 15,1 2 8-15,-1-2-7 0,0-2 2 16,-1-10-4-16,1-3-10 0,2 2-3 0,2-2-5 0,-5-4-2 16,7-13 11-16,-3 2-22 0,4 0-19 0,-4-1 10 15,4 0 0-15,0 0 1 0,4 2-4 0,-3 10 3 16,5 0 3-16,1 3 5 0,-2 1-3 15,2 2 7-15,-1 0 2 0,0 11-4 0,2-6-11 16,0 9-7-16,-1 0-11 0,0 4-1 0,0 3-16 16,0-1-39-16,0 3-106 0,-1 2 47 0</inkml:trace>
  <inkml:trace contextRef="#ctx0" brushRef="#br0" timeOffset="-154241.18">1573 12427 58 0,'0'0'88'0,"-13"-20"-15"15,10 8 9-15,0-6-10 0,3-9-9 0,2-6-5 16,2-2-3-16,6-17-11 0,2 1-12 0,4-1-16 15,1-3-10-15,3-1-24 0,7-24-19 0,-8 26-62 16,-1 1-107-16,-1-1 47 0</inkml:trace>
  <inkml:trace contextRef="#ctx0" brushRef="#br0" timeOffset="-149152.92">2663 15163 4 0,'0'0'22'0,"11"6"2"0,-11-6-4 0,0 0 0 15,5 2-3-15,-5-2 1 0,0 0-3 0,6 6 4 16,-6-6-2-16,1 6 15 0,-1-6-4 0,0 10-3 16,0-10 3-16,0 9-3 0,0-9 2 0,-1 10 3 15,1-10-8-15,-2 7 11 0,2-7-9 0,0 0 7 16,-1 9-6-16,1-9 3 0,0 0 4 0,-4 7 0 15,4-7 0-15,0 0 5 0,0 0-4 0,0 0 8 16,0 0 5-16,0 0-8 0,0 0-7 0,0 0-3 16,0 0 2-16,0 0-9 0,0 0-3 0,13-1 6 15,1-5 10-15,3-4 4 0,13-8-9 0,1-2 10 16,15-12 1-16,3-3 7 0,19-20-9 0,0-1 3 16,4-3-5-16,3 2 5 0,-1 0 1 0,7-3-3 15,-11 5 5-15,12-5 2 0,-4 5-3 0,1 1 4 16,-2 6-5-16,-1-2 1 0,-4 2 3 0,-18 15 2 15,28-13-6-15,-31 12-1 0,6 1-1 0,-4-2 0 16,-1 3-4-16,-2 1-3 0,-5 4-4 0,-11 10-1 16,-1-2-2-16,-6 4-1 0,1 1-8 0,-9 5 1 15,-1 2-3-15,-6 0-2 0,-4 3-4 0,-1 1-2 16,-7 3-5-16,10-6-3 0,-10 6-11 0,0 0-7 16,0 0-25-16,0 0-37 0,0 0-25 0,0 0-31 15,-21 35-28-15,-1-15-111 0,-5-1-299 0,0 2 132 16</inkml:trace>
  <inkml:trace contextRef="#ctx0" brushRef="#br0" timeOffset="-147097.28">2754 15286 14 0,'0'0'45'0,"0"0"-6"0,0 0-5 0,0 0 2 15,0 0 2-15,0 0-2 0,0 0 2 0,0 0 0 16,0 0 1-16,0 0 1 0,0 0 0 0,0 0 3 16,-11 3-6-16,11-3 3 0,0 0-9 0,0 0 8 15,0 0-6-15,0 0 7 0,-7-4-14 0,7 4-2 16,0 0 13-16,-8-4-2 0,8 4 12 0,-8-4 9 15,8 4-9-15,0 0-2 0,-10-6-6 0,6 4 6 16,-1-4-5-16,5 6-2 0,-10-9-4 0,4 2 6 16,0 4-2-16,0-1 7 0,1-2-7 0,-1-2 1 15,-1 4 3-15,2-3-2 0,-1 0-4 0,-1 1-5 16,0-2-2-16,3 3 0 0,-3-3-5 0,2 0-6 16,-1-2 2-16,-2 4 4 0,2-3-9 0,-1 2 3 15,0-3-5-15,0 2 0 0,-1-2-2 0,1 1 0 16,1-1 1-16,-1 1 1 0,-2 0-3 0,0-1-2 15,3 0 0-15,-2-1-2 0,-1 0-5 0,2 3 8 16,2-3-8-16,-1 0 9 0,0 1-8 0,-1 1 4 16,1-3-1-16,1 5-3 0,-3-2-3 0,1-1 5 15,2 0-1-15,0 2 3 0,1-3-6 16,-1 2 6-16,-2-1-1 0,1 2-1 0,0 2 2 16,2 0-4-16,0 0 21 0,0 0-18 0,0 1 0 0,0-3-4 15,-1 2 5-15,2 1-5 0,0-3 2 0,3 8-2 16,-8-11 2-16,4 7-2 0,2-2-3 15,-2-3 5-15,4 9 0 0,-8-10-3 0,6 6 3 0,2 4-1 16,-7-10 2-16,7 10-5 0,-3-9 4 0,0 3 3 16,3 6-7-16,-4-9 2 0,4 9-1 0,-5-8-2 15,5 8 4-15,-5-9-3 0,5 9 4 0,-4-6-2 16,4 6 1-16,-5-7-4 0,5 7 7 0,-1-6-5 16,1 6 0-16,-4-6 0 0,4 6-1 0,0 0 5 15,-4-6-6-15,4 6 6 0,0 0-2 16,-5-7-3-16,5 7 3 0,0 0-2 0,0 0 1 0,-3-6 0 15,3 6 0-15,0 0-2 0,0 0-2 0,0 0 6 16,0 0 1-16,0 0-4 0,0 0 2 0,-7-5-1 16,7 5 0-16,0 0-5 0,0 0 6 0,0 0 8 15,0 0-14-15,0 0 2 0,0 0 2 0,0 0-3 16,-4-6 1-16,4 6 1 0,0 0-2 0,0 0 4 16,0 0-6-16,0 0 5 0,0 0-1 0,0 0-2 15,0 0 2-15,0 0 1 0,0 0-6 0,0 0 5 16,0 0-1-16,0 0 1 0,0 0 1 15,0 0 1-15,0 0 0 0,0 0 1 0,0 0 10 16,0 0-7-16,0 0-7 0,0 0 1 0,0 0-1 0,0 0 4 16,0 0-1-16,0 0-3 0,0 0-3 0,0 0 6 15,0 0-4-15,0 0 1 0,0 0 5 0,0 0-1 16,0 0-2-16,0 0-2 0,0 0 2 16,0 0-1-16,-4-6-2 0,4 6 5 0,0 0-3 15,0 0-2-15,0 0 0 0,0 0 7 0,-3-9-9 0,3 9 3 16,0 0-1-16,-2-9-1 0,2 9 7 0,0 0-8 15,-4-8-2-15,4 8 1 0,-4-12-2 16,0 8 2-16,4 4 1 0,-5-9-4 0,5 9 2 16,-5-10 0-16,3 4-4 0,2 6 6 0,-4-10-2 0,4 10-4 15,-4-9 5-15,1 1-2 0,3 8 0 0,-2-9 4 16,2 9-1-16,-4-8 2 0,4 8-1 0,-4-9-1 16,4 9 3-16,-5-6-1 0,5 6 1 0,-2-6 2 15,2 6-5-15,0 0 4 0,-4-8-2 0,4 8 3 16,0 0-3-16,0 0 2 0,-4-5-4 0,4 5 3 15,0 0-3-15,0 0 4 0,0 0-6 0,0 0 4 16,0 0-6-16,0 0 5 0,0 0-4 0,0 0 6 16,0 0 1-16,5-10 1 0,-5 10-3 0,8-5 7 15,-2 1-6-15,3-3-1 0,0 3 2 0,-1-3-1 16,6 0 3-16,2-2-12 0,2-3 10 0,5 0 6 16,3-4-1-16,-3 1 5 0,4 0-9 0,3-4 1 15,0 0-1-15,3 2-1 0,-2-2 0 0,-1 0 5 16,16-7-1-16,-15 7-6 0,-3 0 6 0,-2 0-3 15,3 1 1-15,-3-1 1 0,0 4-4 0,0-2 3 16,-3 0-3-16,-1 1 5 0,-2 0-2 0,-3 4 6 16,-3 1-4-16,0-1-1 0,-1 2-3 0,-4 1 4 15,1 0-4-15,-1 1 9 0,0-1-10 16,-2 2 4-16,2-1-2 0,-2 1 2 0,0 0 2 16,0 1-1-16,-1 0-6 0,-2 0 6 0,0 0-5 0,1 3 4 15,-1-2 5-15,-4 5-6 0,6-9-1 0,-3 4 3 16,-3 5-3-16,7-9-3 0,-7 9 0 0,7-10 8 15,-7 10-7-15,7-6 6 0,-7 6-7 16,6-7 0-16,-6 7 5 0,6-6-4 0,-6 6 4 0,0 0 0 16,0 0-4-16,9-9 3 0,-9 9 1 15,0 0 2-15,0 0-6 0,0 0 7 0,4-6-2 16,-4 6-2-16,0 0-6 0,0 0 7 0,0 0-4 0,0 0 2 16,6-5 1-16,-6 5 4 0,0 0-3 0,0 0 2 15,0 0-2-15,0 0 3 0,0 0-2 0,0 0 3 16,0 0-3-16,0 0 5 0,0 0-6 0,4-9 2 15,-4 9-2-15,0 0 4 0,0 0 2 0,0 0-1 16,0 0-2-16,0 0-4 0,0 0-3 16,0 0 4-16,0 0-4 0,0 0 3 0,0 0-4 15,0 0 2-15,0 0-3 0,0 0 2 0,0 0 0 0,0 0 3 16,0 0-4-16,0 0 3 0,19 13-4 16,-19-13 5-16,12 9-3 0,-6-3 5 0,4 1-6 15,0 2 2-15,1-1 1 0,0 4 1 0,1 1-4 16,0-1 5-16,1 2 1 0,-1-1 0 0,3-2-2 15,-2 3 5-15,2-1-4 0,-1 1-1 0,0 0 2 16,0 0-2-16,3 0-3 0,-3-1 1 0,5 5-1 16,-5-4 6-16,7 3-3 0,-7-2-1 0,1-2 0 15,-1 0-1-15,1 1 3 0,0 0 0 0,-2 1-7 16,6 3 8-16,-6-1-4 0,0-4 4 0,0 1-4 16,-1 3-1-16,0-3 3 0,2 1 1 0,-2-1-4 15,1-1 2-15,-2 0-3 0,1 0 2 0,0 0 0 16,0-1 2-16,-3-2 2 0,2 1-1 0,-3-3-6 15,1 3-3-15,-1-3-14 0,-1-3-6 0,0 3-13 16,-1-1-16-16,1-1-31 0,0 1-25 0,0 2-23 16,-4-5-102-16,-3-4-256 0,6 10 113 0</inkml:trace>
  <inkml:trace contextRef="#ctx0" brushRef="#br0" timeOffset="-146024.81">3545 14439 28 0,'0'0'64'0,"0"0"-9"0,0 0-6 0,-13 1-3 16,13-1-6-16,0 0-4 0,0 0-8 0,-8 4 6 15,8-4-7-15,0 0-4 0,0 0-8 0,-5 3 6 16,5-3-12-16,0 0 6 0,0 0-7 0,0 0 2 15,0 0 2-15,0 0-4 0,-2 7-4 16,2-7 5-16,0 0 1 0,0 0-6 0,0 0 4 16,0 0-6-16,0 0 4 0,0 0 0 0,0 0 2 0,0 0-5 15,0 0 0-15,0 0 0 0,0 0 5 0,0 0 6 16,0 0 6-16,0 0 1 0,0 0 0 0,0 0 3 16,0 0 0-16,0 0-6 0,-11-11 4 0,11 11-3 15,0 0 6-15,0 0-8 0,0 0-5 16,0 0-1-16,0 0-3 0,0 0 0 0,0 0-2 15,0 0 1-15,0 0-9 0,0 0 6 0,0 0-3 16,0 0 3-16,0 0 0 0,0 0-2 0,0 0 2 0,0 0-6 16,0 0 6-16,0 0-3 0,0 0 2 15,0 0-3-15,0 0-2 0,0 0 0 0,0 0-1 16,23 11 3-16,-19-9-8 0,0 2 6 0,1 1 3 16,-1-1 4-16,-4-4-11 0,9 7 10 0,-3-2-6 15,1 0 5-15,0 0-2 0,1 2 0 0,1 0 2 16,0 0 1-16,0 2 0 0,2-2-1 0,-3-1-4 15,2 3-1-15,-1 0 5 0,5 1 2 0,-3-1 1 16,0 0-1-16,-2-2-3 0,0 2 2 0,1 0-4 16,3 4 1-16,-5-5-4 0,2 2 9 0,-3-1-4 15,2 0-4-15,0-1 2 0,0 2-5 0,-2-2 4 16,0 3 1-16,0-2-10 0,2 2 2 0,-2-4-2 16,0 1-8-16,-1 0-7 0,2-1-9 0,-2 2-14 15,-2-2-12-15,2 0-7 0,0 1-41 0,-1-1-117 16,0 0 52-16</inkml:trace>
  <inkml:trace contextRef="#ctx0" brushRef="#br0" timeOffset="-144465.81">2189 14714 48 0,'0'0'53'0,"0"0"-2"0,0 0-8 0,15-22-10 0,-5 15-8 16,3-5-11-16,8-4-10 0,-1-2-9 0,-1 2-17 16,8-3-1-16,1-3-15 0,0 1-39 15,3-1 18-15</inkml:trace>
  <inkml:trace contextRef="#ctx0" brushRef="#br0" timeOffset="-143737.18">2729 14273 5 0,'50'-38'11'16,"-4"-1"-14"-16,-2 2-3 0,-1 3 1 0</inkml:trace>
  <inkml:trace contextRef="#ctx0" brushRef="#br0" timeOffset="-143477.91">2559 14354 16 0,'45'-36'23'0,"0"-3"-6"0,2-1-11 16,0 2-5-16,2-4-6 0,-4 4-5 0,1-2-10 16,-3 6 4-16</inkml:trace>
  <inkml:trace contextRef="#ctx0" brushRef="#br0" timeOffset="-143257.39">2548 14415 33 0,'11'-31'67'0,"10"9"-10"0,2-1-5 15,11-13-16-15,7 2-6 0,-1-3-16 0,1 1-11 16,1 2-11-16,-5 2-18 0,1 1-17 0,-8 9-48 15,-7 2 22-15</inkml:trace>
  <inkml:trace contextRef="#ctx0" brushRef="#br0" timeOffset="-143083.33">2834 14148 55 0,'0'0'92'0,"13"-25"-9"0,0 9-14 0,6-8-2 16,3 0-12-16,3-1-15 0,1-1-19 16,11-7-8-16,-9 7-21 0,0 1-14 0,-1 1-20 15,-2 3-29-15,-4 2-76 0,1 0 34 0</inkml:trace>
  <inkml:trace contextRef="#ctx0" brushRef="#br0" timeOffset="-140239.48">2893 12045 21 0,'0'0'17'0,"0"0"-2"0,0 0-1 16,0 0-3-16,0 0 5 0,0 0-1 15,0 0 5-15,0 0-6 0,0 0 3 0,0 0 2 16,0 0-4-16,0 0 1 0,0 0 5 0,0 0 1 16,0 0-2-16,0 0 3 0,0 0-6 0,0 0-12 15,0 0 8-15,0 0 5 0,0 0-7 0,0 0 0 16,0 0 0-16,0 0-3 0,0 0 5 0,0 0-7 15,0 0 3-15,0 0-4 0,0 0 10 0,0 0-1 16,0 0-7-16,0 0 4 0,0 0-4 0,0 0 0 16,0 0-6-16,0 0 8 0,0 0-2 0,0 0-7 15,0 0 6-15,0 0 0 0,0 0 3 0,0 0-5 16,0 0 5-16,0 0 1 0,0 0-3 0,0 0-2 16,0 0 1-16,0 0-1 0,0 0 5 0,0 0-10 15,0 0 7-15,-15-15-1 0,15 15-6 0,0 0 5 16,0 0-1-16,0 0-5 0,0 0-2 0,0 0-5 15,0 0-14-15,0 0-7 0,0 0-20 0,0 0-33 16,0 0-88-16,0 0 40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8T10:40:35.2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17395 6313 17 0,'0'0'46'0,"0"0"-9"15,0 0-21-15,0 0-19 0,2 11-17 16,-2-11-19-16,0 0 8 0</inkml:trace>
  <inkml:trace contextRef="#ctx0" brushRef="#br0" timeOffset="672.49">17390 7327 64 0,'0'0'118'0,"-6"4"-9"0,6-4-1 0,0 0-15 15,0 0-7-15,0 0-7 0,0 0-6 0,0 0-8 16,0 0-2-16,0 0 1 0,0 0 0 0,0 0 5 16,0 0-9-16,0 0-4 0,0 0-11 0,0 0-3 15,0 0-4-15,0 0-8 0,0 0-3 0,0 0 5 16,0 0-7-16,0 0-4 0,0 0-2 0,0 0 0 16,0 0 1-16,0 0-4 0,0 0-1 0,0 0 0 15,0 0 7-15,0 0 0 0,0 0-4 0,0 0 1 16,0 0-2-16,0 0-2 0,0 0-1 0,0 0 8 15,0 0-11-15,0 0 2 0,0 0-3 0,0 0-2 16,0 0-2-16,0 0 2 0,0 0-5 0,0 0 0 16,0 0-2-16,0 0 4 0,0 0-3 0,0 0 1 15,0 0 2-15,0 0 1 0,0 0-6 0,0 0 5 16,0 0-10-16,0 0 6 0,0 0-8 0,0 0-8 16,0 0-22-16,0 0-15 0,0 0-23 0,0 0-11 15,0 0-19-15,0 0-18 0,0 0-89 0,0 0-229 16,0 0 102-16</inkml:trace>
  <inkml:trace contextRef="#ctx0" brushRef="#br0" timeOffset="2924.42">24505 7087 10 0,'0'0'89'0,"0"0"-19"0,0 0-16 0,0 0-18 15,0 0-29-15,28-8-26 0,-20 8-23 16,-8 0-44-16,15 0 19 0</inkml:trace>
  <inkml:trace contextRef="#ctx0" brushRef="#br0" timeOffset="3680.17">25479 7182 174 0,'4'4'163'0,"-4"-4"-5"0,0 0 3 0,0 0-7 0,0 0-8 16,0 0-11-16,0 0-19 0,0 0-8 0,0 0-14 16,8 1-5-16,-8-1-11 0,0 0-8 0,0 0-10 15,0 0-4-15,0 0-5 0,0 0-6 0,0 0-6 16,0 0-7-16,0 0-1 0,0 0-8 0,0 0-1 15,0 0 0-15,0 0-1 0,0 0-3 0,0 0-2 16,0 0-5-16,0 0 1 0,0 0-2 0,0 0-7 16,0 0 4-16,0 0 1 0,0 0 2 0,0 0-2 15,0 0-2-15,0 0-1 0,0 0-2 0,0 0 2 16,0 0-4-16,0 0 0 0,0 0-4 0,0 0 4 16,0 0 3-16,0 0 0 0,0 0-4 0,0 0 2 15,0 0 2-15,0 0-7 0,0 0 7 0,0 0-4 16,0 0 3-16,0 0-2 0,0 0 3 0,0 0-1 15,0 0-2-15,0 0-4 0,0 0 1 0,0 0 0 0,0 0-5 16,0 0 7-16,0 0 2 0,0 0 0 16,0 0 0-16,0 0 1 0,0 0-3 0,0 0-1 15,0 0 0-15,0 0 1 0,0 0 0 0,0 0 3 16,0 0-4-16,0 0-1 0,0 0 2 0,0 0 2 0,0 0 1 16,0 0-2-16,0 0 3 0,0 0-3 0,0 0 0 15,0 0 4-15,0 0-5 0,0 0-4 16,0 0 5-16,0 0-1 0,0 0 1 0,0 0-4 15,0 0 7-15,0 0-2 0,0 0 0 0,0 0 1 0,0 0 0 16,0 0-3-16,0 0 1 0,0 0-3 0,0 0 4 16,0 0-4-16,0 0 2 0,0 0 0 0,0 0-2 15,0 0 1-15,0 0 0 0,0 0 0 16,0 0-2-16,0 0 3 0,0 0-4 0,0 0 2 0,0 0 1 16,0 0-1-16,0 0 0 0,0 0 4 0,0 0 2 15,0 0-5-15,0 0-1 0,0 0 1 0,0 0 2 16,0 0-4-16,0 0-2 0,0 0 1 0,0 0 0 15,0 0-3-15,0 0 1 0,0 0 3 0,0 0-8 16,0 0-1-16,0 0 5 0,0 0-7 0,0 0-3 16,0 0-2-16,0 0-3 0,0 0-2 0,0 0 4 15,0 0-8-15,0 0 2 0,0 0 7 0,0 0-7 16,0 0-4-16,0 0-19 0,0 0 5 0,0 0-13 16,0 0 3-16,0 0-13 0,0 0-6 0,0 0-6 15,0 0-8-15,0 0-4 0,0 0-15 0,0 0-12 16,0 0-61-16,0 0-191 0,0 0 84 0</inkml:trace>
  <inkml:trace contextRef="#ctx0" brushRef="#br0" timeOffset="6743.35">26618 5163 5 0,'0'0'66'0,"0"0"0"15,0 0 5-15,0 0 1 0,0 0 1 0,0 0-7 16,0 0-6-16,0 0 3 0,0 0-9 16,0 0-3-16,4 5-11 0,-4-5 2 0,0 0-5 15,0 0-4-15,0 0 1 0,0 0-10 0,0 0 6 0,0 0-9 16,0 0 9-16,12 0-9 0,-12 0-1 16,9-2 1-16,-9 2 13 0,16 0-2 0,-16 0-2 0,13 0 5 15,-6-2-5-15,-1 1-4 0,-6 1-3 16,14 0 0-16,-5 0-1 0,-2-2-10 0,4 0 4 15,2 0-5-15,-1 0 4 0,1-2-7 0,4 0 1 16,4 0 5-16,0-1 0 0,10-1-4 0,1-1-5 0,5-1 2 16,13-4-13-16,1 0-26 0,6 1-37 0,-1-4-32 15,4 1-94-15,26-6-211 0,0-8 93 16</inkml:trace>
  <inkml:trace contextRef="#ctx0" brushRef="#br0" timeOffset="8485.18">26783 6643 60 0,'0'0'126'0,"0"0"-5"0,0 0-1 15,0 0-5-15,0 0 1 0,0 0 1 16,0 0-1-16,0 0 1 0,0 0-4 0,0 0-9 15,0 0-9-15,0 0-7 0,0 0-13 0,11-1-7 0,-11 1-10 16,20-8-4-16,-3 2-17 0,13-2-26 0,5-1-33 16,18-5-44-16,0 0-33 0,6 0-155 0,0-1-276 15,31-8 123-15</inkml:trace>
  <inkml:trace contextRef="#ctx0" brushRef="#br0" timeOffset="10870.02">22842 8729 37 0,'0'0'131'0,"0"0"-15"0,0 0-6 15,0 0-15-15,0 0-13 0,0 0-9 0,0 0-10 16,0 0 1-16,0 0-2 0,0 0-15 0,0 0-4 15,0 0 2-15,0 0-13 0,0 0-4 0,0 0 5 16,0 0-8-16,0 0-4 0,0 0-1 0,0 0-25 16,8-3-12-16,-8 3-22 0,0 0-11 0,0 0-16 15,0 0-26-15,0 0-51 0,0 0-156 0,0 0 70 16</inkml:trace>
  <inkml:trace contextRef="#ctx0" brushRef="#br0" timeOffset="11362.69">22051 9907 25 0,'0'0'91'0,"0"0"-22"0,0 0-4 16,0 0 1-16,0 0-10 0,0 0-9 0,0 0-9 16,0 0-15-16,0 0-19 0,0 0-22 0,0 0-60 15,12 2-84-15,-12-2 37 0</inkml:trace>
  <inkml:trace contextRef="#ctx0" brushRef="#br0" timeOffset="11908.4">22858 10024 104 0,'0'0'121'0,"0"0"-8"15,0 0-8-15,0 0-11 0,0 0-6 0,0 0-7 16,7-1-10-16,-7 1-8 0,0 0-8 0,0 0-1 16,0 0-27-16,0 0 7 0,0 0 3 0,0 0 2 15,0 0-8-15,0 0-8 0,0 0 2 0,0 0 3 16,0 0-11-16,0 0 2 0,0 0-2 0,0 0 4 16,0 0-13-16,0 0 9 0,0 0-9 0,0 0 6 15,0 0-3-15,0 0-5 0,0 0 0 0,0 0 1 16,0 0-7-16,0 0 6 0,0 0-7 0,0 0 7 15,0 0-7-15,0 0 7 0,0 0-1 0,0 0 1 16,0 0-7-16,0 0 6 0,0 0-1 0,0 0-1 16,0 0-4-16,0 0 3 0,0 0-4 0,0 0-1 15,8 3 0-15,-8-3 3 0,0 0 1 0,0 0 2 16,0 0-4-16,0 0 1 0,0 0 2 0,0 0-13 16,0 0 17-16,0 0-11 0,0 0 19 0,0 0-17 15,0 0 1-15,0 0 2 0,0 0 0 0,0 0 2 16,0 0 2-16,0 0-7 0,0 0 1 0,0 0 5 0,0 0-3 15,0 0-2-15,0 0-3 0,0 0 7 16,0 0-1-16,0 0-4 0,0 0 3 0,0 0 0 16,0 0 8-16,0 0-13 0,0 0 1 0,0 0-6 15,0 0-1-15,0 0-2 0,0 0 0 0,0 0-19 16,0 0-3-16,0 0-10 0,0 0-6 0,0 0-13 0,0 0-1 16,0 0-12-16,0 0-18 0,0 0-49 15,0 0-156-15,0 0 69 0</inkml:trace>
  <inkml:trace contextRef="#ctx0" brushRef="#br0" timeOffset="12948.2">26676 9558 8 0,'0'0'130'0,"0"0"-34"16,0 0 10-16,0 0 3 0,0 0-10 0,0 0-17 15,0 0-7-15,0 0 3 0,0 0-22 0,0 0-11 0,0 0-29 16,0 0-24-16,0 0-29 0,0 0-18 15,0 0-19-15,0 0-47 0,0 0-132 0,0 0 59 16</inkml:trace>
  <inkml:trace contextRef="#ctx0" brushRef="#br0" timeOffset="13386.33">29339 9306 16 0,'14'-6'77'0,"-14"6"-7"15,0 0-17-15,9 0-7 0,-9 0-18 0,0 0-14 16,0 0-26-16,12 4-37 0,-12-4-53 0,6 2 24 16</inkml:trace>
  <inkml:trace contextRef="#ctx0" brushRef="#br0" timeOffset="13956.84">31472 9190 2 0,'0'0'99'0,"0"0"4"15,0 0-11-15,0 0-11 0,0 0-6 0,0 0-11 16,0 0-25-16,0 0 2 0,0 0-10 0,0 0-20 0,0 0-15 15,0 0-17-15,0 0-10 0,0 0-66 16,0 0-106-16,0 0 47 0</inkml:trace>
  <inkml:trace contextRef="#ctx0" brushRef="#br0" timeOffset="14735.29">29797 9503 30 0,'0'0'93'0,"-8"-4"-10"0,8 4-1 0,0 0-2 15,-7-7-26-15,7 7 19 0,-8-7-3 0,4 4-17 16,4 3 10-16,-8-8 15 0,8 8-10 0,-7-7-3 16,2 3 2-16,5 4 1 0,-9-8-4 0,2 3 3 15,7 5-15-15,-7-7 0 0,3 3-8 0,4 4-5 16,-9-6 1-16,2 4-9 0,7 2-4 0,-10-5 7 15,10 5-9-15,-6-4 3 0,6 4 1 0,0 0 2 16,-8-5-5-16,8 5-3 0,0 0-2 0,-8-3-1 16,8 3-2-16,0 0 6 0,0 0-11 0,0 0 0 15,0 0 9-15,0 0-9 0,0 0 6 0,0 0-3 16,0 0 10-16,0 0-1 0,0 0 3 0,0 0 5 16,40 6 2-16,-8-3-10 0,1-2 1 0,20 3-6 15,4-3-4-15,6 1 1 0,2-2 14 0,32-2-6 16,2-1-3-16,-1 3-6 0,0-2-3 0,-6-2-3 15,7 2-2-15,-9-1-8 0,-26 3-4 0,27 0-1 16,-30-1-4-16,-3 0 0 0,-2-2 2 0,0 2-10 16,-16-1 0-16,11 2 0 0,-14-2-3 0,-3 0 8 15,-1-2-1-15,-3 0 1 0,-3 2 7 0,-6 0 2 16,-5 1 6-16,-4 1 6 0,-2-2 7 0,-2 1 2 16,-1 0 1-16,-7 1-1 0,12 0 0 0,-12 0-3 15,0 0 4-15,9-2-2 0,-9 2 0 0,7-2 0 16,-7 2-1-16,0 0-2 0,0 0-4 0,7-3-1 15,-7 3-4-15,0 0-8 0,0 0-11 0,0 0-4 16,0 0-16-16,0 0-27 0,-33 0-4 0,13 3-14 16,8-1-21-16,-10 0-28 0,-6 2-22 0,-4-1-122 15,-1 1-295-15,-5-2 130 0</inkml:trace>
  <inkml:trace contextRef="#ctx0" brushRef="#br0" timeOffset="15148.83">29463 9713 76 0,'-10'-3'169'15,"10"3"2"-15,0 0 4 0,-6-3-8 0,6 3-8 16,0 0-12-16,0 0-17 0,-2-7-10 0,2 7-14 0,0 0-12 16,19-7-9-16,-4 4-9 0,6 0-9 0,10-3-3 15,6 3-9-15,17-1-7 0,2 1-2 16,3-1-4-16,6 1-7 0,1 3-1 0,32-2-4 16,-6 4-7-16,2-1-3 0,-2-1-5 0,-1 2 1 15,2 0-3-15,-2 0 5 0,1-5-7 0,-28 0-1 0,32 2-3 16,-31-1 2-16,0 0-3 0,0 1-5 15,-1-3 3-15,-3 3-3 0,-11-1-2 0,1 2 1 0,-13-1 2 16,-5-1 2-16,-1 2-3 0,-2-2-2 16,-2-2 1-16,-10 3 3 0,-4 1-1 0,0-1 1 0,-5-1-1 15,-1 2 2-15,0-2-4 0,-8 2-4 0,12-1-10 16,-12 1-26-16,0 0-32 0,7-1-26 0,-7 1-50 16,0 0-168-16,-29-9-342 0,-1 2 151 0</inkml:trace>
  <inkml:trace contextRef="#ctx0" brushRef="#br0" timeOffset="57172.5">1620 12586 5 0,'0'0'4'0,"0"0"2"16,5-11-2-16,-5 11-3 0,4-9 4 0,-4 9-2 15,-2-8-1-15,2 8 1 0,-2-9 5 0,2 9-1 16,-4-9 3-16,4 9-7 0,-6-8 6 0,6 8-5 16,-4-6 2-16,4 6 1 0,-5-6-3 0,5 6 1 15,0 0 0-15,-8-3-5 0,8 3 2 0,0 0-5 16,0 0 4-16,0 0-1 0,0 0 6 0,0 0-8 15,-14 5 2-15,14-5-3 0,-5 8 2 16,3-2 1-16,0-1-4 0,2-5 2 0,0 10 2 16,0-10-1-16,0 11 5 0,0-11-5 0,2 9 4 0,-2-9-6 15,3 5 7-15,-3-5-4 0,7 5 5 16,-7-5-4-16,6 4 0 0,-6-4 1 0,0 0 1 0,9 0 2 16,-9 0 0-16,0 0 4 0,0 0-4 15,9-9 2-15,-9 9-1 0,4-8 0 0,-4 8-2 16,0-9 2-16,0 9-2 0,-2-10-1 0,2 10-2 15,-2-10 1-15,2 10 4 0,-4-9-8 0,4 9 4 0,-5-9-4 16,5 9 3-16,-5-7 2 0,5 7-6 16,-5-5 7-16,5 5-9 0,-5-4 0 0,5 4 1 15,0 0 0-15,0 0 3 0,0 0-1 0,0 0-2 16,0 0 1-16,0 0-2 0,0 0 2 0,-10 16 0 16,10-16 5-16,0 9-4 0,0-9 4 0,0 10-1 15,0-10-1-15,3 10-1 0,-3-10-1 0,3 6 2 16,-3-6 2-16,6 5 2 0,-6-5-4 0,0 0 2 15,7 3 0-15,-7-3 2 0,0 0 0 0,10-1-2 16,-10 1 2-16,0 0 3 0,7-10-5 0,-7 10 1 16,2-8-1-16,-2 8 2 0,4-9 0 0,-4 9 1 15,0-11-3-15,0 11 1 0,-8-11-3 0,7 6 0 16,1 5-3-16,-4-9 6 0,0 5-2 0,4 4 0 16,-6-9-1-16,6 9 1 0,-4-5-1 0,4 5-5 15,-5-5 2-15,5 5 2 0,0 0-1 0,0 0 7 16,0 0-7-16,0 0-1 0,-14 12 1 0,14-12 0 15,-3 12 1-15,2-5 0 0,1 0 1 0,0-7-2 16,2 17 0-16,0-10 5 0,2-2-5 0,-2 2 3 16,2-2 1-16,0-2-1 0,-4-3 1 0,10 5 2 15,-10-5-1-15,8 2 3 0,-8-2-4 0,6 0 4 16,-6 0-2-16,0 0-4 0,11-8 6 0,-8 4 1 16,-3 4-5-16,0-10 3 0,2 3-5 0,-2 7 3 15,-2-12 2-15,2 12 0 0,0-14-3 0,-1 7 6 16,1 7-6-16,-5-12 1 0,1 5 3 0,0 1-1 15,4 6-5-15,-5-7 5 0,5 7-1 0,-6-7-3 16,6 7 5-16,-4-3-7 0,4 3-2 0,0 0 6 16,0 0-6-16,0 0 6 0,-9 13-3 0,9-13-1 15,-3 9 2-15,3-2-4 0,0-7 1 0,3 10-2 16,-3-10 4-16,4 12-1 0,-2-8 5 0,-2-4-5 16,7 6 2-16,-2-2-4 0,-5-4 3 0,6 3-3 15,-6-3 4-15,0 0 0 0,11 0 2 0,-11 0 0 16,0 0-4-16,10-5-1 0,-5 1-4 0,-5 4 1 15,5-7 1-15,-5 7 0 0,5-9-1 0,-5 4 1 16,0 5-4-16,-1-10 5 0,1 10 0 16,-3-9-7-16,3 9 3 0,-6-10 1 0,2 6 4 15,4 4-1-15,-4-7-2 0,4 7 2 0,0 0-8 0,0 0 8 16,-8-2-1-16,8 2 0 0,0 0-1 0,0 0 4 16,-10 11-6-16,10-11 0 0,-2 10 1 0,0-5 3 15,2-5-3-15,-1 12-6 0,1-12-11 16,0 11-25-16,3-5 12 0</inkml:trace>
  <inkml:trace contextRef="#ctx0" brushRef="#br0" timeOffset="64995.94">19682 11741 1 0,'0'0'23'0,"0"0"0"15,0 0-13-15,0 0-20 0,0 0-11 0,0 0 6 16</inkml:trace>
  <inkml:trace contextRef="#ctx0" brushRef="#br0" timeOffset="67642.42">23662 11681 24 0,'0'0'54'15,"0"0"-8"-15,0 0-4 0,0 0-7 0,0 0-3 0,0 0-12 16,0 0-19-16,0 0-11 0,0 0-31 0,0 0-45 16,0 0 21-16</inkml:trace>
  <inkml:trace contextRef="#ctx0" brushRef="#br0" timeOffset="68254.53">24334 13039 70 0,'0'0'87'0,"0"0"-8"0,0 0-7 16,0 0-14-16,0 0-13 0,0 0-9 0,10 1-13 15,-10-1-22-15,0 0-22 0,2 6-21 0,-2-6-26 16,0 0-74-16,2 8 32 0</inkml:trace>
  <inkml:trace contextRef="#ctx0" brushRef="#br0" timeOffset="68607.84">24700 13200 19 0,'0'0'87'0,"0"0"1"0,0 0-18 15,0 0-14-15,0 0-2 0,0 0-3 0,0 0-5 16,0 0 0-16,0 0-8 0,0 0-7 0,0 0-1 16,0 0-7-16,0 0-1 0,0 0 1 0,0 0-1 15,0 0 1-15,0 0-9 0,0 0-3 0,0 0 3 16,0 0 6-16,0 0-14 0,4 3-9 0,-4-3 9 15,0 0-6-15,0 0-2 0,0 0-3 0,0 0-9 16,0 0-12-16,0 0-2 0,0 0-7 0,0 0-5 16,0 0 1-16,0 0-16 0,0 0-38 0,0 0-99 15,0 0 44-15</inkml:trace>
  <inkml:trace contextRef="#ctx0" brushRef="#br0" timeOffset="69984.39">24766 13318 92 0,'0'0'117'0,"0"0"-11"0,0 0 0 16,0 0-4-16,0 0-20 0,0 0-7 0,0 0-19 16,0 0-6-16,0 0 10 0,0 0-10 0,0 0-6 15,0 0-3-15,0 0-10 0,0 0-1 0,0 0-5 16,0 0 6-16,0 0-11 0,0 0-9 0,0 0-14 15,0 0-7-15,0 0-3 0,0 0-7 0,5 4-7 16,-5-4-9-16,0 0-2 0,0 0-14 0,0 0-6 16,0 0-7-16,0 0-2 0,1 7-57 0,-1-7-133 15,0 0 58-15</inkml:trace>
  <inkml:trace contextRef="#ctx0" brushRef="#br0" timeOffset="71586.03">28267 12345 17 0,'-2'7'113'0,"2"-7"-6"0,0 0-12 0,-2 12 0 15,2-12-13-15,-1 11 7 0,0-5-16 0,1-6-8 16,0 10 3-16,0-10-1 0,0 12-2 0,0-12-2 15,0 9 2-15,0-9-5 0,1 7-8 0,-1-7 2 16,0 7-3-16,0-7 0 0,1 6 5 0,-1-6 6 16,0 0 2-16,4 8-2 0,-4-8 3 0,5 3-6 15,-5-3 1-15,0 0-4 0,4 5-2 0,-4-5 1 16,8 2 1-16,-8-2-8 0,6 1 0 0,-6-1-4 16,12 3-4-16,-7-2-4 0,-5-1-3 0,12 1-6 15,-5 1-1-15,-7-2-3 0,9 0-3 0,-9 0-1 16,10 1-2-16,-10-1-4 0,10 1 0 0,-10-1 0 15,7 2-2-15,-7-2-5 0,6 0 1 0,-6 0 2 16,8 3-1-16,-8-3-4 0,6 2-2 0,-6-2 1 16,0 0-2-16,9 2 0 0,-9-2 1 0,0 0 5 15,0 0-2-15,0 0 3 0,9 2 6 0,-9-2 4 16,0 0 10-16,5 2 6 0,-5-2 9 0,0 0 8 16,0 0-3-16,15-1-3 0,-8-2-6 0,4-1-7 15,9-1-2-15,5-2-2 0,2-3-4 0,2-1-2 16,2-2-5-16,1-1-1 0,15-4-4 0,4-1-26 15,3-4-31-15,-1 0-53 0,4-2-65 16,29-10-58-16,-30 6-186 0,24-17-438 0,-23 15 193 0</inkml:trace>
  <inkml:trace contextRef="#ctx0" brushRef="#br0" timeOffset="73709.77">20547 15918 123 0,'0'0'195'16,"3"-9"-21"-16,-3 9-17 0,2-9-18 0,-2 9-16 0,0 0-8 15,1-9-12-15,4 6-7 0,2-1 17 0,-2-1-7 16,4-1-13-16,1 0-9 0,-1 1-8 0,0 2-11 16,1-3 3-16,3 3-13 0,0-3-6 0,5 2-3 15,3-2-3-15,-1 1-14 0,8-2-7 16,2 3-13-16,-1-3-16 0,4 0-31 0,-4 0-27 15,7-2-28-15,-4 0-38 0,5 1-18 0,-1-2-118 0,11-10-289 16,3 1 128-16</inkml:trace>
  <inkml:trace contextRef="#ctx0" brushRef="#br0" timeOffset="-172186.89">13302 11813 19 0,'-3'-6'48'0,"3"6"-12"0,0 0-12 0,0 0-7 0,0 0-12 16,0 0-12-16,0 0-17 0,0 0-26 0,0 0 12 15</inkml:trace>
  <inkml:trace contextRef="#ctx0" brushRef="#br0" timeOffset="-171139.84">18089 11818 11 0,'0'0'34'0,"0"0"-13"16,0 0-16-16,0 0-18 0,0 0-12 0,0 0 6 15</inkml:trace>
  <inkml:trace contextRef="#ctx0" brushRef="#br0" timeOffset="-170774.53">18621 11232 7 0,'0'0'29'0,"-5"7"-6"0,5-7-12 0,-6 4-23 16,0-1-13-16,6-3 6 0</inkml:trace>
  <inkml:trace contextRef="#ctx0" brushRef="#br0" timeOffset="-167506.12">12401 11559 36 0,'0'0'82'0,"1"-6"-8"0,-1 6-6 15,4-5-9-15,-4 5-11 0,0 0-2 0,6-5-10 16,-6 5-10-16,0 0-13 0,0 0 3 0,0 0-17 16,0 0-9-16,0 0-10 0,6 12-12 0,-6-12-5 15,-3 12-31-15,3-12-72 0,-9 12 32 0</inkml:trace>
  <inkml:trace contextRef="#ctx0" brushRef="#br0" timeOffset="-166081.89">18723 12963 50 0,'0'0'92'0,"0"0"3"0,3-8-3 15,-3 8-2-15,0 0-1 0,0 0-2 0,0-8-9 16,0 8-5-16,0 0-10 0,0 0-1 0,0 0-10 16,0 0-6-16,0-8-1 0,0 8-2 0,0 0-5 15,0 0-4-15,0 0-1 0,0 0-4 0,0 0 5 16,0 0-4-16,0 0-6 0,0 0 6 0,0 0-5 15,0 0 0-15,0 0-6 0,0 0 3 0,1-9-6 16,-1 9-3-16,0 0-1 0,0 0 4 0,0 0-5 16,-5-8 2-16,5 8-1 0,0 0-5 0,0 0-1 15,0 0 2-15,0 0-2 0,-3-8 0 0,3 8-3 16,0 0-5-16,0 0-2 0,0 0 5 0,0 0-13 16,-2-6-13-16,2 6-5 0,0 0-22 0,0 0-31 15,0 0-37-15,0 0-81 0,0 0-217 0,0 0 96 16</inkml:trace>
  <inkml:trace contextRef="#ctx0" brushRef="#br0" timeOffset="-164814.34">18758 11277 117 0,'-4'5'116'0,"1"2"-8"15,3-7-13-15,-1 12-6 0,1-12-18 0,-3 8 9 16,3-8 12-16,0 0 7 0,-1 9 4 0,1-9 8 0,0 0-2 16,0 0-7-16,0 0-14 0,13 1-10 15,0-6-40-15,5-6-25 0,12-3-33 0,15-10-28 16,5-5-47-16,1 0-38 0,4-6-70 0,20-23-219 0,1-7 98 15</inkml:trace>
  <inkml:trace contextRef="#ctx0" brushRef="#br0" timeOffset="-170333.52">24798 7735 2 0,'0'0'62'0,"0"0"-1"0,0 0-11 0,0 0-8 16,0 0 0-16,0 0-8 0,0 0-4 0,0 0 2 15,0 0-3-15,0 0-5 0,0 0-10 0,0 0 7 0,0 0-2 16,0 0-6-16,0 0 10 0,0 0-11 16,0 0-1-16,0 0 2 0,0 0-6 0,0 0 0 15,-8 3 0-15,8-3-2 0,0 0-2 0,0 0 3 0,0 0-7 16,0 0 6-16,0 0 0 0,0 0-4 0,0 0-1 16,0 0-1-16,0 0 1 0,0 0 1 0,0 0-6 15,0 0 6-15,0 0-2 0,0 0-1 16,0 0 4-16,0 0-5 0,-3 7 6 0,3-7-2 0,0 0 1 15,0 0-2-15,0 0-3 0,0 0 0 0,0 0 1 16,0 0 4-16,0 0-2 0,0 0-3 0,0 0 6 16,0 0 0-16,0 0-3 0,0 0 3 0,0 0-2 15,0 0 3-15,0 0-1 0,0 0 0 0,0 0-6 16,0 0 0-16,0 0 1 0,0 0 4 0,0 0-1 16,0 0 0-16,0 0-4 0,0 0 3 0,0 0-1 15,0 0 5-15,0 0-6 0,0 0 2 0,0 0 0 16,0 0-2-16,0 0 1 0,0 0 1 0,0 0-2 15,0 0 5-15,0 0-1 0,0 0-1 0,0 0-2 16,0 0 4-16,0 0 2 0,0 0-6 0,0 0 3 16,0 0 1-16,0 0 2 0,0 0 1 0,0 0-2 15,0 0 2-15,0 0-2 0,0 0 0 0,0 0 4 16,0 0-6-16,0 0 10 0,0 0-3 0,0 0-13 16,0 0 10-16,0 0-1 0,0 0 2 0,0 0-4 0,0 0 1 15,0 0 2-15,0 0-1 0,0 0 6 16,0 0-6-16,0 0-9 0,0 0 1 0,0 0 10 15,0 0-15-15,-10-10 12 0,10 10 1 0,0 0-4 16,0 0 1-16,0 0 2 0,0 0-4 0,0 0 5 0,0 0-9 16,0 0 2-16,0 0 2 0,0 0-8 15,0 0-3-15,0 0-1 0,0 0-5 0,0 0-5 16,0 0-4-16,0 0-8 0,0 0 1 0,0 0-3 16,0 0 0-16,9-13-2 0,-9 13-35 0,0 0-79 0,6-6 35 15</inkml:trace>
  <inkml:trace contextRef="#ctx0" brushRef="#br0" timeOffset="-169805.36">24851 7631 10 0,'0'0'12'0,"0"0"2"0,0 0 4 15,0 0-8-15,0 0-1 0,0 0-1 0,2-7 3 16,-2 7-5-16,0 0 0 0,0 0 0 0,0 0 4 0,0 0-8 16,0 0 5-16,0 0-5 0,0 0-1 0,0 0 1 15,2-8 1-15,-2 8-2 0,0 0 1 16,0 0 0-16,0 0 7 0,0 0-3 0,0 0-4 15,0 0-1-15,0 0 5 0,0 0-8 0,0 0 5 0,0 0 1 16,0 0-7-16,0 0 3 0,0 0-4 0,0 0 3 16,0 0 1-16,0 0 1 0,0 0 1 0,0 0-1 15,0 0 0-15,0 0 1 0,0 0-1 0,0 0-4 16,0 0-2-16,0 0 0 0,0 0-3 0,0 0 4 16,0 0-3-16,0 0-2 0,0 0 4 0,0 0-2 15,0 0 1-15,0 0-13 0,0 0 16 16,0 0-12-16,0 0-17 0,0 0 7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4T10:27:48.1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5050 3166 101 0,'0'0'150'0,"-2"-9"2"0,-1 1-7 16,3 8-3-16,-5-10-7 0,4 4-4 0,1 6-3 15,-7-10-4-15,4 6-1 0,3 4-10 0,0 0-1 16,-2-12-18-16,2 12-7 0,0 0-17 0,0 0-5 16,0 0-11-16,-2-6-4 0,2 6-6 0,0 0 5 15,0 0-13-15,0 0-5 0,4 22-3 0,-4-5 0 16,3 0-9-16,-1 2 5 0,1 7-5 0,0 3 2 15,1 2-2-15,-2 1 24 0,3 1-1 0,-5 3-4 16,3-3-2-16,-2 3 4 0,2-2-8 0,-3 12-1 16,1-11-3-16,0-3-1 0,2 3-4 0,-4 0-3 15,2 0-1-15,0-1 6 0,-1 0-6 16,0 1-1-16,-2-5-2 0,3 0 0 0,-4 0-4 16,5-4 2-16,-6-1 0 0,1 0-2 0,1-6-5 0,-2-2-12 15,1 1-15-15,1-1-16 0,-2-1-26 0,1 0-29 16,-3-6-30-16,2 2-37 0,0-2-31 0,0-2-169 15,-2 1-387-15,-3-3 172 0</inkml:trace>
  <inkml:trace contextRef="#ctx0" brushRef="#br0" timeOffset="429.97">5048 3247 25 0,'9'-13'163'0,"3"-1"-11"0,1 3-8 16,4 0-6-16,-3 4-14 0,-1 1-8 0,4 3-10 16,3 2 1-16,-4 2-2 0,2 2-7 0,0 3-5 15,-1 3-13-15,-4 2-2 0,2 3-8 0,-2 2-6 16,1 5-6-16,-5 4-5 0,-3 1-2 0,-5 2-9 15,-3 0-2-15,-5 4-5 0,-4-3 0 0,-5 0 0 16,-1-3-6-16,-4 3-7 0,-2-6-12 0,1 0 6 16,-1-2-10-16,0-6-1 0,-1-1 1 0,4-4 2 15,2-2-2-15,-1 1-1 0,-1-7-1 0,9 1 1 16,-6-2-2-16,5-1 1 0,4-1 0 0,8 1 10 16,-14-4-1-16,9 2 2 0,5 2-3 0,-7-4 1 15,7 4-3-15,0 0-2 0,0 0-2 0,0 0 4 16,0 0-3-16,0 0 4 0,0 0 6 0,0 0 5 15,35 11-5-15,-20-3 0 0,-2 4-1 16,9 3-1-16,-3 3 3 0,-6-3-4 0,1-1-2 0,9 6 0 16,-4 1-23-16,3-2-26 0,2 1-40 0,-1-2-34 15,2 0-39-15,-2 0-37 0,-2-2-122 0,-6-3-334 16,-1-1 147-16</inkml:trace>
  <inkml:trace contextRef="#ctx0" brushRef="#br0" timeOffset="738.21">5377 3960 81 0,'4'-7'228'0,"4"0"-14"0,-2-2-1 16,6 2-11-16,-1-6-14 0,3 2-14 15,3-4-13-15,3-2-14 0,-4 5-15 0,4-7-11 16,4 1-8-16,-3 2-9 0,1-1-14 0,-1 0-6 0,-5 4-14 16,3-6-2-16,-6 6-5 0,1-2-10 0,-4 1-1 15,-2-2-6-15,-1 3-6 0,-2 1-5 16,-1-1-3-16,-3-2-6 0,-1 3 0 0,0 1-7 15,-3 2-2-15,-4 0-2 0,1 1-5 0,-3 2 7 16,-1 2-11-16,0 2-1 0,-3 2 0 0,-5 1-7 16,-1 5 6-16,-1 4-1 0,-2 4 0 0,0 3 1 15,-1 0-2-15,2 2 2 0,3 1-2 0,3 0-3 16,5-6 3-16,1 2-2 0,4 9 2 0,5-6 1 16,-1-3 0-16,4-1-3 0,7-1-6 0,2 1-24 15,3-6-28-15,5 1-34 0,1-5-44 0,11 1-44 16,3-3-42-16,-1-1-139 0,1-7-390 0,-1-1 173 15</inkml:trace>
  <inkml:trace contextRef="#ctx0" brushRef="#br0" timeOffset="942.08">5991 3520 213 0,'-5'-5'212'0,"5"5"-18"0,-11-1-14 0,11 1-7 16,-17 7-2-16,1 3-5 0,-5 8-14 0,3 3-9 15,-3 0-8-15,1 1-13 0,3 3-12 0,3 0-9 16,3-3-14-16,3 3-6 0,4 0-6 0,5-4-6 16,2-3-23-16,2 0-16 0,4-3-25 0,2 1-29 15,3-3-28-15,3-3-41 0,1-1-35 0,10-1-41 16,-6-5-27-16,-4 2-105 0,3-6-326 0,0 0 145 16</inkml:trace>
  <inkml:trace contextRef="#ctx0" brushRef="#br0" timeOffset="1197.76">6204 3501 1782 0,'8'-27'88'0,"-4"2"44"0,-2 6-17 0,0 2-15 0,-2 5 3 15,0-1-2-15,0 7 4 0,1-1-5 0,-1 7-21 16,1-9 14-16,-1 9-27 0,0 0-5 0,0 0-15 16,0 0 10-16,0 0 11 0,0 0 18 0,-8 43-4 15,5-15-3-15,-1 1 6 0,-1 3 2 16,0-1-10-16,-1 2-7 0,3-3 3 0,0 3-13 15,-1-3-4-15,0 0-3 0,-1 1 4 0,4 0-7 16,-1 0 6-16,0-5-24 0,1 1 3 0,1-8-2 0,0 6-8 16,0-8-18-16,1 0-31 0,-1-5-29 0,2 0-38 15,-4-2-35-15,2-10-40 0,2 13-41 16,-2-13-31-16,2 9-15 0,-2-9-36 0,0 0-164 16,0 0-491-16,0 0 216 0</inkml:trace>
  <inkml:trace contextRef="#ctx0" brushRef="#br0" timeOffset="1453.85">5942 3673 34 0,'-2'-5'205'0,"2"5"-19"0,0-9-15 15,0 9-11-15,7-8-15 0,1 6-8 0,6-3-10 16,4 0-9-16,4 0-7 0,7-2-9 0,3 1 1 16,3 0-7-16,0 1-6 0,-1 1-4 0,0 1-10 15,-3-2-5-15,-4 3-4 0,-7-1-9 0,2 1-1 16,-4 0-8-16,-6 2-1 0,0 2-2 0,1-2-2 15,-4 2 1-15,1 1-4 0,0 1 6 0,-1-1-5 16,-1 4 2-16,-2 0-1 0,-1 3-3 0,0-3-4 16,-1 5 1-16,-1 1-3 0,-2-2-5 0,0 7-3 15,1-4 0-15,-1 1-14 0,-1 5-25 0,0-2-34 16,-1 0-37-16,-1-3-48 0,2 2-54 0,-1-2-55 16,-2-2-124-16,1-4-394 0,2-9 174 0</inkml:trace>
  <inkml:trace contextRef="#ctx0" brushRef="#br0" timeOffset="1626.29">6443 3427 2360 0,'-2'-26'7'0,"-1"2"-5"0,1 7 14 0,-2 3-11 15,1 2 1-15,0 3-10 0,1 1-17 0,1 1-23 16,1 7-37-16,-4-9-28 0,4 9-27 0,0 0-18 15,0 0-155-15,0 0-333 0,0 0 149 0</inkml:trace>
  <inkml:trace contextRef="#ctx0" brushRef="#br0" timeOffset="2058.25">6972 3191 128 0,'-5'-6'196'16,"1"3"-2"-16,4 3-11 0,-6-7-17 0,6 7-13 0,-5-5-14 16,5 5-17-16,0 0 3 0,-9 12-3 0,3 3 1 15,3 3 22-15,-2 10-8 0,0 7-4 16,-3 14-4-16,2-2-7 0,1 0-7 0,1 3-10 16,2 0-9-16,4-1-4 0,-2-14-8 0,1 1-5 15,0 11-6-15,3-1-4 0,-3-10-3 0,1-2-6 16,-2 0-10-16,2 0-1 0,2-1-6 0,-4 0-7 0,0-2 3 15,0-1-4-15,0-1-5 0,-1-2-2 16,-2-1 2-16,3-6-22 0,-1-4-27 0,0 3-22 16,-2-7-22-16,2 5-29 0,-3-7-21 0,3-3-40 15,1-7-24-15,-4 10-42 0,1-7-39 0,3-3-138 16,0 0-427-16,0 0 190 0</inkml:trace>
  <inkml:trace contextRef="#ctx0" brushRef="#br0" timeOffset="2351.83">6786 3682 132 0,'1'-13'184'0,"-1"13"-22"15,10-6-11-15,0-1-18 0,2 2-14 0,8-3-10 16,11-1-12-16,1 2-8 0,1-3-7 0,3 2-6 16,1-1-11-16,-4 0-9 0,3 1-2 0,-3-1-6 15,-2 5-10-15,-2-2-3 0,-11 2 1 0,1 0-5 16,-1 1-6-16,-5 2 1 0,-1-2-1 0,-2 1-5 15,-2 2 3-15,-2-1-1 0,-6 1 9 0,11-1 4 16,-11 1-1-16,7-2-3 0,-7 2-4 0,0 0 0 16,0 0-10-16,0 0 1 0,9 5 5 0,-8 0 2 15,2 6 3-15,-3-1 0 0,0 4 2 16,0 1-3-16,-2 3-3 0,1 2-3 0,1-2-1 0,-1 7 0 16,2-7-12-16,-1 1-25 0,1 2-34 0,2 3-42 15,1-5-34-15,-2-4-38 0,1 2-146 0,-2-1-334 16,2-6 147-16</inkml:trace>
  <inkml:trace contextRef="#ctx0" brushRef="#br0" timeOffset="2533.1">7268 3321 64 0,'-2'-6'176'0,"2"6"-29"15,0 0-14-15,4-8-17 0,-4 8-20 16,0 0-24-16,17 7-22 0,-7 0-41 0,5 4-39 0,11 4-38 16,-2 1-60-16,0-1-138 0,6 1 61 0</inkml:trace>
  <inkml:trace contextRef="#ctx0" brushRef="#br0" timeOffset="2752.98">7757 3441 188 0,'-18'0'186'0,"8"1"2"0,-3 3-4 0,-5 3-4 16,-1 0-6-16,2 4-7 0,-6 5-13 0,2 1-8 0,3-1-8 15,-1 5-7-15,-3 0-13 0,8-1-11 16,2-4-8-16,2 1-12 0,4-2-7 0,3 4-6 16,-1-2-8-16,2 2-2 0,3-2-6 0,2-1-9 15,0-4-8-15,4 4-21 0,4-3-26 0,2 1-31 16,4-2-31-16,2-5-37 0,8-1-39 0,0 0-36 15,3-4-20-15,0 2-127 0,-2-7-353 0,1-3 156 16</inkml:trace>
  <inkml:trace contextRef="#ctx0" brushRef="#br0" timeOffset="3120.59">7983 3539 171 0,'-2'-10'192'0,"-2"0"-12"15,0 5-11-15,0 0-12 0,4 5-17 0,-11-5 3 16,3 5-12-16,8 0-1 0,-22 11-5 0,7 2-7 15,-3 6-6-15,-1 1-8 0,0 1-14 0,3 0-4 16,1 0-11-16,7-5-3 0,1-1-11 0,-2-1-7 16,8-2-4-16,-1-1-3 0,4 1-5 0,-1-2-4 15,0 0-5-15,5-2-3 0,-2-3-1 0,4-1-6 16,0-1-5-16,4 0-6 0,-1-3-1 0,-1-1-3 16,2-1-3-16,0-3 0 0,2 0-1 0,-1-3-1 15,-3 0 3-15,0 0-3 0,-1-2 1 0,-1 0 1 16,-3-1-2-16,3 0 1 0,-6 0-1 0,3-2-2 15,-2 2 0-15,-2-1 1 0,2 2 0 0,-2 3 9 16,2 2 2-16,-3 5-3 0,2-9-1 0,-2 9 1 16,3-7-6-16,-3 7 1 0,0 0-2 0,0 0 3 15,0 0 1-15,0 0 0 0,2 26 4 0,0-14-5 16,-1-1-2-16,1 2 2 0,0 2-2 0,0-1 2 16,2 2-2-16,2-1 3 0,-2 1-12 0,2 0-15 15,-1-6-22-15,2 0-23 0,0-2-43 0,0-1-49 16,2 0-35-16,1-1-183 0,-1-2-406 0,2-4 181 15</inkml:trace>
  <inkml:trace contextRef="#ctx0" brushRef="#br0" timeOffset="3368.22">8250 3321 212 0,'0'-11'258'0,"0"-1"-5"0,-1 3-6 16,1 9-18-16,-1-10-16 0,1 10-25 0,-2-8-20 15,2 8-19-15,0 0 6 0,0 0 6 16,-1 25 15-16,0-6-13 0,-3 8-7 0,3 4-7 0,-3 0-9 16,1 0-17-16,1 2-3 0,1-3-11 0,-2 1-9 15,-1-1-9-15,2-1-25 0,0 0 7 0,1-4 1 16,-3 1-13-16,3-1-6 0,0-5-4 0,-1 5-24 16,2-6 7-16,2-2-23 0,-2 0-33 15,1-1-39-15,-2-6-44 0,1 3-27 0,0-13-31 16,-2 16-20-16,2-16-46 0,0 9-33 0,0-9-215 0,0 0-515 15,0 0 229-15</inkml:trace>
  <inkml:trace contextRef="#ctx0" brushRef="#br0" timeOffset="3648.27">8071 3591 1800 0,'-2'-10'80'0,"-2"1"-10"16,1 2-36-16,2 1-17 0,1 6-2 15,-5-10-9-15,5 10-1 0,0-7-5 0,0 7 8 16,0 0 4-16,13-8 7 0,-4 7-1 0,5-1 1 0,6 0 1 15,3 0 1-15,5-1-2 0,2-1 1 16,-1 3 2-16,4-1-1 0,-4-1-2 0,1 0 1 16,-8 2-5-16,5 0-3 0,-12-1 2 0,0 4 1 15,-4-4-3-15,-1 2 0 0,-2 0 6 0,0 2-6 16,-8-2 6-16,12 2 7 0,-7 1 6 0,-5-3-3 16,10 7 3-16,-6-1 0 0,-1 1 4 0,-3 1-2 0,4 2 3 15,-3 2-2-15,0-1-3 0,-1 5-3 16,-1 1 1-16,1-1-3 0,-1-1-2 0,-1 2 2 15,2 0-10-15,0 1-34 0,-1-3-36 0,0-1-51 16,1-1-53-16,-2-1-51 0,0 5-177 0,1-5-418 16,1-12 185-16</inkml:trace>
  <inkml:trace contextRef="#ctx0" brushRef="#br0" timeOffset="3821.31">8410 3346 90 0,'0'0'111'0,"3"-8"-23"0,-3 8-28 0,7-4-33 16,-7 4-35-16,17 3-54 0,-6 2-66 0,2-1 29 16</inkml:trace>
  <inkml:trace contextRef="#ctx0" brushRef="#br0" timeOffset="4377.92">8730 3528 146 0,'-5'8'194'0,"-1"3"-11"0,1 1 0 0,0 0-4 0,-1 2-13 16,-3 1-15-16,5 2-11 0,0-6-11 0,3 7-12 15,-2-3-4-15,2 2-7 0,0-2-13 0,2-3-4 16,2 0-11-16,-1-2-6 0,3 2-7 0,0-2-3 15,2-2-7-15,-2-2-3 0,2 0-4 16,-1 0-7-16,1-3 0 0,1 1-2 0,-3-3-2 16,-5-1-5-16,12-1-2 0,-12 1-3 0,14-6-4 0,-11 1 0 15,3-2-4-15,-3-2 1 0,1-1-6 0,0-1 0 16,-1-2-3-16,-2-2 1 0,4-2-1 0,-1 1-3 16,-3-1-2-16,3 0 3 0,0 1-2 0,-2-1-4 15,4 2-2-15,-3 3 2 0,4 2 10 0,-2 0 2 16,1 3-1-16,1 0 0 0,0 4-4 15,3 2-4-15,-10 1 3 0,20 7 0 0,-5 4-1 0,-3 3 0 16,0 2 4-16,-2 0 2 0,0 2 4 0,1 5-2 16,-6-6 4-16,1 2-1 0,-2-2-5 0,0 0 4 15,-1 0 1-15,-2-4 6 0,3 0 6 0,-3-4 12 16,-1 1 5-16,0-3 5 0,0-7 13 16,0 10-4-16,0-10-12 0,0 0 3 0,0 0-6 15,-11 0-1-15,11 0-1 0,0 0-5 0,-9-16-1 0,7 7-6 16,0-2-3-16,3-2-7 0,2-5-3 0,0-1-11 15,6-5 6-15,3-1-2 0,2-3-2 0,0-1-3 16,4 3-6-16,0 1 1 0,5 3-2 16,2 3-3-16,-3 1-1 0,1 3 2 0,-8 10 1 15,3 0-3-15,-6 5 0 0,7 2-13 0,-7 2 16 16,3 4 15-16,-2 3-13 0,-1 2 8 0,0 1-1 16,-3 4-2-16,1-1 0 0,0 6-3 0,-6-5 4 0,1 0-2 15,-2 2 3-15,1 6 0 0,-1-8-33 16,-5 6-37-16,1-5-57 0,-2 0-49 0,-1 7-81 15,2-9-87-15,-3 0-171 0,1-5-546 0,0-3 242 16</inkml:trace>
  <inkml:trace contextRef="#ctx0" brushRef="#br0" timeOffset="4991.51">10089 3223 133 0,'-5'-8'209'16,"5"8"-10"-16,-13-8-11 0,6 7-12 15,-6-1-15-15,0 5-11 0,-5 4-17 0,2 0-4 16,-2 6-9-16,-3 3-9 0,2 3-10 0,1 0 18 15,7-4-12-15,3 3-12 0,4 0-5 0,2 0-10 16,2 2-4-16,3-2-9 0,4-2-6 0,3 1-6 16,7 4-1-16,-3-8-4 0,4-1-8 0,2 2-3 15,6-4-5-15,-8-2 2 0,-2-3-4 0,2-1-3 16,-6 0-8-16,0 0-4 0,0-3 6 0,-4 0-4 16,0-1-3-16,-8 0-1 0,11 0-2 0,-11 0-1 15,6-4 0-15,-6 4-2 0,0 0-6 0,0 0 0 16,0 0-5-16,0 0 3 0,-23-10-4 0,13 9 1 15,-3 1-1-15,-6 2 2 0,4 3-3 0,-5 1 3 16,1 0-2-16,4 2 0 0,-3 3 1 0,4 1 2 16,0 1-1-16,5-2 2 0,0 3 6 0,3 1-5 15,-2 0 0-15,3 1 4 0,4-1-1 0,3 0 5 16,1-4-5-16,7 5 6 0,-1-2-5 0,3 1 2 16,4-4-6-16,-1-1-1 0,6-2-18 0,8-1-21 15,2 2-24-15,0-6-32 0,2 0-35 0,1-5-30 16,0 1-35-16,-2-2-29 0,1-4-145 0,-6-2-399 15,-8 2 177-15</inkml:trace>
  <inkml:trace contextRef="#ctx0" brushRef="#br0" timeOffset="5343.38">10445 3468 142 0,'0'-19'224'0,"-2"3"9"0,2 4 4 0,-1 2-5 16,1 3-9-16,0 7-17 0,-4-12-20 0,4 12-17 15,0-10-22-15,0 10-15 0,0 0-9 0,0 0 1 16,0 0 3-16,2 29 3 0,-5-8-3 0,3 6-10 15,-3 1-20-15,2-1 8 0,-3 4-5 0,3-3-11 16,0 0-9-16,-3-1 0 0,3 1-27 0,-1-9 10 16,0 1 1-16,2 0-8 0,-3-1-2 0,5-7-9 15,-4 4-3-15,1-3-8 0,1-3-21 0,0-4 23 16,0-6-3-16,-1 13 3 0,1-13 20 0,0 0-3 16,0 0 1-16,0 0-6 0,0 0 1 0,0 0-11 15,-16-21-7-15,14 8 0 0,-3-5-2 0,2-9-2 16,-1 0-8-16,3-2-7 0,2-3-3 0,4-3-2 15,3-11-9-15,-3 11-4 0,4-13-18 0,5 2 4 16,-4 15 3-16,2-2-6 0,-1 2 3 0,1 4 4 16,-2 4 0-16,-1 6-1 0,1 2-1 0,-2 2-13 15,1 5-6-15,2-1-9 0,0 4-17 0,1 2-10 16,0 1-16-16,0 2-14 0,3 4-25 0,-1 1-18 16,2 5-21-16,-3 4-25 0,-1 3-33 0,-2 0-32 15,-2 7-191-15,-6-5-485 0,1-1 215 0</inkml:trace>
  <inkml:trace contextRef="#ctx0" brushRef="#br0" timeOffset="5807.2">10494 3506 106 0,'0'0'188'0,"-6"4"-10"16,6-4-12-16,0 0-2 0,0 0-1 16,0 0-2-16,0 0-4 0,0 0-3 0,22 4-13 0,-3-4-14 15,8-3-10-15,2 2-10 0,2 0-12 0,-1-3-5 16,2 0-10-16,2 0-8 0,-2 2-6 15,-4-4-8-15,-5 4-4 0,-5 0-7 0,-4-1-4 16,-4 2-3-16,0-1-7 0,-2 1-3 0,2 1 0 16,-10 0 0-16,10 0-1 0,-10 0 0 0,8-2-4 15,-8 2-3-15,0 0-6 0,13 3 1 0,-11 3 4 0,-2-6 1 16,3 13 1-16,-3 0 6 0,2 1 1 0,-2 2 4 16,-1-1 5-16,0 4-3 0,1-1 0 0,-1 0-5 15,-1-2-1-15,2 1 2 0,-1 2 0 0,1-8-5 16,1 6-1-16,2-6-4 0,-2 1-1 15,-1-5-2-15,0-7 0 0,3 14-2 0,-3-14-1 16,2 10-8-16,-2-10 16 0,0 0 9 0,0 0 22 0,2 10 6 16,-2-10-8-16,0 0-10 0,0 0 7 0,0 0-10 15,0 0 0-15,-2-41-12 0,-2 25-2 16,3 0 8-16,-3-3-11 0,0-6-3 0,4-2-4 16,0 3-7-16,0-6-2 0,3 0-9 0,1-2-9 15,2 0-6-15,-1-1-4 0,6 0-5 0,-4 1-8 16,4-3-2-16,-3 5 0 0,-1 1-1 0,4 5-2 15,-2 6 2-15,0 3 0 0,0 1-9 0,-1 5-12 16,-2 0-18-16,3 5-11 0,-2-3-12 0,0 5-10 16,-7 2 1-16,18 2-13 0,-8 5-17 0,2-2-21 15,3 7-22-15,-2-1-10 0,-2 3-12 0,0 4-140 16,-5-1-373-16,-5 2 165 0</inkml:trace>
  <inkml:trace contextRef="#ctx0" brushRef="#br0" timeOffset="6098.99">10957 3487 75 0,'0'0'154'0,"-6"4"-6"0,6-4-2 16,-6 4-2-16,6-4 3 0,0 0-2 0,0 0-6 15,0 0-7-15,21 9 0 0,-7-6-13 0,4-3-10 16,10 0-8-16,0-2-9 0,2 2-8 0,0-5-10 16,0 3-6-16,-1 1-7 0,-1-1-10 0,0-2-3 15,-2 2-7-15,-7 0 0 0,-1-2-9 0,-5 2-1 16,1 0-3-16,-3 1 0 0,-3 1-4 0,1-2 0 15,-3 0-5-15,-6 2-3 0,11-3 0 0,-11 3-1 16,10 0-5-16,-10 0-7 0,0 0 4 0,9 3-3 16,-6 1 2-16,-3-4 1 0,7 7 0 0,-6 0 6 15,0 2-1-15,1 1 0 0,0 0 3 0,-2 3-4 16,0-1 3-16,-2 4-2 0,-2 0-1 0,3-2-15 16,-1 3-26-16,1-5-33 0,-2 0-47 0,3-1-40 15,-2 0-37-15,-1-1-161 0,-2 0-376 0,5-10 167 16</inkml:trace>
  <inkml:trace contextRef="#ctx0" brushRef="#br0" timeOffset="6283.57">11402 3191 90 0,'0'0'206'0,"-1"-10"-21"0,1 10-19 15,0 0-22-15,-2-7-3 0,2 7-33 0,0 0-33 16,0 0-28-16,-9 21-43 0,9-7-53 16,0 4-40-16,0 7-83 0,2 1-185 0,5-1 81 0</inkml:trace>
  <inkml:trace contextRef="#ctx0" brushRef="#br0" timeOffset="6553.56">11696 3456 44 0,'0'0'256'0,"2"-10"0"0,-2 10-9 0,2-6-4 0,-2 6-13 15,0 0-6-15,0-10-22 0,0 10-18 16,0 0-15-16,-11-3-14 0,11 3-8 0,-20 11-4 16,2 0-7-16,2 0-10 0,-5 7-13 0,1 1-9 15,3-1-15-15,2-2-5 0,4 1-8 0,3-1-6 16,1 1-9-16,2 0-9 0,5 0-3 0,0-2 1 15,1-2-3-15,6-1-6 0,3 2-5 0,1-1-13 16,6-3-14-16,3 0-30 0,-2-3-32 0,13-2-31 16,-4-2-39-16,3 0-33 0,3-2-32 0,-4-4-33 15,0 0-14-15,-10 1 3 0,-1-4-161 0,0 1-424 16,-1 0 187-16</inkml:trace>
  <inkml:trace contextRef="#ctx0" brushRef="#br0" timeOffset="6739.57">11968 3548 100 0,'4'-17'136'0,"1"-2"4"0,-1 2 8 0,-2 0 11 15,1-1 9-15,-2 7 8 0,-1 1 0 0,2 3 0 16,-2 7-2-16,0-12-16 0,0 12-15 0,2-7-15 16,-2 7-15-16,0 0-1 0,0 0 3 0,0 0 18 15,-1 26-9-15,0-9-10 0,-2 1-22 0,0 1 9 16,1-1-11-16,-3 7-12 0,1-6-6 0,0 1-6 16,0 0-5-16,4 4-18 0,0-6-31 0,0 0-33 15,-1-1-37-15,2-4-40 0,3 0-34 0,-4-2-62 16,0 0-54-16,0-11-179 0,0 13-461 0,0-13 204 15</inkml:trace>
  <inkml:trace contextRef="#ctx0" brushRef="#br0" timeOffset="6904.69">11976 3224 39 0,'0'0'104'0,"0"0"-18"0,0 0-40 0,0 0-43 0,7 26-50 16,-5-10-50-16,2 2 22 0</inkml:trace>
  <inkml:trace contextRef="#ctx0" brushRef="#br0" timeOffset="7216.06">12160 3588 60 0,'14'-3'224'0,"-7"1"-4"0,2 0-2 16,-2-1 3-16,1 0-7 0,2-2-11 0,-1 0-12 16,1-3-15-16,2 0-12 0,-1 1-15 15,0-4-9-15,-3 1-12 0,1 1-4 0,1-1-11 0,0 1-10 16,-4-2-9-16,-3 2-6 0,5-1-4 0,-8 3-8 16,4-2-8-16,-3 2-3 0,-1 7-9 0,0-12 0 15,0 12-6-15,-7-11-4 0,3 8-6 0,4 3-2 16,-18 0-8-16,6 3-3 0,-6 3 1 15,-1 5-2-15,-5 4 1 0,2 2 2 0,2 2 1 16,-2 0 6-16,11-4-3 0,-1 3-3 0,3-2-2 16,1 3-2-16,3-2 0 0,4 1-3 0,4-1-2 0,4 0-9 15,2-5-14-15,3 3-29 0,2-1-29 16,2-3-29-16,11 0-38 0,-4-2-32 0,-1-4-31 16,5-2-24-16,-7-1-16 0,1 0-17 0,-1 1-169 15,-5-3-449-15,-3 0 198 0</inkml:trace>
  <inkml:trace contextRef="#ctx0" brushRef="#br0" timeOffset="7561.95">12475 3609 128 0,'4'-13'143'0,"-1"4"19"16,-1-1 5-16,0 2 12 0,1 1 6 0,-3 7 2 15,4-12-9-15,-4 12-12 0,1-7-23 0,-1 7-13 16,0 0-10-16,0 0 0 0,0 0 4 0,0 0-6 16,0 22 1-16,-1-13 2 0,-1 4-11 0,0-4-7 15,2 3-8-15,-3 0 0 0,0 0-12 0,1 0 5 16,0 0-2-16,0-2-15 0,2-2-7 0,-2 0-3 15,2-8 0-15,0 11-6 0,0-11 2 16,0 0 2-16,0 0 9 0,-2 12 16 0,2-12-9 0,0 0-3 16,0 0-6-16,0 0-8 0,0 0-8 0,0 0 1 15,0 0-7-15,-3-31-13 0,6 20-12 0,-1-6-9 16,2 1-6-16,0 0-6 0,4-3 3 0,1-6-6 16,2 2-7-16,5 1 1 0,-5 6 2 0,3 0 0 15,-3 1 2-15,0 5-6 0,-5 1-12 0,4 2 14 16,-4 4-4-16,-1 0 0 0,-5 3 3 0,14 1-8 15,-6 5 9-15,-1 3 6 0,-1 0-4 0,2 2 6 16,-4 2 1-16,0 2 7 0,-1-2-5 0,1 3-1 16,0 1 5-16,-1 1-2 0,-3-1-7 0,2 0-31 15,2-1-51-15,0-2-56 0,-3 1-62 0,4-2-93 16,-1-4-245-16,0 1-586 0,-4-10 259 0</inkml:trace>
  <inkml:trace contextRef="#ctx0" brushRef="#br0" timeOffset="8170.08">12960 3466 2191 0,'0'0'185'0,"-8"-3"-101"0,8 3-48 0,-10 0-10 16,10 0 15-16,-17 10 26 0,7-5 11 0,-1 8 16 16,-5-2-2-16,5 4 11 0,0-2-2 0,1 0-4 15,4-3-7-15,-1 6-3 0,3-4-11 0,2-1-2 16,2 2-3-16,0-3-6 0,2 2 4 0,2-1-12 15,3-2-7-15,2 3-3 0,5-3 0 16,-4-3-2-16,7 2-4 0,0-3-12 0,4-1 10 0,-3-2-27 16,2-3-5-16,0 0-9 0,-1-3-5 0,-2 2-4 15,-1-5-6-15,-5 2-2 0,0-3-8 0,1-1 0 16,-1-1 3-16,-3 0-7 0,0-1 2 0,0-3-3 16,1 1 3-16,-4-2 0 0,0 3 4 0,-1 0 0 15,1 0 3-15,-3 2 7 0,0 2 3 0,-2 2 6 16,0 6-4-16,2-9 3 0,-2 9-7 0,0 0 3 15,0 0 10-15,0 0 12 0,0 0 6 0,0 0-3 16,0 0 4-16,7 27 5 0,-7-20-2 16,2 1-1-16,0 2 2 0,0 1 2 0,3-3-3 15,0 0 4-15,3 0 1 0,1-1 0 0,1 0-5 16,1-3 11-16,2 0-13 0,5-3 13 0,-5 2-13 16,1-5-8-16,-1 0 12 0,1-1-7 0,-1 0 4 0,-4 0-4 15,3-1-1-15,-5 0 7 0,1-4-12 0,0 1 5 16,0 0 0-16,1-2-5 0,-5 1-20 0,4-2 19 15,-2 2 0-15,-1 0 1 0,1 0 5 16,-4 2 1-16,3 0 5 0,-5 6 0 0,4-7 3 16,-4 7-12-16,5-4 3 0,-5 4-1 0,0 0 8 15,0 0-7-15,0 0 15 0,-2 35 9 0,-3-17 13 0,-4 7-4 16,-2 2 2-16,-3 4 7 0,-9 12-2 0,4 1 2 16,-4-2 5-16,6-10-9 0,-1 11-3 15,4-10-6-15,-6 11-3 0,9-12-9 0,-5-2 2 0,7 2-3 16,0-2-4-16,0-3-1 0,0 1-2 15,3-3 1-15,-2 1-6 0,4-8-8 0,-1 0-21 16,1-1-23-16,2-2-25 0,-2 1-46 0,1-6-42 0,1 2-48 16,-2-2-51-16,1-3-44 0,3-7-58 0,-3 11-298 15,3-11-698-15,0 0 308 0</inkml:trace>
  <inkml:trace contextRef="#ctx0" brushRef="#br0" timeOffset="8358.89">13625 3606 2769 0,'2'-10'55'0,"1"3"43"0,-1 0-27 15,-2 7-33-15,2-11-17 0,-2 11-7 0,3-7-5 16,-3 7-1-16,0 0-3 0,2-11-2 0,-2 11 0 16,0 0-3-16,0 0-1 0,0 0-23 0,0 0-24 15,15 19-34-15,-11-10-39 0,4-1-46 0,0 1-55 16,-3 1-184-16,7 3-438 0,-2-1 194 0</inkml:trace>
  <inkml:trace contextRef="#ctx0" brushRef="#br0" timeOffset="8503.61">13724 3831 2105 0,'0'6'195'0,"0"-6"-115"0,0 13-35 16,0-13-26-16,-2 9 0 0,2-9-6 0,-3 8 15 16,3-8 12-16,0 0 4 0,0 0 1 0,0 8-4 15,0-8-18-15,0 0-19 0,0 0-22 0,0 0-35 16,27-8-40-16,-13 1-42 0,6 0-40 0,0-1-38 15,5-7-123-15,-6 5-364 0,4-4 161 0</inkml:trace>
  <inkml:trace contextRef="#ctx0" brushRef="#br0" timeOffset="8636.66">14085 3670 102 0,'7'-2'287'0,"-2"-1"-21"16,-5 3-19-16,9-5-8 0,-9 5-4 0,8-3-3 16,-8 3-8-16,0 0-14 0,8-2-17 0,-8 2-14 15,0 0-9-15,4-4-22 0,-4 4-23 0,0 0-25 16,0 0-25-16,0 0-35 0,0 0-48 0,13 2-61 15,-13-2-69-15,0 0-89 0,0 0-212 0,0 0-475 16,0 0 211-16</inkml:trace>
  <inkml:trace contextRef="#ctx0" brushRef="#br0" timeOffset="9451.91">4825 4657 106 0,'-41'0'152'0,"6"0"3"16,1 0 2-16,2 0 5 0,3 0-11 0,11 0 19 0,3 0 1 15,3 0-3-15,1 0-16 0,11 0-15 16,-12 0-16-16,12 0-14 0,-6 0-9 0,6 0-11 16,0 0-7-16,0 0-9 0,34 0-8 0,-12-1-2 15,14 0 3-15,14-3 0 0,6 2 3 0,7-1 0 16,30-2-4-16,0 2 0 0,-1-2 4 0,7 2-8 0,4 1-3 15,2-2-3-15,1 3-7 0,8 2 1 16,5-1 0-16,5-1-3 0,7-1-5 0,11 2 6 16,2-1-3-16,11 2-18 0,4-2 9 0,16-8-4 15,2 6-3-15,5 1 0 0,4-2 0 0,12 0-2 16,2-5 1-16,7 9-6 0,5-4 8 0,8 2-2 16,0 2-1-16,5-1-4 0,3-3 7 0,5 1-7 0,-2 5 1 15,-3-2 0-15,0 2 6 0,-4-2-3 0,0 0-4 16,-6 3-1-16,-2-2 7 0,-3-1 1 15,-3 0 2-15,2 4-9 0,-1-8 12 0,-1 4-8 16,-3-3 1-16,-4 2-2 0,-8-4-12 0,1 3 9 16,-3 0-3-16,-15 4-5 0,-2-6 12 0,-2 2-11 15,-6-1-15-15,-6 4-18 0,-5 3-20 0,-8 0-30 0,-11-6-39 16,-10 4-56-16,-9-6-74 0,-6-3-83 16,-14-1-203-16,-34 2-567 0,-7-7 251 0</inkml:trace>
  <inkml:trace contextRef="#ctx0" brushRef="#br0" timeOffset="9601.84">15140 4501 2507 0,'-8'0'81'0,"8"0"-55"0,0 0-8 0,-13-6-8 0,13 6-22 16,-6-6-11-16,6 6-22 0,-5-3-33 0,5 3-40 15,-7-5-62-15,7 5-185 0,0 0-394 0,0-14 174 16</inkml:trace>
  <inkml:trace contextRef="#ctx0" brushRef="#br0" timeOffset="12631.31">27635 5518 192 0,'0'0'187'15,"-4"-8"-20"-15,4 8-18 0,-5-5-14 0,5 5-17 16,0 0-8-16,0 0-17 0,0 0-5 0,0 0-8 16,-15 16-1-16,10-3-5 0,-1 5-1 0,-3 6-2 0,5 5-2 15,-3 3 11-15,0 1-4 0,-2 16-3 0,0 0-2 16,0-1-4-16,2 5 5 0,-2 1-7 16,-2 28 0-16,4-24 3 0,-2 24-7 0,5-23 0 15,-1 25-2-15,-4 1-7 0,4-4 4 0,4-23-2 16,-2 26-6-16,3-25 1 0,4 36-1 0,1-7 4 0,4 1-8 15,0 0-5-15,7 1-4 0,-4-3-1 16,1-2-2-16,-2 4-3 0,6-9-3 0,-7 4 1 0,-1 0 1 16,2-2 0-16,-9-22-3 0,2 26 1 15,-8-2 0-15,2-25-1 0,-3 0-3 0,-1 1-3 0,-3-2-2 16,-5 25 2-16,1-28-3 0,2 0 0 0,-2-2 1 16,-2-3-1-16,2-3-4 0,4-14-9 15,-2-1-13-15,2-3-30 0,2-4-25 0,1 0-23 0,2-10-25 16,1-2-29-16,0-4-22 0,3-9-19 15,0 0-21-15,0 12-37 0,0-12-125 0,0 0-396 0,0 0 176 16</inkml:trace>
  <inkml:trace contextRef="#ctx0" brushRef="#br0" timeOffset="13043.48">27126 7450 66 0,'-14'-2'167'0,"3"-1"8"0,0 0-9 0,4 3-13 16,7 0-17-16,-7-3-15 0,7 3-6 0,0 0-8 15,32-4-4-15,6 2-5 0,26-2-6 0,38-6-10 16,10 2-5-16,10 2-6 0,6-2-4 0,13 1-5 16,4-1-3-16,11-3 0 0,4 5-7 0,1-4 0 15,4 6-7-15,5 0-2 0,6-5-7 0,4 6-2 16,3-4-1-16,6-1-7 0,-3 5 1 0,4-4 1 16,-3 3 10-16,1 0-3 0,-13 2 4 0,-3-1 0 15,-15 1 0-15,-6 4 3 0,-15 3-9 0,-16-3 2 16,-10 0-1-16,-12 0 0 0,-35 0-6 0,-3 1-19 15,-6-2-1-15,-3 0-2 0,-19-2 1 0,-4 2-1 16,-5-1-23-16,-11 0-22 0,-1 0-25 0,-4 0-38 16,-7 0-26-16,0 0-54 0,0 0-194 0,0 0-406 15,-43-16 179-15</inkml:trace>
  <inkml:trace contextRef="#ctx0" brushRef="#br0" timeOffset="25673.46">27640 7393 21 0,'0'0'52'16,"0"0"-5"-16,0 0-7 0,0 0 10 0,0 0-4 16,-3 10-7-16,3-10 1 0,0 0 3 0,-4 6-3 15,4-6 0-15,-4 5-4 0,4-5 0 0,-5 5 8 16,5-5-13-16,-6 5-8 0,6-5 5 0,-4 11-1 16,3-8-5-16,1-3 6 0,0 0-8 0,-7 6-6 15,7-6-4-15,0 0-1 0,-4 5 15 0,4-5 7 16,0 0 9-16,0 0-3 0,0 0 10 0,0 0-5 15,-3 5 13-15,3-5-11 0,0 0 1 0,0 0-8 16,0 0-1-16,0 0-5 0,0 0-3 0,0 0 1 16,-3 7-7-16,3-7 7 0,0 0 2 0,0 0 1 15,0 0-3-15,0 0 1 0,0 0-1 0,0 0 11 16,0 0-1-16,0 0 2 0,0 0 3 0,0 0-2 16,0 0 1-16,0 0-2 0,0 0 2 0,0 0 2 15,0 0 0-15,0 0 3 0,0 0-6 0,0 0 3 16,0 0-1-16,0 0 2 0,0 0 0 0,0 0-1 15,0 0 2-15,0 0-5 0,0 0 0 0,0 0 7 16,0 0 2-16,0 0-1 0,0 0-2 0,0 0-2 0,0 0-7 16,0 0-8-16,0 0 3 0,13-15-5 0,-13 15 0 15,0 0 0-15,9-7-2 0,-9 7 1 16,4-7-5-16,0 3 0 0,-4 4-6 0,5-9 1 0,0 5-4 16,-1-1-4-16,3 0 6 0,-3 0-4 0,1-2-4 15,2 4 4-15,-3-4-3 0,1 2-2 0,2-2 3 16,-3 3 2-16,0-2 3 0,1 2-1 0,-5 4-2 15,9-10 1-15,-4 5-1 0,3 1-1 0,-5-2-5 16,3 1 4-16,-1 1-4 0,-1-2 2 0,3-1 6 16,-3 3-5-16,-4 4 5 0,9-9 5 0,-5 5-3 15,-4 4 2-15,9-10-5 0,-5 5 3 16,-2 0-8-16,2-1 1 0,2-1-3 0,-1 1 1 16,-3-1-1-16,4 2 1 0,-2 0-2 0,2-3 2 0,-1 2-2 15,1 1-1-15,-2-1-2 0,-1 0 4 0,4 2-4 16,-2-5 0-16,-1 3 2 0,1 2-1 0,-1 0-1 15,0-1-1-15,2 0 4 0,-2-1 3 0,0 0-1 16,1 0 0-16,-1-3-3 0,2 5 2 0,-1-3 0 16,0 1-5-16,1-2 3 0,-3 2 3 0,3 1-5 15,-3-2 5-15,5 1-1 0,-3 0-4 0,0-3-1 16,-1 4 5-16,2-3-2 0,-1 0-3 0,-3 1 1 16,3 2 1-16,0-2 3 0,0 1 5 0,1-2-5 15,-2-1-5-15,1 3 1 0,-1-4 0 0,4 2 2 16,-5 3 3-16,0 0 3 0,1-4-4 0,2 0-1 15,-1 1-3-15,2 0 4 0,-2-1-2 0,1 2 3 16,-3 1-2-16,1-3-4 0,0-1 1 0,-1 0 1 16,1 2-1-16,-1-2 2 0,2 2 1 0,-4 2-2 15,2-1 4-15,-1 0-3 0,0 2-3 0,3-2 2 16,-4 0 1-16,-1 7-3 0,3-12 1 0,-1 6 0 0,0-1 2 16,-2 7-4-16,7-11 0 0,-4 5 3 0,-3 6-3 15,2-11 0-15,0 7 5 0,-2 4-6 16,3-11 1-16,0 5-2 0,-3 6 4 0,2-10-1 15,1 4-1-15,-3 6 0 0,4-13 3 0,-3 7-7 0,3 0 4 16,-4 6 2-16,2-14 4 0,1 9-5 0,-3 5-2 16,4-14 0-16,-2 8 6 0,0-1-7 0,-2 7 3 15,2-13-2-15,1 6 1 0,-1 2 2 16,1-2-4-16,-3 7 25 0,2-13-3 0,0 8 4 0,-2 5-7 16,5-14 0-16,-3 10-2 0,2-3-2 0,-4 7 0 15,3-12-1-15,-3 6-3 0,0 6 3 0,4-12-1 16,-2 6-2-16,2-1-2 0,-3 0-2 0,1 0-2 15,-2 7 5-15,2-13-2 0,3 7-1 0,-5 6 1 16,4-11 1-16,-3 3 2 0,1 1 7 0,0 1-11 16,2-3 1-16,-3 2-2 0,2 0 0 0,-1 0 1 15,-2 7 2-15,3-12 7 0,-3 5-4 0,3-2-2 16,-2 1 1-16,-1 8-1 0,2-11 0 0,1 6 3 16,-3 5 2-16,1-12-1 0,3 5-3 0,-2 1-1 15,-2 6-2-15,3-13 1 0,0 7-1 0,-3 6-2 16,1-12 2-16,3 6 0 0,-2 0-4 0,1-2 1 15,-3 8 1-15,4-15-2 0,-4 7 2 0,5 1-1 16,-4-1-4-16,2 3 3 0,-1-3-3 0,1 0 3 16,-1 1-3-16,1 1 3 0,-3 6-2 0,4-16 2 15,-2 9 8-15,0 0-13 0,-2 7 5 0,6-12 2 16,-4 8-11-16,-2 4 5 0,4-14 5 0,-4 8 0 16,4-3-1-16,0 1-2 0,-3 1-2 0,2 0 9 15,-2-1-11-15,-1-2 4 0,4 3 2 0,0 0 7 16,-3-2-18-16,-1 9 10 0,5-15-1 0,-3 10 9 15,1-3-11-15,0 2 1 0,-1-1-1 0,1-1 6 0,-1 2-7 16,-2 6 3-16,6-13 0 0,-4 7-4 0,1 0 5 16,0 1 3-16,-3 5 1 0,7-13-2 15,-3 7-5-15,-4-1 2 0,5 0-1 0,-3 1 3 16,1 0 8-16,-3 6-13 0,6-11 4 0,-2 6 0 0,0 1-1 16,-4 4 0-16,6-10 3 0,-2 5-1 0,-1-1 3 15,0 1-7-15,-3 5 1 0,8-9 3 16,-4 4-10-16,1 0 8 0,-5 5-4 0,8-10 2 15,-6 7 5-15,-2 3-1 0,8-7 1 0,-5 3-7 16,-3 4 4-16,7-5 1 0,-7 5 2 0,5-6-3 0,1 2 3 16,-1 0-2-16,-1-1-3 0,3 2-1 15,-7 3 4-15,9-6 0 0,-5 2 6 0,-4 4-6 16,8-6-2-16,-4 3-2 0,-4 3 0 0,7-4 2 16,-1 1-1-16,-6 3 4 0,12-5-3 0,-6 1-7 0,1 3 7 15,-7 1-1-15,13-4 1 0,-13 4 6 0,10-2-4 16,-5-1-4-16,-5 3 4 0,10-3 1 0,-10 3 2 15,7-2-2-15,-7 2 1 0,10-2-6 16,-10 2 4-16,9-2-2 0,-9 2-6 0,6-1 5 16,-6 1-1-16,9-3 2 0,-9 3 3 0,9-1 3 0,-9 1-11 15,0 0 8-15,13 0-5 0,-13 0 1 0,7-3-4 16,-7 3 0-16,9 0 5 0,-9 0-5 0,12 0 7 16,-12 0-5-16,11 2 3 0,-11-2-1 0,13 0 0 15,-8 1-1-15,-5-1 0 0,11 0 0 0,-11 0 10 16,6 2-13-16,-6-2 4 0,11 2 2 0,-11-2 0 15,11 1-7-15,-6 1 7 0,-5-2-3 0,12 3 8 16,-6-2-13-16,1 1 7 0,-7-2 1 0,11 4 0 16,-4-2 0-16,-1 0 0 0,0 1 0 15,-6-3-1-15,16 3 1 0,-8 1 3 0,1 0 2 0,-3-2-5 16,1 0 0-16,4 2 1 0,-2-1 0 0,-2 1-3 16,-1 0 2-16,4 1 0 0,-2-2 2 15,-2 0-1-15,-1 3 7 0,3-2-6 0,-2-1 4 0,-1 1-6 16,1 2 7-16,-1-3-6 0,2 1 11 0,-2 0-13 15,-3 1 5-15,5-2-1 0,-3 4-2 0,0-4 7 16,2 3-6-16,-3-1-4 0,-3-5-10 0,8 9 13 16,-4-3 3-16,-2 0 5 0,3-2-5 0,-1 1 0 15,1 2 5-15,1 0-4 0,-3-2 1 0,2 1 3 16,-1 0-3-16,1-1-1 0,0 4 1 0,0-1-1 16,0-2-3-16,-1-1 10 0,3 2-3 0,-2 1-4 15,0-2 10-15,-5-6-4 0,10 15 3 0,-5-9 1 16,-1-1-5-16,1 1 1 0,-1 2-1 0,1-3 2 15,0 3 0-15,-1 0-6 0,-2-2 5 0,3 3-2 16,-4-4-4-16,3 2-3 0,-2-1 22 0,1 0-10 16,-1 3-9-16,2-2-3 0,-1-2 5 0,0 3-6 15,-1-2 0-15,0 1 2 0,1 0 3 0,-1-1-8 16,1 0 7-16,0 0-3 0,-1 1 4 0,-2-7 7 16,4 12 10-16,0-4 2 0,-2 0-1 0,2-3-5 15,-3 1-6-15,-1-6-3 0,2 12 2 0,-1-8 7 16,-1-4-6-16,3 11-1 0,-1-6-2 0,-2-5 3 15,3 11-5-15,-1-5 2 0,-2-6-5 0,2 9-21 16,0-2 26-16,-1-1-5 0,-1-6 2 0,2 12 3 16,-1-5-2-16,1-1 1 0,-2-6-1 0,3 13 4 15,-2-8-1-15,-1 2 2 0,0-7-6 0,4 11-15 16,-3-3 13-16,1-2 0 0,-1-1 3 0,0 3-3 16,-1-8-1-16,3 12 5 0,-1-4-6 0,0-1 2 0,-1-2 12 15,0 4-10-15,1-3-5 0,0 1 0 16,-2-7 1-16,4 13 4 0,-3-5-2 0,0-2-3 15,1 1 0-15,-1 0 3 0,1 0-1 0,1 0 0 0,-2 0 1 16,1 2 1-16,-1-2-6 0,0 1 5 16,0-3-2-16,2 2 5 0,-2-1 0 0,1 4 11 15,0-2-8-15,2-3 0 0,-4 3-5 0,4-2 3 16,-2 2-2-16,0-1-13 0,-1 1 13 0,0-1 5 0,2-1-2 16,-2 4-2-16,2-4 0 0,-3-6-2 15,2 11-2-15,1-5-7 0,-3-6 13 0,2 11 2 0,0-5-5 16,-2-6-3-16,2 10 1 0,1-3 5 0,-3-7-3 15,3 8-5-15,-1-2 5 0,-2-6 2 0,2 10-4 16,0-5-19-16,-2-5 17 0,0 0 8 16,2 17-3-16,-1-16-3 0,-1-1-1 0,0 0-2 0,2 14-3 15,-2-14 5-15,1 9-1 0,-1-9 0 0,1 10 3 16,-1-10-3-16,3 8-4 0,-3-8 5 0,0 0 9 16,4 13-9-16,-4-13-5 0,2 10 1 0,-2-10 3 15,3 9-15-15,-3-9 12 0,1 10 6 0,-1-10-2 16,3 11-2-16,-3-11 6 0,2 13-9 0,-2-13 0 15,1 10-2-15,-1-10 5 0,3 11 4 0,-3-11-9 16,2 13 15-16,-2-13-4 0,2 10-7 0,-1-3-2 16,-1-7 1-16,1 11 3 0,1-5-1 0,0 0 1 15,-2-6-3-15,3 10 5 0,-2-5-3 0,-1-5-1 16,3 11 5-16,-3-11 2 0,0 9-10 0,0-9 2 16,1 9-1-16,0-2 2 0,-1-7 3 0,2 9-3 15,0-5 0-15,-2-4-1 0,4 12 3 0,-3-8-2 16,-1-4-2-16,1 11 0 0,1-4 3 0,-2-7 1 15,1 10-4-15,-1-5-3 0,0-5 5 0,4 9-1 16,-4-9 8-16,1 9-10 0,0-3 1 0,-1-6 2 16,4 7-12-16,-4-7 13 0,1 7-1 0,-1-7 1 15,2 7 0-15,-2-7 0 0,2 8-1 0,-2-8-3 16,3 6 2-16,-3-6 5 0,0 0-4 0,1 8-1 16,-1-8 0-16,3 6-4 0,-3-6 8 0,0 0-2 15,0 0-2-15,1 9 1 0,-1-9-2 0,0 0 1 16,2 7 1-16,-2-7 1 0,3 6 0 0,-3-6 1 15,0 0 0-15,4 6 1 0,-4-6-5 0,2 5 2 16,-2-5 0-16,0 0-1 0,6 8 4 0,-6-8-4 16,0 0-1-16,2 5 0 0,-2-5 8 0,0 0-10 15,5 6 4-15,-5-6-1 0,3 6 2 0,-3-6 1 16,0 0-4-16,4 6 2 0,-4-6 1 0,5 4-1 16,-5-4-1-16,3 5 2 0,-3-5 0 0,0 0 0 15,4 7-3-15,-4-7 4 0,0 0 3 0,6 4 0 16,-6-4-6-16,3 4-2 0,-3-4 6 0,0 0-1 15,0 0-13-15,4 8 10 0,-4-8 2 0,0 0-2 0,4 5 11 16,-4-5-14-16,6 4 3 0,-6-4 1 16,0 0-1-16,3 6 1 0,-3-6 1 0,0 0-7 15,5 5 9-15,-5-5-6 0,0 0 0 0,4 4 0 16,-4-4 3-16,0 0 0 0,4 6-3 0,-4-6-3 0,2 6 8 16,-2-6-3-16,0 0 0 0,4 4-2 0,-4-4 9 15,4 4-8-15,-4-4 5 0,0 0 2 0,6 5-10 16,-6-5 9-16,0 0-4 0,5 5 0 15,-5-5-2-15,0 0-1 0,6 5 4 0,-6-5 6 16,0 0-7-16,5 3-1 0,-5-3 0 0,0 0 0 0,0 0 1 16,5 5 4-16,-5-5-1 0,0 0 0 15,5 5-4-15,-5-5-1 0,0 0 4 0,0 0-2 16,6 5 2-16,-6-5 3 0,0 0-3 0,0 0-6 16,0 0-1-16,7 4 6 0,-7-4 0 0,0 0-3 0,0 0 1 15,6 3-2-15,-6-3 7 0,5 2-5 0,-5-2 1 16,0 0 4-16,0 0-4 0,5 4 5 0,-5-4-2 15,0 0 1-15,0 0 3 0,9 2-5 0,-9-2-6 16,0 0 11-16,5 3 2 0,-5-3-4 0,0 0 5 16,0 0 3-16,0 0 5 0,11 0-3 0,-11 0 4 15,6 1-7-15,-6-1 1 0,10 0 8 0,-10 0-1 16,8 2-2-16,-8-2-2 0,0 0 7 16,16-2-7-16,-16 2-2 0,8 2-1 0,-8-2 0 0,9 0-4 15,-9 0-2-15,9 0 1 0,-9 0 2 0,0 0-5 16,11 0 2-16,-11 0 2 0,0 0-4 0,0 0 4 15,10 0-6-15,-10 0 4 0,0 0-1 0,6 1-3 16,-6-1 2-16,0 0 0 0,0 0-1 0,0 0-2 16,13-1 3-16,-13 1-1 0,0 0-1 0,11-3 1 15,-11 3 0-15,8 0 1 0,-8 0-1 0,10-1-1 16,-10 1-9-16,8-2 9 0,-8 2 0 0,9-2-1 16,-9 2 1-16,0 0-1 0,15 1-3 0,-15-1 4 15,8-1 1-15,-8 1-5 0,9 1 0 0,-9-1 3 16,11-1 0-16,-11 1 0 0,12-2 0 0,-12 2 2 15,6-2-10-15,-6 2 8 0,0 0 0 0,14-2 4 16,-14 2-1-16,8 0-8 0,-8 0 1 0,9-1 3 16,-9 1-1-16,9-1 2 0,-9 1 0 0,14 0-3 15,-8-1 0-15,-6 1 0 0,14-1 1 0,-14 1 0 16,12-2-1-16,-12 2-8 0,10 0 8 0,-10 0 4 16,9 0-2-16,-9 0 0 0,9 0-3 0,-9 0 2 15,9-2-1-15,-9 2-1 0,10 1 1 0,-10-1 3 16,10-1 4-16,-10 1-9 0,9-2 0 0,-9 2 6 15,9 0-4-15,-9 0-3 0,10-1 4 0,-10 1-2 16,11 0 0-16,-11 0 2 0,10-1-2 0,-10 1-1 16,14-1 4-16,-8-1-3 0,-6 2 1 0,10 0 1 0,-10 0 1 15,14-2 0-15,-7 1 1 0,-7 1-1 16,11 0 2-16,-11 0-4 0,12-3-2 0,-12 3 6 16,9 0-1-16,-9 0 0 0,8-1-3 0,-8 1 1 15,0 0 1-15,11 0 0 0,-11 0-2 0,0 0 0 0,8-2 3 16,-8 2 0-16,0 0-8 0,7-2 8 0,-7 2-1 15,0 0 1-15,9-2 0 0,-9 2-4 0,0 0 2 16,12 0 1-16,-12 0-2 0,0 0 1 16,7 0 0-16,-7 0 2 0,0 0-3 0,9-4 5 15,-9 4-3-15,9 0 0 0,-9 0-4 0,0 0 3 0,11-2 1 16,-11 2-3-16,6-1 4 0,-6 1-4 0,9-3 1 16,-9 3 3-16,0 0-2 0,13-1 0 15,-13 1-5-15,7-1 5 0,-7 1-1 0,9-1-1 16,-9 1 3-16,10-1-2 0,-10 1 3 0,8-2-3 0,-8 2 2 15,9-1-4-15,-9 1 2 0,9-2 0 0,-9 2 2 16,9-1 3-16,-9 1-7 0,9 0-1 0,-9 0 1 16,10-2 0-16,-10 2 2 0,0 0-3 0,12-3 7 15,-12 3-5-15,0 0 0 0,9-1 2 0,-9 1-2 16,0 0 2-16,11 0 1 0,-11 0-2 0,0 0 4 16,9 0-4-16,-9 0 0 0,0 0 0 0,0 0 0 15,10-2-2-15,-10 2 7 0,0 0-5 0,0 0 2 16,8-1 4-16,-8 1-6 0,0 0-2 0,0 0 0 15,0 0-2-15,11 0 1 0,-11 0 1 0,0 0 4 16,0 0-4-16,8-3 2 0,-8 3 4 0,0 0-10 16,0 0 6-16,8-1 0 0,-8 1 0 0,0 0 2 15,0 0-4-15,9-3 2 0,-9 3 0 16,0 0 0-16,9-1 0 0,-9 1 0 0,0 0 2 0,0 0-2 16,7-1-2-16,-7 1 6 0,0 0-4 0,8-1-2 15,-8 1 4-15,0 0-2 0,0 0-2 0,0 0 4 16,10 0-4-16,-10 0 5 0,0 0-2 0,0 0-5 15,0 0 2-15,10-2 4 0,-10 2 1 0,0 0-4 16,0 0-1-16,10 0 2 0,-10 0-10 0,0 0 12 16,0 0-2-16,8-1 1 0,-8 1-3 0,0 0-1 15,0 0 5-15,11-1-2 0,-11 1 0 0,10 1-5 16,-10-1 7-16,0 0 0 0,12 0-5 0,-12 0 3 16,11 0-1-16,-11 0 5 0,11 0-2 0,-11 0-2 15,8 0 0-15,-8 0 2 0,10 1 3 0,-10-1-8 16,11 0 3-16,-11 0 0 0,12 0 1 0,-12 0 1 15,12 0-2-15,-12 0-3 0,9 0 2 0,-9 0 2 0,0 0 0 16,9 0 1-16,-9 0 2 0,0 0 0 16,0 0-1-16,11-1 0 0,-11 1 0 0,0 0-3 15,0 0 0-15,8-1 1 0,-8 1 2 0,0 0 0 16,0 0-2-16,0 0-1 0,0 0 4 0,10-3 2 16,-10 3-3-16,0 0 5 0,0 0-3 0,0 0 2 0,0 0-5 15,0 0 2-15,0 0 1 0,0 0 1 16,9-1-1-16,-9 1 2 0,0 0-3 0,0 0 0 0,0 0-2 15,6-3 0-15,-6 3 4 0,0 0-3 16,0 0 3-16,0 0 2 0,9-2-5 0,-9 2 2 0,0 0-5 16,9-3 6-16,-9 3-3 0,0 0-1 15,8-1-1-15,-8 1 5 0,0 0-4 0,0 0 5 16,9-1-7-16,-9 1-3 0,0 0 5 0,9-2 1 16,-9 2-1-16,0 0 0 0,0 0 1 0,6-2-3 0,-6 2 4 15,0 0-4-15,0 0 3 0,10-4-4 0,-10 4 5 16,0 0-4-16,8-3 3 0,-8 3-1 0,0 0-1 15,0 0 1-15,9 0 1 0,-9 0-3 0,0 0-2 16,0 0 4-16,9-2-2 0,-9 2 0 16,0 0 0-16,0 0 2 0,9-2 0 0,-9 2 1 0,0 0-5 15,9-3 2-15,-9 3 2 0,0 0-1 0,0 0 4 16,9-1-1-16,-9 1-4 0,0 0 5 0,0 0 2 16,7-3 5-16,-7 3-3 0,0 0 4 0,0 0-7 15,8-4 6-15,-8 4-1 0,0 0 4 0,8-2-6 16,-8 2 4-16,9-2-2 0,-9 2-2 0,0 0-6 15,5-3 11-15,-5 3-7 0,0 0-3 0,0 0 2 16,8-4 2-16,-8 4-2 0,0 0-4 0,7-3 2 16,-7 3 2-16,0 0-1 0,9-3 0 0,-9 3-4 15,8-3 4-15,-8 3-1 0,6-4-1 0,-6 4-2 16,10-3 3-16,-10 3-3 0,7-4-3 0,-7 4 8 16,5-2-3-16,-5 2-1 0,0 0-4 0,10-6 6 15,-10 6 0-15,5-4-1 0,-5 4-1 0,10-3 0 16,-10 3 0-16,6-4-1 0,-6 4 3 0,0 0 2 15,6-3-4-15,-6 3 1 0,6-4 3 0,-6 4 3 16,0 0 2-16,9-4-2 0,-9 4 2 0,0 0 0 16,8-4-2-16,-8 4 0 0,5-7-3 0,-5 7-1 15,5-3 0-15,-5 3-3 0,9-6 1 0,-9 6 2 16,8-2-4-16,-8 2 1 0,6-5 1 0,-6 5-1 16,7-4 0-16,-7 4 2 0,5-4 0 0,-5 4 1 15,7-3-1-15,-7 3-2 0,7-5-1 0,-7 5 1 16,0 0 1-16,9-4 0 0,-9 4 5 0,5-5-3 15,-5 5 2-15,7-5-2 0,-7 5 2 0,0 0 0 16,6-8 4-16,-6 8-4 0,5-6-3 0,-5 6 0 16,5-4 1-16,-5 4 1 0,5-6 0 0,-5 6 0 15,4-8-1-15,-4 8-1 0,6-6 1 0,-6 6-3 0,4-8-2 16,-4 8 3-16,5-8 1 0,-5 8-7 16,3-6 0-16,-3 6 12 0,2-7-2 0,-2 7-1 15,3-7 2-15,-3 7-3 0,2-7 1 0,-2 7-2 16,0 0 0-16,2-12 0 0,0 8 1 0,-2 4 3 0,0 0-2 15,3-12-3-15,-3 12 1 0,2-9-1 0,-2 9 0 16,3-10-9-16,-2 5 12 0,-1 5-6 16,1-10 3-16,2 4 0 0,-3 6-2 0,2-12 0 15,2 5-1-15,-2 1 0 0,0-2 4 0,-2 8-3 16,3-13 0-16,-3 5-2 0,2 2 1 0,1-1-2 0,-2-2 2 16,2-1-1-16,-2 4 1 0,-1 6-2 0,5-11-6 15,-4 6 7-15,-1 5 1 0,3-12 2 16,-2 6-2-16,-1 6 1 0,4-10 0 0,-3 5-2 15,-1 5 0-15,4-10 3 0,-3 4 2 0,-1 6-4 0,4-10-9 16,-1 4 9-16,-3 6 0 0,4-9-1 0,-2 4 2 16,-2 5-1-16,3-12 0 0,-3 12 0 0,2-11-1 15,-1 6-1-15,-1 5 4 0,3-10-1 16,0 3-7-16,-3 7 7 0,1-11-1 0,-1 11 2 0,0-11-2 16,1 4-1-16,-1 7 2 0,0-10 2 0,0 10-11 15,0-11-18-15,0 11 2 0,0-12 3 0,0 12 2 16,0-11 5-16,0 5-1 0,0 6 1 0,0-12 0 15,0 12 2-15,0-11 2 0,0 11 1 16,-1-12 2-16,1 12 0 0,1-11 1 0,-1 6-3 0,0 5 2 16,0-11 3-16,0 11-2 0,-1-13-2 0,2 7 5 15,-1 6-1-15,0-13 3 0,0 13-1 0,0-11 0 16,0 11-2-16,0-13 2 0,0 7 1 0,0 6-2 16,-1-15 1-16,1 15-1 0,1-14 2 15,-2 8 0-15,0-1-4 0,1 7 1 0,-3-14 4 0,3 8 1 16,0 6-1-16,1-11-4 0,-1 11 2 0,0-12 1 15,0 12-2-15,0-11 2 0,0 5-1 0,2-1-2 16,-2 7 1-16,-2-12 3 0,2 12-1 0,0-10 1 16,0 10-1-16,0-11-1 0,0 11 2 0,2-10-1 15,-2 10-4-15,2-11 4 0,-2 11-1 0,0-9 2 16,3 2-2-16,-3 7-4 0,2-8 6 0,-2 8 0 16,4-10-1-16,-2 5-1 0,-2 5 2 0,3-10-2 15,1 3 0-15,-3 1 3 0,-1 6-1 0,3-13 0 16,-1 8-2-16,1-3 2 0,-3 8-2 0,5-11 1 15,-2 5 4-15,-1 0-5 0,0-1 0 0,2-2 2 16,-2 3 0-16,3-4-2 0,-2 4 0 0,0-2 1 16,1 2 0-16,-4 6-1 0,5-15-1 0,-1 8 1 15,1 1-2-15,0-4 0 0,1 0-2 0,-4 4 3 16,2-1 2-16,0 1 1 0,0-1-3 0,0 1 4 16,-2 0-4-16,3-1 0 0,-1 1 1 0,0 0-1 15,-2-1 3-15,2 1-6 0,0 1 3 0,1-4-2 16,-2 3 0-16,2-1 3 0,-1 2 1 0,-4 5 1 15,5-11-3-15,-3 7 1 0,-2 4 1 0,5-11-3 16,-1 6 5-16,0 0-1 0,-4 5 1 0,4-8-1 16,0 3-3-16,-4 5 1 0,5-7 1 0,-3 1 1 15,-2 6-4-15,6-7 3 0,-4 1 0 0,-2 6 0 16,4-7 1-16,-4 7 0 0,5-8-3 0,-5 8 3 16,5-8-2-16,-2 5-1 0,-3 3 3 0,5-7 0 15,-3 2 0-15,-2 5 3 0,6-7 2 0,-6 7-8 16,2-8 1-16,1 3-2 0,1 1 2 0,-4 4 4 15,6-8-3-15,-6 8 2 0,4-8-3 0,-4 8 1 0,3-5-1 16,-3 5 1-16,4-8-6 0,0 3 5 16,-4 5-1-16,5-7 0 0,-5 7 3 0,6-7 1 15,-6 7-3-15,3-6 2 0,2 3 3 0,-5 3-3 16,5-7-1-16,-5 7-1 0,6-7 1 0,-3 2-3 16,-3 5 2-16,7-5 1 0,-3 1-1 0,-4 4-1 0,7-6-1 15,-4 1-1-15,-3 5 5 0,8-4-5 0,-5 0 3 16,-3 4 1-16,7-4-3 0,-7 4 0 15,0 0-2-15,0 0 2 0,7-5-1 0,-7 5 2 16,8-3-1-16,-8 3-1 0,10-4 0 0,-4 3 5 16,-6 1-6-16,15-4 3 0,-8 4 3 0,4-3 1 0,-1 2-3 15,-4-1-2-15,3 1 7 0,4 1-4 16,-3 0-2-16,1-2 1 0,-1 2-1 0,0-1 1 16,-2 0-1-16,-8 1-2 0,12 0 2 0,-4-2-1 15,-8 2 2-15,13 0-3 0,-13 0-2 0,14 2 3 0,-14-2 2 16,9 0 0-16,-4 1-4 0,-5-1 4 0,10 1-3 15,-10-1 2-15,9 3-1 0,-9-3 1 16,9 3 0-16,-9-3 3 0,9 3-4 0,-3-1 1 0,-6-2-1 16,8 3 4-16,-3 0-3 0,-5-3-2 0,8 4 1 15,-8-4-1-15,9 5 5 0,-9-5 0 0,9 5-5 16,-5-2 3-16,-4-3 0 0,5 6-2 0,-5-6-2 16,7 7 4-16,-2-4 0 0,-1 2 0 0,1 0-1 15,-5-5 2-15,9 8-4 0,-5-4 3 0,0 1 2 16,2-2-2-16,-1 1 4 0,-1 1-4 0,0-1 4 15,0 1-6-15,1 0 2 0,-1 0-1 0,1 0 3 16,-1 0 0-16,1 1-2 0,-1-2 0 0,0 2-1 16,0-1 4-16,-2 1-1 0,-2-6-1 0,9 11-2 15,-7-7 7-15,1 0-5 0,1 2 1 0,-2-1-1 16,2 0 1-16,-1 1-3 0,0 0 0 0,0-2 0 16,1 3 3-16,-4-7 2 0,4 13-4 0,-2-7 2 15,0 0 0-15,0 1 0 0,-2-7-1 0,4 10 0 16,-1-3-1-16,1-1 4 0,-4-6-2 0,2 10-2 15,1-5 1-15,-2 2-2 0,3-2 2 0,-4-5 1 16,1 13 1-16,0-6-4 0,2 0 6 0,-2 0-5 16,0 2 1-16,2 1 2 0,-2-3-1 0,2 0-2 15,-1 1 0-15,1 4 6 0,0-4-5 0,-1 1 2 16,3 0 1-16,-2 0 1 0,-1 0-2 0,1 1-2 16,-1-2 4-16,1 2-2 0,-2-3-1 0,2 2 1 15,-1-1 2-15,0 3-3 0,-1-4 0 0,2 0-1 16,-3 3 2-16,2-1-1 0,-1 0 0 0,3-2 2 15,-4 5-4-15,0-2 2 0,0 0 0 0,0 0 0 16,0 0-1-16,1-2 2 0,1 2 2 0,-1-3 0 16,-1-7-3-16,-1 14 2 0,2-3 1 0,-1-5-2 0,1 3 1 15,0-1-4-15,-1-8 2 0,2 14 4 16,-2-5-4-16,1-1 2 0,0-1-4 0,1 0 1 16,-1 3 3-16,-1 0 0 0,1-3 0 0,0 0 0 15,2 2 1-15,-3-2 0 0,0-7-3 0,3 14 5 0,-3-5-3 16,0-1-1-16,1-1 2 0,2-1-5 0,-2 1 4 15,-1-7 1-15,1 14-3 0,0-8-2 16,-1 0 5-16,0-6 1 0,5 14-2 0,-2-8-1 16,-2 1-1-16,0-1 1 0,-1-6-1 0,3 13 0 15,-2-8 2-15,1 3-2 0,-2-8 0 0,1 11 2 0,0-6-1 16,2 4 3-16,-1-1-2 0,1-3-3 0,-1 4 3 16,0-2 2-16,0-1-4 0,-1 3 2 0,2-2-1 15,-1 1 2-15,0-2 0 0,0 1-1 16,0 3-2-16,-1-5 0 0,0 3 1 0,1 1 2 0,0 0-1 15,1 1 0-15,-2-1-1 0,0-2 0 0,1-1-2 16,0 1 3-16,-2 2 0 0,4 0 0 0,-3-2 2 16,2 3-1-16,-2 0-4 0,0 0 2 0,0-4-3 15,1 0 5-15,-1 2-2 0,2 0-2 0,-2-3 3 16,0 5-4-16,4-1 4 0,-3-3-2 0,-1 1 0 16,0 1 0-16,1 2 1 0,0-1-2 0,-1-3 2 15,3 2-2-15,-1 1 2 0,-2-2 4 0,0 0-2 16,0 0 0-16,1 2-4 0,0 0 4 0,0-2-4 15,0-1 3-15,-1 4-1 0,1-4 2 0,-1 3-2 16,0-1 2-16,1-2-3 0,-1 0 0 0,-1-6-2 16,1 16 2-16,0-11 1 0,1 2 0 0,-1 1 1 15,-1-2-3-15,0-6 2 0,2 14-2 0,0-8 0 16,-2-6 1-16,1 10 4 0,-1-10-4 0,1 9-1 16,-1-9 1-16,2 8 5 0,-2-8-5 0,1 6 0 15,-1-6 3-15,0 0 3 0,1 9-4 0,-1-9 0 16,3 6 2-16,-3-6-1 0,0 0-14 0,1 9-10 15,-1-9-14-15,1 7-22 0,-1-7-18 0,2 8-27 16,-2-8-20-16,2 6-29 0,-1 1-24 0,-1-7-26 16,2 11-36-16,-2-11-37 0,0 10-30 0,1-3-34 15,-1-7-16-15,0 12-264 0,-4-7-669 0,2 1 296 0</inkml:trace>
  <inkml:trace contextRef="#ctx0" brushRef="#br0" timeOffset="26652.02">31568 7320 28 0,'0'0'89'0,"0"0"1"16,0 0-5-16,0 0-11 0,0 0-1 0,0 0-3 15,-5-10-1-15,5 10-4 0,0 0-7 0,0 0-1 0,0 0-19 16,0 0 5-16,-9-2 3 0,9 2-2 0,0 0 0 15,0 0 4-15,0 0-5 0,0 0-2 16,0 0 5-16,-10 0 1 0,10 0-1 0,0 0-1 16,0 0-2-16,0 0-4 0,0 0 1 0,0 0 1 0,0 0 3 15,0 0-12-15,0 0 8 0,0 0-4 0,0 0 4 16,0 0-1-16,0 0 4 0,0 0-1 16,0 0 3-16,0 0 7 0,0 0-4 0,20 9-4 15,-20-9 1-15,15 2-3 0,-7-1 3 0,1-1 0 16,4 1 3-16,0 1-4 0,-2-2 3 0,8 2-1 15,1-4 2-15,-1 2-2 0,0-2-3 0,-2 1 4 0,2 1-2 16,0-1-4-16,1 1-6 0,-2 0 1 16,-1 0-3-16,2-1 1 0,-2-2 0 0,-2 2-6 15,-2 0 1-15,1 1-3 0,-1 0-4 0,1-2 0 0,2 2 0 16,-2-1-5-16,4 1 0 0,-5 0-2 0,0-1 2 16,-2 1-1-16,2-1-3 0,-1-1 3 0,0 4 0 15,1-4-1-15,-2 2 3 0,1 0 0 16,-2 0 0-16,2 0 0 0,-3-2-1 0,-9 2 1 0,18-1-4 15,-11 1 1-15,5 0-4 0,-4-1 2 0,2 1-1 16,-10 0 8-16,15-2-6 0,-4 1-3 0,-1 1-5 16,0 0 7-16,-1-2-1 0,-9 2 1 0,18-2-2 15,-11 2 3-15,1 0-2 0,1-2 3 16,-9 2-1-16,19 0-3 0,-10-2 4 0,3 0 2 0,-3 2-4 16,-9 0 6-16,20-3-7 0,-14 3 2 0,5 0-3 15,-3-3 3-15,1 3 1 0,1-1 0 0,-10 1-3 16,19-1-3-16,-9 0 0 0,-1 1 4 0,-9 0 4 15,14-2-1-15,-9 1 0 0,-5 1 6 0,13 0-8 16,-13 0 5-16,11-1-2 0,-11 1 4 0,9-2-7 16,-9 2 1-16,0 0-1 0,13 0-7 0,-13 0-2 15,8 0 5-15,-8 0 0 0,0 0-3 0,10-1-2 16,-10 1 3-16,0 0 1 0,0 0-7 0,0 0-2 16,10-3 8-16,-10 3-7 0,0 0 6 0,0 0 0 15,6-2-5-15,-6 2 6 0,0 0-7 0,0 0-1 16,0 0 3-16,8-1-13 0,-8 1-11 0,0 0-16 15,0 0-19-15,0 0-23 0,0 0-20 0,0 0-32 16,0 0-35-16,0 0-46 0,0 0-30 0,0 0-227 16,0 0-507-16,-20-9 225 0</inkml:trace>
  <inkml:trace contextRef="#ctx0" brushRef="#br0" timeOffset="27885.62">32058 7019 86 0,'0'0'95'0,"-7"-3"-9"16,7 3-10-16,0 0 10 0,-5-4-4 0,5 4-2 15,0 0-1-15,0 0-3 0,-7-6 4 0,7 6 3 16,0 0-8-16,0 0 2 0,0 0-4 0,-4-5 0 16,4 5-6-16,0 0-1 0,0 0-4 0,0 0 1 15,0 0-8-15,0 0-4 0,-7-5-9 0,7 5 4 16,0 0-3-16,0 0-13 0,0 0 0 0,-6-5-5 16,6 5 0-16,0 0-4 0,-9-3 1 0,9 3-4 15,0 0-3-15,-8-2-7 0,8 2 4 0,0 0 1 16,0 0-3-16,0 0 5 0,-7-3-4 0,7 3 2 15,0 0 4-15,0 0 3 0,0 0-5 0,0 0 0 16,-9 0 2-16,9 0-2 0,0 0 2 0,0 0 6 16,0 0 6-16,0 0-3 0,0 0 6 0,0 0-4 15,0 0 4-15,0 0 3 0,0 0-4 0,0 0 0 16,0 0 6-16,0 0-9 0,0 0-2 0,0 0-3 16,0 0-3-16,0 0-1 0,0 0-3 0,0 0-5 15,0 0-2-15,0 0 0 0,0 0-1 0,0 0 0 16,-3 9-4-16,3-9 2 0,0 0 5 0,0 0 0 15,4 14 1-15,-4-14-1 0,1 7 2 0,-1-7 1 0,1 11 3 16,2-4 0-16,-3-1 8 0,3 1 6 16,-1 0-3-16,-1-1 2 0,2 1 2 0,-3-7 5 15,3 11-4-15,-1-4 3 0,2-2 4 0,0 1 4 16,-2 0-3-16,1 1-1 0,1-2-2 0,-2 1 0 16,2 0 11-16,0 0-14 0,-1 0-1 0,-1 0 0 0,3 0-2 15,-2-2 3-15,0 2-1 0,-3-6 2 16,7 8 1-16,-3-3-3 0,1-1 4 0,-1 2 3 15,2-2-7-15,-2-1 1 0,-4-3 3 0,9 9-4 16,-5-2-7-16,0-5-1 0,-1 2 5 0,-3-4-3 0,9 8-1 16,-5-3-10-16,1-2 9 0,-5-3-8 0,7 4 6 15,-3 1-4-15,-4-5-3 0,8 4-3 0,-8-4-2 16,4 5 2-16,-4-5 0 0,8 7 0 16,-4-5 1-16,-4-2 7 0,9 4-2 0,-9-4 6 15,9 5-6-15,-9-5-2 0,6 6 5 0,-6-6-4 16,5 3 4-16,-5-3 2 0,8 4-3 0,-8-4-5 0,10 2-4 15,-6 0 6-15,-4-2-6 0,9 3 2 16,-9-3 7-16,10 2 1 0,-4 1-5 0,-6-3-7 16,11 1 11-16,-6 1-9 0,-5-2 2 0,9 4 1 0,-3-2-1 15,-6-2 0-15,12 1-2 0,-7 0 4 0,-5-1 4 16,14 2-10-16,-14-2 5 0,11 1 1 16,-4-1-2-16,0 2 1 0,-7-2-5 0,16 0 9 15,-10 1-6-15,-6-1 0 0,14 0-4 0,-8 1 5 0,-6-1-9 16,13 0 8-16,-6 0-3 0,-7 0-1 0,12 0 0 15,-12 0 1-15,13 0-3 0,-13 0 1 0,12-1-4 16,-12 1 1-16,11-1 0 0,-11 1 11 0,12 1-9 16,-12-1-3-16,11-1 6 0,-4-1-4 0,-7 2-4 15,0 0 1-15,13 0 5 0,-7-1 4 0,-6 1-4 16,9-2 5-16,-9 2-4 0,10-1 4 0,-10 1 4 16,9-3-3-16,-9 3 5 0,8-4-3 0,-8 4 4 15,7 0-1-15,-7 0-7 0,11-3 11 0,-11 3-14 16,10-3 2-16,-10 3-2 0,10-1 1 0,-10 1-2 15,6-2-3-15,-6 2-1 0,0 0-1 0,12-2-2 16,-12 2 2-16,0 0 0 0,7-2-7 0,-7 2 8 16,0 0-1-16,0 0 0 0,8-2-4 0,-8 2 3 15,0 0-1-15,7-1 1 0,-7 1-1 0,0 0 0 16,0 0 4-16,0 0-4 0,0 0 2 0,0 0-5 16,0 0-2-16,0 0-10 0,0 0-11 0,0 0-13 15,0 0-18-15,0 0-34 0,6-5-24 0,-6 5-28 16,0 0-27-16,0 0-30 0,0 0-27 0,0 0-23 15,0 0-18-15,0 0-32 0,0 0-17 0,0 0-195 16,-27-1-553-16,18-1 244 0</inkml:trace>
  <inkml:trace contextRef="#ctx0" brushRef="#br0" timeOffset="28678.19">32116 7082 72 0,'0'0'114'0,"0"0"-22"0,-2-12 6 16,2 12-11-16,0 0 0 0,-5-7-15 0,5 7 0 16,0 0-4-16,-7-9-5 0,7 9-7 0,0 0 1 15,-3-7-4-15,3 7-8 0,0 0-17 0,-8-7 10 16,8 7-12-16,-5-5 0 0,5 5 5 0,-9-1-9 16,9 1 4-16,0 0 2 0,-12-3-1 0,12 3-2 15,-5-4 2-15,5 4 0 0,0 0-7 0,-9-2 0 16,9 2 1-16,-9-3 4 0,9 3 0 0,-6-4-1 15,6 4 2-15,0 0-3 0,-8-5 2 0,8 5 1 16,-6-7-4-16,6 7-10 0,-7-7 7 0,2 3 4 0,0 0 2 16,5 4 3-16,-6-8-4 0,2 3-6 15,4 5 8-15,-10-8 4 0,4 2-9 0,2 2 4 16,4 4 9-16,-9-9-1 0,9 9 7 0,-6-6 1 16,3 3-3-16,3 3 3 0,-7-5-4 0,7 5 3 0,-3-6-4 15,3 6-4-15,0 0 1 0,0 0 2 16,-7-6-7-16,7 6 1 0,0 0 1 0,0 0-8 15,-4-5-2-15,4 5-5 0,0 0-1 0,0 0-3 16,0 0 0-16,0 0-4 0,0 0-3 0,0 0 3 16,0 0-2-16,0 0-2 0,0 0 4 0,0 0 9 0,0 0 3 15,0 0 5-15,5 22-1 0,-5-22 4 16,7 11 1-16,-5-4 6 0,5 2 9 0,-4-1 6 16,1 1-1-16,1 1-6 0,-1 3-4 0,0-4 7 15,1 1-3-15,-1 0-7 0,1 1-3 0,-1-1-1 16,0 2-2-16,0 0 2 0,0-2-4 0,-1 0 1 0,2 0 0 15,-1-1-1-15,0 0 4 0,0 2 9 16,0-2 10-16,1-1-12 0,0 0 2 0,1 2-3 0,-1-3 1 16,1-1 5-16,-1 3-2 0,0-5 1 15,4 3 2-15,-3 1-7 0,-1-3 2 0,3 0 1 0,-3 1-1 16,3-3-5-16,-8-3 9 0,18 10-1 0,-11-3-11 16,3-4 6-16,0 0-2 0,-1 2-1 15,1-2-2-15,-1 0 1 0,1 2-8 0,3-3 1 16,-2 0-9-16,3 0 1 0,-1 2-1 0,5-4 0 15,-5 1-1-15,0 1-12 0,2-2-8 0,-4 0-22 0,2 2-23 16,-1-2-24-16,-1 0-25 0,-3 0-30 16,2-2-25-16,-10 2-18 0,12-2-29 0,-6 1-39 15,-6 1-24-15,9-4-13 0,-9 4-167 0,0 0-479 16,2-8 212-16</inkml:trace>
  <inkml:trace contextRef="#ctx0" brushRef="#br0" timeOffset="28832.56">32399 7251 168 0,'0'0'173'0,"0"0"-2"0,0 0-4 0,0 0-12 0,0 0-9 16,0 0-15-16,0 0-11 0,0 0-16 0,0 0-18 15,0 0-20-15,0 0-27 0,0 0-28 0,0 0-38 16,6-4-42-16,-6 4-40 0,0 0-113 0,0 0-241 16,0 0 106-16</inkml:trace>
  <inkml:trace contextRef="#ctx0" brushRef="#br0" timeOffset="32332.1">28635 5827 25 0,'0'0'48'0,"4"-6"6"0,-4 6 1 15,0 0-6-15,0 0 1 0,3-5-2 0,-3 5 0 16,0 0-2-16,0 0-8 0,0 0 5 0,0 0-4 15,0 0 3-15,2-10 1 0,-2 10-2 0,0 0-2 16,0 0-1-16,0 0-5 0,0 0 3 0,0 0-7 16,1-7 2-16,-1 7-3 0,0 0-8 15,0 0 19-15,0 0-19 0,0 0 1 0,0 0 6 0,0 0 4 16,-3-10-10-16,3 10 15 0,0 0 3 0,0 0 5 16,0 0-1-16,0-9 0 0,0 9 1 0,0 0-3 15,0 0-3-15,-2-8 4 0,2 8-2 0,0 0 2 16,0 0-3-16,-1-11-1 0,1 11-1 0,0 0 0 15,0 0-5-15,-4-8 0 0,4 8 0 0,0 0 0 16,0 0-6-16,0 0 3 0,-1-7 0 0,1 7 2 16,0 0-1-16,0 0 0 0,0 0 3 0,0 0-2 15,0 0-2-15,-3-7 1 0,3 7-3 0,0 0-2 16,0 0 0-16,0 0-3 0,0 0 3 0,0 0-1 16,0 0-5-16,0 0 1 0,0 0 0 0,0 0-4 15,0 0-3-15,0 0-1 0,0 0-3 0,0 0-1 16,0 0 1-16,0 0 0 0,0 0-5 0,0 0 0 15,0 0 9-15,0 0-13 0,0 0 3 0,0 0-4 16,0 0 1-16,0 0 0 0,0 0-1 0,0 0 2 16,0 0-3-16,0 0 4 0,0 0 0 0,0 0-3 15,0 0 4-15,0 0-2 0,0 0-2 0,0 0 1 16,0 0 0-16,0 0 2 0,0 0-1 0,0 0 0 16,0 0 1-16,0 0 0 0,0 0-4 0,0 0 2 15,0 0 1-15,0 0 0 0,0 0 3 0,0 0 0 16,0 0-1-16,0 0-2 0,0 0 4 0,0 0 1 15,0 0-3-15,0 0 5 0,0 0-1 0,0 0 4 16,0 0 0-16,0 0 1 0,0 0 4 0,0 0 3 16,0 0-4-16,0 0-1 0,0 0 1 0,0 0 0 15,0 0-2-15,0 0 2 0,0 0-1 0,0 0-4 16,0 0-1-16,0 0-2 0,0 0 1 0,0 0-2 16,0 0 0-16,0 0-1 0,0 0 1 0,0 0-6 15,0 0 8-15,0 0-6 0,0 0 1 0,0 0-3 16,0 0 1-16,0 0-1 0,0 0 1 0,0 0 1 15,0 0-3-15,0 0-1 0,0 0 1 0,0 0 1 16,0 0 1-16,0 0-4 0,0 0 3 0,0 0 0 16,0 0 1-16,0 0 2 0,0 0-5 0,0 0 0 15,0 0 3-15,0 0-3 0,0 0 2 0,0 0-2 0,0 0 2 16,0 0 4-16,0 0-5 0,0 0 1 16,0 0 0-16,0 0 0 0,0 0 0 0,0 0 0 15,0 0-4-15,7 21 4 0,-7-21 0 0,0 0 1 16,0 0-2-16,0 0 3 0,0 0-2 0,0 0 2 15,1 7-3-15,-1-7-1 0,0 0 2 0,0 0-1 16,0 0 0-16,0 0 1 0,0 0 0 0,5 5 0 16,-5-5-3-16,0 0 3 0,0 0-1 0,0 0 0 15,0 0 0-15,1 8-1 0,-1-8 3 0,0 0-1 16,0 0 2-16,0 9-3 0,0-9 2 0,3 6-2 0,-3-6-1 16,0 0 3-16,0 9 3 0,0-9-4 0,0 0 4 15,4 10-4-15,-4-10-2 0,0 7 2 16,0-7 0-16,0 8 1 0,0-8-1 0,1 9 0 15,-1-9 2-15,0 9 0 0,0-9 1 0,3 9-3 16,-3-9 1-16,3 10 2 0,-3-10-3 0,2 8 4 0,-2-8-1 16,2 7 2-16,-2-7-3 0,1 7 1 15,-1-7 2-15,2 7-3 0,-2-7 4 0,0 0-3 16,1 7-3-16,-1-7 2 0,0 0 1 0,0 0-2 0,0 8 2 16,0-8-1-16,0 0 0 0,0 0 1 15,0 0 1-15,3 5-4 0,-3-5 1 0,0 0 2 0,0 0-1 16,0 0-1-16,0 0 0 0,0 0 1 0,0 0 2 15,0 0 2-15,0 0-3 0,0 0 3 16,0 0 3-16,0 0-2 0,0 0-1 0,0 0 5 16,2 6 1-16,-2-6-2 0,0 0 3 0,0 0-1 0,0 0-2 15,0 0-1-15,0 0 5 0,0 0 3 0,0 0 4 16,0 0-4-16,0 0 6 0,0 0 2 0,0 0 5 16,0 0 0-16,0 0 8 0,0 0-1 0,0 0-2 15,0 0 7-15,0 0 2 0,0 0 1 16,0 0 3-16,0 0-5 0,0 0 0 0,0 0-4 0,0 0-9 15,0 0 2-15,0 0-5 0,2-22-4 0,-2 22-3 16,0-10-2-16,0 10 1 0,-2-13-3 0,2 13 2 16,2-13-5-16,-2 7 0 0,0 6-2 0,0-12-2 15,0 12-3-15,0-13 1 0,0 13-2 16,0-11 9-16,0 11-7 0,-2-11-2 0,2 11-4 0,-1-9 0 16,2 1-1-16,-1 8 11 0,0 0-14 0,-2-11 2 15,2 11-1-15,-3-8 1 0,3 8 2 0,0 0-3 16,0 0-1-16,3-8-2 0,-3 8 5 0,0 0-5 15,0 0 4-15,0 0-4 0,0 0 1 0,1-7-9 16,-1 7-5-16,0 0-10 0,0 0-10 0,0 0-6 16,0 0-9-16,0 0-1 0,0 0-9 0,0 0-3 15,0 0-4-15,0 0-6 0,0 0-9 0,0 0-9 16,0 0-23-16,0 0-30 0,0 0-18 0,0 0-21 16,-7 21-21-16,7-21-167 0,-1 9-403 0,1-9 179 15</inkml:trace>
  <inkml:trace contextRef="#ctx0" brushRef="#br0" timeOffset="35713.32">28709 5773 10 0,'0'0'15'0,"0"0"-18"0,0 0-1 0,0 0-4 15,0 0 2-15</inkml:trace>
  <inkml:trace contextRef="#ctx0" brushRef="#br0" timeOffset="38484.05">27564 5921 48 0,'0'0'48'0,"0"0"-1"0,0 0-4 0,0 0 4 0,0 0-5 15,0 0-3-15,0 0 14 0,0 0-16 0,0 0 6 16,0 0-10-16,-6-4-2 0,6 4-3 0,0 0 1 15,0 0-6-15,0 0 4 0,0 0-1 0,0 0 1 16,-7-4 3-16,7 4 4 0,0 0 13 0,0 0-2 16,0 0 2-16,0 0 2 0,-7-2 2 15,7 2 2-15,0 0 10 0,0 0-5 0,0 0-1 0,0 0-7 16,0 0-3-16,0 0-4 0,0 0-7 0,0 0-1 16,0 0-4-16,0 0 0 0,0 0-4 0,0 0-3 15,0 0-3-15,0 0-6 0,-5-5-1 0,5 5-3 16,0 0 0-16,0 0 1 0,0 0 0 15,-11-2-4-15,11 2-1 0,0 0 3 0,-9-2-5 0,9 2-4 16,0 0 3-16,-10 0 4 0,10 0-2 0,0 0-1 16,-10-2-1-16,10 2-4 0,0 0 6 0,0 0-3 15,0 0-2-15,-9-3 1 0,9 3 6 16,0 0-11-16,0 0 10 0,0 0-3 0,0 0-1 0,0 0 3 16,0 0 5-16,-7-2-5 0,7 2 7 0,0 0-5 15,0 0 4-15,0 0-1 0,0 0-5 0,0 0 1 16,0 0-3-16,0 0 0 0,0 0 1 15,0 0-4-15,0 0 6 0,0 0-1 0,0 0-2 0,0 0-2 16,0 0-2-16,0 0 2 0,0 0-1 0,0 0-3 16,0 0-2-16,0 0 3 0,0 0 0 0,0 0 0 15,0 0-2-15,29-3 4 0,-17 3 1 0,1 0-6 16,5-3 1-16,2 2-9 0,2 0 3 0,8-1-4 16,-1 0-3-16,3 0-3 0,3-1 4 0,1 1-3 15,-3 2 5-15,5-1-3 0,0-1 0 0,1-2-7 16,-1 1 12-16,-1 3-14 0,3-2 5 0,-4-1 10 15,0 2-9-15,0 2-3 0,0-5 4 0,-4 3-13 16,3-2 15-16,-5 1-22 0,2 2-3 0,-2-4-7 16,0 2 4-16,-1-1-6 0,-7 1 4 0,0 0-6 15,0 1 8-15,-3-3 6 0,1 3 2 0,-2-2 7 16,-2 3 2-16,-2 0 8 0,-1-1-4 0,-3 1-2 16,2 0 8-16,1-1-2 0,-1 1-2 0,-2 0-8 15,2 1-7-15,-2-1-7 0,-3 0-8 0,1 1-65 16,1-1-126-16,-9 0 55 0</inkml:trace>
  <inkml:trace contextRef="#ctx0" brushRef="#br0" timeOffset="39430.06">26041 5772 78 0,'0'0'155'16,"-7"-2"-2"-16,7 2-11 0,0 0-10 0,0 0-5 15,0 0-9-15,-7-3-10 0,7 3-4 0,0 0-8 16,0 0-13-16,0 0-6 0,0 0-9 0,0 0-7 15,23-6-6-15,-10 4-4 0,6-2-6 0,3 0-3 16,7 0-3-16,1 1-7 0,-4 1-12 0,3-1-21 16,-2 1-25-16,-8 1-19 0,-2 1-25 0,-3 1-24 15,-1-1-21-15,1 1-25 0,-9 0-77 0,3 1-233 16,-8-2 104-16</inkml:trace>
  <inkml:trace contextRef="#ctx0" brushRef="#br0" timeOffset="40475.58">26199 5749 3 0,'0'0'169'16,"0"0"-26"-16,0 0-19 0,0 0-14 0,0 0-11 16,0 0-11-16,0 0-3 0,-5 7-5 15,5-7 1-15,2 12-2 0,-1-2-4 0,1 1 1 0,-2-1-5 16,0 4 0-16,0 0-4 0,0 4 4 0,0-4-1 15,-2 3-3-15,1 0-3 0,-1-5-6 0,2 4-1 16,0 0-7-16,-3-3 1 0,1 0-1 0,2 1-4 16,0-2-2-16,-2-2-3 0,-1 1-5 15,3-11-1-15,-2 18-4 0,2-9-3 0,0-9-1 0,-2 16-2 16,2-16-3-16,0 11 0 0,0-11-3 0,-2 13-1 16,2-13-3-16,0 0 1 0,0 9 1 0,0-9 0 15,0 0-2-15,0 0 4 0,0 0-1 0,0 0 3 16,0 0-4-16,0 0 1 0,-8 7-3 0,8-7-3 15,-7-2 0-15,7 2-1 0,0 0 0 0,0 0-5 16,0 0 1-16,-19-6-2 0,15 3 3 0,4 3-5 16,-8-3 2-16,8 3-3 0,-8-2 2 0,8 2-3 15,-6-4 0-15,6 4 2 0,0 0-2 0,-9-3 1 16,9 3-2-16,0 0-1 0,0 0-1 0,0 0 2 16,0 0-1-16,0 0 0 0,-7-4-2 0,7 4 0 15,0 0 0-15,0 0 2 0,0 0 1 0,0 0 0 16,0 0 0-16,0 0-5 0,0 0-7 0,0 0-12 15,36 4-13-15,-36-4-17 0,22-2-17 0,-8 2-9 16,-14 0-17-16,22-2-8 0,-8 2-6 0,-3-2-1 16,2 1 0-16,0 1-2 0,-1-3 4 0,-1 0 6 15,-11 3 8-15,21-3 13 0,-13-2 6 0,-1 1 12 16,-7 4 0-16,14-9 21 0,-14 9 12 0,7-8 14 16,-3 4 8-16,-4 4 7 0,8-7 9 0,-8 7 15 15,5-7 2-15,-5 7 12 0,0 0 3 0,0 0 3 16,5-8 4-16,-5 8-5 0,0 0-4 0,0 0-9 15,0 0-1-15,0 0 0 0,0 0 0 0,0 0 4 16,0 0 15-16,0 0 13 0,0 0-6 0,0 27-1 16,0-27-5-16,-5 17-2 0,5-17 3 0,-5 17-2 15,5-7-1-15,0-10-2 0,-4 16-2 0,2-9 3 16,2-7 0-16,-2 10-1 0,2-10 1 0,-4 12-3 16,4-12 3-16,0 0 6 0,-1 10 6 0,1-10 11 15,0 0 12-15,0 0 0 0,0 0 2 0,0 0-7 16,0 0-5-16,0 0-4 0,0 0-7 0,0 0-4 0,0 0-7 15,0 0-4-15,-13-29-2 0,13 29-2 16,0-19-7-16,2 9-1 0,1-1-2 0,1-2-6 16,3-1 1-16,-1 0-9 0,1 2 5 0,0 1-8 15,0 0 0-15,1 3-2 0,-1 1-1 0,-1-2-4 16,2 2 3-16,-4 2-4 0,3 0 1 0,-1 2-1 16,2-1-4-16,1 2-4 0,1-1 1 0,-10 3 2 15,19 3-3-15,-13-1-1 0,3 3 5 0,1 2 0 16,-1 0-4-16,-1 1 0 0,-1-1 2 0,2 2 1 15,-4 1 1-15,3 1 1 0,-1-2-4 0,-3-1 4 16,2 0 2-16,-2 1-2 0,-2-4 2 0,2 1 1 16,-3 0-2-16,3-1 1 0,-4-5-2 0,4 8 0 15,-4-8 3-15,2 8 2 0,-2-8 1 0,0 0 8 16,2 7 14-16,-2-7 7 0,0 0 8 0,0 0 3 16,0 0-6-16,0 0 0 0,0 0-4 0,0 0-3 15,0 0-1-15,0 0-3 0,0 0-3 0,-10-24-5 16,10 14-3-16,0-1-3 0,2 2-4 0,2-3-5 15,0 0-2-15,2 2-6 0,3-4 3 0,-3 4-2 16,3 0 1-16,0 3-6 0,0-1-2 0,0 2 0 16,3 1-3-16,-1 2-3 0,-3 2 0 0,6-1 2 15,-5 4 0-15,0 2-5 0,3-1-6 0,-4 4 0 16,1 2-6-16,-2 0-9 0,0 2-8 0,0 0-16 0,-3 4-18 16,-2 2-28-16,-4 1-42 0,-3 1-30 15,1 1-34-15,-6 5-34 0,-5-2-158 0,1-3-439 16,-1-1 195-16</inkml:trace>
  <inkml:trace contextRef="#ctx0" brushRef="#br0" timeOffset="159969.34">27449 9836 65 0,'0'0'76'0,"0"0"5"0,2-11-6 16,-2 11 5-16,0 0-6 0,0 0 0 0,-2-10-8 15,2 10-2-15,0 0-9 0,0 0-4 0,0 0-4 16,-2-8-3-16,2 8-4 0,0 0-12 0,0 0-2 15,0 0 3-15,0 0-13 0,0 0 4 0,0 0-7 16,0 0 1-16,0 0-2 0,0 0-1 0,0 0-1 16,0 0-9-16,0 0 5 0,0 0 1 0,0 0-1 15,0 0 1-15,0 0-5 0,0 0 4 0,0 0-3 16,0 0 4-16,0 0-1 0,0 0 4 0,0 0 5 16,0 0 6-16,0 0-5 0,0 0 6 0,0 0 1 15,0 0 1-15,0 0 4 0,0 0 2 0,0 0-1 16,0 0-1-16,0 0-1 0,0 0 2 0,0 0-1 0,0 0 0 15,0 0-4-15,0 0-1 0,0 0 0 0,0 0-3 16,0 0-3-16,0 0-2 0,0 0 2 16,0 0 0-16,0 0-5 0,0 0 1 0,0 0-2 0,-3-6 0 15,3 6 3-15,0 0-2 0,0 0-11 0,0 0 6 16,0 0-1-16,0 0-2 0,0 0-2 0,0 0 6 16,0 0-1-16,0 0-3 0,0 0-1 0,0 0-6 15,0 0 9-15,0 0-4 0,0 0 3 0,0 0-1 16,0 0-4-16,0 0 2 0,0 0-2 0,0 0-3 15,0 0 2-15,0 0 6 0,0 0-5 0,0 0 3 16,0 0-4-16,0 0 2 0,0 0-1 0,0 0 2 16,0 0 2-16,0 0-5 0,0 0 0 0,0 0 0 15,0 0 12-15,0 0-13 0,0 0 1 0,0 0 4 16,0 0-3-16,0 0 3 0,0 0-1 0,0 0 7 16,0 0-3-16,0 0 7 0,0 0 0 0,0 0 1 15,0 0 7-15,0 0-7 0,0 0-1 0,0 0 0 16,0 0-3-16,5-9 0 0,-5 9-7 0,0 0 2 15,0 0 2-15,2-8 2 0,-2 8-1 0,0 0 0 0,0 0-6 16,2-7 6-16,-2 7 1 0,0 0-1 0,1-8-5 16,-1 8 3-16,0 0-4 0,3-8-2 15,-3 8 3-15,0 0-1 0,0 0 2 0,0 0 1 16,0-8 2-16,0 8 1 0,0 0-2 0,0 0 4 0,2-7-4 16,-2 7-2-16,0 0 1 0,2-7-2 0,-2 7 2 15,0 0-8-15,0 0 9 0,0 0-2 16,0 0 3-16,2-8-5 0,-2 8 2 0,0 0 1 0,0 0-2 15,0 0 0-15,0 0 5 0,0 0-3 0,0 0-4 16,0 0 4-16,0 0-7 0,0 0-1 0,0 0 1 16,0 0 1-16,0 0-3 0,0 0 2 15,0 0-3-15,0 0 4 0,0 0-4 0,0 0 0 0,0 0 3 16,0 0-2-16,0 0 0 0,0 0 5 0,0 0-1 16,0 0 0-16,-2 25-3 0,2-25 4 0,-2 12-3 15,2-12 4-15,-2 13-4 0,2-5 0 0,-3 0 2 16,3-8-1-16,-1 14 0 0,1-5 1 0,0-2-1 15,0-7 2-15,0 15-2 0,-2-5-1 0,2-1 7 16,0 1-8-16,0 0 6 0,0-3-4 16,-2 1-1-16,2 1 0 0,-2 1 5 0,2-2-3 0,0 4 3 0,0-1-3 15,0-3 7-15,-2 3-3 0,2 1-3 16,-1-2-5-16,1 0 6 0,-1 3 1 0,1 0 2 16,-1-1-4-16,1-1 5 0,-2 1-3 0,2-1 0 0,0 1 3 15,0-1 0-15,-2 0-2 0,2 0-1 16,0 1 3-16,-2-1-4 0,2-1 0 0,-2 1-1 0,2-1 1 15,0 2-3-15,0 0 5 0,0-5-5 16,0 3 3-16,0 2 4 0,0 2-3 0,0-3-3 0,-2 1 4 16,2-2-2-16,2 1 2 0,-4 0-3 15,2-1 2-15,0 0 1 0,0 2-6 0,0-2 8 16,0 6-6-16,-1-6 7 0,1 3-7 0,0-2 6 0,0-1-2 16,-1 3-1-16,1-1 1 0,0-2-1 0,0 2-1 15,1 0 3-15,-1-1-2 0,0 0 2 0,0 1-3 16,0 0 2-16,1-2-2 0,-2 1 2 0,2 0-4 15,1 0 7-15,-2 0-6 0,0 0 2 0,0-1-3 16,-2 0 1-16,4 1 2 0,-2 1-2 0,0-2 4 16,0-2-2-16,0 1 2 0,0 2-3 0,0 0 0 15,0 0 7-15,-2 2-4 0,1-1 4 0,1-1 1 16,0-1-10-16,0 2 4 0,-1-2 2 0,1 1 1 16,0 0-2-16,-1-2-1 0,1 2 2 0,0-1-6 15,0-3 6-15,0-7-4 0,1 18 1 0,-2-10-3 16,1 0 1-16,0 1 4 0,1 2-2 0,-1-4-2 0,1 2 3 15,0 1-4-15,-1 1 1 0,2-3 1 16,-2 2 2-16,0-1-3 0,0 1-2 0,0-1 3 16,4 1 0-16,-4 0-2 0,0-1 2 0,0-2-4 0,2 3 4 15,-2-2-3-15,0-8 1 0,2 16 1 0,-2-10 1 16,1 2 0-16,-1-8-3 0,2 13 4 16,0-3 0-16,0-1-6 0,0-3 7 0,-2 1-5 15,2 0 4-15,-2 1-3 0,0 0 3 0,1 2-4 0,-1-2-1 16,0 2 2-16,0-10 0 0,0 14-2 0,0-8 3 15,0 4-3-15,0-3 3 0,0-7 2 0,0 16 0 16,-1-9-2-16,1-7 1 0,-2 13-7 0,0-4 6 16,0-3-1-16,2 2-2 0,-3-1 1 0,2 0 4 15,1-7-6-15,0 16 1 0,0-10 1 0,-1 1 8 16,-3 0-7-16,4 0 2 0,0-7-3 0,-2 13 2 16,0-6-4-16,2 1 1 0,0-8 2 0,-2 11 2 15,1-4-4-15,1-7-1 0,-2 11 4 0,2-11 1 16,0 11-2-16,0-11 1 0,0 9 2 0,0-9-5 15,0 10 2-15,0-10 3 0,0 9-4 0,0-9 0 16,-2 9 1-16,2-9 0 0,0 8 0 0,0-8 1 16,-3 11 0-16,3-11-1 0,3 8-2 0,-3-8 4 15,0 0-7-15,0 7-4 0,0-7-11 0,0 0-8 16,0 0-9-16,2 9-13 0,-2-9-17 0,0 0-11 16,0 0-24-16,0 0-8 0,0 0-11 0,0 0-17 15,0 0-133-15,0 0-291 0,0 0 129 0</inkml:trace>
  <inkml:trace contextRef="#ctx0" brushRef="#br0" timeOffset="164422.79">27522 10603 14 0,'0'0'64'0,"4"-7"-16"16,-4 7 6-16,0 0-1 0,0 0-3 0,0 0-7 16,0 0 1-16,0 0-12 0,0 0 7 0,0 0-15 15,0 0 3-15,0 0-7 0,-7-11 8 0,7 11-8 16,0 0-3-16,0 0-4 0,-10-4 3 0,10 4 8 16,0 0-14-16,-12-2-1 0,12 2 3 0,-12 2-1 15,12-2 2-15,-11-2-4 0,11 2-2 0,-11 0 0 16,11 0-6-16,-14 2-3 0,8-2 5 0,-3 1 5 15,9-1-5-15,-14 0 4 0,14 0 3 0,-13 1-2 16,13-1-8-16,-14-1 10 0,14 1-8 0,-13 0 1 16,13 0 4-16,-9 0-2 0,9 0 3 0,-10-1 2 15,10 1 1-15,0 0 2 0,-10 1-12 0,10-1 16 16,-9 0-3-16,9 0 4 0,0 0 3 0,0 0-4 16,0 0 0-16,-12 0 5 0,12 0-18 0,0 0 24 15,0 0-13-15,0 0 1 0,0 0-5 0,0 0 7 16,-7-3-4-16,7 3 5 0,0 0-2 0,0 0 14 15,0 0-14-15,0 0-7 0,0 0-5 0,0 0-5 16,0 0 13-16,0 0-4 0,0 0-4 0,0 0-3 16,0 0 5-16,0 0 6 0,0 0-12 0,0 0 12 15,0 0-6-15,28 4-2 0,-18-2 5 0,4-1-1 16,2 0-21-16,4 0 27 0,9-1-6 0,-1 2-1 0,0-2-2 16,2 0-3-16,-1-2-2 0,1 4 14 15,1-2-7-15,-2 0-5 0,3 1 4 0,-1-2-4 16,-2 2 0-16,3 1 5 0,-3-2 0 0,5 1-3 0,-1-2-4 15,3 1 7-15,0 1-1 0,0 0 4 0,2 0-4 16,1 0 2-16,-1 1-7 0,2-4 7 0,11 2-4 16,-1 3 4-16,-14-3-6 0,4 0 7 0,0-1-4 15,12-1 2-15,-14 1-11 0,12 1 4 16,-12-2-4-16,0 1 9 0,2-1-5 0,-2 1-2 0,0-1-2 16,15-1 11-16,-15 0-4 0,13 0-3 0,-14-1 2 15,0 0 3-15,2 2-5 0,0-2-10 0,1 1 12 16,15-4 3-16,-17 4-3 0,17-2-15 0,-4 1 17 15,-11 1 3-15,10-2 4 0,-11 3-5 0,-2 1-2 16,16-5 6-16,-14 6-8 0,14-4 2 0,-3 0-3 16,2 3-3-16,-1-2 6 0,-11 2 3 0,11-2-7 15,0 3 3-15,-11 0-3 0,13-1 1 0,-2-1 8 16,-11 2 1-16,-1 0 0 0,13 0-4 0,-14 2-5 16,2-4 5-16,-3 2-5 0,0-2 0 0,0 1 0 15,1 1 4-15,2 0-8 0,-2-1 6 0,13-1 0 16,-12 0 0-16,-2 0 1 0,1 2-4 0,0-1 0 15,1-1-1-15,0 2-2 0,12-3 4 0,-11 0-3 16,-1 2 5-16,0 0-3 0,11-3-3 0,-13 3-5 16,1 0 8-16,-1-1 1 0,3 1 8 0,-4-1-12 15,2 0 2-15,-2 2 5 0,0 0-7 0,0-1 14 16,1 2-6-16,-3-2-10 0,3 0 0 0,-1-1 5 16,-2 2 1-16,3-1-1 0,-2 1-7 0,-3 0 0 0,0 0 10 15,0 1 7-15,0-1-3 0,-5 2-4 16,2-2 3-16,2 1 1 0,-10-1-4 0,-3 1-4 15,1-1 4-15,-1 2-3 0,-1-4-1 0,-4 2 2 16,-3 2 2-16,-2-2-11 0,-2 2-5 0,-6-2-11 0,11 1-19 16,-11-1-9-16,0 0-17 0,0 0-17 0,0 0-31 15,0 0-94-15,0 0-227 0,-33-5 101 16</inkml:trace>
  <inkml:trace contextRef="#ctx0" brushRef="#br0" timeOffset="179101.34">27627 6341 24 0,'-5'-4'47'0,"5"4"-2"16,0 0-7-16,-9-3-2 0,9 3-4 15,-9-2-10-15,9 2 2 0,-8-3-8 0,8 3-13 0,0 0 1 16,-14 2-2-16,14-2-2 0,-14 1 0 0,8 1-7 16,6-2 4-16,-9 2 1 0,9-2 2 0,-12 1 0 15,12-1 3-15,-7 1-5 0,7-1 0 0,-10 0 3 16,10 0-4-16,0 0 3 0,-12 2 3 16,12-2-3-16,0 0 2 0,-9 1-1 0,9-1-7 0,-7 1 13 15,7-1-14-15,0 0 8 0,-11 1 4 0,11-1 7 16,-9 1-2-16,9-1-4 0,0 0 0 0,-13-1 4 15,13 1 1-15,-9-1 2 0,9 1 4 0,-10-1 1 16,10 1-1-16,0 0 1 0,-14-1 5 0,14 1 3 16,-10 0-3-16,10 0-8 0,-9-2 10 0,9 2-10 15,-8-3 5-15,8 3-1 0,0 0-3 0,-12-3-5 16,12 3 6-16,-9-1-4 0,9 1 13 0,0 0-8 16,-11-2-2-16,11 2 1 0,-10-2 0 0,10 2 9 15,-8-2 1-15,8 2-5 0,-9-3 8 0,9 3 2 16,0 0-2-16,-12 0 1 0,12 0-3 0,0 0-15 15,-8 0 8-15,8 0 4 0,0 0-6 0,0 0 6 16,-7-3-2-16,7 3-11 0,0 0 14 0,0 0 2 16,0 0-9-16,0 0-3 0,0 0 11 0,0 0-9 15,0 0 0-15,0 0 2 0,0 0 0 0,0 0-9 16,0 0 5-16,0 0-9 0,0 0-2 0,0 0 6 16,21-8-8-16,-21 8-1 0,17 0 9 0,-3-3-4 15,-3 1-6-15,7 1 2 0,1-1-3 0,-2 2-3 16,6-2-8-16,3 2-12 0,3-1 8 0,-7 0 1 15,6-1-6-15,1 4 1 0,0-5-4 0,1 3 2 16,-1 0-9-16,0 1 5 0,0-1-14 0,0-1 16 0,-2 1 1 16,-5 0-5-16,6 0-2 0,0 0 4 15,0 0 4-15,-8-3 4 0,2 3 3 0,-1-1 3 16,2 1-3-16,3 0 1 0,-4 0 2 0,0 0-2 16,1 0-1-16,-5-1 8 0,5 1-1 0,-2-2-2 0,-2 2 7 15,3-1-2-15,-1-1 7 0,8 4-9 0,-9-2 7 16,5-2-7-16,-1 2 3 0,-3-4 4 15,-1 5-2-15,3-2 1 0,4 0 0 0,-5 2-1 16,0-2 2-16,-1-1 2 0,-3 2-1 0,3 0-4 0,-1 0 5 16,-2-1-5-16,1 2-2 0,0-1 0 0,-2 0 4 15,3 0-3-15,-3 0 1 0,0-1 2 0,3 1-7 16,-3 0 12-16,2-2 0 0,0 2-9 16,-1-2 3-16,3 1 3 0,-1-2-2 0,1 3-10 15,-1 0 3-15,-2-3-7 0,1 3 0 0,-3 0 1 0,3 0-5 16,-6 0 5-16,5 0-8 0,1-2 6 0,-3 0-5 15,-2 0 16-15,-1 0-9 0,-1 2-1 0,2-2 2 16,-1 0 0-16,-3 2-2 0,2-1-4 16,-1 0 5-16,1 1 4 0,-2-2 0 0,-2 4 1 0,-8-2 4 15,16-3-7-15,-8 3 4 0,-8 0-1 0,15 0 2 16,-7 0-2-16,-8 0-1 0,14 0-3 0,-5 0-1 16,-9 0-6-16,13 1 1 0,-13-1-8 0,11 0-8 15,-11 0 5-15,12 2-1 0,-6-2-24 0,-6 0-58 16,12 0 26-16</inkml:trace>
  <inkml:trace contextRef="#ctx0" brushRef="#br0" timeOffset="180133.99">29297 6260 37 0,'0'0'42'0,"0"0"-3"0,0 0 3 0,0 0 3 16,0 0-1-16,0 0-1 0,0 0 2 0,0 0 0 15,0 0 3-15,0 0-4 0,0 0 2 0,0 0-3 16,12-1-4-16,-12 1-10 0,0 0 7 0,0 0-5 15,10-2-3-15,-10 2-8 0,10-3 8 0,-1 3-2 16,-1-3-8-16,2 2-4 0,4-1 3 0,1-1-3 16,3 0 7-16,2 1-11 0,1 0 11 0,7 0-14 15,0 2-7-15,3-2 12 0,1 0-9 0,-1 1 8 16,1-1-7-16,0 0 4 0,-2 0 0 0,2 1-3 16,0 0-18-16,-1 1 4 0,2-2-13 0,-4 3 8 15,5-1-8-15,-4 0-4 0,2 0-6 0,-1 0 1 16,0 0-1-16,-1 0-1 0,1-3-14 0,0 3 2 15,-8 2 2-15,5-2-1 0,-5 0-1 0,-3-2 3 16,1 1-1-16,-1 1 2 0,-2 0 3 0,0-1 2 16,0 1-17-16,-7 0-57 0,2 0 186 0,-3 0-114 15,-1 0 33-15,-9 0-27 0,17 1 31 0,-8-2-11 16,-9 1 3-16,11-2 7 0,-11 2-5 0,9 0 0 16,-9 0 7-16,0 0-5 0,13-2 1 0,-13 2 4 15,5-1 2-15,-5 1-7 0,0 0 0 0,9-1-1 16,-9 1 8-16,7-2-6 0,-7 2 1 0,11-2 1 15,-11 2 2-15,10-2 5 0,-10 2-5 0,11 0 1 16,-11 0-2-16,10 0 1 0,-10 0-1 0,11-1 4 16,-11 1 2-16,12-2-4 0,-5 2 4 0,-7 0-2 15,20-1 5-15,-12 1-1 0,3 0 5 0,-1 1-1 16,4-1 5-16,-1 0 1 0,2 0 6 0,2 0-4 16,2 0 3-16,-1 2-2 0,1-1-3 0,0-2 4 15,-1-1-4-15,2 5 8 0,1-4-7 0,-1 1 5 0,2 0 3 16,1 2-3-16,5-2 0 0,0 0 1 0,-1-2-5 15,3 3-4-15,0 0-4 0,-2-3 3 0,-1 0 0 16,-7 2-5-16,0 0-1 0,1 0 1 16,1 0-4-16,-3 0-2 0,3 0-5 0,-2 0-1 15,0 0 0-15,-1 0 2 0,0 0-10 0,-1 0 6 0,-4 0-1 16,-1 0-2-16,-2 0 2 0,2 0-4 16,-3 0 5-16,2 2 0 0,-2-2 2 0,-2 0-3 15,-1 0 1-15,-7 0 3 0,12 1-4 0,-12-1 6 16,13 0 6-16,-13 0 0 0,12-1 4 0,-5-1 4 15,-7 2-1-15,0 0-1 0,14 0 1 0,-14 0 2 0,13 0-1 16,-6 0 7-16,-7 0-4 0,12 0 2 16,-3 0-6-16,2-1-2 0,0 1 2 0,1 0 2 15,2-2 4-15,4 4-3 0,-5-2-2 0,7 0-2 16,-2-2-1-16,2 4 1 0,1-2 6 0,-1 0-3 0,1-2 3 16,9 2-13-16,-9 2 7 0,0-1-2 15,0 1-4-15,2-4 2 0,7 4 1 0,-10 0 10 16,2-1-15-16,0-1 7 0,-2 2-4 0,7-1 3 15,-7-1-10-15,1 2 1 0,-2-2 0 0,0 0-2 0,0 0 5 16,-1 0-7-16,1 1 1 0,-2-1-8 0,-3-1 4 16,-1-1-2-16,5 2-3 0,-1-1 1 0,-4 1-6 15,-1-2 7-15,3 1-6 0,-3 0 2 16,-1-2-9-16,3 2-1 0,-3-3 6 0,-4 3-14 16,5 1-4-16,-5-3 4 0,3 3-7 0,-10 0-10 0,15-1 9 15,-9 1-2-15,-6 0 0 0,12-3 5 0,-12 3-2 16,15 0 2-16,-15 0 2 0,13-1 7 0,-4 1 2 15,-9 0-2-15,11-1-17 0,-11 1 43 0,13-2-18 16,-5 2 9-16,-1-2-1 0,4 2 1 0,0 2 3 16,1-2 4-16,-2 0 6 0,2 0 0 0,1-2 0 15,1 4-3-15,-1-5 8 0,0 2-1 0,1 1 0 16,0 1 1-16,4-4 7 0,-6 3-11 0,3-1 3 16,-4 1 1-16,3-1-2 0,0 1 0 0,-1-2 0 15,1 2-1-15,-3 0 2 0,2-1-5 0,-1 0-5 16,-2 2 4-16,3-1 0 0,-3-1-3 0,2 0 2 15,-2-1-12-15,-10 2-10 0,0 0-15 0,0 0-41 16,0 0 18-16</inkml:trace>
  <inkml:trace contextRef="#ctx0" brushRef="#br0" timeOffset="180800.87">33001 6150 96 0,'0'0'134'0,"0"0"-15"15,0 0-4-15,0 0-11 0,0 0-14 0,0 0-5 16,0 0-8-16,0 0-19 0,0 0-28 16,108-1-27-16,-108 1-36 0,43-3-38 0,-43 3-64 15,37-2-145-15,-37 2 64 0</inkml:trace>
  <inkml:trace contextRef="#ctx0" brushRef="#br0" timeOffset="183145.65">28684 5801 85 0,'0'0'113'0,"0"0"-8"0,0 0 1 16,10-12-9-16,-10 12 1 0,5-7-5 0,-5 7-11 15,9-9-8-15,-4 3 5 0,5-1-2 0,2 0-2 16,1-5 0-16,12-2-7 0,-1-2-8 0,6 3-2 15,3-4-7-15,2 0 3 0,12-5-7 0,-1 1-7 16,-10 5-1-16,11-3 2 0,-1-3-6 16,0 3-2-16,-10 5-1 0,-2-2-6 0,15-4-1 0,-15 3-1 15,1 2-5-15,-6-2 4 0,1 5-5 0,-2-1 1 16,-2 1-2-16,1 1 0 0,-9 1-1 0,-1 3 6 16,-7-1-2-16,0 1 7 0,1 1 0 0,-4-1 5 15,-2 4 0-15,-1 0-2 0,-4 3-4 0,10-5 4 16,-10 5-11-16,4-4-18 0,-4 4-12 0,0 0-24 15,0 0-26-15,0 0-21 0,0 0-26 0,0 0-20 16,0 0-20-16,0 0-121 0,0 0-292 0,0 0 129 16</inkml:trace>
  <inkml:trace contextRef="#ctx0" brushRef="#br0" timeOffset="183465.47">29874 4969 130 0,'0'0'168'0,"2"-9"-3"16,-2 9-13-16,4-7-8 0,-4 7-7 0,0 0-20 15,1-6-13-15,-1 6-10 0,0 0-16 0,0 0-9 16,0 0-4-16,0 0-12 0,4 22 1 0,-4-10-2 15,1 5-1-15,-1 2-4 0,0 1 0 0,-2-1-2 16,-1 7-1-16,1-1-7 0,0-1 2 0,-1 1-2 16,1-6-2-16,1-1-5 0,1 0-2 0,-3 0-1 15,1-2-6-15,2 2 1 0,-1-3-2 16,-1 2 2-16,2-5-13 0,-1 0-22 0,1 0-27 0,0-2-25 16,0-10-31-16,0 14-33 0,0-8-24 0,0-6-122 15,0 11-297-15,0-11 132 0</inkml:trace>
  <inkml:trace contextRef="#ctx0" brushRef="#br0" timeOffset="183695.52">29891 4925 106 0,'8'-9'150'0,"-1"-1"-1"0,3 3-5 15,0-4-2-15,-1 5-11 0,0 1-10 0,1 0-8 16,-2-1-14-16,-1 6-11 0,-7 0-8 0,14 2-10 15,-7 2-5-15,-2 2-8 0,-1 1-4 0,0 4-5 16,-3 1-3-16,-2 3-2 0,-3 3-3 0,-5 5 0 16,-3 1-6-16,-2-1-18 0,-4-3-10 15,6 2-16-15,-1-6-24 0,-2-2-26 0,2-1-11 0,-1 0-21 16,3 1-25-16,4-5-22 0,-1 2-81 0,0-3-238 16,2 0 105-16</inkml:trace>
  <inkml:trace contextRef="#ctx0" brushRef="#br0" timeOffset="184009.21">30014 5243 123 0,'6'-2'200'0,"1"-1"-8"0,3-1-6 0,2-1-18 16,0 0-16-16,-1-1-18 0,5-1-8 0,1-2-11 15,-3 2-16-15,1-3-8 0,1 0-11 0,-2-1-6 16,1 0-7-16,-2 1-9 0,2-2-4 0,-5 1-4 15,-1 1-3-15,3-2-8 0,-6 0-5 0,2 1-1 16,-6 1-4-16,3 0-7 0,-2 1 1 0,-2-1-4 16,-1 10 0-16,-1-12-6 0,1 12 1 0,-5-10-2 15,5 10-7-15,-5-5 2 0,5 5 0 0,-10 0-5 16,10 0 4-16,-18 8-3 0,5 2-3 16,0 1 3-16,-2 1 3 0,2-1-4 0,0 2 1 0,4-3-7 15,3-2 2-15,-2 2-1 0,5 1-4 0,0-1-8 16,3-1-13-16,1 2-15 0,4-4-26 0,4 2-18 15,3-5-16-15,8-1-50 0,8 0-148 0,-6-2-326 16,7-1 145-16</inkml:trace>
  <inkml:trace contextRef="#ctx0" brushRef="#br0" timeOffset="184575.84">30529 5019 58 0,'0'-5'195'15,"0"5"2"-15,-2-12-8 0,2 12-17 0,-4-9-8 16,4 9-19-16,-3-6-10 0,3 6-14 15,-8-2-11-15,8 2-9 0,0 0-10 0,-21 10-7 16,9-3-5-16,-2 2-6 0,1 3-7 0,2-4-6 0,2 1-7 16,1-2-3-16,2 3-4 0,1 0-6 0,0-2-8 15,1 2 1-15,3-4-4 0,1 3 0 0,0-9-5 16,5 11-2-16,0-4-2 0,1-4-2 16,1 0-1-16,0 0-4 0,2-3-4 0,0 0 5 0,-9 0-6 15,14-3 1-15,-6 2 7 0,0-4-9 0,-3 1 1 16,0 0 0-16,0 0-2 0,1-3 0 0,-1 0-3 15,-1 1 1-15,1-2-3 0,-2 2 4 0,-2-1-8 16,-1 7 6-16,3-10-3 0,-3 10-2 16,0 0-1-16,1-8 1 0,-1 8-3 0,0 0-5 15,0 0-1-15,0 0 3 0,0 0 0 0,0 0-1 16,0 0 3-16,0 0-2 0,0 0-1 0,0 0 6 0,0 0 1 16,1 23-3-16,2-16 1 0,-3-7 2 0,5 11-3 15,1-7 4-15,-1 2 2 0,2-2-6 16,3 0 0-16,0-1-5 0,2-2-2 0,1-1-6 15,-1-1-4-15,3 0 0 0,-3-2-2 0,1-1 8 16,0-2-1-16,-3 0 5 0,4-5-2 0,-5 2 1 16,1-7 4-16,-1 4 2 0,-1-2 0 0,-1-2 9 0,-4 0-3 15,2-2 6-15,-1 0 0 0,-1-1 4 16,-2 0 3-16,0 2 0 0,2 1 1 0,-2 1 11 0,0 5 3 16,2 0 4-16,-3 3 2 0,0 7-3 15,0-12-6-15,0 12 0 0,0-7-7 0,0 7-5 0,0 0-4 16,0 0 0-16,0 0-2 0,0 0-1 0,0 0 4 15,0 36 1-15,0-21-4 0,1 2-4 0,0 1 1 16,-1-1 2-16,0 2 3 0,0-2-5 16,-1 0 5-16,1 2-2 0,1-3 1 0,1 0-3 15,-2 0-1-15,1 0-15 0,-1-4-27 0,2-1-31 16,-2 5-22-16,3-6-37 0,-2 2-25 0,1-7-23 0,-1 2-150 16,0-1-355-16,-1-6 157 0</inkml:trace>
  <inkml:trace contextRef="#ctx0" brushRef="#br0" timeOffset="184801.87">31016 4866 68 0,'3'-3'208'0,"1"-1"-13"0,-4 4-22 0,2-8-20 16,-2 8-17-16,0 0-11 0,0 0-8 0,0 0-6 16,-19 18-7-16,4-4-9 0,-6 2-9 0,1 3-2 15,2-4-14-15,5-2-6 0,1-2-9 0,2-2-7 16,1 0-6-16,3-2-3 0,3-1-2 0,-1 1-3 15,4-7-1-15,-2 9-2 0,2-9-4 0,9 8-1 16,2-3 0-16,10-1-3 0,7-2-18 0,3-2-18 16,3-2-21-16,1-1-31 0,-2 0-33 0,3-1-44 15,-2 2-39-15,-2-2-100 0,1-2-303 0,2 2 134 16</inkml:trace>
  <inkml:trace contextRef="#ctx0" brushRef="#br0" timeOffset="190632.86">32056 6188 23 0,'0'0'67'0,"0"0"-5"0,0 0-3 16,0 0 0-16,0 0-6 0,0 0-13 0,0 0-3 15,0 0-5-15,0 0 1 0,0 0-9 0,0 0 0 0,0 0-2 16,0 0-6-16,0 0 6 0,0 0-4 0,0 0-10 16,0 0 4-16,0 0-5 0,0 0 1 15,0 0 5-15,0 0-4 0,0 0-4 0,0 0-2 16,-19 14 3-16,14-12-10 0,0 1 7 0,-1 0 4 15,-2 1-8-15,3 0 5 0,0 1-10 16,5-5 1-16,-11 6 2 0,8-3-1 0,3-3-2 0,-8 4-1 0,8-4 7 16,-5 6-5-16,5-6 0 0,0 0 3 15,-5 5 2-15,5-5 1 0,0 0-3 0,-4 3 8 16,4-3 3-16,0 0 4 0,0 0 7 0,0 0 14 16,0 0-16-16,0 0 10 0,0 0 3 0,0 0 20 15,0 0 0-15,0 0 5 0,0 0 5 0,0 0-6 16,0 0-1-16,0 0-3 0,0 0 1 0,0 0-4 15,0 0-3-15,0 0 1 0,6-28-5 0,-2 19-2 16,1 0-3-16,3-2 0 0,1 0-7 0,-1-4-1 16,2 0-4-16,-4 5 4 0,3-7 2 0,0 1 1 15,2-1-9-15,0-1 6 0,0-3-8 0,2-3-4 16,-5 6-1-16,6-7-1 0,-3 0-5 0,-2-2-1 16,1 5 1-16,-1-3-1 0,2-1 9 0,-1 3 4 15,0-1-4-15,-4 5 3 0,2 1-5 0,0-2-4 16,-1 2 7-16,4 0-2 0,-2 2-3 0,1 0 5 15,-4 6 2-15,-1 1-6 0,2 0 0 0,-1-1-3 16,0 6-4-16,0-5 3 0,-1 3-5 0,-1 3 3 0,-4 3 3 16,7-6-5-16,-2 2-2 0,-5 4 2 15,5-5 3-15,-5 5-2 0,6-4-7 0,-6 4 0 16,0 0 0-16,5-5 1 0,-5 5 2 0,0 0-3 16,0 0-3-16,0 0 0 0,0 0 0 0,0 0 3 0,0 0-10 15,0 0-5-15,0 0-8 0,0 0-17 16,0 0-9-16,0 0-20 0,4-6-12 0,-4 6-26 15,0 0-20-15,0 0-18 0,0 0-98 0,0 0-263 16,0 0 118-16</inkml:trace>
  <inkml:trace contextRef="#ctx0" brushRef="#br0" timeOffset="191230.9">32192 5028 180 0,'0'0'184'0,"0"0"-9"15,1-7-17-15,-1 7-5 0,0 0-18 0,0 0-14 16,0 0-14-16,0 0-15 0,0 0-15 0,0 0-3 15,0 0-9-15,0 0-2 0,0 0-9 0,0 0-3 16,-2 32-6-16,3-19-3 0,0 2-5 0,-2 3-3 16,0-4 2-16,-1 0-5 0,1 1 1 0,0-2-4 15,-2 2-1-15,1 1-3 0,0-3 3 0,1 2-4 16,-2-4-1-16,0 5-3 0,3-5-2 0,-2 1 2 16,2 1-3-16,-1-1-17 0,1-12-21 0,-1 21-36 15,2-14-40-15,0 3-35 0,-1-10-25 0,0 14-125 16,0-14-308-16,0 0 137 0</inkml:trace>
  <inkml:trace contextRef="#ctx0" brushRef="#br0" timeOffset="191554.47">32244 5011 16 0,'9'-7'158'0,"3"2"-14"0,-2 1-4 16,-1-2-11-16,-3 4-9 0,3 0-4 0,-9 2-10 15,12-3-9-15,-12 3-14 0,12 3 3 0,-8 0-15 16,1 2-3-16,-1 0-7 0,0-1-7 0,1 5-3 16,-3 1-4-16,-4 0-12 0,1 1 2 15,0 0-1-15,-3 0-4 0,-1-1-2 0,-3 0-5 0,-1-2 0 16,0 0-1-16,1 0-4 0,2-2-2 16,0-2 5-16,1 1-3 0,-1-1 1 0,3 0 3 15,3-4-1-15,-9 6 2 0,9-6 0 0,-7 4-2 0,7-4-6 16,0 0 2-16,-7 3-5 0,7-3 0 15,0 0-8-15,0 0 4 0,0 0-5 0,0 0 0 0,0 0-4 16,0 0 5-16,12 11-11 0,-5-7-5 0,3 1-19 16,0-1-13-16,2 2-34 0,-1-2-36 15,7 1-23-15,-4 3-34 0,3-2-87 0,0-1-276 16,-5-1 122-16</inkml:trace>
  <inkml:trace contextRef="#ctx0" brushRef="#br0" timeOffset="191776.68">32515 5033 186 0,'0'0'206'15,"3"-9"-10"-15,-3 9-42 0,1-7-15 0,-1 7-26 16,0 0-6-16,0 0-17 0,0 0-6 0,0 0-9 16,0 0-9-16,0 0-6 0,0 0 1 0,3 26-7 15,-5-16-7-15,4 4-5 0,-2 2-3 0,-2 0-5 16,2 0-3-16,0-3 3 0,0 4-4 0,-1-5-26 15,0 4-18-15,1-4-31 0,0-1-18 0,0-1-28 16,0-10-16-16,0 15-17 0,0-15-15 0,-2 12-73 16,2-12-229-16,-2 8 102 0</inkml:trace>
  <inkml:trace contextRef="#ctx0" brushRef="#br0" timeOffset="192131.08">32515 5057 91 0,'0'0'146'15,"1"-10"-18"-15,-1 10-4 0,2-6-19 0,-2 6-12 16,0 0-12-16,1-8-13 0,-1 8 0 0,0 0-10 16,0 0-4-16,0 0 0 0,0 0-5 0,0 0 3 15,25 9-9-15,-18-5-3 0,1 0-5 16,-1-1 4-16,3 1 1 0,-1-1-6 0,-1 0 0 16,4-1 0-16,-6-1-6 0,-1 2 4 0,-5-3-1 15,12 1 5-15,-12-1 0 0,12-3 2 0,-6 1-3 0,0 0 3 16,-6 2-3-16,0 0 1 0,16-15-2 0,-16 15 2 15,0 0-1-15,0 0-7 0,0 0 2 0,27-30 1 16,-27 30-4-16,0 0-2 0,0 0 1 0,0 0-3 16,16-23-5-16,-16 23-4 0,0 0-2 15,0 0-1-15,0 0-3 0,0 0-5 0,0 0 0 0,0 0-2 16,0 0-2-16,0 0 7 0,0 0-6 16,0 0 0-16,0 0 2 0,0 0 4 0,0 0-3 0,34 56 1 15,-34-56 0-15,0 0 6 0,9 31-10 0,-9-31-13 16,0 0-9-16,9 32-40 0,-9-32-29 15,0 0-38-15,8 29-41 0,-8-29-119 0,0 0-311 16,0 0 138-16</inkml:trace>
  <inkml:trace contextRef="#ctx0" brushRef="#br0" timeOffset="192427.62">32927 5002 50 0,'0'0'139'15,"0"0"-11"-15,0 0-19 0,0 0-6 0,0 0-10 16,0 0 2-16,0 0-13 0,0 0-12 0,0 0 0 16,0 0-10-16,0 0-1 0,0 0-8 0,0 0-4 15,0 0 0-15,-44 61-9 0,44-61-5 0,0 0 2 16,-4 28-1-16,4-28-10 0,0 0-1 0,0 0 2 16,0 0-3-16,0 0-3 0,24 46-3 15,-24-46-5-15,0 0 3 0,15 16 1 0,-15-16-4 0,0 0 0 16,0 0 3-16,21 16-8 0,-21-16-6 0,0 0 11 15,0 0-7-15,0 0 1 0,0 0-3 0,18 24-2 16,-18-24-2-16,0 0 5 0,0 0 5 0,0 0-6 16,0 0-18-16,0 0-24 0,0 0-19 0,0 0-14 15,0 0-42-15,-28 47-99 0,28-47-233 0,0 0 103 16</inkml:trace>
  <inkml:trace contextRef="#ctx0" brushRef="#br0" timeOffset="192601.46">32706 5393 47 0,'62'-9'71'15,"0"1"-38"-15,-5-7-41 0,1 7-17 0,-7-3-25 16,0 1 12-16</inkml:trace>
  <inkml:trace contextRef="#ctx0" brushRef="#br0" timeOffset="192757.84">33290 5260 42 0,'0'0'229'16,"0"0"-13"-16,0 0-14 0,0 0-13 0,0 0-12 16,0 0-18-16,0 0-7 0,0 0-24 0,0 0-11 15,0 0-17-15,0 0-26 0,0 0-36 0,0 0-37 16,0 0-25-16,0 0-29 0,0 0-30 15,0 0-35-15,0 0-34 0,0 0-81 0,0 0-251 16,0 0 111-16</inkml:trace>
  <inkml:trace contextRef="#ctx0" brushRef="#br0" timeOffset="202194.46">27451 6318 55 0,'0'0'77'0,"0"0"-8"0,0 0-13 0,0 0 2 0,0 0-13 15,0 0-5-15,0 0-7 0,0 0-14 0,0 0-21 16,0 0-20-16,0 0-50 0,0 0-77 16,0 0 34-16</inkml:trace>
  <inkml:trace contextRef="#ctx0" brushRef="#br0" timeOffset="206423.4">27384 6318 21 0,'0'0'24'15,"0"0"3"-15,0 0-4 0,0 0 3 0,0 0-4 16,0 0-1-16,0 0 4 0,0 0 2 0,0 0 1 15,0 0-2-15,0 0 5 0,0 0 0 0,0 0-5 16,0 0-2-16,0 0-6 0,0 0 4 0,0 0-9 16,0 0-9-16,0 0-10 0,0 0-14 0,0 0-12 15,0 0-32-15,0 0-69 0,0 0 31 0</inkml:trace>
  <inkml:trace contextRef="#ctx0" brushRef="#br0" timeOffset="206944.71">27568 5797 33 0,'0'0'51'0,"0"0"-9"0,0 0-2 0,0 0-4 0,0 0-4 15,0 0-12-15,0 0-6 0,0 0-19 0,0 0-8 16,0 0-8-16,0 0-18 0,-10 2-41 0,10-2 19 16</inkml:trace>
  <inkml:trace contextRef="#ctx0" brushRef="#br0" timeOffset="207652.98">27461 6347 30 0,'0'0'68'0,"0"0"-6"0,0 0-2 16,0 0-13-16,0 0 2 0,0 0-7 16,0 0 0-16,0 0-4 0,0 0-9 0,0 0 5 15,0 0-6-15,0 0-1 0,0 0-7 0,0 0 0 0,0 0-6 16,0 0 1-16,0 0 1 0,0 0-1 0,0 0 4 16,0 0-5-16,0 0 5 0,0 0-6 0,0 0 5 15,0 0-4-15,0 0-3 0,0 0-4 0,0 0 8 16,0 0-7-16,0 0 0 0,0 0-3 15,0 0 3-15,0 0-3 0,0 0-2 0,0 0 5 0,0 0-6 16,0 0-2-16,0 0 7 0,0 0-7 0,0 0 1 16,0 0 2-16,0 0-1 0,0 0 0 0,0 0 0 15,0 0 3-15,0 0-3 0,0 0 7 0,0 0-13 16,0 0 8-16,0 0-6 0,0 0 2 16,0 0 0-16,0 0 0 0,0 0 1 0,0 0 0 0,0 0 3 15,0 0-3-15,0 0 12 0,0 0-17 0,0 0-1 16,0 0 4-16,0 0 3 0,0 0 0 0,0 0-7 15,0 0 2-15,0 0 3 0,0 0 2 0,0 0 7 16,0 0-9-16,0 0-3 0,0 0-5 0,0 0 7 16,0 0 4-16,0 0-5 0,0 0-2 0,0 0 5 15,0 0-8-15,0 0 10 0,0 0-3 0,7 4 3 16,-7-4-8-16,0 0 4 0,0 0 1 0,0 0-2 16,0 0 1-16,0 0-5 0,0 0 5 0,0 0 0 15,0 0-2-15,0 0 0 0,0 0 4 0,2 6-1 16,-2-6-4-16,0 0 0 0,0 0-3 0,0 0-6 15,0 9-7-15,0-9-1 0,0 0-11 0,0 0 0 16,0 9-5-16,0-9-16 0,0 0-7 0,0 0-34 16,0 10-102-16,0-10 46 0</inkml:trace>
  <inkml:trace contextRef="#ctx0" brushRef="#br0" timeOffset="-194214.7">28121 6296 45 0,'0'0'42'0,"0"0"6"0,0 0-4 0,-6-5-12 15,6 5 0-15,0 0 3 0,0 0-5 0,0 0 1 16,0 0-9-16,0 0-3 0,-8-3 5 15,8 3-1-15,0 0-5 0,0 0 7 0,0 0-10 0,0 0 2 16,0 0 3-16,0 0-11 0,0 0 3 0,0 0 3 16,0 0-6-16,0 0-5 0,0 0 5 0,0 0-4 15,0 0-7-15,0 0 12 0,0 0-5 0,0 0 2 16,0 0-1-16,0 0-8 0,0 0-5 0,23-2 7 16,-23 2-7-16,12 3 7 0,-4-3-4 0,1 2-2 15,2 0-3-15,-1 1 4 0,2-3-1 0,0 1-3 16,1 1-3-16,1-2-3 0,4 1-1 0,3-1-2 15,-1 1-1-15,2 0-3 0,5-2-2 16,1 1-2-16,-7 0-1 0,-1 0-1 0,1-2 2 0,2 2-2 16,-1-2-22-16,5 1-53 0,-5 1 24 0</inkml:trace>
  <inkml:trace contextRef="#ctx0" brushRef="#br0" timeOffset="-193317.41">28845 6286 41 0,'0'0'48'0,"0"0"1"0,0 0-4 0,0 0-2 16,0 0-6-16,0 0-4 0,0 0 2 0,0 0-9 15,0 0 0-15,0 0-3 0,0 0 1 0,0 0-4 16,7-5-5-16,-7 5 1 0,0 0-1 0,12-2-5 15,-6 1-1-15,-6 1-5 0,16-1 0 0,-7 1-7 16,2-1 1-16,-1 1 2 0,2-2-3 0,2 1 1 16,0 0-9-16,0-1 6 0,0 2-7 0,0-1 5 15,0-1 2-15,-2 2-4 0,6-3 1 0,-6 4 5 16,6-3-3-16,0 2-2 0,-5-2 5 0,5 2 0 16,0-1-1-16,-4 1 3 0,-1 0-4 0,-1 0 2 15,6-1 4-15,-5 2-1 0,1-2-1 0,-2 2-3 16,0-1 5-16,-4 1-2 0,0-1 1 0,3 0-1 15,-2 2-1-15,-1-2 8 0,-8 0-3 0,14 1 7 16,-14-1-6-16,11 0-1 0,-11 0-3 0,11-1-1 16,-11 1 3-16,12 0-1 0,-12 0 2 0,12 0-1 15,-6-2-4-15,-6 2 6 0,14 0-9 0,-6-1 4 16,-8 1 1-16,19-1 4 0,-10 1-5 0,1 1-5 16,3-1 4-16,-1 0-2 0,-1 0-1 0,2 3-10 15,0-3 3-15,1 1-2 0,-4-1-5 0,4 1 0 16,0 1-4-16,-1-2 0 0,2 0 1 0,-2 2 2 15,1-1 3-15,-2-1 3 0,0 0-25 0,6 2 39 0,-5-2-16 16,2 1 1-16,-2-1 4 0,1 0 3 0,-2 0-1 16,2 0 5-16,-4 0 2 0,0 0-6 15,0 0 7-15,-1 1-1 0,-1-3-4 0,-8 2 5 16,15 0 5-16,-15 0 2 0,13 0 4 0,-13 0-3 16,13-2 3-16,-7 2 6 0,-6 0-5 0,10 0 8 0,-10 0-2 15,8 0-5-15,-8 0 1 0,0 0-1 16,12 0 4-16,-12 0 1 0,0 0-4 0,10 0 0 15,-10 0-2-15,8-1-3 0,-8 1 0 0,10-2-7 16,-10 2 0-16,10 0-1 0,2 0 1 0,-1-2 0 0,2 2-3 16,1 0 4-16,4-2-3 0,0 3-8 0,0 0-3 15,3-2-6-15,0 1 5 0,-2 0 1 0,1 0-2 16,-1 0 4-16,1 1-3 0,1-1 1 0,1 0-4 16,-1 0 5-16,-1-1-2 0,-1 1 1 15,-2 0 2-15,3 0 0 0,-4-1 6 0,-2 2 0 16,-2-2 1-16,2 2 8 0,-1-1 4 0,-2-1-3 15,1 2 4-15,0-4 5 0,-2 2 4 0,1 0 1 0,-2-1 3 16,-9 2-1-16,16 0 3 0,-16 0-4 16,13 0 2-16,-7-2-2 0,-6 2 0 0,13 0-2 15,-7-1 3-15,-6 1 0 0,13 0-7 0,-7-1 2 0,-6 1 0 16,14-3-1-16,-6 3-2 0,1-3-4 0,4 3-3 16,-3-2 7-16,4 2-6 0,-1-2 4 0,1 1-3 15,-1 0-3-15,-1 1-2 0,6 1 4 0,-4-1 2 16,0 0-13-16,-1-1 6 0,6 1-4 0,2 0-3 15,-5-1 0-15,5 1-3 0,-2 0 3 0,3 1-3 16,-1-2-10-16,0-1 7 0,1 4-4 0,-1-2-2 16,0-2-1-16,-2 2-6 0,1 0-5 0,2-2-3 15,-3 2-5-15,0-2-2 0,0 2-21 0,-2 0-63 16,4-3 28-16</inkml:trace>
  <inkml:trace contextRef="#ctx0" brushRef="#br0" timeOffset="-192654.96">31176 6210 11 0,'0'0'15'0,"9"-1"4"0,-9 1 1 16,0 0-3-16,9-2 5 0,-9 2-1 0,5-3-5 0,-5 3 6 16,0 0 3-16,6-2 0 0,-6 2-3 0,0 0-3 15,10-3 0-15,-10 3 0 0,7-3-1 0,-7 3 0 16,9-1 0-16,-9 1-1 0,10-2-3 0,-10 2-5 16,11-2 4-16,-4-1-1 0,1 2-1 0,-8 1 1 15,21-1-3-15,-10 0-5 0,0-1 5 16,-11 2-7-16,22 2 2 0,-8-6-2 0,3 2 1 0,-4 2-3 15,2-1 8-15,1 1-3 0,2-2-7 0,1 3 5 16,-1-3-3-16,0 2-3 0,0 1 4 0,0-1 1 16,0 1-2-16,-5-1-1 0,0 0 2 15,0 0-1-15,1-1-1 0,-2 2 1 0,-1-2 2 0,2-1 0 16,-3 2 0-16,3-1-3 0,-1 1-3 0,1-3 1 16,-1 3 4-16,1-1-6 0,4-1 10 15,-5-1-13-15,4 2-1 0,-5-1 11 0,7 0-8 0,-4 2 4 16,-1-2-1-16,2 2 3 0,-2 0-2 0,5-3-1 15,-5 3 2-15,5-2-4 0,-2 4 2 0,-2-4-7 16,4 1 10-16,-1 0-2 0,3 2 7 0,-7 0-1 16,0 1-2-16,0-2-4 0,-1 0 0 0,2 0 0 15,-2 0 5-15,2 0-5 0,-1 2-1 0,-3-2 7 16,3 0-10-16,-3 0 8 0,1 1-5 0,1 1 3 16,0-1-2-16,-1-2 5 0,1 1-4 0,-2 0-12 15,1 1 14-15,-1-2-7 0,0 1 7 0,-10 0 8 16,15 0-17-16,-8 1 6 0,1-1 4 0,-8 0-2 15,15-1 4-15,-15 1-8 0,13-2 10 0,-4 2-3 16,-9 0-1-16,13 0-3 0,-7 0 2 0,-6 0 5 16,19-1-9-16,-8-1 9 0,-1 2-8 0,0 2 6 15,2-2-6-15,0-2 4 0,0 2-5 0,-2 0 11 16,4 0-5-16,-2 0-3 0,-2 0-6 0,3 0 7 16,-2 0-8-16,-1 0 11 0,2 0-6 0,-2-2-1 15,2 2 6-15,-1 0-2 0,-2 0-6 0,0 2 2 16,3-2 3-16,-3 0-3 0,2 0-4 0,-1 0 2 15,-1 0-1-15,0 2 1 0,-9-2 2 0,15-2 2 16,-4 2-11-16,-1 0 6 0,1 0-3 0,-3 0 6 0,4 2-2 16,-12-2 0-16,0 0 2 0,0 0-3 15,0 0-3-15,0 0 3 0,65 1 5 0,-65-1-7 16,0 0-1-16,43 0 6 0,-43 0-1 0,0 0-3 16,45 2-8-16,-45-2 1 0,0 0-9 0,40 2-1 0,-40-2-13 15,0 0-41-15,41 0 18 0</inkml:trace>
  <inkml:trace contextRef="#ctx0" brushRef="#br0" timeOffset="-192525.33">32966 6161 31 0,'0'0'5'16,"0"0"1"-16,0 0 7 0,0 0-4 0,0 0 5 16,0 0 3-16,0 0-3 0,0 0 5 0,60 2 3 0,-60-2-6 15,0 0-1-15,0 0-5 0,0 0 3 16,0 0-4-16,0 0 6 0,0 0-6 0,0 0-7 16,39-3-1-16,-39 3-7 0,0 0 7 0,0 0-19 15,0 0-19-15,0 0-38 0,0 0 17 0</inkml:trace>
  <inkml:trace contextRef="#ctx0" brushRef="#br0" timeOffset="-191180.2">28744 5861 77 0,'0'0'93'0,"0"0"-2"0,0 0 2 16,0 0-11-16,0 0-5 0,0 0-6 15,0 0-2-15,0 0-8 0,0 0-1 0,0 0-5 16,0 0-9-16,0 0 4 0,0 0 0 0,0 0-8 16,0 0 5-16,0 0-5 0,0 0-2 0,0 0-10 15,0 0 3-15,0 0 2 0,0 0-10 0,0 0 9 0,0 0-8 16,0 0 2-16,-4-14-11 0,4 14 6 16,0 0-3-16,0 0-6 0,0 0 2 0,0 0-1 15,0 0-2-15,0 0-5 0,0 0 7 0,-6-7-5 16,6 7-1-16,0 0-4 0,0 0 2 0,0 0 7 15,0 0-3-15,-8-6-7 0,8 6 6 0,0 0 5 16,0 0-9-16,0 0 4 0,-3-3-4 0,3 3 6 16,0 0-2-16,0 0 3 0,0 0-1 0,0 0 2 15,0 0-3-15,-1-10 5 0,1 10-13 16,0 0 4-16,3-11 1 0,-3 11-3 0,6-9 3 0,2 3-4 16,-2-3 2-16,6 1-6 0,3-4-3 0,3-1 4 15,-3 1-1-15,12-5 2 0,0 1-7 0,-2 0-7 0,5 0 7 16,0-1-5-16,0 0 8 0,0 2-11 15,1-2 9-15,0 2 0 0,-1 1-1 0,1 2 3 16,-3-1-3-16,0 0-3 0,-3 3 5 0,-7 1-1 16,-1 1-1-16,1 2-1 0,-7 1 5 0,1 1-1 15,-1 0-1-15,-1-1 6 0,-5 2-2 0,1 1 5 16,-6 2 4-16,9-4 1 0,-9 4-4 0,7-3 6 16,-7 3-4-16,0 0-3 0,9-3 7 0,-9 3-1 0,0 0-4 15,0 0-2-15,0 0-1 0,0 0 1 16,6-3 0-16,-6 3 1 0,0 0-7 0,0 0 2 15,0 0 5-15,0 0-3 0,0 0 4 0,0 0-3 16,0 0-2-16,0 0 1 0,0 0-2 0,0 0 1 0,0 0-14 16,0 0-13-16,0 0-12 0,0 0-17 15,0 0-12-15,0 0-11 0,0 0-20 0,0 0-8 16,-15 15-19-16,8-11-80 0,2 0-219 0,-3 1 97 16</inkml:trace>
  <inkml:trace contextRef="#ctx0" brushRef="#br0" timeOffset="-190800.99">28916 5760 68 0,'0'0'106'0,"0"0"4"15,4-18-12-15,-4 18-6 0,5-13-19 0,2 4-1 16,0-2 11-16,1 2-28 0,2-5 4 0,4 0 5 16,-1 2-5-16,2-1-7 0,-2 0 8 0,2 3 4 15,1-2-14-15,2 0-5 0,-3-1-6 0,3 2 3 16,-3 1 0-16,2 0-1 0,-2-1 3 0,2 1-3 16,-3 0-6-16,0 3-8 0,1-2 4 0,-3 4 0 15,-3 0 3-15,0-1-4 0,-2 4-3 0,1-2-1 16,-2 0-2-16,0 3 3 0,-6 1-5 0,9-4-1 15,-9 4-5-15,7-4-2 0,-7 4 1 0,5-4 1 16,-5 4-5-16,0 0-2 0,0 0 0 0,0 0-2 16,0 0-4-16,5-4-19 0,-5 4-15 0,0 0-23 15,0 0-8-15,0 0-18 0,0 0 1 0,0 0-18 16,0 0-7-16,0 0-6 0,2 16-101 0,-2-16-227 16,0 0 101-16</inkml:trace>
  <inkml:trace contextRef="#ctx0" brushRef="#br0" timeOffset="-190558.93">28969 5763 26 0,'28'-19'103'15,"2"0"-13"-15,15-6-17 0,1 1 4 0,0-1-12 16,-11 8 10-16,15-3-27 0,-17 4-4 0,1 0-9 16,-4 3 6-16,-1 1-24 0,-2-3-9 0,-4 5-18 15,-5 1 1-15,-7 4-8 0,-1 1-18 16,1-1-18-16,-6 1-44 0,-5 4-104 0,10-6 47 0</inkml:trace>
  <inkml:trace contextRef="#ctx0" brushRef="#br0" timeOffset="-188919.93">28433 6315 50 0,'0'0'78'0,"0"0"-21"0,0 0-27 0,0 0-22 0,0 0-46 16,0 0-40-16,0 0 18 0</inkml:trace>
  <inkml:trace contextRef="#ctx0" brushRef="#br0" timeOffset="-188427.64">27327 6418 28 0,'-10'0'78'0,"10"0"-3"0,0 0-13 0,0 0-16 0,0 0-23 16,0 0-31-16,0 0-43 0,0 0-55 0,0 0 24 16</inkml:trace>
  <inkml:trace contextRef="#ctx0" brushRef="#br0" timeOffset="-188252.39">27162 6434 13 0,'0'0'52'0,"0"0"-36"0,0 0-30 0,0 0-15 15,0 0 7-15</inkml:trace>
  <inkml:trace contextRef="#ctx0" brushRef="#br0" timeOffset="-187795.84">26787 6414 76 0,'0'0'117'0,"-6"-4"-9"16,6 4-2-16,0 0-11 0,0 0-6 0,0 0-6 16,0 0-9-16,0 0-9 0,0 0-6 0,0 0-13 15,0 0-13-15,0 0-19 0,0 0-15 16,0 0-22-16,0 0-11 0,0 0-20 0,0 0-25 0,0 0-50 16,0 0-140-16,0 0 62 0</inkml:trace>
  <inkml:trace contextRef="#ctx0" brushRef="#br0" timeOffset="-187529.91">26557 6363 62 0,'0'0'91'0,"0"0"-2"16,-8 0-7-16,8 0-13 0,0 0-1 0,0 0-6 16,-5-6-12-16,5 6-2 0,0 0-8 0,0 0-3 15,0 0-5-15,0 0-8 0,0 0 4 0,0 0-6 16,15-10-12-16,-15 10-5 0,12-3-16 0,-3 2-8 16,0 0-15-16,0-1-16 0,-9 2-16 0,13-3-41 15,-4 2-115-15,-9 1 51 0</inkml:trace>
  <inkml:trace contextRef="#ctx0" brushRef="#br0" timeOffset="-186683.94">26672 6318 49 0,'0'0'87'15,"0"0"-3"-15,0 0 5 0,0 0 4 0,-15 16-11 16,15-10 5-16,-5 1-11 0,2 3-11 0,-1 1-1 15,0-1 4-15,1 3-4 0,-1-2-1 0,0 2-5 16,0-1-6-16,-2-1-4 0,4 0-3 0,-2-1-6 16,1 0-3-16,3-1-4 0,-4 0-2 0,4-3 4 15,-4 3-3-15,2-1-7 0,2-8-1 0,-5 9-1 16,0-4-2-16,5-5-13 0,-7 10-4 0,3-6-3 16,4-4 0-16,-9 4-3 0,3-3-8 0,6-1 2 15,-12 3 1-15,12-3-1 0,-11 0 0 0,11 0 4 16,-9-1 10-16,9 1-16 0,0 0 9 0,-11 0-4 15,11 0-5-15,0 0 3 0,0 0 5 0,-11-3-6 16,11 3 7-16,0 0-1 0,0 0-6 0,0 0 12 16,0 0-5-16,0 0-7 0,0 0 0 0,0 0 4 15,0 0 2-15,0 0 0 0,0 0 3 0,0 0-3 16,0 0 6-16,31-2-2 0,-22 2-2 0,0-2-2 16,5 2-14-16,-4 0 5 0,0 0 5 0,3-2-15 15,-6 2 2-15,4-2 4 0,-4 0-1 0,0 1 2 16,1-2-2-16,-8 3 5 0,14-4 1 0,-9 1 2 0,-1-1 5 15,-4 4 7-15,11-5-10 0,-7 2 7 16,-4 3 8-16,8-7 5 0,-4 5 9 0,-4 2 0 16,0 0 3-16,7-5-10 0,-7 5-1 0,0 0-3 15,0 0 2-15,0 0-10 0,4-3 2 0,-4 3 1 16,0 0 10-16,0 0 0 0,0 0-11 0,0 0 0 16,4 13 7-16,-4-13-6 0,0 0 3 0,0 10-2 15,0-10 0-15,0 0 5 0,-2 10 0 0,2-10-6 16,0 0 7-16,0 0 5 0,0 0 10 0,-2 7 16 15,2-7 3-15,0 0 8 0,0 0-3 0,0 0-6 0,0 0-2 16,0 0-5-16,0 0 0 0,0 0-6 16,0 0-1-16,0 0-6 0,0-28-1 0,4 21-7 15,2-2 0-15,-2 0-3 0,2 0-3 0,1 3 2 16,2-4-8-16,0 5-3 0,-2-2 4 0,-1 3-4 0,5 1 0 16,-3 2-7-16,-8 1 2 0,11-3-1 0,-11 3 3 15,10 1-4-15,-10-1 4 0,8 6-5 16,-4-4 6-16,-4-2-6 0,5 6 2 0,-1-2 2 0,-4-4 0 15,4 7 1-15,-4-7-1 0,3 9-2 16,-3-9 11-16,2 5-8 0,-2-5 0 0,0 0 3 0,2 7 0 16,-2-7 3-16,0 0-2 0,0 0 1 0,0 0-2 15,0 0-2-15,0 0 4 0,0 0-3 0,0 0 0 16,0 0-2-16,0 0 2 0,0 0-8 16,0 0-1-16,0 0-1 0,0-27 0 0,0 27-3 0,5-7 3 15,-5 7 0-15,5-6 3 0,-5 6-6 0,2-4-1 16,-2 4 4-16,0 0-4 0,0 0 4 0,9-3-2 15,-9 3-1-15,0 0 1 0,0 0 7 0,10 10-5 16,-10-10 0-16,4 10 2 0,-4-4-1 0,0 1 3 16,0 2-5-16,4-1 1 0,-4 0-15 0,0 2-13 15,0 0-23-15,0-1-13 0,0 0-36 0,2 0-18 16,-2-2-117-16,0-7-261 0,-2 11 116 0</inkml:trace>
  <inkml:trace contextRef="#ctx0" brushRef="#br0" timeOffset="-186448.94">27053 6303 16 0,'4'-6'154'0,"-4"6"-24"0,4-6-13 0,-4 6-11 16,0 0-12-16,0 0-4 0,0 0-6 0,2 17 6 15,-2-7-6-15,-2 6 1 0,0 1-4 0,0 2-4 16,-3 2-7-16,0 2-6 0,-4 1-5 0,5-5-4 15,0 0-9-15,-4 0 0 0,2 0-6 16,1-1-4-16,-3 0-19 0,3-1-28 0,-2-2-21 0,4-4-20 16,-3 2-17-16,2-1-20 0,-3-2-19 0,5 0-8 15,-2-1-78-15,-2-2-211 0,4-4 94 0</inkml:trace>
  <inkml:trace contextRef="#ctx0" brushRef="#br0" timeOffset="-186263.9">27024 6586 19 0,'0'0'96'16,"0"0"-9"-16,0 0-8 0,0 0-14 0,0 0-1 15,10 9 4-15,-10-9 5 0,0 0-12 0,0 0 7 16,0 10-7-16,0-10-8 0,0 0-6 0,4 4 4 16,-4-4-11-16,5 4 1 0,-5-4-10 0,10 4-1 15,-10-4-28-15,23 0-28 0,-4-2-33 0,4 1-100 16,3-4-171-16,5-1 75 0</inkml:trace>
  <inkml:trace contextRef="#ctx0" brushRef="#br0" timeOffset="-184655.78">28659 5813 26 0,'0'0'99'0,"0"0"-10"0,0 0-9 16,0 0-8-16,0 0-25 0,0 0-18 16,0 0-13-16,-11 1-23 0,11-1-28 0,-4 4-35 15,4-4-75-15,-8 3 34 0</inkml:trace>
  <inkml:trace contextRef="#ctx0" brushRef="#br0" timeOffset="-184467.82">28644 5900 35 0,'0'0'121'15,"0"0"-5"-15,0 0-15 0,0 0-26 0,0 0-28 16,0 0-26-16,0 0-28 0,0 0-27 0,0 0-46 16,0 0-86-16,0 0 39 0</inkml:trace>
  <inkml:trace contextRef="#ctx0" brushRef="#br0" timeOffset="-89425.26">28725 5881 5 0,'0'0'31'15,"0"0"-5"-15,0 0 1 0,6-5 2 0,-6 5-7 16,0 0-5-16,0 0 5 0,6-5 2 0,-6 5-2 16,0 0-5-16,0 0 0 0,0 0 3 0,4-4-9 15,-4 4 3-15,0 0-5 0,0 0 2 0,0 0 2 0,0 0-2 16,0 0-5-16,0 0 7 0,0 0-6 16,0 0-5-16,0 0 2 0,0 0-6 0,0 0 4 15,0 0 0-15,0 0 4 0,0 0-2 0,0 0-1 16,0 0 4-16,0 0-8 0,0 0 2 0,0 0 3 15,0 0 4-15,0 0-5 0,0 0-3 0,0 0 4 16,0 0 0-16,0 0 1 0,0 0-9 0,0 0 1 0,0 0 2 16,0 0 4-16,0 0-1 0,0 0 0 15,0 0-3-15,0 0-4 0,0 0 2 0,0 0-14 16,0 0 2-16,0 0-5 0,0 0-4 0,7 10-34 0,-7-10-62 16,0 0 28-16</inkml:trace>
  <inkml:trace contextRef="#ctx0" brushRef="#br0" timeOffset="-88496.23">27424 6311 7 0,'0'0'7'16,"35"4"-4"-16,-29-1 2 0,5-2-2 0,-2 0 4 15,7 1 0-15,-5 1-8 0,9 0 5 0,1 0-4 16,3 2 5-16,5-1-3 0,2 1 2 0,-1 0-1 16,3 0-3-16,4 1 1 0,-1 0 1 0,0-1-6 15,2 1 4-15,11 1-10 0,-11-1 10 0,-4-1-8 16,2 1 5-16,-2-2 2 0,2 2-2 0,0-2 2 15,0 1-5-15,1 2-5 0,14-1 4 0</inkml:trace>
  <inkml:trace contextRef="#ctx0" brushRef="#br0" timeOffset="-44796.15">7297 5988 16 0,'-3'-10'177'0,"3"-3"6"0,-1 1 1 15,1 1-5-15,-1 0-3 0,1-2-5 0,0 2 1 16,-2 1-4-16,2 10-4 0,-1-14-2 0,1 8-8 16,0 6-16-16,-1-9-15 0,1 9-11 0,0 0-16 15,-1-11-8-15,1 11-13 0,0 0-13 0,0 0-4 16,0 0-9-16,0 0-1 0,11 21-7 0,-4-4-8 15,3 5-1-15,0 7 0 0,-2 1-3 0,6 0-3 16,-3 3 1-16,-3 13-4 0,1-13 1 0,-4 1-4 16,-3-1-5-16,4-4-2 0,-3 0 3 0,0-2 0 15,-2-8-4-15,-1-2-5 0,2-1 3 0,-1 0-2 16,-2-4 1-16,2-1-2 0,-1 0 2 0,-1-1 3 16,-1-5-1-16,2-5 0 0,-1 12 6 0,1-12 10 15,0 0 12-15,0 9 12 0,0-9 8 0,0 0 5 16,0 0-7-16,0 0-2 0,0 0-10 0,0 0-6 15,0 0-2-15,3-33-3 0,-1 14-7 0,5-8-10 16,1 0-8-16,5-2 3 0,2-1-6 0,4 0-4 16,5-13-5-16,1 4 5 0,-3 8-3 0,1 3-5 15,4 1 0-15,-3 4 0 0,-1 3-2 0,-2 2 2 16,-1 1 0-16,-10 7-2 0,0 3-3 0,-2 2 0 16,0-2 0-16,-3 5-2 0,-5 2 4 0,11 0 1 15,-11 0 8-15,12 10-7 0,-7 1-4 0,0 5 5 16,1 11 3-16,-3 7 17 0,0 2 3 0,-7 10 11 15,2 2-2-15,-1 0 7 0,-2-1 2 0,2-1-11 16,1-10 6-16,0-3-4 0,0 3-5 0,0-4 3 16,6 4-3-16,-1-5 5 0,6 0-10 0,-2-1 9 15,2 0-6-15,7-2-26 0,0 1-48 0,3-3-45 16,2-1-65-16,3 0-78 0,4-2-78 0,-1 0-205 16,3 0-568-16,-1 0 251 0</inkml:trace>
  <inkml:trace contextRef="#ctx0" brushRef="#br0" timeOffset="-43981.95">8007 6946 143 0,'0'0'181'0,"8"-28"-10"0,-1 16-7 16,0 2-1-16,1-5-3 0,2 1-13 0,-1-3-8 15,-1-1-11-15,1 1-10 0,-2-1-6 0,2 2-10 16,-1-2-7-16,-2-1 10 0,2 3-9 0,-2-3-3 16,-2 2-11-16,-1 1-6 0,-1-1-5 0,1 1-6 15,-3-2-5-15,0 7-6 0,-1-1-6 0,-1-3-5 16,0 5-3-16,-1-2 0 0,1 2-4 0,-3 5-6 16,2-2-5-16,-1 2-3 0,4 5-4 0,-6-7-4 15,6 7-2-15,-8-4-2 0,8 4-1 0,-13 0-1 0,13 0-1 16,-10 4-6-16,5 0 5 0,5-4-3 15,-7 7-3-15,7-7 3 0,-1 10-4 0,1-10 2 16,0 0 1-16,9 13 0 0,0-8-1 0,3-1-3 16,0 2 2-16,6-3 2 0,2 0-1 0,1-2 4 15,2 1-5-15,-3 0-1 0,0-1-1 0,0 2-2 0,-7-2 0 16,-1 2 0-16,0 0-1 0,-1 1 2 16,-1 1-4-16,0 1 3 0,-2 1 1 0,-3 1-1 15,1-1-2-15,-1 3 2 0,0 0 1 0,-1 1 1 16,-5 0-4-16,4 1-7 0,-3 0-13 0,-2 4-25 15,2-2-28-15,-2 1-30 0,3-2-44 0,-2-2-52 16,-1 1-165-16,1-3-399 0,1-9 177 0</inkml:trace>
  <inkml:trace contextRef="#ctx0" brushRef="#br0" timeOffset="-43737.07">9022 6245 133 0,'0'0'241'0,"-6"-7"-20"16,6 7-8-16,0 0-24 0,-7-6-15 0,7 6-19 15,0 0-17-15,0 0-13 0,0 0-14 0,0 0-15 16,0 0-26-16,16-7-33 0,-7 7-37 0,3 0-50 15,1 2-47-15,0-2-35 0,-1 2-139 16,-5 0-293-16,0 1 129 0</inkml:trace>
  <inkml:trace contextRef="#ctx0" brushRef="#br0" timeOffset="-43583.34">8931 6399 121 0,'-7'3'250'0,"7"-3"-25"16,0 0-13-16,-5 4-14 0,5-4-14 0,0 0-16 15,0 0-15-15,0 0-15 0,0 0-17 0,0 0-11 16,0 0-17-16,38-7-38 0,-19 5-42 0,12-4-58 16,3 1-65-16,2 1-61 0,-1-1-116 0,0-2-308 15,1 0 136-15</inkml:trace>
  <inkml:trace contextRef="#ctx0" brushRef="#br0" timeOffset="-41571.39">10855 6070 20 0,'4'-7'176'0,"-3"-3"0"0,-1 2-2 0,1-1-7 0,-1-2-12 15,-1 3-7-15,-2-1-16 0,1 1-3 0,-2-3-13 16,-1 3-12-16,-1-1-7 0,-1 1-11 0,-2 1-6 16,0 0-12-16,3 2-7 0,-4-2-5 15,-3 3 12-15,1 2-9 0,-2 1-8 0,2 1-6 16,-6 0-5-16,-2 3-4 0,1 1-5 0,0 1-3 0,0 2-3 16,-7 4-1-16,7-2-1 0,3 2-6 0,-2 0-4 15,4 0 3-15,-2 4-4 0,4-2-1 0,0 1 0 16,2 4-2-16,1-6-1 0,2 4-1 15,4-5 1-15,1 0-2 0,2-1 1 0,2 0 1 0,1-1-2 16,4 0 2-16,1-3 3 0,4 1-3 0,5-1 4 16,1-2-1-16,1-2-1 0,4-3 2 0,-1-2 0 15,8-2 0-15,0-5-2 0,-1 2-1 0,0-3 5 16,-2-3-8-16,0 0 5 0,-1-3 0 16,1-1-5-16,-4 0 3 0,-3-2-4 0,-3 0 2 0,1-2 2 15,-4-3 4-15,1 0-2 0,-7-2 1 0,-1 1 1 16,0-5 1-16,-5 2 4 0,0-4-3 0,-5 0 0 15,2 1 2-15,-1 0-5 0,-1 0 1 0,-4 2 4 16,2 4 3-16,-1 1 3 0,0 7 4 0,-1 3-1 16,1 0 2-16,3 6-1 0,2-2-3 0,-2 6-2 15,3 5-6-15,-2-8-5 0,2 8-4 0,0 0-1 16,0 0-1-16,0 0-2 0,0 0-3 0,-7 32 3 16,7-5 0-16,-2 5 0 0,-1 3 0 0,1 15 1 15,-2-14 1-15,1 11 0 0,2 0-3 0,0-14-2 16,1-1 7-16,-2 1-1 0,2-2-2 0,2 2-1 15,-4-3 3-15,5 0 0 0,1-3-1 0,-2 1 0 16,0-3-10-16,3-1-19 0,-4-7-20 0,3 2-23 16,0-2-30-16,-2-5-37 0,3 2-29 0,0-2-26 15,-1-3-25-15,2-1-163 0,0-3-406 0,0-3 180 16</inkml:trace>
  <inkml:trace contextRef="#ctx0" brushRef="#br0" timeOffset="-41293.11">11489 5753 42 0,'2'-7'202'0,"-2"2"-6"0,0 5-8 16,0-12-6-16,0 12-12 0,-5-7-4 0,5 7-13 16,-10-1-16-16,10 1-9 0,-17 4-13 0,7 2-7 15,-2 4-11-15,-1 2-5 0,-4 2-3 0,2 5-1 16,-3 1-11-16,0 3 0 0,3-1-11 0,6 1-7 15,2-5-3-15,3-1-8 0,-2-1-4 0,5 0-1 16,1 0-6-16,0-4-1 0,5 3-3 16,-1-4-1-16,5 2-1 0,3 0-6 0,5-3-14 0,0-2-16 15,8 0-18-15,2 1-21 0,0-5-26 0,3-1-36 16,1-2-33-16,2-2-23 0,2 1-26 0,0-4-161 16,-2 0-378-16,2-4 168 0</inkml:trace>
  <inkml:trace contextRef="#ctx0" brushRef="#br0" timeOffset="-40833.42">12533 5753 134 0,'0'0'214'0,"0"0"-19"0,-8-8-11 15,8 8-14-15,-8-1-16 0,8 1-11 0,0 0-13 16,-15 6-13-16,9 1-10 0,-1 2-3 0,-1 3-8 16,0 1-8-16,1 4-7 0,1-1-10 0,-4 1-5 15,6 1-3-15,0-1-5 0,3 2-3 16,1-4-4-16,0 0-9 0,1-4 1 0,3 0-4 0,0-1 3 15,1 0-1-15,2-3 2 0,1 1-2 0,3-2 0 16,-3 1-2-16,5-3-4 0,-4-1-2 0,5-2 0 16,-1-2-1-16,1 0 1 0,-1-3-4 0,5-2-2 15,-4-2 0-15,1-1 0 0,-1-2-7 0,1-2 0 16,-3-1 5-16,-4-3-8 0,3 0 2 0,-5 0-2 16,0 0-2-16,-4-4 1 0,-2 2 0 0,-2-5-6 15,-4 5 1-15,0 0-4 0,-3 2 1 0,3 2-3 16,-7 2-3-16,-1 2-1 0,5 4-5 0,-5 2-7 15,4-1-14-15,-4 6-16 0,-4 3-13 0,-1 2-16 16,2 4-24-16,-3 1-25 0,4 2-25 0,0 1-27 16,3 3-20-16,3-1-26 0,2 1-116 0,4-5-361 15,3 0 160-15</inkml:trace>
  <inkml:trace contextRef="#ctx0" brushRef="#br0" timeOffset="-40210.47">12846 5772 149 0,'6'-4'227'16,"-2"-1"-11"-16,-4 5-12 0,6-6-20 0,-6 6-17 0,0 0-21 16,4-4-12-16,-4 4-18 0,0 0-13 0,0 0-11 15,0 0-6-15,0 0-3 0,-2 27-8 16,4-16-7-16,-4 0-4 0,2 2-8 0,0 0-4 16,2-3-3-16,0 3-5 0,0-3 0 0,3 2-2 15,-1-2-5-15,0 0 2 0,4-1-5 0,-2-2-3 16,3-2 1-16,0 0 0 0,3 0-3 0,-1-2-1 15,3-2-2-15,-1-1-1 0,0-1-3 0,5-5 5 16,-5 3-5-16,1-3 0 0,-3 0 1 0,3-4 2 16,-3 1 3-16,-2-3-1 0,0-3-5 0,2-2-1 15,-4-1-2-15,1 2 1 0,-2-4-7 0,0 1-1 0,1 2 3 16,-3-2 2-16,0 3 8 0,-3 5 5 16,1-1 5-16,1 5 2 0,-3 1-7 0,0 6-1 15,2-10-10-15,-2 10-2 0,2-7-4 0,-2 7-5 16,0 0-2-16,0 0 1 0,0 0-1 0,-2 27-3 15,0-10 3-15,2-1-1 0,-5 4 2 0,4 1-1 0,1-4-3 16,0 2 3-16,1-3-3 0,1 1 1 0,3-1 0 16,-1-1-1-16,3-4 3 0,-3-1-1 0,5 0 1 15,1-2 2-15,0-1-2 0,3-1 0 16,0-1-3-16,4-1 4 0,1-4-1 0,-5 1-2 0,4-4 4 16,1-1-4-16,-1-2 3 0,-1-2-1 15,-5 0-3-15,2-4-2 0,-1-1 2 0,-3-4-1 16,0 0-3-16,-2-2-1 0,-2 0 2 0,-1-8-2 0,0-2-3 15,-6 1 7-15,2-1-9 0,0 3 7 0,-2-3-9 16,0 10 7-16,0 3 1 0,1-1-3 0,-1 8 11 16,2-1-6-16,-2 3 0 0,2 7-2 0,-5-11-4 15,5 11-1-15,0-7-1 0,0 7-2 0,0 0 5 16,0 0-1-16,-5 33 4 0,1-12 7 16,0 8-5-16,-1 0 2 0,3-1 4 0,-2 2 0 0,0 0-2 15,0-2-2-15,2-2 2 0,-2 0 6 0,4-2-8 16,-2 2 3-16,2-1-1 0,-2-6-1 0,1 0-2 15,1 0-20-15,0-2-21 0,-2-1-23 0,4-6-17 16,-1 3-34-16,-1-4-41 0,4 0-44 0,-4-4-17 16,0-5-33-16,0 13-141 0,0-13-422 0,0 0 186 15</inkml:trace>
  <inkml:trace contextRef="#ctx0" brushRef="#br0" timeOffset="-40065.94">13279 5756 125 0,'0'0'207'0,"-2"-10"-19"16,2 10-20-16,0 0-21 0,2-10-14 0,-2 10-15 16,4-4-8-16,-4 4-20 0,12-3-25 0,-1 3-38 15,2 0-51-15,8 2-55 0,-1-1-134 0,9-2-230 16,-7 1 101-16</inkml:trace>
  <inkml:trace contextRef="#ctx0" brushRef="#br0" timeOffset="-38818.06">13715 5647 134 0,'0'0'201'0,"0"-10"-4"0,0 10-14 15,0 0-17-15,0-9-21 0,0 9-17 0,0 0-16 16,0 0-10-16,0 0-8 0,0 0-6 0,2 31-3 16,-4-6-1-16,1 1-1 0,-3 7 7 0,0-1-9 15,0 4-4-15,-5-1-8 0,6-2-8 0,-4 1-1 16,1 1-8-16,1-4-5 0,1-4-2 0,0 3-2 15,1-3-7-15,0-4-2 0,-1-5-4 0,4 2-2 16,0-2-2-16,0-1-6 0,-2 0-11 0,0-1-27 16,2-3-27-16,-3-3-30 0,1 3-40 0,0-3-21 15,0-1-32-15,-2 1-20 0,1-4-124 0,-1-2-336 16,-2-1 150-16</inkml:trace>
  <inkml:trace contextRef="#ctx0" brushRef="#br0" timeOffset="-38594.54">13733 5780 107 0,'9'-5'126'15,"2"0"-5"-15,-4 2 0 0,4 3-3 0,-2 0-10 16,2 3 13-16,-2 4-3 0,2-2-11 0,-3 2-6 16,0 5-3-16,3 1-14 0,-5-2-5 0,-2 1-5 15,0 3-8-15,-4 1-8 0,-2-5-5 0,-2 6-5 16,-4-2-2-16,1 1-3 0,-5-1-8 0,-3-2-1 15,0-1-10-15,-1 2-31 0,1-4-29 0,-3 1-24 16,2-2-28-16,2-1-29 0,5-5-25 0,-1 0-98 16,2-1-260-16,1-2 115 0</inkml:trace>
  <inkml:trace contextRef="#ctx0" brushRef="#br0" timeOffset="-38014.62">13942 5810 159 0,'0'0'181'0,"7"-5"-20"16,-7 5-13-16,0 0-13 0,0 0-4 0,0 0-2 16,10 10-2-16,-10-4-3 0,1 4-12 0,1-1-7 15,-2 2-10-15,0 1-10 0,-2-1-9 0,4 0-2 16,-2-1-10-16,4 0-4 0,1-1-4 0,-1 1-3 16,1-3-8-16,1 0-3 0,-1 1-4 0,4-3-4 15,-2 1 3-15,2-3-5 0,-1-2-2 0,4-1-1 16,2-2-6-16,2-3 1 0,1-2-3 0,-1 0-2 15,-1-2-2-15,0-3 2 0,-2 0-6 0,-1 0-1 16,-2-2-2-16,-1-1 3 0,-2-1-4 0,0-1 0 16,-3 2-4-16,-1-2 2 0,-1 3-2 0,0 4 7 15,-2 0 6-15,0 3 0 0,2 0-2 0,-2 7-3 16,2-10-2-16,-2 10-7 0,0 0 2 0,0 0-1 16,0 0-2-16,0 0 1 0,-13 24 2 0,5-8-2 15,2 2 2-15,2-1-1 0,-1-1 1 0,1 2-3 16,0-2 0-16,6-5 3 0,-4 2 0 0,6-3-1 15,0 0 3-15,1-1-4 0,1 1 4 0,4-4-3 16,1 0 2-16,2-1-2 0,5-3 6 0,3-2-3 0,-1 0-3 16,8-4 2-16,-7-1-3 0,-2-2 1 15,2 0-1-15,-3-5-1 0,-4 2 0 0,2-3-3 16,-5-3 1-16,3 0 1 0,-3-9-2 0,-3 0 0 16,-3 0 1-16,0-3-4 0,-1 0 3 0,-2 0-3 0,-3 0 0 15,0 1 3-15,-3 8-3 0,4-1 10 0,-5 5 23 16,4 4 10-16,0 0 1 0,-1 4-3 15,1 1-7-15,1 6-8 0,0 0-1 0,0 0-2 16,0 0 4-16,0 0 1 0,-8 32 3 0,7-4 9 16,-5 2 0-16,0 0 1 0,0 2-3 0,0 1-5 0,4-2-3 15,0-2-3-15,-1 1 3 0,1-3-6 0,2 1 0 16,4-2-2-16,-2-2-2 0,-1-4-6 0,1 0-23 16,2-4-30-16,-1 1-35 0,0-2-30 15,1-2-41-15,-4 0-30 0,2-3-41 0,0-1-44 16,-2-1-143-16,0-8-439 0,0 0 193 0</inkml:trace>
  <inkml:trace contextRef="#ctx0" brushRef="#br0" timeOffset="-37863.24">14357 5709 25 0,'0'0'177'0,"0"-9"-19"15,0 9-13-15,7-9-17 0,-7 9-10 0,11-3-12 16,0 1-12-16,3 2-9 0,4 2-22 0,9-1-35 15,2 3-37-15,5-1-54 0,-3 2-114 16,2-1-190-16,2-2 85 0</inkml:trace>
  <inkml:trace contextRef="#ctx0" brushRef="#br0" timeOffset="-37553.51">15540 5519 245 0,'0'-11'272'0,"0"0"-9"0,-4 3-11 16,4 8-12-16,0-11-22 0,0 11-20 0,-1-6-24 0,1 6-20 16,0 0-19-16,0 0-3 0,-5 23-12 0,1 3-7 15,-1 5-8-15,-3 15-6 0,-1 1-6 0,1-3-8 16,-1 4-7-16,4-13-10 0,-4 9-7 15,3-11-3-15,1 0-9 0,-2-2-2 0,5 2-6 0,-3-6-3 16,1 2-5-16,4 0 0 0,-3-3-20 0,2-1-15 16,0 1-21-16,0-6-20 0,-1-4-32 0,1-1-21 15,-1-2-35-15,0-3-28 0,2 1-31 0,0-5-29 16,0-6-22-16,-4 10-132 0,4-10-405 0,0 0 179 16</inkml:trace>
  <inkml:trace contextRef="#ctx0" brushRef="#br0" timeOffset="-37343.67">15504 5667 39 0,'15'-8'146'0,"-3"2"-6"0,2 3 2 0,-4 3-11 16,2 0 3-16,-1 1-1 0,1 3-12 0,-1 4-5 16,-2-1-5-16,0 5-10 0,-3-1-9 0,-2 5 2 15,0 0-8-15,-3 1-8 0,-1 1-11 16,-6 0-2-16,-2-1-6 0,-2-1-2 0,-3 0-5 0,-5 3-6 15,0 1-6-15,-1-4-15 0,0-5-28 0,5 0-36 16,-3-2-41-16,3 1-50 0,0-4-49 0,3-3-95 16,-3-1-298-16,2-2 132 0</inkml:trace>
  <inkml:trace contextRef="#ctx0" brushRef="#br0" timeOffset="-37058.99">15637 5813 43 0,'5'3'179'0,"0"0"-15"0,0 1-4 0,0 1-8 0,2 1-2 16,-4-2-12-16,4 4-2 0,-1 0-7 0,2-1-2 15,2 2-3-15,0-2-10 0,1-1-7 0,3-1-1 16,1 0-7-16,3-2-1 0,1 1-5 0,-2-2-1 16,2-2-3-16,-4-2-6 0,-1-2 3 0,-2 3 6 15,-1-5-5-15,-3 2-4 0,-3-4-10 0,0 0-3 16,-1-1-5-16,0-2-4 0,-4-1-9 0,-3-6-4 15,2 3-9-15,-3 0 0 0,-5-2-12 0,-1 1-8 16,-2 3-14-16,0-1-11 0,-2 3-11 0,0 1-22 16,-3 2-17-16,0 3-21 0,-2 2-26 0,1 3-20 15,2 1-25-15,0 2-20 0,5 1-22 0,-1 1-23 16,2-1-136-16,0 4-376 0,5-4 166 0</inkml:trace>
  <inkml:trace contextRef="#ctx0" brushRef="#br0" timeOffset="-36603.72">15974 5736 90 0,'5'-2'221'0,"-5"2"-12"16,11-5-11-16,-11 5-17 0,5-4-18 0,-5 4-16 15,7 0-18-15,-7 0-14 0,0 0-11 0,0 0-14 16,7 7-9-16,-7-7-6 0,1 13-4 0,-2-3-5 16,2 1-9-16,0 0-4 0,-1-1-6 0,-1 2-4 15,4-1-1-15,-2 0-6 0,0 0-1 0,-1-2-4 16,3 0-2-16,1-3-3 0,-2 2-1 0,2-2-5 15,2 0 2-15,-1-3-3 0,1 1 2 0,-6-4-3 16,11 5-2-16,-5-5 2 0,5 0-4 0,-11 0-3 16,14-3 1-16,-3-1 1 0,-2-1-2 0,0-1 7 15,0-1-11-15,-3-2 1 0,3 0 1 0,-2 1-4 16,0-1 0-16,0 2-2 0,-3 1-4 0,0 0 0 16,-2 1 0-16,-2 5-5 0,7-5-1 0,-7 5-6 15,0 0-1-15,0 0 1 0,0 0 4 0,15 6 1 16,-14 0 1-16,3 1-6 0,0 2 9 0,-2 1-3 15,4-2 2-15,0 1 3 0,-1 1 2 0,1-3-1 16,2 1 5-16,2-1 7 0,3-4 6 0,0 0 4 16,5-2 5-16,2-2-2 0,-1 0 8 0,3-4 3 15,0-2 0-15,-3 1 5 0,0-4 2 0,-1 0 10 16,-1-3-2-16,-2 1 4 0,4-6-1 0,-5 3-2 16,-4 0-9-16,1-1-2 0,-4-2-7 0,2-6 1 15,-4 5-6-15,-3 0-18 0,-1 2-3 0,-2 0-16 16,-2 3-13-16,0-1-17 0,0 5-29 0,-4 1-30 15,0 3-35-15,-2 3-32 0,0 5-19 0,-3 1-19 16,-3 4-9-16,-3 3-140 0,-5 6-381 0,10-2 169 16</inkml:trace>
  <inkml:trace contextRef="#ctx0" brushRef="#br0" timeOffset="-36093.1">16531 5875 95 0,'13'-2'212'16,"5"-2"-10"-16,-1-1-2 0,-1 0-3 0,1-2-5 15,-2-2-9-15,1 3-10 0,-2-4-7 0,-1 1-10 16,-2 0-15-16,2-1-16 0,1-2-10 0,-7 3-10 0,0-2-11 16,-1 0-8-16,-1-1-9 0,2-4-7 0,-5 5-5 15,0-5-8-15,-2 4-10 0,-2 2-4 16,0 1-1-16,-1 0-5 0,-2 1-8 0,1 2-2 16,0 1-4-16,-1 0-3 0,5 5-1 0,-11-3-7 0,11 3-2 15,-18 6-3-15,3 4 6 0,2 1-5 16,-1 4 3-16,0 0-5 0,-4 4-2 0,5-4-3 15,3 2 3-15,2-3-1 0,1 2-2 0,3-1 1 0,4-3 1 16,1 4 5-16,3-6-3 0,2 2-1 16,2-2-1-16,2-1 5 0,8 1 4 0,1-2-5 0,8-1-1 15,-5-2 0-15,-2-2 2 0,2-1 1 0,7-2-4 16,-8-2 1-16,0-1 0 0,-3-1 4 16,1-2-4-16,1 0 3 0,-4 0-3 0,0-1 4 15,-5 0-4-15,-2-3-2 0,1-3 1 0,2-1-3 0,-6 0 3 16,2-3 2-16,-3 1-4 0,0 0 0 0,-1 0-3 15,-2 0 2-15,0 3-2 0,-1 1 1 0,0 3-1 16,1 2-2-16,-2 0 1 0,0 7-2 0,0-10 2 16,0 10-4-16,1-10-6 0,-1 10 2 15,0 0 0-15,5-5-1 0,-5 5-1 0,0 0 0 0,18 5 4 16,-12-2 0-16,2 5 0 0,2-2-2 0,-2 3 0 16,1-1 5-16,-3 1-1 0,2 4 0 0,-2 0 1 15,1-3 1-15,-4 3 3 0,3 2-1 16,-4-4 1-16,-1 3-1 0,-1-3 3 0,2 1 4 15,-2 1-3-15,1-3-17 0,-2 2-33 0,1-1-26 0,0-2-37 16,-2 1-41-16,2-3-42 0,3-1-56 0,-3-6-134 16,2 9-414-16,-2-9 183 0</inkml:trace>
  <inkml:trace contextRef="#ctx0" brushRef="#br0" timeOffset="-35665.6">18253 5411 75 0,'-3'-6'248'0,"-2"0"-22"0,4-2-21 0,1 8-21 0,-5-7-19 16,5 7-12-16,0 0 1 0,-18 14-5 0,7 1-9 15,-5 9-12-15,0 3-4 0,3 5-6 0,-9 10-11 16,5 3-1-16,0 1-3 0,4-2-6 0,4-10-6 15,4 0-9-15,1-2-3 0,1 0-9 0,6 0-4 16,-1 0-5-16,5-1-6 0,2-3-6 0,2 1-4 16,3-4 0-16,3-1-10 0,1-2 2 0,0 0-3 15,3-2-16-15,0-1-18 0,2-4-23 0,1-1-29 16,0-4-27-16,2 0-32 0,-8-4-36 0,11 0-30 16,-8-5-42-16,0-2-189 0,0 0-440 0,-1-6 196 15</inkml:trace>
  <inkml:trace contextRef="#ctx0" brushRef="#br0" timeOffset="-35410.67">18762 5731 1599 0,'6'-31'71'0,"0"-2"17"15,-2 7 3-15,0 0-20 0,-3 7 13 0,1 4-5 16,-1 3 8-16,-1 0-2 0,0 2-1 0,-1 1 10 16,1 9 4-16,0-13-8 0,0 13-8 0,1-7-11 15,-1 7-10-15,0 0-8 0,0 0-2 0,0 0-5 16,0 0 6-16,-3 33 2 0,2-8-2 0,-2 3-4 15,0 2-6-15,0 1 0 0,2-1-5 0,-3 0-6 16,2 2 0-16,-1 0-2 0,2-5-2 0,-2 0-4 16,3-1 1-16,-1-6-5 0,-2 4 0 0,4-3-6 15,-2-4-22-15,1 2-22 0,0 0-15 0,0-2-22 16,0-5-29-16,3 4-34 0,-2-6-27 0,0 1-44 16,-1-5-17-16,2 1-16 0,-2-7-154 0,0 0-422 15,0 0 188-15</inkml:trace>
  <inkml:trace contextRef="#ctx0" brushRef="#br0" timeOffset="-35174.52">18778 5482 118 0,'3'-13'165'0,"2"3"-6"0,3 0-12 16,3 2-4-16,-1 1 2 0,3 5-3 0,6-1-9 15,2 3-7-15,-3 3-9 0,1 4-6 0,-3 0-6 16,4 2-10-16,-3 2-13 0,-4 2-4 0,-2 3-4 15,-1-1-10-15,-3 3-4 0,-3 0-4 0,-1 0-5 16,-5 1-2-16,1-2-5 0,-4 0-2 0,-3 0-5 16,0-1 3-16,-4 1-7 0,0-5-1 0,0 2-8 15,-1 0-8-15,-2-2-17 0,0-2-31 0,1 2-34 16,2-4-48-16,3-1-51 0,1 0-187 0,0-2-381 16,3-1 169-16</inkml:trace>
  <inkml:trace contextRef="#ctx0" brushRef="#br0" timeOffset="-34699.28">19249 5928 67 0,'-2'-11'237'0,"2"11"-11"0,-4-11-9 0,0 5-6 15,-1 1-5-15,0-1-6 0,0 3-19 0,5 3-20 16,-11-7-15-16,-2 7-16 0,3 2-10 0,-2 2-11 15,-4 2-16-15,-1 2-1 0,-1 2-9 0,-6 2-8 16,5 7-6-16,2-8-10 0,3 3-7 0,3-1-4 0,-1 0-7 16,7-2-1-16,-2 0-3 0,4 1-5 15,1 0-2-15,5-3-2 0,2 2 3 0,-1-2-9 16,2 0 0-16,2-2-1 0,5 0 0 0,-2-4-2 16,2-2-3-16,0 1 0 0,0-4-4 0,1 1 1 0,-3-4-2 15,1 0-1-15,3-5 1 0,-2-2-6 0,1-2 7 16,-5 0-9-16,1-3 5 0,-1 1-2 15,0-9-3-15,-3 2 1 0,-1-3-2 0,0 0 1 16,0-2 2-16,-2 0 1 0,0 0 2 0,-3 0 4 16,-2 1 0-16,1 1 3 0,0 9 16 0,3 0 13 0,-2 3 0 15,-1 4 2-15,0 1 0 0,1 1 5 0,0 8-6 16,0-11 5-16,0 11-13 0,1-10-12 16,-1 10-2-16,0 0-9 0,0 0 2 0,0 0 0 15,0 0-2-15,-5 38-3 0,2-21 1 0,-2 3-5 0,3 5-1 16,-2 1 7-16,0-1 2 0,-1 1-7 0,2-7-2 15,0 0 0-15,1 5 0 0,0-6-9 0,-1 1-21 16,2-1-28-16,2 1-36 0,-1-1-34 16,3-1-29-16,-3-2-40 0,2 2-26 0,3-6-22 0,-1-1-28 15,3 2-160-15,-1-4-461 0,4-4 204 0</inkml:trace>
  <inkml:trace contextRef="#ctx0" brushRef="#br0" timeOffset="-34491.43">19620 5873 79 0,'0'-7'225'16,"0"7"4"-16,-1-13-2 0,1 13-13 0,-5-11-19 16,-1 9-16-16,6 2-6 0,-20 1-6 0,3 5-14 15,1 3-4-15,-2 1-6 0,-5 2-10 0,2 3-6 16,0 2-9-16,2 1-8 0,4-4-11 16,2-1-2-16,0 2-10 0,3 1-15 0,6-1-7 0,-1 1-3 15,2-5-7-15,3 2-7 0,4 3-13 0,0-1-19 16,6-2-33-16,4-2-45 0,2 1-55 0,3-5-60 15,10-1-60-15,-2 1-205 0,2-7-477 0,-2 0 211 16</inkml:trace>
  <inkml:trace contextRef="#ctx0" brushRef="#br0" timeOffset="-34247.69">19967 5487 154 0,'0'0'220'0,"0"0"-23"16,0 0-7-16,21 10-6 0,-10 1-9 0,8 10-9 15,-4 2-5-15,2 3-12 0,2 5-9 0,-2-3-14 16,-3 5-11-16,0-1-12 0,0 0-8 0,-5-2-7 16,0 2-10-16,-3-4-9 0,-5 1-4 0,-2-1-6 15,-1 0-12-15,-6-1-26 0,-1-2-30 0,-6 2-31 16,-3-2-40-16,-5-1-35 0,0-1-49 0,-3-1-40 15,-16 2-128-15,9-6-360 0,-3-2 160 0</inkml:trace>
  <inkml:trace contextRef="#ctx0" brushRef="#br0" timeOffset="-33221.46">10378 6678 60 0,'-32'2'138'0,"0"-3"4"0,0 0-12 0,5 1 2 15,5 0-2-15,2 0-8 0,0-1 1 16,2 1-5-16,5 0-1 0,2 0-1 0,-1-1-8 0,12 1-11 15,-11 1-10-15,11-1-10 0,-8 0-8 0,8 0-8 16,0 0-9-16,0 0 1 0,0 0-3 0,0 0 5 16,26 2-1-16,-6-1-2 0,12-1 1 15,5 2-3-15,21-3-2 0,3 1-5 0,3 2 2 0,2-5-1 16,31 3-1-16,-8-2-3 0,1 0-2 0,-26 0 2 16,36 2-5-16,-6 2 2 0,4 0-5 0,0-3-2 15,-2 4-3-15,-3-1-2 0,3 2-7 16,-1-1 1-16,4 1-1 0,-2 0 0 0,4-1-4 0,7 2 1 15,4-1-2-15,5 0 3 0,2-3-5 0,4 3-1 16,10-6 13-16,0 4-7 0,12-1-3 0,-1 0 4 16,5-2-4-16,1 0 4 0,8-1 1 0,-3 1 2 15,2-1-2-15,4 2 0 0,-1-3-3 0,-1 3 5 16,8 0-5-16,-2 0-1 0,2-4 3 0,7 4-3 16,0-2 6-16,3 0-1 0,3 2-2 0,-3-5 4 15,9 4-5-15,0-2 0 0,3-1 1 0,-1 4-1 16,-1-2-4-16,4 1 5 0,5 1-2 0,-7-3 6 15,0 6-9-15,-4-4-5 0,-1-1 5 0,-5 1 2 16,0 4-6-16,-7 1 1 0,-5-6-2 0,-1 2 1 16,-5 0 0-16,-3 4-1 0,-6-4 0 0,-11-2-1 15,-3 5 3-15,-8-6-1 0,-3 3-6 0,-7-2 3 16,-9 2-5-16,-10-1 2 0,-9 0 0 0,-27-1 7 16,-1 1-4-16,-6-1-2 0,-3 1 10 0,-16 1 1 15,0-1-14-15,-5-1 1 0,-3 0-1 0,-11 2-1 16,-1-2 2-16,-4 2 1 0,-3-2-6 0,-1 2-8 15,-6-1-13-15,-5 1-18 0,12-4-19 0,-12 4-35 16,0 0-39-16,8-2-61 0,-8 2-31 0,0 0-235 0,0 0-501 16,0 0 221-16</inkml:trace>
  <inkml:trace contextRef="#ctx0" brushRef="#br0" timeOffset="-32035.89">12282 7573 123 0,'0'0'254'0,"-10"0"-12"16,10 0-20-16,0 0-16 0,0 0-22 0,-9-9-11 15,9 9-12-15,0 0-15 0,9-17-14 0,-1 8-7 0,1-1-16 16,4-2-12-16,7-8-5 0,-6 9-11 0,6-7-6 16,0 0-7-16,-2 2-5 0,-2 3-10 15,-3-1 0-15,-3 1-4 0,3 2-2 0,-7 2-6 16,2-3 2-16,-2 5-5 0,-2-2-1 0,-1-1-4 0,1 2 0 16,-2 1-3-16,-2 0-3 0,0 7 2 0,2-13-4 15,-2 13-3-15,1-7-2 0,-1 7-3 16,1-6-2-16,-1 6-2 0,0 0-6 0,0 0 0 15,0 0-6-15,0 0 0 0,0 0 0 0,0 0-1 0,0 0 0 16,0 0 0-16,-19 22 2 0,15-12-4 0,-2 0 6 16,2 2-3-16,-3 4-4 0,5-3 2 0,2-2 4 15,0 1-2-15,0-1-3 0,0 0-12 0,5-1-12 16,-1 0-17-16,1 0-13 0,2-1-32 0,4-2-41 16,-3-1-41-16,5 0-44 0,-1-2-196 0,2 0-444 15,-2-4 196-15</inkml:trace>
  <inkml:trace contextRef="#ctx0" brushRef="#br0" timeOffset="-31869.24">12481 7044 58 0,'0'0'116'16,"0"0"-16"-16,0 0-33 0,0 0-42 0,8 30-20 15,-3-18-30-15,1 2-33 0,1 3-62 0,6 0 27 16</inkml:trace>
  <inkml:trace contextRef="#ctx0" brushRef="#br0" timeOffset="-31497.56">12806 7299 102 0,'0'0'176'0,"4"5"-24"0,-4-5-16 15,2 7-10-15,-2-7 1 0,0 14 0 0,-2-3-13 0,2 0-4 16,-2 2-2-16,0-2-10 0,1 7-7 0,1-3-8 16,0-4-3-16,0 2-4 0,0-2-7 0,-2-3-6 15,2 2-7-15,0-3-3 0,0-7-4 16,-2 10-4-16,2-10 5 0,2 9 4 0,-2-9 18 0,0 0 17 16,0 0 13-16,0 0 14 0,0 0-9 0,0 0-10 15,0 0-10-15,0 0-5 0,0 0-9 16,0 0-4-16,2-26-9 0,1 16-8 0,1-4 6 15,2-4-18-15,4 0-3 0,-1 1-4 0,0 0-7 0,7-5-3 16,-3 6-7-16,-2 0 3 0,3 3-9 0,1 0 0 16,-1 4-2-16,-3 2-6 0,1 0 4 0,1 3-7 15,2 4 0-15,-1 0-2 0,3 2 3 16,-3 1-4-16,-1 4 2 0,2 2 1 0,-2 1-3 0,-2 0 2 16,-2-1-1-16,0 2 1 0,-3-1-7 0,4 4-9 15,-4-3-12-15,-1 0-17 0,1 0-25 0,-3 5-26 16,2-3-23-16,-3-2-34 0,0-1-31 0,0 3-35 15,-2-5-190-15,0 1-443 0,0-9 196 0</inkml:trace>
  <inkml:trace contextRef="#ctx0" brushRef="#br0" timeOffset="-31255.75">13325 7206 1917 0,'8'-24'11'0,"-4"6"22"0,1 3-1 16,-5-2 10-16,0 7 5 0,0 0-4 0,2 4 1 15,-2 6-1-15,2-13-7 0,-2 13-1 0,0-6-8 16,0 6-6-16,0 0 1 0,0 0 12 0,0 0 17 16,0 0-4-16,2 41 4 0,-4-15-3 0,-2 6-1 15,2-1-6-15,-1-1-3 0,-1 3-1 0,4 0-4 16,-4 1-2-16,4-3 0 0,-2 1-7 0,0-4 2 16,1 1-6-16,1-1 1 0,0-5-13 0,0 1-19 15,-2-5-23-15,2 1-19 0,0-4-26 0,-3-2-38 16,3 0-39-16,-4 3-38 0,2 1-190 0,-5-4-414 15,3-2 184-15</inkml:trace>
  <inkml:trace contextRef="#ctx0" brushRef="#br0" timeOffset="-31026.12">13329 7313 97 0,'9'-4'150'0,"5"1"-8"0,-8 3-5 16,5-2-13-16,0 2-14 0,-2 2 5 0,0 2-6 16,-2 1-7-16,-1 2-8 0,2 0-9 0,-2 2-2 15,-4 1-14-15,-2-3-5 0,0 6-5 0,-2 0-3 0,-2-2-6 16,0 1-6-16,-2-2-10 0,-2-2-25 0,-1 2-22 16,0 0-27-16,2-3-28 0,-2 1-26 15,2-1-25-15,1-3-115 0,-2-2-252 0,8-2 111 16</inkml:trace>
  <inkml:trace contextRef="#ctx0" brushRef="#br0" timeOffset="-30446.73">13609 7293 163 0,'0'0'168'0,"9"0"-24"16,-9 0-8-16,0 0-4 0,5 10-4 0,-5-10-8 15,-1 15 8-15,-1-5-14 0,0 8-9 0,-2-3-11 16,2 1-6-16,1-3-11 0,-1 0-3 15,2 3-6-15,2-4-5 0,1-1-6 0,-1 1-5 0,2-3-4 16,0-2-4-16,2 2-3 0,-2-2 0 0,3-3-2 16,2 1-7-16,2-1 2 0,-2-4 1 15,4-3-5-15,1 0-2 0,-3-1-3 0,3-2 10 16,-1-1 2-16,2-2-4 0,-3-3-1 0,1 2 1 16,-1-3-5-16,-3 0 4 0,-1-4-1 0,2 1-4 0,-3 0 2 15,-1-3 0-15,1 4 5 0,-3-1 4 0,-2 5 6 16,2 1 4-16,-3 4 2 0,0 0-4 0,1 0-6 15,-2 6-4-15,2-8-5 0,-2 8-9 16,0 0-5-16,0 0 0 0,0 0-3 0,0 0-1 0,0 0-2 16,-4 33-1-16,2-17 1 0,-2 3 5 0,2-5-10 15,0 4-2-15,2 0-1 0,2-3 1 0,-2-2 2 16,7 3-3-16,-4-5 0 0,6-2 3 0,-3 0-3 16,3-1 7-16,7 1-2 0,2-2 1 0,0-4-2 15,2-1-2-15,2-4-4 0,0 0 1 0,-1-2 1 16,2-4-3-16,-8-2 8 0,4 0-5 0,-2-2-3 15,-3 2 1-15,-5-5 0 0,1-1-1 0,-2-2 0 16,-1-1-4-16,-3-5 2 0,0-2 3 0,-1 0 2 16,-6 0-6-16,-1-1 0 0,2 8 5 0,0 2 0 15,0-1 9-15,-1 3 5 0,1 5 3 0,0-2 4 16,-1 5-3-16,1-1-3 0,2 8-8 0,-2-7-3 16,2 7 2-16,0 0-1 0,0 0 9 0,0 0-11 15,-9 34 0-15,6-15 1 0,1 2-3 0,-4 3 3 16,4 3-3-16,-4-3 1 0,2 2 0 0,2 1-4 15,4-3 5-15,-6-5 3 0,4 1-8 0,0-1 1 16,0-1-10-16,2-1-19 0,0-1-25 0,-2-6-26 16,0 7-31-16,0-5-31 0,0-1-27 0,2-1-27 15,-2 1-37-15,0-6-174 0,0-5-438 0,0 0 194 16</inkml:trace>
  <inkml:trace contextRef="#ctx0" brushRef="#br0" timeOffset="-30299.08">14054 7346 115 0,'0'0'182'0,"2"-9"-17"0,-2 9-19 0,8-6-14 15,-8 6-12-15,10-2-17 0,-5 1-14 0,9 1-23 0,-2 0-39 16,9-1-49-16,9-1-60 0,-5-1-92 16,10 2-188-16,3-2 84 0</inkml:trace>
  <inkml:trace contextRef="#ctx0" brushRef="#br0" timeOffset="-29912.95">14784 7206 41 0,'-2'-11'218'0,"1"0"-4"16,-1 1-7-16,0 5-1 0,2 5-13 0,-2-10-20 15,2 10-21-15,-2-8-19 0,2 8-15 0,0 0-10 16,0 0-7-16,-4 35 0 0,0-7-3 0,1 4-3 15,-2 3-6-15,-2 11-4 0,-1 1-10 0,-2 3-4 16,5-6-7-16,-1-8-7 0,2-1-3 0,1 2-3 16,1-3-10-16,-5-2 0 0,5 0-3 0,-1-3-3 15,1-1-11-15,-2-1-20 0,0-6-24 0,3 3-27 16,-2-5-18-16,-2 5-24 0,2-6-32 0,1-3-40 16,-3-2-27-16,1-3-178 0,0 1-397 0,0-5 175 15</inkml:trace>
  <inkml:trace contextRef="#ctx0" brushRef="#br0" timeOffset="-29677.4">14710 7400 65 0,'17'-9'157'0,"0"-1"-14"0,3 3-10 0,7 3 3 15,-5 2-2-15,7 1-7 0,-8 2-12 0,0 4-14 16,0 0-2-16,-4 3-6 0,0 2-8 0,-3 0-11 15,-4 4 1-15,1 1-13 0,-6-1-1 0,0 1-7 16,-8 3-8-16,1 0 2 0,-2 0-8 0,-7-3-1 16,-5 5-3-16,-2-1-4 0,-4-3-3 0,1-1-14 15,1-5-19-15,2-3-15 0,-1 2-23 0,0-5-34 16,1-2-23-16,6-1-30 0,0 1-143 0,-3-2-295 16,15 0 131-16</inkml:trace>
  <inkml:trace contextRef="#ctx0" brushRef="#br0" timeOffset="-29402.2">15050 7515 105 0,'3'5'156'0,"-2"2"-4"16,5-1-5-16,-3 0-1 0,0 0-6 16,0 0-9-16,4 0 7 0,-3-2-9 0,1 2-5 15,0-1-11-15,1-1-1 0,-1-1-8 0,7-1-2 16,-2 0-5-16,-1-2-3 0,0-1-6 0,4-2-4 0,-2-2-4 15,-1 1-2-15,1-2 1 0,-4-1-4 0,0-3-7 16,-1 1-3-16,-2-2-7 0,-3-1-3 0,-3 0-5 16,-2-5-5-16,-1 1-5 0,-4 1-7 15,-3 2-3-15,-2-1-3 0,-1 1-11 0,-1 2-7 0,1 3-20 16,1 4-19-16,-4 2-19 0,4 1-25 0,1 2-31 16,1 1-19-16,-1 1-29 0,4 2-19 0,-1 1-26 15,2 3-145-15,2-2-371 0,3-1 165 0</inkml:trace>
  <inkml:trace contextRef="#ctx0" brushRef="#br0" timeOffset="-28943.73">15288 7442 131 0,'0'0'199'0,"0"0"-27"16,6 5-10-16,-6-5-13 0,2 10-13 0,-2-3-2 15,0 2-2-15,-3 5-7 0,-1-2-7 0,3 2-13 16,0 1-12-16,0-2-4 0,1 1-9 0,1 1-8 15,0-3-4-15,0-1-8 0,4-1-3 0,-1-1-6 16,1-1-6-16,2 0-1 0,-1-1 0 0,3-4-4 16,-1 1-3-16,2-1-4 0,1-2-3 0,1-5-3 15,0 4-3-15,-1-6-4 0,0 2 2 0,1-3-2 16,-2 0-1-16,-1-1 0 0,0-2 2 0,0 0-3 16,-1-3-3-16,-3-3 0 0,3 2-2 0,-5-2-3 15,2 1 2-15,-2 3 0 0,-1 3 6 0,0 1 8 16,0 2 4-16,-2 6-9 0,3-9 0 0,-3 9-12 15,4-5 3-15,-4 5-4 0,0 0-1 0,0 0-2 16,0 0 1-16,0 0-2 0,-2 26-1 0,2-14 3 16,-1-1-2-16,0 1-2 0,1 2 0 0,1 1 0 15,-1-5 2-15,3 1-1 0,-1-1 3 0,2-1-3 16,0 0 2-16,1-4-1 0,1 2 3 0,0-3-2 16,3-1 9-16,2 1 4 0,-2-2 4 0,2-2 7 15,2-3 13-15,0-1-3 0,-3-2 9 0,0-1 5 16,1 1 1-16,-3-4 4 0,4-3-13 0,-3-1-6 15,-1 0-1-15,-2-2-2 0,-2 6-7 0,1-8-9 16,-4 3-23-16,1 1-12 0,-2 0-15 0,-2-4-18 16,1 8-28-16,-2 0-29 0,1 6-36 0,2 4-32 0,-4-10-41 15,4 10-23-15,-7-4-170 0,7 4-440 16,0 0 195-16</inkml:trace>
  <inkml:trace contextRef="#ctx0" brushRef="#br0" timeOffset="-28399.44">15785 7570 44 0,'10'-6'193'16,"1"1"6"-16,1 0-3 0,0-2-9 0,-2-1-7 0,3-2-3 15,0 0-14-15,1 0-11 0,-5 1-19 0,-3-3-10 16,1 2-13-16,4-1-11 0,-6-2-4 16,0 0-7-16,-2-1-7 0,-1 2-9 0,0 1-8 15,-2-1 4-15,-3 2-8 0,0 1 1 0,1 1 5 16,-1 1-19-16,-2 1-5 0,-1 3-4 0,-6 1-6 15,3 2 1-15,-5 1-1 0,3 3-10 0,-5 4-3 0,0 2-1 16,2 2-5-16,-2 2-1 0,4-1-2 0,-2 9 0 16,5-8-1-16,1 1-1 0,3-1-2 0,2 2 4 15,5 0-4-15,1-4 0 0,0-2 3 0,6 0-1 16,-1-1-2-16,1-1 0 0,8 1 1 0,3-1 5 16,-1-2-6-16,1-3 1 0,8-3-1 0,-1 0 2 15,3 0-4-15,-2-2 2 0,-8 0 1 0,2-3 2 16,0 0-6-16,-4-1 2 0,1-1 1 0,-3-2 0 15,-2 2 1-15,-2 0 0 0,-1-2-2 0,-2 1 2 16,-4-2-6-16,2-1 4 0,-5-1 0 0,1 1-2 16,-1-2 1-16,-2 2-3 0,-2 0 10 0,-2 0-7 15,0 1 0-15,0 1 3 0,1 1-2 0,0 2 0 16,-1 0 2-16,4 6-7 0,-4-9 3 0,4 9-1 16,-2-6-3-16,2 6-3 0,0 0-5 0,0 0 1 15,1-10-4-15,-1 10 4 0,9-3 0 16,-1 1 4-16,4 1-4 0,3 1 1 0,2 0-1 0,-3 0 1 15,-1 4 1-15,1-1-1 0,-3 3-3 0,1-3 5 16,-3 1-1-16,-1 3-1 0,0 1 3 0,-1-2 6 16,0 3-1-16,-2 0 3 0,-1 1 6 0,0-1 6 15,-2 1-1-15,2-2-2 0,-3 3-2 0,0 0 3 16,-1 2-3-16,0-3-2 0,0 2-1 0,2 0-20 16,-4 0-24-16,4-4-41 0,-2 4-42 0,0 0-37 15,2-5-54-15,1 2-220 0,-3-9-464 0,7 11 206 16</inkml:trace>
  <inkml:trace contextRef="#ctx0" brushRef="#br0" timeOffset="-27931.58">17771 7096 14 0,'-1'-9'241'0,"-2"4"-19"0,3 5-15 0,-4-11-21 15,4 11-17-15,-2-7-20 0,2 7-15 0,0 0-18 16,0 0-10-16,0 0-9 0,0 0-7 0,-19 15 9 16,7 8-1-16,-2 2 4 0,1 5 7 0,-3 3-5 15,-5 9 1-15,-3 3 0 0,4-3-8 0,5-9-10 16,3 0-7-16,2-1-13 0,3-1-2 0,1-1-5 15,-1 5-5-15,5-6-4 0,2 3-5 0,1-1-2 16,3-4-6-16,2 0-3 0,2 0-1 0,2-6 0 16,0-3-6-16,3-2-1 0,6 3-12 0,1-1-18 0,1-3-26 15,5-2-34-15,2-1-36 0,0-3-61 16,-1-3-54-16,0 3-244 0,-6-5-497 0,1 0 220 16</inkml:trace>
  <inkml:trace contextRef="#ctx0" brushRef="#br0" timeOffset="-27504.77">18245 7199 26 0,'3'-12'241'0,"-1"6"-1"15,2-4 4-15,-3 4-14 0,-1 6-9 0,2-11-15 16,-2 11-18-16,2-8-21 0,-2 8-21 0,0 0-16 15,3-5-17-15,-3 5-10 0,0 0-13 0,0 22 2 16,0-4-7-16,0 9-3 0,-4 1-6 0,3 3-1 16,-4 1-8-16,-2-3-2 0,4 0-8 0,-1-1-7 15,2 1-2-15,-2-4-7 0,2 3 1 0,-1-9 4 16,1-1-10-16,0 2-4 0,1-2-5 0,0 1-4 16,1-3 0-16,0 0-21 0,0 2-28 0,-1-9-19 15,1 2-29-15,0 0-29 0,0 1-27 0,0-3-31 16,1-3-38-16,-1-6-18 0,1 9-177 0,-1-9-425 15,0 0 188-15</inkml:trace>
  <inkml:trace contextRef="#ctx0" brushRef="#br0" timeOffset="-27268.04">18220 7151 156 0,'9'-8'142'0,"-2"0"-4"0,2 2 0 0,1 2-8 15,-1-2-8-15,-1 5-3 0,-8 1-11 0,15 3-9 16,-8 1-7-16,-1 2-4 0,1 1 0 16,-1 4-3-16,-2 0-4 0,0 3 3 0,-2 4-3 15,-2-4-11-15,-2 5 1 0,-2-1-2 0,-3-1-5 0,0 0-4 16,-2 1-4-16,-1 0-7 0,-2-3-1 0,-1 0-3 16,-3-1-17-16,2 0-33 0,-4 0-32 15,4-3-40-15,-3 0-40 0,2 1-40 0,0-3-163 16,-4-2-347-16,3 0 154 0</inkml:trace>
  <inkml:trace contextRef="#ctx0" brushRef="#br0" timeOffset="-26935.47">18368 7706 196 0,'10'-6'240'0,"2"-2"-12"0,-2 2-8 0,4-5-8 16,-1 1-12-16,1-1-14 0,-4-1-9 0,-1 2-1 16,-1 0-3-16,3-3-15 0,-4 3-13 15,-1-6-13-15,-1 1-2 0,-4 4-13 0,1-1-6 0,-1 2-8 16,0 0-3-16,-2 3-1 0,1 7-2 0,0-14-9 16,0 14 2-16,0-9-13 0,0 9 0 0,-1-9-8 15,1 9-22-15,0 0-8 0,0 0-7 0,0 0-1 16,0 0-6-16,0 0-1 0,-16 17-5 0,11-6 0 15,0-1 2-15,1 4-7 0,0-3 2 0,-2 3-4 16,2-1 4-16,3 2-4 0,1 3-1 0,-1-9-14 16,2 4-14-16,-1-2-19 0,4 1-32 0,1-2-36 15,0 0-43-15,1-2-45 0,3-3-43 0,3-2-47 16,-3 0-195-16,7-1-515 0,2-4 229 0</inkml:trace>
  <inkml:trace contextRef="#ctx0" brushRef="#br0" timeOffset="-26770.04">18640 7309 2094 0,'-6'-14'29'15,"-1"2"-12"-15,3 3-2 0,1 0-2 0,-2 2-8 16,0 3-10-16,-1 0 5 0,6 4-4 0,-6-8 2 16,6 8-4-16,0 0-11 0,0 0-23 0,0 0-24 15,0 0-37-15,-9 12-46 0,9-12-152 0,0 0-321 16,14 13 142-16</inkml:trace>
  <inkml:trace contextRef="#ctx0" brushRef="#br0" timeOffset="-26535.74">19044 7060 10 0,'8'-3'214'0,"-1"3"-16"0,4 0-10 0,1 7-7 15,2 0-10-15,3 8 0 0,0 9 1 0,2 6-2 0,4 13-18 16,-7 2-12-16,1 3-7 0,-8-3-12 0,-3 2-14 16,-6-11-6-16,-5 9-13 0,-2 6-2 0,-7-1-7 15,-6 1-9-15,-4-3-9 0,-7-2-14 0,-6-1-30 16,-3-4-29-16,-7 1-38 0,2-1-29 0,0-3-33 16,0-5-52-16,2-3-41 0,-5-3-138 0,14-9-371 15,1-1 164-15</inkml:trace>
  <inkml:trace contextRef="#ctx0" brushRef="#br0" timeOffset="-24775.41">9310 9059 120 0,'-3'-8'251'16,"2"-2"-10"-16,0 4-6 0,-1-3-20 0,2 9-16 16,-2-10-8-16,2 10-19 0,0 0-17 0,-1-11-18 15,1 11-12-15,0 0-15 0,0 0-8 0,0 0-5 16,0 0-1-16,-6 37-3 0,4-8 1 0,-1 0-7 15,-4 4 0-15,2 2-6 0,-3 0 2 0,3-2-5 16,0-1-16-16,-2 1-6 0,0 1-7 0,1-4-1 16,3-2-6-16,-3 1-1 0,1-4 1 0,-1-7-11 15,4 1-3-15,-1 0-5 0,0-3-3 0,1 1-11 16,-1-2-22-16,2-5-15 0,0 2-27 0,-2-3-24 16,2 1-27-16,-3-5-39 0,0 3-46 0,0-3-25 15,4-5-41-15,-7 6-145 0,7-6-435 0,-9 0 192 16</inkml:trace>
  <inkml:trace contextRef="#ctx0" brushRef="#br0" timeOffset="-24531.47">9259 8882 144 0,'18'-8'144'0,"1"3"1"0,2 3-4 0,0 2-10 16,7 1-7-16,-6 5 0 0,-3 1-8 0,7 5-12 15,-10 1-10-15,-1 1-5 0,3 5-6 0,-5 2-12 16,-3-3-2-16,-5 0 2 0,-2 1-10 0,-4 5-7 16,-6 0-3-16,-2 1-6 0,-3-1-6 0,-5-1 1 15,-1-2-6-15,0-2-6 0,-2-1 2 0,-1-2-1 16,-3-2-16-16,6-4-18 0,1-1-15 0,-2-1-24 16,4 0-44-16,1-5-31 0,2 1-40 0,2 2-115 15,3-4-295-15,7-2 131 0</inkml:trace>
  <inkml:trace contextRef="#ctx0" brushRef="#br0" timeOffset="-24023.18">9654 9423 57 0,'0'0'225'0,"2"-10"-15"0,-2 10 1 16,-6-12 1-16,1 4-5 0,-2 2-17 0,-2 0-3 15,-2-1-13-15,2 4-4 0,-2-1-15 0,0 1-5 16,0 0-17-16,-3 3-4 0,1 3-15 0,1 1-14 16,0 0-9-16,0 2-6 0,2 3-11 0,-3 3-7 15,1 2-3-15,1 4-7 0,1 4-8 0,2-3-3 16,3 0-7-16,2-1-1 0,2 0-3 0,1-1-7 16,1-2 1-16,3 1-6 0,1-1 0 0,2-4-1 15,-1-1-1-15,4 0-3 0,1-3-7 0,1-2 2 16,2-2-4-16,2 0 2 0,3-3-9 0,1-2 7 15,-2 0-11-15,3-7-2 0,-5 2-5 0,2-2 4 16,-2-4 0-16,-1 1 2 0,-2-5-2 0,1 1 4 0,-1-5-3 16,-2-3 2-16,-2 0-1 0,-1-1 1 15,1-4-1-15,-2 3 1 0,0-3 2 0,-2-3 1 16,-3 3-3-16,2-3 0 0,0 2 7 0,-3 1-6 16,-2 10 0-16,2-9 6 0,-2 2 2 0,1 9 8 0,0 3-1 15,0 2 2-15,-1 2 2 0,1 1 2 0,0 9-5 16,0-11-4-16,0 11 5 0,0 0-9 0,0 0 4 15,0 0 5-15,-2 27 10 0,2-6-7 16,-1 8 0-16,-4 0 9 0,2 4 0 0,0-2 1 16,0 1-6-16,-1 0 2 0,0-1-2 0,-1-1-2 0,2-1-5 15,1-1 3-15,2-3-6 0,-2 0 3 0,2-6-10 16,-2-2-14-16,4 1-24 0,-2-4-30 16,1-1-36-16,0-1-31 0,2-1-38 0,1-1-46 0,2-1-22 15,-1-3-31-15,0 0-186 0,2-2-490 0,3-3 218 16</inkml:trace>
  <inkml:trace contextRef="#ctx0" brushRef="#br0" timeOffset="-23806.36">10171 9340 98 0,'-1'-5'237'0,"1"5"5"0,-5-12-17 16,0 7-3-16,5 5-13 0,-13-4-12 0,13 4-6 15,-19 5-4-15,5 5-8 0,-2 2-7 0,0 1-10 16,-2 7-6-16,0-1-5 0,0 2-13 0,8-4-9 15,2 1-7-15,2 0-16 0,1-1-10 0,-2 0-11 16,3-1-4-16,6-4-11 0,-2 1-6 0,2-3-5 16,3 1-6-16,0-3-17 0,4 1-22 0,2-1-32 15,3-3-40-15,2-1-43 0,3 0-56 0,1-2-49 16,1-5-54-16,1 0-221 0,5 0-519 0,5-4 230 16</inkml:trace>
  <inkml:trace contextRef="#ctx0" brushRef="#br0" timeOffset="-23633.91">10799 9264 12 0,'0'0'241'0,"5"-4"-10"0,-5 4-12 16,0 0-11-16,7-6-25 0,-7 6-16 0,6-3-22 16,-6 3-8-16,15-1-16 0,-5 1-16 0,-2-1-30 15,4-1-38-15,0 4-42 0,0-2-47 0,-1 1-42 0,-3 0-47 16,-2 3-125-16,-6-4-286 0,9 6 127 0</inkml:trace>
  <inkml:trace contextRef="#ctx0" brushRef="#br0" timeOffset="-23487.42">10782 9381 70 0,'0'0'208'0,"-4"5"-5"16,4-5-3-16,-4 4-5 0,4-4-18 0,0 0-11 15,0 0-21-15,0 0 0 0,0 0-8 0,0 0-14 0,12 7-11 16,-1-7-9-16,2 0-26 0,0-2-38 0,6 0-44 15,3 2-57-15,6-6-60 0,-1 2-197 0,0-2-345 16,1 0 153-16</inkml:trace>
  <inkml:trace contextRef="#ctx0" brushRef="#br0" timeOffset="-23103.79">12538 8942 1 0,'-13'-3'250'0,"1"-1"-3"0,1 0-2 0,7 0-9 15,-1 2-9-15,-4-1-14 0,9 3-20 0,-7-4-20 16,7 4-16-16,0 0-16 0,0 0-10 0,0 0-16 16,19-12-12-16,0 9-2 0,10 0-16 0,5-1-13 15,5 0-10-15,-4 3-24 0,2-3-27 0,-4 2-25 16,-2 0-28-16,-4 0-31 0,-8 0-31 0,-6 2-22 15,0-1-21-15,-1 0-8 0,-4 1-20 0,-1 1 13 0,-7-1-5 16,10 0-106-16,-10 0-296 0,0 0 131 16</inkml:trace>
  <inkml:trace contextRef="#ctx0" brushRef="#br0" timeOffset="-22311.32">12845 8889 681 0,'0'0'-34'0,"-10"1"14"0,10-1 26 0,-12-1 21 16,12 1 15-16,-9 0 13 0,9 0 10 0,-9 1 4 16,9-1 2-16,0 0 8 0,-11 0-3 0,11 0 6 15,0 0-14-15,-7 1 4 0,7-1 12 0,-4 10 12 16,-1-2 10-16,1 9 6 0,-3-1 4 0,0 7-1 0,0 2-2 15,-1 2-2-15,1-2-7 0,0 2-11 16,-2 3 1-16,3-5-7 0,1 1-6 0,3-1-10 0,-5 1 0 16,4-5-14-16,-1-2 0 0,0-2-8 15,2 0-1-15,1-4-7 0,1-1-4 0,-2-1-2 0,2-1-4 16,0 0 0-16,-2-2-6 0,2-8-4 0,-4 10 2 16,4-10-5-16,0 9-1 0,0-9-3 0,-5 7-6 15,5-7-9-15,-12 4-2 0,6-4-8 0,-5 2-4 16,-1-2-2-16,3-4-3 0,1 1 5 0,-4-1-2 15,3 2-2-15,-3-2 5 0,2 0-5 0,1-1 4 16,2 2 2-16,-2 1 4 0,9 2-6 0,-11-2 3 16,6-1-1-16,5 3 4 0,0 0-3 0,-8-2 0 15,8 2-3-15,0 0 7 0,0 0 1 0,0 0 3 16,0 0 1-16,0 0 1 0,0 0 2 0,27 10 2 16,-10-7-4-16,4 0 5 0,10-2-3 0,1 0-6 15,-1-2-23-15,3 2-29 0,-3-1-29 0,3 0-22 16,-1 1-29-16,1-3-16 0,-1 2-13 0,-3-4-12 15,1 3 0-15,-1-2-6 0,-1 2-102 0,-7-1-310 16,-1-1 1024-16,-4 0-524 0,4-4 18 0,-8 5 41 16,-1-3 34-16,-1 3 26 0,-1-1 11 0,-2-1 20 15,-1-2 15-15,-3 2 1 0,0-2 20 0,1 0 19 16,-5 6 5-16,2-10 10 0,0 3 5 0,-2 7 0 16,-2-11-4-16,2 11-9 0,-2-8-1 0,2 8-4 15,-9-7-7-15,9 7-2 0,-9-3-11 0,9 3-8 16,-16 3-5-16,9 3 1 0,-7 1-14 0,1 2 0 15,-2 2-3-15,-1 1-5 0,3 2 0 0,-1-2 1 0,1 0-9 16,1 1-6-16,5-3-6 0,1 0-1 0,0 0-3 16,3 1-5-16,1-2-2 0,2 0 0 0,0-9-2 15,4 13-4-15,1-7 2 0,1-1-4 0,1-3 0 16,2 1-3-16,3-3-2 0,1 0 11 16,3 0-10-16,-3-5 3 0,5 0-11 0,-1 0 2 0,0-2 0 15,-1-5 2-15,-3 1 0 0,-2-1-3 0,3-1-2 16,-5-1 1-16,-1-2 1 0,2-2-2 0,-3-6-6 15,-1-2 1-15,1 4 2 0,-3-3-2 0,3 0 1 16,-2 1-3-16,-3-2 1 0,2 1 3 0,-2 7 1 16,1 0 6-16,-1 4-5 0,0 2 0 0,-2 1 2 15,2 3 8-15,-2 8 4 0,0-14 2 0,0 9-3 16,0 5 0-16,2-7-7 0,-2 7-4 0,0 0 4 16,0 0 15-16,0 0-5 0,3 31 3 0,-3-11 14 15,2 4-13-15,-4 0 3 0,-1 3 15 0,1 0-2 16,0-1-7-16,0-1 0 0,0-4-3 0,-1-2-2 15,1 8-3-15,2-2-1 0,-2-6 2 0,2 0-15 0,-4-3-17 16,4-1-23-16,0 3-27 0,0-7-40 0,0 1-34 16,0 1-33-16,0-4-37 0,2 1-20 15,0-4-11-15,2-1-16 0,3 2-9 0,2-5 1 16,2 0-158-16,-4-4-449 0,5 2 198 0</inkml:trace>
  <inkml:trace contextRef="#ctx0" brushRef="#br0" timeOffset="-22105.18">13490 9339 11 0,'11'-17'139'0,"1"1"22"0,1 2 12 15,-9 3 6-15,2 1 9 0,-2 0 5 0,-2 0 0 0,0 1-9 16,-2 3-1-16,0 6-12 0,-2-13-12 16,2 13-4-16,-6-4-6 0,6 4 0 0,0 0-4 15,-21 13-7-15,12-4 2 0,-5 2-1 0,1 1-7 16,2 2-9-16,2 2-11 0,0 0-6 0,-1 0-6 16,4-1-10-16,2-2-12 0,-1-2-1 0,3 5-9 0,0-4-11 15,4-2-2-15,0 0-8 0,3-1-3 0,3-2-28 16,2-1-21-16,-1 0-29 0,2-2-30 15,9-2-33-15,0-1-46 0,-2-1-52 0,0-2-44 0,2-1-63 16,-4-1-195-16,-5-2-536 0,3 2 238 0</inkml:trace>
  <inkml:trace contextRef="#ctx0" brushRef="#br0" timeOffset="-21748.87">13065 8521 136 0,'3'-6'230'0,"1"1"-17"0,1-1-8 0,0 3-5 15,1-1-9-15,3 2-15 0,-1 2-10 0,-8 0-3 0,21 4-16 16,-9 1-17-16,-3 3-12 0,2-1-6 15,-2 3-13-15,0 4 8 0,-3 1-10 0,-1 4-5 16,-1 0-7-16,-4-2-2 0,-2 2-6 0,-2 0-4 16,1-1-3-16,-1-2 2 0,-2-1-3 0,-2-2-2 0,4-3-2 15,-1-1-8-15,1-2-1 0,-2 3-5 0,3-4 0 16,1-1-8-16,2-5-5 0,-4 8-1 16,4-8-8-16,-5 9-1 0,5-9-4 0,0 0-4 0,0 0-4 15,11 10-19-15,0-9-30 0,3 1-28 0,8-4-42 16,10-2-51-16,3 1-60 0,21-5-57 0,-3-2-205 15,3 1-516-15,-2-2 229 0</inkml:trace>
  <inkml:trace contextRef="#ctx0" brushRef="#br0" timeOffset="-20940.72">14078 8946 166 0,'0'0'249'0,"0"-7"0"0,0 7-9 16,-4-8-12-16,4 8-15 0,0 0-18 0,0 0-23 0,0 0-12 16,0 0-24-16,0-9-14 0,0 9-14 0,0 0-1 15,0 0-3-15,0 28 2 0,-2-11-1 16,2 1-6-16,-2 8-9 0,-2 2-1 0,2 4-4 16,-4-4-6-16,2 1-4 0,0 1 2 0,-1-3-10 0,1 1-10 15,2-2-1-15,-3-2-8 0,5 1-5 16,-2-6-2-16,0 0-4 0,-1-6-3 0,3 2-5 0,0-4-1 15,0 1-6-15,0 1-5 0,0-4-4 0,-2 1-13 16,2-4-16-16,0-6-21 0,-1 13-22 0,1-13-20 16,-2 11-16-16,2-11-23 0,0 7-23 0,0-7-37 15,0 0-30-15,0 0-46 0,0 0-174 0,0 0-461 16,0 0 204-16</inkml:trace>
  <inkml:trace contextRef="#ctx0" brushRef="#br0" timeOffset="-20628.57">14135 8910 131 0,'9'-6'173'15,"1"2"-7"-15,-2-3-5 0,1 5-9 0,0 2-3 16,2 0-12-16,-4 2-7 0,2 4-7 0,0-1-10 16,-2 1-6-16,-1 4-7 0,0-1-9 0,-1 3-6 0,-3-1-3 15,1 1-6-15,-6 1-6 0,1 0-8 16,-3 1-2-16,-1-1-6 0,-2 1 0 0,-2-5 1 15,3 1-4-15,-3-5 0 0,1 3-4 0,-3-2 1 16,6-3-3-16,-1 2 6 0,3-1-1 0,4-4 2 0,-10 3-2 16,6 1-3-16,4-4-7 0,-7 3-3 15,7-3 2-15,-4 4-11 0,4-4-7 0,0 0 1 16,-1 8-5-16,1-8 0 0,0 0-3 0,9 12 1 16,0-4-2-16,1 0 0 0,5 2-5 0,1-2-2 0,1 1-10 15,2 0-14-15,1-2-36 0,-4 3-46 0,4-2-45 16,2-1-53-16,-3-2-235 0,1 1-468 15,0-1 208-15</inkml:trace>
  <inkml:trace contextRef="#ctx0" brushRef="#br0" timeOffset="-20293.45">14640 9139 186 0,'0'0'263'0,"8"-6"-11"0,-8 6-19 16,0 0-19-16,0 0-9 0,0 0 4 0,0 0 2 15,0 0 0-15,-2 23 0 0,-4-5-7 0,1 1 1 16,-3 6-7-16,-1-1-6 0,-2 5-19 0,-1-3 0 16,2 0-30-16,-2 2-10 0,1-3-13 0,2 0-3 15,-1 2-17-15,2-5-1 0,-1-3-10 0,7-1-5 16,-2-2-7-16,1-2-5 0,0 0-6 0,-1-1-5 16,2-3-9-16,-1-1 3 0,1-1-3 0,0-1-5 15,2-7-10-15,0 14-3 0,2-9 0 0,-2-5 0 16,3 10-9-16,-3-10 7 0,4 8-8 0,0-4 7 15,4-1-9-15,0-1 3 0,4 0-7 0,5-2 2 16,3 0-1-16,12-2-2 0,2 0-3 0,-2-1 1 16,1 0-20-16,0-3-14 0,1-1-37 0,0 0-31 15,0 1-26-15,-3-2-30 0,0-1-29 0,-3 1-35 16,3 1-29-16,-4 0-33 0,1-2-37 0,-10 2-25 16,1-2-197-16,0 0-571 0,-2-1 253 0</inkml:trace>
  <inkml:trace contextRef="#ctx0" brushRef="#br0" timeOffset="-20138.36">15245 9456 8 0,'0'0'166'0,"0"0"-14"0,0 0-13 16,0 0-11-16,0 0-20 0,0 0-14 0,0 0-34 0,0 0-29 15,0 0-25-15,0 0-34 0,0 0-34 16,0 0-72-16,0 0-145 0,-21-11 64 0</inkml:trace>
  <inkml:trace contextRef="#ctx0" brushRef="#br0" timeOffset="-18903.45">11362 11099 139 0,'-8'0'212'15,"8"0"-8"-15,-13 0-8 0,13 0-11 0,-11 1-14 16,11-1-9-16,0 0-13 0,-9-1-14 0,9 1-10 16,0 0-8-16,0 0-7 0,0 0-5 0,0 0-7 15,0 0-5-15,0 0-9 0,40-5-10 0,-18 3-6 16,-2 0-1-16,10 0-22 0,-1 0-29 0,0-3-40 16,1 4-32-16,-2-1-49 0,0-1-44 0,-6 3-54 15,-6 0-134-15,5 0-364 0,-8 0 162 0</inkml:trace>
  <inkml:trace contextRef="#ctx0" brushRef="#br0" timeOffset="-18724.86">11443 11246 22 0,'-4'4'203'0,"4"-4"-10"0,-8 4-15 15,8-4-12-15,0 0-15 0,-7 4-9 0,7-4-10 16,0 0-11-16,0 0-11 0,16 7-10 0,-3-8-14 15,2 2-17-15,8-1-35 0,5 0-34 0,2-1-57 0,0-1-42 16,4-1-51-16,-1 0-84 0,2 0-253 0,-1-1 113 16</inkml:trace>
  <inkml:trace contextRef="#ctx0" brushRef="#br0" timeOffset="-17156.51">13126 10465 90 0,'0'0'207'0,"0"0"-6"15,0-9-7-15,0 9-8 0,0 0-9 0,0 0-18 16,0-9-13-16,0 9-14 0,0 0-16 0,0 0-11 0,0 0-14 16,0 0-9-16,0 0-12 0,0 0 4 15,0 0 2-15,0 0 0 0,0 0-6 0,16 20-7 16,-9-10 0-16,-1 4 5 0,1 0-8 0,0 2 0 16,0-1-8-16,4 9 4 0,-7-7-11 0,4 1-2 0,-2 1-4 15,3 8 3-15,-3-3-2 0,2 2 0 0,-2 1-2 16,1-3 2-16,-5-4-6 0,5-4-9 0,-3 3 0 15,1-3 0-15,0 0-6 0,-3-4 5 16,0 1-7-16,0-3 2 0,1 0-4 0,-1-3-1 0,0 0 6 16,-2-7-6-16,2 11-6 0,-2-11 5 0,4 8 6 15,-4-8 15-15,2 5 11 0,-2-5 5 0,0 0 0 16,0 0-12-16,0 0 0 0,0 0-5 16,17-21-4-16,-9 6-3 0,1-1-6 0,5-9 12 0,-3 1-16 15,3-1-1-15,-3 1-1 0,0-6-2 0,3 1-3 16,-1 1 0-16,1-1 2 0,-1 0-4 0,1 2 3 15,-1-1-4-15,-2-1 0 0,-1 5-2 0,-2 6 2 16,1 2 0-16,0-1-3 0,-6 5 2 0,1 2 0 16,-2 2-6-16,0 2-3 0,1-1-4 0,-3 7-12 15,4-8-22-15,-4 8-16 0,2-4-12 0,-2 4-7 16,0 0-15-16,0 0-31 0,-6 22-21 16,1-10-27-16,-3 5-29 0,-2 0-27 0,-3 6-29 0,2 0-134 15,3-4-422-15,2 0 187 0</inkml:trace>
  <inkml:trace contextRef="#ctx0" brushRef="#br0" timeOffset="-16610.86">13593 10826 104 0,'0'0'178'0,"2"9"8"0,-2-9 0 16,-2 10-1-16,2-3-14 0,0-7-11 0,-2 16-4 15,2-9-6-15,-4 0-4 0,4 1-7 0,-3-2-6 16,1 3-1-16,-2-4-7 0,4-5-2 0,-4 12-7 15,2-8-9-15,2-4-3 0,0 7-5 0,0-7 3 16,-5 6-6-16,5-6 16 0,0 0-11 0,0 0 2 0,-7 6-5 16,7-6-11-16,0 0-9 0,0 0-3 0,0 0-4 15,-11-12-7-15,11 12-9 0,-5-11-7 16,3-1-1-16,2 2-7 0,0-3-3 0,2-3-8 16,1-2-3-16,1-2-4 0,4 1-9 0,2-3-4 15,-3 3 0-15,1 1-2 0,3 3-3 0,-1 2-3 0,-3 5-4 16,3-2 1-16,0 2 1 0,-1 4-6 0,-3 1 1 15,5 3-3-15,-1 0 5 0,-1 3-6 16,1 3 6-16,0 1-3 0,3 5 13 0,-4 2-12 16,1 0 2-16,-4 3 1 0,1-1-4 0,-1-2 7 0,-1 3 0 15,-2-7-6-15,-1 2 6 0,2-2-2 0,-2 1 4 16,0-4-2-16,-1 0 0 0,-1-7 3 0,0 10-3 16,2-5 3-16,-2-5 6 0,0 0 0 0,0 0-6 15,0 0 1-15,0 0-1 0,0 0 2 0,0 0-2 16,0 0-3-16,0 0-2 0,-5-24 3 15,5 24-5-15,2-17-4 0,-1 5 0 0,5-7-10 0,0 5 0 16,2-1-3-16,-1-1-4 0,5 5 1 0,0-3-1 16,-3 0 2-16,4 3 0 0,-3 3 2 0,1 4-2 15,0-2 5-15,0 5 3 0,1 0-6 0,-1 2 2 16,0 2 4-16,-2 3 10 0,2 3-6 0,-1 3-1 16,-4 0-1-16,1 4 6 0,-1 1 3 0,-1 2-2 15,-3-2 0-15,-2 1 4 0,0 2-7 0,-4-2 4 16,4 0-21-16,-5 1-35 0,3-3-32 0,-3 1-41 15,3 0-44-15,0-6-49 0,0 1-47 0,0-2-160 16,2-3-469-16,0-7 207 0</inkml:trace>
  <inkml:trace contextRef="#ctx0" brushRef="#br0" timeOffset="-16351.15">14274 10562 175 0,'0'-11'269'0,"3"1"-12"0,-3 2-15 0,0 8-16 16,0-11-29-16,0 11-17 0,0-6-11 0,0 6-3 16,0 0-3-16,0 0-4 0,-5 30 6 0,4-11-9 15,-7 7 0-15,4 7-10 0,-3 12-5 0,3-10-11 16,-4 0-6-16,0 12-18 0,3-12-4 0,-1-3-7 16,1 1-9-16,0-4-11 0,1 2-1 0,1-2-11 15,-3 3-4-15,3-4-5 0,1-4-7 0,-2 2-3 0,4-8-21 16,-2-3-29-16,0 0-28 0,-2-1-30 15,3-3-41-15,-2 0-36 0,3-3-35 0,0 0-51 16,0-8-10-16,3 10-41 0,-2-5-186 0,-1-5-502 16,10 0 222-16</inkml:trace>
  <inkml:trace contextRef="#ctx0" brushRef="#br0" timeOffset="-16103.91">14599 10707 104 0,'5'-6'223'0,"0"1"-6"16,2 0-9-16,-1 1-6 0,1 2-6 0,-7 2-6 16,13-1-7-16,-13 1-11 0,14 6-11 0,-5 1-4 15,2 1-11-15,-4 2-8 0,4 2 6 0,-4 0-22 16,0 0-8-16,-1 0-1 0,-1 0-8 0,0 0-10 16,-2 0-14-16,0 0-5 0,-1-1-8 0,-4-1-5 15,2 1-1-15,-2-1-10 0,-2-1 13 0,-1 1-23 16,-1 0-19-16,-2-2-25 0,2-1-35 0,1-1-33 15,-2-1-45-15,1-1-50 0,6-4-56 0,-14 3-69 16,14-3-147-16,0 0-474 0,-11-8 209 0</inkml:trace>
  <inkml:trace contextRef="#ctx0" brushRef="#br0" timeOffset="-15885.17">14898 10675 98 0,'3'-6'234'0,"-3"6"1"0,7-7-10 0,-4 4-13 0,-3 3-14 15,3-6-18-15,-3 6-1 0,0 0 4 0,0 0-3 16,12 12 6-16,-12-2-2 0,2 2-1 0,1 2-4 16,-1 4-20-16,-2 0-4 0,-2 1-7 0,1 2-8 15,-3-4-16-15,2 3-15 0,-3-2-13 0,0 1-3 16,1-1-11-16,1 1-11 0,-3-2-4 0,3-2-9 16,1-3-26-16,-2-1-30 0,-1-1-24 0,3-1-45 15,0-3-38-15,-1 1-48 0,3-7-51 0,-4 9-44 16,4-9-52-16,-4 6-183 0,4-6-522 0,0 0 232 0</inkml:trace>
  <inkml:trace contextRef="#ctx0" brushRef="#br0" timeOffset="-15703.06">14694 10681 188 0,'4'-12'217'0,"-1"8"-12"0,6-1-2 16,0-2-16-16,4 0-1 0,7 0-13 0,-1 1-16 15,2 0-13-15,7 2-17 0,-6-2-11 0,7-1-15 16,-2 2-23-16,0 0-34 0,-8 2-39 0,0 2-51 16,-6 0-38-16,1 0-56 0,-4 1-44 15,-4 1-96-15,-6-1-303 0,10 4 134 0</inkml:trace>
  <inkml:trace contextRef="#ctx0" brushRef="#br0" timeOffset="-15155.47">12884 11489 15 0,'-11'-4'232'0,"-2"1"-5"0,-1-1-10 15,5 1-10-15,-3 0-7 0,5 0-11 0,-1 3-7 16,8 0-9-16,-9-2-20 0,9 2-14 0,0 0-14 16,0 0 0-16,0 0-11 0,0 0 4 0,45 5-6 15,7 0-11-15,10-5-9 0,35-4-8 0,8 0-8 16,10-1-9-16,6-2-1 0,3 1-4 0,6 2-10 16,5-4 6-16,-5 5-8 0,3 0-3 0,-4 3-1 15,0 0 9-15,4-3 4 0,-1 5 2 0,3-1-6 16,-5-1 0-16,-5 0-5 0,-3 0-1 0,-11-3 0 15,-6 5 0-15,-4-2-3 0,-11 1-5 0,-28-4 8 0,2 5-4 16,-9-4-6-16,-17 2 1 0,-3 0-2 0,-5 0-3 16,-11 0-3-16,-6-2-6 0,1 2 9 15,-5 0-6-15,-1 0 3 0,-8 0-6 0,0 0-11 16,7-4-16-16,-7 4-36 0,0 0-35 0,-25-5-49 0,3 4-51 16,-8 1-53-16,-6-1-53 0,-5 5-55 0,-14-1-184 15,-3 0-560-15,0 2 248 0</inkml:trace>
  <inkml:trace contextRef="#ctx0" brushRef="#br0" timeOffset="-14693.31">13007 11913 87 0,'-2'-12'229'0,"2"2"-6"0,-2 0-5 0,2-2-1 0,-3 3-5 16,3 2-7-16,0 7-8 0,-2-12-10 0,2 12-14 16,0-9-15-16,0 9-20 0,0 0-17 0,0 0-9 15,0 0-10-15,0 0-7 0,0 0-3 0,0 0-6 16,5 21 10-16,-3-3-18 0,0 1 4 0,-2 0-5 16,0 7-12-16,2-2 16 0,-2 2-16 0,-2 0-4 15,2-1-10-15,-2-1 2 0,4 1-16 16,-4-5 0-16,0-1-3 0,2 0-4 0,-2 0 5 0,2-2-5 15,-1-1-5-15,-1 0-1 0,2-2-3 0,-2-2-8 16,0 1-18-16,0-2-15 0,0 1-18 0,0-3-31 16,-1 0-25-16,-2-1-32 0,3-2-31 0,2-6-31 15,-5 9-26-15,5-9-20 0,-6 5-217 0,6-5-488 16,0 0 217-16</inkml:trace>
  <inkml:trace contextRef="#ctx0" brushRef="#br0" timeOffset="-14342.94">13061 11855 36 0,'11'-12'163'15,"3"1"-4"-15,-3 5-5 0,5 1 2 0,-3 1 1 16,1 2-3-16,-3 4-5 0,2 2-12 0,-1 1-10 0,-1 1-11 16,1 3-14-16,-4-1-6 0,-3 3-9 15,1 4-5-15,-4 1-10 0,-4 2-3 0,0 0-9 16,-6 6-3-16,1-7-5 0,-3-3-6 0,-1 3-5 15,0-2-2-15,-3-3-4 0,-1-2-2 0,1 0-2 0,-1 1-3 16,3-6-6-16,1-1 2 0,1 1-1 0,0-1-2 16,5-2-4-16,-1 0 2 0,6-2-4 15,-11-1-1-15,11 1 0 0,0 0-1 0,-12-3-2 16,12 3 1-16,0 0 0 0,-4-4-1 0,4 4-1 0,0 0-2 16,0 0-1-16,0 0 1 0,0 0 4 0,0 0-1 15,27 6 4-15,-21-1 2 0,3 0-4 16,1 1 1-16,-1 2-1 0,1 1-2 0,2 4-4 15,1 0 4-15,-1-1-5 0,-1 2-15 0,0-1-25 0,3 2-36 16,-3-2-32-16,0-1-51 0,0-4-35 0,0 1-192 16,-4-1-409-16,5-1 181 0</inkml:trace>
  <inkml:trace contextRef="#ctx0" brushRef="#br0" timeOffset="-14071.77">13509 12069 16 0,'0'-7'259'0,"0"7"-11"0,-3-13-6 0,3 13-4 16,-5-10-12-16,5 10-13 0,-6-7-17 0,6 7-14 15,-9-2-12-15,9 2-6 0,-9 9 1 0,0 2-9 16,-2 3-7-16,2 3-8 0,-5 5-12 0,1 1 4 16,1 2-26-16,5 2-9 0,-1-2-3 15,3 2-13-15,1 0-11 0,-3 1-1 0,4 0-5 0,1-4-6 16,0 1-8-16,2-4-5 0,-2 3-1 0,2-5-9 15,2-1 1-15,0 0-6 0,0-1 0 0,-2-1-5 16,0-4-14-16,0 0-26 0,0-1-27 0,-2 2-35 16,0-5-37-16,0-1-40 0,-2 1-61 0,-1-2-37 15,1 0-61-15,-4-4-158 0,2 0-508 0,6-2 225 16</inkml:trace>
  <inkml:trace contextRef="#ctx0" brushRef="#br0" timeOffset="-13913.34">13367 12272 1 0,'11'-6'198'0,"0"3"-20"0,2 2-20 0,1-3-18 16,0 4-13-16,4-2-26 0,-3-1-47 0,4 1-37 16,0-2-37-16,2 2-38 0,-1-2-92 0,0 0-162 15,0 2 72-15</inkml:trace>
  <inkml:trace contextRef="#ctx0" brushRef="#br0" timeOffset="-13757.48">13727 12221 14 0,'0'0'171'0,"0"0"-11"0,8 0 0 0,-8 0-3 16,0 0-11-16,0 0-6 0,0 0-3 0,9 1-7 0,-9-1-3 15,0 0 3-15,10 1 5 0,-10-1 1 0,13 0-2 16,-5-1-11-16,6 1-12 0,4-3-12 16,2 1-1-16,1 0-18 0,0 0-16 0,0 0-31 15,-1-1-46-15,-2 2-39 0,1-2-40 0,-6 0-37 0,0 3-41 16,-4 0-29-16,-3-3-106 0,1 1-331 0,-7 2 146 15</inkml:trace>
  <inkml:trace contextRef="#ctx0" brushRef="#br0" timeOffset="-13559.1">13955 12089 84 0,'-2'-10'242'0,"2"10"0"0,-2-8-5 15,2 8-14-15,-2-6-14 0,2 6-19 0,0 0-15 16,0 0 5-16,0 0-2 0,0 0-5 0,2 25-3 15,0-12-15-15,-2 5-12 0,2 7-7 0,-2-6-12 16,-2 7-12-16,4-6-11 0,-6-1-9 0,4 0-7 16,-2 0-13-16,2-1-19 0,-3 0-37 0,3-1-35 15,1-2-47-15,-2 2-46 0,1-5-51 0,0-2-53 16,1 1-254-16,1-4-508 0,-2-7 225 0</inkml:trace>
  <inkml:trace contextRef="#ctx0" brushRef="#br0" timeOffset="-13314.61">14290 12033 157 0,'2'-6'291'0,"0"0"-19"0,-2 6-18 16,0 0-21-16,4-7-6 0,-4 7 1 0,0 0 0 15,0 0-17-15,5 22-2 0,-5-9-13 0,0 2-22 16,3 3-16-16,-3-2-15 0,-3 3-17 0,3-1-6 15,0 0-11-15,0 1-10 0,0-1-10 0,-2-1-8 16,2-2-6-16,-1 0-12 0,1-3-17 0,0 0-25 16,-2 0-31-16,2-2-28 0,-2 1-41 0,0-5-43 15,-2 5-47-15,2-4-44 0,-1-2-44 0,3-5-230 0,-8 7-529 16,8-7 234-16</inkml:trace>
  <inkml:trace contextRef="#ctx0" brushRef="#br0" timeOffset="-12775.57">14401 11905 79 0,'13'-11'248'0,"-3"3"-7"0,0 3-11 0,1-1-8 16,-1 2-13-16,1 1-14 0,-1 6-9 0,-3 1-15 0,4 2-12 16,-6 0-10-16,1 5-17 0,-6 2-5 0,0-1-15 15,-4 6-7-15,-3 0-9 0,-4 1-7 0,-2 3-6 16,-1-5-13-16,-4 3-5 0,-2-2-1 15,6-4-2-15,0 3-5 0,-1-5 2 0,3-5-7 0,2 1-10 16,1 0 1-16,2-3-7 0,0 1-8 0,3 1 4 16,0-3-9-16,-1 2 2 0,5-6-2 15,-2 13-6-15,2-13 2 0,2 10-5 0,2-4 1 0,1-2-4 16,6 1 0-16,-2 0-14 0,4-1-20 0,6 0-27 16,0-3-37-16,0-1-28 0,4-1-30 0,-4-1-23 15,3-1-13-15,-1 2-11 0,2-3-4 0,-3-2 4 16,2 3 6-16,3-6 13 0,2 0 16 0,-9 5 20 15,0-4 18-15,0 3 21 0,-1-2 28 0,-3 0 25 16,-2 1 25-16,0-2 28 0,-1 1 17 0,-3 0 21 16,1-1 28-16,-1 2 25 0,-2 2 18 0,-2-1 18 15,-4 5 7-15,6-6 3 0,-6 6-4 0,5-4-8 16,-5 4-7-16,0 0-10 0,0 0-1 0,0 0 22 16,0 0 7-16,8 11 16 0,-8-2 4 0,-1 4 0 15,0 4 3-15,-5 6 1 0,0 5-8 0,-3 1-2 16,-1-2-14-16,1 3-6 0,0-3-13 0,-2 1-6 15,7-8-12-15,-1-1-9 0,1-2-11 0,0 2-9 16,3-4-1-16,-1-4-4 0,4-1-8 0,-2-1-2 16,3 1 0-16,-1-4 4 0,4-1-7 0,3-1 0 15,3-3-9-15,7-1-6 0,0-1-6 0,1-3-14 16,0 0-22-16,1 2-28 0,-3 0-32 0,4-3-48 16,-4 1-61-16,0-3-46 0,0 1-51 0,1-1-53 15,-3-3-56-15,1 1-322 0,-4-1-750 0,5-2 332 16</inkml:trace>
  <inkml:trace contextRef="#ctx0" brushRef="#br0" timeOffset="-12154.09">16107 10624 194 0,'0'0'185'0,"0"0"-13"0,7-4 0 0,-7 4 1 16,16 9-1-16,-4 1 1 0,4 2-2 15,7 12-13-15,-1 6 0 0,7 11-3 0,0 7-14 16,-5 4-3-16,8 28 2 0,-16-24-16 0,9 24-8 15,-11-23-11-15,1 24-2 0,-6-22-10 0,5 25 6 16,-8 1-18-16,-4-28-7 0,0 23-8 0,0-24-6 0,-4 3-5 16,-2-2-8-16,-1 0-3 0,-2 0-8 0,-3 0-1 15,-3-4-1-15,-4-3-17 0,-2-1-16 0,-7-1-16 16,-1 0-16-16,-3-3-22 0,2-3-27 0,-4-2-33 16,-7-4-25-16,1-2-28 0,10-10-39 0,-14 6-51 15,-6-6-151-15,3-1-438 0,0 0 193 0</inkml:trace>
  <inkml:trace contextRef="#ctx0" brushRef="#br0" timeOffset="-11643.76">12630 10794 73 0,'-9'-2'184'15,"-2"4"-16"-15,-3 5-8 0,-6 5 1 0,0 8-1 16,-4 11-2-16,-10 15 7 0,-9 30 2 0,3 2-4 15,3 4 2-15,4 4-4 0,2 4-5 0,5 5-7 16,8 7-12-16,5-2-13 0,6-3-6 0,10-3-2 0,3-10-16 16,3-24 3-16,5-1-18 0,1-3-4 15,8 24-6-15,-4-29-6 0,0-2-8 0,4-4-11 16,0 1-3-16,2-3-11 0,2-2-11 0,3-3-13 16,-5-13-27-16,2-3-28 0,13 8-32 0,-8-11-34 0,6-2-44 15,9-2-54-15,7-5-36 0,-16-5-188 0,18-6-467 16,1-4 207-16</inkml:trace>
  <inkml:trace contextRef="#ctx0" brushRef="#br0" timeOffset="-10843.61">16520 10231 101 0,'0'0'199'16,"-2"-8"-7"-16,2 8-15 0,-2-9-10 0,2 9-4 16,-1-10-8-16,1 10-3 0,3-8-7 0,-3 8-8 15,3-8-9-15,-3 8-10 0,9-6-7 0,-4 4-15 16,-5 2-2-16,16-7-9 0,-5 5-8 0,-1 2-4 16,3 2-11-16,-3 2-4 0,1 0-4 0,1 2-2 15,-3 1-5-15,2 3-10 0,-4 0 9 0,5 2-10 16,-5 5 1-16,0-1-2 0,-2 3-1 0,0 0 3 15,-5-1-4-15,0 2-5 0,-3 0 1 0,-2-2-4 16,-2 8 2-16,0-10-1 0,-2 2 4 0,0-4-5 16,-1 1 0-16,1-2-6 0,-1 0 10 0,4-4-7 15,-2-1 2-15,4-2-2 0,0-1 2 0,0 0 2 16,4-5 0-16,-6 7 1 0,6-7 2 0,-4 5 8 16,4-5-4-16,0 0 1 0,-4 4 0 0,4-4-6 15,0 0-3-15,0 0-5 0,0 0 0 0,0 0-2 0,27-4-6 16,-14 3-2-16,7-3 3 0,9 2-2 0,-3-2-20 15,4 0-14-15,2 2-24 0,-2 0-33 16,6-2-38-16,1 5-49 0,0-2-46 0,4 1-55 16,-6 0-195-16,-2-1-499 0,-2 1 221 0</inkml:trace>
  <inkml:trace contextRef="#ctx0" brushRef="#br0" timeOffset="-9937.46">17467 10894 132 0,'-1'-13'246'0,"1"13"-9"0,-2-10-5 0,2 10-12 0,2-11-12 16,-2 11-20-16,0 0-18 0,0 0-18 0,0 0-15 15,0 0-13-15,0 0-10 0,0 0 0 0,0 0-2 16,7 31 10-16,-5-12-12 0,1 10-8 0,-3-3-7 16,0 6-10-16,0-3-7 0,3 0 2 0,-3 1-11 15,0-4-9-15,-1 2-8 0,1-2-6 0,0 0 0 16,-2-7-10-16,4 1 4 0,-1 0-2 0,-1-2-6 15,1-1-7-15,0-1 1 0,1 0-5 0,-1-3 9 16,0-1-17-16,1 0-10 0,-1-1-21 0,-1 0-17 16,1-1-18-16,1-2-26 0,-2-8-34 0,0 11-25 15,0-11-37-15,1 9-30 0,-1-9-23 0,0 0-198 16,-5 5-460-16,5-5 203 0</inkml:trace>
  <inkml:trace contextRef="#ctx0" brushRef="#br0" timeOffset="-9593.56">17531 10777 64 0,'13'-15'191'16,"-4"6"-15"-16,2-2 1 0,1 4 2 0,-2-1-4 16,0 3-12-16,0 3-10 0,1 2-1 0,-4 2-9 15,2 4-3-15,0 1-11 0,0 3-9 0,-3 6-10 16,1 0-8-16,-5 1-7 0,-3-1-3 0,-3 2-11 15,-2 6-3-15,-4-1-8 0,-3-1-5 0,-2 0-9 16,0-2-2-16,1-5-5 0,2-1-3 0,-2 1-6 0,1-4-4 16,1-4-1-16,5 2-2 0,-2-2-1 15,0-2-3-15,2-1-4 0,2 0 5 0,0-1 4 16,5-3 1-16,-6 6 2 0,6-6 14 0,-7 3-13 16,7-3-2-16,0 0-2 0,-4 4 0 0,4-4-5 15,0 0-6-15,0 0 9 0,0 0-10 0,9 13-4 16,-1-8-1-16,1 0-2 0,4 3-2 0,4 0-6 0,2 1-26 15,0-2-27-15,-1 2-37 0,1 0-49 0,-2 0-50 16,3-1-49-16,-1 1-58 0,-4 0-147 0,3-3-472 16,-2 1 209-16</inkml:trace>
  <inkml:trace contextRef="#ctx0" brushRef="#br0" timeOffset="-9288.05">17958 11073 43 0,'2'-6'281'0,"1"-3"-1"16,-2 2-6-16,-1 7-5 0,1-9-22 0,-1 9-22 16,0 0-21-16,4-3-14 0,-4 3-8 0,0 0-4 15,0 0 4-15,4 25-1 0,-5-9-3 0,-2 1-9 16,1 2-17-16,-2 5 2 0,0-4-13 0,-1 6-14 16,1-8 5-16,-2 5-9 0,2-4-17 0,-1-1-19 15,1-1 0-15,4-1-10 0,-4 0-1 0,3-4-13 16,-1-1 2-16,4-1-12 0,-2 0 1 0,0-3-9 15,1 1 0-15,2-3-5 0,-3-5 0 0,2 11-8 16,1-6 2-16,-3-5 1 0,9 7-7 0,-4-3-5 16,-5-4 5-16,18 2-2 0,-6 0-1 0,5 2-21 15,2-4-15-15,3-1-28 0,-1 1-38 0,8-5-27 16,2 3-34-16,-1-4-34 0,2 0-40 0,0 1-46 16,1-5-36-16,6 2-49 0,-4-2-214 0,13-3-602 15,4-2 267-15</inkml:trace>
  <inkml:trace contextRef="#ctx0" brushRef="#br0" timeOffset="-9145.43">18721 11249 41 0,'0'0'284'0,"0"0"-25"0,0 0-26 0,0 0-11 0,0 0-3 15,0 0 6-15,0 0-11 0,0 0-17 16,0 0-19-16,0 0-17 0,0 0-14 0,0 0-18 16,0 0-23-16,0 0-31 0,0 0-43 0,0 0-47 0,0 0-64 15,0 0-80-15,-17 13-253 0,17-13-446 0,0 0 197 16</inkml:trace>
  <inkml:trace contextRef="#ctx0" brushRef="#br0" timeOffset="-6637.47">6179 13062 5 0,'-2'-9'213'15,"2"9"-3"-15,-3-12 1 0,3 5-9 0,0 7-10 16,-4-9-3-16,4 9-21 0,0-8-20 0,0 8-15 16,0 0-16-16,-4-8-14 0,4 8-13 0,0 0-8 15,0 0 5-15,-1 27-7 0,-1-1-2 0,0 1 16 16,-2 2-4-16,0 6 5 0,1 11-3 0,-2-12 0 15,-2 14-7-15,3-15-8 0,0 0-9 0,-2-1-3 16,2 0-2-16,0-2-8 0,-1 0 4 0,-1-3-16 16,0 1 2-16,4-4-5 0,-2 1-2 0,1-6-5 15,2 0-4-15,-1 0-4 0,-1-2-1 0,2-1-2 16,-3 1-1-16,5-1-11 0,-3-6-19 0,0 3-19 16,0 0-27-16,1-2-26 0,-1-1-25 0,0-2-22 15,0-2-30-15,0 1-17 0,2-7-25 0,-5 8-37 16,5-8-163-16,-7 5-432 0,7-5 191 0</inkml:trace>
  <inkml:trace contextRef="#ctx0" brushRef="#br0" timeOffset="-6365.15">6171 13015 137 0,'23'-17'159'0,"1"4"3"15,-5 3-4-15,6-1-6 0,-6 6-5 0,-1 4-12 16,-2 0-14-16,-3 2-2 0,0 3-10 0,1 3-8 16,-3 1 3-16,-2 6-11 0,-1 2-3 0,-3 1-8 15,0 2-5-15,-5 0 1 0,-2 8-10 0,-7-3-1 16,-3 2-2-16,-2-1-8 0,-1-2-7 0,-4 1-2 16,0-2-4-16,-3-2-3 0,0 0-3 0,-2-2-3 15,1-1-6-15,0-2 0 0,6-4-6 0,2 1-10 16,0-3-26-16,-1 2-28 0,2-1-37 0,-1-1-37 15,5-3-37-15,-2 1-39 0,4-2-150 0,-1 3-368 16,4-4 163-16</inkml:trace>
  <inkml:trace contextRef="#ctx0" brushRef="#br0" timeOffset="-6058.98">6395 13703 3 0,'0'0'287'16,"3"-6"-5"-16,-3 6-4 0,3-11 4 0,-3 11-10 15,3-9-4-15,-3 9-11 0,1-9-7 0,-1 9-8 16,0 0-11-16,0-10-20 0,0 10-14 0,0 0-17 16,0 0-20-16,2-7-18 0,-2 7-35 0,0 0-3 15,0 0-3-15,0 0-12 0,0 0-9 0,0 24-1 16,0-13-11-16,-1 4-4 0,0 2-10 0,0 1-3 15,-2 1-5-15,2-1-4 0,-2 2-8 0,1 0 4 16,-2-2-5-16,0 1-8 0,0-3 0 0,3 1 2 16,0 0-28-16,-1-4-2 0,0-1-58 0,0 0-43 15,1-2-44-15,-1 0-49 0,-1-4-55 0,3 2-50 16,0-8-289-16,-4 11-639 0,2-7 284 0</inkml:trace>
  <inkml:trace contextRef="#ctx0" brushRef="#br0" timeOffset="-5870.55">6528 13371 236 0,'-2'-5'224'16,"2"5"-20"-16,-2-9-25 0,2 9-18 0,-2-8-14 15,2 8-20-15,0 0-22 0,0 0-21 0,0 0-30 16,0 0-38-16,0 0-41 0,13 14-39 0,-5-4-51 15,1-1-108-15,4 4-240 0,1-4 106 0</inkml:trace>
  <inkml:trace contextRef="#ctx0" brushRef="#br0" timeOffset="-5644.11">7106 13550 250 0,'6'3'254'0,"-6"-3"-4"0,0 0-8 16,0 0-14-16,0 0-18 0,0 0-22 0,6 4-13 15,-6-4-17-15,13 2-16 0,-6-1-11 0,6 1-14 16,0 0-16-16,0 0-16 0,6-2-19 0,-6 0-47 16,7 2-39-16,-7-2-43 0,1-2-41 0,-2 2-36 15,0 0-28-15,-3 2-19 0,-9-2-136 0,13 1-349 16,-13-1 154-16</inkml:trace>
  <inkml:trace contextRef="#ctx0" brushRef="#br0" timeOffset="-5481.36">7124 13682 111 0,'-5'3'200'0,"-1"-1"-1"0,6-2 4 0,-7 4-8 16,7-4-5-16,-6 6-14 0,6-6 2 0,0 0-16 15,0 0-2-15,0 0-11 0,0 0-10 0,26 4-14 16,-8-6-12-16,10 1-16 0,-2 0-30 0,3-5-36 15,-1 2-43-15,-1 1-59 0,3-2-50 0,0-1-45 16,-11 4-189-16,1-3-383 0,7 1 170 0</inkml:trace>
  <inkml:trace contextRef="#ctx0" brushRef="#br0" timeOffset="-4577.09">9150 13451 40 0,'-10'0'193'0,"10"0"-6"0,-18 0-9 0,18 0-13 16,-9 0-13-16,9 0-12 0,-10 2-15 0,10-2-10 15,0 0-15-15,-9 0-6 0,9 0-4 0,0 0 0 16,0 0 1-16,0 0-1 0,0 0-6 0,27 5-8 0,-8-2-8 15,9-2-5-15,2 0-5 0,5-2-7 0,-2 1-18 16,1 0-16-16,-4 0-35 0,-2 0-34 16,-5 0-34-16,-2 0-34 0,-2 1-36 0,-6-2-27 15,-1 2-99-15,-4-1-304 0,0-1 136 0</inkml:trace>
  <inkml:trace contextRef="#ctx0" brushRef="#br0" timeOffset="-4158.42">9375 13471 146 0,'-3'5'162'0,"0"5"5"16,0 1 5-16,-1 3-3 0,-2 5-6 0,1 0-3 15,-2 5-5-15,1 3-13 0,1-2-7 16,0 0-11-16,-2 2-9 0,1-7-8 0,1 5-6 16,0 2-10-16,0-3-8 0,1 3-5 0,0-8-5 0,1-1-7 15,2 0-8-15,-3-1-8 0,2-3 1 0,2-2-9 16,0-1-1-16,0-1-6 0,0 1-5 0,0-2-1 15,1-1-4-15,-1-8-2 0,-1 12-4 0,1-12 4 16,0 8-8-16,0-8 3 0,-2 10 0 0,2-10 0 16,-2 7-5-16,2-7 1 0,-7 5-4 0,7-5 1 15,-12 3-2-15,5-3 6 0,0 2-5 0,7-2-3 16,-15-2 0-16,5 1 0 0,1-1-2 0,-1 2 0 16,10 0 0-16,-19-2-3 0,9 1-2 15,10 1 6-15,-14 0-5 0,14 0 2 0,-12 0-4 0,12 0 4 16,-8-1-5-16,8 1 3 0,0 0-6 0,-8-3 4 15,8 3 1-15,0 0 5 0,0 0 3 0,0 0 7 16,0 0-3-16,0 0 4 0,26 8-4 0,-8-6-1 16,-1-3 2-16,1 1-1 0,9 0 0 0,1-1-3 15,-5-2-18-15,4 0-22 0,2 0-23 0,0-2-32 16,-2 1-45-16,-5-1-40 0,6 0-32 0,-6 0-39 16,-4 0-130-16,2-1-402 0,-4-1 179 0</inkml:trace>
  <inkml:trace contextRef="#ctx0" brushRef="#br0" timeOffset="-3828.74">9615 13122 1799 0,'5'-31'-5'0,"2"5"14"0,-1 2 15 0,0 6-7 15,2 0 5-15,1 4-8 0,-3 4-5 0,3 0 1 16,-1 3 8-16,1 0 1 0,-3 3 7 0,1 1 11 16,1 3 1-16,-8 0-2 0,17 5 2 0,-10-1 0 15,-2 5-2-15,0 2-2 0,0 4 7 0,-2 2-3 16,-5 1 1-16,2 1 2 0,-5 0 6 0,0 0-16 16,0-1 7-16,-1 0-1 0,-2-1-2 0,-1-1 0 15,5-5 0-15,0-1-1 0,1-1 2 0,1-2-5 16,-2-1-2-16,4-6 0 0,-1 10-3 0,0-4-4 15,1-6-1-15,4 9-5 0,0-4 4 0,2-2-4 16,8 2-16-16,3 0-26 0,3-1-36 0,8 0-45 16,0-3-38-16,3 4-36 0,-2-1-43 0,-9 3-139 15,6-2-391-15,-7 3 173 0</inkml:trace>
  <inkml:trace contextRef="#ctx0" brushRef="#br0" timeOffset="-3359.69">9728 14002 50 0,'-3'5'219'0,"0"-1"-13"0,3-4-5 0,-3 7-5 0,3-7-7 16,0 0-8-16,-5 7 0 0,5-7 0 0,0 0 1 15,0 0-7-15,0 0-10 0,0 0-7 0,21-8 4 16,-12 0-15-16,3 0-9 0,1-4-3 0,-2 0-20 15,2-2-10-15,-4 0-7 0,1 1-12 0,-1-1-10 16,0-3-1-16,-3 3-11 0,1 2-3 0,-5 2-9 16,-1-4-4-16,1 3-5 0,0-2-7 0,0 3-5 15,-2 0 2-15,0 10-1 0,-4-17-10 0,4 13-3 16,0 4-3-16,-5-10 0 0,5 10-2 0,-8-7 0 16,8 7-4-16,-8 0-1 0,8 0-7 0,0 0 2 15,0 0-3-15,-11 7 2 0,11-7-4 0,-5 7 6 16,5-7-5-16,0 0-2 0,3 12-9 0,-3-12 0 15,10 5-1-15,-4-2-6 0,2-1 1 0,6 0 4 16,0-2 0-16,0 2-1 0,-4-1 2 0,4-1 2 16,-1 0-1-16,-3 2 3 0,1-1-1 0,0 0-4 15,-3 2 2-15,2-1 2 0,-3 1 0 0,0 1 0 16,-1 3 1-16,-1 3 3 0,0-3-4 0,-1 5 4 16,-1-1 16-16,-1 2-19 0,-2 2 8 0,0 1-2 15,0 0-3-15,-1 0 4 0,-2-1-4 0,2-2-24 16,-1-3-30-16,-1 3-29 0,3-2-24 0,0-1-43 15,-1-1-46-15,1-2-37 0,0-7-41 0,0 12-146 16,0-12-459-16,0 0 204 0</inkml:trace>
  <inkml:trace contextRef="#ctx0" brushRef="#br0" timeOffset="-2792.1">10178 13900 8 0,'5'-5'179'15,"-5"5"4"-15,0 0 5 0,0 0 2 0,0 0-3 16,3 17-16-16,-3-17-9 0,0 13-6 0,-3-4-9 16,3 0-9-16,0-9-6 0,1 14-7 0,-1-8-4 0,0-6-10 15,-1 14-6-15,2-9-4 0,-1-5-5 16,0 10 0-16,0-10 3 0,0 9 3 0,0-9 7 16,0 0 7-16,0 8 7 0,0-8-7 0,0 0-10 15,0 0-4-15,0 0-12 0,0 0-11 0,0 0-13 16,0 0 3-16,0 0 2 0,-8-27-22 0,7 21-9 15,1 6 1-15,1-18-4 0,4 6-2 0,-2 0-12 16,2-1-2-16,1-3-1 0,-2 5 0 0,1-4-4 16,7 2-4-16,-4 2 0 0,-1 5-4 0,3-2 0 15,-1 3 1-15,-1-1-7 0,1 4 2 0,0 1-9 16,2 1 3-16,0 3 1 0,0 1-8 0,-2 3 6 0,0 1-5 16,0 0 2-16,-1 0-2 0,-1 0 18 15,0 2-17-15,-1-2 12 0,-1 3-9 0,-2-1 3 16,-1 1 3-16,0-3 1 0,0 0-7 0,-1-1 4 15,1-1 1-15,-2-6 0 0,0 10-2 0,0-10 4 0,1 7 6 16,-1-7 1-16,0 0 7 0,0 0 3 0,0 10-1 16,0-10 4-16,0 0-7 0,0 0 4 15,0 0 6-15,0 0-15 0,0 0-6 0,0 0 4 16,-5-24-6-16,5 24 1 0,2-15 6 0,1 5-6 16,1-3-2-16,2-4-12 0,3 3-2 0,-1 0 6 0,0 4-9 15,3-5 5-15,1 4-2 0,-5 1 1 0,0 1 2 16,3 3-7-16,-4 0 5 0,2 5-5 0,-8 1 2 15,16 5 1-15,-8 0 3 0,0 0 6 0,-2 4 1 16,0 0-9-16,1 3 5 0,-3-1-3 0,-2 1 1 16,2 4-7-16,-2 0-17 0,-1-5-20 0,-2 4-32 15,-1-4-30-15,-2 6-27 0,1-6-28 0,-1 2-35 16,1-1-29-16,-1-2-19 0,2 1-2 16,-1 0 7-16,1-1-145 0,2-3-426 0,0 1 189 15</inkml:trace>
  <inkml:trace contextRef="#ctx0" brushRef="#br0" timeOffset="-2433.13">10534 14098 202 0,'5'6'36'0,"-5"-6"17"0,0 0 7 0,8 3 14 0,-8-3 10 16,0 0 12-16,11-8 5 0,-11 8 13 0,9-8 4 16,-5 2 10-16,5 0 1 0,-3 0 1 15,2-1 4-15,-3-2-3 0,3 1-4 0,-2-1-9 0,2-1 2 16,-2 0-11-16,3-3 0 0,0-2-13 0,-1 2-6 16,0-1-5-16,1-2 0 0,-1 1-4 0,1-1-3 15,-2-2-7-15,-1 4 0 0,2-1 4 0,-3 4-1 16,-1 1 7-16,0 3 1 0,-2 0 4 0,1 1-3 15,-1-1-12-15,2 2-13 0,-4 5-4 0,0 0-6 16,3-7 1-16,-3 7-9 0,0 0-6 0,0 0-9 16,0 0 10-16,-14 19-11 0,7-10 6 0,2 1-11 15,1-1-4-15,-2 1-3 0,1-1-11 0,2 0-3 16,3 1-4-16,-1-1-9 0,2 1-2 0,1-2-8 16,0-1-3-16,3 0 3 0,3 0 0 0,0 2 4 15,-1-2-2-15,2 0 2 0,0 1-1 0,-1-2 13 16,0 0-9-16,0 2 2 0,-1-1 4 0,-3-1-1 15,2 1 1-15,-3 0 2 0,-2 2 3 0,-4 0-1 16,2 1 2-16,-5-2 2 0,-1 3 0 16,-2 0-1-16,-2 1 3 0,-1 0-14 0,-3-4-21 0,2 3-29 15,-2-3-25-15,1 1-41 0,1-1-57 0,1-4-58 16,-4 2-202-16,3-2-487 0,0-3 216 0</inkml:trace>
  <inkml:trace contextRef="#ctx0" brushRef="#br0" timeOffset="-2275.56">10788 14020 125 0,'0'0'213'0,"8"-3"-14"0,-8 3-21 16,0 0-16-16,5-4-16 0,-5 4-26 0,0 0-36 16,0 0-34-16,0 0-46 0,0 0-49 0,0 0-48 15,0 0-98-15,-27 5-206 0,18-5 91 0</inkml:trace>
  <inkml:trace contextRef="#ctx0" brushRef="#br0" timeOffset="4102.61">11204 13707 81 0,'0'0'169'16,"0"0"-14"-16,4-6-6 0,-4 6-3 0,0 0-7 15,0 0 5-15,11 14 4 0,-7-8-12 0,4 5-10 16,-1 0-7-16,1-1-7 0,5 3-3 0,-1 2-7 16,1 1-12-16,0 0 10 0,1 4-14 0,0-4-6 15,-1 0-4-15,0-2-10 0,0 0-9 0,-3-2-1 16,2 2-8-16,-4-3-5 0,0-4-4 0,1 2-19 16,-2-1-27-16,1 0-34 0,-5-2-35 0,2 1-37 15,0-3-41-15,-1 1-31 0,-4-5-152 0,3 5-365 16,-3-5 162-16</inkml:trace>
  <inkml:trace contextRef="#ctx0" brushRef="#br0" timeOffset="4305.11">11449 13682 15 0,'0'0'196'0,"0"-10"-16"15,0 10-13-15,0 0-5 0,0 0-2 0,0 0 1 16,0 0-4-16,-18 7-3 0,11 0 1 0,-4 5-12 15,-1 4-14-15,-3 4-5 0,-2 2-18 0,0 1-6 16,1-1-13-16,-1 0-6 0,-1 2-13 0,3-3-21 0,2 1-32 16,-1-1-40-16,-1 0-43 0,-1 2-51 15,2-1-40-15,0-1-181 0,-7-4-367 0,9-1 162 16</inkml:trace>
  <inkml:trace contextRef="#ctx0" brushRef="#br0" timeOffset="4678.19">11997 13509 132 0,'0'-8'212'0,"0"1"-15"0,0 7-17 15,0-9-17-15,0 9-17 0,0 0-11 0,0 0-9 16,-16 4-3-16,9 5 7 0,-5 7 4 0,-3 11 2 16,-3 1-6-16,-4 15-8 0,0 0-4 0,3 3-10 15,-2 6-10-15,6-4-8 0,2-2-8 0,1-14-9 16,4 0-8-16,4-2-5 0,3 0-6 0,3 0 15 15,3-3-6-15,2 0-5 0,5-1-1 0,0-5-18 16,-1-3-20-16,5 2-26 0,-2-6-31 0,2 1-18 0,9-1-31 16,-6-4-42-16,0-2-38 0,3-2-26 15,0-4-36-15,-2 1-141 0,3-4-399 0,-4-2 177 16</inkml:trace>
  <inkml:trace contextRef="#ctx0" brushRef="#br0" timeOffset="4920.91">12397 13676 166 0,'-6'-16'189'0,"4"4"-7"0,-4 3 4 0,3-1 6 0,-1 2-7 15,2 4-9-15,2 4-14 0,-6-8-14 0,6 8-7 16,0 0-3-16,0 0 1 0,-18 17-6 0,13-6-9 16,-1 7-1-16,-2 6-11 0,-1 1-4 0,1 5-8 15,1-2-12-15,0 1-9 0,5 1-5 0,-1-4-8 16,1 3-8-16,4-4-5 0,-4 0-2 0,2 1-9 15,0-7-5-15,0-1-16 0,0 2-17 0,0-1-27 16,0-4-29-16,0 1-34 0,2-4-33 0,-2-3-37 16,3 1-29-16,-2-1-29 0,0-3-27 0,-1-6-127 15,0 0-396-15,0 0 175 0</inkml:trace>
  <inkml:trace contextRef="#ctx0" brushRef="#br0" timeOffset="5244.39">12406 13543 49 0,'9'-9'157'0,"-1"3"3"0,4 2 0 0,-1 2-8 0,-3 1-3 15,4 3-13-15,-1 3-4 0,-2 0-5 16,3 2-11-16,-4 3-12 0,-1 0-3 0,0 2-11 16,-2 4-8-16,-3 0-3 0,0 2-3 0,-2-1-8 15,-4-1-5-15,-4 1-5 0,2-2-4 0,-3 1-5 16,-2-2-7-16,-1 0-2 0,-1-2-3 0,2-4-6 0,-1 3 0 15,4-2-4-15,-4-3 2 0,6-2-5 16,-1 1-2-16,2-1 0 0,5-4 5 0,-8 5 1 16,2-2 1-16,6-3-8 0,0 0 0 0,-8 2-2 15,8-2-7-15,0 0 0 0,-3 5-4 0,3-5 2 16,0 0-4-16,0 0 1 0,9 16 3 0,-4-10-2 0,3 3-2 16,0-1 0-16,3 0-13 0,3 2-23 15,-1-1-23-15,1 1-23 0,3-3-41 0,2 0-27 16,-2 0-23-16,0 0-19 0,0-2-134 0,1-1-346 15,0-1 153-15</inkml:trace>
  <inkml:trace contextRef="#ctx0" brushRef="#br0" timeOffset="5480.94">12791 13825 30 0,'3'-11'166'0,"0"1"-11"0,-3 0 6 16,-3 2 6-16,3 8-13 0,-3-14-4 0,-1 6 1 15,-2 0-7-15,1 5-5 0,-1-1-6 0,6 4-5 0,-12-5-4 16,12 5-1-16,-16 9 4 0,5 2 5 15,2 2 7-15,-4 8-7 0,-3 2-5 0,3 3-7 16,1-1-8-16,3 4-2 0,-1 1-12 0,5 1-6 16,-3-1-5-16,4 3-14 0,-3-3-5 0,6 1-2 0,1-3-8 15,0 1-10-15,1-2 0 0,0-1-6 0,3 0-6 16,0-5-5-16,-4-4-4 0,2 0-22 16,-2 0-28-16,0-6-26 0,2 2-30 0,-2-1-45 15,0-2-41-15,-2-1-46 0,2-2-38 0,0-7-219 16,-4 10-506-16,-2-6 225 0</inkml:trace>
  <inkml:trace contextRef="#ctx0" brushRef="#br0" timeOffset="5642.06">12580 14064 90 0,'12'-2'149'0,"-3"1"-20"0,7-1-36 15,-1 0-32-15,5-1-49 0,0-1-59 0,1 1-35 0,6-4-87 16,2 1 39-16</inkml:trace>
  <inkml:trace contextRef="#ctx0" brushRef="#br0" timeOffset="5817.78">13082 13979 136 0,'9'-3'204'0,"-3"2"-19"0,-6 1 0 16,12-6-3-16,-4 4-8 0,1 0-10 0,1-3-6 0,3 4-12 15,5-5-14-15,0 2-11 0,2-1-14 0,0 2-6 16,2-2-11-16,-3 1-18 0,-2 2-20 16,2-2-26-16,-6 2-26 0,1 0-34 0,-5 1-30 15,-1-2-29-15,2 2-11 0,-10 1-20 0,11-4-8 16,-11 4-21-16,6-2-103 0,-6 2-276 0,5-7 122 0</inkml:trace>
  <inkml:trace contextRef="#ctx0" brushRef="#br0" timeOffset="5988.27">13371 13871 337 0,'-2'-5'-6'0,"2"5"23"0,-2-16 29 16,0 11 13-16,2 5 5 0,-5-15 4 15,3 8 5-15,2 7 20 0,-4-10 9 0,2 5 6 0,2 5-4 16,-4-8-5-16,4 8-2 0,0 0 6 0,0 0 6 16,0 0 8-16,-11 19 10 0,9-8 13 0,-6 6 4 15,0-1-5-15,2 3-3 0,1 0-13 0,-1 4-11 16,1-4-9-16,1 1-6 0,-1-1-13 16,3-2-13-16,-1 2-4 0,-1-1-10 0,2 0-22 0,0-3-31 15,2-2-46-15,-2-1-50 0,-1 1-50 0,5-2-55 16,-4-1-229-16,0-3-462 0,2-7 204 0</inkml:trace>
  <inkml:trace contextRef="#ctx0" brushRef="#br0" timeOffset="6341.53">13791 13771 188 0,'-6'-12'282'0,"4"3"-14"16,-2 0-14-16,-2 2-11 0,4-1-7 0,-2 3-11 16,4 5-12-16,-3-10-21 0,3 10-20 0,-2-7-12 15,2 7-25-15,0 0-11 0,0 0-12 0,0 0-3 16,-6 27-5-16,3-7-7 0,-2 5-3 0,1 3-5 15,-1 1-11-15,1 1-4 0,-2 0-8 16,1 0-9-16,0 1-3 0,1 0-6 0,-1-1 3 0,3-5-6 16,0 1-2-16,2-9-15 0,-2 2-2 0,2-1-2 15,0-5-15-15,0-1-14 0,0 0-27 0,2-3-24 16,-2 1-35-16,0-4-34 0,0-6-34 0,0 11-24 16,0-11-25-16,2 5-42 0,-2-5-216 0,0 0-503 15,0 0 223-15</inkml:trace>
  <inkml:trace contextRef="#ctx0" brushRef="#br0" timeOffset="6635.85">13748 13672 78 0,'8'-10'156'0,"-2"1"-8"16,3 3 2-16,0-1-9 0,0 1-1 0,-2 4-4 15,4 1 2-15,-11 1-3 0,18 3-11 0,-12 3-8 16,1 1-4-16,0 1-12 0,-4 3-7 0,1 2-3 15,-2 2-5-15,1 4-2 0,-6-1-2 0,-1 1-8 16,0-1-6-16,-4 1-4 0,-1-2-1 16,1-2-6-16,-2 0 1 0,1-4 1 0,1-2-3 0,3 3 7 15,-1-7-5-15,2 1 1 0,0 0-6 0,4-6-1 16,-8 8-10-16,8-8-4 0,-1 7-5 0,1-7 1 16,0 0-2-16,0 0-7 0,9 10 0 0,-4-9-1 15,8 3-17-15,3-2-26 0,4 1-25 0,1 1-38 16,0-1-37-16,0-1-31 0,0 2-22 0,1-1-20 15,-2 2-12-15,-2-3-4 0,-7 0-113 0,3 1-349 0,-3-2 156 16</inkml:trace>
  <inkml:trace contextRef="#ctx0" brushRef="#br0" timeOffset="6876.81">14039 13950 897 0,'8'0'-59'0,"-8"0"29"0,14-2 27 0,-9 1 13 15,-5 1 22-15,10-3 16 0,-10 3 5 0,9-3 14 16,-9 3 6-16,10-2-1 0,-10 2 6 0,8-3 10 16,-8 3 0-16,0 0 1 0,7-2-6 0,-7 2-1 15,0 0 4-15,0 0 8 0,9 10 16 0,-4-4-2 16,-3 4 8-16,1 2 10 0,-2 3 9 0,-2 2 8 15,-2 4 0-15,1-2 3 0,-3 6 1 0,0 0-7 16,-1-1-3-16,3-3-5 0,-3-3-11 0,0-2-6 16,0 0-9-16,2 0-10 0,0-4-4 0,3 0-13 15,-1-1-3-15,0-1-15 0,2 0 1 0,-2-3-10 16,4 1 1-16,3-3-13 0,-1 3 7 0,0-4-3 16,6 3-8-16,-1-2-2 0,2-1-4 0,3-1-19 15,-1-2-28-15,9-1-29 0,-3-3-37 0,4-1-38 0,4 0-42 16,1-5-46-16,-1-1-49 0,0-3-35 15,0 2-273-15,-7-4-614 0,4-4 272 0</inkml:trace>
  <inkml:trace contextRef="#ctx0" brushRef="#br0" timeOffset="7148.87">14664 13594 11 0,'-2'-9'240'0,"2"9"-24"0,0 0-20 16,-3-6 1-16,3 6 4 0,0 0 2 0,0 0 6 0,14 21-3 16,2 1-6-16,-2 3-8 0,2 1-8 15,-3 5-3-15,10 16-7 0,-1 0-7 0,-6-2-13 16,0 0-6-16,-10-12-7 0,-2-2-9 0,-1-1-13 16,-1 5-22-16,-4-4 3 0,0 1-9 0,-3 2-7 0,-3-3-7 15,-2-1-8-15,-1-1 3 0,-2-1-20 16,-1-1-5-16,-1 0-29 0,-2-5-31 0,-2 1-37 15,1-3-43-15,-5-1-49 0,7-5-56 0,0-3-62 16,2-1-61-16,-3 0-197 0,4-6-559 0,1 0 248 16</inkml:trace>
  <inkml:trace contextRef="#ctx0" brushRef="#br0" timeOffset="7302.25">14801 14270 71 0,'0'0'210'15,"8"-4"-18"-15,-8 4-24 0,5-5-17 0,-5 5-20 0,0 0-17 16,5-4-27-16,-5 4-28 0,0 0-41 0,0 0-64 16,0 0-58-16,0 0-72 0,0 0-190 15,-29 0 85-15</inkml:trace>
  <inkml:trace contextRef="#ctx0" brushRef="#br0" timeOffset="9590.79">16005 13828 147 0,'0'0'214'0,"-4"-12"-7"0,4 12-15 16,-9-5-11-16,9 5-14 0,-10 0-10 0,10 0-8 15,-13 6-13-15,2 0-6 0,2 2-2 0,0 2-2 0,-3 4-8 16,2 0-11-16,-4 7 6 0,5-3-6 15,1-1-4-15,2 1-9 0,0-1-12 0,1 2-8 16,-1-2-5-16,1-2-5 0,4 2-10 0,3 1 3 16,0-5-9-16,-2 1-4 0,4-2-6 0,2-3-2 15,2-2 0-15,-1 3-2 0,5-6-3 0,4 2 0 0,1-4-5 16,2-3 3-16,3 0-5 0,-3-4-3 16,8-3-3-16,0-2 3 0,-2-1-4 0,1-1 3 15,-6-4-4-15,-4 6 2 0,-2-2 3 0,-3 0 4 16,-2-2-6-16,-2-2-1 0,-5 0-5 0,1-1 4 15,-4-1-1-15,-2 0-7 0,-2 0 0 0,-6-7 2 0,-1 2-1 16,-1 2 16-16,-5 0-19 0,0 3-5 0,4 5 5 16,-1 1-2-16,-3 1 0 0,3 3-7 15,2 1 2-15,1 2-2 0,5 2-6 0,-3 1-25 16,-1 4-19-16,1 0-17 0,-1 5-24 0,2 1-31 0,-3 5-38 16,-2 3-36-16,5 2-43 0,1 0-213 0,-3 6-491 15,4-6 218-15</inkml:trace>
  <inkml:trace contextRef="#ctx0" brushRef="#br0" timeOffset="10050.61">16299 14183 36 0,'5'-11'242'0,"-1"5"-5"0,0-2-10 16,1 0-7-16,0-2-14 0,1 0-15 0,3-4-12 0,1-1-9 15,-2 1-15-15,1 0-9 0,1-2-10 0,-1-1-9 16,0-1-9-16,0-6-8 0,-3 7-7 16,2-9-10-16,0 1-14 0,-2 0-5 0,1-1-5 15,-4-1-8-15,-1 3-3 0,-4 7 3 0,1-1-4 16,-1 6 6-16,-5-3-7 0,3 3-3 0,-1 1-7 0,1 2-1 16,-2 2-3-16,0 1-7 0,-2 3 12 0,0-1-18 15,2 1-5-15,6 3-4 0,-18 0 1 16,9 0-5-16,3 3 1 0,6-3-1 0,-16 4-5 0,13-1-4 15,3-3 2-15,-7 9 1 0,7-9 2 0,0 0-2 16,8 11-1-16,5-5-4 0,-1-2 7 0,5 0-5 16,11-2-3-16,-1 0 2 0,4 1 2 0,-2-1 2 15,2 0-3-15,-10-2-7 0,-2 2 0 0,-2 1 0 16,-4-1-3-16,0 2 6 0,-3 0-6 16,1 0 2-16,-2 2-3 0,-2 0 4 0,2 2 5 0,-3 1 9 15,-1 3-5-15,0-2 4 0,-1 1 4 0,-1 1-3 16,-1 4-2-16,1-1 2 0,1 3 0 0,-2-2-4 15,-1 0-2-15,1 1 4 0,-2-2 0 0,2 0-3 16,0-1-16-16,0-2-28 0,0-1-30 16,0 2-39-16,-1-2-37 0,1 0-44 0,2 1-51 0,-2-3-40 15,2 1-211-15,-3-2-527 0,3-2 234 0</inkml:trace>
  <inkml:trace contextRef="#ctx0" brushRef="#br0" timeOffset="15317.41">18052 13651 109 0,'-1'-8'180'0,"1"8"-20"0,0 0-15 16,-1-9-12-16,1 9-13 0,0 0-14 16,0 0-11-16,0 0-12 0,0 0 1 0,0 0 6 0,0 0 7 15,0 0-2-15,9 19-6 0,-7-10-9 16,5 2-1-16,-2 5-2 0,1-1-2 0,-1 1-5 0,0 0-5 16,7 2 3-16,-4 0-3 0,1 0-3 0,3 3 10 15,-2-4-3-15,1-1-7 0,-2-2-9 0,0-1-1 16,1 1-3-16,0-1-8 0,-2-2 2 15,-3-3-5-15,3 0-6 0,-2-1 1 0,3 2-5 0,-5-3-1 16,2-1-5-16,-1 0 1 0,0-2-2 0,0 0 1 16,-5-3 6-16,7 6 11 0,-7-6 10 15,6 2-3-15,-6-2-3 0,0 0-6 0,12-9 3 16,-7 1-7-16,0-3-5 0,1-2 0 0,1-5-3 16,0-8-3-16,2-1 0 0,2-1-6 0,-1 1-2 0,-1-1 6 15,0-3-8-15,1 0-2 0,-1 1 0 0,-2 3 0 16,0-1-2-16,1 1 1 0,-2 4-3 0,-1 4-1 15,-4 4 2-15,2-3 0 0,-1 3-5 0,4 3 4 16,-6 2-3-16,1 2 3 0,0 1-13 0,-1 7-23 16,0-11-21-16,0 11-26 0,0 0-19 0,0 0-3 15,0 0-20-15,0 0-27 0,0 0-34 0,0 0-34 16,-9 28-201-16,-2-16-449 0,4 0 199 0</inkml:trace>
  <inkml:trace contextRef="#ctx0" brushRef="#br0" timeOffset="17024.47">18681 13111 86 0,'-7'-8'87'0,"7"8"-13"0,0 0 2 15,0 0-7-15,0 0 0 0,0 0-1 0,0 0-7 0,0 0-2 16,0 0-7-16,0 0 1 0,0 0-5 0,0 0-2 16,0 0-8-16,0 0 5 0,0 0-3 0,0 0-2 15,0 0-10-15,0 0 8 0,0 0-3 0,0 0 4 16,0 0-15-16,0 0 3 0,0 0-5 0,0 0 8 15,0 0-9-15,0 0-7 0,0 0 3 0,0 0 0 16,0 0-4-16,-15 11 16 0,15-11-19 16,0 0-1-16,0 0-3 0,-4 6 7 0,4-6-4 0,0 0-2 15,0 0 6-15,-3 5-6 0,3-5-3 0,0 0 2 16,0 0 1-16,0 0 4 0,-3 8 4 0,3-8 2 16,0 0-5-16,0 0 4 0,0 0-2 0,-6 6 2 15,6-6-7-15,0 0 1 0,0 0 6 0,-3 6 0 16,3-6-8-16,0 0-3 0,0 0 5 0,0 0-6 15,0 0 3-15,0 0 6 0,0 0-4 0,0 0 5 16,-4 5 3-16,4-5-3 0,0 0 3 0,0 0-7 16,0 0 1-16,0 0 8 0,0 0-11 0,0 0 2 15,0 0 3-15,0 0 0 0,0 0-3 0,0 0 0 16,0 0-7-16,0 0 10 0,0 0-3 0,0 0-12 16,0 0 12-16,0 0 0 0,0 0 3 0,0 0 2 0,0 0-3 15,0 0-2-15,0 0 4 0,0 0 4 0,0 0 1 16,0 0-6-16,0 0 3 0,0 0 1 15,0 0-2-15,0 0-6 0,0 0-6 0,0 0 9 0,0 0-2 16,0 0 11-16,0 0-9 0,0 0-5 0,0 0 7 16,0 0 7-16,0 0-2 0,0 0-3 15,0 0 3-15,0 0-1 0,0 0-3 0,0 0 5 16,0 0-1-16,0 0 1 0,0 0 0 0,0 0 0 16,0 0 4-16,0 0-3 0,0 0-1 0,0 0-3 0,0 0 2 15,0 0-1-15,0 0 1 0,0 0-7 0,0 0 1 16,0 0-4-16,0 0 3 0,0 0-2 0,0 0 1 15,0 0-3-15,0 0 1 0,0 0-3 0,0 0 3 16,0 0 1-16,0 0-4 0,0 0-1 0,0 0 1 16,0 0-1-16,0 0 6 0,0 0-6 0,0 0 2 15,0 0-1-15,0 0 3 0,0 0-1 0,0 0 2 16,0 0 1-16,0 0 7 0,0 0-4 0,0 0 4 16,0 0-7-16,0 0 7 0,0 0-3 0,0 0 3 15,0 0-3-15,0 0 0 0,0 0 1 0,0 0 0 16,0 0-5-16,0 0 2 0,0 0-5 0,0 0 5 15,0 0-4-15,0 0 0 0,0 0 0 0,0 0 3 16,0 0-2-16,0 0-3 0,0 0 0 0,0 0 3 16,0 0-3-16,0 0 0 0,0 0-2 0,0 0 3 15,0 0-3-15,0 0 2 0,0 0-2 0,0 0 0 16,0 0 0-16,0 0 1 0,0 0-1 0,0 0 0 16,0 0-5-16,0 0 2 0,0 0 0 0,0 0 7 15,0 0-4-15,0 0-4 0,0 0 1 0,0 0-3 16,0 0 4-16,0 0 0 0,0 0-3 0,0 0 0 15,0 0-2-15,0 0 5 0,0 0-2 0,0 0-1 0,0 0 3 16,0 0 0-16,0 0-4 0,0 0 2 0,0 0-1 16,0 0 2-16,0 0-1 0,0 0 2 15,0 0-1-15,0 0 0 0,0 0 0 0,0 0-1 16,0 0 1-16,0 0-1 0,0 0-1 0,0 0 4 0,0 0-2 16,0 0-2-16,0 0 1 0,0 0-1 0,0 0-1 15,0 0 1-15,0 0 3 0,0 0 4 0,0 0-4 16,0 0-4-16,0 0 0 0,0 0 4 0,0 0-2 15,0 0 1-15,0 0 0 0,0 0 0 0,0 0 2 16,0 0-2-16,0 0-3 0,0 0 3 0,0 0-2 16,0 0 2-16,0 0-2 0,0 0 2 0,0 0 0 15,0 0 0-15,0 0 2 0,0 0-6 0,0 0 7 16,0 0-1-16,0 0 0 0,0 0 5 0,0 0-8 16,0 0 1-16,0 0-2 0,0 0 4 0,0 0-5 15,0 0 4-15,0 0 1 0,0 0 2 0,0 0 0 16,0 0-1-16,0 0 0 0,0 0 5 0,0 0-2 15,0 0 5-15,0 0 3 0,0 0 0 0,0 0-2 16,0 0 1-16,0 0-4 0,0 0-1 0,0 0-4 16,0 0 1-16,0 0-2 0,0 0-1 0,0 0 3 15,0 0-4-15,0 0 0 0,22-1-1 0,-16 2-1 16,-6-1 0-16,10 5 0 0,-3-1 1 0,-2 0-2 16,2 1 2-16,-1 2 0 0,-1-2-2 0,3 4 0 15,-5-1-1-15,1 2 0 0,-1-1 4 0,-2 1-3 0,1 0 3 16,-1 1-2-16,-1 0-1 0,-4-1 2 0,1 1 0 15,1-1-1-15,-2-1 0 0,-2 1-1 16,1 0 3-16,-2 1-3 0,1-1 5 0,-2-2-4 16,1 0 4-16,-1-1-3 0,-1 0 0 0,4-1-1 0,-2-2-4 15,4-1 5-15,3-3-2 0,-7 7-1 16,7-7 6-16,-5 6-3 0,5-6 0 0,-5 3-2 0,5-3 0 16,0 0 2-16,0 0 4 0,0 0-5 15,0 0 2-15,0 0 2 0,14 5-3 0,-3-7 1 16,1 2 1-16,6-2-5 0,-2 1-9 0,2-1-13 15,0-2-25-15,-4 3-26 0,3-1-32 0,-3-1-31 0,-1 2-37 16,-2-2-24-16,1 5-138 0,-2-4-364 0,-2 2 162 16</inkml:trace>
  <inkml:trace contextRef="#ctx0" brushRef="#br0" timeOffset="17523.08">18575 14098 215 0,'0'0'222'15,"0"0"-15"-15,0 0 3 0,0 0-16 0,0 0-19 16,0 0-17-16,0 0-16 0,3-21-13 0,0 12-10 15,6-1-6-15,-2 1-8 0,-1-1-7 0,3-3-3 16,-3 2-6-16,1-3-8 0,1-1-6 0,-1-2-3 16,-2 2-12-16,0 0-4 0,-2-2-4 0,1 3-6 15,-4 0 0-15,1 6-1 0,-2-1-2 0,-1 1 8 16,2 8-7-16,-3-14-1 0,0 9-7 0,-3 2-2 16,6 3-5-16,-9-6-2 0,9 6-5 0,-12-2-1 15,12 2-5-15,-14 2 2 0,14-2-5 0,-6 4-5 16,6-4 0-16,-9 2 1 0,9-2-2 0,-5 5-1 15,5-5 1-15,0 0 1 0,0 0 2 0,0 0 0 16,18 14-7-16,-12-11 6 0,7-3-4 0,-2 3 3 0,7-3-7 16,-1 1 9-16,-2-1-9 0,2 0 2 15,-3 2-1-15,-1-1-2 0,-1 0 0 0,-1 1 0 16,-1-2 0-16,1 4-5 0,-4-1 5 0,-2-1-1 16,0 1 0-16,1 1 0 0,-6-4 0 0,9 9-2 15,-5-4 1-15,-1 1 6 0,-2 2-5 0,2 0 1 16,-3 2-4-16,2-1-19 0,-2 1-24 0,0-2-25 15,-1 1-30-15,0 0-38 0,-2 0-21 0,2-2-33 16,1-7-20-16,1 15-178 0,-2-10-423 0,1-5 187 16</inkml:trace>
  <inkml:trace contextRef="#ctx0" brushRef="#br0" timeOffset="18061.45">18972 13931 81 0,'0'0'195'0,"4"-4"-17"0,-4 4-15 0,0 0-12 16,0 0-7-16,0 0-6 0,0 0-9 0,0 0 0 0,4 16-3 16,-4-16-13-16,-1 10-6 0,1-10-8 15,-1 13-3-15,1-7-6 0,0-6-7 0,-2 13-3 16,2-13-7-16,-1 10-3 0,1-10-2 0,0 7 2 16,0-7 7-16,0 0 5 0,-3 7 16 0,3-7 6 15,0 0 12-15,0 0-21 0,0 0-4 0,0 0-14 16,0 0-2-16,0 0-7 0,0 0-10 0,0 0-6 15,3-28-6-15,0 16-3 0,-1-4-1 0,3 2-8 16,0 1 2-16,3-2-11 0,-3 0-3 0,4 0 0 16,1 0-5-16,-2 6-5 0,0-1-2 0,-1 0 1 15,3 3-5-15,-1-1-6 0,2 3 13 0,-2 5-10 16,2 2-2-16,-3 1 2 0,2 3-5 0,0 0 4 16,-1 4 0-16,-1-1-4 0,1 3 2 0,-3-2 6 15,1 1-7-15,-2-1 1 0,0-1-3 0,0 1 1 0,-3 0 8 16,1-1-6-16,0 0-5 0,-1-4 3 15,-1 1 9-15,-1-6-4 0,4 8 2 0,-4-8 1 16,2 5 9-16,-2-5-8 0,0 0-1 0,0 0-5 16,0 0 5-16,0 0 1 0,0 0-2 0,0 0-5 15,3-28 2-15,0 19-3 0,-2-2-2 0,4 1-3 0,0-3 3 16,1-2-5-16,3-1 1 0,-1-2 0 16,4-3-2-16,-3 6 1 0,2 3-1 0,0 0-1 15,-4 4 6-15,1 1-8 0,0 1 2 0,-3 4-1 16,4 1 3-16,-9 1-2 0,15 3 1 0,-7 2 1 15,-1 3 1-15,1 2-1 0,3 3 6 0,-5 2-4 16,1 4 3-16,-4-3-3 0,1 1 2 0,-2 0-12 0,2 2-24 16,-5-1-28-16,2-1-35 0,-2 1-39 0,-2-3-36 15,3 1-41-15,-1-3-33 0,-1-2-181 16,-1 0-468-16,3-4 208 0</inkml:trace>
  <inkml:trace contextRef="#ctx0" brushRef="#br0" timeOffset="18404.36">19539 14026 11 0,'7'-8'236'0,"-3"1"-1"16,3 0-8-16,-1-3-10 0,-1 1-9 0,5-1-16 15,-5 0-8-15,3 0-11 0,1-2-9 0,1-1-16 16,-2 1-15-16,1-4-13 0,1 2-6 0,-2-1-7 16,1 1-6-16,-2-4-11 0,1 3-8 15,0 0-5-15,-5 4 4 0,1 2-8 0,-2-1 2 0,-1 2-8 16,-1 8 1-16,4-7-10 0,-4 7 10 0,0 0-27 15,0 0 0-15,0 0-11 0,0 0-1 0,0 0-2 16,-22 15-5-16,16-4-3 0,-1-1 4 0,2 2-10 16,1 1 2-16,-1-1-4 0,4-1 1 0,1 2-9 15,2-3 0-15,0 2-3 0,0 1-2 0,3-2-2 16,1-2 2-16,-1 3 3 0,2-5-2 0,0 4-2 16,-2-1-2-16,3-2 2 0,-1 2 2 15,-2-2 1-15,0 2-3 0,0-2 1 0,-2 1 4 16,-2-2-2-16,2 1-9 0,-3 0-10 0,0-2-17 0,0-6-18 15,-5 15-20-15,2-7-26 0,1 0-35 0,-4 0-32 16,3 0-47-16,-5 0-36 0,-1 1-170 0,1-2-454 16,-1 2 200-16</inkml:trace>
  <inkml:trace contextRef="#ctx0" brushRef="#br0" timeOffset="18849.21">18017 14392 133 0,'-7'0'213'16,"7"0"-21"-16,0 0-8 0,0 0-10 0,41-7-9 15,11 1-16-15,14 0-11 0,33-1-8 0,2 2-11 16,10-2-4-16,3-2-6 0,4 4-1 0,-2-3-5 16,0 1 0-16,-2 0-6 0,-4 5 1 0,-1-1-2 15,-11-1-3-15,-31-2-1 0,-5 4 0 0,29-4-2 16,-30 3 12-16,2 0-2 0,-2 0 5 0,-2-1-18 15,-3 2 6-15,-4-1-5 0,-16-1-1 0,0 3-7 16,-4-2-8-16,-10 2-3 0,-3 0 1 0,-1 0-10 16,-7-1-6-16,1 2-1 0,-6 0-10 0,-6 0-3 15,13-2-7-15,-13 2-3 0,8-1-7 0,-8 1-24 16,0 0-21-16,0 0-26 0,0 0-36 0,0 0-29 16,0 0-33-16,0 0-41 0,-25 8-50 0,13-2-28 15,-6-2-232-15,-3-1-538 0,0 4 238 0</inkml:trace>
  <inkml:trace contextRef="#ctx0" brushRef="#br0" timeOffset="19256.59">18006 14994 1906 0,'8'-17'56'0,"1"-6"6"0,1 0-32 16,-4 5-3-16,1 0 6 0,-2 2 12 0,-2 4 2 15,2-4-3-15,0 5 6 0,-3 0 8 0,1 0 13 16,-1 5 11-16,1-1-1 0,-3 7-11 0,3-9-1 15,-3 9-10-15,3-3-8 0,-3 3-6 0,0 0 0 16,0 0 9-16,0 32 9 0,2-14 0 0,-4 6-1 16,2 2 3-16,-1-1-14 0,1 2 2 0,-2-2-8 15,2 4-3-15,0-3 0 0,-2 0-3 0,1-7-3 16,1 0-4-16,1 1-5 0,1-1 2 0,-1 0-3 16,0-1-3-16,3-1-10 0,-1-1-26 0,-2-6-24 15,1 3-23-15,-2-4-19 0,2-2-31 0,-2 3-24 16,0-3-19-16,0-7-16 0,1 9-16 0,-1-9-15 15,0 0-15-15,0 0-176 0,0 0-422 0,0 0 187 16</inkml:trace>
  <inkml:trace contextRef="#ctx0" brushRef="#br0" timeOffset="19514.27">18074 14815 50 0,'10'-13'147'0,"2"4"-1"16,-2 2 0-16,3 6-5 0,-1-1-1 0,1 2-11 15,0 3-5-15,0 2 4 0,-3 0-12 0,4 4-9 16,-6 2-9-16,2 2-3 0,-4-2-7 0,-1 0-1 16,-2 4 0-16,-2 2-7 0,1 1-5 0,-2-7-5 15,-3 0-5-15,2 3-5 0,-3-4-1 0,1 2-4 16,-2-2-6-16,0-2 0 0,3-2-8 0,-1-1-1 16,-1-1-6-16,4-4-3 0,-2 10-2 0,2-10-2 15,0 0-4-15,2 10-1 0,-2-10-8 0,8 4-15 16,1-2-17-16,2 2-28 0,2-1-29 0,4-2-26 15,2 0-44-15,3-1-32 0,-1-2-20 0,1 0-119 16,-5 1-341-16,2-3 150 0</inkml:trace>
  <inkml:trace contextRef="#ctx0" brushRef="#br0" timeOffset="19742.43">18570 14905 126 0,'4'-9'164'0,"-4"9"-6"0,2-14-1 15,-2 14-3-15,0-12-7 0,0 12 2 0,0 0-9 16,-2-12-12-16,2 12-7 0,0 0 2 0,0 0 1 15,0 0-2-15,-23 21 13 0,15-6-7 0,0 3 0 16,-3 7-6-16,1 0-1 0,-1 4-12 0,1-1-5 16,0 4-13-16,5 0 1 0,-2-3-7 0,4 0-9 15,0 2-8-15,3 0-1 0,-1-1-9 0,-2-6-10 16,3 2-2-16,0-7-6 0,3 1-1 16,-1-2-8-16,0 0-16 0,0 0-15 0,-2-3-21 0,0-4-27 15,0 0-33-15,0-11-37 0,0 13-38 0,0-13-57 16,0 11-49-16,0-11-158 0,0 0-454 0,-14 2 200 15</inkml:trace>
  <inkml:trace contextRef="#ctx0" brushRef="#br0" timeOffset="19889.58">18428 15129 139 0,'11'-3'121'0,"1"-1"-13"0,1 1-15 0,5 1-28 15,1-2-41-15,-1-1-54 0,0 4-57 16,2-2-94-16,1 0 42 0</inkml:trace>
  <inkml:trace contextRef="#ctx0" brushRef="#br0" timeOffset="20221.18">18822 15084 144 0,'0'0'178'15,"12"0"-16"-15,-12 0-8 0,9-1-1 0,-9 1-6 16,15-1-8-16,-8-1-9 0,3 1-6 0,2-1-11 15,2 0-7-15,1 0-13 0,6-1-10 0,-3 0-8 16,1 0-28-16,-1-1-25 0,0 2-32 0,-5 0-30 16,-1 0-34-16,0-2-11 0,-2-1-22 0,-3-2-14 15,-7 7-12-15,10-7 4 0,-7 1 13 0,-3 6 27 16,4-13 19-16,-4 13 19 0,1-18 20 0,-1 18 22 16,-6-15 8-16,4 5 19 0,-2 2 7 0,4 8 6 15,-7-11 3-15,7 11 11 0,-8-9 6 0,8 9 5 16,-3-7 10-16,3 7-18 0,-5-3 11 0,5 3 4 0,0 0 14 15,0 0 0-15,-9 12 6 0,6-6-1 16,1 4 5-16,-1 1 15 0,0 3 2 0,1-3-2 16,-2 7-5-16,1-1-3 0,0 0-9 0,1-1-7 15,1 4-7-15,-1-5-8 0,3 2-11 0,-1-1-12 16,0 0-21-16,1 0-31 0,-1-3-34 0,1-1-46 16,1-1-43-16,3-2-30 0,-4 2-43 0,-1-11-119 15,2 12-352-15,-2-12 156 0</inkml:trace>
  <inkml:trace contextRef="#ctx0" brushRef="#br0" timeOffset="20464.58">19365 14901 121 0,'0'0'233'0,"0"0"-16"15,0-13-21-15,0 13-9 0,0 0 5 0,0 0 3 16,0 0 1-16,0 0-4 0,-10 30-8 0,7-13-9 15,-2 1-10-15,1-1-14 0,2 2-13 0,-1 0-16 16,-1 5-7-16,0-6-15 0,3 1-6 0,-2-2-12 16,1 1-7-16,2-3-7 0,0 0 1 0,0-2-18 15,2-2-17-15,-2-2-13 0,0-9-21 0,2 19-33 16,-1-8-33-16,-1-11-34 0,0 12-39 0,0-12-33 16,0 0-40-16,1 12-40 0,-1-12-149 0,0 0-432 15,0 0 192-15</inkml:trace>
  <inkml:trace contextRef="#ctx0" brushRef="#br0" timeOffset="20947.07">19352 14816 140 0,'0'0'178'0,"0"0"1"0,20 1-9 0,-10 4-8 15,-3 0-6-15,3 4-10 0,-2 0-10 0,0 5-4 16,-6-1-7-16,3 1-8 0,-5 2-10 15,0 0-5-15,-1-3-1 0,-3 3 4 0,2-4 1 0,-2-2-10 16,1 0 5-16,-1-1 1 0,4-9-7 0,-5 13-7 16,1-7-4-16,4-6-8 0,-3 9-4 15,3-9-13-15,0 0-2 0,-4 13-8 0,4-13 3 16,0 0-6-16,0 0-3 0,7 14-7 0,-7-14-18 16,11 7-25-16,-2-3-24 0,3-4-20 0,0 0-34 0,-1 0-24 15,-11 0-17-15,25-1-29 0,-13-1-2 0,3-2-10 16,-3 0 15-16,0-1 14 0,6 1 3 0,-7 0 14 15,1-1 14-15,0-2 12 0,0 2 21 16,1-3 9-16,-3 1 16 0,0 1 19 0,-2 0 19 0,2 0 11 16,-5 1 16-16,2 2 18 0,-2 0 14 15,-5 3 4-15,9-6 12 0,-9 6-2 0,6-4-3 16,-6 4-2-16,0 0 2 0,0 0 12 0,0 0 18 0,0 0 9 16,1 18 9-16,-6-7 5 0,3-1 5 15,-5 5 5-15,2 1 3 0,-1-1-4 0,1 1-5 0,1 3-5 16,1-3-9-16,1 0-6 0,-2 0-5 15,1-5-9-15,2 1-8 0,2 1-4 0,1 3-6 16,-1-7-9-16,4 1-3 0,1 0-6 0,0-3-2 16,1 0 4-16,5-1-18 0,-3 0-14 0,2-3-29 0,3-3-30 15,-1 3-35-15,5-3-37 0,-3-6-40 0,4 2-62 16,2-2-45-16,-5 0-238 0,2-4-542 16,-1-1 241-16</inkml:trace>
  <inkml:trace contextRef="#ctx0" brushRef="#br0" timeOffset="21171.79">20207 14793 8 0,'0'0'239'0,"0"0"3"16,0 0-8-16,0 0 5 0,15 18-8 0,-11-7-10 16,0 4-14-16,1 5-3 0,-1 5-12 0,2-2-16 15,1 3-15-15,-4 1-15 0,1-3-15 0,0 2-12 16,-1 0-8-16,-2-7-9 0,0 5-13 0,-1 2-7 0,-2-7-11 15,1 0-17-15,-5-1-16 0,-1 0-29 16,-3 0-24-16,-5 2-30 0,-4 2-27 0,-4 2-16 16,-4-2-31-16,-13 4-44 0,6-7-48 0,-13 3-222 15,-9-2-467-15,-2-1 207 0</inkml:trace>
  <inkml:trace contextRef="#ctx0" brushRef="#br0" timeOffset="21538.24">17751 14692 193 0,'-7'-10'195'0,"0"4"-12"0,-2 3-17 0,-4 3-3 16,-1 7-2-16,-4 7-3 0,-8 7-6 16,-5 17 4-16,0 10-19 0,0 4-5 0,-6 24-5 0,19-23-1 15,3 2-7-15,7 2-6 0,5-1-9 16,10-1-10-16,6-1-9 0,11-1-11 0,5-8 0 0,9 0-9 15,10-4-10-15,26 6-14 0,-16-17-26 0,23 8-33 16,-23-17-42-16,25 7-31 0,-23-12-57 0,4-5-59 16,-4 0-187-16,-1-2-428 0,-4-1 190 15</inkml:trace>
  <inkml:trace contextRef="#ctx0" brushRef="#br0" timeOffset="26390.2">7858 15953 42 0,'-12'-3'228'0,"5"3"-9"0,7 0-11 15,-16-1-13-15,16 1-10 0,-7 0 12 0,7 0-16 16,-8-2-12-16,8 2-12 0,0 0-10 0,0 0-10 16,0 0-15-16,0 0-9 0,0 0-12 0,0 0-10 15,0 0-8-15,26-6-6 0,-6 4-7 16,2 1-10-16,-3 0-16 0,9-2-35 0,-1 0-32 15,-5 1-31-15,-4 0-59 0,2 2-50 0,0 0-48 0,-9 0-168 16,-4 1-410-16,1 0 181 0</inkml:trace>
  <inkml:trace contextRef="#ctx0" brushRef="#br0" timeOffset="26564.62">7855 16086 110 0,'-11'3'219'0,"1"2"-17"0,3-3-10 15,0 0-4-15,7-2-7 0,-11 4-12 0,5-3-16 16,6-1-11-16,0 0-15 0,0 0-13 0,0 0-11 16,22 5-11-16,-4-5-24 0,3 0-31 15,11-5-45-15,3 4-43 0,3-3-53 0,12-4-62 16,1 6-129-16,0-10-319 0,-2 2 140 0</inkml:trace>
  <inkml:trace contextRef="#ctx0" brushRef="#br0" timeOffset="28814.36">9395 15702 68 0,'17'-14'67'15,"-17"14"-5"-15,0 0 10 0,0 0-6 0,0 0 4 16,6-2 5-16,-6 2-9 0,0 0-6 0,0 0 6 16,0 0 0-16,0 0-8 0,0 0-3 0,0 0 3 15,0 0-3-15,0 0-14 0,8-3 4 0,-8 3-2 16,0 0-9-16,0 0 2 0,0 0-2 0,0 0-8 16,0 0-10-16,0 0 8 0,0 0 5 0,0 0-4 15,0 0-4-15,0 0 3 0,0 0-6 0,0 0-6 0,0 0 3 16,0 0 5-16,0 0-4 0,0 0-9 15,0 0 5-15,0 0-7 0,0 0 14 0,0 0-15 16,0 0 1-16,0 0 6 0,0 0-8 0,0 0 5 16,0 0-2-16,0 0 0 0,0 0 3 0,0 0 1 15,0 0-1-15,-15 14 3 0,15-14-2 0,0 0 4 16,0 0 1-16,-8 2-1 0,8-2-1 0,0 0 4 16,0 0 3-16,0 0 4 0,0 0 0 0,0 0 1 15,0 0-6-15,0 0 4 0,0 0-7 0,-6 4 5 16,6-4-9-16,0 0 1 0,0 0 0 0,0 0 8 15,0 0 2-15,20 2 3 0,-8-2-4 0,5 3-3 16,3-5-6-16,8 0 0 0,3 2-1 0,-1-2 2 16,1-1-13-16,2 1-13 0,-2-2-18 0,-2 4-24 15,-7-1-24-15,6-2-27 0,-8 3-29 0,0 0-27 16,-8 2-81-16,-3-4-263 0,-1 1 117 0</inkml:trace>
  <inkml:trace contextRef="#ctx0" brushRef="#br0" timeOffset="29206.48">9604 15677 106 0,'0'0'171'0,"-2"9"-10"16,2 2 1-16,0 0 3 0,2 2 2 0,-1 3-14 15,0 10-10-15,-2-1 15 0,2 2-11 0,1-1-16 16,-4-1-12-16,2 2-8 0,0-8-11 0,2 6-11 15,-2-8-7-15,0 4-12 0,0 4-3 0,-2-7-5 16,2-3-8-16,0 2-5 0,0-5-5 0,-1-2-2 16,-2 1-4-16,3 0-3 0,-1-3-3 0,0-2-1 15,1-6-3-15,-4 11 1 0,-1-6-6 0,5-5-1 16,-12 6-2-16,6-3-2 0,6-3 0 0,-15 1-2 16,15-1-5-16,-17-7 3 0,6 4-3 0,0-3-2 15,0 1 0-15,-1-1 1 0,3 1-4 16,0-1-1-16,-1-2-1 0,3 3 1 0,0 2-2 0,7 3 1 15,-8-8-2-15,8 8-2 0,-5-3 0 0,5 3 2 16,0 0 3-16,0 0 2 0,0 0-1 0,0 0 5 16,0 0-3-16,25 3 0 0,-10-2-3 0,3 2 5 15,4-2-5-15,1-2-11 0,7 1-23 0,1 0-33 16,2 1-33-16,-2-3-45 0,-3 0-43 16,0 1-30-16,0 0-170 0,-7-4-414 0,-1 3 183 0</inkml:trace>
  <inkml:trace contextRef="#ctx0" brushRef="#br0" timeOffset="29698.38">9923 16008 56 0,'0'0'142'0,"0"0"6"0,0 0-3 0,2 13-1 15,-2-13-4-15,-2 12-9 0,2-12 0 0,-2 11-3 16,2-11 2-16,0 10-4 0,0-10 4 0,-2 12-3 0,2-12 5 16,-2 10-3-16,2-10 7 0,1 7-4 0,-1-7 5 15,0 0 4-15,0 0 6 0,-1 7 8 0,1-7-5 16,0 0-5-16,0 0-9 0,0 0-7 15,0 0-17-15,0 0-13 0,0 0-24 0,0 0 10 16,-8-24-7-16,8 14-8 0,0-1-9 0,0 3-7 16,1-3-23-16,2 0 14 0,0 0-1 0,2 0-9 0,0 2-17 15,2-2 1-15,0 1 0 0,2 3-7 0,-1 1 1 16,3 1-8-16,-2 1-4 0,1 2-4 16,3 1 5-16,-2 3-3 0,1 2 6 0,1 2-7 15,-3 0 3-15,1 1 0 0,-3 2-1 0,2-1-5 16,-3 2-14-16,2-5 26 0,-3 4-6 0,-1-1-2 15,-1-2 1-15,0 0 1 0,0 0-5 0,1-1 7 16,-5-5-1-16,5 9-1 0,-5-9 7 0,4 4-4 0,-4-4 5 16,0 0 3-16,0 0-3 0,6 2-3 15,-6-2-22-15,0 0 33 0,0 0-11 0,3-17 0 16,2 10-8-16,-3 1 10 0,3-5-10 0,0 4-1 16,3-3 1-16,0-1-2 0,0 1-18 0,3 1 14 15,-2 1 0-15,1 1-6 0,0-1 4 0,1 3 5 16,-2 0-6-16,5 3 0 0,-3 0-14 0,1 2 15 15,-2 0-1-15,1 4 3 0,0 1 2 0,-2 2-4 16,0 2 9-16,-3-1-5 0,1 1 0 0,0 1 1 16,-2 2 0-16,0-1 3 0,-3 4 0 0,1-3-15 15,1-1-25-15,-3 5-38 0,-2-6-43 0,-1-1-42 16,2 2-52-16,-3-2-59 0,-2 1-251 0,5-10-572 16,-10 13 254-16</inkml:trace>
  <inkml:trace contextRef="#ctx0" brushRef="#br0" timeOffset="30024.48">10560 15401 67 0,'13'-6'240'0,"0"4"-14"16,0 1-8-16,5 3-15 0,-5 2-11 0,5 2-18 15,-4 2-8-15,-1 4-3 0,-2 3-18 0,-2 1-12 16,-1 2-11-16,-3 2-12 0,-1 5-8 0,-4-2-7 16,0-3-2-16,-5-2-6 0,-2 0-5 0,1-2 3 15,-2 1-2-15,3-7-5 0,0 1 2 0,-3-4-6 16,5 1-4-16,0-4-9 0,0 2 0 0,3-6-12 16,-4 10-6-16,4-10-12 0,-2 7 15 0,2-7-8 15,6 6-6-15,-6-6-4 0,19 4 0 0,-2-4-7 16,4 1 2-16,8-3-6 0,4-1-17 0,4 1-25 15,0 2-34-15,2-3-36 0,-2 4-42 0,-4 1-52 16,-2 0-57-16,-3 2-224 0,-14-1-508 0,-3 3 225 16</inkml:trace>
  <inkml:trace contextRef="#ctx0" brushRef="#br0" timeOffset="30464.45">9335 16477 147 0,'-10'-1'212'0,"0"1"-2"0,10 0-5 0,-14 0-14 16,7-2-7-16,7 2-18 0,-11 0-12 0,11 0-14 15,-9-1-8-15,9 1-17 0,0 0-12 0,-9 1-7 16,9-1 2-16,0 0 7 0,0 0 5 0,25 6-1 16,2-7-6-16,9 2-6 0,17-2-4 0,13-2-3 15,29-6-8-15,-6-1-3 0,1-2-6 0,3 3-1 16,-1-2-3-16,-3 1-4 0,-27 4-7 0,3 0-3 15,-1-2 0-15,-3 5-7 0,-3-1 0 16,-2 2-1-16,-2 2-21 0,-16-2 22 0,-2 1-8 0,-1 2-9 16,-4-2-2-16,-4 4-5 0,-7-1-4 0,-6-1 0 15,-2 2-6-15,0-2-19 0,-5 0-18 0,1 2-15 16,-4 0-28-16,-4-3-36 0,0 0-42 0,0 0-56 16,-12 11-40-16,-2-7-48 0,-3 2-172 0,-4-3-498 15,-9 2 220-15</inkml:trace>
  <inkml:trace contextRef="#ctx0" brushRef="#br0" timeOffset="31133.2">9651 16688 110 0,'0'0'267'0,"0"-8"-10"0,0 8-8 0,0 0-11 16,3-9-14-16,-3 9-20 0,0 0-15 0,0 0-21 0,0 0-17 15,0 0-14-15,2-6-14 0,-2 6-12 0,0 0 1 16,0 0-2-16,0 0-1 0,5 32-5 16,-6-21-11-16,1 6-5 0,1-1-7 0,-2 1 1 15,0 2-20-15,2-1-3 0,0-1-6 16,0-2-6-16,2 3-5 0,0-1 1 0,2-2-6 0,-3-2 1 15,6-1-8-15,1-5-5 0,0 5 11 0,0-4-3 16,2 0-12-16,1-2-1 0,-1-4 0 0,7 1 0 16,-5-2-3-16,6-1 8 0,-1-1-12 0,-1-2 2 15,-3 1-6-15,-2-2 0 0,-1-1 1 0,0 0 4 16,-1-2-8-16,-2 0 10 0,3-2-5 0,-4 1 2 16,-2-1-1-16,-1-3 2 0,0 5 15 0,-3-6-10 15,2 0-6-15,-3 3 5 0,0 10 1 0,0-16 18 16,0 16 0-16,-2-13 6 0,2 13-3 0,0-12 5 15,0 12-4-15,0 0-6 0,-1-12-2 0,1 12-4 16,0 0-10-16,0 0 8 0,0 0-2 0,0 0 5 16,0 0 12-16,1 39 9 0,1-21-6 0,-4 2-4 15,4 6 2-15,-1-1 2 0,-2 1-6 0,2-2-5 16,-2 3-7-16,4-2 1 0,0-1-1 0,-3-6 0 16,2 0 1-16,0-1-9 0,-1 1-12 0,0-2-1 15,2 0-34-15,-1-5-12 0,0 2-36 0,0-2-45 16,1 1-30-16,0-3-36 0,-2-1-31 0,-1-8-52 15,2 10-52-15,0-5-280 0,-2-5-653 0,0 0 289 16</inkml:trace>
  <inkml:trace contextRef="#ctx0" brushRef="#br0" timeOffset="31605.03">11457 15876 13 0,'1'-6'265'0,"2"-1"-17"16,-3 7-14-16,5-10-23 0,-5 10-20 0,0-8-16 15,0 8 15-15,0 0 2 0,0 0 2 0,-10 31-4 16,2-4 7-16,-5 7-8 0,0 13-8 0,-2 7-8 15,0 2-7-15,2 0-13 0,1-1-16 0,1-1-3 16,-2-2-15-16,8 1-7 0,1-6-14 0,2-13-11 16,4 0-7-16,3 0-2 0,6-2-12 0,0-2-6 15,0-1-6-15,5-3-2 0,0-2-6 0,6-1-14 16,-2-2-19-16,2-4-21 0,1-3-23 0,4-2-37 16,-2-2-34-16,-5-3-46 0,9-2-44 0,-8-1-61 15,6-2-65-15,-7-2-217 0,-2-4-581 0,2 0 257 16</inkml:trace>
  <inkml:trace contextRef="#ctx0" brushRef="#br0" timeOffset="31905.64">12060 16207 2367 0,'2'-34'12'0,"4"4"58"0,-3 2 29 0,-1 2-3 15,0 8 15-15,-2 3-9 0,0-1-9 0,0 6-8 16,2 0 0-16,-1 1 2 0,-1 9-3 0,0-12-14 16,0 12 0-16,0 0-11 0,0 0-1 15,0 0 12-15,0 0-8 0,4 30 2 0,-5-5-1 16,-1 4 4-16,1 1-8 0,0 4 2 0,-3-4-4 0,0 4-3 16,0-4-7-16,3 2-4 0,-1-3-1 0,0 0-2 15,-2-1-4-15,2-3-12 0,0-1 0 0,2-6-1 16,0-1-5-16,2 0-34 0,-1-4-26 0,0 0-24 15,3-4-36-15,-2 1-42 0,-2-3-37 16,0-7-41-16,3 10-39 0,-2-6-39 0,-1-4-212 16,0 0-553-16,0 0 244 0</inkml:trace>
  <inkml:trace contextRef="#ctx0" brushRef="#br0" timeOffset="32203.99">12129 15931 11 0,'13'-7'210'0,"-1"1"-6"0,3 1-11 16,2 3-1-16,-4 2-10 0,5 2-9 0,-2 3-12 15,0 2-11-15,-3 3-10 0,-3 0-11 0,0 3-16 16,-3 1-8-16,-3 1-10 0,-4 6-8 0,-2-7-5 16,-1 8-10-16,-5-4-3 0,-6 3-11 0,1 1-5 15,-1-8-1-15,3 1-8 0,0-4-3 0,-3-1-3 16,5-3-3-16,-2 1 1 0,4-3 1 0,1-1-2 15,1 0 2-15,5-4-5 0,-11 5-2 0,11-5-6 16,-2 6-3-16,2-6 1 0,-5 7-3 0,5-7-3 16,0 0 0-16,9 14-2 0,0-7-4 15,0 0-15-15,2-2-18 0,3 4-38 0,-1-4-32 16,3 1-33-16,-5-2-31 0,5 0-26 0,-3-2-34 16,1 0-146-16,-1-1-392 0,1-1 174 0</inkml:trace>
  <inkml:trace contextRef="#ctx0" brushRef="#br0" timeOffset="32444.48">12498 16172 92 0,'8'-14'118'0,"1"-1"4"0,1 1 2 0,-4 4 1 0,-3-2 18 16,1 1-4-16,2 1 7 0,-4 1 4 0,-2 9-3 15,0-14 13-15,0 14-2 0,0-12-5 16,0 12-11-16,0 0-12 0,0 0 11 0,0 0 3 16,0 0 5-16,-21 19 7 0,11 5 3 0,-3 3-2 0,2 4-10 15,-3 3 0-15,1 10-8 0,4-10-11 0,-4 11-4 16,8-11-9-16,-3 0-16 0,7 0-5 15,-4-2-5-15,1 1-10 0,4-2 2 0,0-3-20 16,0 0-11-16,2-1 9 0,0-8-28 0,-2-1-19 16,2-1-39-16,1-4-46 0,-3-3-41 0,3 0-41 15,-5-1-35-15,2-9-43 0,0 0-37 0,2 16-37 16,-2-16-201-16,0 0-548 0,0 0 243 0</inkml:trace>
  <inkml:trace contextRef="#ctx0" brushRef="#br0" timeOffset="32601.93">12402 16351 72 0,'12'-3'136'16,"2"0"-24"-16,4-2-32 0,2 2-34 0,-2-1-34 15,4 0-40-15,-1 1-44 0,-4 0-78 0,2 1 35 16</inkml:trace>
  <inkml:trace contextRef="#ctx0" brushRef="#br0" timeOffset="32762.44">12733 16299 43 0,'0'0'170'0,"14"-1"3"15,-14 1 0-15,0 0 3 0,13-4 1 0,-5 3-4 16,0 0-9-16,3-1-10 0,1 1-7 16,3-1-3-16,2 0-11 0,2-2-11 0,4-1-15 15,-3 2-9-15,9-2-11 0,-3 0-9 0,-5 0-26 16,0 1-25-16,-4 1-34 0,-3 0-36 0,-1-2-30 15,1 2-45-15,-3-2-27 0,-2 1-32 0,-9 4-130 16,9-7-330-16,-9 7 146 0</inkml:trace>
  <inkml:trace contextRef="#ctx0" brushRef="#br0" timeOffset="32945.41">13050 16122 55 0,'0'0'137'0,"-6"-11"-1"0,6 11-4 0,0 0 4 15,-6-4 5-15,6 4 3 0,0 0 16 0,0 0 6 16,-13 17-2-16,7-6 10 0,1-1-3 0,0 6 0 15,-1-1 3-15,1 2-4 0,1 1-5 0,0 0-6 16,4 0-15-16,-2-1-12 0,1 2-17 0,-1-1-9 16,2 1-4-16,0-2-16 0,-2 0-26 0,2-4-40 15,0 4-29-15,-3-3-39 0,3-3-57 0,-2 2-53 16,0-4-64-16,2 1-241 0,0-10-503 0,-5 14 223 16</inkml:trace>
  <inkml:trace contextRef="#ctx0" brushRef="#br0" timeOffset="33252.75">13308 15920 1945 0,'17'-9'124'0,"-4"-5"-3"0,1 5-16 16,-6 2-2-16,-1 1-8 0,-3 1-9 0,0 2-13 0,-4 3-3 15,10-6-21-15,-10 6 12 0,0 0 8 16,0 0 9-16,13 14 7 0,-11-5 10 0,5 7 3 16,-5 4 7-16,0 5-5 0,1 2 0 0,-1 3-8 15,-4-2-7-15,2 1-5 0,-3 0-3 0,-3-2-11 0,3-1-7 16,-1 0-5-16,0-3-10 0,0-4 6 16,3 1-10-16,-3-4-1 0,2 1-22 0,-1-6-17 15,3 6-17-15,0-6-28 0,-2-3-49 0,1 1-34 16,-1-2-41-16,2-7-41 0,-2 10-53 0,2-10-50 15,-2 6-192-15,2-6-546 0,0 0 242 0</inkml:trace>
  <inkml:trace contextRef="#ctx0" brushRef="#br0" timeOffset="33551.15">13417 15922 2066 0,'8'-24'29'0,"-1"6"25"0,-1 3-24 0,4 1-2 15,-4 3-6-15,1 1 3 0,0 2-2 0,2 3 9 16,0 3 8-16,0 0 1 0,2 2 8 0,-2 2-5 16,2 2 6-16,-1 2 0 0,-4 5-1 0,1-2-7 15,-1 6-3-15,-1 1-1 0,-5 2 1 0,0 0-9 16,-5-2 0-16,-1 4-3 0,-3-2-1 0,-5 3 4 16,1-6-10-16,-5 4 3 0,5-7-8 15,-1 0 1-15,3 2 0 0,4-7-5 0,3-2-2 0,-2 0 4 16,6-5-6-16,-6 8-1 0,6-8 1 0,-4 9 0 15,4-9-2-15,0 0 3 0,2 14-5 16,-2-14 4-16,16 10 1 0,-5-6-11 0,7 1-26 0,-5-1-32 16,6 1-35-16,0-2-53 0,2-3-50 0,-1 1-46 15,-2 0-144-15,2-3-422 0,-2 0 188 0</inkml:trace>
  <inkml:trace contextRef="#ctx0" brushRef="#br0" timeOffset="33806.74">13877 16044 129 0,'6'-6'187'0,"-6"6"-11"0,5-3-9 0,-5 3 12 0,0 0 8 16,0 0 8-16,6 16 10 0,-8-9 3 0,0 4-5 15,-2 1 2-15,-1 6 0 0,-4 8 0 0,2-3-10 16,-1 2-5-16,-3 0-4 0,3-2-12 16,2-4-17-16,-1 0-1 0,3 6-8 0,1-7-10 15,1-1-15-15,2-2-12 0,0-2-8 0,0-2-9 16,3 0-5-16,1-3-6 0,0 1-9 0,5 2-6 15,1-5-10-15,2 0 1 0,1 0-6 0,6-2-4 0,1-1-7 16,0-3-17-16,-1 2-36 0,3-2-29 16,-2-2-51-16,2-1-38 0,-3-1-46 0,0-3-55 0,-2 1-55 15,0-2-65-15,-5 0-237 0,3-1-633 16,-1-3 280-16</inkml:trace>
  <inkml:trace contextRef="#ctx0" brushRef="#br0" timeOffset="34087.47">14566 15743 63 0,'0'-8'273'0,"4"2"-11"0,-4 6-6 0,2-9-12 15,-2 9-14-15,1-8-21 0,-1 8-23 0,0 0-12 16,0 0 4-16,0 0-1 0,16 20 5 0,-7 5-6 15,2-1-8-15,1 4-14 0,-2 4-3 0,-1 2-5 16,2-3-13-16,-4 4-9 0,-2-3-9 0,1 4-4 16,-3-4-15-16,2 3-10 0,-3-3-9 0,-2 1-2 15,0-3-8-15,-3 0-19 0,-4 0-11 0,1-3-34 16,-3 1-34-16,-5-3-51 0,1-1-59 0,-5-2-64 16,3-8-82-16,-2 1-290 0,4-3-623 0,-5-2 276 15</inkml:trace>
  <inkml:trace contextRef="#ctx0" brushRef="#br0" timeOffset="34236.78">14442 16363 222 0,'0'0'242'0,"-6"-12"-16"0,6 12-11 16,0 0-27-16,-12-1-11 0,12 1-23 0,-17 1-24 15,3 1-46-15,-2 2-48 0,-4 0-77 0,1-2-60 16,-11 5-155-16,3-4-276 0,-6 4 122 0</inkml:trace>
  <inkml:trace contextRef="#ctx0" brushRef="#br0" timeOffset="85352.69">15905 16273 96 0,'0'0'160'0,"-2"-9"0"0,2 9-8 16,-4-10-3-16,0 5 1 0,4 5-11 0,-6-11-2 16,2 7-5-16,4 4-7 0,-7-9-11 0,2 5-13 15,5 4-9-15,-7-5-9 0,7 5-9 0,0 0-7 16,-15 3-1-16,5 3 19 0,0 3-11 0,-1 1-4 15,-3 3-5-15,1 3-9 0,-2 0-7 0,-1 4-4 16,1 5-2-16,2 0-3 0,-1-1-3 0,2 0-30 16,3 2-1-16,6-7 0 0,-1-1-2 0,1 0 1 15,6-3-4-15,-3 2 2 0,5-5-4 0,-1 4 4 16,2-2 2-16,2-3-1 0,-2-4-1 0,6 2 1 16,1-4-1-16,3 0 3 0,2-1-2 0,2-5 5 15,1 0-3-15,-2-5 1 0,-1 1-4 0,1 0 3 16,2-3-1-16,-2 1-1 0,4-9 2 0,-10 6 1 15,-2-3 1-15,-2-2-1 0,-1 2 6 0,-1-1-3 16,-3 1-1-16,-2-3-2 0,-4 1-2 0,1-3 1 16,-2 0-4-16,-2 1 2 0,0-2-2 15,-3 3 4-15,-3 0-3 0,1 2-3 0,-4-1-3 16,1 4-11-16,1 0-15 0,-3 1-19 0,3 5-18 16,-1 1-15-16,-2 3-29 0,1 1-28 0,3 3-9 0,-1 3-28 15,-3 2-7-15,2 4-113 0,-1 0-319 0,3 0 142 16</inkml:trace>
  <inkml:trace contextRef="#ctx0" brushRef="#br0" timeOffset="85732.18">15991 16609 97 0,'14'-1'156'0,"1"-5"0"15,-2 1-8-15,5-5-1 0,1-1-15 0,7-2-4 16,-6-1-11-16,3-1-3 0,-4-3-6 0,-5 5-4 15,2-1-5-15,-4-1-3 0,0-1-4 0,-2-1-7 16,-3-2-7-16,-4 2-4 0,1-2-1 0,-1 3-5 16,-3-1-8-16,-4 2-4 0,-1 4-3 0,0-1-5 15,-2 0-6-15,-3 3-2 0,0 1-3 0,-5 1-5 16,3 1-5-16,0 1-2 0,1 0-3 0,3 1-5 16,8 4-1-16,-12-3-1 0,12 3-1 0,-11-3-3 15,11 3-2-15,0 0-2 0,0 0-1 0,0 0-1 16,0 0-1-16,0 0 2 0,25 17-2 0,-13-14-1 15,5 0-2-15,1 2 1 0,-1 0-2 0,2-1 1 16,-3 1 0-16,-2 2-3 0,2-1 3 16,0 1-6-16,-3 1 6 0,-3 0-3 0,-2 2 2 0,2 3-2 15,-2 2 2-15,0 0 2 0,-3 3-3 0,0-1 3 16,-1 0 3-16,1 2-2 0,-3-1 1 0,3 0-3 16,-2-1-20-16,-1 0-28 0,4-2-29 15,-1 2-41-15,1-3-54 0,1-4-49 0,-1-1-113 16,2 0-359-16,2-4 159 0</inkml:trace>
  <inkml:trace contextRef="#ctx0" brushRef="#br0" timeOffset="85868.6">16976 16354 51 0,'3'-7'137'15,"-3"7"-27"-15,0 0-23 0,0 0-21 0,0 0-28 16,9-4-53-16,-9 4-64 0,0 0-87 0,0 0 39 15</inkml:trace>
  <inkml:trace contextRef="#ctx0" brushRef="#br0" timeOffset="86461.85">18552 16103 20 0,'-2'-17'160'0,"-1"2"-3"15,0 3-8-15,3 12-10 0,-5-20 1 0,4 10-4 16,1 10 3-16,0 0-19 0,-3-14-11 0,3 14-17 16,0 0-8-16,0 0-9 0,0 0-5 0,0 0-7 15,0 0-5-15,0 0 0 0,0 0-2 0,17 39 8 16,-8-13 9-16,-1-1-11 0,-1 3-3 0,2-3-7 15,-2 3-1-15,0-2-6 0,1 1-3 0,-3 0 0 16,4-3-4-16,-4-5-3 0,0 0-5 0,2 0-5 16,-3-2 7-16,-2-2-11 0,4 0 8 15,-2-4-10-15,0 1 0 0,0-2-2 0,0 1 1 16,0-4-4-16,-2 1 1 0,2-3-5 0,0 0 5 0,0 1-4 16,-4-6 0-16,3 7 11 0,-3-7 13 0,0 0-1 15,6 3 2-15,-6-3-7 0,0 0-2 16,11-13-1-16,-8 4-4 0,3-3-1 0,3-4 5 15,0-1-5-15,2-6-8 0,-6 4 0 0,4-4 0 16,2-1-5-16,-4-1-2 0,0 6 2 0,-1-7-1 16,2 8-3-16,-4-1 0 0,2 4 2 0,-2-3-4 15,0 7-3-15,-3 0-6 0,2 1-16 0,-3 10-23 16,2-17-31-16,-2 17-40 0,0 0-20 0,0 0-29 16,0 0-11-16,0 0-15 0,0 0-161 0,0 0-381 15,0 0 168-15</inkml:trace>
  <inkml:trace contextRef="#ctx0" brushRef="#br0" timeOffset="87000.52">18843 16489 16 0,'0'0'169'0,"0"7"-14"15,0-7-9-15,0 0-8 0,0 12-14 0,0-12-6 16,-1 7-7-16,1-7-7 0,-1 7 3 0,1-7-1 15,0 0-11-15,1 10-1 0,-1-10-1 0,0 0 0 16,0 0 11-16,0 0 1 0,-4 7 7 0,4-7-3 16,0 0-11-16,0 0-9 0,0 0-9 0,0 0-8 15,0 0-10-15,1-27-3 0,1 16-6 0,-1-1-4 16,3-4-7-16,0 0-3 0,0-3-2 16,1 3-4-16,2-3-10 0,0 2 2 0,0 4 0 15,2-2-2-15,2 2-6 0,-4 6 1 0,1-2-2 16,3 3-4-16,-4 3 0 0,-7 3-2 0,14-5 2 15,-6 5-8-15,3 3 0 0,-2 1 1 0,1 1-5 0,0 3 6 16,-1 5-4-16,2 2 7 0,-1-2-9 0,-4 3 6 16,-1-3-3-16,-2-2 2 0,-2 0 0 15,2 0 0-15,-3 0-5 0,-1-3 7 0,3-4-2 16,-2-4 4-16,0 11-3 0,0-11 1 0,0 7 6 16,0-7 8-16,0 0-3 0,0 0-1 0,0 0 0 15,0 0-2-15,0 0-2 0,0 0 1 0,-5-22-6 16,5 22 2-16,3-23 0 0,0 11-2 0,5-5 1 15,-2 0-6-15,2-2-2 0,0 1 2 0,3 2-5 16,1 1 0-16,2 1-1 0,-7 3 0 0,1 2 1 16,-1 3 1-16,-2-1-4 0,-5 7-1 0,10-6-1 15,-10 6 3-15,10 0 0 0,-10 0-1 0,0 0 0 16,14 6-3-16,-9 1 7 0,-1 2-3 0,0 0 5 16,-2-1-9-16,1 5-10 0,-2-3-16 0,2 2-13 15,-4-2-15-15,2 1-24 0,-1-11-26 0,-4 22-25 16,1-11-23-16,1-1-31 0,-2 0-35 0,0-3-130 15,4-7-385-15,-6 12 171 0</inkml:trace>
  <inkml:trace contextRef="#ctx0" brushRef="#br0" timeOffset="87830.86">19706 15802 21 0,'0'0'102'16,"0"0"1"-16,0 0-4 0,0 0-11 0,0 0-6 15,0 0 3-15,0 0-4 0,1-10-4 0,-1 10-7 16,0 0-12-16,0 0 1 0,0 0-7 0,0 0-7 16,0 0-3-16,0 0-5 0,0 0 5 0,0 0-2 15,0 0-3-15,0 0-1 0,0 0-3 0,0 0-5 16,0 0 6-16,0 0-3 0,0 0 4 0,0 0-1 15,0 0-9-15,0 0 11 0,14 2-14 0,-14-2 6 16,12 8-1-16,-12-8 0 0,10 9-2 0,-3-2 1 16,0 1-6-16,-2 0-4 0,-2 3 2 0,1 2-10 15,-1-1 9-15,0-1-3 0,-2 6 2 0,-1 0-3 16,-5-3 0-16,-1 5 5 0,-4-4-7 16,-4 6 0-16,3-6 2 0,-1-1-4 0,0 0 7 15,-3-1-9-15,6-3 6 0,-4 1-2 0,4-5-6 16,4 2 4-16,5-8-2 0,-9 11 0 0,9-11 1 15,-8 6-1-15,8-6 1 0,0 0-1 0,0 0 3 16,0 0-5-16,0 0-2 0,0 0 3 0,33 0 0 16,-12-6-3-16,12 0 1 0,0-1-3 0,2 1 3 15,-1 1 1-15,1 0-15 0,-4-1-14 0,-2 3-32 16,-7 2-19-16,0 1-31 0,-2 0-25 0,0 1-12 16,-2 2-103-16,-4-1-265 0,-3 1 117 0</inkml:trace>
  <inkml:trace contextRef="#ctx0" brushRef="#br0" timeOffset="88273.77">18359 16647 32 0,'0'0'143'0,"0"0"2"16,37-3-17-16,-4 2 1 0,18-4-5 0,11 1-4 16,0 0-5-16,33-1-6 0,-6-2 0 0,3 1 0 15,-1 2-4-15,2-3-7 0,-2 1-5 0,-28 4-2 16,3-1-10-16,29-1 0 0,-31 1-12 0,1 3 1 16,0-3-8-16,-1 0-6 0,0 5-3 0,-2-2-9 15,-4 2-4-15,-7 0-7 0,0-1 3 0,-15 1-12 16,0-2-9-16,-3 1-19 0,-2 1-26 0,-8-2-13 15,-2 0-27-15,-4 0-25 0,-3 1-23 0,-4-2-24 16,-10 1-33-16,16-5-99 0,-16 5-295 0,0 0 131 16</inkml:trace>
  <inkml:trace contextRef="#ctx0" brushRef="#br0" timeOffset="88972.43">18406 16881 135 0,'0'0'127'15,"0"0"-18"-15,0 0-5 0,0 0-2 0,0 0-13 0,0 0-8 16,0 22-1-16,0-14 1 0,-1 6-7 0,1-2-9 16,-1 3-3-16,1-1-8 0,0-1-2 15,1 0-3-15,0-2-7 0,0 2 1 0,1-3-9 16,0 2-1-16,2-5 0 0,-1 0-5 0,2 1 10 15,-2-3 1-15,4 0 6 0,-1-2 2 0,2 1-3 16,0-4 0-16,-8 0-6 0,15 0 1 0,-6-3-5 16,-1 1 1-16,1-4 0 0,-3 1 3 0,3-1 5 15,-4 0 2-15,0-2-3 0,5 2 0 0,-6-3-3 16,0 2 0-16,0-3-1 0,-1 3-2 0,-2 0 6 16,-1 7 1-16,3-12 2 0,-1 9-5 0,-2 3-3 15,0 0-8-15,5-9-3 0,-5 9-8 0,0 0 4 16,0 0-5-16,0 0-4 0,0 0-1 0,0 0-1 15,4 24 2-15,-5-12 0 0,1 5-1 0,-2 3 1 16,-3-3-2-16,4 9-2 0,-1-7-1 0,-2 1 1 16,1-1-2-16,-1-2 0 0,0 2 4 0,2-2-7 15,-3 1 2-15,-2-3 1 0,4 3 0 0,3-5-20 16,-3-1-14-16,4 0-27 0,-2-1-25 0,2-1-28 16,1 0-14-16,-2-10-1 0,1 17-32 0,0-10-21 15,-1-7-145-15,1 12-346 0,-1-12 153 0</inkml:trace>
  <inkml:trace contextRef="#ctx0" brushRef="#br0" timeOffset="89284.43">19002 16863 124 0,'0'0'176'0,"0"0"-1"0,0 0-20 0,2-14-14 16,-2 14-14-16,0 0-18 0,0 0-1 0,0 0-1 15,0 0 5-15,0 0-5 0,-24 44 0 0,16-26-12 16,-1 9 2-16,-3 0-11 0,3 0-1 0,1 0-3 16,-3 1-8-16,6 2 29 0,2-2-10 0,-2 1-6 15,2-3-9-15,3-7-8 0,2 8-3 0,0-8-8 16,1 0-3-16,1-1-10 0,2-1-3 0,3-2-16 15,-3-1-25-15,2-3-38 0,0 0-23 0,2-3-30 16,3 3-23-16,-3-5-42 0,1-1-31 0,0-3-15 16,1-2-128-16,0 0-354 0,-12 0 157 0</inkml:trace>
  <inkml:trace contextRef="#ctx0" brushRef="#br0" timeOffset="89502.99">19241 16965 146 0,'0'0'201'0,"-3"-20"-6"0,3 20-7 0,-1-15-24 0,1 15-11 16,0 0-14-16,0 0-9 0,-1-10 8 16,1 10 15-16,0 0 9 0,0 0-8 0,-5 37-11 15,5-21-10-15,-3 10-23 0,3 0 5 0,-1 0-16 16,0 0-7-16,-2 3-10 0,2-3-3 0,1 3-17 16,-4-3 3-16,1-5-14 0,3 2-12 0,-1-3-24 15,1-4-19-15,-1 0-30 0,1 3-23 0,0-5-27 16,-2-2-23-16,2-2-42 0,0-10-26 0,-5 15-41 15,3-8-148-15,2-7-394 0,-10 10 175 0</inkml:trace>
  <inkml:trace contextRef="#ctx0" brushRef="#br0" timeOffset="89976.16">19279 16921 20 0,'12'-3'167'0,"-12"3"-14"15,21-5 2-15,-21 5-23 0,18 3-7 0,-18-3-11 16,14 7-2-16,-6-2-11 0,-8-5-11 0,11 15-5 16,-8-7-13-16,0 3-1 0,-3-11-5 0,1 21-9 15,-1-12-14-15,0-9 7 0,-5 17-5 0,3-9-5 16,2-8 2-16,-5 13-5 0,5-13-2 0,-6 8 0 16,6-8-4-16,-5 7-3 0,5-7-6 15,0 0 3-15,0 0-5 0,0 0 2 0,8 17-2 16,0-13-2-16,-8-4-13 0,19 5-4 0,-2-3-29 15,0-1-11-15,3 1-24 0,2-2-6 0,-3 0-14 0,2 0-3 16,-2-3 0-16,-2 2 10 0,0-1 8 0,-4-1 5 16,4-1 10-16,-4-1 20 0,1 1-6 0,-3-1 8 15,1-1 28-15,-2 1 11 0,-1-3 10 16,-9 8 17-16,15-11-13 0,-11 5 17 0,-4 6 12 16,6-11-6-16,-6 11 16 0,4-15 11 0,-1 11 8 15,-3 4 3-15,0 0-12 0,1-10 2 0,-1 10-15 16,0 0-1-16,0 0-4 0,0 0 7 0,0 0 9 15,0 0 0-15,-18 26 6 0,7-9 0 0,-1 8 7 16,-3 0-4-16,3 5-2 0,1 3-18 0,-2-1 6 16,1 0-7-16,-1 0-6 0,2-1-2 0,1-3-4 15,4 3-5-15,-1-7-5 0,2 3 0 0,1-2-5 16,2-7-6-16,-1 2-13 0,4-5-14 0,-2-3-28 16,1 5-32-16,-1-5-26 0,0-4-39 0,1-8-52 15,0 13-51-15,0-13-170 0,-3 9-434 0,3-9 192 16</inkml:trace>
  <inkml:trace contextRef="#ctx0" brushRef="#br0" timeOffset="90452.24">19504 17254 134 0,'0'0'186'0,"18"-7"-14"0,-5 5-14 16,5-1-13-16,2 0-17 0,2 2-18 15,6-3-33-15,3 4-33 0,-2-1-35 0,0-2-24 16,1 3-30-16,-2 0-11 0,-6 0-6 0,-2 0 0 16,-1 0 17-16,-6 0 0 0,1 0 20 0,-4-1 23 15,-10 1 29-15,17 1 18 0,-17-1 14 0,11-3 12 16,-11 3 8-16,12-4 18 0,-12 4-7 0,10-2-3 16,-10 2-3-16,12-2-9 0,-12 2 0 0,14-4-7 15,-7 1-4-15,2 0-7 0,4 0 0 0,0 3-8 16,6-4-4-16,-1 1-4 0,2 1-3 0,2-1-3 15,-3 2-4-15,9-3-22 0,-10 0-19 0,-1 2-23 16,-3-1-15-16,-1 0-18 0,-13 3-11 0,18-6-13 16,-11 5-22-16,-7 1-4 0,8-10 3 0,-8 10 9 15,4-9 8-15,-4 9 14 0,-3-17 11 0,3 17 16 16,0 0 18-16,-9-21 35 0,5 11 19 0,4 10 23 16,-8-17 4-16,4 8 15 0,4 9-1 0,-7-16 14 15,4 12 7-15,3 4-1 0,-6-9 1 0,6 9-3 16,0 0-7-16,-5-10-6 0,5 10-9 0,0 0-4 15,0 0-4-15,0 0 11 0,0 0-1 0,0 0 20 16,0 0 5-16,-15 25-8 0,12-9 1 0,0 0-12 16,0 2-3-16,2 1-5 0,-1 0-6 0,1 1-6 15,2 6-12-15,-2-7-33 0,4-2-35 0,-1 4-33 16,1-6-45-16,1 2-50 0,0-3-198 16,-2-1-393-16,4-4 174 0</inkml:trace>
  <inkml:trace contextRef="#ctx0" brushRef="#br0" timeOffset="90692.67">20560 17055 76 0,'1'-17'199'16,"1"6"5"-16,0 0 16 0,-2-2 7 0,0 13-15 16,1-15 3-16,-1 15-19 0,1-9-26 0,-1 9-19 15,0 0-17-15,0 0 4 0,0 0-7 0,0 0 0 16,0 0-10-16,-5 48-5 0,3-28-14 0,-3 7-10 15,0-2-22-15,-1 3 9 0,4-1-11 0,-1 0-4 16,-1-2-6-16,2-6-7 0,1 1-4 0,-2-2-5 16,2 2-19-16,-2-4-20 0,2 0-26 0,0-3-34 15,-1-2-36-15,2 2-39 0,-1-3-50 0,1-10-39 16,1 15-218-16,-1-15-475 0,-3 10 209 0</inkml:trace>
  <inkml:trace contextRef="#ctx0" brushRef="#br0" timeOffset="90978.12">20644 16935 146 0,'10'-5'181'0,"-10"5"-3"0,20-7-16 0,-20 7-17 16,12-2-15-16,-12 2-10 0,0 0-10 0,17 4-6 15,-17-4-3-15,6 9-3 0,-6-9-15 0,5 15-3 16,-6-5-13-16,1-10-2 0,-5 21 0 0,0-13-2 15,0 2 4-15,0-1-14 0,-1 1-2 0,1-5 0 16,5-5-7-16,-7 13 3 0,3-9-5 16,4-4 6-16,-3 15-4 0,3-15-2 15,-1 13-3-15,1-13-3 0,4 16-8 0,1-8 4 0,1-1-5 16,1 2-2-16,3-3-3 0,3 0-14 0,-2 0-21 16,6 0-17-16,2-3-42 0,1-2-31 0,1 2-28 15,-1-2-33-15,2 1-27 0,-3-4-126 0,1 2-344 16,-6-2 153-16</inkml:trace>
  <inkml:trace contextRef="#ctx0" brushRef="#br0" timeOffset="91258.28">21047 16980 104 0,'6'-11'160'0,"-6"11"-13"16,0 0-9-16,6-11-15 0,-6 11-15 0,0 0 21 16,0 0 3-16,0 0 2 0,0 0 9 0,0 0 2 15,0 0 2-15,-2 39 2 0,-3-21-15 0,-3 1 5 16,-1 5-19-16,-1 2 0 0,-3 1-3 0,4-1-11 15,-1-1-3-15,0 2-12 0,6-10-9 0,-2 7-7 16,2-7-7-16,0 0-8 0,2-1-5 0,0-6-8 16,2 2 2-16,0 1-9 0,0-4 2 0,1 1-7 15,2-3-5-15,-2 0 3 0,-1-7-4 0,8 9-4 16,-8-9 0-16,15 5-4 0,-6-2-2 16,4-3 0-16,-13 0 1 0,31-4-15 0,-14 1-13 15,3-2-22-15,1-1-19 0,5-3-28 0,2 2-24 0,-8 0-25 16,6 2-7-16,-7-5-27 0,7 1-23 0,-8 3-25 15,0-2-6-15,-2 2-150 0,-3 0-393 16,-3 1 174-16</inkml:trace>
  <inkml:trace contextRef="#ctx0" brushRef="#br0" timeOffset="91484.42">21497 16940 112 0,'0'0'176'0,"3"-20"2"15,-3 20 0-15,3-12-6 0,-3 12-16 0,0 0-13 16,3-13-14-16,-3 13-4 0,0 0 8 0,0 0 8 16,0 0-9-16,21 33-1 0,-14-14 4 0,-3 0-8 15,-3 9-9-15,0 0-14 0,0 1-5 0,-2 0-12 16,1 2-7-16,-1-4-5 0,-2 1-7 0,2 3-5 16,0-1-6-16,-2-3-11 0,-1 2-29 0,-2-4-51 15,1 1-60-15,-5-3-68 0,-1 0-97 0,2-7-147 16,-3 0-440-16,3-6 196 0</inkml:trace>
  <inkml:trace contextRef="#ctx0" brushRef="#br0" timeOffset="91648.4">21553 17275 2131 0,'11'-13'99'16,"-6"2"-15"-16,2 2-6 0,-1 0-27 0,-3 3 6 15,-1 1 8-15,-2 5-8 0,4-9 1 16,-4 9-13-16,1-7-3 0,-1 7-3 0,0 0-4 15,0 0-24-15,-24 6-42 0,13 1-45 0,-8 1-60 16,-1 2-95-16,-5 0-166 0,-3 0-429 0,-3-3 190 16</inkml:trace>
  <inkml:trace contextRef="#ctx0" brushRef="#br0" timeOffset="-131016.45">16193 16573 98 0,'0'0'107'0,"0"0"-4"16,-15-7-14-16,15 7-5 0,0 0-22 0,-11 0-10 16,11 0-11-16,0 0-22 0,-11 2-14 0,11-2-18 15,0 0-21-15,-12 3-24 0,7-1-35 0,5-2-100 16,-15 3 44-16</inkml:trace>
  <inkml:trace contextRef="#ctx0" brushRef="#br0" timeOffset="-130553.28">19693 16628 115 0,'-9'0'111'0,"9"0"-5"0,0 0-7 0,0 0-7 16,0 0-6-16,0 0-10 0,0 0-2 16,0 0-21-16,0 0-30 0,0 0-25 0,0 0-18 0,0 0-30 15,0 0-25-15,0 0-40 0,0 0-124 0,0 0 54 16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5T09:59:45.2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11236 7409 78 0,'-9'-3'93'0,"1"2"-1"16,8 1-3-16,-17-2-16 0,9 1 5 0,8 1 0 15,-13 0-14-15,13 0-6 0,-13-2-9 0,13 2-2 16,-11 2-4-16,4-1 3 0,7-1-3 0,-12 4-9 15,4 2-1-15,1-4-1 0,-2 5-3 0,2-1 1 16,-2 3-4-16,0 0-3 0,0-1-1 0,-3 5 11 16,1-2-16-16,0 4 4 0,0-1 3 0,2 1 1 15,0 2 1-15,0 1-9 0,-4 4 5 0,3 2 1 16,3-5 1-16,-1-1 1 0,5-3-5 0,1 0 1 16,0-1 4-16,0-2-6 0,3-1-4 0,-1 0-6 15,3-1 3-15,-2 0 1 0,2-3-4 0,2-1-1 16,2-3 5-16,2 3 3 0,0-5 1 0,4 2-7 15,0-4 1-15,2-3 7 0,4-1-13 0,-1-2 3 16,0-2 6-16,-1-1-5 0,-1 0 2 0,1-1-1 16,-3-3 0-16,0-1 0 0,-2 1-1 0,0-1-3 15,-3-1-4-15,-2 1 5 0,-1-2-1 0,-2 3 0 16,1-3-5-16,-2 2 5 0,-3-2-4 0,0 1 1 16,-2 0 0-16,0 0 5 0,-1 4-7 0,2-1 8 15,0 3 5-15,-1 1 3 0,1 1-3 0,-3-2 1 16,4 10 1-16,-2-11 3 0,2 11-2 0,-3-10-3 15,3 10-5-15,-1-5-1 0,1 5-1 0,0 0-8 0,0 0 3 16,0 0 4-16,0 0-6 0,0 0 3 16,0 0 2-16,8 26-1 0,-6-10-3 0,2 1-2 15,0 3 6-15,-2 5 0 0,2 2-1 0,-3-3 1 16,5 2 4-16,-4-6-1 0,1-1-6 0,-1-1 3 0,2 1-3 16,0-1 4-16,1-8 0 0,0 9-7 15,-1-7-15-15,2 3-13 0,-2-2-5 0,1-1-30 16,2-2-32-16,-1 0-7 0,0-4-19 0,2 2-11 15,2-3-106-15,-3 0-256 0,2-4 113 0</inkml:trace>
  <inkml:trace contextRef="#ctx0" brushRef="#br0" timeOffset="270.77">11734 7376 115 0,'0'0'136'0,"-6"-6"-4"0,1 3-6 16,5 3-5-16,-10-7-4 0,10 7-11 16,-11-3-11-16,11 3-6 0,-10 4-3 0,2 5-2 0,-3-2 8 15,-1 7-7-15,0 1-6 0,-2 8 1 16,0 2-9-16,2-2-3 0,2 4-8 0,0-2-7 16,4 3-4-16,-1-4-4 0,7-4-3 0,-2-1-2 15,2-1-7-15,0 0-1 0,3-1-2 0,1-4-7 0,1-2-3 16,3 2-8-16,4-4-10 0,1 0-29 0,5 0-14 15,0-5-32-15,13 0-27 0,2-3-22 0,1-2-20 16,1 0-128-16,-2-1-292 0,-1-2 129 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8T10:45:23.6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9021 6363 14 0,'0'0'26'0,"0"0"-5"0,0 0-2 0,0 0 5 16,-3-7-7-16,3 7-1 0,0 0-1 0,0 0-3 15,-2-7-3-15,2 7-3 0,0 0 2 0,0 0-4 0,0 0 7 16,0 0-3-16,0 0-5 0,0-12 5 16,0 12-7-16,0 0 5 0,0 0-4 0,0 0 7 15,1-12-6-15,-1 12-2 0,0 0 2 0,-3-5-2 16,3 5 0-16,0 0 2 0,0 0-2 0,0 0-5 0,0-10 0 16,0 10 5-16,0 0-4 0,0 0 3 15,0 0 0-15,0 0-3 0,0-10 0 0,0 10 2 16,0 0 0-16,0 0 0 0,0 0 1 0,3-11-5 15,-3 11 2-15,0 0 0 0,0 0 0 0,0 0 3 16,0 0-3-16,0-8 4 0,0 8-3 0,0 0 0 0,0 0 0 16,1-8-2-16,-1 8 2 0,0 0 1 15,0 0-1-15,0 0 1 0,0 0-1 0,0 0-1 16,0 0 4-16,0 0 3 0,0-9 3 0,0 9 1 16,0 0-2-16,0 0-1 0,0 0-4 0,0 0 2 15,0 0-4-15,-2-10 7 0,2 10-6 0,0 0 2 0,0 0 5 16,-3-7 7-16,3 7 2 0,0 0-2 15,0 0-2-15,0 0 2 0,-2-7 2 0,2 7-4 16,0 0-1-16,0 0-1 0,0 0 0 0,-4-9-4 16,4 9-3-16,0 0 0 0,-4-6 3 0,4 6-1 0,0 0-2 15,0 0 0-15,-4-6 0 0,4 6 2 0,0 0-3 16,0 0 2-16,0 0-2 0,-5-6 8 0,5 6 3 16,0 0-2-16,0 0-4 0,0 0 4 0,0 0-6 15,0 0 0-15,0 0 0 0,0 0-4 0,0 0 6 16,-6-2-4-16,6 2 0 0,0 0-3 0,0 0 1 15,0 0 3-15,0 0-5 0,0 0 1 0,0 0 3 16,0 0-5-16,0 0 5 0,0 0 1 0,0 0-8 16,0 0 7-16,0 0-5 0,0 0 0 15,0 0-1-15,0 0 3 0,0 0 1 0,0 0 0 16,0 0-1-16,0 0 0 0,0 0 6 0,0 0-2 0,25 2 16 16,-12-2 7-16,6 0-5 0,-1-1-5 0,3 1 0 15,-1-1-1-15,6 0-1 0,-5 1-1 0,2 0 6 16,-2-1-5-16,-2-2-7 0,0 2 5 0,-1 1-4 15,-4 0-2-15,-2 0-3 0,1 1 1 16,-2-2 3-16,-1 1 2 0,-10 0-1 0,14 0-9 0,-8 0 15 16,-6 0-11-16,10 1-1 0,-10-1-2 0,0 0-1 15,10 0 3-15,-10 0-2 0,0 0 2 0,0 0-2 16,0 0 1-16,9 1 1 0,-9-1 5 16,0 0 3-16,0 0 3 0,0 0-2 0,0 0 2 0,0 0 0 15,0 0 0-15,0 0 1 0,0 0-7 0,0 0-2 16,0 0-1-16,0 0 3 0,0 0-2 0,0 0-2 15,0 0-2-15,0 0-1 0,0 0-3 0,0 0 1 16,0 0-2-16,0 0-11 0,0 0-26 0,0 0-15 16,-21 8-23-16,21-8-49 0,-4 9-136 0,0-2 60 15</inkml:trace>
  <inkml:trace contextRef="#ctx0" brushRef="#br0" timeOffset="680.81">8992 6482 48 0,'0'0'59'0,"0"0"-1"16,0 0-5-16,0 0 0 0,0 0-4 0,0 0-1 15,0 0-3-15,-6-4 3 0,6 4-5 0,0 0 7 16,0 0-14-16,0 0 3 0,0 0-4 0,0 0-4 16,0 0-3-16,0 0-4 0,0 0-4 0,0 0-1 15,0 0 0-15,0 0-3 0,0 0-4 0,0 0-2 16,0 0 4-16,0 0 2 0,0 0-8 0,0 0 12 15,-6-5-20-15,6 5 3 0,0 0-4 0,0 0 7 16,0 0-4-16,-9-2 1 0,9 2 6 0,0 0-6 16,0 0-2-16,-11 0 2 0,11 0-1 0,0 0-1 15,-9-2 1-15,9 2-3 0,0 0 3 0,0 0 2 16,-10 0-4-16,10 0 2 0,0 0-1 0,0 0 1 16,0 0-5-16,0 0 5 0,0 0-7 0,0 0 3 15,-8-2-2-15,8 2 3 0,0 0 2 0,0 0-4 16,0 0-1-16,0 0-3 0,0 0 3 0,0 0 0 15,0 0-1-15,0 0 2 0,0 0 1 0,0 0 14 16,30 6-7-16,-18-5 4 0,6 0 1 0,2 0 6 16,1-1-6-16,7 0 2 0,-6-2-6 0,7-2 0 15,-1 4 1-15,0-2 1 0,-1 1-3 0,-8 0 5 16,2-1-6-16,-3 2-2 0,-1-3 9 0,-1 2-8 16,-5 0 4-16,-2-1 8 0,-1 2-12 0,-8 0 3 15,14 0 8-15,-14 0 12 0,8 0 6 0,-8 0 5 16,0 0 5-16,9-1-4 0,-9 1 0 0,0 0 1 15,7-2-5-15,-7 2 1 0,0 0-3 0,0 0 1 16,0 0-1-16,0 0-2 0,0 0 5 0,8 0-6 16,-8 0-9-16,0 0-3 0,0 0-1 0,0 0-2 15,0 0-2-15,0 0 7 0,0 0-7 0,0 0-4 16,0 0-4-16,0 0-5 0,0 0-9 0,0 0-15 16,0 0-25-16,0 0-32 0,0 0-29 0,0 0-31 0,-23 10-75 15,23-10-233-15,-4 6 104 0</inkml:trace>
  <inkml:trace contextRef="#ctx0" brushRef="#br0" timeOffset="4314.87">15543 8014 42 0,'0'0'50'0,"0"0"6"16,0 0-6-16,0 0-6 0,0 0-6 0,0 0-6 15,0 0 2-15,0 0 2 0,0 0-4 0,0 0-21 16,0 0 10-16,0 0-4 0,0 0 0 0,0 0 1 16,0 0-2-16,0 0-1 0,0 0-6 0,0 0 3 15,0 0-4-15,0 0-1 0,0 0-2 0,0 0-1 16,0 0 2-16,0 0-3 0,0 0 2 0,0 0-3 15,0 0-6-15,0 0-2 0,0 0 8 0,0 0-2 16,0 0-3-16,-11-19-6 0,11 19-6 0,0 0 3 16,0 0 12-16,0 0-2 0,0 0-3 0,0 0 2 15,0 0 1-15,0 0-2 0,0 0 4 0,0 0-3 16,0 0 2-16,0 0-2 0,0 0 3 0,0 0-4 16,0 0 1-16,0 0 10 0,0 0-9 0,0 0-4 0,0 0-5 15,0 0 15-15,0 0-9 0,0 0 7 16,0 0-3-16,0 0 4 0,0 0-4 0,0 0-4 15,0 0 5-15,0 0 2 0,0 0-1 0,0 0 1 16,-9-2-1-16,9 2-3 0,0 0 0 0,0 0 4 16,0 0-7-16,0 0 3 0,0 0-1 0,0 0 3 15,0 0-1-15,0 0 1 0,0 0 3 0,0 0-5 16,0 0-2-16,0 0 1 0,0 0-4 0,0 0-7 16,0 0-4-16,0 0 2 0,0 0-3 0,0 0-1 15,0 0-4-15,0 0-6 0,0 0-27 0,0 0-60 16,0 0 26-16</inkml:trace>
  <inkml:trace contextRef="#ctx0" brushRef="#br0" timeOffset="23370.79">10158 9837 11 0,'0'0'85'0,"0"0"-12"0,0 0-1 16,0 0-12-16,0 0-3 0,0 0-7 0,0 0-14 15,0 0 0-15,0 0 3 0,0 0-7 0,0 0 0 16,0 0-8-16,0 0-1 0,0 0-7 0,0 0 4 16,0 0-4-16,0 0-2 0,0 0 6 0,0 0-13 15,0 0 2-15,0 0 6 0,0 0-1 0,0 0-4 16,0 0 8-16,0 0-9 0,0 0-2 0,0 0-5 16,0 0-2-16,0 0 9 0,0 0-9 0,0 0-3 15,0 0 4-15,0 0 4 0,0 0-6 0,0 0 2 16,0 0-7-16,0 0-2 0,0 0-14 0,0 0 8 15,0 0 2-15,0 0-5 0,0 0-7 0,0 0 1 16,0 0-2-16,0 0-7 0,0 0-8 0,0 0-17 16,0 0-34-16,0 0-96 0,0 0 43 0</inkml:trace>
  <inkml:trace contextRef="#ctx0" brushRef="#br0" timeOffset="28884.59">13454 9554 19 0,'0'0'36'0,"0"0"-24"0,0 0-11 0,-6-4-13 15,6 4-12-15,0 0 6 0</inkml:trace>
  <inkml:trace contextRef="#ctx0" brushRef="#br0" timeOffset="30808.65">15063 9306 18 0,'0'0'47'0,"0"0"-1"0,0 0-6 16,0 0-6-16,0 0 3 0,0 0-9 0,0 0 3 15,0 0 2-15,0 0-8 0,0 0-6 0,0 0-2 16,0 0-2-16,0 0 0 0,0 0-1 0,0 0-3 16,0 0 1-16,0 0-7 0,0 0 1 0,0 0-4 15,0 0 5-15,0 0 2 0,0 0-5 0,0 0-3 16,0 0 5-16,0 0-7 0,0 0 3 0,0 0 5 15,0 0-2-15,0 0-2 0,0 0-3 0,0 0 0 16,0 0-4-16,0 0 5 0,0 0-3 0,0 0-4 16,0 0 1-16,0 0-6 0,0 0 4 0,0 0-4 15,0 0-2-15,0 0 8 0,0 0-3 0,0 0-6 16,0 0 3-16,0 0-3 0,0 0-3 0,0 0-3 16,0 0 2-16,0 0-3 0,0 0 1 0,0 0-5 15,0 0-20-15,0 0-48 0,0 0 21 0</inkml:trace>
  <inkml:trace contextRef="#ctx0" brushRef="#br0" timeOffset="69843.42">19742 9196 19 0,'-9'-5'180'0,"-3"-1"0"0,2 2-2 16,2-2-5-16,-3 3-5 0,1-2-15 0,1 2-6 16,4 0-9-16,5 3-15 0,-10-5-9 0,10 5-13 15,-8-1-13-15,8 1-10 0,-5-4-8 0,5 4-7 16,0 0-10-16,0 0-4 0,-4-5-7 0,4 5-1 16,0 0-9-16,0 0 2 0,38-1-8 0,-16-1-2 0,7-2 2 15,4 2-6-15,-1 0-3 0,2-2-3 16,-4 2-15-16,-2-1-36 0,-8 3-40 0,1 2-42 0,-3-1-39 15,-7 1-28-15,-4 0-110 0,-2 2-320 16,0 0 142-16</inkml:trace>
  <inkml:trace contextRef="#ctx0" brushRef="#br0" timeOffset="70231">19747 9209 54 0,'-8'1'150'0,"8"-1"-14"0,0 0-15 16,-1 12-10-16,0-6 5 0,-1 5-14 0,2 0-2 16,-1 4 7-16,1 2-6 0,-2 2-12 0,0 2-10 15,1-3-11-15,0 1-1 0,2-1-8 0,-2 0-8 16,1 0-2-16,-4 0-3 0,4-2-6 0,-1-5-8 16,1 0 6-16,0 2-10 0,1-3-1 0,-1-1-5 15,-1-1 2-15,1-8-3 0,-2 13-1 0,2-7-4 16,0-6-12-16,-1 11 16 0,1-11-4 0,-1 6-1 15,1-6 1-15,0 0 0 0,-5 6-4 0,5-6 2 16,0 0-2-16,-11 0-1 0,11 0-5 0,0 0 2 16,-17-6 0-16,11 3 0 0,6 3-3 0,-11-3 5 15,11 3-7-15,-10-3 0 0,10 3 0 0,-7-1 5 16,7 1-6-16,0 0 2 0,0 0-3 0,-9-4-3 16,9 4 1-16,0 0 3 0,0 0-4 0,0 0-2 0,0 0 6 15,0 0 3-15,0 0-4 0,0 0 2 16,0 0-2-16,43 6 2 0,-24-4-4 0,0 0-18 15,10-1-34-15,0-1-30 0,0 2-27 0,2-1-30 16,-2-2-24-16,-7 1-90 0,-1 0-273 0,0-2 122 0</inkml:trace>
  <inkml:trace contextRef="#ctx0" brushRef="#br0" timeOffset="70642.96">20137 9477 4 0,'0'0'155'0,"0"0"-1"0,0 0-6 16,-3-12-5-16,3 12-9 0,0 0-6 0,-11-7-13 15,11 7-8-15,-11-2-12 0,11 2-6 0,-14 4-8 16,3 0-17-16,1 1 5 0,-1 3-8 16,-4 2-4-16,1 3-5 0,0-2-5 0,2 1-7 0,1 2 2 15,3-4-7-15,2 1-4 0,1 0-4 16,1 0-3-16,3-1-3 0,-2 0 1 0,1-1-2 16,4 0 0-16,1-1 0 0,-1 1-2 0,3-5-3 0,0 0 4 15,3 0-6-15,1-1 2 0,1-2-5 0,3-1 5 16,0-1 0-16,-2-3-3 0,0-1-1 0,1 0 0 15,-1-3 0-15,0-1-2 0,2-3-2 16,-3-3-3-16,-1-2-1 0,1-4 3 0,-3 2-3 16,2-6 1-16,-3 0 0 0,-2 0 1 0,-2-2-2 0,0 1 1 15,-2 1-5-15,-2 0 4 0,2 6 0 0,0 0 1 16,-2 3 15-16,0 3 11 0,0 1 2 0,-1 3 2 16,1 3-8-16,2 6-4 0,-3-13-6 15,3 13-3-15,-1-6-2 0,1 6-4 0,0 0-2 16,0 0 0-16,0 0-2 0,-6 34-1 0,4-11 1 0,0 5 1 15,-1-2-1-15,1 3 5 0,-2 1-2 0,0-1-4 16,0 2-1-16,2-2 4 0,0 1 1 0,1-2 0 16,1-3-11-16,-2 0-24 0,2-5-37 0,1-2-40 15,0-2-37-15,-1-4-40 0,3 1-145 0,-2-4-356 16,3-3 158-16</inkml:trace>
  <inkml:trace contextRef="#ctx0" brushRef="#br0" timeOffset="70886.66">20427 9424 140 0,'0'0'172'0,"-8"-5"-17"0,8 5-9 16,-11 3 4-16,1 3-10 0,-1 1-12 0,-2 6-19 16,-1 2-2-16,2 0-3 0,-6 6-5 0,2-1-1 15,5-6-10-15,3 2-9 0,-1-1-9 0,4-4-5 16,-1 1-1-16,3-2-7 0,1 0-7 0,-1 0-4 15,4-1-4-15,1 0 0 0,2-2-6 0,3 2-1 16,3-2-2-16,1 0-3 0,1-3-12 0,6-1-39 16,1-1-35-16,-1 0-47 0,11-4-31 0,-8 2-39 15,0-3-130-15,-2-3-328 0,-1 0 145 0</inkml:trace>
  <inkml:trace contextRef="#ctx0" brushRef="#br0" timeOffset="71046.75">20690 9474 126 0,'0'0'180'0,"6"-7"-4"16,-3 4-6-16,-3 3-12 0,7-8-17 0,-4 6-14 0,-3 2-20 16,13-7-2-16,-4 3-16 0,0 2-10 15,2 0-6-15,1-1-27 0,1 2-35 0,-2 1-50 16,0 1-25-16,-3 0-41 0,-1 1-26 0,-2 1-78 16,-1 2-225-16,-4-5 100 0</inkml:trace>
  <inkml:trace contextRef="#ctx0" brushRef="#br0" timeOffset="71175.42">20803 9507 156 0,'0'0'156'0,"0"0"-3"0,-4 4 4 16,4-4 1-16,0 0-8 0,0 0-13 16,0 0-13-16,-4 6-17 0,4-6-6 0,0 0-10 0,0 0-11 15,0 0-7-15,0 0-9 0,0 0-2 16,0 0-1-16,11 6-14 0,-4-4-38 0,6-2-53 16,4-3-62-16,3 3-184 0,1 0-313 0,7-3 138 0</inkml:trace>
  <inkml:trace contextRef="#ctx0" brushRef="#br0" timeOffset="72210.24">21281 9214 2216 0,'0'-10'91'0,"0"10"10"0,2-11-50 0,-2 11-16 16,1-9-4-16,1 4 9 0,-2 5-7 0,5-10-10 15,-1 6-1-15,3 0-2 0,2-3-9 0,8 0 0 16,-4 3 0-16,6-2 1 0,-3 2-3 0,3 2-11 15,1 0-5-15,-2 2-15 0,-6 0-33 0,1 0-28 16,-3 0-38-16,-2 0-20 0,0 2-14 0,-8-2-8 16,10 4 10-16,-10-4 4 0,3 6 7 0,-3-6 13 15,0 0 10-15,-12 8 13 0,12-8 16 0,-13 5 21 16,6-4 16-16,7-1 24 0,-13 1 20 0,13-1 12 16,-13 0 22-16,13 0 20 0,-10 0 12 0,10 0 8 15,0 0 4-15,-12-1-5 0,12 1-11 0,0 0-10 16,-9 5-3-16,9-5-5 0,-3 7 5 0,0-1 1 15,0 3 21-15,2 2 0 0,-2 2-6 0,1 3 0 16,-1 1-8-16,0-1 1 0,0 3-4 0,2-3-6 16,0 3 0-16,2-2-4 0,-1-2-1 0,0-2-6 15,0-2-3-15,-1 1 0 0,1 1 0 0,1-3 3 16,-1 0-9-16,0 0-3 0,0-10 1 0,-1 13 3 16,2-7-7-16,-1-6-5 0,-1 9 4 0,1-9 4 15,-2 7-3-15,2-7 0 0,0 0 2 0,-6 5-3 16,6-5 2-16,-12-2-4 0,12 2 2 0,-14-4 1 15,14 4-2-15,-10-7 0 0,5 5-1 0,5 2 3 16,-9-8 12-16,9 8-2 0,-6-2-4 0,6 2 5 16,0 0-9-16,-6-6-2 0,6 6-5 0,0 0-1 15,0 0 0-15,0 0 1 0,0 0-6 0,0 0 0 16,0 0 4-16,0 0-2 0,34 8 1 0,-18-6-4 0,2 1-7 16,0-2-9-16,4 2-23 0,-3-1-15 0,3-2-28 15,-4 1-2-15,0-2-10 0,-1 1-1 0,-4 0-5 16,-1-2 14-16,-1-1 5 0,1 1 4 15,-2-2 9-15,3 0 12 0,-6 0 11 0,0 1 2 0,0-3 0 16,1-1 8-16,-2 1 5 0,1-2 3 16,-1 0 15-16,1 1 4 0,-2 1 21 0,-1 2 8 0,-1-1 9 15,-3 5 6-15,7-8-9 0,-7 8-1 16,4-3 8-16,-4 3-17 0,0 0-2 0,0 0 24 0,0 0 1 16,0 0 4-16,11 13 12 0,-8-6-4 15,-2 3 9-15,0-2 0 0,1 3-9 0,-1-3-1 16,1 3-5-16,-3-4-7 0,2 1-3 0,-1 1 5 15,0-9 0-15,2 11 4 0,-2-11-3 0,0 8 14 0,0-8 8 16,0 0 17-16,0 8 10 0,0-8 4 0,0 0 13 16,0 0 0-16,0 0 4 0,1 7-17 0,-1-7-6 15,0 0-7-15,0 0-9 0,0 0-7 16,0 0-10-16,5-24-14 0,-2 14-9 0,2-1-3 16,0 1-13-16,1-5-3 0,2 4-6 0,2-4-2 0,0 1-6 15,-1 1-8-15,3 1 3 0,-3 3 3 0,1 1-4 16,-2 0 0-16,2 5-2 0,-4 0-1 0,2 1 0 15,-8 2-1-15,15 1 6 0,-7 3 3 0,1 1-10 16,1 1 1-16,-2 3 1 0,-1 1 3 0,0 0-1 16,-2 1 1-16,2 0-2 0,-1-1 12 0,-2 0-9 15,-1-1-4-15,1 1 6 0,0-3 1 16,-3 1-1-16,1-3 0 0,-2-5 6 0,2 9 3 0,-2-9 3 16,3 7 2-16,-3-7 4 0,0 0 5 0,2 7 10 15,-2-7 8-15,0 0 9 0,0 0 10 0,0 0 19 16,0 0-18-16,0 0-7 0,0 0-12 0,0 0-11 15,9-15-5-15,-4 7-2 0,-1-2-12 0,4 4-8 16,-1-3-3-16,2-1-3 0,-1 4 1 0,0-2-2 16,-2 5-4-16,-1-3-4 0,2 3-5 0,-7 3 13 15,10-4-14-15,-10 4 0 0,13 4 7 0,-6-2-2 16,-1 3 2-16,1 3 6 0,-2 3-8 0,-1-3-6 16,0 3-19-16,0 2-32 0,-2 2-7 0,0 2-12 0,-2-1-14 15,-2 0-26-15,2 0-21 0,-1-4-24 16,-2 4-34-16,2-5-25 0,-3 2-31 0,0-2-151 15,2-3-450-15,-3 1 200 0</inkml:trace>
  <inkml:trace contextRef="#ctx0" brushRef="#br0" timeOffset="72577.42">21454 9645 26 0,'-11'0'238'0,"3"0"-10"0,8 0-12 0,-13 0-26 15,13 0-15-15,-7 1-12 0,7-1-2 0,0 0-4 0,0 0-3 16,55-1-14-16,-18-2-4 0,15 2-12 16,6-1-5-16,-5-2-7 0,0 1-2 0,0 0-7 15,-13 0-2-15,11-4 5 0,-15 5-7 0,-3 1 2 16,-2-1 6-16,-3-2-9 0,-6 1 0 0,-3 1-3 0,-3 1 3 15,-4 1-1-15,1-1 3 0,-4-1 1 0,-2 1-5 16,-7 1-3-16,13-1-6 0,-13 1-5 0,9 0-8 16,-9 0-3-16,0 0-5 0,9-2-14 15,-9 2-6-15,0 0-1 0,0 0-3 0,0 0-4 0,9 0-8 16,-9 0-9-16,0 0-21 0,0 0-18 0,0 0-31 16,0 0-33-16,0 0-36 0,0 0-41 15,0 0-8-15,0 0-19 0,0 0-41 0,5 7-52 0,-5-7-53 16,0 0-165-16,0 0-538 0,-4 11 238 0</inkml:trace>
  <inkml:trace contextRef="#ctx0" brushRef="#br0" timeOffset="73275.67">21482 9790 161 0,'0'0'235'0,"0"0"-13"0,-2-7-17 0,2 7-18 16,0 0-18-16,0 0-18 0,0 0-17 0,9-10-15 15,-9 10-13-15,0 0-11 0,14 2-15 0,-14-2-7 16,14 8-4-16,-6-2-12 0,-2-1-4 0,2 4-6 0,1-1-8 16,-2 1 0-16,-2 0-5 0,-1 2-5 15,0 1 0-15,-3-3-1 0,1 1-5 0,-1 1 6 16,-2-1 9-16,-2-1 2 0,2-3-4 0,-2 4 1 15,-3-1-4-15,1 0 2 0,0-1-5 0,-4 0 1 0,1-1 0 16,3-4-4-16,0 1-1 0,0 0-2 0,-3-2-2 16,8-2-4-16,-11 3-6 0,5 0-22 15,6-3-32-15,-9 1-28 0,9-1-57 0,0 0-59 16,-15-4-217-16,15 4-438 0,-5-7 194 0</inkml:trace>
  <inkml:trace contextRef="#ctx0" brushRef="#br0" timeOffset="73539.67">21705 9818 1945 0,'9'-9'83'0,"-3"3"37"0,3-3-25 0,-5 6-12 0,0-2 1 15,-4 5 0-15,6-8-1 0,-6 8-1 0,7-5-12 16,-7 5-3-16,5-4-7 0,-5 4-11 0,0 0-5 16,0 0-2-16,0 0-9 0,0 0-5 0,0 0 3 15,5 16 7-15,-5-7 16 0,-3 1-14 0,2 1 1 16,1 0-4-16,0 0-2 0,-1-1-1 0,-1 2-7 15,0 0-2-15,1 4 1 0,1 0-2 0,-2-3-6 16,1-1 4-16,1-1-6 0,-1 0-2 0,-1-2-2 16,2 0 2-16,-1-3-5 0,1-6-14 15,0 13-15-15,0-6-22 0,0-7-18 0,-1 11-19 0,1-11-27 16,-1 7-33-16,1-7-47 0,0 0-38 0,-2 7-228 16,2-7-488-16,0 0 216 0</inkml:trace>
  <inkml:trace contextRef="#ctx0" brushRef="#br0" timeOffset="73697.66">21507 9787 8 0,'-4'-3'202'16,"4"3"-15"-16,-8-5-17 0,8 5-14 0,0 0-21 16,0 0-8-16,12-12-13 0,6 10-14 0,8-2-13 15,5 1-25-15,2 1-28 0,3 1-52 0,0-1-55 16,-1 0-143-16,-1 1-233 0,-5 1 104 0</inkml:trace>
  <inkml:trace contextRef="#ctx0" brushRef="#br0" timeOffset="76666.7">21382 10087 95 0,'-9'2'93'0,"2"0"0"0,7-2-15 16,-10 3-12-16,10-3-4 0,-9 3-7 0,9-3-3 16,-10 2-6-16,5 0 4 0,5-2-16 0,-9 2-4 15,9-2-2-15,-9 4 0 0,4-2 0 0,5-2-5 16,-7 4-4-16,7-4-2 0,-7 2-5 0,7-2 3 15,0 0 7-15,-9 2 0 0,9-2 3 0,-7 5-5 16,7-5-3-16,0 0 2 0,-9 0 2 0,9 0 1 16,0 0 6-16,0 0 1 0,-10 3-3 0,10-3 2 0,0 0 15 15,0 0 2-15,0 0 7 0,0 0-5 16,0 0 5-16,0 0-6 0,0 0-2 0,0 0 6 16,-10-2 2-16,10 2-3 0,0 0 2 0,0 0 2 15,0 0-4-15,0 0 5 0,0 0-4 0,0 0-7 16,0 0-3-16,0 0-4 0,0 0-3 0,0 0-3 15,0 0-7-15,0 0 0 0,0 0-2 0,0 0-3 0,0 0-1 16,0 0-1-16,0 0-4 0,-7 3 2 0,7-3 0 16,0 0-3-16,-10 0-4 0,10 0 0 0,0 0 2 15,-14-1-6-15,6 2 1 0,-3-1-3 0,0 1 4 16,0 3-1-16,1-3 4 0,0 2-3 16,-2-3-1-16,1 2-2 0,3 0 0 0,2-2 2 0,6 0-4 15,-14 3 2-15,14-3 2 0,-9 0-3 0,9 0 3 16,-8 2-3-16,8-2-1 0,-8 1-6 0,8-1 8 15,0 0 0-15,0 0-3 0,0 0 4 0,-11 0-1 16,11 0-2-16,0 0 1 0,0 0 3 0,0 0-5 16,0 0 1-16,0 0 0 0,0 0 2 0,0 0 0 15,-6 4-1-15,6-4-7 0,0 0 7 0,0 0-1 16,0 0-3-16,0 0 3 0,0 0-2 0,0 0 3 16,0 0-2-16,0 0 6 0,0 0-7 0,0 0 1 15,0 0 9-15,0 0-9 0,29-5 2 0,-29 5 4 16,9-2-4-16,-9 2 4 0,9 0 1 0,-9 0-4 15,10-2 1-15,-10 2 1 0,10 2-1 0,-10-2 0 16,8-2 1-16,-8 2-4 0,9-1 3 0,-9 1-2 16,0 0 1-16,0 0-5 0,9-2 5 0,-9 2-1 15,0 0 0-15,0 0-3 0,0 0 3 0,8-1-4 16,-8 1 2-16,0 0 2 0,0 0-5 0,0 0 7 0,0 0-5 16,0 0 0-16,0 0 0 0,0 0 3 15,0 0 0-15,0 0 0 0,-17 11-1 0,9-7-8 16,1 0 9-16,0-1-3 0,-1 0 1 0,1-1-2 15,-1 2 4-15,-1 0 1 0,3 0-5 0,-3-2 6 0,4 1-4 16,5-3 5-16,-13 7-4 0,7-4 4 0,-1-1 0 16,7-2-4-16,-10 5 2 0,6-3 2 0,4-2 1 15,-8 2-2-15,8-2-3 0,-7 2-2 0,7-2 7 16,0 0-3-16,-9 4-1 0,9-4 2 0,0 0-4 16,0 0 7-16,0 0-5 0,0 0 1 0,-7 2-4 15,7-2 2-15,0 0 0 0,0 0 1 0,0 0-1 16,0 0 2-16,0 0-2 0,0 0 3 0,0 0 4 15,0 0-4-15,30-4 4 0,-19 2 7 0,9-1-4 16,-1 0 2-16,1 0-4 0,2 0 2 0,-2 0-7 16,0 1 5-16,1 1-1 0,-2-3-1 0,-2 3-7 15,-2-1 2-15,-2 2-15 0,-1 2-26 0,-1-2-43 16,-4 0-31-16,0 2-22 0,0 1-23 0,-7-3-23 16,8 5-122-16,-8-5-327 0,0 0 145 0</inkml:trace>
  <inkml:trace contextRef="#ctx0" brushRef="#br0" timeOffset="77563.34">21091 10241 141 0,'0'0'199'16,"0"0"-10"-16,0 0-10 0,0 0-20 0,-9-1-24 16,9 1-9-16,0 0-21 0,0 0-9 0,-5 11-4 15,4-2-15-15,0 3-1 0,0 6 14 0,-2 7-13 16,-1 2-8-16,-1-1-7 0,4 0 2 0,-3 1-11 15,1-2-1-15,1 1 0 0,-2-6-3 0,4 4-6 0,-1-7-4 16,1 3-2-16,0-2-9 0,1-3 5 16,-1-2-8-16,1 2-1 0,-1-3 1 0,3-3-3 15,-3 1 1-15,0-1-9 0,0-3 3 0,0-6 0 16,-3 12-1-16,3-12-3 0,3 11-2 0,-3-11 1 0,-3 8 5 16,3-8-8-16,0 0-1 0,-6 3-1 0,6-3-2 15,-10 3-8-15,10-3-5 0,-13-1 4 16,13 1-1-16,-16-5-3 0,7 1 5 0,1 2-3 15,8 2 1-15,-12-4 0 0,6 2-1 0,6 2-1 0,-8-4 2 16,8 4 1-16,-8-2 1 0,8 2-1 16,0 0 1-16,-7-2-3 0,7 2 1 0,0 0-1 0,0 0 6 15,0 0-3-15,0 0-2 0,0 0 2 16,0 0 0-16,0 0 2 0,0 0-2 0,32 6-3 0,-20-6-6 16,4-2-19-16,-1 2-13 0,2 0-19 0,1 0-19 15,0-2-16-15,1 1-4 0,0 0-8 0,-3-3 1 16,2 1-1-16,-6-1 9 0,-2 0 13 0,4-1-5 15,-4 3 20-15,-1-4 8 0,0 2 21 0,-2 0 21 16,-1 0 13-16,-1 0 10 0,-1 0 27 0,-4 4 17 16,10-5 22-16,-10 5-3 0,5-6 7 0,-5 6-4 15,4-4-7-15,-4 4-9 0,0 0-9 0,0 0 1 16,0 0-3-16,0 0 15 0,0 0 1 0,5 15-2 16,-3-9-2-16,-2-6-1 0,-4 14 0 0,4-7-5 15,-2 1-6-15,4 1 3 0,-2-9-4 0,-2 14 1 16,0-8-5-16,2-6-1 0,1 12-2 0,-1-12 1 15,0 9 9-15,0-9 11 0,-1 7 9 0,1-7 5 16,0 0 9-16,0 0 8 0,-1 7 3 0,1-7 5 16,0 0 1-16,0 0-8 0,0 0-9 0,0 0-14 15,0 0-6-15,0 0-11 0,10-21-7 0,-5 12-10 0,2-1-11 16,0-1-7-16,1 2-1 0,1-3-6 16,2 4-2-16,-1-1 1 0,-1 2-7 0,3 3 0 15,-2 0-2-15,-1 0 1 0,0 4 1 0,-9 0 0 16,18 3-3-16,-11 2 4 0,-2-1 0 0,3 3 9 0,-3 2-8 15,-1 0 0-15,0 2 0 0,0 0 0 0,-2 1 1 16,0-3 1-16,-1 0 0 0,0 1 2 16,0-3 2-16,-1-1-4 0,0-6 4 0,0 11-1 15,0-11-4-15,0 0 7 0,0 10 4 0,0-10-2 16,0 7-2-16,0-7 3 0,0 0-4 0,0 0 5 0,0 0 0 16,0 0-3-16,0 0 5 0,0 0-7 0,0 0-7 15,0 0 5-15,11-22-1 0,-9 12 0 16,2 1-4-16,1 1 8 0,0 3-10 0,-2-1 6 15,1 1-3-15,-4 5 5 0,6-8-9 0,-6 8-2 0,7-4 1 16,-7 4-1-16,6-2-1 0,-6 2 1 0,0 0 3 16,0 0 2-16,15 7-1 0,-12-4-1 15,-3-3 1-15,6 11 1 0,-3-4 3 0,-2 1 4 16,2 0-9-16,2 0 7 0,-3 1-5 0,-1-3-17 0,2-1-10 16,1 4-21-16,-3-1-32 0,2-1-62 0,1-3-59 15,0 3-58-15,-4-7-167 0,3 9-465 0,1-4 206 16</inkml:trace>
  <inkml:trace contextRef="#ctx0" brushRef="#br0" timeOffset="77826.64">21825 10673 56 0,'8'-8'187'0,"-1"3"-8"0,2-1-9 0,4 0-18 0,-3 0-14 15,2 1-17-15,-3 1-15 0,1 0-11 0,3 4-12 16,-7-2-26-16,-6 2-26 0,16 0-30 0,-9 2-15 15,-1 1-23-15,0 0-12 0,-1 1-9 0,-5-4-6 16,4 7 11-16,-4-7 2 0,-3 9 15 0,3-9 0 16,-5 10 29-16,2-6 15 0,3-4 26 0,-6 9 3 15,3-5 12-15,3-4 3 0,-6 5 0 0,6-5 0 16,-5 9-2-16,5-9-9 0,-4 5-5 0,4-5 3 16,-4 7 8-16,4-7-14 0,0 0-2 0,0 9-4 15,0-9-12-15,5 5 5 0,-5-5-26 0,9 4-42 16,0-3-51-16,3-1-142 0,-12 0-259 0,27-4 115 15</inkml:trace>
  <inkml:trace contextRef="#ctx0" brushRef="#br0" timeOffset="78159.69">22339 10226 275 0,'1'-8'275'0,"0"1"-29"15,3 3-20-15,-4 4-33 0,0 0-18 0,0 0-14 16,0 0-4-16,13 9-5 0,-8 7-2 0,3 7-15 16,1 4-14-16,-3 0-11 0,0 1-10 0,0 0-10 15,-1-3-5-15,1-1-14 0,-1-8-2 0,0 1-8 16,-1-5-8-16,3 4-3 0,-4-8-4 0,2 3-3 16,-2-5 5-16,-1-1 11 0,2-1 24 0,-4-4 20 15,7 7 6-15,-7-7-6 0,8 0-4 0,-8 0-8 16,11-7-7-16,-6 2-13 0,1-2-2 0,1-4-1 15,4-2-17-15,-2-2-3 0,3-7 1 0,0-1-15 16,1-3-18-16,1 3-22 0,0-2-21 0,2 0-22 16,-3 2-7-16,-4 8-15 0,-1 0-15 0,-1 5-22 15,-2 0-26-15,0 2-46 0,-1 4-49 0,0 1-18 16,-4 3-5-16,0 0-14 0,0 0-154 0,15 16-455 16,-12-3 201-16</inkml:trace>
  <inkml:trace contextRef="#ctx0" brushRef="#br0" timeOffset="78585.34">22688 10554 14 0,'1'10'177'0,"-1"-10"14"16,1 7 15-16,-1-7 16 0,0 0 1 0,1 6-3 15,-1-6 1-15,0 0-4 0,0 0-6 0,0 0-3 16,0 0-6-16,0 0-15 0,0 0-20 0,0 0-14 16,0 0-11-16,0 0-19 0,0 0-12 0,0 0-14 15,-7-23 6-15,7 23-23 0,0-17-13 0,1 6-9 16,-1 2-12-16,3-1-2 0,-1 0-4 0,5-1-6 15,-2 0-5-15,1 1-1 0,3 1-12 0,0 2 3 0,-1 0-7 16,1 4-1-16,1-3-2 0,-3 3-3 16,1 2 0-16,4 4-1 0,-3 1 4 0,0 0-9 15,-1 2-4-15,0 2 1 0,1-3 4 0,0 4 0 0,0 0 0 16,-1-1 1-16,-5-1-3 0,1-2-4 0,0 2 8 16,0-4-2-16,1 1 1 0,0 1 2 15,-5-5 2-15,5 6-1 0,-5-6 1 0,4 4 4 16,-4-4-6-16,0 0 7 0,4 6 1 0,-4-6 4 0,0 0-2 15,0 0 9-15,15-8-14 0,-7 2 4 0,1-1-5 16,-1 3-2-16,2-4 0 0,-3 3-4 16,3-1 3-16,-2 0-5 0,1 2 1 0,-1-1-5 15,-2 3 0-15,1-1 0 0,-7 3-2 0,10-4 2 0,-10 4-7 16,10 1 4-16,-10-1-3 0,12 6 7 0,-6-2 1 16,-2-1-4-16,1 2-15 0,0 3-19 0,-1-2-17 15,1 4-22-15,-1-1-18 0,-3 3-25 0,0-1-31 16,-1 1-44-16,0-1-43 0,-1 5-52 0,-3-4-161 15,-1-1-490-15,0 3 217 0</inkml:trace>
  <inkml:trace contextRef="#ctx0" brushRef="#br0" timeOffset="78807.08">22414 10865 256 0,'-6'2'250'0,"6"-2"-14"15,0 0-13-15,0 0-2 0,0 0-8 0,0 0-16 16,34 2-11-16,-3-4-17 0,3-3-16 0,3 3-16 16,15-3-12-16,-14 1-15 0,14-1-11 0,-17 0-8 15,4 0-5-15,-3 1-9 0,0 0-9 0,-3-1-9 16,-2 0-20-16,-9 3-19 0,-2 0-33 0,-7 2-31 16,0-3-51-16,-3 5-54 0,-4-2-48 0,-6 0-53 15,4 4-129-15,-4-4-408 0,0 0 181 0</inkml:trace>
  <inkml:trace contextRef="#ctx0" brushRef="#br0" timeOffset="79059.35">22454 11065 12 0,'0'0'249'0,"-11"7"-20"0,9-4 3 0,-4 2 2 15,2 1-2-15,0 2-27 0,0 2-16 0,0 0-17 16,0 2-9-16,0 5 0 0,-1-1-8 15,0 2-14-15,3-1-11 0,-2 1-14 0,3-3-14 16,-2 1-11-16,2-3-5 0,1-1-11 0,-3-1-4 16,3 1-9-16,0 5-6 0,0-6-4 0,0-2-21 0,0 2-10 15,-2-5-17-15,2 2-14 0,0-8-11 0,-3 12-16 16,1-5-12-16,-1-1-15 0,-2-1-27 16,5-5-27-16,-6 11-29 0,6-11-22 0,-4 6-15 15,4-6-17-15,-7 1-163 0,7-1-394 0,0 0 175 0</inkml:trace>
  <inkml:trace contextRef="#ctx0" brushRef="#br0" timeOffset="79537.38">22369 11198 87 0,'4'-11'133'0,"3"1"0"0,-2 1 3 15,1 3 0-15,2-2-4 0,-3 5-8 0,1-1-3 16,2 3-6-16,-8 1-11 0,14 0-8 0,-14 0-1 16,14 5-12-16,-9-2 10 0,0 3-5 15,1-1-5-15,-3 2-4 0,0 0-9 0,-2 1-4 0,0 1-7 16,-1 2 0-16,-1-3 0 0,-3 3-3 0,3-4-2 15,-1 1-9-15,-2-3 0 0,4-5-3 0,-4 10-3 16,1-4-7-16,3-6-1 0,-5 5 0 0,5-5-2 16,-4 5-2-16,4-5-1 0,0 0 4 15,0 0-3-15,0 0-6 0,-1 9 0 0,1-9-3 0,0 0 2 16,11 1-7-16,-11-1-1 0,16 3-1 0,-6-3-6 16,3 0-12-16,1 1-12 0,3-1-13 0,0-1-22 15,0 0-24-15,1-1-17 0,0 1-14 0,-2-3-7 16,5 2-4-16,-4-4-9 0,-4 4 5 0,4-3 3 15,-4 1 7-15,0-1 5 0,-4-2 18 0,2 4 6 16,-2-4 10-16,0-2 14 0,0 4 22 0,-3-4 22 16,-1 1 17-16,-1-1 9 0,-1 2 24 0,-2 1 25 15,-1 6 7-15,3-11-3 0,-3 11 20 0,0-10 4 16,0 10 7-16,0 0 1 0,-5-8-8 0,5 8-8 16,0 0-3-16,0 0-9 0,0 0-1 0,0 0 9 15,0 0 10-15,-16 17-5 0,12-6 4 0,-1 4-7 16,3 2-2-16,-3 1 2 0,-3 6-9 0,3-5-4 15,0 4-5-15,-2 2-7 0,4-6-5 0,3 1-5 16,-2 5-2-16,2 2 0 0,0-8-7 0,4 0-2 16,-3 1-2-16,2-3-5 0,-1 1-6 0,0-7-13 15,0 1-16-15,-1-2-22 0,2-1-24 0,-4-3-37 16,1-6-54-16,0 0-46 0,-5 18-48 0,-2-12-165 16,7-6-440-16,-12 7 196 0</inkml:trace>
  <inkml:trace contextRef="#ctx0" brushRef="#br0" timeOffset="79687.7">22663 11378 78 0,'7'-2'162'0,"-1"-1"-14"0,4-2-16 16,2 0-12-16,-1 0-28 0,2 2-44 0,0-2-51 15,3 0-56-15,-4 0-61 0,1 1-130 0,-2-2 58 16</inkml:trace>
  <inkml:trace contextRef="#ctx0" brushRef="#br0" timeOffset="79848.44">22877 11332 49 0,'0'0'209'0,"0"0"-11"0,0 0 0 16,10-2 0-16,-10 2-9 0,8-4-10 0,-8 4-13 16,14-4-15-16,-5 2-16 0,0 0-14 0,3-1-12 15,0-2-10-15,-1 3-21 0,2-2-18 0,-4 1-23 16,0 2-32-16,-1-1-39 0,-8 2-26 0,14-4-45 15,-9 4-22-15,-5 0-34 0,7-2-122 0,-7 2-306 16,0 0 136-16</inkml:trace>
  <inkml:trace contextRef="#ctx0" brushRef="#br0" timeOffset="80000.98">23008 11272 62 0,'0'0'68'15,"0"0"24"-15,-9-7 13 0,9 7 12 0,-3-1 13 16,3 1 8-16,0 0 13 0,0 0-1 0,-8-4-4 0,8 4-13 16,0 0-11-16,0 0-16 0,0 0-9 0,0 0 10 15,0 0 10-15,0 0-4 0,-8 15-7 16,8-8-10-16,0 1-3 0,0 2-9 0,-1-1-8 15,0 2-5-15,-1-1-9 0,4 2-2 0,-2-1-16 0,1-1-21 16,0 2-25-16,-1-12-27 0,-1 20-61 0,1-12-43 16,0-8-56-16,3 14-182 0,-3-14-403 15,1 10 179-15</inkml:trace>
  <inkml:trace contextRef="#ctx0" brushRef="#br0" timeOffset="80227.2">23181 11240 160 0,'5'-16'233'0,"0"5"15"0,-1 1 5 16,-1 0-2-16,-1 5-11 0,1 0-16 16,-3 5-20-16,6-7-21 0,-6 7-17 0,0 0-11 0,0 0-6 15,0 0 10-15,10 12 2 0,-8-2-22 0,-1 2-17 16,-1 4-12-16,1 3-12 0,-2-2-8 0,1 0 5 16,0 0-19-16,1 1-11 0,-1-2-11 15,1-3-33-15,1-3-18 0,-1 0-22 0,0 2-29 0,-2-5-23 16,1 1-21-16,0-8-23 0,3 10-26 0,-3-10-31 15,0 0-8-15,0 10-32 0,0-10-35 0,0 0-147 16,0 0-426-16,0 0 188 0</inkml:trace>
  <inkml:trace contextRef="#ctx0" brushRef="#br0" timeOffset="80677.39">23292 11193 70 0,'9'-5'143'0,"-3"0"2"16,0 1-4-16,0 2-4 0,-6 2-4 0,11-4-1 0,-11 4-3 15,9 0 5-15,-9 0 0 0,7 8 3 0,-7-8-5 16,4 8 0-16,-4-8-8 0,-3 12-8 0,3-12-9 16,-4 12-9-16,3-5-1 0,-2 3-9 0,-1-3-4 15,2-1-8-15,-1 0-6 0,1 1-8 0,2-7-6 16,-3 11-5-16,2-5-5 0,1-6-3 0,4 9-5 16,0-4-3-16,-4-5-2 0,7 10-14 0,0-7-11 15,-1-2-15-15,4 1-17 0,-1 0-25 0,2 0-19 16,1-2-23-16,-1-2-21 0,-1 2-18 0,1-1-5 15,-11 1 0-15,20-6 12 0,-8 2 11 16,-2 0 12-16,0-1 12 0,0-1 13 0,-3-1 25 0,1 0 6 16,0 0 30-16,1-1 14 0,-3 3 15 0,-1-1 23 15,0 0 18-15,0 3 14 0,2-1 10 0,-7 4 3 16,7-6-3-16,-7 6-6 0,5-3-7 16,-5 3 13-16,0 0 8 0,0 0 21 0,0 0 6 0,11 12-3 15,-11-5 18-15,0 3 22 0,0-10 8 0,-1 26-12 16,-1-11-3-16,-2-2-2 0,0 4-15 0,2-4-19 15,-2 3-5-15,3-4-4 0,-1 1-12 0,1-3-6 16,1-10-5-16,1 16 5 0,2-6-2 0,-3-10 2 16,8 12-5-16,0-4-13 0,2-3 3 0,0-2-12 15,1 1-5-15,10-6-10 0,0 1-20 0,0-2-23 16,8-2-30-16,0-2-40 0,-3-1-45 0,1-1-38 16,-6 2-44-16,-3-2-56 0,7-3-69 0,-8 4-289 0,-2-5-664 15,5-5 294-15</inkml:trace>
  <inkml:trace contextRef="#ctx0" brushRef="#br0" timeOffset="81367.85">23961 9222 64 0,'-3'-11'163'0,"3"11"-19"15,-1-11-12-15,1 11-9 0,4-8-20 0,-1 2-12 16,6 1-4-16,1-1-9 0,3 0-7 0,6 2-12 16,9-1-7-16,-1 0 5 0,-1 4-11 0,5-2-7 15,-2 1-3-15,1 3-7 0,0-2-3 0,-2 2 0 16,-7 2 2-16,0-3-3 0,0 2-6 0,-1 3 0 16,-1-1 2-16,-2 0-3 0,-3 0 2 0,0 3 0 15,3-1 3-15,-7 0-7 0,2 2 3 0,-1-3 8 16,-1 2 6-16,-1 2-5 0,0-2-6 0,-1 2 7 15,-1 0 16-15,0 1 6 0,2-2-3 0,-4 4-9 16,0 0 6-16,0 4 7 0,2-1-3 0,-6 3 3 16,4 7 7-16,1 2 0 0,-4 0-5 0,-4 5 1 15,4 2-1-15,-1 11 5 0,-4 0-3 0,2 2-11 16,0 2-4-16,-4 2-2 0,2 0-5 0,3 6-3 16,-1 0-2-16,1 25 2 0,-1-28-8 0,1 5 1 0,0-1-3 15,0 2 0-15,-3-4-5 0,2 1 0 16,1-2-1-16,2-1 5 0,-3-1-9 0,1-3 1 15,1 4 17-15,-3 0 3 0,3-4 0 0,-5 1-3 16,5-1-4-16,-3 0 0 0,2-2 1 0,-1 0 3 16,1-12 20-16,2 9-17 0,-1-10 6 0,5-2 4 15,-1-1 3-15,2-3-4 0,-2 0-5 0,-1-1-1 16,0-9-3-16,0 0-5 0,-1-2 0 0,-1 0-8 16,-2-5 4-16,0-2-3 0,0 0 10 0,-5 0-16 0,0 0 3 15,0-4-4-15,-7 1 0 0,2 2 8 0,-3-6-11 16,-9 2 13-16,-4 2-12 0,-4-3-4 15,-2 1-9-15,-1-3-16 0,-19-5-28 0,-1 2-29 16,-3-4-34-16,-7-1-31 0,-2 1-61 0,-26-10-55 0,1 5-245 16,-4-3-543-16,2-2 240 0</inkml:trace>
  <inkml:trace contextRef="#ctx0" brushRef="#br0" timeOffset="82165.2">19402 9333 76 0,'-4'-9'141'16,"0"1"-7"-16,-1-1-11 0,0 2-5 0,1 1 8 16,-1-1-8-16,1 1-15 0,-1 2-3 0,5 4-14 15,-5-10-10-15,5 10-7 0,-8-6-6 16,8 6-8-16,-5-3-3 0,5 3-6 0,0 0-18 0,0 0 10 15,0 0-10-15,0 0 6 0,-17 11-11 0,12-2 1 16,-2 9 0-16,-1 7 7 0,0 4 14 0,1 2-4 16,-6 14 1-16,4 4-2 0,0-1-1 0,-1 2-5 15,5-2-1-15,1 2-5 0,4-1-4 0,1 2 1 16,2 0-3-16,-1 5 2 0,4 2 0 0,-3-1-3 16,6 23 1-16,-1-24-3 0,1 0 0 0,-3-1-2 15,6 1 0-15,-3 1-3 0,-2-3 3 0,2 2-6 16,0 0 2-16,0-1-3 0,-2 0 5 0,0 3-2 15,0 1 2-15,0 2 15 0,0-3 1 0,-1 1-4 16,0-1-3-16,0-1-5 0,1-2 3 0,5-6-4 16,-2 2-1-16,0-5-2 0,0-13 2 0,1 14 4 15,2-13 5-15,-1-1-3 0,4 10 2 0,-4-8-2 16,1-2-4-16,0-1 0 0,0 0 1 0,-2-3 1 16,1-1 0-16,-2 2-1 0,0-1 2 0,-1 0-4 15,-1-3-1-15,-1 1-1 0,1 0-1 0,5-1-4 0,-4-2 0 16,0 1 7-16,0-9 2 0,-2 0-3 0,2 1 4 15,0-3 0-15,4 1 2 0,-1-1 3 16,3-2-6-16,0-2 4 0,6-1 0 0,5-3-3 16,1-3-2-16,6-5-6 0,5-2-4 0,15-4-12 0,1-6-5 15,7-2-15-15,24-12-16 0,-24 7-20 0,26-9-34 16,-3-6-44-16,2 1-44 0,-3-3-44 16,-24 17-181-16,25-11-441 0,-28 8 195 0</inkml:trace>
  <inkml:trace contextRef="#ctx0" brushRef="#br0" timeOffset="87144.02">17803 11814 159 0,'0'0'190'16,"0"0"0"-16,0 0-5 0,0 0-10 0,0 0-10 15,0 0-6-15,0 0-7 0,0 0-13 16,-5-4-12-16,5 4-10 0,0 0-6 0,0 0-10 15,0 0-2-15,0 0-1 0,0 0-3 0,0 0-4 0,0 0 2 16,0 0-18-16,0 0-4 0,0 0-11 0,24-6 1 16,-3 0-20-16,9 1-22 0,7-2-36 0,16-3-45 15,4-2-77-15,9 2-76 0,-2-3-175 0,1 2-423 16,0-3 187-16</inkml:trace>
  <inkml:trace contextRef="#ctx0" brushRef="#br0" timeOffset="93100.86">9596 14101 3 0,'-6'-8'62'0,"6"8"-9"16,-7-7-3-16,7 7-5 0,-4-7-14 0,4 7 0 15,-3-4-13-15,3 4-12 0,0 0-21 0,-6-4-33 16,6 4-51-16,0 0 23 0</inkml:trace>
  <inkml:trace contextRef="#ctx0" brushRef="#br0" timeOffset="93518.66">10248 14190 30 0,'0'0'65'0,"0"0"-3"0,0 0-6 0,0 0-5 16,4-4-12-16,-4 4-19 0,0 0-17 15,0 0-15-15,0 0-18 0,0 0-18 0,0 0-51 16,0 0 23-16</inkml:trace>
  <inkml:trace contextRef="#ctx0" brushRef="#br0" timeOffset="94065.86">10791 14395 3 0,'0'0'107'0,"0"0"9"0,0 0-23 0,0 0-18 16,0 0-1-16,0 0-10 0,0 0-2 0,0 0-1 15,0 0-10-15,0 0-4 0,0 0-10 0,0 0-5 16,0 0-1-16,0 0-7 0,0 0 7 0,0 0-10 16,0 0-2-16,0 0-11 0,0 0 11 0,0 0-4 15,0 0-6-15,0 0 2 0,0 0-2 0,0 0 2 16,0 0 3-16,0 0-6 0,0 0-5 0,0 0-3 16,0 0-9-16,0 0-21 0,0 0-9 0,0 0-13 15,0 0-20-15,0 0-71 0,0 0-154 0,0 0 69 16</inkml:trace>
  <inkml:trace contextRef="#ctx0" brushRef="#br0" timeOffset="97007.88">14867 14521 3 0,'0'0'24'0,"0"0"-8"16,0 0-7-16,0 0-2 0,0 0-6 0,0 0-11 15,0 0-12-15,0 0 6 0</inkml:trace>
  <inkml:trace contextRef="#ctx0" brushRef="#br0" timeOffset="98191.66">12638 14204 21 0,'0'0'42'15,"0"0"0"-15,0 0-5 0,0 0-7 0,0 0 1 16,0 0-4-16,0 0 0 0,0 0-3 0,0 0-7 15,0 0 3-15,0 0-6 0,0 0 0 0,0 0-4 16,0 0 2-16,0 0-1 0,0 0 0 0,0 0-2 16,0 0-6-16,0 0 4 0,0 0-4 0,0 0 4 15,0 0-10-15,0 0-5 0,0 0 3 0,0 0 2 16,0 0-10-16,0 0-3 0,0 0 2 0,0 0 0 16,0 0-6-16,0 0 1 0,0 0-4 0,0 0-2 15,0 0 3-15,0 0-17 0,0 0-43 0,0 0 19 16</inkml:trace>
  <inkml:trace contextRef="#ctx0" brushRef="#br0" timeOffset="134510.75">22454 11294 65 0,'0'0'63'0,"0"0"-8"0,0 0-13 0,0 0-7 0,0 0-14 16,0 0-12-16,0 0-10 0,0 0-17 15,0 0-28-15,0 0-48 0,0 0 21 0</inkml:trace>
  <inkml:trace contextRef="#ctx0" brushRef="#br0" timeOffset="145649.1">21690 13423 92 0,'-8'-6'195'0,"0"0"-3"0,-2-4-9 16,2 5-2-16,1-1-8 0,1 1-3 0,3 1-9 16,-4 0-10-16,7 4-11 0,-7-6-7 0,7 6-19 15,-7-5-11-15,7 5-15 0,0 0-6 0,-5-4-11 16,5 4-6-16,0 0-8 0,0 0-7 0,0 0-7 15,14-7-2-15,4 6-6 0,1-2 1 0,8-1-6 16,5-2-3-16,1 2-4 0,7-1-1 0,-3 2-4 16,-4-1-11-16,3 1-15 0,-5 0-28 0,-1-1-38 15,-9 3-37-15,-2-1-46 0,0 2-36 0,-6-1-158 16,-8 1-380-16,-5 0 168 0</inkml:trace>
  <inkml:trace contextRef="#ctx0" brushRef="#br0" timeOffset="146007.82">21870 13326 52 0,'0'0'120'0,"0"0"21"15,-7 7 22-15,5 0-12 0,-1 1-7 0,-1 4-9 16,-2 4-10-16,2 0-13 0,2 1 8 0,-2 2-7 16,2 0-13-16,0 2-11 0,-1 3-6 0,1-5-10 15,-1 0-6-15,3-2-8 0,-1 0-3 0,-2-2-8 16,2-3-4-16,1 1-1 0,0-2-6 0,0 0-4 15,0-1-4-15,-2-2-1 0,2 2 0 0,0-10-5 16,-2 14 0-16,2-14-4 0,-1 9-1 0,1-9 2 16,-1 9-5-16,1-9-2 0,-5 5 1 0,5-5 1 15,-8 4 0-15,8-4-4 0,-8 0 0 0,8 0 0 16,-12-3 0-16,12 3-1 0,-12-3-3 0,12 3-1 16,-6-3 1-16,6 3-3 0,-9-2 2 0,9 2-5 15,0 0 1-15,0 0-2 0,-11-2-2 0,11 2 2 16,0 0 0-16,0 0-1 0,0 0 0 0,0 0 2 15,0 0-2-15,0 0 8 0,0 0-6 0,0 0 0 16,27 5 2-16,-15-5 2 0,6 2-18 0,5-1-21 16,5-2-45-16,0-4-62 0,1 3-64 0,-7 0-128 15,6-2-361-15,-1 1 160 0</inkml:trace>
  <inkml:trace contextRef="#ctx0" brushRef="#br0" timeOffset="146712.04">22155 12897 8 0,'0'0'146'0,"11"-5"-9"16,-4 3-15-16,-7 2-9 0,10-1-11 0,-10 1-11 15,14 3 14-15,-9 0-9 0,0 2-14 0,-1 0 1 16,1 4-8-16,0-1-11 0,-2 1 1 15,-2 0 5-15,-4 1-4 0,0 2-3 0,0 2-8 0,-2-2 9 16,-4 0-2-16,2 0-3 0,2-3-5 0,-2 0-7 16,2 0 4-16,1-2-1 0,-1-3-1 0,2 3 4 15,3-7-3-15,-6 8 1 0,6-8-2 0,-4 6-8 16,4-6 0-16,0 0-5 0,0 0-2 16,0 0-4-16,0 0-7 0,0 0-1 0,13 5-3 0,-2-8 1 15,7-1-9-15,3 3-12 0,8-4-33 0,0 4-43 16,1-2-46-16,2 2-32 0,-3 1-34 0,2 2-125 15,-9 0-339-15,8-1 150 0</inkml:trace>
  <inkml:trace contextRef="#ctx0" brushRef="#br0" timeOffset="147389.9">22100 13840 70 0,'0'0'197'0,"-7"5"-3"16,7-5-9-16,0 0-12 0,0 0-6 0,0 0-2 15,0 0-3-15,0 0-5 0,0 0-5 0,0 0-7 16,0 0-9-16,0 0-16 0,0 0-13 0,0 0-9 15,0 0-12-15,8-27-10 0,-4 20 1 0,1-3-10 16,3 1-11-16,-3-1-3 0,4-6-2 0,-3 1-10 16,2 0 0-16,6-7-5 0,-5 6-5 0,1-3-2 15,-2-5-7-15,2 1-2 0,-5 5 2 0,-1 0-5 16,-2 1 1-16,1 2-2 0,-2 3-5 0,-1 1 8 16,0 1-8-16,-1 3 0 0,1 7-4 0,-1-13 2 15,1 13-6-15,-4-9 0 0,0 6-3 0,4 3-1 16,-7-5-2-16,7 5 4 0,0 0 0 0,-16 4-4 15,10-1-1-15,2 3 1 0,-1-2-2 0,-2 1 2 16,4 1 0-16,3-6 3 0,-3 13 0 0,3-5 0 16,0-8 0-16,10 15 0 0,-2-7 1 0,-1-2 4 15,5 1-3-15,1-1 1 0,1 0-1 0,0-2-6 16,3 1 1-16,-5 0 0 0,-2-3-1 0,2 2-1 16,-1-2 0-16,-3 0 1 0,-1 0-1 0,-1 0-1 15,3 0 1-15,-9-2 3 0,9 4-7 0,-5-2 6 16,-4-2-3-16,7 9 3 0,-3-2-2 0,-4-7 2 15,4 10-3-15,-4-4 5 0,0-6-2 0,1 14 1 16,-1-7 1-16,-1 3-2 0,1-10 3 0,0 18 0 16,0-8-25-16,-1-1-30 0,1 1-47 0,0-10-59 15,0 20-49-15,0-11-192 0,0 2-434 0,0-11 192 16</inkml:trace>
  <inkml:trace contextRef="#ctx0" brushRef="#br0" timeOffset="148185.68">22430 13725 140 0,'0'0'152'0,"0"0"4"0,0 0-1 0,0 0-5 16,0 0-11-16,0 0-10 0,12 12-12 0,-12-12-10 16,3 8-7-16,-3-8-4 0,2 5 6 0,-2-5 2 15,0 0 8-15,4 5 9 0,-4-5 7 0,0 0 9 16,0 0 10-16,0 0 10 0,0 0-5 0,0 0-20 15,0 0-10-15,0 0-10 0,0 0-6 0,0 0-13 16,1-21-10-16,-1 21-8 0,-3-13-13 0,3 13 1 16,0-14-9-16,1 6-2 0,0-1-11 0,0-1-13 15,1 2-3-15,2-2-6 0,0 1-2 0,-2 2-3 16,4-2-3-16,-2 3-7 0,1 1-1 0,-1 1-2 16,-4 4 2-16,9-4-5 0,-9 4-1 0,13 1-4 15,-13-1 5-15,10 8 0 0,-3 1-1 0,-4 2-1 0,4 0 0 16,-4 4 0-16,0 1 1 0,0-1 7 15,-2 1-10-15,0 0 6 0,-1-5 0 0,-1-1 3 16,1 1-4-16,-1-2 0 0,1 0 2 0,0-9 0 16,-3 9 2-16,3-9-1 0,0 7 7 0,0-7 1 15,0 0-4-15,0 0 5 0,-3 9 16 0,3-9-1 16,0 0-5-16,0 0-8 0,0 0-2 0,0 0-1 16,0 0-11-16,13-29-6 0,-6 19 1 0,0 0 1 15,2-5-18-15,0 2-4 0,0-3-6 0,5 1-4 16,-2 1 5-16,0 2-3 0,0 0 6 0,-3 5 1 15,0-1 2-15,-1 2 3 0,-3 3-1 0,-1 1 3 16,-4 2 3-16,11 0-1 0,-11 0 1 0,10 4 2 16,-6 1 3-16,-1 4-1 0,-1 0 2 0,2 1 1 15,-3-1 0-15,2 1 4 0,-1-1-2 0,2 1 3 16,-1-4 5-16,-2 0-3 0,2 0 1 0,2-1 1 16,-5-5 2-16,5 6 0 0,-5-6 15 0,6 4-1 15,-6-4-3-15,16-4 0 0,-6 0 0 0,1-1 1 16,1-2-1-16,-2 0 2 0,1-2-6 0,-1 1 5 15,1-4-6-15,-2 3 1 0,-1-1-1 0,-1 0 1 16,0-1-1-16,0 1-2 0,-2-1 0 0,-1 0 4 16,0 1-4-16,-1 3 2 0,-1 1 3 0,1 1-5 15,-3 5 0-15,4-6-1 0,-4 6 3 0,2-6-4 16,-2 6-5-16,0 0 0 0,0 0 2 0,0 0-2 16,0 0 1-16,0 0 0 0,-9 21 1 0,5-13-3 15,2 2 3-15,1 2 0 0,-3-3-1 0,4 3-3 16,1-1 1-16,0 0 0 0,-1 0-3 0,3-1 6 15,-1 0-1-15,1 4 6 0,2-2 3 0,-1-5 1 16,-3 1 5-16,2 2 5 0,-1-4-4 0,0-1 3 16,-1 2 0-16,-1-7 4 0,2 14-5 0,1-9 2 15,-3-5-7-15,1 10-1 0,-1-3-6 0,0-7-6 16,-2 9-8-16,2-9-14 0,-4 9-20 0,4-9-16 16,-5 9-22-16,1-5-30 0,4-4-35 0,0 0-48 15,-8 10-49-15,6-7-212 0,2-3-493 0,0 0 219 16</inkml:trace>
  <inkml:trace contextRef="#ctx0" brushRef="#br0" timeOffset="148467.32">23236 13614 59 0,'7'-1'112'0,"4"1"-15"16,-3 1-5-16,-8-1-14 0,13 3-11 0,-7-1-4 15,-1 1-9-15,-5-3-6 0,7 4-23 0,-3 0-5 16,-4-4 1-16,5 6-5 0,-5-6 1 0,2 7 7 16,-2-7 4-16,0 0 15 0,-3 11 22 0,3-11 3 15,0 0 17-15,-8 12 6 0,5-9 3 0,3-3 9 16,-9 6-5-16,3-2-7 0,4 1-6 0,2-5-11 16,-9 5-4-16,9-5-6 0,-5 3-9 0,5-3-6 15,-3 6-1-15,3-6-5 0,0 0-1 0,0 0-3 16,0 0-2-16,8 9-16 0,1-7-38 0,-9-2-74 15,22 0-86-15,-10-1-141 0,8-3-343 0,0-2 153 16</inkml:trace>
  <inkml:trace contextRef="#ctx0" brushRef="#br0" timeOffset="148757.47">24170 13329 2133 0,'-13'-14'3'0,"-1"4"46"0,4 1-14 16,0 2-1-16,1-1 21 0,1 2 3 0,3 0 1 15,0 3-2-15,5 3-6 0,-8-8-6 0,8 8-6 16,-5-6-7-16,5 6-2 0,0 0-3 0,8-9-3 15,2 5-2-15,7 0-5 0,2-1-7 0,1 2-16 16,4 0-19-16,-4 0-33 0,0 0-36 0,1 2-34 16,-4-2-28-16,-4 1-20 0,0 1-20 0,-8-1-128 0,-5 2-350 15,10-1 154-15</inkml:trace>
  <inkml:trace contextRef="#ctx0" brushRef="#br0" timeOffset="149585.1">24271 13205 42 0,'0'0'74'15,"-13"0"15"-15,13 0 7 0,-10 0-4 0,10 0-3 16,0 0-17-16,-10 4 7 0,6-1 20 0,4-3 20 0,-6 12-1 15,-1-5-8-15,3 7-3 0,2 3 10 0,-3 0-7 16,1 9 11-16,1-1-9 0,-1-1-13 16,3-3-11-16,0 2-10 0,0-4-7 0,-1 1 2 15,1-2 5-15,1 2-7 0,-1-3-5 0,-2 2-5 16,3-4-7-16,3-2-4 0,-3-2-6 0,0 1-4 0,-3-3-3 16,6-1-3-16,-6-1-3 0,3-7-2 15,0 10-1-15,0-10-2 0,-5 8-5 0,5-8 0 16,-10 3-4-16,2-2-1 0,8-1-5 0,-16-3-3 15,5 2 1-15,0-2-1 0,1 0 0 0,-1-1-2 16,5 0 0-16,-3 2 1 0,3 0 4 0,6 2-6 16,-9-5-3-16,9 5 0 0,-7-2-4 0,7 2 2 15,0 0-1-15,0 0 0 0,0 0 5 0,0 0-6 16,0 0 3-16,0 0-3 0,0 0 0 0,30 0 3 16,-14 0-1-16,0 0 0 0,0 0 4 0,5 0-11 15,-3 0 0-15,3 0-12 0,1 0-14 0,-3-2-17 0,3 1-24 16,-5-2-8-16,-3 2-7 0,0 0-4 15,-3-2 5-15,1 1 4 0,0-2 3 0,-2 0 9 16,-1-1 5-16,-2 2 8 0,-1-2 6 0,0 0 4 16,-1-1 9-16,0-2 6 0,0 3 2 0,0-2 17 0,-1 2 4 15,-4 5 19-15,5-10 17 0,-1 6-11 0,-4 4 1 16,6-5-6-16,-6 5 4 0,0 0 13 0,8-3 2 16,-8 3 10-16,0 0 1 0,9 10-1 15,-8-5-3-15,-1-5 26 0,3 15 14 0,-3-5-2 16,1-2-9-16,-1 2-4 0,0-10-2 0,0 13-7 0,0-5 2 15,0-8 1-15,-1 9 2 0,1-9 8 0,0 8 12 16,0-8 7-16,0 0 14 0,0 0 11 0,1 8 1 16,-1-8-8-16,0 0-9 0,0 0-9 15,0 0-10-15,0 0-8 0,0 0-3 0,-3-27-10 16,3 27-8-16,2-15-10 0,0 5-9 0,2-1-3 0,0 1-11 16,4-6-3-16,2 1-15 0,0-1-1 0,3 1-3 15,-3 2 1-15,3 0 2 0,-3 4-1 0,0 3-1 16,-5 0 0-16,3 2 1 0,2 3-1 15,-1 0-2-15,-9 1 5 0,12 5-2 0,-6-2 0 16,-1 4-2-16,2 1 2 0,0-1 1 0,-3 3 3 0,-1-2-1 16,2 2 2-16,-1-2-3 0,-2-1 5 0,1-1-3 15,-1-1 5-15,-2-5 5 0,3 8-5 0,-3-8 7 16,4 6 4-16,-4-6 12 0,0 0 8 0,1 8 7 16,-1-8 3-16,0 0-5 0,0 0-1 0,0 0-1 15,0 0-9-15,0 0-6 0,0 0-7 0,0 0-2 16,8-18-17-16,-5 12-3 0,3 0 0 0,0-1 0 15,2 1 0-15,-1-1-1 0,2 2 3 0,-1 0-4 16,1 0 2-16,-3 2-1 0,2 2 1 16,-8 1-1-16,13-1 0 0,-13 1 1 0,11 4 4 15,-4-2-4-15,-4 3 3 0,3-1 10 0,-6-4-7 0,6 10 0 16,-2-3 5-16,-3-3-10 0,4 3 9 0,-3 0 0 16,-2-7-7-16,1 12 3 0,0-5-5 15,-1-7 0-15,-1 13-13 0,-2-6-27 0,-1-1-28 0,1 0-36 16,-2 1-50-16,1-4-69 0,4-3-74 0,-13 9-161 15,5-5-505-15,8-4 223 0</inkml:trace>
  <inkml:trace contextRef="#ctx0" brushRef="#br0" timeOffset="149903.91">24918 12933 166 0,'6'-3'206'0,"2"-1"-1"0,1 0 2 0,-2 3-33 16,-7 1-13-16,17 2-2 0,-8 3-7 15,0 3-11-15,2 3-14 0,-4 0 0 0,-1 4-12 0,-3 0-9 16,-1 2 2-16,-4 0-7 0,-1 0-3 0,-1-1 0 16,0 0-4-16,2-2 1 0,-4-3-3 0,3-3 2 15,1-1-3-15,1 0 1 0,1-7-4 16,-2 9-2-16,2-9-11 0,-3 7-1 0,3-7-12 0,0 0-2 15,-2 9-4-15,2-9-12 0,0 0-1 0,0 0 0 16,8 4-3-16,-8-4-9 0,20-2-6 0,0 2-10 16,2-2-14-16,8-4-11 0,0 3-29 0,2 1-24 15,-1-3-26-15,-3 4-35 0,-5 0-54 0,-1-1-70 16,-4 4-253-16,-5 0-541 0,-2 3 239 0</inkml:trace>
  <inkml:trace contextRef="#ctx0" brushRef="#br0" timeOffset="150394.2">23964 13782 61 0,'0'0'267'0,"0"0"-14"0,-14-1-21 16,14 1-21-16,0 0-22 0,-10-1-25 0,10 1-13 16,0 0-14-16,0 0-14 0,0 0-11 0,51-4-11 15,-11 1-5-15,17-2-10 0,5-2-5 0,3 0-3 16,26-2 3-16,-30 1-4 0,2 3-9 0,-2-1 2 16,-5 0-3-16,-1 0-3 0,-6-1 2 15,-12 3 2-15,-4 2-5 0,-2-1 2 0,-4 2-3 16,-8-2-3-16,0 1-7 0,-6 1-7 0,-1-1-1 0,-4 0-4 15,-1 2-6-15,-7 0-6 0,11-2-2 0,-11 2-1 16,10 0-14-16,-10 0-22 0,0 0-18 0,9 2-1 16,-9-2-14-16,0 0-19 0,0 0-47 0,-23 21-56 15,9-11-51-15,-3 0-42 0,-11 3-163 0,2 3-456 16,-5-2 202-16</inkml:trace>
  <inkml:trace contextRef="#ctx0" brushRef="#br0" timeOffset="150741.81">24320 13914 197 0,'0'0'250'0,"0"0"-10"0,0 0-24 0,0 0-20 16,0 0-23-16,0 0-17 0,0 0-2 0,0 0-2 16,-8 11-13-16,7-2-33 0,1 3-7 0,-2 0-13 15,4 3-6-15,-1 1-9 0,3-3-5 0,1 2 13 16,-1-5-7-16,2 4 3 0,-1-4 2 0,2 1-3 15,0-2-8-15,2-3 7 0,0 0-3 16,3-3 1-16,-2 2-7 0,1-3 5 0,0-1 5 0,0-3-12 16,-1 1-4-16,2-3 5 0,-3-2-13 0,1 0 0 15,0-3-1-15,-2 1 0 0,1-1-1 0,5-3-3 16,-6 1 7-16,-1 0-5 0,0 0 2 0,2 2 1 16,-2-2 9-16,0 4 7 0,-1 1-3 0,-5 0-6 15,4 3 1-15,-5 3-18 0,8-7-1 0,-8 7-5 16,0 0 5-16,5 11-8 0,-3 2 3 15,-4 3 3-15,2 10-13 0,-5 4-2 0,1 2-29 0,-3 2-63 16,-1 11-71-16,0 0-67 0,3-11-94 0,-10 11-330 16,7-13-685-16,-2 3 302 0</inkml:trace>
  <inkml:trace contextRef="#ctx0" brushRef="#br0" timeOffset="152343.94">21383 13026 78 0,'0'0'151'0,"-13"-1"-9"0,13 1-4 16,-17 2-5-16,8 2-12 0,0 4-3 0,-1 1-14 15,0 3-9-15,1 4-10 0,3 0-6 0,-2 9-6 16,2 1 8-16,2 6-4 0,4-3-4 0,-1 3 3 16,3 4 1-16,2 10 9 0,-1-10-7 0,4 11-8 15,-2-12-2-15,3 11-6 0,0 0-7 0,-2-1 1 16,0-10-2-16,2 15-3 0,1-3 7 16,-3 1 3-16,5 0 2 0,-6 0-2 0,2-2-22 0,2 2 3 15,0 0-5-15,-2-12 2 0,-2 0-1 0,3 10-2 16,-2-10-2-16,0-2-2 0,-1-1-5 0,-1 0 0 15,0-1-3-15,0-4 4 0,-2 3-2 0,0-4-4 16,-2-1 5-16,1-6-6 0,-1-2-2 16,-3 0 2-16,2-1-5 0,0-2-2 0,-2 3 1 0,2-2-4 15,0-4 0-15,-1-3-3 0,2 2 1 0,-1-2-3 16,2-2 4-16,-1 0-4 0,3-1-3 0,1 1 6 16,0-4-5-16,5 1 2 0,1 0-4 0,9-1-3 15,2-3-8-15,11-3-4 0,1 0-11 0,4-2-13 16,0 2-18-16,1-5-23 0,1 2-37 0,0 0-52 15,10-3-46-15,-15 4-211 0,-4 3-458 0,-1-1 203 16</inkml:trace>
  <inkml:trace contextRef="#ctx0" brushRef="#br0" timeOffset="153519.95">21734 14512 42 0,'-1'-10'135'0,"1"10"-11"0,-3-7-12 16,3 7-1-16,0 0-9 0,0 0-13 0,-6-7-10 15,6 7-11-15,0 0-10 0,0 0 23 0,0 0-10 16,-21 23 11-16,8-2 8 0,-2 4-7 0,-2 5-6 16,0 4-5-16,-9 8 2 0,2 6-16 0,2-1-6 15,2 2-6-15,1-2 10 0,3 0-5 0,8-13-6 16,0 13-5-16,4-16-1 0,4 4-6 0,3-1-3 16,2 0-3-16,2-2 0 0,6-3-1 0,1 1-7 15,3-2 5-15,2 0-4 0,4-2-3 0,2-6 1 16,2 1-3-16,1-3 0 0,4-5-2 0,2-2 1 15,-2 0-3-15,2-4 1 0,1-3 0 0,2 0-2 16,0 0-1-16,-3-2-10 0,-1-4-10 0,-1 1-12 16,0 1-30-16,-4-2-22 0,2-4-29 0,-1 3-30 15,-9-1-18-15,1-1-22 0,-3 1-87 0,-1 0-282 16,-3 1 125-16</inkml:trace>
  <inkml:trace contextRef="#ctx0" brushRef="#br0" timeOffset="155377.81">25316 13591 119 0,'-3'-5'220'16,"3"5"4"-16,0 0-12 0,0 0-19 0,0 0-16 15,0 0-10-15,0 0-27 0,-2-9-14 0,2 9-17 16,0 0-5-16,9-5-12 0,-2 2-10 0,5 0-7 15,0 0-11-15,4-2-2 0,0 1-12 0,-2 0-15 0,4 1-23 16,-5 1-28-16,0 1-36 0,1-2-45 0,-3 1-36 16,-2 2-37-16,2 0-130 0,-3 1-324 15,-8-1 144-15</inkml:trace>
  <inkml:trace contextRef="#ctx0" brushRef="#br0" timeOffset="155541.82">25354 13649 140 0,'-7'2'189'0,"7"-2"-8"0,-11 4-14 0,4 0-12 16,7-4-5-16,-7 3-24 0,7-3-13 0,0 0-12 0,-6 4-7 16,6-4-7-16,0 0-10 0,0 0-7 0,25 7-7 15,-6-4-2-15,4-2-10 0,6 1-29 16,2 1-39-16,1-1-39 0,0-4-35 0,1 2-50 16,-2 0-116-16,-3 0-279 0,-6 0 123 0</inkml:trace>
  <inkml:trace contextRef="#ctx0" brushRef="#br0" timeOffset="162528.72">26351 13066 73 0,'0'0'194'0,"-2"-8"-3"0,2 8-5 0,0-9-4 16,0 9-9-16,-3-8-10 0,3 8-12 0,0 0-17 15,0-10-15-15,0 10-13 0,0 0-13 0,0 0-9 16,0 0-12-16,3-7-11 0,-3 7-4 0,0 0-4 16,0 0-6-16,18 16-7 0,-14-10-4 0,6 5-3 15,-4-1-5-15,5 5 3 0,1-2 1 0,-3 1 13 16,1 3-4-16,-1-2-6 0,1 0-1 0,-2 1-2 15,1-3-4-15,-1-3-5 0,-2 2 0 0,1-2-3 16,-1 0 1-16,-1-2-6 0,0 0 1 0,-1 1-3 16,1-3 2-16,-1-1-3 0,-2 0 4 0,-2-5-5 15,7 7 5-15,-7-7 0 0,4 4 26 0,-4-4 8 16,0 0 0-16,0 0-1 0,0 0-6 0,12-10 0 16,-6 5 2-16,-1-2-7 0,-1-1 0 0,3-4-1 0,2-3-7 15,-2-2-2-15,-1 1-3 0,1-1-1 16,1 0-5-16,0-1-3 0,-1 1 0 0,-1-2-1 15,4 0-4-15,-1 4 0 0,-5-2 1 0,2 3-4 16,-5 2-3-16,6 3-8 0,-7 2-12 0,4 3-17 0,-4 4-25 16,2-8-25-16,-2 8-10 0,0 0-15 15,0 0-26-15,0 0-13 0,0 0-29 0,0 0-30 16,-6 27-18-16,1-10-137 0,-4 0-389 0,5 1 172 16</inkml:trace>
  <inkml:trace contextRef="#ctx0" brushRef="#br0" timeOffset="163091.73">26690 13250 68 0,'0'0'130'15,"0"0"-9"-15,3 7 10 0,-3-7 10 0,0 0-14 16,2 6-13-16,-2-6-8 0,4 6-14 0,-4-6 3 0,2 7 0 16,-2-7-4-16,2 7-6 0,-2-7-7 0,0 0 0 15,1 8 2-15,-1-8-3 0,0 0 1 16,0 7 0-16,0-7 1 0,0 0 7 0,0 0-2 15,0 0 6-15,0 0 2 0,0 0-2 0,0 0 1 16,0 0 5-16,0 0 0 0,0 0-12 0,0 0-7 0,0 0-7 16,0 0-9-16,0 0-4 0,0 0-6 15,0 0-9-15,0 0-5 0,2-27-4 0,0 18-12 16,-2-1 0-16,2 1-8 0,0-3-3 0,1 2-4 16,4 1-3-16,-3 1-2 0,1-1-1 0,3 3-1 15,-3 0 1-15,4 3-2 0,-4 1 0 0,3 0 0 0,-8 2-1 16,19 2-3-16,-10 2 1 0,1 1 0 0,0 2 1 15,-3 2 1-15,1 0 2 0,-1 1-3 0,-2-1 4 16,0 1-4-16,-1-1 2 0,-2-1-1 16,2 0 1-16,-4-2 3 0,0-6 0 0,5 10-1 0,-3-5 4 15,-2-5 0-15,0 0 2 0,2 9 0 0,-2-9 3 16,0 0-4-16,2 5 11 0,-2-5-1 16,0 0-1-16,0 0-5 0,0 0 2 0,8-18-3 15,-6 12-2-15,-2 6 2 0,6-14-7 0,1 6 0 16,-5 3-6-16,3-4 0 0,2 1 2 0,0 1-5 0,-3-2 2 15,4 4-2-15,-5 0-1 0,4 1 2 0,-2 0-2 16,-5 4 1-16,11-5 6 0,-5 5-8 0,-6 0 4 16,10-2-2-16,-10 2 4 0,10 2-3 15,-10-2 1-15,9 6 0 0,-4-2 0 0,-1 0 3 16,-4-4 0-16,9 8 1 0,-8-3-1 0,3 0 2 0,0-1 3 16,1-1 0-16,-5-3-5 0,2 10 3 0,0-6-2 15,-2-4-7-15,4 7-16 0,-4-7-15 16,6 9-19-16,-6-9-30 0,-3 8-39 0,3-8-48 0,0 0-46 15,-3 12-186-15,3-12-442 0,-8 6 195 0</inkml:trace>
  <inkml:trace contextRef="#ctx0" brushRef="#br0" timeOffset="163424.03">27093 12733 81 0,'0'0'166'0,"11"-3"-13"0,-5 3-16 15,-6 0-7-15,14 1-17 0,-6 1 11 16,-3 4 0-16,2-1 1 0,0 1-11 0,0 2-6 16,-3 2-2-16,-2-1-7 0,0 0-6 0,0 1-12 0,-2-2-5 15,0 2 15-15,0-10-9 0,-4 12-2 0,4-12-4 16,0 11-7-16,0-11-3 0,-2 8 3 0,2-8 2 15,-4 6-10-15,4-6-3 0,0 0-6 0,0 0-3 16,2 10-5-16,-2-10-6 0,0 0-3 16,-4 5-7-16,4-5 0 0,0 0-4 0,0 0-1 0,13 2-3 15,-2-2 0-15,2 1-4 0,4-2-2 0,2 1-10 16,2 0-24-16,6 0-32 0,-8 3-49 0,0-3-57 16,3 4-35-16,-11-4-211 0,2 3-438 0,-1 1 193 15</inkml:trace>
  <inkml:trace contextRef="#ctx0" brushRef="#br0" timeOffset="163895.31">26414 13545 59 0,'-10'0'233'0,"10"0"-16"16,-13 2-17-16,13-2-23 0,-8 0-15 0,8 0-16 15,0 0-11-15,0 0 0 0,0 0-5 0,0 0-10 0,33 0-5 16,-5 0-10-16,5-3-7 0,5 0-23 0,16-4-6 16,7 1-5-16,2-1 1 0,2 0-11 15,25-3-6-15,-27 1-4 0,-1 3-2 0,-1-1-5 16,0 0-1-16,-3-2-4 0,-5 1 1 0,-1 1-5 16,-18 3-1-16,2 0 1 0,-3-2 4 0,-3 1 7 0,-3 1 3 15,-7 2-7-15,-1-2-2 0,-6 4 2 0,-3-2-4 16,0 2-6-16,-1-2 1 0,-1 2-4 15,-8 0-5-15,9-3-4 0,-9 3 1 0,10 0-2 0,-10 0-2 16,0 0-2-16,9 0-2 0,-9 0-8 16,0 0-12-16,8 3-18 0,-8-3-23 0,3 7-31 0,-3-7-38 15,0 0-50-15,-5 12-63 0,-1-4-162 0,-1 1-432 16,-5 1 193-16</inkml:trace>
  <inkml:trace contextRef="#ctx0" brushRef="#br0" timeOffset="165453.15">26247 13825 22 0,'0'0'199'0,"-4"-9"-18"0,4 9-14 15,0 0-7-15,-6-5-13 0,6 5-5 0,0 0-14 16,-3-7-14-16,3 7-11 0,0 0-11 0,-4-5-11 16,4 5-7-16,0 0-9 0,0 0-7 0,0 0-10 15,0 0-6-15,0 0 2 0,0 0-2 0,0 0-8 16,-14 15 2-16,10-4 6 0,-3 3 19 0,1-3-5 16,1 2-6-16,0-3-3 0,-1 2-5 0,1 3-3 15,1-3-4-15,-1 0-3 0,-1 3-3 0,3-4-17 16,0 2 5-16,1 0-3 0,0-2 5 0,0 3 1 15,2 0 0-15,-2-1 5 0,6-2-9 0,-4 1 2 16,2 0-6-16,-1 0 2 0,0-2 0 0,2-1-4 16,0 2 1-16,-1-2-1 0,2-1 0 0,-3-2 1 15,3 1-3-15,0-1-1 0,0 1 1 0,1-3 1 16,-1 1-3-16,2 0 2 0,0-1-2 0,3 0-1 16,-3-1 5-16,-3 3-9 0,4-3-12 0,-1 1-20 15,-1-2-22-15,1 2-39 0,-6-4-45 0,14 6-31 16,-7-6-29-16,-1 3-144 0,-6-3-370 0,14 0 165 15</inkml:trace>
  <inkml:trace contextRef="#ctx0" brushRef="#br0" timeOffset="165896.91">26400 13943 151 0,'0'0'159'0,"0"-12"3"15,0 12 1-15,0 0-9 0,0-9-7 0,0 9-8 16,0 0-9-16,0-9-6 0,0 9-6 0,0 0-3 15,0 0-8-15,0 0-6 0,0 0-13 0,0 0-8 16,0 0-8-16,0 0-7 0,0 0-8 0,0 0-8 16,3-8-9-16,-3 8-3 0,0 0-6 0,0 0-2 15,0 0-2-15,0 0-2 0,0 0-2 0,7 25 2 16,-7-19-2-16,2 4-4 0,0-2-1 0,-2 3-2 16,2-1 1-16,-1 0-3 0,1 0 6 0,-2-1 6 15,4 2-2-15,-6-1 2 0,4 1-4 0,0-1 3 16,0-1-2-16,0 2-6 0,-1-4-3 0,1 2-2 15,-2-1 1-15,2-3-1 0,0 2-3 0,-2 2 4 16,0-9-4-16,2 12-1 0,-2-5-5 0,3-1-8 16,-3-6-15-16,0 14-14 0,0-14-24 0,0 12-38 15,-3-7-43-15,3-5-29 0,-2 12-33 0,2-12-146 16,-2 9-376-16,2-9 167 0</inkml:trace>
  <inkml:trace contextRef="#ctx0" brushRef="#br0" timeOffset="166215.12">26452 13898 111 0,'7'-8'125'0,"-3"4"-12"16,-4 4-6-16,12-5-18 0,-12 5-6 0,9-2-2 15,-9 2-17-15,8 2 2 0,-8-2 7 0,7 8 3 16,-4-2 1-16,1 4-3 0,-4-2-3 0,0 3-3 15,-2-1-4-15,0-3 2 0,-3 2 1 0,2 1-5 16,-1 1-9-16,0-1-2 0,-1-2-7 0,1 1 0 16,0-3-6-16,-2 1 5 0,2-3-2 0,2 1-4 15,2-5-5-15,-5 8-4 0,5-8 3 0,-4 8-9 16,4-8-1-16,0 0-5 0,-4 5 1 0,4-5-4 16,0 0 2-16,0 0-3 0,0 0 1 0,0 0 1 15,0 0-4-15,8 14 0 0,-3-12-8 0,1 0-37 16,2 1-27-16,1 1-29 0,2-4-36 0,3 3-32 15,-1-1-120-15,-1-1-302 0,1-2 135 0</inkml:trace>
  <inkml:trace contextRef="#ctx0" brushRef="#br0" timeOffset="166450.15">26703 13949 133 0,'0'0'224'0,"0"0"-6"16,0 0-17-16,0-9-18 0,0 9-20 15,0 0-15-15,0 0-8 0,0 0-7 0,0 0-7 0,0 0-1 16,-10 23-10-16,7-9-5 0,-2-2-10 0,1 3-6 16,-1 3-4-16,1 0-9 0,0 0-9 0,-1 1 1 15,5-2-16-15,-2 1-4 0,2 0-6 0,-2-3-5 16,2-3-1-16,2 4-5 0,-2 0-3 16,0-4-5-16,0-1-20 0,0 1-15 0,2-2-26 0,-2-1-17 15,0-1-32-15,0 2-58 0,0-4-42 0,0-6-30 16,0 12-150-16,0-12-391 0,-2 7 173 0</inkml:trace>
  <inkml:trace contextRef="#ctx0" brushRef="#br0" timeOffset="166618.66">26668 14117 152 0,'2'-6'195'0,"-2"6"-17"0,0 0-19 0,2-7-12 16,3 3-18-16,-5 4-14 0,13-2-10 15,-4-3-12-15,0 4-8 0,1-1-30 0,1-1-29 0,-1 3-31 16,2-2-45-16,-3 2-38 0,2 0-20 0,1-2-90 16,-4 4-215-16,-8-2 95 0</inkml:trace>
  <inkml:trace contextRef="#ctx0" brushRef="#br0" timeOffset="166781.14">26848 14066 33 0,'0'0'167'0,"0"0"-10"0,0 0-5 16,0 0-22-16,4-8-3 0,-4 8-11 0,0 0-12 15,7-3-12-15,-7 3-2 0,8-4-17 0,0 1-5 0,-4 1-7 16,5-3-6-16,0 1-5 0,4 3-2 0,-4-2-9 16,5 0 1-16,-5 0-26 0,4 1-26 0,-3-3-25 15,0 3-30-15,-3 1-20 0,-7 1-20 16,11-2-23-16,-11 2-66 0,0 0-213 0,14-7 94 16</inkml:trace>
  <inkml:trace contextRef="#ctx0" brushRef="#br0" timeOffset="166975.31">26967 13941 200 0,'0'0'198'0,"0"0"-16"0,0 0-16 0,-8-4-18 15,8 4-15-15,0 0-4 0,0 0 5 0,0 0-3 16,-6 15-6-16,4-8-15 0,2-7-11 0,-3 16-11 0,1-10-6 16,2 4-8-16,-2 1-9 0,0 0-7 15,2 0-3-15,0-1-8 0,0 2-1 0,0-2-8 16,0 2-9-16,0 0-18 0,0 0-28 0,0-2-45 15,0 2-47-15,2-5-41 0,0 2-45 0,0 0-108 16,1-1-327-16,-3-8 144 0</inkml:trace>
  <inkml:trace contextRef="#ctx0" brushRef="#br0" timeOffset="167232.89">27146 13850 242 0,'3'-14'259'16,"-3"14"-22"-16,0 0-22 0,4-10-24 0,-4 10-22 16,0-4-21-16,0 4-12 0,0 0 4 0,0 0 3 15,0 0-8-15,2 28-19 0,-1-18-5 0,-2 3-9 16,-1 4-11-16,2-5-8 0,0 5-7 0,0-2-9 16,0 1-5-16,0-3-5 0,0 0-3 0,2 2-11 15,-2-2-1-15,0 0-6 0,1-3-3 0,-1 0-13 16,2 2-13-16,-2-2-15 0,0-3-18 0,2 4-25 15,-2-2-27-15,-2 0-31 0,2-9-40 0,2 14-30 16,-4-8-38-16,2 1-150 0,0-7-397 0,0 0 176 16</inkml:trace>
  <inkml:trace contextRef="#ctx0" brushRef="#br0" timeOffset="167535.32">27191 13840 92 0,'13'-9'170'16,"-7"8"-10"-16,-6 1-21 0,12-3-8 0,-12 3-15 15,9-1 2-15,-9 1 8 0,10 4 9 0,-10-4-6 16,4 10 2-16,-2-5-4 0,-2-5-9 0,-4 14-6 16,-1-5-14-16,-2 0-11 0,-1 0-1 0,3 0-6 15,-3 0-4-15,2 0-9 0,-2-1-3 0,-1-2-2 16,5 1-9-16,-2-2-3 0,0-1-4 0,3 0-12 15,3-4 3-15,-4 6-7 0,4-6-4 0,-6 6-5 16,6-6 3-16,0 0-4 0,0 7-1 0,0-7 1 16,0 0-4-16,6 7-1 0,-6-7-1 0,11 6-14 15,-1-6-17-15,0 2-22 0,1-1-37 0,1-1-42 16,1 2-44-16,4-4-45 0,-2 1-165 0,-1 1-403 16,-3-4 178-16</inkml:trace>
  <inkml:trace contextRef="#ctx0" brushRef="#br0" timeOffset="167793.15">27424 13866 83 0,'0'0'230'0,"6"-8"0"0,-6 8-16 15,0 0-13-15,0 0-25 0,2-6-16 0,-2 6-18 16,0 0 4-16,0 0-1 0,0 0 1 0,0 0-3 16,-1 24-5-16,0-14-11 0,-2-1-7 0,0 1-1 15,1 2-11-15,-2 1-9 0,2-3-5 0,1 0-10 16,-1 2-9-16,0-5-9 0,2 1-5 0,0 1-6 15,0-9-1-15,0 12-11 0,0-6 6 0,4 1 10 16,-4-7 9-16,7 7-1 0,-2-3-11 0,2-2-5 16,3 0-6-16,0-1-5 0,1-2-5 0,3-1-15 15,0 0-15-15,0 0-26 0,-2-1-32 0,4-1-32 16,-2 2-38-16,-1-4-54 0,-2 3-58 0,2-1-56 16,-3-2-171-16,-2 1-500 0,4 0 222 0</inkml:trace>
  <inkml:trace contextRef="#ctx0" brushRef="#br0" timeOffset="168071.82">27769 13639 250 0,'0'0'242'0,"0"0"-19"0,2-9-23 0,-2 9-27 0,0 0-14 16,0 0-18-16,0 0-2 0,0 0-10 0,0 0-11 15,17 18-8-15,-11-8-9 0,3 4 4 0,-5 1-5 16,4 1-6-16,-3 1-8 0,2 0-10 0,0 7 3 16,-3-6-3-16,0-2-10 0,-1 3-3 15,1-2-9-15,-2 2-1 0,-4-3-2 0,2-3 0 16,-2 3-7-16,-2 0-6 0,-1-1-15 0,1 0-13 0,-3-1-7 16,0-3-25-16,-2 0-17 0,4-2-22 0,-7 1-24 15,2 2-37-15,1-5-47 0,1 0-31 0,-3-1-194 16,1 0-425-16,1-3 188 0</inkml:trace>
  <inkml:trace contextRef="#ctx0" brushRef="#br0" timeOffset="169146.98">27997 13450 49 0,'0'0'207'0,"0"0"-13"0,0 0-10 0,0 0-8 15,0 0-12-15,2-9-7 0,-2 9-10 0,0 0-6 16,0 0-12-16,0 0-5 0,0 0-14 0,0 0-6 15,0 0-11-15,0 0-3 0,0 0-9 0,0 0-7 16,0 0-7-16,0 0-6 0,0 0-7 0,0 0-4 16,0 0-5-16,0 0-4 0,0 0-5 0,5-2-3 15,-5 2-6-15,0 0-3 0,0 0-3 0,0 0-2 16,16 8-2-16,-10-5-1 0,-6-3-3 0,3 6 0 16,1-1-4-16,-4-5 1 0,4 7-2 0,-3 0 0 15,-1-7-1-15,4 10-1 0,-4-3 0 0,1-1-2 16,-1-6 4-16,-3 16 13 0,3-9 3 0,-4 2-5 15,-1-2 4-15,2 3 1 0,-1-2-1 0,-2 1-1 16,2-4-1-16,-2 2-4 0,2-2 1 0,4-5 0 16,-5 9-3-16,1-4 4 0,4-5-7 0,-5 7 4 15,5-7-3-15,-4 5 4 0,4-5 0 0,0 0 0 16,-6 6-4-16,6-6 0 0,0 0-3 0,-3 6-1 16,3-6 0-16,0 0 1 0,0 0-2 0,0 0 0 15,0 0-2-15,0 0 0 0,-4 6-3 0,4-6 4 16,0 0-2-16,0 0-2 0,0 0 0 0,0 0-1 15,0 0 0-15,0 0-1 0,0 0 0 0,0 0 1 16,0 0 2-16,0 0 1 0,0 0-2 0,0 0-2 16,0 0 4-16,0 0 0 0,0 0-4 0,0 0 3 15,0 0-1-15,0 0 4 0,0 0 2 0,0 0 6 16,0 0 3-16,0 0 5 0,0 0-4 0,0 0 4 16,0 0 2-16,0 0 0 0,0 0-1 0,0 0 17 15,0 0-9-15,0 0 1 0,0 0-2 0,0 0-1 16,0 0 5-16,0 0-2 0,0 0-2 0,0 0 0 15,0 0-11-15,0 0 2 0,0 0 0 0,0 0-1 16,0 0-1-16,0 0-4 0,0 0 1 0,0 0-1 16,0 0-1-16,0 0-5 0,0 0 0 0,0 0 1 15,0 0-5-15,0 0 15 0,0 0-22 0,0 0-3 16,0 0 5-16,0 0 3 0,0 0-2 0,0 0 0 16,0 0 0-16,0 0 2 0,0 0-1 0,0 0 2 15,22-4 0-15,-13 1 1 0,5 2-2 0,-1-2 5 16,3 0-12-16,4-1 4 0,0 1 3 0,1-3 0 15,6 4-2-15,-6-3 2 0,6 0-1 0,-8 1-2 16,3 1 1-16,-3-1-6 0,0 0 5 0,-6 1 0 16,2-1 12-16,-5 2 5 0,2 0 11 0,-3 0-2 15,-3 1 14-15,1-2-1 0,-7 3 14 0,9-1 0 16,-9 1 2-16,10-3 1 0,-10 3 3 0,6-1-5 16,-6 1 3-16,0 0-5 0,8-2-11 0,-8 2-2 15,0 0-6-15,0 0 4 0,0 0-5 0,0 0-3 16,8-3-3-16,-8 3-3 0,0 0-4 0,0 0-3 15,0 0-3-15,0 0-7 0,0 0-11 0,0 0-24 16,0 0-31-16,0 0-30 0,0 0-30 0,0 0-27 16,0 0-21-16,0 0-24 0,0 0-23 0,0 0-27 15,0 0-52-15,0 0-9 0,0 0-11 0,0 0-167 16,0 0-520-16,0 0 230 0</inkml:trace>
  <inkml:trace contextRef="#ctx0" brushRef="#br0" timeOffset="172431.28">26781 13357 109 0,'0'0'99'0,"0"0"5"16,0 0 3-16,0 0-2 0,0 0-9 0,0 0-18 16,0 0-2-16,0 0-9 0,0 0-5 0,0 0 3 0,0 0 5 15,0 0-14-15,0 0 5 0,0 0-6 16,0 0-4-16,0 0 0 0,0 0 2 0,0 0-2 15,0 0 0-15,0 0-1 0,0 0 2 0,0 0-3 16,0 0 0-16,0 0-3 0,0 0-1 0,0 0 0 0,0 0 2 16,0 0-2-16,0 0-3 0,0 0-1 0,0 0-9 15,10-13 1-15,-10 13-4 0,7-4-1 16,-7 4-3-16,9-7-4 0,-2 3 3 0,0-1-5 16,-1 2-4-16,3-4 1 0,-2 0 0 0,0 0-4 15,2 1-2-15,-3-2 2 0,2-2-2 0,-4 2 0 0,2-1 0 16,-1 0-4-16,1-1 1 0,-1 1 2 15,0 0 0-15,-3-2-3 0,0 0 1 0,1 2 0 16,-3-1 3-16,0 2 3 0,0-2-7 0,0 10 3 16,-1-14 0-16,-1 6-2 0,2 8-2 0,-6-11 5 15,3 6-8-15,3 5 1 0,-5-10-1 0,3 6 1 0,2 4-4 16,-6-8 1-16,6 8-5 0,-9-2 4 0,9 2-1 16,0 0-1-16,-12 0 1 0,12 0-5 15,0 0 2-15,-13 0 0 0,13 0 0 0,-6 6 3 16,6-6 0-16,-3 6 0 0,3-6 2 0,0 0 2 15,2 9-2-15,-2-9 0 0,0 0-1 0,9 8 3 16,0-6 2-16,-3-1-3 0,6-1 0 0,1-1 2 0,3-1-1 16,-3 2 1-16,1 0-3 0,2-3 2 15,-4 2-1-15,1-2 1 0,-2-2-2 0,-2 4 3 16,0-1-3-16,-9 2 2 0,13 0-4 0,-13 0 2 16,10-1 0-16,-10 1-8 0,10 0-2 0,-10 0 8 15,0 0 1-15,7 3-3 0,-7-3 2 0,5 4-2 0,-5-4-2 16,2 11 6-16,-2-6 0 0,3 5 8 0,-3 1-4 15,0 0 1-15,-4 0-2 0,3 0 1 0,1-1 1 16,0 1-1-16,0 1-2 0,-1-3 2 16,1 3 0-16,1-2-1 0,1 1 7 0,1-1-3 15,-3 1-5-15,2-2 3 0,2 0-2 0,1 1-1 0,-1 0-8 16,0-1-15-16,1 0-26 0,-1-1-28 0,-1 0-30 16,2-2-28-16,-1 0-17 0,-2 0-5 15,2-1-139-15,-3 2-317 0,-1-7 140 0</inkml:trace>
  <inkml:trace contextRef="#ctx0" brushRef="#br0" timeOffset="173193.18">27164 13276 8 0,'0'0'166'0,"2"-5"-14"0,-2 5-11 16,0 0-20-16,0 0-14 0,0 0-6 0,0 0-9 15,0 0 7-15,0 0-8 0,0 0 4 0,0 0-3 0,7 24-3 16,-5-14-4-16,-2 0-8 0,0 1-9 0,2-1-3 15,-2 0-10-15,0-1 0 0,0-9-2 0,-2 12-3 16,2-12-5-16,0 9 12 0,0-9 11 16,0 0 6-16,0 9 12 0,0-9 6 0,0 0-8 15,0 0-10-15,0 0-5 0,0 0 1 0,0 0-15 16,0 0-6-16,-9-20-4 0,9 20-7 0,-2-16 4 0,2 6-11 16,4 0-6-16,-4 0-6 0,1 0-5 15,1-1-1-15,2 0-3 0,3-4-7 0,-2 3 2 16,4-1-4-16,-5 1 1 0,8 0-4 0,-4 3-3 15,-1 3 1-15,1-2 0 0,0 3 1 0,-1 2-1 16,-1 1-3-16,1 1 4 0,-7 1-8 0,14 1 9 16,-8 1-4-16,-1 1 1 0,3 5 0 0,-3 0 2 15,0-2-6-15,1 4 7 0,-3 0 1 0,3 0 1 16,-2-2-5-16,-1 0 3 0,-3-2-1 0,4 1 1 16,-4-7 2-16,0 10 3 0,0-10-2 0,5 5 2 15,-5-5 5-15,0 0 2 0,2 7 7 0,-2-7 6 0,0 0-3 16,0 0 3-16,0 0-4 0,0 0-2 15,0 0 0-15,0 0 1 0,0 0 0 0,0 0-6 16,0 0-4-16,1-23-1 0,1 17-2 0,2 0-1 16,-2-4 1-16,5 0-5 0,-3 0-3 0,4 1 1 15,0 2-2-15,-1-1-2 0,-3 3-1 0,3-1 1 0,-2 2-2 16,0 0 2-16,-5 4-2 0,6-8-1 0,-6 8 4 16,7-4 0-16,-7 4 1 0,0 0 0 0,0 0-4 15,14 11 6-15,-10-6-1 0,0-1-1 16,2-1 2-16,-1 3-1 0,0-2-1 0,2-1 3 15,-1 2 0-15,-1-2 3 0,4-1 1 0,-5 1 0 0,5 0-6 16,-9-3 7-16,15 0-1 0,-8 0 2 16,3-4-2-16,-1 0 0 0,-1 0 2 0,2-3 0 15,-1 1-3-15,0-2 0 0,-3 2-2 0,3-4 4 16,-4 4-3-16,1-3 2 0,-3-1-1 0,1 1 2 16,0 1-1-16,-1 1 0 0,-1-2-1 0,-2 9-1 0,1-10 0 15,-1 10 1-15,0-10-1 0,0 10-3 0,0-7-3 16,0 7 3-16,0 0-2 0,0 0 1 0,0 0-4 15,0 0 3-15,0 0-3 0,-15 18 4 16,9-10-1-16,2 0 2 0,0 2-2 0,-1 0 0 16,2 2 1-16,1-2-3 0,2 0 3 0,0 0 2 0,0 1 0 15,0-2 0-15,0 1 3 0,0-1-4 0,2-1 1 16,-2 0-14-16,0-8-3 0,0 11-13 0,-2-3-17 16,2-8-10-16,-4 13-22 0,-1-7-28 0,1 2-41 15,-5-1-36-15,2 1-23 0,-4-1-139 0,-3 2-373 16,1-3 165-16</inkml:trace>
  <inkml:trace contextRef="#ctx0" brushRef="#br0" timeOffset="173824.07">27076 12762 118 0,'0'0'135'15,"0"0"-9"-15,0-13-10 0,0 13-7 0,0-8-1 16,0 8-2-16,0 0-6 0,4-9-10 0,-4 9 3 15,3-8-12-15,4 2-11 0,-2 1 8 0,1 1-8 16,1 2-3-16,3-2-9 0,0-1-5 0,-3 5-10 16,4-3-4-16,-2 2-2 0,-9 1-5 0,13-3-10 15,-13 3 3-15,9 3-5 0,-1-1 0 0,-4 2-1 16,2 0-5-16,-3 0 1 0,1 1 5 0,-2 1 19 16,0 1 0-16,-2 4-2 0,0 0-3 0,-2-1 0 15,2 0-5-15,-4 3 0 0,1-4-7 0,-1-1-1 16,-2 2-2-16,4 0 1 0,-3-5-1 0,-2 4-4 15,3-4 1-15,-1 1 4 0,1-2 3 0,0 2 1 16,-1-3-6-16,5-3 2 0,-8 7-6 0,8-7 1 16,-6 6-5-16,6-6 2 0,-2 6-6 0,2-6 4 15,0 0-2-15,0 0 1 0,0 0 0 0,0 0 3 16,9 8-3-16,0-9 2 0,6 1-7 0,-1-1 3 16,4-1-7-16,5-1-14 0,6-1-28 0,-2 0-31 15,-6 2-32-15,0-1-24 0,-2-1-24 0,-2 1-25 16,-5 2-123-16,-2-3-326 0,-10 4 145 0</inkml:trace>
  <inkml:trace contextRef="#ctx0" brushRef="#br0" timeOffset="174156.24">27166 12655 71 0,'7'-6'144'0,"-7"6"-13"0,12-4-2 16,-6 2-14-16,-6 2-5 0,15 0-16 0,-7 2-1 16,0 0-11-16,-3 1-7 0,1 2-7 0,-1 2-1 15,2 3 3-15,-5-1 12 0,-1 1-16 0,-1 6 13 16,-3-4-10-16,-1 3-4 0,-4 0 5 0,0 1-5 16,-3-2-4-16,1 1-2 0,-3-4-10 0,2 1-8 15,-3-1 4-15,6-3 2 0,-1-3-1 0,-1 1 5 16,4 0-5-16,1-3-3 0,1 2-2 0,4-5-5 15,-8 5-4-15,8-5-3 0,-4 6-4 0,4-6 1 16,0 0-2-16,0 0-1 0,0 0-2 0,0 0-4 16,23 3 1-16,-5-5-1 0,4-3-6 0,7 1-5 15,2-1-31-15,-1-1-38 0,1-1-44 0,5 0-55 16,1 2-48-16,-6-3-122 0,1 3-360 0,-1-1 159 16</inkml:trace>
  <inkml:trace contextRef="#ctx0" brushRef="#br0" timeOffset="176354.82">28330 12743 98 0,'-4'-7'191'0,"4"7"-11"0,-3-12-12 0,1 6-18 0,2 6-20 16,2-11-6-16,2 5-14 0,3-1-12 0,2 0-12 15,2 1-7-15,1 0-6 0,6 0-6 0,2-1-11 16,2 3-6-16,6-4-3 0,1 5-3 0,0-1-9 16,2 2-3-16,0 1-3 0,-12 0-1 0,3-1-3 15,-4 2-5-15,0 2 0 0,-5-1-1 0,-1 0-5 16,1 1 0-16,-4 0-5 0,-3 2-2 0,2-1 4 15,-3 2-4-15,3 0 10 0,-3 2-9 16,-1 3 5-16,1 0 0 0,-4 2-3 0,2 0 2 0,-3 5-3 16,1-1 0-16,-1 3 4 0,-1 0 0 0,1 0 4 15,-3 5-4-15,3 3 1 0,-3 0-2 0,3 1 7 16,-1 2 0-16,-1-1 1 0,-1 1-1 0,4 2-3 16,-1 1 3-16,2 2-3 0,0-3-4 0,2 4 2 15,0-1-3-15,-3 1-2 0,4 9 0 0,-2-10 1 16,0 1-4-16,0-2 0 0,1 1 1 0,1 1-3 15,0 0 4-15,-1 0-5 0,3 0-1 0,-7-2 2 16,7 0-2-16,-1 0 2 0,-3 2 1 0,2-3-2 16,-2 3-1-16,4-5 1 0,-3 1 2 0,-3-2-1 15,-1 0-4-15,-1-4 1 0,1-1 1 0,-1-9 1 0,-2 0-4 16,2 0 1-16,-3-4-20 0,2-2 9 16,-1 0 4-16,-2-1-3 0,-3-1 3 0,-2-2 1 15,-2 2 1-15,1-3 4 0,-8 1-7 0,1 0 2 16,-2-4-3-16,-2-2 2 0,-6 2-16 0,0-2-17 15,-3-2-25-15,-1 2-45 0,-1-4-20 0,-2 2-36 0,-3 0-140 16,0 2-330-16,-15-1 147 0</inkml:trace>
  <inkml:trace contextRef="#ctx0" brushRef="#br0" timeOffset="181365.72">28043 13540 62 0,'0'0'75'0,"0"0"-10"0,-5-6-4 16,5 6-4-16,0 0-3 0,0 0 3 0,0 0-15 15,0 0 4-15,-1-8-8 0,1 8-9 0,0 0-7 16,-6-4 3-16,6 4 2 0,-8-3 1 0,8 3-10 15,0 0-1-15,-12-1 2 0,12 1-4 0,-11 0-1 16,11 0-3-16,-10-1 1 0,10 1 2 0,0 0 8 16,0 0 0-16,0 0-4 0,-13 0 4 0,13 0 3 15,0 0-12-15,-9 1 7 0,9-1-10 0,0 0 6 16,0 0-2-16,0 0 6 0,0 0 1 0,0 0 6 16,0 0-2-16,0 0-7 0,-9 0 3 0,9 0 3 15,0 0-1-15,0 0-8 0,0 0 9 0,0 0-12 16,26 8-2-16,-14-4 1 0,9-1 0 15,-1 3 6-15,7-1-11 0,-7 1 0 0,10 1-31 0,-3-1-29 16,-8 0-36-16,8 4-96 0,-9-3-201 0,-2 0 89 16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4T10:35:37.5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6893 4760 53 0,'-3'-10'165'0,"1"1"-2"0,-1-1-6 16,0 3-3-16,1 1-7 0,2 6-4 0,-2-12-11 15,2 12-12-15,-1-10-11 0,1 10-13 0,0 0-12 16,-2-5-11-16,2 5-6 0,0 0-5 0,0 0-4 15,15 34-6-15,-4-11-4 0,0 4 7 0,1 5-4 16,-1 11-1-16,2 6-8 0,-3-3 0 0,1 0-2 16,-5-14-7-16,-1 2 2 0,1 0-5 0,-3-1-5 15,-1-4 5-15,2 1-6 0,0-3-2 0,-4-8-3 16,1 5-2-16,-1-7 0 0,2-1-5 0,-1-4 0 16,-1-1 1-16,0-5 4 0,0 0 3 0,0-6 8 15,0 11 14-15,0-11 5 0,0 0-4 0,0 0-6 16,0 0-1-16,0 0-10 0,0 0 1 0,-3-33-4 15,7 15 1-15,3-7-7 0,2-3-4 0,1 1-2 16,4-5-6-16,0 1-2 0,8-14-5 0,3 3-3 0,2 2-4 16,-4-2-3-16,-3 11-2 0,7-8-4 0,-6 12-1 15,-1-1 0-15,1 8 3 0,-2 1-2 16,-5 5 0-16,-5 6 2 0,0-1-1 0,0 5 1 16,0 1-4-16,0 3 5 0,2 3-2 0,-1 2 2 15,1 5 6-15,-1 7-3 0,0 8 4 0,-2 4 10 16,-4 3-8-16,2 1 3 0,-2 3 3 0,0 9-3 0,-4-10 4 15,0 10 0-15,0-10 0 0,-2-2 0 16,2 16 1-16,2-16 4 0,-1-1-17 0,0 2-31 16,0-1-30-16,2 0-23 0,-2-2-40 0,1-1-19 15,1 1-20-15,-1-2-143 0,-1-1-341 0,4-3 152 16</inkml:trace>
  <inkml:trace contextRef="#ctx0" brushRef="#br0" timeOffset="398.15">7564 5678 149 0,'2'-9'177'15,"4"-1"-7"-15,-1-1 8 0,-1-5-16 0,3-1-2 16,1 0-4-16,0-3-10 0,2-4-11 0,-1-1-9 16,1-2-5-16,-2 4-6 0,-1-3 1 0,0-2-12 15,-4 3-10-15,3-1-8 0,-5 5-4 0,0-3-9 16,-1 7-2-16,-1 0-4 0,-3-1-6 0,1 7 3 15,-3-2-5-15,2 3-7 0,-1 1-5 0,3 0-8 16,-2 5-3-16,4 4-5 0,-7-8 0 0,7 8-12 16,-6-5 0-16,6 5-2 0,0 0-2 0,-14 3-3 15,14-3 2-15,-9 9-5 0,4-4 0 0,2 2-3 16,1 2-2-16,1-1-1 0,1-8-4 0,6 15-1 16,-2-9-4-16,1 3-6 0,4-1-1 0,2-2-5 15,3 1 5-15,5 2-2 0,-2-4 3 0,1 0-3 16,0 1 1-16,0 0 7 0,-5-3-3 0,1 1 0 15,-3 0-3-15,1 4 2 0,-3-1 3 0,1 1-2 16,-2-1 3-16,0 3-3 0,0-1 3 0,-3 2 2 16,-1 1 1-16,0-1-3 0,2 5-3 0,-3 0-16 15,-2-4-20-15,0 1-25 0,1 0-15 0,-1 2-30 16,0-4-30-16,1 2-30 0,0 0-19 0,-1-1-128 16,1-2-349-16,0-1 155 0</inkml:trace>
  <inkml:trace contextRef="#ctx0" brushRef="#br0" timeOffset="704.64">8235 5388 164 0,'9'-10'177'16,"-9"10"-14"-16,8-8-17 0,-8 8-17 0,9-4-24 15,-9 4-15-15,12-5-31 0,-12 5-23 0,0 0-25 16,0 0-22-16,25 8-14 0,-17-4-22 0,1 1 1 15,-3 0-2-15,-6-5-9 0,11 13 4 0,-7-4-4 16,-2-1 4-16,-2-8 8 0,2 14 1 0,-2-14 14 16,-2 12 11-16,2-12 17 0,-5 11 8 0,5-11 17 15,-5 7 18-15,5-7 2 0,0 0 17 0,-7 9 7 16,7-9 11-16,0 0 3 0,-6 6 6 0,6-6 10 16,0 0-10-16,0 0 0 0,0 0-2 0,0 0-6 15,0 0-11-15,0 0-5 0,0 0-10 0,0 0-6 16,0 0-2-16,0 0-27 0,23 6-33 0,-11-7-48 15,6-2-57-15,-4 3-140 0,4-1-282 0,0-3 124 16</inkml:trace>
  <inkml:trace contextRef="#ctx0" brushRef="#br0" timeOffset="1424.11">11356 4474 86 0,'0'-11'200'0,"-3"-2"-14"0,1 3-5 0,1 1 0 15,-2 3-1-15,3 6-22 0,0-10-15 16,0 10-14-16,0 0-16 0,-3-9-12 0,3 9-15 15,0 0-8-15,0 0-6 0,0 0-6 0,0 0-2 0,0 39-5 16,3-15-3-16,-3 3-2 0,-3 1-3 0,2 1-5 16,-1 3-8-16,0-1 8 0,1-1-13 15,1 1 0-15,-1 1-2 0,1-1-7 0,0-2-2 16,-3 1 0-16,6-2-1 0,-2-2-15 0,2 1-27 16,-1-1-14-16,-2-7-29 0,1 7-29 0,2-8-30 0,-3-2-19 15,3-1-21-15,-3-1-159 0,-3-4-347 0,3 0 154 16</inkml:trace>
  <inkml:trace contextRef="#ctx0" brushRef="#br0" timeOffset="1683.95">11342 4395 63 0,'24'-20'141'0,"3"1"-10"0,2 3-11 15,3 3-8-15,-1 2-5 0,-3 2-8 0,-6 6-8 16,-1 1-11-16,-3 4-8 0,-5 0-4 0,0 3-13 16,-2 1 2-16,-3 4-11 0,0 1-7 0,-4 3 5 0,-6 3-7 15,-3 9 0-15,-5-2 8 0,-3 3-8 16,-5-1-6-16,-5 0 6 0,0-3-18 0,-1 0 11 16,-2 1-7-16,1-1-1 0,2-5-4 0,2 1-15 15,2-1-34-15,4-5-28 0,1-2-48 0,2 2-31 16,1 0-84-16,1-4-240 0,3 0 107 0</inkml:trace>
  <inkml:trace contextRef="#ctx0" brushRef="#br0" timeOffset="2144.25">11805 4796 160 0,'-6'-5'172'0,"-3"0"4"15,-2 1-8-15,-2-3-2 0,0 4-5 0,-4-3-4 16,-3 3-14-16,4 0-10 0,-3 3-10 0,0 1-9 16,3 4-11-16,-3 2-11 0,0 2-11 0,1 1-10 15,4 4-8-15,-4 4-8 0,6-3 0 0,2 1-7 16,1 1-6-16,1 0-6 0,5-2-1 0,3 4-4 16,2-7-3-16,-1 0-6 0,5 0 2 0,0-2-3 15,2-1-4-15,1-2-3 0,3-1-1 0,6-2-6 16,1-1 2-16,-1-3-1 0,2-2-6 0,-1-2 1 15,0-3 1-15,-1-2-2 0,0-3 8 0,2-6-6 16,-2-3 2-16,0 1-6 0,-7-2 1 0,3 0 0 16,-7-2 2-16,2 0 0 0,-2-1-3 0,-3-3 11 15,1 2 1-15,-1-4-4 0,0 2 9 0,-3-2-6 16,-1 4 0-16,2 2 4 0,0-2 2 0,-2 7 11 16,4 2 11-16,-4 1-1 0,0 5 5 0,2 2 0 15,-2 2-5-15,0 7-6 0,0-10-6 0,0 10-1 16,0 0-5-16,3-6-4 0,-3 6-1 0,0 0-3 15,5 30 9-15,-1-14-12 0,-1 12 5 0,0 0 0 16,-1-1-8-16,-1 6 2 0,-2 0-2 0,-1-1 2 16,0 0-14-16,2-1-19 0,0-1-25 0,0 0-12 15,0-2-37-15,0-2-24 0,1-1-16 0,0 1-41 16,1-7-16-16,-1-2-21 0,5-1-126 0,-6-3-370 16,7-2 164-16</inkml:trace>
  <inkml:trace contextRef="#ctx0" brushRef="#br0" timeOffset="2363.92">12322 4707 77 0,'0'-11'199'0,"-4"3"-7"16,0-1-19-16,-1 3-15 0,-4 2-9 0,-2 3-7 16,-1-1-16-16,-2 4 1 0,-2 3-3 0,-5 3-9 15,0 6-2-15,-3 3-7 0,3 0-15 0,3 2-7 16,-1 0-5-16,7-3-13 0,3 1-5 0,3-2-4 15,3 4-5-15,1-2-1 0,3 1-9 0,1-2-19 16,4 3-27-16,1-3-25 0,6-1-34 0,1 0-35 16,4-4-32-16,-3 2-44 0,4-2-145 0,-4-1-344 15,1 0 152-15</inkml:trace>
  <inkml:trace contextRef="#ctx0" brushRef="#br0" timeOffset="2614.19">11149 5528 88 0,'-4'1'227'0,"4"-1"-25"16,0 0-20-16,0 0-13 0,51-1-20 0,-14-3-10 15,14-2-10-15,7-3-14 0,3 1-13 0,4-2-8 16,-1 1-7-16,3 1-8 0,-2 0-9 0,0 1-8 15,-4 1-12-15,-5 0-22 0,-4 5-18 0,-13 1-22 16,0 1-30-16,-3 3-29 0,0 4-10 0,-5-1-24 16,1 2-15-16,-5 1-16 0,-11 2-101 0,-1 0-255 15,-3 0 114-15</inkml:trace>
  <inkml:trace contextRef="#ctx0" brushRef="#br0" timeOffset="2913.97">11399 5897 51 0,'-5'-6'251'0,"5"6"-14"16,-5-5-22-16,5 5-18 0,0 0-14 0,0 0-18 15,-5-7-20-15,5 7-13 0,0 0-15 0,0 0-8 16,0 0-9-16,0 0-1 0,-3 27-7 0,3-12-5 15,-2 5-6-15,-1 4-5 0,3 3-9 0,-1-1-6 16,1-6-4-16,-1 6 0 0,2-1-11 0,-2-5-4 16,1 4-4-16,-4-5-2 0,4 2-3 0,-3-3-6 15,1 1-1-15,-2 0-5 0,1-1-14 0,-1-1-22 16,2-2-29-16,-3-2-27 0,1 0-17 0,0 1-28 16,-1-2-15-16,1-1-35 0,-2 0-35 0,1-3-137 15,-4-1-365-15,2-3 162 0</inkml:trace>
  <inkml:trace contextRef="#ctx0" brushRef="#br0" timeOffset="3152.53">11329 5991 1642 0,'10'-24'-12'0,"4"0"6"0,-1 2 17 0,-1 7-2 16,0 1 0-16,2 1 0 0,3 2-2 0,1 0 4 15,9-1 3-15,-8 5 6 0,1 3 6 0,-2 1 2 16,2 1-2-16,-6 2-2 0,-1 4 0 0,0 0 3 15,-4 1-5-15,1 3-5 0,-2 1 0 0,-3 2 3 16,1 5-3-16,-4 0 0 0,-4 1-5 0,-4 1 5 16,-1 0-4-16,-2-1 1 0,-7 3-1 0,5-3-6 15,-4-4 0-15,3 2 3 0,-7 3-13 0,3-5-24 16,1 1-15-16,1-3-26 0,0-2-43 0,1 3-35 16,3-5-134-16,-3 0-302 0,4-2 134 0</inkml:trace>
  <inkml:trace contextRef="#ctx0" brushRef="#br0" timeOffset="3378.45">11689 6273 147 0,'0'0'190'0,"9"0"-13"15,-9 0 4-15,0 0-6 0,3 9-16 0,-3-9-1 16,-3 11-1-16,3-3-9 0,0-8-12 0,-2 17-16 15,-2-7-8-15,4 3-15 0,0 0-5 0,-5 1-8 16,4 2-9-16,-1-1-8 0,2-1-10 0,-2-3-17 16,2 2-23-16,-3-1-27 0,2-1-38 0,0 0-37 15,1-1-44-15,1-1-46 0,0 1-149 0,-1-10-351 16,0 11 155-16</inkml:trace>
  <inkml:trace contextRef="#ctx0" brushRef="#br0" timeOffset="3583.67">11687 6212 1982 0,'5'-16'22'16,"-3"7"47"-16,2 0-46 0,0 1-2 0,-1 2 5 16,-1-1 7-16,-2 7 5 0,4-8-2 0,-4 8-2 15,2-7-6-15,-2 7-1 0,3-4-5 0,-3 4-7 16,0 0-8-16,4-7-21 0,-4 7-13 0,0 0-47 15,10 1-44-15,-10-1-51 0,13 2-162 0,-13-2-357 16,14-2 158-16</inkml:trace>
  <inkml:trace contextRef="#ctx0" brushRef="#br0" timeOffset="3862.34">13057 5566 54 0,'-7'-6'255'0,"7"6"-24"15,0 0-14-15,-2-6-12 0,2 6-10 0,0 0-7 16,0 0-15-16,-4-5-12 0,4 5-18 0,0 0-18 15,0 0-11-15,15-8-16 0,-2 5-15 0,3-2-25 16,3 0-31-16,0 1-43 0,4 1-50 0,-3 1-51 16,0 1-60-16,-6 1-149 0,-3 0-352 0,0 1 156 15</inkml:trace>
  <inkml:trace contextRef="#ctx0" brushRef="#br0" timeOffset="4025.59">13048 5713 92 0,'-4'6'213'16,"4"-6"-17"-16,0 0-16 0,-6 5-17 0,6-5-8 16,0 0-8-16,0 0-13 0,0 0-15 0,0 0-11 15,0 0-8-15,25 0-12 0,-11 0-19 0,4-2-44 16,4 0-53-16,6-1-57 0,1-1-75 0,-10 1-93 16,2 0-274-16,-1-3 122 0</inkml:trace>
  <inkml:trace contextRef="#ctx0" brushRef="#br0" timeOffset="5358.28">16467 3930 77 0,'0'0'109'0,"0"0"2"0,-3-7 3 0,3 7-3 0,0 0 2 16,0 0-6-16,-5-8 0 0,5 8-8 15,0 0-6-15,0 0-13 0,0 0 2 0,0 0-16 0,-3-9-6 16,3 9-2-16,0 0-4 0,0 0-5 16,0 0-5-16,0 0-3 0,0 0-6 0,0 0-4 15,0 0-5-15,0 0-3 0,0 0 0 0,0 0-7 0,0 0 0 16,0 0-4-16,0 0 2 0,0 0-2 0,0 0-1 16,0 0-1-16,0 0-1 0,8 24 8 15,-6-18-10-15,-1 1 3 0,2-1-5 0,1 4 2 16,1-1-2-16,-1 2 0 0,1 1 0 0,3 4-9 15,-3 0 11-15,0 2 2 0,-1 0-5 0,0 8 0 16,0-7 11-16,-1 5-4 0,1-5 0 0,1 0-2 0,-1 2-1 16,1 1-2-16,-1-3 5 0,-1-1 0 0,-1 2-2 15,6-1 4-15,-5 0-7 0,3-2-1 16,-1 0 7-16,0 0-7 0,-1-6 1 0,2 1 1 16,-2-2 1-16,1 0-4 0,-1-3 2 0,0 0 7 15,-2-1-9-15,1-1 0 0,-3-5 2 0,5 8 5 16,-5-8 7-16,4 5 20 0,-4-5 19 0,0 0 7 15,0 0 1-15,0 0-1 0,0 0 0 0,0 0-7 16,11-13-4-16,-9 4-1 0,1-7-7 0,0 3-6 16,1-4 0-16,1 0-4 0,0-2-3 0,1 0-2 15,1-7-4-15,-1 2 1 0,7-3-8 0,-5-1 1 16,2-1-3-16,1 3-2 0,-2 2 0 0,2-1 0 0,-1 2-6 16,0 1-1-16,-1 3 0 0,-3 3 1 15,3-1-5-15,0 1 1 0,-4 5-3 0,1 0 1 16,-1 1-3-16,1 1 2 0,-4 3-7 0,2 0-8 15,-1 0-28-15,-3 6-23 0,2-7-28 0,-2 7-29 16,0 0-4-16,0 0-35 0,0 0-8 0,0 0-24 16,0 0-8-16,7 24-112 0,-7-14-338 0,-1 1 150 0</inkml:trace>
  <inkml:trace contextRef="#ctx0" brushRef="#br0" timeOffset="5922.91">16882 4485 121 0,'0'0'162'0,"0"10"-6"0,0-10 1 0,0 0 5 16,1 6-3-16,-1-6-9 0,0 0-3 0,0 0-3 15,0 0-7-15,0 0-2 0,0 0 1 0,0 0 4 16,0 0 1-16,0 0 1 0,0 0-13 0,0 0-12 15,0 0-12-15,0 0-7 0,0 0-11 0,0-27-11 16,0 27 3-16,0-17-19 0,-1 6-5 0,2-1-9 16,0-5-1-16,3-2-6 0,2 0-6 0,1 1 1 15,-2 2-3-15,3-2-5 0,-1 2-6 0,5 2 0 16,-3 0-8-16,-3 5-2 0,4 1 3 0,-1 3-8 16,2 1 2-16,1 3-2 0,1 1 2 0,5 5-8 15,-5 0-1-15,2 3 3 0,-1 1 0 0,-2 5-1 16,-1-2-1-16,-2 0-3 0,-1 4 4 0,-1-1-1 15,-2-4-1-15,-1 0 3 0,0 0-1 0,-1-1-1 16,-1 0 4-16,0-3-5 0,-1 0 5 0,-1-7-1 16,1 10 0-16,-1-10 4 0,2 7 0 0,-2-7 6 15,0 0-2-15,0 0-2 0,0 0-2 0,0 0-1 16,0 0 0-16,0 0-3 0,-16-19 3 0,16 8-5 16,-1 1 0-16,-1-3-4 0,5-2-2 0,0-2-2 15,3 1 2-15,-1-2-4 0,3 3-1 0,-2-2-3 16,2 1 0-16,2 2 0 0,-2 3 2 0,-1 1-4 15,2 3 7-15,0-1-5 0,-1 3-2 0,-3 1 1 16,1 3-1-16,-6 1 2 0,18 1 3 0,-11 3-2 16,0 1 4-16,2 3-5 0,2 1 4 0,-5 1-1 15,0 1 5-15,3 3 1 0,0 0 2 0,-4-3-4 16,-1 0-12-16,1 5 4 0,-2 0-22 0,-2 1-26 16,1-4-19-16,-2-1-33 0,-2 3-37 0,1-2-39 15,0-1-45-15,-3-2-133 0,-1-1-400 0,1 1 177 16</inkml:trace>
  <inkml:trace contextRef="#ctx0" brushRef="#br0" timeOffset="6448.13">17524 3675 100 0,'0'-9'167'0,"0"9"2"15,0 0-9-15,2-9-6 0,-2 9-3 0,0 0-8 16,0 0-15-16,0 0-8 0,1-7-10 0,-1 7-11 16,0 0-10-16,0 0-12 0,0 0-6 0,0 0-6 15,0 0-13-15,0 0-2 0,8-3-5 0,-8 3-2 16,0 0-2-16,15 6-11 0,-9-2-4 16,3 0 1-16,0 1-5 0,0-1 3 0,-1 4-6 15,1-1-1-15,-2 3-4 0,0-3 1 0,-1 1-4 16,-2 0-2-16,-1 2 1 0,-1 1-1 0,-2 0 0 0,3 1-1 15,-7 0 1-15,2-1-3 0,-2 0 4 0,-3 4-5 16,1-5 6-16,1 0-3 0,-3-1-1 16,2-1-1-16,2-3 2 0,-1 2-3 0,1-2-2 15,4-5 3-15,-9 8 1 0,9-8 0 0,-4 5-1 16,4-5 2-16,-2 6-9 0,2-6 2 0,0 0 0 16,0 0 1-16,0 0 1 0,7 8 0 0,-7-8 3 15,19 3-4-15,-1-3-2 0,3 3-14 0,-2-3-23 0,3 0-29 16,6 3-38-16,-1-2-33 0,-6 2-45 15,0 0-131-15,-8-1-339 0,4 2 151 0</inkml:trace>
  <inkml:trace contextRef="#ctx0" brushRef="#br0" timeOffset="7134.2">16321 4738 24 0,'-12'-1'155'16,"12"1"-6"-16,0 0-10 0,0 0-16 0,-13 0-7 15,13 0-18-15,0 0-6 0,0 0-11 0,0 0-4 16,0 0 4-16,0 0 3 0,34 13-2 0,-4-10-2 15,7 0-5-15,25 1-2 0,30 0-11 0,7-5-10 16,4-1 2-16,1 2-1 0,11-1-3 0,7-4-6 16,2 0-3-16,0 5-4 0,-7-2 3 0,3 0-10 15,-7-1-1-15,-1 2 2 0,1-3-4 16,-8 2 0-16,-6 0-3 0,-7-1-1 0,-30 1-6 0,-1 0 3 16,0 0 0-16,-4 1-3 0,-6-2 0 0,-14 3-3 15,-3 0 1-15,-2-2 4 0,-10-2 3 16,-5 4 5-16,-5-1 4 0,1 1 14 0,-5-2 3 0,-1 2 7 15,-7 0 4-15,12-1-9 0,-12 1-6 16,8-4-3-16,-8 4-10 0,0 0-5 0,0 0-19 0,0 0-12 16,0 0-23-16,0 0-21 0,-27-3-26 15,27 3-26-15,-25 6-31 0,12-4-40 0,0 1-18 0,-5 1-148 16,0 1-366-16,4-2 162 0</inkml:trace>
  <inkml:trace contextRef="#ctx0" brushRef="#br0" timeOffset="14417.4">16243 5406 149 0,'0'0'149'0,"-8"-6"-7"0,8 6-14 16,-4-4-3-16,4 4-23 0,0 0-5 0,0 0-7 16,0 0-5-16,0 0-14 0,0 0-2 0,0 0-11 15,0 0 3-15,26 13-4 0,-19-5 0 0,1 0-4 16,0 1-7-16,-1 2-3 0,2 3-1 0,-3 0 10 15,0 2-11-15,-2-3 2 0,-3 1-3 0,-1 2-2 16,-1 1 2-16,-1 0 3 0,-4-2-3 0,2 0-2 16,-4 3-5-16,1-4 1 0,-3 0 0 0,1-1-7 15,-3-1-3-15,-1 0-2 0,4-3-1 0,-3 2 1 16,0-3-6-16,-1 0-18 0,1-2-26 0,1 0-29 16,2 1-25-16,2-3-26 0,-1-1-28 0,8-3-36 15,-9 1-103-15,9-1-297 0,0 0 132 0</inkml:trace>
  <inkml:trace contextRef="#ctx0" brushRef="#br0" timeOffset="14653.27">16518 5480 248 0,'3'-2'235'0,"-3"2"-22"16,9-5-17-16,-9 5-17 0,5-3-12 0,-5 3-20 15,0 0-13-15,0 0-14 0,0 0-11 0,0 0-7 16,0 0 2-16,0 0 7 0,5 17 1 0,-6-7-3 15,-1 1-8-15,-1 4-4 0,2 0-11 0,-1-2-8 16,-4 3-6-16,5 0-6 0,-2-3-9 0,1 3-4 16,2-1-4-16,-3-2-9 0,3-3-1 0,-2 3-19 0,2-2-26 15,-2 1-25-15,2-3-30 0,0-1-35 0,0-8-29 16,0 15-32-16,0-8-36 0,0-7-40 16,-2 11-124-16,2-11-387 0,-4 6 171 0</inkml:trace>
  <inkml:trace contextRef="#ctx0" brushRef="#br0" timeOffset="14816.05">16355 5489 1672 0,'-2'-10'39'0,"-2"-3"15"0,2 4-43 0,1 1 3 16,1 8-7-16,-1-11 3 0,1 11-7 0,5-11 3 0,-1 7-4 16,4-4-1-16,2 3-3 0,3 2 12 0,4-5-9 15,3 1-14-15,1 4-21 0,9-5-33 16,-1 1-26-16,3 3-41 0,-3 0-115 0,-7 3-268 15,4-5 120-15</inkml:trace>
  <inkml:trace contextRef="#ctx0" brushRef="#br0" timeOffset="15064.66">16820 5100 56 0,'4'-9'157'0,"-4"9"-31"0,8-3-9 0,-8 3 0 0,0 0-22 15,0 0-8-15,14 8 7 0,-12-2 5 0,2 2-1 16,0 3-4-16,0 2-4 0,-4 2-3 16,0-1-5-16,-1 1-10 0,-2-4-1 0,3 2 6 0,-5-1-4 15,1-2-5-15,0 1-1 0,2-5-8 0,0 2-3 16,2-8-10-16,-3 8-2 0,1-2-4 16,2-6-4-16,-1 8 0 0,1-8-5 0,5 8-2 15,2-5-9-15,2 2-21 0,6-3-39 0,4 1-35 16,14-2-40-16,3 1-37 0,0-4-156 0,0-3-331 0,1-1 146 15</inkml:trace>
  <inkml:trace contextRef="#ctx0" brushRef="#br0" timeOffset="16627.12">17310 5268 83 0,'1'-7'166'0,"-1"7"-17"0,0 0-15 15,0 0-13-15,0 0-6 0,0 0 1 0,0 0 4 16,-9 27 2-16,3-8 2 0,-4 8-8 16,-2 3-10-16,3 2-13 0,-2 0-3 0,3 3-5 15,0-1-5-15,3 1-7 0,0 0-4 0,1-2-2 16,3-1-7-16,2 0-6 0,2-3-1 0,2-2-10 0,0-1-2 15,3-2-2-15,3-2-5 0,-1-5-3 0,6 3-2 16,-4-4-1-16,3-1-17 0,1-2-22 0,-1-1-34 16,5-1-29-16,-2-1-38 0,6 2-26 15,-5-3-18-15,-1-2-23 0,-2 0-111 0,-5-3-314 0,3-3 139 16</inkml:trace>
  <inkml:trace contextRef="#ctx0" brushRef="#br0" timeOffset="16881.12">17692 5491 3 0,'0'-16'233'0,"0"4"-25"0,0 2-4 15,2 0-1-15,-2 3-11 0,0 7-16 0,2-11-11 16,-2 11-18-16,0 0-20 0,0-8-12 0,0 8-13 16,0 0-10-16,0 0-7 0,0 0-6 15,9 17-3-15,-5-5-2 0,-2 6-5 0,1 0-6 0,2 2-3 16,-4-3-5-16,0 2-7 0,4 9-6 0,-2-9-2 15,-3 5-4-15,0-5 2 0,0 0-7 0,-1-1-3 16,-1 1-3-16,2-1-9 0,0-2-22 0,-1 0-23 16,-3-1-23-16,3-3-33 0,-1-1-21 0,-2 0-20 15,0-1-27-15,1-1-39 0,1-1-156 0,-5 0-376 16,1-5 167-16</inkml:trace>
  <inkml:trace contextRef="#ctx0" brushRef="#br0" timeOffset="17188">17748 5360 37 0,'13'-13'162'15,"1"2"1"-15,-1 4-16 0,-3-1-6 0,4 5-11 16,-1 0-8-16,-3 2-11 0,3 1-7 0,-2 0-11 16,0 4-5-16,-4 2-12 0,3 1-3 0,-3 2-10 15,-1 1-1-15,-1-1-11 0,-2 1 1 0,-1 0-10 16,-4 6-2-16,1-4-3 0,-2 1-1 0,-2 1-4 15,1-3 14-15,-2 1-17 0,-1-3 5 16,1-1 7-16,1-3 2 0,2 1 4 0,-2-2 3 0,5-4-2 16,-5 7-3-16,5-7-6 0,-3 6-2 0,3-6-4 15,0 0-3-15,-2 6-7 0,2-6-1 0,0 0-2 16,0 0-3-16,1 10 0 0,-1-10 0 0,8 7-6 16,0 0-1-16,-1-1-15 0,6 1-20 0,1 2-19 15,4 0-34-15,0-1-27 0,0 0-24 0,7 5-27 16,-4-5-26-16,-2 2-118 0,-1-2-324 0,0-2 143 15</inkml:trace>
  <inkml:trace contextRef="#ctx0" brushRef="#br0" timeOffset="17456.96">18349 5501 14 0,'-2'-12'231'0,"1"3"1"16,-1-1 0-16,-1 3-3 0,-1 1-16 0,4 6-7 15,-3-11-17-15,3 11-18 0,-3-7-15 0,3 7-17 16,0 0-16-16,0 0-13 0,0 0-10 0,-19 16-10 16,11-2-7-16,-1 3-8 0,0-1-5 0,0 10-6 15,0 0-6-15,0-1-2 0,4 1-9 16,-4 0-1-16,4-1-7 0,0 0-3 0,0-6-3 0,0 0 0 16,1 0-5-16,1 0-2 0,1-1-2 0,-1-2-2 15,2 1-4-15,0-6-23 0,-2 3-21 0,1-4-25 16,0 3-31-16,0-3-42 0,1 0-33 0,-1 0-43 15,1-4-43-15,-2 1-142 0,3-7-415 0,-3 8 184 16</inkml:trace>
  <inkml:trace contextRef="#ctx0" brushRef="#br0" timeOffset="17628.84">18294 5708 1830 0,'6'-9'28'16,"2"-1"8"-16,-1 2-9 0,-1 0-20 0,0 2 4 15,-1 2-10-15,2-3 4 0,-1 2-2 0,2 0-1 16,-1 0-7-16,2-2-3 0,0 2-6 0,1 1-9 16,1 0-39-16,1 0-14 0,1 1-24 0,5-1-12 15,-5 1-11-15,1 1-18 0,-3 1-74 0,1-1-232 16,-2 2 103-16</inkml:trace>
  <inkml:trace contextRef="#ctx0" brushRef="#br0" timeOffset="17941.02">18552 5602 30 0,'0'0'99'0,"11"0"22"0,-11 0 10 0,0 0 9 16,0 0-6-16,8-4-7 0,-8 4-14 0,8-2-9 15,-8 2-1-15,10-1-4 0,-4-2-10 0,-6 3-5 16,17-5-8-16,-4 1-9 0,-2 2-2 0,2-1-10 16,4-1-2-16,-2 1-6 0,2 1-11 0,0 0-26 15,-6-1-23-15,0 0-23 0,1 1-11 0,-6 2-5 16,1-2-4-16,-7 2 7 0,11-4-13 0,-11 4-1 16,5-7 12-16,-5 7 3 0,1-8 0 0,-1 8 12 15,-2-11 11-15,2 11 7 0,-9-14 17 0,4 6 10 16,0 2 13-16,1-1 22 0,0 0 12 0,4 7 13 15,-6-10 8-15,3 4 8 0,3 6-1 0,-7-6-1 16,7 6-9-16,-3-4-10 0,3 4 0 0,0 0-1 16,0 0 12-16,0 0 1 0,-8 15-5 0,6-7-1 15,0 2-3-15,0 0-4 0,-1 4-5 0,1 2-9 16,-2-1-1-16,0 1-7 0,2 2 0 0,0-3-4 16,2 3-1-16,-1-1-4 0,1 2-8 0,-1-8-31 15,1 2-30-15,0 1-27 0,1-2-29 0,2-2-34 0,-1 2-30 16,1 0-38-16,0-4-152 0,-1-3-376 15,1 1 167-15</inkml:trace>
  <inkml:trace contextRef="#ctx0" brushRef="#br0" timeOffset="18176.68">19016 5438 185 0,'0'-9'253'0,"2"3"-16"0,-2 6-20 16,0-12-23-16,0 12-19 0,2-6-17 0,-2 6-17 15,0 0-2-15,0 0 6 0,0 0-7 0,0 0-5 0,-2 32-9 16,0-14-12-16,1 0-11 0,-1 1-7 0,1 0-9 16,0 7-10-16,-2-6-8 0,5-2-3 15,-4 2-5-15,1-3-9 0,-2 0-3 0,3 2-5 16,-2-3-12-16,1-1-18 0,-1-3-23 0,1-1-28 16,0 1-30-16,-1-2-24 0,2 0-34 0,-2-2-20 15,2-8-23-15,-1 11-29 0,-1-5-172 0,2-6-401 16,0 0 177-16</inkml:trace>
  <inkml:trace contextRef="#ctx0" brushRef="#br0" timeOffset="18449.93">19077 5369 12 0,'8'-9'161'0,"-3"4"-12"0,0-3-6 0,-2 4-14 15,-3 4-11-15,5-6-11 0,-5 6-8 16,0 0 0-16,0 0-4 0,0 0-6 0,11 11-6 0,-9-3-8 15,-4 2 0-15,2 2-12 0,-5-1 2 0,3 2-5 16,-2 3-2-16,0-5-10 0,-1 1 4 0,1-2 0 16,-1 0-1-16,0 1-3 0,0-3-2 0,1 1-2 15,0-1 1-15,3-1-8 0,-3-1-3 16,4-6-1-16,-3 11-3 0,2-4-3 0,1-7-1 0,0 12 13 16,4-6-14-16,-2 0-1 0,4-1-4 0,1 2-4 15,3-1 1-15,1 0 1 0,3-1-18 0,-3 0-26 16,1-3-43-16,4 5-41 0,-3-6-32 0,2 3-37 15,-3-2-136-15,-2-2-341 0,2 0 152 0</inkml:trace>
  <inkml:trace contextRef="#ctx0" brushRef="#br0" timeOffset="18685">19316 5527 200 0,'0'0'221'0,"3"-6"-9"0,-3 6-15 15,0 0-11-15,4-3-14 0,-4 3-17 0,0 0-20 0,0 0-12 16,0 0-9-16,0 0 2 0,0 0 2 0,3 16 1 15,-5-7-2-15,4 2 1 0,-7 5 9 0,2 2-4 16,-1 1-7-16,-1-3-8 0,-1 1-8 16,4-2-10-16,-2 0-5 0,-2 1-6 0,3-4-6 0,2 0-8 15,0-1-6-15,-1 2-5 0,2-4-1 0,2 1-11 16,1 0 1-16,4-3 4 0,-1 1-13 0,3-3-14 16,1 1-22-16,8-4-27 0,1 0-36 0,1 0-37 15,1-4-44-15,7-2-48 0,2 0-37 0,-2-4-26 16,-1 1-176-16,-9-3-469 0,7-7 209 0</inkml:trace>
  <inkml:trace contextRef="#ctx0" brushRef="#br0" timeOffset="18930.12">19794 5373 130 0,'1'-4'220'0,"-1"4"-16"0,3-8-14 0,-3 8-15 15,0 0-16-15,1-8-16 0,-1 8-4 0,0 0 10 16,0 0 9-16,0 0-3 0,3 30-2 0,-4-14-8 15,-1 3-9-15,0 0-2 0,-5 7-11 0,5-2-10 16,-4 0-8-16,0 2-11 0,2 0-8 0,-2-2-6 16,2 0-6-16,-1-4-9 0,1-1-7 0,-1 0-3 15,0-2-4-15,0 2-8 0,0-3-2 0,0-1-4 16,-2 0-3-16,2 0-3 0,0-4-12 16,0-1-29-16,-3 0-27 0,2-1-30 0,-2 1-31 0,1-3-37 15,-1 1-41-15,2-5-42 0,1 0-54 0,-2-2-143 16,7-1-449-16,0 0 199 0</inkml:trace>
  <inkml:trace contextRef="#ctx0" brushRef="#br0" timeOffset="19222.04">20078 5132 107 0,'5'-5'211'0,"3"1"-8"0,1 0-6 0,-2 3-8 0,-7 1-10 16,18 2-12-16,-8 2-12 0,1 0-8 0,1 4-11 16,-5 0-11-16,1 1-11 0,-2 2-7 0,-1 5-11 15,1 0-8-15,-3-4-1 0,-1 4-3 0,-3-3-7 16,0 2-1-16,0-4 2 0,-2 0-4 0,1-4-3 16,0-1-7-16,2-6-6 0,-1 11-5 0,1-11-3 15,-2 8-5-15,2-8 0 0,0 8-6 0,0-8 0 16,0 0-5-16,7 4-3 0,1-4-16 0,7-4-23 15,12-3-19-15,1 2-40 0,4-2-36 0,1-3-49 16,2-1-43-16,-2 0-40 0,-1 0-174 0,-3 0-444 16,0-1 197-16</inkml:trace>
  <inkml:trace contextRef="#ctx0" brushRef="#br0" timeOffset="19855.71">18633 4705 70 0,'0'0'146'0,"0"0"-11"0,0 0-8 16,-7-4-10-16,7 4-7 0,0 0-10 0,0 0-13 16,0 0-1-16,0 0 2 0,36-5-3 0,-7 2-1 15,6 2 4-15,3-2-5 0,20 1-4 0,6 0-6 16,0 2-6-16,1-2-4 0,0 2-1 0,-3-4-5 15,1 0 1-15,-5 4-8 0,-3-2-1 0,2-1-2 16,-6 1 0-16,-15 0-1 0,2-1-5 0,-3 3-3 16,-4-2-4-16,-3 0 0 0,-7 0-4 0,-4 2 1 15,-3 0 4-15,-4 0 0 0,2 0 3 0,-6 0 1 16,-6 0 7-16,12 0 0 0,-12 0 2 0,10-1 0 16,-10 1-1-16,0 0-5 0,9-1-1 0,-9 1-5 15,0 0-3-15,0 0-7 0,0 0-4 0,9 0 1 16,-9 0-5-16,0 0-4 0,0 0-13 0,0 0-15 15,0 0-19-15,0 0-24 0,0 0-14 0,0 0-15 16,0 0-16-16,0 0-30 0,0 0-26 0,0 0-28 16,-8 15-167-16,8-15-380 0,-8 6 169 0</inkml:trace>
  <inkml:trace contextRef="#ctx0" brushRef="#br0" timeOffset="20996.89">21287 4175 70 0,'-3'-9'194'0,"3"9"-2"0,0 0-12 0,-2-7-10 16,2 7-16-16,0 0-10 0,0 0-18 0,0 0-16 15,0 0-12-15,0 0-10 0,0 0-8 16,0 0-5-16,0 0 1 0,0 0-8 0,21 22 3 16,-9-7-1-16,1-1-4 0,-3 3-4 0,0 0-2 15,2 0-7-15,1 0 1 0,-3 0-6 0,1-2-1 0,1 0-4 16,-2 0-2-16,1 1-4 0,0-3 0 15,-2 1-3-15,2-1-6 0,-1 3 3 0,-2-7-5 0,2 4-7 16,-2-2-18-16,-3-3-28 0,2 2-28 16,-4-3-27-16,5 2-37 0,-6-3-26 0,2-2-26 15,-1 3-172-15,-3-7-371 0,1 7 165 0</inkml:trace>
  <inkml:trace contextRef="#ctx0" brushRef="#br0" timeOffset="21198.12">21559 4198 96 0,'0'-7'137'0,"0"7"-12"0,0 0-5 0,0 0 4 0,0 0 1 16,-24 22-5-16,14-8-5 0,-7 6-8 16,-2 1-5-16,-2 2-8 0,1 2-9 0,2-2-8 15,-1 2-4-15,2-2-6 0,-2-1-15 0,4 0-29 16,-3 0-28-16,6-5-48 0,2-1-41 0,2 1-34 15,1 1-99-15,0-3-247 0,1-5 110 0</inkml:trace>
  <inkml:trace contextRef="#ctx0" brushRef="#br0" timeOffset="21496.51">22036 4182 1852 0,'16'-27'-14'0,"0"5"57"0,-7-1 0 16,0 8 17-16,-4-2 3 0,-3 9 4 0,3 2-8 16,-1 1-8-16,-1-1-7 0,-3 6 2 0,5-8-5 15,-5 8-8-15,3-6-3 0,-3 6 2 0,0 0-7 16,0 0-4-16,0 0 8 0,0 0 4 0,2 25 5 16,-3-10 1-16,0 1 0 0,-1 3 1 0,1 0-9 15,0 5 3-15,-2-4-3 0,0 5-5 0,2-7 1 16,-3 1-2-16,1-1-1 0,1 0-2 0,0-2-6 15,1-1 2-15,-1 2-1 0,0-2-4 0,2 0-5 16,0-2-19-16,1-3-17 0,-1 1-27 0,-1-2-30 16,1 1-23-16,0-10-22 0,-3 19-40 0,4-13-26 15,-1-6-175-15,-2 10-401 0,2-10 178 0</inkml:trace>
  <inkml:trace contextRef="#ctx0" brushRef="#br0" timeOffset="21811.18">22161 3903 82 0,'5'-7'136'0,"0"2"-5"16,0 1-12-16,2 2-3 0,-7 2-6 0,14 0-13 16,-14 0-8-16,13 6 0 0,-7 1-5 0,0 4-15 15,-1 1-1-15,-2 0-13 0,-2 4 4 0,-1 1-5 16,-2 0-6-16,-3 2-3 0,-2-4-5 0,2 1 0 15,-1-2 0-15,-2 1 9 0,0-4 11 0,1-2 1 16,-1 0 0-16,0-2 1 0,1 1-2 16,1-3-7-16,2-1-3 0,4-4-5 0,-6 8 3 0,6-8-10 15,-5 6-8-15,5-6 0 0,0 0-1 0,0 0-3 16,9 11-5-16,-2-8 0 0,5 1-4 0,5 1-10 16,4-1-24-16,7 3-21 0,5-4-34 0,-1 2-33 15,0-2-26-15,2 2-22 0,0 0-23 0,-5 0-99 16,2-3-297-16,-5 0 132 0</inkml:trace>
  <inkml:trace contextRef="#ctx0" brushRef="#br0" timeOffset="22110.33">22736 4105 199 0,'3'-10'199'0,"-1"4"-4"0,0-1 3 16,-2 7 3-16,6-11-4 0,-5 6-8 0,-1 5-16 15,0 0-4-15,3-7-29 0,-3 7-15 0,0 0-15 16,0 0-9-16,0 0-10 0,0 0-8 0,0 0 6 15,2 26 9-15,-6-11-10 0,2 4-5 0,-2 0-4 16,-1 6-4-16,-1-1 1 0,2-5-5 0,1 0 3 16,-1-1-7-16,0 2-1 0,-1-3-3 15,3 1-6-15,-2-1-6 0,2-5 2 0,-1 1-4 0,2 0-6 16,-2 0-3-16,2-3 0 0,1-1-8 0,0-1-2 16,-1-1-10-16,1-7 4 0,2 14 0 0,-1-7-1 15,2-1-4-15,0-2 0 0,2 2 3 0,3 0-1 16,2-1-7-16,2-1-11 0,6-3-18 0,4-1-18 15,7 0-27-15,-2-3-34 0,1 1-31 0,8-4-30 16,-3 0-34-16,3 1-22 0,1-1-25 0,2 0-7 16,0 1-6-16,-1 0-131 0,-1-3-409 0,1 2 181 15</inkml:trace>
  <inkml:trace contextRef="#ctx0" brushRef="#br0" timeOffset="22222.01">23461 4370 49 0,'0'0'128'0,"0"0"-11"16,9 0-6-16,-9 0-12 0,0 0-8 0,0 0-16 15,0 0-5-15,0 0-9 0,4 5-32 0,-4-5-35 16,0 0-40-16,0 0-84 0,0 0-140 0,0 0 61 16</inkml:trace>
  <inkml:trace contextRef="#ctx0" brushRef="#br0" timeOffset="27750.38">15759 6385 123 0,'-13'-2'126'0,"-3"-1"-11"0,5 1-4 0,-2-1-1 15,3 2-3-15,-3-1-1 0,5 0-6 16,8 2-3-16,-14 0-12 0,14 0-7 0,-10-2-10 0,10 2-11 16,0 0-3-16,-9 0-6 0,9 0-7 0,0 0-2 15,0 0-5-15,0 0 0 0,15 19 3 0,2-10 3 16,8 1-2-16,6 2 2 0,6-1 0 0,28 2-3 16,29 2-4-16,2-4 4 0,8-5 0 0,10-2-4 15,8-1-1-15,5-8 2 0,6 2-10 0,5-1-1 16,7-1 0-16,12-5-9 0,1 2 4 0,11-3-6 15,16 0-2-15,4 0 4 0,10-3 4 0,5 2-3 16,7 2-6-16,2-3 6 0,6 3-1 0,6 0-8 16,0 0 7-16,9 1 2 0,-3-3-4 0,4 2-4 15,-1 0 15-15,2 3-7 0,-2 0 2 0,-5-2-1 16,2 3 2-16,-4 1 0 0,-5 3 2 0,-10-2 3 16,-4 1 2-16,-8 4 1 0,-6-4 0 0,-14 5 3 15,-15-1 1-15,-5 3-1 0,-7-2-1 0,-10 2 0 16,-14 2-5-16,-10-1-2 0,-13 0 0 0,-16 1 0 15,-29-3-2-15,-5 0-5 0,-3 1 0 0,-17-1 0 16,-6 1-2-16,-8-2-14 0,-5-1-20 0,-6-1-23 16,-3 3-9-16,-6-3-31 0,-2 0-27 0,0 0-27 15,0 0-36-15,-33 4-180 0,4-6-384 0,-7 2 170 16</inkml:trace>
  <inkml:trace contextRef="#ctx0" brushRef="#br0" timeOffset="56692.99">17845 7255 60 0,'0'0'80'0,"0"0"-9"0,0 0 1 0,0 0-6 0,0 0-6 15,0 0-11-15,0 0 9 0,0 0-9 16,0 0-7-16,0 0-10 0,0 0 3 0,0 0 9 0,0 0-3 16,0 0-7-16,0 0-3 0,0 0-7 0,0 0 7 15,0 0-4-15,0 0 15 0,0 0-16 0,0 0 6 16,0 0-5-16,0 0-1 0,0 0 1 15,0 0 0-15,0 0 0 0,0 0 9 0,0 0-2 0,0 0-3 16,0 0 5-16,0 0-2 0,0 0-1 0,0 0 5 16,0 0 1-16,0 0-6 0,0 0 5 15,0 0-2-15,0 0 4 0,0 0-1 0,0 0 3 16,0 0 0-16,0 0 2 0,0 0-1 0,0 0 0 0,0 0-7 16,0 0-2-16,0 0-5 0,0-9 2 0,0 9 2 15,0 0 1-15,0 0 2 0,0-11-6 0,0 11-3 16,0 0-1-16,0 0 1 0,-2-12-1 0,2 12 5 15,0 0 7-15,0 0-4 0,0-10 4 16,0 10-6-16,0 0 4 0,0 0-5 0,1-8 2 0,-1 8-6 16,0 0 0-16,0 0-8 0,0 0 1 0,0 0-1 15,0 0-1-15,0 0-4 0,0 0-3 0,0 0 0 16,0 0-1-16,0 0-2 0,0 0 0 0,0 0-4 16,10 19 3-16,-7-9-4 0,2-1 5 0,-1 3-3 15,2 4 4-15,-2-1-3 0,4 3 4 0,-2 0-3 16,-1 2-1-16,2-1 2 0,1 3 1 0,-3-3-1 0,3 4-4 15,-3-4-2-15,1-2 7 0,0 1-4 16,0-1 0-16,-2 1 1 0,1-7 1 0,-1 0-3 16,0 1 1-16,-2-1 0 0,2-2-1 0,0 1-1 15,-1 0 3-15,-1-5-4 0,1 3 1 0,-2-2 0 0,-1-6 3 16,4 9-2-16,-4-9 3 0,1 8 1 16,-1-8 7-16,1 7 15 0,-1-7 6 0,0 0 2 15,0 0 3-15,0 0-3 0,0 0-5 0,0 0-3 16,0 0-4-16,4-24 3 0,-1 16-5 0,-1-4-3 0,1-2-3 15,2-2-2-15,-1 0 0 0,2 0-2 0,-1-2-6 16,1 0 1-16,1-1 0 0,-1 4-1 16,0-2 1-16,0 1-1 0,2-2 1 0,-2 1-3 15,-1 3-3-15,-1 2 0 0,0 0-1 0,0 1-2 16,-3 0 5-16,3 2-3 0,0-1-1 0,1 1-8 0,-3 3-5 16,1-1-11-16,-1 1-10 0,-2 6-18 0,3-7-20 15,-3 7-29-15,0 0-33 0,3-6-27 16,-3 6-16-16,9-2-24 0,-9 2-30 0,0 0-129 15,12 8-390-15,-12-8 173 0</inkml:trace>
  <inkml:trace contextRef="#ctx0" brushRef="#br0" timeOffset="57259.78">18234 7664 36 0,'-3'9'175'0,"3"-9"-8"16,-4 8-2-16,4-8-7 0,0 0-13 0,-1 9-9 16,1-9-6-16,-1 6-15 0,1-6-8 0,0 0-8 15,0 0-6-15,0 0-1 0,0 0 3 0,0 0-1 16,-2 7 5-16,2-7 8 0,0 0 8 0,0 0 3 16,0 0 4-16,0 0-12 0,0 0-11 0,0 0-10 15,0 0-10-15,0 0-8 0,-1-29-1 0,1 20-9 16,-1 0-8-16,2-2-3 0,-2-1-3 0,3-3-5 15,2-2-6-15,0 1-6 0,3 1 0 0,-2 0-5 16,1-1-2-16,0 6-4 0,1-1 1 0,-1 2-4 16,2 0-4-16,1 2-1 0,0 1-3 0,0 2-5 15,2 2-1-15,1 0 1 0,-2 2-2 0,1 3 0 16,0 1-4-16,-1 0 5 0,1 2-3 0,0 3 0 16,-2-1 0-16,1-1 0 0,1 4 3 0,-4-1-2 15,2-2 1-15,-6 0 0 0,4 0-2 0,-5-1 3 16,2-1-2-16,-1-1 0 0,-3-5 2 0,5 8 2 15,-5-8 3-15,4 6-1 0,-4-6 3 0,0 0-5 16,0 0 6-16,0 0-2 0,0 0-2 0,0 0-3 16,0 0 5-16,0 0-1 0,0 0 4 0,0 0-3 15,0 0 0-15,-6-27-5 0,8 17-4 0,-3-1 0 16,6 0-3-16,-3-2-3 0,5 3-2 0,-2-1 0 16,1 0-3-16,2 1 2 0,-2 3-1 0,2-1 1 15,-3 4-5-15,0 0 5 0,2-1-1 0,-7 5-1 0,15-1-1 16,-5 1 2-16,-10 0 2 0,13 3-2 15,-7 1 1-15,1 0 0 0,0 1 0 0,1 4 4 16,-3 0 0-16,0 2-1 0,-1-1-4 0,-3 0 0 16,1 2-20-16,-2-1-18 0,0 0-23 0,0 0-20 0,-4 2-25 15,-1 1-32-15,2-2-31 0,-1-2-32 0,-1-1-179 16,1 0-423-16,4-9 186 0</inkml:trace>
  <inkml:trace contextRef="#ctx0" brushRef="#br0" timeOffset="57810.84">18783 6935 9 0,'0'-10'179'0,"0"10"-16"0,2-7-18 0,-2 7-4 15,0 0-18-15,0 0-11 0,3-8-4 0,-3 8-6 16,0 0-13-16,0 0-9 0,18 5-5 0,-10 0-2 15,-3 4 4-15,2 0-7 0,-2 2 1 0,1 0-7 16,-2 3-2-16,-2 0-4 0,0 3-5 0,-2-3-5 16,0 1-2-16,-2 0-2 0,-2 0-3 0,2-2 2 15,-3-3-1-15,1 2 2 0,2-1-5 0,-2 0-2 16,-1-3-5-16,1 1 2 0,1-2-6 0,1-1 1 16,-1 0-8-16,-2-2 1 0,5-4 0 0,-4 10-2 15,4-10-1-15,-2 9-3 0,2-9 4 0,0 0 0 16,0 6 4-16,0-6 0 0,6 6 2 0,2-3-1 0,-1-2 7 15,5 2-1-15,8-3-4 0,8 0-3 16,2-4 1-16,2 2 0 0,0-1-5 0,1-1-3 16,-2 1 0-16,-3 2-2 0,-7-1-4 0,-1 1-1 15,-3-1-1-15,-5-1-1 0,1 3 0 0,-3-1 0 0,-4 1-1 16,-6 0-2-16,16-3-7 0,-16 3-12 16,7 0-6-16,-7 0-14 0,0 0-16 0,0 0-18 15,11 0-11-15,-11 0-21 0,0 0-23 0,0 0-24 16,0 0-30-16,0 0-175 0,0 0-379 0,0 0 168 15</inkml:trace>
  <inkml:trace contextRef="#ctx0" brushRef="#br0" timeOffset="61083.91">17422 8247 8 0,'-11'-3'94'0,"1"1"4"0,-2-1-9 0,1 2 0 16,-2-2 2-16,0 3-9 0,1-2 8 0,1 0-9 16,-3 0 4-16,4 1-14 0,-3-1-3 0,4 1 2 15,0 1-5-15,9 0-12 0,-17-1 2 0,17 1 2 16,-10-2-5-16,10 2-11 0,-8-3-4 0,8 3-8 16,0 0 3-16,0 0 10 0,0 0-6 0,41 0 11 15,-5-2 3-15,20-2-3 0,10 1-2 0,36-4-1 16,5-4 1-16,9 1-8 0,10-2 3 0,0 1-9 15,7-1-6-15,-5 1 3 0,0 0-3 0,-9 1 1 16,-6 5-1-16,-3-4-1 0,-9 4-3 0,-9-2 2 16,-29 5-3-16,-1 0 2 0,0-2 5 0,-5 0-5 15,1 1 2-15,-3 3 1 0,-5-4-1 0,-13 1-3 16,2 3 0-16,-4 0-4 0,-3 0 0 0,-3-2 1 16,-10 2-2-16,-1-1-3 0,-5 1-2 0,-2 0-5 15,-4 0 6-15,-7 0-2 0,10 0-13 0,-10 0 8 16,0 0-16-16,0 0-20 0,0 0-22 0,-37 12-39 15,4-6-24-15,-17 3-30 0,-4 4-33 0,-7 0-121 0,-4-2-325 16,-31 4 144-16</inkml:trace>
  <inkml:trace contextRef="#ctx0" brushRef="#br0" timeOffset="61576.23">17450 8419 123 0,'0'0'183'0,"5"-5"-6"15,-5 5 1-15,3-8-9 0,-3 8-14 0,0 0-10 16,0 0-15-16,4-7-11 0,-4 7-15 0,0 0-12 16,0 0-9-16,0 0-4 0,0 0-4 0,4 19-4 15,-4-8-9-15,1 1-3 0,0 6-5 0,-1-2-3 16,2 2-10-16,0 1-1 0,1-2-1 0,2 1-6 15,-2-2-1-15,4-2 5 0,-2-2-7 0,3 2 6 16,4-2-3-16,-4 0 3 0,6 0-5 0,2-5-3 16,0-1-2-16,2 0 1 0,5-4-4 0,-1-1 1 15,5-2-1-15,2-4-2 0,-2 0-3 0,1-2-2 16,-9 3 3-16,-1-6 4 0,0 3-4 0,-4-2-4 16,0-1 4-16,-4 0 2 0,2 0 3 0,-5 0-2 15,0-2-9-15,1-2 3 0,-5 2-4 0,1 2 10 16,1-1 2-16,-2 1 3 0,-2 3-2 0,2 3 2 0,-3 4-2 15,2-12 4-15,-2 12-12 0,2-8-2 16,-2 8-6-16,0 0-2 0,0 0-1 0,0 0 0 16,0 0 4-16,0 0-6 0,-2 24 0 0,-2-7 2 15,-1 1-1-15,0 3-1 0,0 5-1 0,0 1 0 0,0 0 0 16,-2 0 2-16,1-1 1 0,1-3-3 16,1-3 8-16,3-2-8 0,-3 8-2 0,1-9-5 15,3-1-18-15,-2 2-22 0,-1-1-15 0,2-5-21 16,1 3-31-16,0-2-30 0,0-2-26 0,1 0-28 0,2-1-32 15,-2-1-134-15,2-3-392 0,1-2 174 0</inkml:trace>
  <inkml:trace contextRef="#ctx0" brushRef="#br0" timeOffset="61859.83">18284 8367 154 0,'-2'-9'217'0,"0"2"-22"0,2 7-18 16,-8-6-19-16,8 6-13 0,0 0 7 0,-14 5-8 15,8 3-2-15,-6 5-3 0,3-1-1 0,1 5-10 16,-2 8-7-16,3 1-13 0,-1 0-3 0,2 3-14 16,-1-3-3-16,5 0-14 0,0 0-4 0,1 0-7 15,1-1-3-15,3-5-9 0,-1-1-3 0,3-1-4 16,0-1-4-16,2-1-6 0,-1 1-10 0,-1-2-17 15,4-4-21-15,-1 3-23 0,-2-3-25 0,2-3-28 16,1 1-30-16,-1-2-21 0,1-2-16 0,-2 2-12 16,3-4-13-16,-1 0-143 0,2-2-350 0,0-4 155 15</inkml:trace>
  <inkml:trace contextRef="#ctx0" brushRef="#br0" timeOffset="62092.85">18491 8504 139 0,'0'-8'230'0,"-2"-1"-14"0,1 3-19 0,1 6-22 16,1-10-20-16,-1 10-10 0,2-8-18 0,-2 8-12 16,0 0 7-16,0 0 4 0,0 0 9 0,2 24-1 15,1-14-14-15,-2 10-8 0,3-1-11 0,-2 5-10 16,0 3-2-16,-4 0-11 0,4-8-4 0,-4 8-14 0,2-4-2 16,2-3-5-16,-4-1-6 0,2-2-7 15,0 2-1-15,0-1-9 0,-2-1-14 0,3-5-22 16,-1-2-20-16,1 1-28 0,-2 0-24 0,-1-1-16 15,-1-2-31-15,2 0-12 0,-4-3-22 0,5-5-21 0,-8 6-17 16,4-3-131-16,4-3-356 0,0 0 158 0</inkml:trace>
  <inkml:trace contextRef="#ctx0" brushRef="#br0" timeOffset="62560.5">18552 8431 115 0,'10'-14'153'0,"-2"3"-4"16,0 2-9-16,-2 2-16 0,3-1-3 0,-3 5-10 15,1-1-7-15,-1 3-4 0,-6 1-5 16,11 0-3-16,-11 0-12 0,12 7-3 0,-9-1 2 0,2 3-16 16,-3-2 6-16,0 6-10 0,-2-4-7 0,0 2-3 15,-2-1-2-15,1 3-5 0,-1-3-4 0,-1-1-8 16,-1 1 3-16,2-1 0 0,-2-2-5 16,2 1-5-16,0-1 2 0,2-7-5 0,-3 13-6 0,3-6 8 15,0-7-8-15,-1 14 1 0,2-7-5 0,2 0 3 16,1 1-6-16,1 0-10 0,1-1-16 0,4 0-25 15,-1 0-18-15,2-2-13 0,3-1-11 0,-2-3-10 16,5 3-3-16,1-3-8 0,0-1 9 0,0-1-4 16,1-2 3-16,0 2 12 0,-2-3 7 0,0-2 14 15,0 2 6-15,-2-5 12 0,-4 2 23 0,3-3 22 16,-1-1 14-16,-7 1 10 0,0-2 18 0,1 0 5 16,-4 1 15-16,1-1 18 0,-2 1 11 0,-1 2 5 15,-1-3 9-15,0 12-1 0,-3-15-1 0,2 10-3 16,1 5-10-16,-3-9-10 0,3 9-8 0,0 0-2 15,0 0 3-15,-16 13 7 0,10 0 2 0,-2 3 0 16,-4 7-1-16,1 2-4 0,-1 0 1 0,0 4-2 16,0 1-1-16,-2-4-8 0,3 3-4 0,0 1-7 15,2-5-5-15,3 0-3 0,1-6-6 0,0 4 0 16,2-5-6-16,-1 1-1 0,2-3-5 0,2 2-14 0,-3-3-20 16,2-3-21-16,1 0-33 0,-1-2-29 15,1-1-39-15,0-2-42 0,0-7-31 0,0 10-31 16,0-10-155-16,-1 8-421 0,1-8 186 0</inkml:trace>
  <inkml:trace contextRef="#ctx0" brushRef="#br0" timeOffset="62716.5">18822 8709 172 0,'6'-4'171'0,"4"-1"-12"16,2 2-21-16,2-1-10 0,2-2-21 0,5 2-23 15,-3 2-35-15,1-1-30 0,0-1-40 16,-1 1-40-16,0 1-97 0,-4 1-171 0,4-2 76 0</inkml:trace>
  <inkml:trace contextRef="#ctx0" brushRef="#br0" timeOffset="63019.71">19137 8682 88 0,'8'3'173'0,"-8"-3"-21"0,0 0-6 0,0 0-16 0,15-7 0 16,-9 6-15-16,1-2-8 0,-7 3-11 0,17-5-9 15,-6 1-7-15,3 0-9 0,3 1-12 0,1-3-14 16,-5 3-23-16,-2-1-24 0,2 1-10 0,-3 0-18 16,-1-1 7-16,-3 0-12 0,0-2-11 0,-6 6 1 15,6-5-2-15,-4-1 8 0,-2 6-6 0,2-10 25 16,-2 10 13-16,-4-11 17 0,4 11 4 0,-3-10 11 16,3 10 3-16,-5-10 17 0,3 7 14 0,2 3 4 15,-4-6 0-15,4 6-3 0,0 0-7 0,0 0-5 16,0 0-2-16,0 0 6 0,0 0 14 0,0 0 3 15,-13 17 5-15,9-7-2 0,2-1-2 16,-1 6-2-16,-1 3-1 0,2-4-9 0,-3 3-4 0,-1-1-4 16,3 1-7-16,0-1-4 0,1 0 5 0,0 2-14 15,0-2-24-15,-1-1-26 0,2-3-39 0,2-1-40 16,-1-2-28-16,2 1-45 0,-2-1-170 0,0-9-370 16,1 10 164-16</inkml:trace>
  <inkml:trace contextRef="#ctx0" brushRef="#br0" timeOffset="63252.92">19535 8490 91 0,'2'-6'241'0,"-2"6"-24"0,2-10-20 16,-2 10-23-16,0 0-3 0,0 0 14 0,0 0-11 15,5 21 0-15,-7-6-5 0,-1 3-8 0,0 7-15 0,1 0-14 16,-4 1-9-16,4 1-11 0,-2 0-10 0,1-3-14 15,1 1-6-15,-1 3-9 0,2-9-5 16,1-2-6-16,-1 0-19 0,1-2-16 0,-3-1-27 16,3-3-34-16,0 0-33 0,0-1-37 0,0-1-28 0,-1-4-32 15,1-5-31-15,-1 12-191 0,-3-8-419 0,4-4 186 16</inkml:trace>
  <inkml:trace contextRef="#ctx0" brushRef="#br0" timeOffset="63762.49">19606 8457 104 0,'4'-3'149'15,"0"-2"-12"-15,-4 5-1 0,8-3-1 0,-8 3-12 0,0 0-1 16,9 8-9-16,-9-8-1 0,3 13-8 0,-3-3-8 16,0-3-12-16,-2 5-4 0,-1 1-1 0,0 0-1 15,-1 1-7-15,-1-3-6 0,-1 0 1 16,3-2-3-16,0-2-4 0,-2 2-2 0,1-1-4 0,2 0-3 15,0-3-3-15,2-5-3 0,-2 11-4 0,2-11 1 16,-2 12-5-16,2-6 4 0,0-6-3 16,4 10 0-16,0-3-4 0,4-2 4 0,-2-2-15 15,3 3-14-15,1-2-18 0,3 2-20 0,-1-3-25 0,2-1-28 16,4 0-9-16,-4 2-18 0,-2-6-19 0,0 2-6 16,2-1-9-16,-1 0 15 0,-2-1 2 0,1 1 20 15,-3-2 2-15,2-1 10 0,-3 0 30 0,0-2 25 16,-1-1 5-16,1 0 18 0,0-1 14 0,-2 0 28 15,-1 0 10-15,1 3 18 0,-1-2 10 0,1 2 7 16,0-1 12-16,-2 1 3 0,1-1-2 0,-5 6 4 16,8-7-3-16,-8 7-2 0,5-3-1 0,-5 3-2 15,0 0 0-15,0 0 1 0,14 7 4 0,-10-3 3 16,-3 3 7-16,3 2-1 0,-4 0 1 0,1 5 6 16,-1 0-6-16,-4 4-4 0,0 0 1 0,2-2 9 15,-2 3-2-15,0-4-9 0,-1 3-5 0,1-1-8 16,0-3-2-16,1-2-13 0,1 1 1 0,0-3-5 15,1-1-7-15,1-2-7 0,0-7-3 0,1 14-2 16,5-8 1-16,0 0-8 0,3-3-21 0,3 0-14 16,7-1-28-16,0-2-31 0,1-3-32 0,1 1-37 15,0-5-40-15,4-2-47 0,1-1-24 0,1 0-33 16,-6-7-167-16,1 0-481 0,0 0 213 0</inkml:trace>
  <inkml:trace contextRef="#ctx0" brushRef="#br0" timeOffset="64005.53">20350 8322 115 0,'0'0'230'0,"-1"-8"-29"0,1 8-15 0,0 0-20 16,0 0-18-16,0 0 8 0,0 0 0 0,0 0 15 16,0 0 5-16,14 22 6 0,-4-7-15 0,2 11-6 15,-1 0-3-15,2 3-9 0,0-1-17 0,-7 4-10 16,2-2-11-16,-4 2-11 0,-2 3-4 0,-4-2-13 15,-2 3-5-15,-4-4-8 0,-2 1-8 0,-3-2-8 16,-5-3-6-16,-3 0-19 0,-1-2-22 0,-5-2-12 16,-1-2-41-16,-3-1-35 0,0-5-43 15,1-2-37-15,-1-2-48 0,0-3-44 0,-1-3-187 0,3-3-476 16,2-3 211-16</inkml:trace>
  <inkml:trace contextRef="#ctx0" brushRef="#br0" timeOffset="64459.6">19493 8035 65 0,'12'-2'148'0,"17"-2"-4"15,5-1-6-15,22-1-3 0,10-2-15 0,32-2-15 16,-1 1-11-16,-1 0-6 0,-4 0-4 0,-26 3-9 15,30-5 6-15,-31 5-15 0,1 1 1 16,-4 1 1-16,-3-1 2 0,-5-3-3 0,-16 7-2 0,-2-2 0 16,-3-2 0-16,-2 1-3 0,-4 0 0 0,-8 2-2 15,-7 1 5-15,1-1-1 0,-3 2 1 0,-2 0 8 16,-8 0-1-16,14-1-1 0,-14 1-7 16,9-2-2-16,-9 2-5 0,8-1-4 0,-8 1-7 0,0 0-4 15,0 0-7-15,0 0-12 0,11-2-12 0,-11 2-24 16,0 0-31-16,0 0-38 0,0 0-34 0,0 0-36 15,0 0-31-15,0 0-31 0,-32 6-119 0,21-3-359 16,-7 1 159-16</inkml:trace>
  <inkml:trace contextRef="#ctx0" brushRef="#br0" timeOffset="65205.55">11613 10451 171 0,'-11'0'228'0,"1"3"-2"0,-1-2-1 0,0-1-5 0,3 1-1 15,8-1-9-15,-12 2-9 0,12-2-12 0,-9 0-21 16,9 0-12-16,0 0-14 0,-10 0-17 0,10 0-9 16,0 0-10-16,0 0-11 0,0 0-11 0,42-6-5 15,-14 3-7-15,4 0-11 0,4-1-26 0,2-1-31 16,2 0-34-16,-4 2-54 0,-4 0-52 0,1 2-46 15,-6-1-46-15,-11 1-184 0,-2 1-447 0,-7 0 198 16</inkml:trace>
  <inkml:trace contextRef="#ctx0" brushRef="#br0" timeOffset="65376.35">11628 10581 197 0,'0'0'240'16,"0"0"-20"-16,0 0-18 0,-9 2-9 0,9-2-18 15,0 0-7-15,0 0-9 0,0 0-10 0,0 0-17 16,27 0-14-16,-7-1-12 0,10-3-9 0,-1 0-31 16,2 1-44-16,3 0-51 0,-2-1-52 0,2 0-52 15,-3-1-52-15,-2 1-118 0,0 0-328 0,-4-2 145 16</inkml:trace>
  <inkml:trace contextRef="#ctx0" brushRef="#br0" timeOffset="68287.92">14373 9807 188 0,'0'0'207'0,"-4"-8"-7"0,4 8-5 15,-3-7-13-15,3 7-13 0,0 0-16 0,0 0-14 16,-1-7-18-16,1 7-13 0,0 0-12 0,0 0-10 16,0 0-6-16,0 0 1 0,0 0-6 0,19 24 0 15,-8-10-8-15,3 7-3 0,1 2-4 0,2 4-2 16,-3 0-4-16,1 3-4 0,0 0-4 0,1-1-7 15,-3 2-4-15,-1-3 0 0,-1 3-1 0,-1-5-2 16,0-2-5-16,-1 1-1 0,-3-8-4 0,-1 0 1 16,3 0-5-16,-4-2 0 0,0-3-1 0,0-1-1 15,-1-1-1-15,1 1-3 0,-1-6-1 0,-1 1 5 16,0 1-7-16,-2-7 3 0,5 7 4 0,-5-7 12 16,0 5 12-16,0-5 6 0,0 0-7 0,0 0 1 15,0 0-8-15,0 0-1 0,13-21-3 0,-8 6-2 0,-1 4-1 16,6-8-2-16,-4 1-5 0,2-10 1 15,1 3-4-15,3-4-3 0,-1 2 7 0,3-1-8 16,-1-2-1-16,0-2-2 0,2 4 2 0,-1-2-1 16,0 6-7-16,-1-2 5 0,-2 3-4 0,-3 8-4 0,1 0-2 15,-5 3-18-15,2 3-16 0,-1 1-22 0,-4 1-28 16,3 0-43-16,-1 2-28 0,-3 5-13 0,0 0-9 16,0 0-15-16,0 0-13 0,0 0-165 0,0 27-405 15,-5-13 179-15</inkml:trace>
  <inkml:trace contextRef="#ctx0" brushRef="#br0" timeOffset="68806.14">14911 10269 143 0,'0'0'159'0,"0"12"0"0,0-12-6 16,0 9 3-16,0-9-2 0,1 6-2 0,-1-6-6 15,0 0-1-15,0 0-3 0,0 11-3 0,0-11-1 16,0 0 0-16,0 0-2 0,0 0 10 0,0 0-15 15,0 0-10-15,0 0-12 0,0 0-10 0,0 0-6 16,0 0-6-16,0 0-10 0,-11-28-5 0,9 20 0 16,2-5-15-16,0 1-3 0,0-5-8 0,2 2-3 15,2-2-5-15,-1-2-3 0,3-1-3 0,-1 2-4 16,1 3-6-16,-1 3-3 0,2 0 3 0,-1 1-5 16,0 2-4-16,2 0-4 0,-2 2 14 0,3 0-15 15,3 4-4-15,-3 3 7 0,4 1-9 0,-1 4-2 16,-3 2-3-16,5 4 4 0,-1 2 5 0,-1 1-4 15,-1 0 1-15,-2 1-2 0,-1-1 0 0,-2 0-3 16,-1-2 12-16,0-1-12 0,-1 0 3 0,-1 1-1 16,-1-4 2-16,0-2 9 0,-2 0-8 0,0-6-2 15,0 8 8-15,0-8-3 0,0 0 6 0,0 0-5 16,0 0 0-16,0 0 1 0,0 0-2 0,0 0 1 16,0 0-3-16,0 0-3 0,0 0 5 0,-7-27-4 15,8 16-5-15,2-2 0 0,0-2-7 0,7-4-6 16,0 2-3-16,0 0-1 0,4-4 5 0,0 6-4 15,2 2 5-15,-2 4-2 0,-4 2-1 0,5-3 1 16,-6 6 4-16,2 0-2 0,0 4 1 0,-1 0 0 16,-1 2 3-16,3 3-1 0,-3 1 1 0,-2 1-1 15,1 0 7-15,0 4-3 0,-3-1 1 0,0 1 0 0,-2-1 2 16,2 3 1-16,-3-2-4 0,-1 1 4 0,-1 2-5 16,0-4-22-16,0 3-21 0,-1-3-27 15,-1 0-40-15,-3 2-37 0,2-3-46 0,-1-1-45 16,0-3-167-16,-1-1-445 0,5-4 198 0</inkml:trace>
  <inkml:trace contextRef="#ctx0" brushRef="#br0" timeOffset="69108.28">15541 9569 140 0,'12'2'177'16,"-4"4"-8"-16,4 0-11 0,-1 5 0 0,0 2-8 16,-4-3-13-16,0 5-8 0,-3 0-4 0,-1 2-4 15,-1 0-7-15,-2 1-3 0,-2 0-6 0,-1-2-4 16,0 1-3-16,-1-2-7 0,0-2-3 0,-1-2-4 16,2 0-9-16,0-1-5 0,0-3-8 0,2-2 1 15,1-5-10-15,-1 9-4 0,1-9-2 0,0 0 0 16,5 11-10-16,1-9 6 0,4-2-9 0,5 1-5 15,5-4-4-15,9-2-16 0,3-1-22 0,3-2-27 16,1 0-30-16,-2 2-30 0,-1 0-46 0,1 0-31 16,-5 3-31-16,-1 1-150 0,-10 1-388 0,-1 6 173 15</inkml:trace>
  <inkml:trace contextRef="#ctx0" brushRef="#br0" timeOffset="69671.7">13821 10794 11 0,'-10'-6'177'0,"-3"5"-8"16,2 0 11-16,-1 0-7 0,-1-2-7 0,4 2-9 16,0 0-3-16,0-1-12 0,9 2-8 0,0 0-15 15,-13 0-9-15,13 0-3 0,0 0 1 0,0 0-5 16,0 0 2-16,58 5-7 0,0-7-12 0,7-1-3 16,37-4-7-16,9-1-8 0,11 0-3 0,9-2-10 15,8-7-2-15,4 3-4 0,-2 0 6 0,4 4-2 0,-1-2 3 16,2 2-3-16,-1 0-1 0,-5 1-3 15,-9 2-2-15,-3 4-1 0,-7-3-7 0,-9 0 1 16,-6 5-6-16,-6 4-2 0,-8 0-4 0,-30-2-1 0,-2 1-5 16,0 2-2-16,-2 0 4 0,-20-2-7 15,-1 1-2-15,-4 2 1 0,-3-2-2 0,-10 1-10 16,-1-2-21-16,-7 1-22 0,-6 0-15 0,1 1-13 16,-5-1-29-16,-2-3-26 0,0 0-43 0,-22 14-36 0,-2-4-41 15,-6-4-173-15,-8 0-449 0,-13 3 198 16</inkml:trace>
  <inkml:trace contextRef="#ctx0" brushRef="#br0" timeOffset="70269.84">13906 11190 53 0,'0'0'217'0,"3"-7"-21"0,-3 7-13 15,6-7-16-15,0 4-10 0,-6 3-10 0,11-2-9 16,-11 2-9-16,14 2-13 0,-5 3-8 0,2 2-2 0,1 2-10 16,-3 1-10-16,2 3-11 0,-2 0 0 0,-2 3-4 15,-1 0-6-15,-2 1-7 0,-1 0-1 0,-3 0-4 16,0 0-5-16,-3-1-5 0,-1 0 0 0,-2 2 1 15,1-3 0-15,-4 3-3 0,-2-5 2 0,0 2-7 16,-3-3 0-16,1 0-6 0,2-1-2 0,-3 1-3 16,3-6-1-16,2 3-3 0,-1-4-5 0,0 1-16 15,5-2-20-15,-4 1-25 0,4-2-26 0,5-3-46 16,-8 3-37-16,8-3-48 0,0 0-176 0,0 0-409 16,0 0 181-16</inkml:trace>
  <inkml:trace contextRef="#ctx0" brushRef="#br0" timeOffset="70488.34">14221 11243 81 0,'6'-3'198'15,"-1"-2"-17"-15,-1 2-10 0,-4 3-19 0,9-5-12 16,-9 5 6-16,0 0 9 0,0 0 10 0,9 8-1 16,-4-3-9-16,-5-5-14 0,4 13-2 0,-4-4 1 15,0 4-18-15,0-3-8 0,0 3-12 0,0 4-12 16,0-5 1-16,-2 5-18 0,1 0-3 15,0 0-8-15,-4-1-8 0,3-5-13 0,0 5-19 0,1-5-26 16,0 0-31-16,-2-1-35 0,-2 1-37 0,5-2-40 16,-2-3-32-16,2 2-43 0,-4-2-146 0,4-6-398 15,0 0 176-15</inkml:trace>
  <inkml:trace contextRef="#ctx0" brushRef="#br0" timeOffset="70662.67">13962 11218 59 0,'-3'-6'196'0,"3"6"-24"0,0 0-19 0,17-7-10 16,-4 5-15-16,7-1-18 0,10-1-31 0,1-1-21 16,2 2-41-16,1-3-42 0,4 0-35 0,-2 2-112 0,-2-1-186 15,-6 0 83-15</inkml:trace>
  <inkml:trace contextRef="#ctx0" brushRef="#br0" timeOffset="70918.17">14531 11010 73 0,'8'-1'176'0,"-8"1"-9"15,14 4-8-15,-5 0-2 0,0 2-3 0,-1 0-10 0,2 4-7 16,-2-2-8-16,-3 3-1 0,-1 2-6 0,-3-1-7 15,0 0-5-15,-2 2 5 0,-4 0 3 16,2 3-6-16,-1-5-5 0,-2-2-6 0,2 0-4 16,0-3-9-16,2 0-7 0,2-7-7 0,-4 9-5 0,2-4-5 15,2-5-8-15,0 0-5 0,0 0-5 0,0 0-5 16,13 7-5-16,-1-13-13 0,8 0-22 0,11-2-30 16,1-1-40-16,2-2-43 0,2-2-58 0,14-4-49 15,-17 8-190-15,5-3-443 0,-2 1 196 0</inkml:trace>
  <inkml:trace contextRef="#ctx0" brushRef="#br0" timeOffset="71410.34">15200 11047 64 0,'0'-4'229'16,"5"0"-14"-16,-5 4-21 0,1-10-21 15,-1 10-16-15,0 0-15 0,0 0-12 0,0 0 5 0,0 0-2 16,0 0-8-16,-11 32 2 0,6-7 0 0,-2 2-2 15,-1 1-6-15,-2 2-8 0,3 2-7 0,0-4-6 16,2 3-6-16,4-2-13 0,-2 3-3 0,4-5-9 16,2-1-6-16,-1-1-5 0,5 2-4 0,3-4-5 15,0 2-5-15,-1-7-6 0,2-2-6 0,4 0-21 16,-1-2-29-16,0 0-39 0,2-3-38 0,-1 2-33 16,-1-2-40-16,2-4-39 0,-1 0-203 15,-5-2-446-15,1-3 198 0</inkml:trace>
  <inkml:trace contextRef="#ctx0" brushRef="#br0" timeOffset="71648.07">15510 11230 8 0,'-1'-10'239'0,"1"3"-11"0,0 7-15 0,-1-10-20 15,1 10-18-15,0 0-1 0,0 0 8 0,0 0-1 16,0 0-11-16,0 0-8 0,4 34-11 0,-4-16-12 15,0 0-12-15,0 7-9 0,0-1-12 0,0-4-14 16,0 3-8-16,0-3-8 0,0-1-6 0,-2 0-5 16,2 1-6-16,0-3-14 0,2 1-22 0,-2-1-33 15,-2-5-29-15,4 2-23 0,-4-4-36 0,4 0-32 16,-2-2-21-16,0-2-29 0,0-6-19 0,0 10-170 16,0-10-399-16,0 0 176 0</inkml:trace>
  <inkml:trace contextRef="#ctx0" brushRef="#br0" timeOffset="71908.47">15692 11123 115 0,'7'1'168'0,"4"1"-7"16,-2 1-9-16,1 3-13 0,-4 2-2 15,-1-1-10-15,2 1-9 0,-3 2-5 0,-1 0-3 16,-5 1-6-16,1 7-8 0,-3-5-2 0,-4 6-8 0,-1-4-5 15,-4 3-9-15,-1 1-1 0,0-5-5 16,1-1-7-16,2 1-7 0,0-2-5 0,0-3-6 0,4 0-3 16,0 0-4-16,3-2-6 0,2 1 0 15,-1-3-12-15,3-5-11 0,3 10-18 0,0-4-14 0,7-4-25 16,0-2-21-16,5 1-32 0,4-2-13 0,9-1-29 16,-1-5-21-16,1 1-109 0,2-1-298 0,-3-2 132 15</inkml:trace>
  <inkml:trace contextRef="#ctx0" brushRef="#br0" timeOffset="72120.17">16037 11260 29 0,'2'-6'167'0,"-2"6"5"16,3-9-1-16,-2 3 1 0,-1 6 6 0,0 0-10 15,-1-12-10-15,1 12-10 0,0 0-16 0,0 0-14 16,0 0 9-16,0 0 13 0,0 0 1 0,0 0-11 16,-18 24-1-16,16-11-3 0,-5 2 1 0,2 4-8 15,-1 5-6-15,-1 3-4 0,1-3-6 16,-2 4-14-16,0 1-2 0,2-1-12 0,0 1-4 0,2-2-3 15,0 2-15-15,2-4-1 0,-1 1-2 0,-1-7-19 16,2-2-9-16,-1 3-22 0,-1-2-36 0,0 1-32 16,1-2-40-16,-3 0-39 0,1 1-40 0,0-8-48 15,0 0-231-15,0 0-504 0,-1-3 222 0</inkml:trace>
  <inkml:trace contextRef="#ctx0" brushRef="#br0" timeOffset="72296.05">15983 11473 138 0,'8'-4'225'0,"3"-3"-25"0,1 2-15 16,7-1-23-16,-2-2-37 0,3 2-27 0,6-1-45 16,-6 3-39-16,7-4-35 0,-7 4-28 0,2 3-28 15,-5-3-28-15,2 2-53 0,-1-1-172 0,-2-1 77 16</inkml:trace>
  <inkml:trace contextRef="#ctx0" brushRef="#br0" timeOffset="72573.73">16336 11392 30 0,'13'-1'93'0,"-3"2"6"0,1-2-1 0,-3 1-5 16,-8 0 3-16,13-1 0 0,-7-1-11 0,-6 2 4 16,13 2 3-16,-13-2-3 0,12-2 4 0,-5 4-3 15,-7-2-4-15,13 0-4 0,-13 0-5 16,13-2-7-16,-4 1-8 0,-9 1-7 0,13 0-2 16,-13 0-8-16,17-4-15 0,-9 3-5 0,-3-1-9 0,2 0-26 15,-7 2-10-15,10-5-5 0,-10 5-6 16,6-6 1-16,-3 1 4 0,-3 5 1 0,1-9-1 0,-1 9 7 15,-3-11 15-15,3 11 4 0,-2-14 5 16,2 14 8-16,-5-9 3 0,0 4 10 0,5 5 9 0,-3-7 1 16,3 7 1-16,-5-6 4 0,5 6-4 15,0 0 4-15,-6-1 3 0,6 1 6 0,0 0 8 16,-14 13 1-16,9-5 4 0,-1 1 4 0,1 3 4 0,-1 0-6 16,1 3-4-16,0-1-3 0,0 2-9 0,2 1-5 15,0 2-1-15,2-3-8 0,1 0-8 0,0 0-34 16,0-1-39-16,1-1-49 0,2-3-44 0,0-3-52 15,-3 4-165-15,2-6-385 0,1-1 171 0</inkml:trace>
  <inkml:trace contextRef="#ctx0" brushRef="#br0" timeOffset="72817.02">16666 11229 230 0,'1'-7'248'0,"-1"7"-26"0,1-9-20 16,-1 9-20-16,0 0-13 0,0 0 7 0,0 0-3 16,0 0-10-16,3 30-11 0,-3-14-10 0,-3 2-10 15,3 1-15-15,0 6-9 0,-1 0-10 0,-2-4-12 16,3-3-6-16,-1 7-9 0,0 0-4 0,0-7-7 16,-1 0-12-16,2-1-21 0,0-1-24 0,0-5-28 15,3 0-29-15,-3 2-34 0,0-4-38 0,1 1-40 16,2-4-39-16,-3-6-177 0,0 8-415 0,0-8 184 15</inkml:trace>
  <inkml:trace contextRef="#ctx0" brushRef="#br0" timeOffset="73098.45">16790 11145 36 0,'0'0'175'0,"15"2"-6"15,-9 3-15-15,2 1-11 0,-3 4-7 0,-2 0-3 16,-1 2-12-16,-3 5-10 0,-1-1 0 16,-4 1-7-16,2-2-8 0,-3 2-7 0,-5-2 2 0,2-1 0 15,0-1-2-15,-3-1 2 0,4-2-9 16,1-2 3-16,5 2-12 0,-4-3-4 0,2-3-7 0,1 2-4 16,4-6-6-16,-5 7-1 0,5-7-3 0,0 10-1 15,0-10-1-15,5 7-7 0,2-3-3 0,4 1-3 16,1-2-4-16,2-3-12 0,5 4-25 0,3-2-26 15,-2-4-36-15,-1 2-28 0,2-1-30 0,-1 0-29 16,-1-1-16-16,-1 0-8 0,-1 1-139 0,-4-2-347 16,-2-1 154-16</inkml:trace>
  <inkml:trace contextRef="#ctx0" brushRef="#br0" timeOffset="73311.52">17044 11339 95 0,'4'-9'133'0,"-4"9"16"0,2-8 3 15,-2 8 8-15,0 0-8 0,2-7-11 0,-2 7-6 16,0 0 1-16,0 0 4 0,0 0 0 0,0 0 2 15,0 0 4-15,-8 30 4 0,4-14-1 0,0-4 0 16,-1 3-11-16,-1 10 6 0,-2 1 5 0,1-3-13 16,-1 2-8-16,0-2-16 0,3-4-5 0,-1 5-13 15,2-8-12-15,1 2-11 0,2-5-5 0,1-2-3 16,0 0-6-16,3 2-1 0,2-5-3 0,2-1-13 16,1 1-10-16,4-5-21 0,7-1-24 0,0-2-28 15,1-2-44-15,7-5-44 0,1-1-49 0,0-2-54 16,0-3-37-16,-8 7-204 0,7-8-512 0,-1-3 227 15</inkml:trace>
  <inkml:trace contextRef="#ctx0" brushRef="#br0" timeOffset="73563.42">17399 11083 131 0,'0'0'203'0,"0"0"-2"16,0 0 4-16,0 0-5 0,14 18-3 15,-6-6-6-15,2 4-3 0,4 5-1 0,0 1-10 16,-1 3-10-16,2 0-7 0,-2-2-9 0,1 1-6 16,-2 1-9-16,-1-1-2 0,-4-7-20 0,-1 6-6 0,-1 1-9 15,-4-6-6-15,2 8-10 0,-7-1-7 16,-1-7-6-16,-3 6 4 0,-3-2-18 0,-3 2-10 16,-5-3 2-16,2 0-8 0,-6-4-12 0,1 2-23 15,-1-6-35-15,-1 3-28 0,1-3-48 0,4-1-45 0,1-5-50 16,-1-3-62-16,1 1-221 0,6-5-525 0,1-2 232 15</inkml:trace>
  <inkml:trace contextRef="#ctx0" brushRef="#br0" timeOffset="73954.92">16575 10744 46 0,'-8'0'154'0,"8"0"-12"0,0 0-16 15,0 0-9-15,40-11-10 0,-9 5-14 0,7-1-11 16,18-4-16-16,2 3-17 0,4-4-34 0,4 5-34 15,-1-3-50-15,0 2-83 0,-9-1-164 0,3 2 73 16</inkml:trace>
  <inkml:trace contextRef="#ctx0" brushRef="#br0" timeOffset="74450.45">17687 10194 171 0,'-1'-8'228'0,"1"8"0"16,-3-9-21-16,3 9-15 0,0 0-21 0,-4-8-17 16,4 8-12-16,0 0-5 0,0 0-5 0,0 0-6 0,20 6 2 15,-8 0-8-15,3 3-14 0,2 1-17 16,6 6-7-16,0 0-9 0,-2 1-8 0,1 1 0 16,0-4-11-16,0 2-4 0,-2 2-3 0,2-2-6 15,1-1-9-15,-4 3-19 0,-2-7-27 0,-2 0-36 0,0 2-36 16,0-3-57-16,-3-4-24 0,-3 2-35 0,0-2-164 15,-3 0-395-15,-3-2 175 0</inkml:trace>
  <inkml:trace contextRef="#ctx0" brushRef="#br0" timeOffset="74660.25">17996 10188 177 0,'-1'-6'220'0,"1"6"-18"0,-3-9-18 15,3 9-19-15,0 0-18 0,-2-8-1 0,2 8 2 16,0 0-2-16,-12 15-6 0,6-4-8 0,-6 5-8 16,-1 5-11-16,-2 4-13 0,0-2-9 0,0 2-8 15,0 0-7-15,0-3-6 0,2-1-9 0,2-3-23 16,-1 5-28-16,3-6-28 0,3 1-31 0,-2-1-47 16,3-2-37-16,1-4-38 0,2 2-180 0,1-3-381 15,-1 0 168-15</inkml:trace>
  <inkml:trace contextRef="#ctx0" brushRef="#br0" timeOffset="74936.19">18488 10031 177 0,'1'-7'237'16,"2"2"-27"-16,-3 5-19 0,5-9-15 0,-5 9-10 15,0 0 4-15,0 0 0 0,0 0-6 0,0 27 3 16,-4-11-8-16,0 3-12 0,1 8-12 0,-4 0-8 16,3-2-17-16,0 2-5 0,2 0-12 0,-1-6-10 15,1 4-8-15,2-1-1 0,-4 2-10 0,3-7-6 16,0 0-10-16,1-2 1 0,-2 2-6 0,4-2-6 16,-2-2-15-16,-2-3-8 0,2 1-34 0,0-1-35 0,-1 2-35 15,0-4-45-15,-1 0-32 0,1 0-18 0,-2-4-32 16,1 1-184-16,2-7-433 0,-7 6 191 15</inkml:trace>
  <inkml:trace contextRef="#ctx0" brushRef="#br0" timeOffset="75242.92">18402 10062 1853 0,'12'-30'17'0,"-2"2"-3"15,3 2 9-15,-5 8-5 0,2 1-3 0,0 3-4 16,-2 4 6-16,1 4 5 0,2 0 7 0,2 0 14 15,0 2 1-15,1 4-2 0,-1 2 5 0,1 3-1 16,0 1 2-16,0 6-4 0,-1 2 4 0,-3 4-2 16,-3 0-4-16,0 6-6 0,-5 3 1 0,0-8 5 15,-4 6-6-15,-3-1 1 0,-4-1 0 0,-1 0 8 16,1-5 6-16,-4-4 4 0,2 0 0 0,-1 2 1 16,-4 3 3-16,5-8-8 0,1-1-5 0,1-2-4 15,2-2-6-15,0-1-5 0,1-1-3 0,1 1 2 16,1-1-5-16,4-4-3 0,-5 8-1 0,5-8-2 15,0 8-4-15,0-8 2 0,6 9-9 0,1-4-17 0,7-2-26 16,5 0-29-16,13 0-37 0,-4-3-49 16,4 2-34-16,1-2-33 0,-1 0-30 0,-5-2-154 15,-4 1-432-15,-3-3 192 0</inkml:trace>
  <inkml:trace contextRef="#ctx0" brushRef="#br0" timeOffset="75498.81">18934 10217 109 0,'0'0'216'15,"0"0"-9"-15,5-8-9 0,-5 8-12 0,0 0-16 0,0 0-12 16,3-5-20-16,-3 5-9 0,0 0 4 0,0 0 13 16,-1 20 9-16,-2-2 3 0,-1 1-3 15,-2 7-6-15,-6 0-1 0,3 0-12 0,0 0-3 0,-1 3 5 16,1-3-12-16,1 0-2 0,2-1-9 0,1-9-2 16,0 2-11-16,4-1-4 0,-2-2-2 0,3 1-21 15,0-5 4-15,4 1 1 0,0-2 4 0,3-1-2 16,1 0-3-16,7-1-12 0,5-3-5 0,6-4 3 15,5 3-9-15,1-4-7 0,3-2-6 0,-1 0-19 16,1-2-30-16,0 0-38 0,-4-2-40 0,1-2-50 16,-3 0-54-16,-2-1-60 0,1-1-68 0,-10 1-278 15,1 0-643-15,1 0 285 0</inkml:trace>
  <inkml:trace contextRef="#ctx0" brushRef="#br0" timeOffset="77760.1">20316 10285 12 0,'-4'-7'193'0,"-1"0"6"0,5 7-14 16,-4-11-9-16,1 5 4 0,-1 1-5 0,4 5-3 16,-3-9-14-16,3 9-9 0,0 0-17 0,-2-7-16 15,2 7-13-15,0 0-11 0,0 0-8 0,0 0-6 16,0 0 11-16,0 0 2 0,15 17-7 0,-8-8-3 16,-1 3-2-16,3 0-8 0,-1 2-1 0,4 1-4 15,-3 0-7-15,1 1-4 0,0-1-5 0,0 2-3 16,2-3-4-16,-1 0-1 0,1 1-6 0,2-3-2 0,-1 0 0 15,-1 1-6-15,1-1-3 0,0-2-2 16,2-1-9-16,-2 2-14 0,1-1-22 0,-4-3-13 16,2 1-31-16,0-2-24 0,-1-1-31 0,-1 1-17 15,-2-3-25-15,-1 0-13 0,-2-1-24 0,2 1-22 0,-7-3-127 16,0 0-378-16,0 0 168 0</inkml:trace>
  <inkml:trace contextRef="#ctx0" brushRef="#br0" timeOffset="77958.52">20602 10233 168 0,'0'-7'217'0,"0"7"-20"0,-1-11-15 15,1 11-16-15,0 0 3 0,-7-2 4 0,7 2 10 0,-14 13-4 16,3 2-7-16,-7 8-16 0,0 0-11 0,-3 3-11 16,0 0-11-16,0 0-13 0,1 3-11 0,2-4-14 15,1 1-2-15,1-2-12 0,3 1-10 0,0-2-25 16,0 0-32-16,2-1-33 0,-1-3-40 0,3-4-47 15,-1 1-53-15,0 1-55 0,0 0-161 0,-1-1-416 16,3-1 185-16</inkml:trace>
  <inkml:trace contextRef="#ctx0" brushRef="#br0" timeOffset="79256.12">21751 9835 22 0,'2'-9'220'0,"1"2"-19"16,1 1-5-16,-2 0 2 0,-2 6-1 0,4-10-12 16,-4 10-20-16,3-7-15 0,-3 7-17 0,2-6-16 0,-2 6-14 15,0 0-14-15,0 0 6 0,0 0-10 0,7 17 0 16,-7-7-4-16,1 7 1 0,0-5-9 15,-1 16-2-15,0-2-3 0,-1-1-6 0,2-5-3 16,-1 0-9-16,3 6 1 0,-1-7-7 0,7 5-3 0,-4-6-1 16,2-2-2-16,2 0 3 0,1 0-7 0,-1-3-7 15,4-2 9-15,-2-3-13 0,-1-1 2 0,9 2-3 16,-2-4-2-16,2 0-1 0,2-3 0 16,-1-1-3-16,1-4 2 0,-2 0-7 0,1-4 1 0,-1 1 7 15,-2-4-7-15,0 1-3 0,-3-4-3 0,5-6 2 16,-7 5 2-16,-2-1-3 0,-1 0 5 0,0-2-6 15,-3 0 2-15,0-2-2 0,-1 2 7 0,2-1-2 16,-5 6-1-16,1 0 9 0,0 2 3 0,-1 2 2 16,-1 2 1-16,-1 6-6 0,3-9-8 0,-3 9-2 15,4-5-3-15,-4 5-1 0,0 0 0 0,0 0-3 16,0 0 6-16,1 27 6 0,-2-8 4 0,-3 8-5 16,3-1 0-16,-3 3 1 0,1 1 3 0,1-2-3 15,0-1 1-15,-1 1 3 0,0-1 3 0,4 1-2 16,-3 2-2-16,2-4-3 0,0 0 0 0,0-5-2 15,1-2 1-15,0 1-1 0,1-3-1 0,1 2 5 16,-1-1-23-16,0-1-19 0,1-2-20 0,-3-3-21 16,2 1-17-16,0-1-30 0,-4-1-34 0,4 1-20 15,-1-4-32-15,1 3-34 0,1-6-37 0,-3-5-152 0,2 11-458 16,-2-11 203-16</inkml:trace>
  <inkml:trace contextRef="#ctx0" brushRef="#br0" timeOffset="79520.48">22951 9803 9 0,'0'-12'235'0,"0"5"-15"0,0 7-20 0,-3-11-10 16,3 11-13-16,-7-4-8 0,7 4 2 0,-14 9-2 15,3 2-6-15,1 4 3 0,-5 8-5 0,-1 6-9 16,4 2-12-16,0 0-9 0,1 3-11 0,1 0-2 15,4-2-21-15,3 1 4 0,0-1-20 0,0-1-12 16,3-3 0-16,2 1-13 0,-1-1-2 0,3-1-5 16,4-3-3-16,-3-6-9 0,5 1-17 0,-1-2-26 15,0-3-33-15,2 1-48 0,-1-2-34 0,3 1-34 16,1-3-42-16,-1-3-42 0,-2-2-182 0,2 0-457 16,0-3 202-16</inkml:trace>
  <inkml:trace contextRef="#ctx0" brushRef="#br0" timeOffset="79768.08">23348 9987 2020 0,'8'-28'-31'15,"-2"9"74"-15,-3 1 16 0,-2 5 14 0,2 1 1 16,-1 2 7-16,0 3-13 0,-2 1-6 0,0 6-13 16,2-10-2-16,-2 10-2 0,0 0 15 0,0 0 18 15,0 0 6-15,0 0 1 0,0 28-1 0,-2-11 1 16,0 7-11-16,0 1-1 0,-1 2-6 0,-1-2-6 15,1 0-1-15,0 1-10 0,1-5 1 0,0 4-11 0,2-6-1 16,0 0-2-16,-1 1-4 0,1-2-15 16,1 0-8-16,-2-2-23 0,2 0-22 0,-1-4-29 15,0-2-32-15,0 2-33 0,0-2-33 0,-1 0-26 0,0-4-25 16,1-6-26-16,-3 7-185 0,3-7-458 16,0 0 202-16</inkml:trace>
  <inkml:trace contextRef="#ctx0" brushRef="#br0" timeOffset="80049.19">23394 9800 8 0,'12'-15'176'0,"-1"3"-6"0,-1 4-12 0,1 1-8 0,-1 3-7 16,1 1 0-16,1 2-5 0,1 2-8 0,-4 1-10 16,2 3-7-16,-3 2-5 0,1 0-6 0,-3 4-10 15,-2 0-5-15,0-2-8 0,0 5-4 16,-5 1 5-16,-2 2-1 0,0-5-4 0,-3 5-8 0,-2-1 4 15,1-5 0-15,-2 3 0 0,2-2-9 0,-2-1 0 16,1-2-2-16,1-2-2 0,2 0-12 0,1 0-2 16,-1-1-8-16,1 2-2 0,-1-1 0 0,1-1-1 15,3 0-5-15,-2-1-2 0,3-5-3 0,0 14-1 16,2-7-3-16,2-1-1 0,1 3-11 0,5-4-24 16,0-1-31-16,3 1-43 0,5 0-37 0,1-2-44 15,8 1-34-15,-5-5-35 0,-3 2-129 0,2-2-399 16,7-3 177-16</inkml:trace>
  <inkml:trace contextRef="#ctx0" brushRef="#br0" timeOffset="80276.56">23893 9871 86 0,'-2'-10'226'0,"2"10"-13"0,0-6-14 16,0 6-13-16,0 0 1 0,0 0-1 0,0 0-5 15,0 0-6-15,-23 20 0 0,14-4-2 0,-3 7-5 16,4-5-8-16,-2 8-9 0,-2 2-4 0,5-1-15 0,-1 1-12 15,2-2-10-15,2-1-7 0,0 2-8 16,2-2-10-16,-1-1-6 0,2-5-11 0,-1 1-3 16,2-1-12-16,2-2-1 0,-2 1-2 0,0-1-20 0,1-1-16 15,-1-3-28-15,3 3-33 0,-3-7-30 0,-2 1-39 16,2 1-44-16,0-3-43 0,0-8-39 0,0 12-227 16,0-12-507-16,-2 8 225 0</inkml:trace>
  <inkml:trace contextRef="#ctx0" brushRef="#br0" timeOffset="80432.12">23807 10119 101 0,'0'0'181'0,"7"-10"-22"0,3 5-20 0,-4 4-21 0,4-3-41 15,1-1-34-15,1 2-39 0,5-3-46 0,2 3-88 16,-6 0-142-16,9-2 63 0</inkml:trace>
  <inkml:trace contextRef="#ctx0" brushRef="#br0" timeOffset="80588.5">24159 10048 10 0,'0'0'162'0,"11"-2"-5"0,-5 1-8 0,1-2-12 15,4 2-14-15,1-1-15 0,-1 2-11 0,3-3-13 16,4 0-21-16,-4 3-29 0,3-2-32 0,1 0-31 15,-5 1-32-15,-1-1-24 0,-5 0-74 0,-1 1-171 16,-6 1 75-16</inkml:trace>
  <inkml:trace contextRef="#ctx0" brushRef="#br0" timeOffset="80768.13">24334 9941 80 0,'-5'-8'176'0,"2"3"4"0,3 5 3 0,0 0-8 15,-5-9-12-15,5 9-10 0,-4-4-19 0,4 4-18 0,0 0-4 16,0 0-1-16,0 0 17 0,-4 18 7 15,3-9-5-15,0 4-11 0,1-1-7 0,-3 3-10 0,1 2-6 16,-2-1-10-16,1 0-5 0,2 2-10 16,1-2-5-16,-4 2-8 0,1-2-7 0,2 0-21 0,0 0-21 15,1-3-29-15,1 2-43 0,0 1-37 0,-1-5-54 16,2 0-52-16,-1-1-180 0,0-3-418 16,2-2 185-16</inkml:trace>
  <inkml:trace contextRef="#ctx0" brushRef="#br0" timeOffset="81029.45">24639 9800 228 0,'0'-8'276'0,"0"8"-15"0,0-8-28 0,0 8-23 15,1-7-21-15,-1 7-7 0,0 0-1 0,0 0 2 16,0 0-2-16,6 31-11 0,-4-13-16 0,-2 1-15 15,1 9-6-15,-1-4-13 0,2 2-16 0,-2 1-5 16,-2-3-9-16,1 1-12 0,1-7-9 0,-5 1-5 16,5 0-4-16,-3 0-10 0,1 1-3 0,1-4-20 15,-1 1-24-15,-2 1-29 0,3-5-33 0,0-2-34 16,-3 0-40-16,0 1-27 0,2-4-40 0,-1-1-33 16,3 0-206-16,-4-3-473 0,4-4 210 0</inkml:trace>
  <inkml:trace contextRef="#ctx0" brushRef="#br0" timeOffset="81334.08">24727 9789 94 0,'5'-8'187'0,"1"0"-9"16,-3 4-16-16,4 0-10 0,-1 3-2 15,-6 1-6-15,12 0-6 0,-12 0-12 0,13 7-12 0,-9-3-3 16,0 5-13-16,1-3-7 0,-5 4-3 0,4-2-13 15,-2 2-4-15,-2 0-1 0,-2 1-7 16,1-3-2-16,-2 3-1 0,-2-1 3 0,1 0 1 16,0-2-3-16,-4 0 2 0,4-2-3 0,0 1-8 15,2-3-7-15,2-4 0 0,-7 12-3 0,6-7 3 0,1-5-7 16,-3 12-3-16,1-7-4 0,2-5 4 16,2 12-2-16,-2-12-3 0,4 12-4 0,1-7 2 15,3 2-5-15,4-1 0 0,1 0-15 0,4 0-20 0,0-1-33 16,2-2-37-16,0 0-35 0,0-1-33 0,2-1-30 15,-2-2-19-15,-5 2-25 0,-4-1-122 0,3 0-374 16,-3-3 165-16</inkml:trace>
  <inkml:trace contextRef="#ctx0" brushRef="#br0" timeOffset="81563">25064 9933 16 0,'3'-9'171'0,"0"3"11"0,2-3 0 16,-3 1 4-16,1 4 0 0,-3 4 3 0,3-7-8 15,-3 7-10-15,4-8-19 0,-4 8-11 0,0 0-15 16,0 0 7-16,0 0 7 0,0 0 12 0,4 25-2 15,-4-13-1-15,-2 5-5 0,-2 0-2 0,-1 2 3 16,0 6-5-16,0-4 1 0,2-2-13 16,0 0-12-16,1-1-8 0,-1-1-12 0,1-1-6 0,1-3-8 15,2-1-6-15,-1 0-8 0,2-1-10 0,1-2 4 16,1 0-11-16,5-1-3 0,-3-2-3 0,6 1 4 16,-1-4-8-16,7 1-26 0,0-2-25 0,-1-4-41 15,-3 0-37-15,2 0-37 0,2-1-52 0,-4 0-51 16,2-3-67-16,-4-1-285 0,4-3-628 0,-2 0 278 15</inkml:trace>
  <inkml:trace contextRef="#ctx0" brushRef="#br0" timeOffset="81821.77">25677 9640 170 0,'0'0'242'0,"5"-7"-24"15,-5 7-16-15,0 0-4 0,6-1-5 16,-6 1 8-16,7 13-1 0,-3-1-8 0,2 0-12 0,0 7-4 16,3 3-14-16,0 3-13 0,3-2-11 0,-2 2-7 15,2-1-14-15,-1-2-12 0,-2 1-4 0,0 2-14 16,-2-6-7-16,-3-1-10 0,0 1-6 0,-1 0-11 16,-4 0 1-16,-1-2-7 0,-2 2-8 0,-2-3-14 15,-2 2-29-15,-7 3-32 0,-2 1-41 0,-4-2-49 16,-4 2-44-16,-4-3-47 0,-3 1-48 0,-11 7-186 15,-1-4-486-15,-1 1 215 0</inkml:trace>
  <inkml:trace contextRef="#ctx0" brushRef="#br0" timeOffset="82365.8">22190 10803 173 0,'-12'-2'209'0,"4"2"-14"0,8 0-12 0,-14-1-12 0,14 1 3 16,0 0 3-16,0 0 5 0,0 0-8 0,45 10-7 15,10-6-11-15,42-2-15 0,10 0-13 0,16-3-12 16,17-2-8-16,14-2-7 0,9-3-10 15,12 3-7-15,8-3-15 0,9 5 6 0,4-4-9 0,0 0-6 16,1 0-5-16,-5-4 9 0,-7 3-18 0,-3 0 1 16,-11 1 3-16,-15 0 0 0,-4 6-1 0,-13-8-1 15,-4 5-8-15,-11-2 2 0,-11 2-4 0,-9-1-3 16,-14-2 0-16,-31 4 6 0,-6-6-6 0,-14 5 5 16,-5-2 1-16,1 3 0 0,-8-4 22 0,-9 3 14 15,2-1-5-15,-9 0 14 0,1-1 0 0,-3 3-16 16,-3-2-1-16,-1 2-11 0,-1-2-6 0,-4 5 0 15,7-9-12-15,-7 9 1 0,0 0-32 0,0 0-23 16,-16-13-34-16,5 10-34 0,-7 3-38 0,-2 0-45 16,-9 1-54-16,-5 4-38 0,0-1-47 0,-4 2-257 0,-13 2-607 15,-3 0 268-15</inkml:trace>
  <inkml:trace contextRef="#ctx0" brushRef="#br0" timeOffset="83536.62">23376 11235 9 0,'0'0'241'0,"-3"-6"-6"16,3 6-7-16,0 0-12 0,0 0-10 0,-6-6-7 16,6 6-21-16,0 0-19 0,0 0-14 0,0 0-19 15,0 0-7-15,0 0-15 0,0 0-8 0,0 0-2 16,0 0-11-16,0 0 3 0,8 32-6 0,-4-15 1 15,1 0-5-15,0-1-10 0,2 2-3 0,-2 1-2 16,2 0-7-16,-1-4-4 0,-1 9-6 0,2-5-2 16,0-1-7-16,-1-1-2 0,-1 0-4 0,0-2-1 0,3-4 2 15,-3 2-4-15,0-2-3 0,-1-2-4 16,1 1 1-16,0-2 4 0,0-3-9 0,-2 1-4 0,-3-6 1 16,5 5 4-16,-5-5 6 0,5 5 12 0,-5-5 9 15,0 0 2-15,0 0-11 0,0 0 0 0,14-10-5 16,-6 1 0-16,-2-1 0 0,1-1 1 15,0-8-5-15,2 2-1 0,4-7-4 0,0 1-2 0,1-2-1 16,0 1 1-16,0-2-3 0,-1 0-4 16,1 1 12-16,-5 8-17 0,7-4 4 0,-8 4-3 0,0 3-4 15,-3 6-5-15,0 0-11 0,-1 2-33 0,-2 1-44 16,-2 5-42-16,0 0-26 0,0 0-19 0,0 0-24 16,0 0-16-16,-16 17-44 0,8-3-188 0,0 3-486 15,-2 0 215-15</inkml:trace>
  <inkml:trace contextRef="#ctx0" brushRef="#br0" timeOffset="84036.68">23675 11688 202 0,'-1'9'196'0,"1"-9"2"0,0 0 9 16,0 10 0-16,0-10-4 0,0 0-6 0,0 0-13 15,4 7 1-15,-4-7-10 0,0 0-4 0,0 0-5 16,0 0 3-16,0 0-2 0,0 0-13 0,0 0-13 15,0 0-8-15,0 0-10 0,0 0-15 0,0 0-9 0,5-20-11 16,-2 9-7-16,-1 3-12 0,1-3-5 16,-1 0-11-16,6-3 3 0,0-3-6 0,-1 2-12 15,2 0-1-15,-1 0 2 0,4 0 0 0,-2 1-15 16,0 6-9-16,0-1 7 0,1 4-6 0,0 0-2 16,-1 3-4-16,0 4-5 0,3-2-1 0,-3 3 3 15,3 4-6-15,-3-1-1 0,-1 3 4 0,-1 1 1 16,3 5-9-16,-3-4 12 0,0 3-6 0,-3-3-6 15,0 0 7-15,-1-2 1 0,0 1-7 0,-3-2 2 0,0 0 5 16,2-3 2-16,-3-5-2 0,2 9 6 0,-2-9-4 16,3 6 18-16,-3-6-15 0,0 0 4 15,0 0 9-15,4 5-15 0,-4-5 4 0,0 0-1 0,0 0-4 16,0 0 13-16,0 0-17 0,2-31 2 16,3 21-2-16,0-5-2 0,3 1-1 0,0-3-7 0,3 1 4 15,1 3-3-15,-2-3-3 0,4 5 5 0,-4-1-5 16,-1 3-4-16,3 2 10 0,-3 1-5 0,-3 2-2 15,6 2 0-15,-6 2-5 0,-6 0 8 0,16 3-2 16,-8 4 4-16,-3-2 8 0,-1 4-7 16,1-1-4-16,-2 4 1 0,1-2 5 0,-3 3 2 0,-1 3-4 15,1 0 5-15,-1-6-8 0,-1 3-26 0,0-3-22 16,-2 2-28-16,1-2-34 0,-2-1-34 0,0 2-41 16,-1-2-45-16,2-2-50 0,-2-4-205 0,5-3-534 15,-7 7 237-15</inkml:trace>
  <inkml:trace contextRef="#ctx0" brushRef="#br0" timeOffset="84389.62">24243 11224 1904 0,'11'-17'115'0,"1"3"-49"0,-3 0-23 0,1 6-19 15,-2 1 1-15,2 2-9 0,-2 3 9 0,4-1 14 16,-3 3 7-16,3 1 6 0,-1 3 7 0,4 2 7 0,-2 1-1 15,-4 2-3-15,1-2 0 0,0 5 0 16,-4-2 2-16,-1 2 0 0,0-3 8 16,-3 3-1-16,-2-2 4 0,1-1-2 0,-2 1 0 0,-1-1 0 0,2-9-7 15,0 11 10-15,0-11-12 0,-4 9-9 16,4-9-12-16,0 9 1 0,0-9-2 0,0 0-5 16,0 0 7-16,4 10-11 0,-4-10-5 0,17 3 0 15,-4-3-7-15,7 0 1 0,13 0 9 0,1-3-11 0,5 0-8 16,1 0 7-16,11-3-6 0,-13 2 0 0,-1 1-5 15,-2-1-8-15,-2 1-4 0,-2 0-6 0,-2-1-4 16,0 2-9-16,-9-1-16 0,0 2-7 16,-7-2-11-16,-1 2-12 0,-1-1-18 0,-5 0-22 0,2 0-32 15,-8 2-35-15,9-3-38 0,-9 3-33 0,0 0-26 16,0 0-145-16,0 0-452 0,0 0 199 0</inkml:trace>
  <inkml:trace contextRef="#ctx0" brushRef="#br0" timeOffset="85798.76">11518 13775 30 0,'-9'-3'251'0,"9"3"-13"0,0 0-11 0,-7-3-6 16,7 3-12-16,0 0-17 0,0 0-9 0,0 0-12 16,0 0-7-16,0 0-9 0,0 0-14 0,24-7-14 0,-11 6-8 15,-1-1-14-15,7 1-5 0,1-1-13 0,1 1-14 16,8-1-4-16,-9 2-20 0,1-2-29 16,-1 0-32-16,0 0-41 0,-3 2-43 0,-3 0-49 15,-1 2-36-15,-2-1-42 0,-3 2-148 0,-2-1-401 0,-6-2 178 16</inkml:trace>
  <inkml:trace contextRef="#ctx0" brushRef="#br0" timeOffset="85995.02">11466 13963 53 0,'-13'5'232'0,"3"0"-14"0,2-2-7 0,2 0-9 15,1 0-7-15,5-3-14 0,-8 4-15 0,8-4-6 16,-3 8-10-16,3-8-9 0,0 0-9 15,17 8-11-15,1-6-16 0,2-2-7 0,11-3-8 0,6 0-11 16,0 0-23-16,1-3-32 0,16 1-42 0,-16 0-44 16,2-5-41-16,11 3-39 0,-15 0-39 0,0 1-171 15,-3 0-380-15,1 0 168 0</inkml:trace>
  <inkml:trace contextRef="#ctx0" brushRef="#br0" timeOffset="87251.99">24628 11322 101 0,'-17'5'148'0,"-5"3"4"0,-8 1-9 15,-4 3-3-15,-13 8-8 0,-5 5-19 0,-3 0-7 0,-25 16-6 16,23-14-8-16,-26 16-13 0,6-1-6 16,20-12-31-16,-22 11-21 0,0 0-25 0,21-14-38 15,-21 14-30-15,20-12-30 0,-19 12-102 0,-5-5-221 0,25-11 98 16</inkml:trace>
  <inkml:trace contextRef="#ctx0" brushRef="#br0" timeOffset="87948.21">15666 9203 132 0,'0'0'175'0,"0"0"-3"0,-18 16 2 15,4-3-6-15,-7 10-5 0,-14 12-5 16,-7 1-7-16,-17 25-10 0,-6-2-12 0,1 1-9 16,-4 3-9-16,-7 0-12 0,-6 1-7 0,-1 1-12 0,-1 1-14 15,-5 7-14-15,-1-2-30 0,-3 0-32 0,-4-4-31 16,-1 6-24-16,5-5-42 0,4-3-38 0,3-2-162 15,9-5-331-15,1-7 147 0</inkml:trace>
  <inkml:trace contextRef="#ctx0" brushRef="#br0" timeOffset="93272.62">15042 13111 163 0,'0'-16'193'0,"0"5"-4"16,0 0-1-16,0 1-9 0,-1 1-7 0,1 9-8 16,-1-17-5-16,1 10-11 0,0 7-4 0,-1-9-14 15,1 9-8-15,0-9-15 0,0 9-9 0,0 0-16 16,0 0-7-16,-1-9-8 0,1 9-8 0,0 0-7 15,0 0-3-15,0 0-2 0,0 0-7 0,0 0-4 16,-2 30 1-16,0-14-1 0,-1 3 0 0,1 0 0 16,2 1-1-16,-2-1-1 0,4 0-9 0,-4 5-1 15,1-6-3-15,1 2-1 0,3-4-3 0,-1 2 0 16,2-1 0-16,-1-2-2 0,1-2-2 0,4-3-2 16,0 1 3-16,-2-3-5 0,3 0 11 0,1-1-6 15,-1-3-3-15,7 3-2 0,-1-5 2 0,3-2-2 16,-5 0-1-16,6-3 3 0,-2-1-5 0,2-3 2 15,-1-1 0-15,-2-2-2 0,2-1-1 0,-5-2 3 16,-3-1-1-16,4-2 0 0,-2 2 1 0,-3-3-1 16,0 0 2-16,-2 2 0 0,-1-4-1 0,1 2 2 15,-2 3 3-15,-3 2 0 0,1 1 4 0,0 1 0 16,-2 3 5-16,-1 1 3 0,0 6-6 0,3-11 9 16,-3 11-18-16,1-6 0 0,-1 6-3 0,0 0-3 15,0 0 4-15,0 0-3 0,0 0 1 0,0 24 0 16,0-8 1-16,0 0-4 0,-1 4 0 0,1 4 6 15,1 0-5-15,-1 1 3 0,0-5-4 0,0 1 8 16,0 3-5-16,0-4-1 0,0-1-2 0,0 1-1 16,2 1 0-16,0-4 2 0,-1 0-7 0,0 0-14 15,1 1-24-15,-1-3-24 0,-1-2-31 0,1-2-36 16,-1 3-37-16,0-2-45 0,0-2-38 0,-4 6-177 16,-2-4-463-16,3-2 205 0</inkml:trace>
  <inkml:trace contextRef="#ctx0" brushRef="#br0" timeOffset="93522.52">14986 13741 167 0,'0'0'206'0,"0"0"-11"0,0 0-9 16,0 0-11-16,26-4 4 0,-7 3-9 15,10-3-15-15,5 0-11 0,4 1-10 0,16-4-11 16,2 3-9-16,1-2-11 0,3-3-12 0,-2 4 2 16,0 1-18-16,-1-1-11 0,-5-1-4 0,0 3-20 0,-18-1-26 15,-2 1-29-15,-4 2-34 0,-10 1-37 0,3-3-42 16,-10 3-31-16,0 1-29 0,-3 1-123 16,-4-1-336-16,-4-1 149 0</inkml:trace>
  <inkml:trace contextRef="#ctx0" brushRef="#br0" timeOffset="93811.25">14997 13957 47 0,'-9'2'250'0,"9"-2"-25"0,0 0-13 0,0 0-5 15,0 0-8-15,0 0-8 0,16 14-8 0,-9-8-5 16,3 1-9-16,-2 2-9 0,4 1-14 0,0 3-7 15,-2 3-13-15,4-2-11 0,-5 1-10 16,-1 3-6-16,-1-1-4 0,0-1-13 0,-2 0 2 0,-1 2-14 16,-3-2-7-16,-1-1-3 0,1 0-1 0,-2-4-6 15,0 1 0-15,-2 0-3 0,-3-1-5 0,3-3-5 16,-2 2-4-16,-1-2-3 0,1-2 0 0,-1 1-6 16,1-4-20-16,-1 3-27 0,1-3-33 0,5-3-39 15,-9 7-40-15,4-6-43 0,5-1-45 0,0 0-47 16,-13-1-180-16,13 1-485 0,0 0 214 0</inkml:trace>
  <inkml:trace contextRef="#ctx0" brushRef="#br0" timeOffset="94040.05">15321 14018 104 0,'5'-3'224'0,"-5"3"-20"0,7-7-15 15,-7 7-7-15,5-4-10 0,-5 4 6 0,0 0 5 16,0 0 2-16,10 9 2 0,-10-9-3 0,3 11-5 15,0-2-3-15,-2-1-10 0,1 5-13 0,-1-1-7 16,-1 4-10-16,1 2-11 0,-2-3-14 0,0 1-12 16,1 1-10-16,-2-5-11 0,5 3 0 15,-4-2-13-15,2 0-6 0,-2-5-10 0,-1 4-23 0,1-4-40 16,1 0-25-16,-1 0-25 0,1-8-27 0,-4 12-36 16,3-8-36-16,1-4-40 0,-4 7-38 0,4-7-224 15,-6 5-502-15,6-5 222 0</inkml:trace>
  <inkml:trace contextRef="#ctx0" brushRef="#br0" timeOffset="94220.31">15085 13901 177 0,'0'0'182'0,"0"0"-4"0,0 0-6 0,0 0-9 16,0 0-15-16,16-6-10 0,4 4-17 0,-1 2-10 15,13-5-14-15,1 3-32 0,4-3-46 0,3 0-45 16,13-5-64-16,0 2-153 0,-5-3-262 0,-9 1 115 16</inkml:trace>
  <inkml:trace contextRef="#ctx0" brushRef="#br0" timeOffset="95282.31">15812 13704 36 0,'0'0'170'15,"0"0"-16"-15,0 0-16 0,0 0-13 0,0 0-11 16,0 0-15-16,0 0-1 0,0 0 4 0,0 0-21 16,0 0-7-16,0 0 4 0,11 7-15 0,-11-7 4 15,0 0-2-15,0 0-1 0,3 9 0 0,-3-9 3 16,0 0-9-16,1 5-6 0,-1-5 0 0,0 0 2 15,0 0-4-15,0 0-4 0,2 7-2 0,-2-7-1 16,0 0-4-16,0 0 0 0,0 0-5 0,0 0-4 0,0 0 0 16,0 0-2-16,0 0-3 0,0 0 3 15,0 0-8-15,0 0 0 0,0 0-4 0,0 0-4 16,0 0 2-16,0 0 0 0,0 0 0 0,0 0-4 16,0 0 4-16,0 0 0 0,0 0 3 0,0 0-1 0,0 0 4 15,0 0 1-15,0 0-2 0,0 0 2 0,0 0 4 16,0 0-3-16,0 0 1 0,0 0-3 15,0 0-2-15,0 0 0 0,0 0 3 0,0 0-2 16,0 0 1-16,0 0-4 0,0 0 5 0,0 0-3 0,0 0 2 16,0 0 1-16,0 0 1 0,0 0-1 0,0 0-2 15,0 0 1-15,0 0-1 0,0 0-2 0,0 0 2 16,0 0 1-16,0 0 3 0,0 0-1 16,0 0-1-16,0 0-2 0,6 2-4 0,-6-2 1 0,0 0 1 15,15-4-3-15,-7 1-3 0,0 2 3 0,-8 1-2 16,16-3 1-16,-8 1-4 0,2 2 7 0,2-1-6 15,-2 1-2-15,-1 2 2 0,2-1-6 0,-2 3 4 16,2 1-2-16,-3 0 2 0,-3-1-3 0,3 4-1 16,-3 0 1-16,-1 3 2 0,0-2 0 0,-4 5 2 15,0-4-2-15,-1 3-4 0,-2-1 0 0,-1-2 3 16,-2 7-3-16,1-2-1 0,-3-1 5 0,-1-3-1 16,0 1 5-16,2-4-8 0,-1 1 22 0,2-1 1 15,-1-2-8-15,2 1-1 0,-3-2-2 0,1-1 8 16,3-1 0-16,0 2-1 0,4-5 3 0,-6 6 1 15,6-6-3-15,-4 3-2 0,4-3 2 0,0 0-6 16,0 0 0-16,0 0-5 0,0 0 6 0,0 0-3 16,9 10-2-16,-9-10 1 0,19 0-8 0,-8 2 0 15,2-2-1-15,6-2-5 0,3 0-19 0,-3 0-20 16,4 0-33-16,5-2-25 0,-7 2-45 0,-2 1-52 16,3-5-49-16,-2 3-254 0,-3-4-539 0,-1 0 239 15</inkml:trace>
  <inkml:trace contextRef="#ctx0" brushRef="#br0" timeOffset="95668.97">16273 12917 171 0,'14'4'189'0,"7"3"2"16,4 4-11-16,4 7-8 0,1 2 2 15,11 16-7-15,-8 4-6 0,-2 7-11 0,-8 2-5 16,-1 6-7-16,5 23-5 0,-13-21 10 0,-3 2-11 0,-3-2-10 15,-4-1-7-15,-3 1-14 0,-4-3-4 0,1-3-8 16,-2 2-10-16,-3 0-3 0,-3-4-8 0,-1-2-10 16,3-13-5-16,-10 10-6 0,4-11-3 0,-5 9-6 15,2-12-5-15,-2-1-14 0,-2 1-16 0,-1 0-21 16,-3-5-28-16,0-2-30 0,-1 0-25 0,-3-2-29 16,1-3-28-16,0-3-31 0,-2 1-21 0,1-6-184 15,-2 0-426-15,-1-2 189 0</inkml:trace>
  <inkml:trace contextRef="#ctx0" brushRef="#br0" timeOffset="96046.55">14926 13175 107 0,'-25'8'150'15,"-4"4"-16"-15,-1 5-2 0,-1 4-8 0,-11 14 8 0,3 1 2 16,-1 4 5-16,2 7-3 0,-12 20-10 0,18-16 4 15,-12 19 0-15,15-15-9 0,-5 20 0 0,14-18-6 16,2 0-6-16,7 1 3 0,6 0 5 16,3-5-9-16,8-1-9 0,-3-3-13 0,8-3-7 0,0-12-3 15,9 9-10-15,0-14-7 0,3-1-2 0,13 8-10 16,2-5-5-16,5-2-17 0,2-8-28 16,6 1-25-16,4-7-35 0,-2 1-41 0,3-5-39 15,3-3-50-15,1-4-221 0,-1 3-447 0,36-3 198 16</inkml:trace>
  <inkml:trace contextRef="#ctx0" brushRef="#br0" timeOffset="96647.46">17107 13295 109 0,'-3'-8'199'0,"3"8"-5"16,0 0-5-16,-2-8-10 0,2 8-2 0,0 0-11 0,-3-7-11 15,3 7-5-15,0 0-13 0,0 0-6 0,0 0-8 16,0 0-3-16,0 0-7 0,0 0-7 16,-1-8-9-16,1 8 3 0,0 0-11 0,0 0-5 15,0 0-5-15,0 0-6 0,0 0-2 0,0 0-12 0,0 0-6 16,0 0-8-16,0 0-5 0,0 0-1 0,0 0-8 16,0 0-1-16,0 0-2 0,0 0-1 15,7 19 1-15,1-8-3 0,-3 0 4 0,3 6 6 16,0 1 27-16,2 1-1 0,-4-1-6 0,6 3-7 0,-4-2-5 15,0-2 5-15,0 2-10 0,1-3-4 0,1 1 0 16,-2-3-6-16,-1 2-1 0,2-1-1 0,1-1 6 16,-1 0-13-16,0-4-16 0,0 0-21 0,-1-1-37 15,0-1-34-15,-3 1-46 0,0-2-51 16,0-1-45-16,-1-1-29 0,-4-5-21 0,2 8-155 0,-2-8-472 16,0 0 209-16</inkml:trace>
  <inkml:trace contextRef="#ctx0" brushRef="#br0" timeOffset="96853.9">17310 13282 207 0,'0'-9'198'0,"0"9"-19"0,0 0-3 16,0 0 1-16,0 0 6 0,0 0-5 0,-11 23-7 15,-2-2-5-15,-3 5-14 0,0-4-11 16,-1 3-17-16,-1 0-8 0,1 0-13 0,2-1-12 0,0-1-10 15,-2 1-13-15,2-1-28 0,5-7-32 0,1 0-38 16,1 1-44-16,-1-2-44 0,5-5-49 0,0 1-195 16,1-3-392-16,3-1 173 0</inkml:trace>
  <inkml:trace contextRef="#ctx0" brushRef="#br0" timeOffset="97129.98">17748 13118 165 0,'4'-7'264'0,"1"1"-19"15,-5 6-21-15,4-7-19 0,-4 7-13 0,0 0-6 16,0 0 8-16,0 0-3 0,0 0 2 16,1 29-8-16,-3-9-10 0,-5 6-7 0,1 1-9 15,1 3-5-15,2-2-16 0,-2 1-9 0,0-2-8 0,1-1-10 16,2 0-12-16,-1-7-13 0,1 7-10 0,-1-9-7 15,0 4-14-15,3-2 4 0,-1-2-2 0,1-2-6 16,1-1-27-16,1-2-23 0,-2-2-22 0,1 1-31 16,-1-1-34-16,-1 1-33 0,1-2-45 0,-2-3-45 15,2-6-40-15,0 11-36 0,0-11-181 0,0 0-503 16,0 0 223-16</inkml:trace>
  <inkml:trace contextRef="#ctx0" brushRef="#br0" timeOffset="97434.73">17820 13053 28 0,'0'0'189'0,"3"-10"-14"16,1 6-7-16,-4 4 5 0,8-3-15 16,-8 3 1-16,10 7-3 0,-3 0-10 0,-4 2-3 0,3 1-14 15,-4 3-8-15,-1 5-12 0,2 0-8 0,-4 1-2 16,-1 1-11-16,0-2-7 0,-3 1-4 0,-2-2-5 15,0-2-5-15,0 2 2 0,1-5-4 0,-2-1 2 16,6 0-6-16,-3-2-8 0,1-4-2 0,4 2-4 16,-4-1-5-16,1-1-1 0,3-5-4 0,-1 10 1 15,1-10-2-15,-2 8-2 0,2-8 4 0,3 10-9 16,3-4-4-16,1-3 0 0,2 0-1 0,0-1-6 16,5 1-19-16,-1 0-30 0,6-2-37 0,2 0-39 15,7-2-47-15,-2-2-33 0,4-1-38 0,-1 0-21 16,-1 0-124-16,-7-3-402 0,6-2 178 0</inkml:trace>
  <inkml:trace contextRef="#ctx0" brushRef="#br0" timeOffset="97729.99">18280 13173 10 0,'2'-5'195'16,"-2"5"-8"-16,4-7-6 0,-4 7-14 0,0 0-12 16,4-6-16-16,-4 6-11 0,0 0 5 0,0 0 12 15,0 0 9-15,0 0 7 0,-1 30 4 0,-3-14-2 16,1 1 1-16,-3 8 4 0,2 1-4 0,-1 3 6 15,1-5-16-15,-2 1-1 0,3 0-16 0,-1-1 5 16,2-5-15-16,-3-1-5 0,4 0-9 0,-2-1-5 16,2 0-17-16,-1-1 0 0,2-3-10 0,-1-1-8 15,4-1-9-15,-1 1-1 0,0-3-10 0,0 1-1 16,4-3-4-16,-3-1 10 0,2-1-14 0,1 0-3 16,5-1-2-16,3-1 1 0,2-5-12 0,4 1-3 15,1-3 5-15,11-1-7 0,-3-2 0 0,3 0 3 16,-1 1-14-16,-1-1-18 0,-11 3-24 0,8-1-40 15,-8 2-35-15,-6 3-37 0,-1-2-44 0,-1 2-38 16,-5 2-31-16,-6-2-38 0,8 3-44 0,-8-3-190 16,0 0-572-16,0 0 254 0</inkml:trace>
  <inkml:trace contextRef="#ctx0" brushRef="#br0" timeOffset="98501.08">14366 14763 103 0,'-20'-4'203'0,"0"3"-20"0,2-3-11 16,-2 2-2-16,6 0-2 0,3 0-3 16,0 1-7-16,-1-1-8 0,3 2-9 0,9 0-17 15,-12-1-12-15,12 1-10 0,0 0-13 0,0 0-4 16,0 0-4-16,0 0 2 0,0 0-2 0,31 9 1 16,0-5-6-16,5-4 2 0,20 2-9 0,3-2-3 0,6-1-3 15,35-4-3-15,-1 2-2 0,7-2 4 16,3 0-3-16,7-1 1 0,7-3 1 0,9 1-4 15,8 0 1-15,5-3-11 0,2 4 0 0,7 1-4 16,6-3 4-16,6 1-3 0,3-1-3 0,5 6-5 16,3-3 5-16,-3-1-4 0,5 0 6 0,1 4-4 15,-2-6-1-15,-3 2-3 0,-1-2 1 0,-1 1-4 16,-4-1-1-16,-4 4 3 0,-8-1 0 0,-3-1 3 16,-7 0 2-16,-3 1-2 0,-7-2 2 0,-17-3 3 15,-4 4 0-15,-7 1 7 0,-17-1-3 0,-31 5 4 0,-3 0-12 16,-6 2 2-16,-14 0-7 0,-6 1 0 15,-10 0-9-15,-8-1-6 0,0 2 0 0,-1-1-5 16,-7 0-3-16,-6-1-8 0,8 1-20 0,-8-1-31 16,0 0-39-16,0 0-43 0,0 0-53 0,-38 8-56 15,11-3-46-15,-3-1-51 0,-5-4-207 0,-2 2-589 0,-4 2 261 16</inkml:trace>
  <inkml:trace contextRef="#ctx0" brushRef="#br0" timeOffset="100257.53">15305 15054 161 0,'0'0'201'0,"2"-10"-10"15,-2 10-10-15,0 0-12 0,0 0-11 0,0 0-19 16,0 0-11-16,0 0-10 0,-1-9-18 0,1 9-4 15,0 0 0-15,0 0 10 0,0 0-2 0,0 0-3 16,0 31-7-16,-1-22 4 0,1 4-1 0,1 3-7 16,-6-1-6-16,5 3 5 0,-3 1-13 15,-1-2-2-15,3 4-3 0,-4 3-7 0,4-5-3 0,-2 10-3 16,2-9 0-16,0 7-6 0,2-3-7 0,-1 1-7 16,0-4-1-16,-1 3 2 0,1-9-11 0,0 3 1 15,2-1-4-15,1-2 3 0,-1-2-11 0,2-3 3 16,-1 2-3-16,-1-2-1 0,1-1 1 15,-3 1-5-15,4-3 2 0,-2-1-4 0,-1 0-15 0,-1-6-11 16,4 11-22-16,-4-7-15 0,0-4-20 16,2 9-13-16,-2-9-13 0,0 0-28 0,0 0-27 15,0 0-33-15,0 0-30 0,0 0-13 0,0 0-141 0,0 0-401 16,0 0 177-16</inkml:trace>
  <inkml:trace contextRef="#ctx0" brushRef="#br0" timeOffset="100588.04">15423 15054 87 0,'12'0'159'16,"1"-1"-8"-16,-3 1-5 0,2 3-9 0,-1 0-8 0,-3 4-9 16,-1 0-9-16,1 2-5 0,0-1-7 0,-3 5-2 15,-3-1-6-15,0 3-9 0,-4 3-1 0,0-1-11 16,-2-5-4-16,-5 2-2 0,0 0-2 0,-1 3-5 15,-5-5-1-15,3-1-9 0,-2 0-3 16,3-2 1-16,0-3-9 0,-2 0 1 0,3 1 2 16,2-2 3-16,2 0 1 0,0-1 6 0,-1-2 4 0,3 2-4 15,4-4-2-15,-6 3-3 0,6-3-1 0,0 0-8 16,-7 5-8-16,7-5-1 0,0 0 4 16,0 0-5-16,11 13-6 0,1-9 2 0,-1 0-3 15,-1 0-3-15,7 6-2 0,-3-1-7 0,4-2-12 16,-2 3-18-16,1 0-22 0,0-3-20 0,0 1-40 15,-1-1-22-15,0-1-21 0,2-2-25 0,1-1-6 0,-6 0-145 16,0-2-350-16,0-1 155 0</inkml:trace>
  <inkml:trace contextRef="#ctx0" brushRef="#br0" timeOffset="100847.99">15839 15284 48 0,'5'-9'140'0,"1"-1"5"0,-3-1 6 0,-1 4 8 16,-2 7 3-16,2-12 4 0,-1 7-4 0,-1 5-6 15,0 0-14-15,-4-12-11 0,4 12-5 0,0 0-1 16,-11 1 1-16,11-1 1 0,-13 15-3 16,3-2 6-16,-2 5-12 0,-1 4 0 0,1 6-9 15,0-2-3-15,2 1-5 0,1 0-11 0,0 2-4 16,5-1 2-16,0-1-21 0,-1-1-1 0,5 2-7 16,0-2-4-16,-1-2-8 0,1 1-6 0,0-4-1 15,1-2-3-15,-1-1-4 0,0 1-5 0,4-2 1 16,-1-2-8-16,-1-3-12 0,-1-1-21 0,-1-1-26 15,3-1-33-15,-3-1-37 0,0-8-40 0,-1 13-41 16,1-13-41-16,-3 8-40 0,3-8-164 0,-9 6-470 16,5-5 208-16</inkml:trace>
  <inkml:trace contextRef="#ctx0" brushRef="#br0" timeOffset="101010.27">15739 15509 6 0,'12'-4'123'0,"0"1"-17"15,3-3-60-15,2 1-19 0,-4 4-34 0,1-3-44 16,-1 4-54-16,1-3 25 0</inkml:trace>
  <inkml:trace contextRef="#ctx0" brushRef="#br0" timeOffset="101354.42">16048 15473 131 0,'0'0'154'0,"11"-3"-1"16,-11 3-4-16,15 0-2 0,-5 0 0 0,2-2-7 16,-1 0-7-16,2 2-9 0,1-3-4 0,4 1-13 15,1-2-13-15,1 0-7 0,2 0-5 0,-3 2-12 16,0-1-11-16,0-1-26 0,-2-1-16 0,-4 4-30 16,0-3-18-16,-2 0-28 0,0 2-29 0,-2-2-9 15,-9 4-6-15,9-5-9 0,-9 5-1 0,0 0 5 16,1-11 8-16,-1 11 7 0,0 0 12 0,0 0 15 15,-12-18 20-15,12 18 10 0,-10-7 11 0,10 7 2 16,-10-9 21-16,5 5 2 0,5 4 22 0,-9-5 4 16,9 5 25-16,-9-8-9 0,9 8 14 0,0 0-5 15,0 0 17-15,-12 0 8 0,12 0 12 0,0 0 10 16,-14 10 9-16,11-1 1 0,-1-2-6 16,0 3 9-16,1 0 2 0,-1 2 5 0,2-1 2 0,-1 7-3 15,-3-1-10-15,3-2-9 0,1 2-8 0,1-1-3 16,-1-4-16-16,2 5-3 0,-1-6-7 0,0 3-21 15,2-3-21-15,-1 1-35 0,0-2-38 0,0 0-35 16,0-10-50-16,0 18-39 0,-1-12-53 0,1-6-130 16,0 0-389-16,-5 14 173 0</inkml:trace>
  <inkml:trace contextRef="#ctx0" brushRef="#br0" timeOffset="101775.95">16715 15170 126 0,'6'-10'222'0,"-6"10"1"16,3-7-1-16,-3 7-9 0,4-6-9 0,-4 6-9 16,2-6-19-16,-2 6-13 0,0 0-18 0,0 0-15 15,0 0-12-15,0 0 0 0,0 0-4 0,0 0-1 16,0 0 1-16,0 0-5 0,-2 30-2 0,1-13-5 16,0 0-8-16,-2 0 0 0,2 8-3 0,0 0-9 15,-3 1-2-15,1 1-4 0,1-8-2 0,0 2-7 16,0 3-6-16,-1-4-9 0,1-3-5 0,1 1-1 15,-2 0-9-15,3-1 2 0,-3-1-5 0,2-4-2 16,0-1-5-16,-2 2 1 0,3-3-3 0,-1 1-15 16,1-2-14-16,1-1-23 0,-1-8-16 0,0 10-21 15,0-10-27-15,-1 10-28 0,1-10-21 0,-1 7-26 16,1-7-14-16,0 0-32 0,-3 6-27 0,3-6-216 16,0 0-492-16,0 0 218 0</inkml:trace>
  <inkml:trace contextRef="#ctx0" brushRef="#br0" timeOffset="107498.25">17829 10899 126 0,'0'0'183'16,"0"0"0"-16,0 0-8 0,1-11-5 0,-1 11-5 15,0 0-5-15,0 0-10 0,0 0-7 0,1-11-4 16,-1 11-5-16,0 0-8 0,0 0-7 0,0 0-6 15,0 0-15-15,0 0-8 0,0 0-8 0,0-6-11 16,0 6-7-16,0 0-2 0,0 0-12 0,0 0 1 0,0 0-10 16,0 0-4-16,0 0-2 0,0 0-5 15,0 0-2-15,0 0-3 0,0 0-1 0,0 0-4 16,0 0 3-16,0 0-4 0,0 0 1 0,0 0-7 0,0 0-1 16,0 0 0-16,0 0-1 0,0 0 5 0,0 0 2 15,0 0 1-15,0 0 0 0,0 0 2 0,0 0 0 16,0 0-3-16,-2 24 0 0,2-24 2 0,0 0-3 15,0 0 2-15,0 0 0 0,-7 4 2 0,7-4 1 16,0 0 0-16,0 0-5 0,0 0 2 0,0 0 0 16,0 0-1-16,0 0-1 0,-5 5 5 0,5-5-7 15,0 0 4-15,0 0-6 0,0 0-2 0,0 0-2 16,0 0 2-16,0 0 3 0,18 3 7 0,-11-2-3 16,0 1-12-16,3-2 2 0,-2 3 3 15,2-1-6-15,3 2 3 0,-4 1-1 0,2 0-1 0,-2-1 0 16,-1 2 0-16,0 1 0 0,-1 2 3 0,0 0-2 15,-3 0 3-15,-1 2-2 0,0-1 4 0,-3 3-4 16,-4-2 0-16,0 0 4 0,0 2-4 0,-3 1 0 16,-2-3 2-16,1 0 1 0,0-1-4 0,0-1 2 15,0 1-3-15,0-3-2 0,2 1-1 0,1-4-1 16,0 2 14-16,5-6-17 0,-7 7 1 0,3-5 12 16,4-2-11-16,0 0 1 0,-3 8 18 0,3-8-16 15,0 0-2-15,0 0-1 0,11 5 0 0,-11-5 8 16,21 0-1-16,-9-1-2 0,9 0-3 0,-1-2 2 15,-1 0-2-15,10 0 2 0,0-1-1 0,-2-2-4 16,1 3-3-16,0-1-20 0,-1-1-13 0,-4 2-29 16,2 1-31-16,-4 0-41 0,-2 2-47 0,-1-4-47 0,1 1-45 15,-7 3-191-15,0-2-505 0,-5 1 223 0</inkml:trace>
  <inkml:trace contextRef="#ctx0" brushRef="#br0" timeOffset="108150.02">18170 10849 36 0,'5'-7'189'16,"-5"7"-15"-16,0 0-12 0,5-3-14 0,-5 3-19 0,0 0 3 15,0 0 1-15,0 0 7 0,-13 32 9 0,2-7-7 16,-6 6-7-16,-6 11-11 0,-4 2-6 0,2-2-11 16,-2 4-11-16,0-1-9 0,-1 2-6 15,2-5-11-15,2-2-9 0,10-7-22 0,-2-1-28 0,1-1-37 16,0 1-42-16,2 1-52 0,4-4-54 0,-3 0-173 16,1-1-373-16,-1-5 165 0</inkml:trace>
  <inkml:trace contextRef="#ctx0" brushRef="#br0" timeOffset="108966.32">25673 9809 54 0,'0'0'152'0,"-9"-3"-9"16,4 0 3-16,5 3-7 0,-19-2-4 15,5 2-9-15,-2 0-4 0,-4 2 1 0,-7 1-2 16,-5 4 4-16,-2 2-2 0,-17 8 1 0,-6 3 0 0,-21 20-1 16,17-15 1-16,-32 15-3 0,-2-3-8 0,-5 7-11 15,-3-4-10-15,-2 2-7 0,-7 2-6 0,-5-1-20 16,1-3-10-16,-3 1-24 0,4-1-31 15,3-4-39-15,8-3-35 0,7 0-48 0,6-7-38 0,4-3-54 16,30-8-128-16,3 1-376 0,16-7 167 0</inkml:trace>
  <inkml:trace contextRef="#ctx0" brushRef="#br0" timeOffset="111074.03">16794 15105 32 0,'10'-4'156'0,"-1"-2"-9"16,2 1-1-16,4 4-5 0,2-2-2 0,4 3-13 0,0 3-9 16,-3-1-5-16,1 5-8 0,-2 0-11 0,0 3-3 15,-5 0-2-15,0-1-7 0,-2 4-5 16,-3 1-5-16,-1 2-5 0,-2-2-2 0,-4 3 0 16,-2 1-4-16,-4-1-6 0,-5-2-3 0,3 2-2 15,-5-1-5-15,0-2-5 0,-2-1 4 0,0-1-10 16,-7 3 0-16,4-6-4 0,-1 0 2 0,1-2 0 15,1-2 1-15,3-1 3 0,-2-2-15 0,2 0-4 0,2-2 15 16,2 0 8-16,1 0 9 0,9 0-2 16,-14-3 5-16,14 3-7 0,-9-4-3 0,9 4-6 15,-5-3-5-15,5 3 4 0,0 0-1 0,0 0-5 16,0 0-14-16,0 0 0 0,0 0 0 0,0 0-3 16,30 7 1-16,-17-4-7 0,8 4 6 0,-3-1-3 15,2 2-10-15,7 1-34 0,-2 2-35 0,1 0-35 16,0-2-55-16,0 0-39 0,0 1-47 0,-4-5-127 15,2 0-404-15,-2-2 179 0</inkml:trace>
  <inkml:trace contextRef="#ctx0" brushRef="#br0" timeOffset="111351.66">17337 15412 53 0,'3'-4'194'0,"-3"4"-5"0,0 0-16 0,0 0 5 15,0 0 3-15,0 0 8 0,0 0 6 0,3 16-1 16,-3-16-6-16,-9 21-4 0,1-5-2 0,-2-1-12 16,1 2-15-16,-1-2-8 0,1 2-7 0,1 1-7 15,2-1-8-15,0 0-11 0,2-2-9 0,-1-4 0 16,2 2-13-16,1 0-5 0,0-2 1 0,1 0-9 16,2-1-3-16,1-1-4 0,0-3-3 0,1 2-1 15,3-4 2-15,0 1-18 0,2 0-5 0,2-1 1 16,0-1-3-16,5-2-4 0,5-1-16 0,-1-1-23 15,3 0-33-15,0-4-33 0,7 0-44 0,-10 0-48 16,3 2-46-16,4-7-65 0,-7 2-41 0,-5-1-213 16,4-2-562-16,-2-3 249 0</inkml:trace>
  <inkml:trace contextRef="#ctx0" brushRef="#br0" timeOffset="111615.49">17926 15158 8 0,'0'0'248'0,"14"8"-12"0,-7 1-10 0,1 0-1 0,1 6-6 16,1-1-7-16,1 8-8 0,-4-3-19 0,1 7-11 16,2-1-8-16,-6 4-16 0,0 0-12 0,-2 0-13 15,-3-3-11-15,2 0-9 0,-3 2-16 0,-2 2-8 16,-3-7-5-16,-1 3-9 0,-4 2-7 0,-1-4-1 15,-3 0-14-15,-1 0-22 0,-5-2-25 0,-2 2-28 16,-5-3-30-16,-2 1-38 0,-10 4-30 0,7-9-38 16,-3-1-32-16,-8 4-46 0,-5-3-142 0,12-8-416 15,-11 2 185-15</inkml:trace>
  <inkml:trace contextRef="#ctx0" brushRef="#br0" timeOffset="112138.6">14494 15222 76 0,'0'0'211'0,"0"0"-11"0,-2-7-19 16,2 7-16-16,0 0-9 0,0 0-6 0,0 0-3 16,-18 12 0-16,7 11 13 0,-5 3-5 0,-1 18 1 15,-4 3 1-15,0-1-25 0,2 5-5 0,2 2-12 16,2-3-6-16,-1 1-12 0,5-5-9 0,7-1-7 15,6-9-8-15,0-4-8 0,5 2-3 0,6-4-6 16,6-2-9-16,3-2-11 0,4-1-18 0,18 3-17 16,-2-6-29-16,12 1-35 0,3-8-28 0,3-3-25 15,7-6-34-15,30-4-16 0,-3-1-28 0,2-3-31 16,-1-4-132-16,-3-3-385 0,-26 5 172 0</inkml:trace>
  <inkml:trace contextRef="#ctx0" brushRef="#br0" timeOffset="113099.2">17362 15343 16 0,'0'0'107'16,"9"-9"3"-16,-6 6-1 0,-3 3 1 0,2-6-6 15,-2 6-8-15,0 0-2 0,5-7-1 0,-5 7-1 16,2-9 6-16,-2 9-11 0,0 0-3 0,3-5 6 0,-3 5-2 15,0 0-6-15,0 0-3 0,0 0 3 16,0 0-5-16,2-6 0 0,-2 6-5 0,0 0-2 16,0 0-6-16,0 0 5 0,0 0-5 0,0 0-1 15,-5-13-3-15,5 13-1 0,0 0-4 0,0 0-2 16,0 0-6-16,-2-9-4 0,2 9-5 0,0 0-2 16,-6-9-3-16,6 9-5 0,-4-4-4 0,4 4-1 0,0 0-3 15,-6-4 0-15,6 4-2 0,-4-5-1 16,4 5-5-16,-8-4 2 0,8 4 1 0,0 0 0 15,-7-5-2-15,7 5 1 0,0 0-3 0,-7-2 2 16,7 2-2-16,0 0 0 0,0 0-3 0,-5-6 1 16,5 6-1-16,0 0 1 0,0 0-5 0,0 0 2 15,0 0-2-15,-5-3-1 0,5 3 1 0,0 0-6 16,0 0 1-16,0 0 0 0,0 0-2 0,0 0 0 16,-5 13 3-16,2-6 3 0,2 1-1 0,-1 3 8 15,0 6 4-15,1-2-4 0,0 5 1 0,-1 0 1 16,0 5 1-16,1 0 2 0,2 1 1 0,-2-2 2 0,2 1-1 15,-1-7-3-15,-1 2 3 0,1-1 0 16,-2 1 0-16,2 0 3 0,0-1-9 0,-1 0 34 16,-3-1 0-16,5-1-6 0,-2 0-5 0,1-1 5 15,0-4-5-15,-4 4 1 0,3-6-6 0,1 0 0 16,-1-2-5-16,1 0 9 0,0-8-11 0,-2 13-6 16,2-13 2-16,-2 10-4 0,2-10 0 0,0 10-1 15,0-10-2-15,0 0-4 0,0 10 2 0,0-10 4 16,0 0-4-16,2 6-5 0,-2-6-3 0,0 0-19 15,0 0-20-15,0 0-21 0,0 0-28 0,-5 7-33 16,5-7-48-16,0 0-70 0,0 0-258 0,0 0-536 16,0 0 237-16</inkml:trace>
  <inkml:trace contextRef="#ctx0" brushRef="#br0" timeOffset="115867.02">20924 13919 25 0,'0'0'170'0,"0"0"2"0,0 0-7 0,0 0 6 16,0 0-2-16,0 0-2 0,0 0-1 16,0 0 2-16,0 0-15 0,0 0-6 0,0 0-10 0,0 0-5 15,26-10-9-15,-14 6-13 0,-3-3-8 0,3 0-10 16,6-1-7-16,-2 0-11 0,3 1-6 0,-1-1-8 15,8 0-6-15,-7 1-12 0,-1-1-26 0,-1 4-22 16,-3-2-34-16,-3 2-49 0,-2 2-24 0,0-1-45 16,-3 1-37-16,-6 2-18 0,9 0-113 0,-9 0-353 15,0 0 156-15</inkml:trace>
  <inkml:trace contextRef="#ctx0" brushRef="#br0" timeOffset="116044.85">20961 14008 132 0,'-9'7'161'0,"3"-4"5"16,1 1-3-16,1 1-8 0,4-5-10 0,-7 7-7 16,7-7-2-16,-5 6 3 0,5-6-1 0,0 0-6 15,10 9-10-15,-2-7-14 0,5 0-9 0,5-1-9 16,2-1-8-16,10-1-25 0,-10-1-33 0,11 0-37 16,-2 1-44-16,1-1-37 0,3-4-33 15,0 3-42-15,-3 0-120 0,-2-1-311 0,1-1 138 0</inkml:trace>
  <inkml:trace contextRef="#ctx0" brushRef="#br0" timeOffset="121298.87">22796 13443 36 0,'0'0'185'0,"-1"-9"-6"16,1 9 3-16,0 0-6 0,0-9-10 0,0 9-5 16,0 0-12-16,-4-7-12 0,4 7-12 0,0 0-10 15,0 0-14-15,0 0-8 0,0 0-1 0,0 0-1 16,0 0-10-16,0 0 0 0,0 0-4 0,-18 15-1 15,15-7-3-15,-4 1-4 0,2 0-4 0,-3 1-1 16,1 1-4-16,2 1-3 0,-4 3-1 0,1 0 0 16,-2 0-2-16,2 1-2 0,-1 0 0 0,1 3-2 15,-1-2-1-15,2 1-7 0,-5 3-1 0,6-5-1 16,-2 1-5-16,2 0-1 0,-1 0-5 0,3-1 0 16,-1 1-3-16,2 0-6 0,0-1 2 0,2 0-2 15,1-4-7-15,1 1 2 0,0-1 2 0,2-1-2 16,-1-2-2-16,3 0 1 0,2 0-2 0,-1-2-3 15,6-1 7-15,-1-1 1 0,1-3 0 0,6-1-5 16,1-1 1-16,3-3-1 0,6-1 14 0,-7 1-14 0,6-4 1 16,1 0 1-16,-3-5-3 0,-9 6-2 0,2-2-1 15,-1-3 4-15,1-3-1 0,0-5-1 16,-6 6-1-16,0-3-1 0,1-3 3 0,-3 2-1 16,-2 0 10-16,-3-1-13 0,1-2 0 0,-2-6-6 15,-2 7 5-15,0-6-1 0,-2 1-3 0,-2 6 1 0,-1-2 2 16,-1 0-5-16,-3 1 3 0,0 2-7 0,-5-6 6 15,3 8-6-15,-1 0 5 0,-4 2 0 16,2 3-5-16,1 0 0 0,0 4 2 0,-2 2 1 16,0 0 0-16,-5 4-1 0,-2 2 0 0,2 1 5 0,-1 3-9 15,-3-1 2-15,3 3-8 0,-7 4-15 0,2 1-1 16,1 2-12-16,6-2-22 0,2 0-23 16,-3 5-15-16,4-2-22 0,4-3-43 0,2 3-35 15,3-4-26-15,2 4-36 0,1-1-148 0,2-3-445 16,2-2 197-16</inkml:trace>
  <inkml:trace contextRef="#ctx0" brushRef="#br0" timeOffset="121560.54">23272 13673 166 0,'0'0'245'0,"0"0"-3"0,5-5-8 15,-5 5-9-15,0 0-10 0,1-8-11 0,-1 8-11 16,0 0-5-16,0 0-15 0,0 0-8 16,3-7-12-16,-3 7-4 0,0 0-10 0,0 0-12 0,0 0-11 15,2-6-9-15,-2 6-12 0,0 0-12 16,0 0-10-16,0 0-7 0,0 0-11 0,0 0-10 0,0 0-22 16,0 0-27-16,0 0-23 0,0 0-23 15,0 0-34-15,0 0-37 0,0 0-39 0,0 0-43 0,8 18-41 16,-8-18-188-16,0 7-467 0,0-7 207 0</inkml:trace>
  <inkml:trace contextRef="#ctx0" brushRef="#br0" timeOffset="122258.3">23509 13372 200 0,'0'0'231'0,"3"-9"-12"0,-3 9-18 15,0 0-15-15,4-9-16 0,-4 9-16 0,0 0-16 16,0 0-14-16,0 0-11 0,0 0-5 16,0 0-4-16,0 0-8 0,0 0-1 0,0 0-9 0,5 28-3 15,-5-16 6-15,1 1-2 0,-2-2-9 0,1 1-5 16,-1 5-3-16,1-2 1 0,-2 0-8 0,0-2-8 15,-1 2 0-15,1-2-4 0,0-1-6 0,0-1-4 16,-1 1-3-16,1-2-6 0,-1 0-4 0,2 0-2 16,-2-2 0-16,2-1 0 0,1-7-3 0,-3 11 6 15,3-11-15-15,-2 12 0 0,2-12 0 0,-3 6-3 16,3-6 0-16,0 0 5 0,-1 9-4 0,1-9-2 16,0 0 3-16,0 0-2 0,0 0 6 0,0 0-2 15,0 0-4-15,0 0 3 0,0 0-5 0,17-5 1 16,-17 5 0-16,16-7-3 0,-5 1 0 0,-1 1-2 15,4 0 3-15,3 1-2 0,2-2-3 0,0 2 4 16,-1 0-6-16,-4 2 1 0,4-3 1 0,2 3-1 16,2-2-1-16,-6 0 8 0,3 2-6 0,1-1-4 15,0 1-1-15,-7 0 2 0,5-2-2 0,1 3-3 16,-2-3 0-16,-2 3 0 0,-2-1 0 0,1 0-2 16,-3-1 2-16,1-3 1 0,-2 2-2 0,-1 1 5 15,0-3-3-15,-4 1 1 0,3-4 5 0,-2 2 0 16,-2-2-2-16,1 0 0 0,-1-4 0 0,-3 3 0 15,2-1 0-15,-3-1 1 0,1 1-2 0,-1-1 6 16,-1 1 4-16,0 0 5 0,-1 4 0 0,2 7 8 16,-1-12-2-16,1 12 14 0,-1-11-9 0,1 11-4 15,0 0-3-15,-2-6-2 0,2 6-5 0,0 0 0 16,0 0 3-16,0 0-3 0,0 0 10 0,-3 24-1 16,3-11-8-16,-3 5 5 0,2-2 10 0,-1 2 11 15,0 2-6-15,-2-1-13 0,1 0 2 0,0 2 0 16,-1-4-3-16,1 0-3 0,1 0 3 0,-2 2-3 15,0-1 3-15,1-2-6 0,2 1-4 0,0 0-5 16,1-5 5-16,-1 0 0 0,-2 4-21 0,2-3-31 16,1-2-26-16,0 1-31 0,-3-1-33 0,2 0-38 15,2-1-46-15,-1-1-40 0,0-2-36 0,0-7-179 16,0 10-510-16,0-10 226 0</inkml:trace>
  <inkml:trace contextRef="#ctx0" brushRef="#br0" timeOffset="122710.86">24278 13449 171 0,'0'0'194'0,"0"0"-14"15,0 0-10-15,0 0-11 0,0 0-3 0,0 0 1 16,0 0-7-16,0 0-11 0,0 0-8 0,-21 15-7 16,15-7-7-16,1-1-6 0,-1 3-7 0,0-2-11 15,2 2 0-15,-1 0 0 0,0 0 0 0,0-1-18 16,0 2-6-16,1-3-3 0,5 3-8 0,-3-5-7 0,2 4-4 16,-2-2-4-16,4 0-1 0,-2-8-4 15,2 13-3-15,1-9 1 0,1 3 0 0,1-3-5 16,1 1-2-16,0-2-4 0,3-1 1 0,-1-1-4 15,5-1 1-15,-2-1-2 0,2-1-3 0,-3-1 0 16,2-2-1-16,-1 1 0 0,0-1-3 0,-1-4-1 0,4-1 6 16,-8 0-5-16,2-1-4 0,-4 0-4 15,5-3 3-15,-7 1 0 0,1-2-4 0,-2 2 0 16,-2-3 0-16,-1 2 0 0,0 2-3 0,-2 1 2 16,-1 0-2-16,1 3-6 0,-1-1 1 0,-3 1 3 15,3 4-3-15,-2 3-7 0,7 1-5 0,-14 0-13 16,2 1-13-16,-1 3-25 0,2 2-31 0,-2 0-35 15,-1 4-39-15,6-1-37 0,-2-1-39 0,-3 4-150 0,7-6-428 16,1 0 190-16</inkml:trace>
  <inkml:trace contextRef="#ctx0" brushRef="#br0" timeOffset="123153.9">24858 13315 264 0,'0'0'257'16,"4"-8"-10"-16,-4 8-16 0,0 0-14 0,0-7-18 16,0 7-13-16,0 0-17 0,0 0-11 0,0 0-8 0,-22 9-16 15,13-1-5-15,-4 2-4 0,0 4-9 0,0 0-7 16,1 2-7-16,-1 0-5 0,0 6-7 15,-2 1-7-15,3-1-4 0,-2-1-3 0,5-3-8 16,-1 0-6-16,3 1 0 0,-1 0-9 0,-1 3-5 0,2 2 0 16,2-8-5-16,3-4-5 0,-2 4-3 0,4-6-1 15,2 3-3-15,0-3-1 0,2 0 5 0,-1 2-8 16,4-5-8-16,1 0 7 0,-1-1-1 16,6-2-3-16,-3 0-8 0,2-1 1 0,2-1 1 15,0-3-5-15,-1 0 4 0,-1 1-4 0,2-4 5 0,-2 0-3 16,1-2 13-16,-4 0-20 0,0 0 4 0,-3-2 1 15,0-1 0-15,-2 0-2 0,-1-2-1 0,-3 0-2 16,-3 1-1-16,-1 1-3 0,-5 0-3 0,-1 1 3 16,0 1-9-16,-2 4-5 0,-9-2-5 0,0 6-14 15,-9 0-23-15,1 4-19 0,-4 3-28 0,1 3-21 16,-2 2-51-16,3-3-43 0,-1 4-42 0,3 2-38 16,-3 0-166-16,1 0-500 0,2 0 221 0</inkml:trace>
  <inkml:trace contextRef="#ctx0" brushRef="#br0" timeOffset="123668.07">22502 14216 165 0,'-12'0'226'0,"1"1"-9"15,11-1-9-15,-14 1-13 0,8 0-17 0,6-1-16 16,-10 3-4-16,10-3-22 0,-8 2-4 0,8-2-3 15,0 0 2-15,0 0 2 0,0 0 1 0,18 15-3 16,4-10-7-16,10-2-7 0,22 0 6 0,9-2-20 16,38-3-7-16,9-3-6 0,6 1-5 0,15-6-6 15,3 1-7-15,3-1-10 0,3-5-5 0,-1 7-3 16,1-4-9-16,-2 2 8 0,-7-2-4 0,-7 1-13 16,-7-2 0-16,-15 3 4 0,-6-1 10 0,-3 1 13 15,-29 3 2-15,1 0 4 0,4-2 2 0,-10 2-18 16,0 0 22-16,-7 0-1 0,-16 2 11 0,-1-1-12 15,-5 1-5-15,-7 3 5 0,-3-1-11 0,-7 0-1 16,0 0-9-16,-3 2-2 0,-3 0-8 0,-1 0-15 16,-6 1 7-16,14-1 0 0,-14 1-7 0,7-2-22 15,-7 2 17-15,0 0-18 0,0 0-21 0,0 0-27 16,0 0-19-16,0 0-35 0,-32 5-37 0,16-4-38 16,-4-2-35-16,-7 1-42 0,-2 0-39 0,0-1-31 15,0 2-247-15,0-2-614 0,-1-1 273 0</inkml:trace>
  <inkml:trace contextRef="#ctx0" brushRef="#br0" timeOffset="124750.2">22910 14666 160 0,'-3'-7'237'0,"3"7"-10"0,-5-12-10 0,3 6-8 0,2 6-4 16,-4-7-10-16,4 7-7 0,-4-9-8 0,4 9-11 16,0 0-21-16,0 0-18 0,0-8-11 0,0 8-12 15,0 0-11-15,0 0-3 0,0 0-2 0,0 0-3 16,-2 22 3-16,3-8 0 0,0 3-10 0,-1 3 3 16,0 8-12-16,1-1 27 0,2 1-3 0,-6 1-15 15,3 0 7-15,2 1-14 0,-4-3 4 0,1 1-12 16,0-3-6-16,0 0-8 0,2-3-6 0,-1-3-9 15,0 5 5-15,0-8-6 0,0 0-8 0,-1 3-5 16,1-4-9-16,1-4-19 0,-2 6-44 0,1-8-36 16,0 4-41-16,-2-4-44 0,1 1-53 0,0-4-40 15,1-6-50-15,-3 11-181 0,3-11-536 0,-5 5 238 16</inkml:trace>
  <inkml:trace contextRef="#ctx0" brushRef="#br0" timeOffset="124952.27">23086 14936 157 0,'16'-2'207'0,"-6"2"-3"0,3-2-22 0,0 2-10 16,4 0-17-16,4-2-11 0,6 2-18 0,1-1-10 15,3-1-11-15,-1 2-18 0,0 2-16 0,-2-1-28 16,-7-1-40-16,1 1-31 0,-1-2-37 0,-2 0-43 15,-8 1-29-15,1-2-102 0,-5 1-260 0,-2-2 116 16</inkml:trace>
  <inkml:trace contextRef="#ctx0" brushRef="#br0" timeOffset="125165.82">23394 14769 194 0,'-5'-6'189'0,"5"6"-7"0,0 0-15 0,-5-6-6 15,5 6-2-15,0 0 0 0,0 0 6 0,-10 19 4 16,6-6-6-16,0 3-3 0,-1 3-8 0,-1 5-13 16,3-5-10-16,-2 7-9 0,4-1-14 0,-3-6-13 15,1 1-6-15,2-2-9 0,0 0-5 16,-1 2 0-16,2-3-28 0,2 1-27 0,-2-2-37 0,1 3-46 16,0-5-55-16,-1-3-56 0,2-1-45 0,-2-2-176 15,0-8-430-15,2 11 191 0</inkml:trace>
  <inkml:trace contextRef="#ctx0" brushRef="#br0" timeOffset="125437.51">23714 14799 1731 0,'8'-24'0'16,"2"6"112"-16,-5 0-32 0,-1 6 1 0,-2 0 4 15,0 5 0-15,-2 7-7 0,3-13-5 0,-3 13-15 16,4-10 3-16,-4 10 17 0,0 0 9 0,0 0 4 15,0 0 13-15,0 0 6 0,5 30 2 0,-6-15 7 16,0 3-7-16,0 0-5 0,1 1-8 0,-2-2-12 16,2 4-13-16,-1-3-4 0,0 0-3 0,1 0-6 15,-2-1-8-15,2 1-4 0,0-4-6 0,2 0-7 16,-2-1 4-16,-2-2-12 0,2 2-19 0,2-1-26 16,-2-3-28-16,-3 1-39 0,3-1-32 0,0-1-33 15,0-8-36-15,0 0-47 0,-1 13-13 0,1-13-28 16,-1 7-183-16,1-7-494 0,0 0 219 0</inkml:trace>
  <inkml:trace contextRef="#ctx0" brushRef="#br0" timeOffset="125700.25">23799 14631 166 0,'0'-13'155'0,"0"13"-7"0,8-6 15 16,-8 6-6-16,0 0-3 0,21 3-8 0,-14 0-4 15,2 2-8-15,3 5-7 0,-6-4-9 0,2 5-10 16,-2 0-5-16,-2 1-7 0,2 0-4 0,-2 1-12 16,-1-2-3-16,-3 0-4 0,0 0-1 0,-2-1-8 15,0-1-1-15,1 0-7 0,-2-1-2 0,3-8-4 16,-1 12-4-16,-2-6-4 0,3-6-3 0,-2 9-5 16,2-9-3-16,0 10-6 0,0-10 4 0,5 11-5 15,-1-8-4-15,1 1-14 0,4 0-26 16,0-1-30-16,3-1-42 0,5 0-44 0,2-4-39 0,3 0-41 15,-3-1-152-15,2-1-398 0,-1-1 176 0</inkml:trace>
  <inkml:trace contextRef="#ctx0" brushRef="#br0" timeOffset="125934.73">24354 14585 61 0,'0'0'198'0,"5"-8"-7"0,-5 8-14 0,0 0-15 0,4-9-12 16,-4 9 6-16,0 0 7 0,0 0-2 0,0 0 3 15,-17 32 3-15,7-15-2 0,-1 5-2 0,-2 2-6 16,1 3-9-16,2 1-2 0,1-1-12 16,-1 1-15-16,2 3-8 0,3-4-6 0,-4 1-9 15,3-1-12-15,1 2-8 0,1-4-7 0,1-2-5 0,2-3-8 16,0-2 3-16,1-2-15 0,0-2-14 0,1 2-27 16,-1-4-24-16,0-1-29 0,1-1-26 0,-2 0-51 15,0-2-44-15,1-8-49 0,-5 11-38 0,-2-7-185 16,7-4-480-16,-12 5 213 0</inkml:trace>
  <inkml:trace contextRef="#ctx0" brushRef="#br0" timeOffset="126093.45">24120 14961 53 0,'8'-4'194'0,"-2"0"-4"0,2 1-2 0,1 0-7 15,4 0-5-15,-2 0-15 0,10 0-17 0,-2 2-9 16,1 0-17-16,1 0-8 0,-1 0-14 0,2 1-21 0,0 0-32 15,-4 0-39-15,1 0-51 0,-2 0-61 0,-2 0-54 16,-5 1-97-16,1-1-280 0,-11 0 124 16</inkml:trace>
  <inkml:trace contextRef="#ctx0" brushRef="#br0" timeOffset="126350.33">23540 15415 2801 0,'-8'0'60'0,"1"0"25"0,7 0-27 16,-13-3-30-16,13 3-3 0,-6-4-16 16,6 4-4-16,0 0 4 0,26-15-2 0,1 5 5 15,6 0 6-15,3 2-1 0,22-8 2 0,3 2-3 16,3 6-1-16,1-1-3 0,2 0-1 0,-5 5-18 0,-4 1-20 15,-5 0-35-15,-14 2-37 0,-7 1-32 16,1-2-26-16,-4 4-20 0,-7-2-30 0,-2 0-183 0,-8 2-423 16,1-3 187-16</inkml:trace>
  <inkml:trace contextRef="#ctx0" brushRef="#br0" timeOffset="126608.17">23918 15376 25 0,'0'0'269'0,"-12"-1"-13"16,12 1-7-16,-9 4-7 0,9-4-1 0,-9 7-3 15,1 0-7-15,4 4-6 0,-1 0-13 0,1 5-10 16,-4 8-16-16,2 1-14 0,-1 0 0 16,1 3-13-16,1-1-19 0,0-1-43 0,1 4-9 15,-2-2-9-15,2-2-6 0,0 1-8 0,2-2-4 0,0 0-11 16,0-8-1-16,1 0-7 0,-1 0-18 0,2-6-30 15,-1 2-29-15,-2-3-30 0,2-1-31 0,1 1-33 16,-1-2-36-16,1-8-28 0,-3 8-35 0,3-8-27 16,-1 6-192-16,1-6-482 0,0 0 213 15</inkml:trace>
  <inkml:trace contextRef="#ctx0" brushRef="#br0" timeOffset="126889.22">23934 15489 39 0,'7'-6'170'16,"5"-1"1"-16,-3 1 3 0,1 2 4 0,3 4-7 0,-3 0-6 16,0 1-9-16,2 4-4 0,-5 2-6 0,0 0-11 15,-3 2-7-15,1 1-3 0,-3 1-3 16,-1 0 0-16,-2 2-11 0,-1 4-1 0,-5-5-13 16,1 2-8-16,0-3-2 0,0 2-4 0,-5-2-1 15,5-2 1-15,0-1-7 0,0 0-7 0,0 0-8 0,1-5-4 16,1 4-10-16,4-7-2 0,-4 5-2 0,4-5-3 15,-1 10 0-15,1-10-7 0,0 0 3 16,11 10-4-16,1-5-2 0,0-4-5 0,9-1-5 0,7 1-24 16,0-2-24-16,1 0-27 0,0-4-50 0,-3 3-46 15,-6-2-50-15,-1-3-31 0,-3 2-29 16,2-2-159-16,-9 2-453 0,3-2 202 0</inkml:trace>
  <inkml:trace contextRef="#ctx0" brushRef="#br0" timeOffset="127156.93">24368 15534 22 0,'0'0'186'16,"7"-4"-6"-16,-7 4 3 0,0 0 8 0,0 0 10 15,0 0 12-15,5 15-5 0,-7-7-2 0,2-8-3 0,-6 20 8 16,2-5-6-16,-1 2-1 0,1 0-10 16,-1-2 6-16,-1 5-13 0,-2-2-14 0,4 2 7 15,-3-2-15-15,1 1-8 0,1 0-22 0,0-3-16 16,1 3-6-16,1-3-5 0,0-3-13 0,3-3-14 15,-1 3-4-15,2-4 1 0,0-2-11 0,1 2 0 16,3-2-2-16,1-2-9 0,4 0-1 0,1-1-7 0,6 1-3 16,-2-4-2-16,4 0-8 0,2-2-16 0,0-1-45 15,6-2-35-15,-7-3-41 0,8 0-38 16,-11-1-48-16,3 2-41 0,-3-2-42 0,9-6-41 16,-10 4-21-16,1 1-220 0,-1-4-597 0,-3 3 264 15</inkml:trace>
  <inkml:trace contextRef="#ctx0" brushRef="#br0" timeOffset="127309.68">24857 15645 235 0,'0'0'230'0,"0"0"-2"0,0 0-2 16,0 0-12-16,0 0-21 0,1-8-15 0,-1 8-18 16,0 0-19-16,0 0-26 0,0 0-30 0,0 0-37 15,0 0-46-15,0 0-56 0,0 0-63 0,0 0-62 16,0 0-106-16,0 0-307 0,-12-8 136 0</inkml:trace>
  <inkml:trace contextRef="#ctx0" brushRef="#br0" timeOffset="129702.39">6290 16365 210 0,'-3'-11'204'0,"2"1"-8"0,-2 0-7 15,1 4-7-15,2 6-8 0,-3-12-14 0,3 12-14 0,-1-8-17 16,1 8-19-16,0 0-9 0,0 0-7 16,0 0-11-16,0 0-1 0,9 31-4 0,-3-4 2 15,2 0-1-15,-2 4-6 0,0 4-6 0,-1 0-7 16,1-2-4-16,-2 2-3 0,2-4-4 0,-2 2 2 15,0-5-10-15,-1 1-7 0,-1-10 3 0,1 1-6 16,-2-2 5-16,-1 0-8 0,0-6-2 0,1-1-1 16,1 2-2-16,-2-1 0 0,-2-5-1 0,2-7-3 15,2 11 1-15,-2-11 3 0,0 8 5 0,0-8 8 16,0 0 10-16,0 0 0 0,0 0 4 0,0 0-9 16,0 0 3-16,0 0-11 0,0 0 0 0,10-21-6 15,-7 4-2-15,3-3-7 0,5-3 1 0,-2-4-3 16,0 1 2-16,3 1-2 0,0-4 0 0,2 0-1 15,0 3-5-15,0 3 0 0,-2-3-2 0,-2 10 3 16,-1-1-3-16,-2 7-3 0,-1 1-5 0,3 2-2 16,-1 2 0-16,-8 5 0 0,12 0 1 15,-12 0-3-15,21 12 4 0,-11-1-2 0,1 6 3 0,2 5 0 16,-4 2-1-16,-1-5-3 0,2 6 5 0,-3 0-1 16,0 3-3-16,2-3 4 0,-4-1-1 0,0 2 0 15,-1-6-12-15,1 6-21 0,2-1-30 0,-6 0-31 16,0-7-42-16,-1 1-36 0,3-3-50 0,-2 0-48 15,2 0-176-15,-3-4-483 0,-2 0 214 16</inkml:trace>
  <inkml:trace contextRef="#ctx0" brushRef="#br0" timeOffset="130134.01">6832 17074 108 0,'0'0'217'0,"7"-7"9"15,-3 2 0-15,0 1 1 0,2-2-12 0,-1 1-9 16,-1-4-17-16,0 4-13 0,0-6-8 0,0 2-4 16,0-1-20-16,3 0-12 0,0-4-15 0,-1-4-10 0,2 0-5 15,-3 1-3-15,3-3-9 0,-3 4-3 16,0-1-8-16,0-7-6 0,-2 5-9 0,-1 2-3 16,-1 0-2-16,1 5-7 0,-1 2 9 0,-1 1-8 15,0 9 4-15,0-13 6 0,0 13-16 0,1-11 0 16,-1 11-13-16,0-6 0 0,0 6-7 0,0 0-7 15,0 0 6-15,0 0-6 0,0 0-2 0,0 0-8 16,0 0 3-16,0 0-1 0,-23 18-7 0,23-18-1 16,-2 8-5-16,2-8 1 0,0 0-2 0,1 15-3 15,-1-15 2-15,10 12-3 0,-5-9 0 0,-5-3 1 16,19 7 2-16,-6-6-1 0,1 2-3 0,4-3 4 16,1 1 0-16,-2-1-3 0,-2 2 6 0,-2-1-6 15,0 0-1-15,-3 3 1 0,-10-4-1 0,18 4 2 16,-9 1-3-16,0 1 1 0,-3 2 2 0,3 3 0 15,-2 4 6-15,-2-2-2 0,0 6 0 0,-1-3-7 16,-1 2 8-16,-3 0 6 0,2 0-8 0,-2 0-2 16,1 0-16-16,0 1-28 0,-1-3-53 15,4 0-44-15,0-2-45 0,0 0-66 0,4-1-48 0,-3-2-156 16,5-3-497-16,1-1 219 0</inkml:trace>
  <inkml:trace contextRef="#ctx0" brushRef="#br0" timeOffset="131145.87">8041 16367 120 0,'0'0'181'0,"4"-6"-3"15,-4 6-4-15,0 0-10 0,0 0-8 0,0 0-14 16,0 0-7-16,0 0-8 0,0 0-11 0,0 0-12 16,0 0-4-16,0 0-1 0,0 0 2 0,0 0-4 15,-17 22-3-15,4-7 3 0,-4 6-5 0,-2 0-8 16,0 4-1-16,-1 1-4 0,-2 4-3 16,-6 9-3-16,9-9 2 0,-9 10-2 0,1 3-6 0,2 0-2 15,3 1 1-15,2 2-10 0,8-13-2 0,0 1-3 16,3-1-5-16,3 4 6 0,1-4 1 0,1-3-5 15,2 2-5-15,2-3-4 0,3 1 0 0,1-3-5 16,4-2-6-16,2-1 2 0,1-2 2 0,4-1-6 16,-3-6-5-16,5-1-14 0,-1-2 15 15,10 1-26-15,-7-4-37 0,8-2-35 0,0 0-47 0,2 0-44 16,1-4-56-16,-2-1-59 0,0-2-183 0,-7-2-502 16,0 1 223-16</inkml:trace>
  <inkml:trace contextRef="#ctx0" brushRef="#br0" timeOffset="131420.64">8689 16772 2190 0,'6'-19'91'0,"-3"4"11"0,-2-1-14 16,-1 2-15-16,0 5 7 0,0 9 2 0,0-13-4 15,0 13 3-15,-1-13-10 0,1 13 0 0,0 0-8 16,0 0 4-16,0 0 4 0,0 0-3 0,0 0 2 15,0 0 1-15,-30 38 3 0,17-16-3 0,2 5 1 16,0-1-14-16,-1 1-2 0,0-1-9 0,1 1 2 16,1-3-2-16,-2 1-13 0,3 1 4 0,2-9-1 15,-5 9-4-15,1-2-6 0,0 1-5 0,4-7-4 16,-3-3-22-16,2 3-15 0,-1-4-33 0,0 1-35 16,0-1-46-16,4-2-37 0,-2-2-58 0,1-2-57 15,-2 2-236-15,2-4-563 0,6-6 249 0</inkml:trace>
  <inkml:trace contextRef="#ctx0" brushRef="#br0" timeOffset="131595.13">8235 16858 2289 0,'-6'-7'50'0,"6"7"88"15,-13-12-46-15,13 12-55 0,-8-8-9 0,8 8-10 16,0 0-2-16,0 0-4 0,0 0-2 0,0 0-3 15,0 0 2-15,0 0-26 0,36 20-39 0,-19-11-56 16,2-1-74-16,-1 3-204 0,7 0-421 0,-6-4 186 16</inkml:trace>
  <inkml:trace contextRef="#ctx0" brushRef="#br0" timeOffset="131772.21">8730 17041 85 0,'0'0'277'0,"14"4"-28"0,-14-4-22 0,10 6-11 0,-10-6-6 15,11 4-7-15,-11-4-11 0,8 3-13 0,-8-3-16 16,0 0-13-16,9 5-13 0,-9-5-10 0,5 6-16 16,-5-6-10-16,0 0-29 0,8 8-41 15,-8-8-41-15,0 0-41 0,0 0-38 0,9 4-59 16,-9-4-58-16,0 0-165 0,0 0-403 0,0 0 179 16</inkml:trace>
  <inkml:trace contextRef="#ctx0" brushRef="#br0" timeOffset="132040.78">9132 16594 2551 0,'5'-8'74'16,"0"-1"8"-16,-5 9-33 0,5-10-24 0,-5 10-11 16,7-4 3-16,-7 4 6 0,0 0 16 0,16 10 12 15,-5-2 17-15,0 5 5 0,1 2-2 0,-3 4-4 16,3 9-2-16,-1-1 1 0,-2 2-13 0,-4 2 13 15,1 2-10-15,-2 0-2 0,-2-3-9 0,-2 1 0 16,-3-2-1-16,0 1-9 0,-3-2 0 0,-3-1-8 16,1-2-4-16,-3 4 4 0,-2-4-4 0,1 1 2 15,-4-2-2-15,-5 0-3 0,2-3-2 0,-1 0-14 16,-3-1-10-16,3-3-31 0,5-3-32 0,1-2-43 16,-1 0-48-16,4-5-52 0,4-3-79 0,-3 2-222 15,3-3-554-15,7-3 246 0</inkml:trace>
  <inkml:trace contextRef="#ctx0" brushRef="#br0" timeOffset="132237.03">9859 16913 2711 0,'27'-5'162'0,"-9"0"-24"0,-6 1-62 16,-1 0-30-16,0 4-17 0,0-3-11 0,0-2-2 15,3 4-7-15,-2-1 4 0,3-1-13 16,-3 2-19-16,2 0-27 0,-5 1-46 0,2-2-49 0,-2 1-67 16,-1 0-59-16,-8 1-141 0,0 0-441 0,9 8 195 15</inkml:trace>
  <inkml:trace contextRef="#ctx0" brushRef="#br0" timeOffset="132382.64">9885 17035 25 0,'-3'9'191'0,"3"-9"-10"0,3 10 0 0,1-6-8 16,-4-4-7-16,10 8-11 0,-1-5-17 0,2-1-14 16,3 0-13-16,3-1-25 0,3-2-30 15,0-2-40-15,9-1-69 0,3-2-67 0,-3 1-119 16,0-1-258-16,-1-2 114 0</inkml:trace>
  <inkml:trace contextRef="#ctx0" brushRef="#br0" timeOffset="135037.04">11701 16366 47 0,'5'-8'91'0,"-5"8"-7"0,0 0 0 16,0 0 9-16,-1-11 1 0,1 11 12 0,0-8-16 15,0 8-7-15,2-6 1 0,-2 6-9 0,0 0 0 16,0-8-2-16,0 8-2 0,0 0 6 0,0 0-3 15,-1-13 1-15,1 13-2 0,0 0 1 0,3-6-3 16,-3 6-4-16,0 0 1 0,0 0-10 0,-2-11-4 16,2 11 1-16,0 0 3 0,-1-9-2 0,1 9 8 15,0 0-1-15,0 0-3 0,0-10-7 0,0 10 1 16,0 0-1-16,0 0 3 0,0-9-6 0,0 9 1 16,0 0-3-16,0 0 0 0,0 0-5 0,0 0-6 15,-1-9-6-15,1 9-4 0,0 0 0 0,0 0-11 16,0 0 0-16,0 0-2 0,0 0 0 0,0 0-1 15,-7 27 5-15,2-10 3 0,-1 2 2 0,1 7 3 16,-4 2 2-16,-3-1-3 0,1 5-2 0,-1-5 3 16,-2 3-5-16,3-2-32 0,0 1 6 0,1-7-2 15,-1 2 4-15,2-6-1 0,-1 0 3 16,-1-1-1-16,5 0-2 0,-2-4 3 0,0-2 0 0,1 1 1 16,3-3-1-16,0-2-2 0,0-4 2 0,1 0 7 15,3-3 1-15,-5 8 5 0,5-8 4 0,-4 6 8 16,4-6 4-16,0 0 7 0,-3 5 0 0,3-5-4 15,0 0 7-15,0 0-10 0,0 0-6 0,0 0-3 16,0 0-4-16,0 0 2 0,0 0-4 16,0 0-3-16,7-25 0 0,-1 21-1 0,-1 0-1 15,1 1-4-15,-6 3-1 0,17-3 0 0,-8 3 1 16,4 0-3-16,7 0 1 0,-1 0-2 0,-2 0 0 16,4 1 3-16,-2-1 0 0,0-1 0 0,1 1-1 15,1 0-4-15,-1-2 1 0,-1 2 3 0,-1-2-5 16,1 1 2-16,-1-3-2 0,4-1 0 0,-4 0 3 15,-2 2 6-15,-2-1-6 0,-3-1-2 0,-1 1 0 16,3 0 2-16,-4-2 0 0,1 0 1 0,-4-1 1 16,2 1-1-16,-4-1-3 0,1 1 4 0,1-4 1 15,-4 1-1-15,0 0 0 0,2-1-4 0,-4 0 3 16,0 1 1-16,2 1-2 0,-2-1-2 0,0 9 1 16,0-12-2-16,0 12 3 0,0-8 0 0,0 8 6 15,0 0-12-15,0 0 1 0,0 0 1 0,0 0-2 16,0 0 7-16,0 0-3 0,0 30 4 0,-2-12 3 15,-3 1 2-15,2 10 7 0,1-4-1 0,-6 2 2 16,3-1-2-16,0 0-2 0,-2 1-2 0,0-1 1 16,4-7 6-16,1 8-8 0,-1-3-1 0,1-5 2 15,0 7-2-15,1-7-10 0,1-3-15 0,-3-1-31 16,2 1-27-16,1-4-32 0,1-1-35 0,1 0-31 16,-1-2-49-16,2 0-33 0,-1-4-162 0,-2-5-451 15,4 9 200-15</inkml:trace>
  <inkml:trace contextRef="#ctx0" brushRef="#br0" timeOffset="135396.79">12176 16692 178 0,'2'-9'207'0,"-2"9"-10"15,3-6-8-15,-3 6-14 0,0 0-10 0,0 0-13 0,0 0-8 16,0 0-3-16,0 0-9 0,-16 16-14 0,8-7-2 15,3 2-17-15,-4 0-6 0,4 0-6 16,1-1-11-16,2 2-3 0,-1-2-8 0,4 0-1 16,-1 2-7-16,3-3-3 0,-3-1-4 0,5 1-6 15,-1 0-5-15,0-1 2 0,2-2-5 0,-1-3 3 16,3 1-3-16,-2-2-3 0,7-1-2 0,-2-4-2 16,1 2-2-16,0-5-2 0,-1 2-2 0,0-1-2 15,5-5 2-15,-5 3-1 0,1-3-6 0,-1-2 2 16,-4-1-2-16,2 5 1 0,-4-4-1 0,-1 0-5 15,-2 2-2-15,-2-3 2 0,-4 3-3 0,-1 0 2 16,1-2-5-16,-6 5 0 0,1-1-3 0,-2 2-2 16,-5 1-10-16,-2 2-14 0,1 1-14 0,-2 1-19 15,6 2-21-15,-5 2-31 0,1 2-24 0,3-2-36 16,4 2-29-16,2 0-27 0,-2 1-143 0,2-2-397 16,8-4 175-16</inkml:trace>
  <inkml:trace contextRef="#ctx0" brushRef="#br0" timeOffset="135572.87">12450 16712 82 0,'0'0'199'0,"10"-3"-4"0,-10 3-5 0,8-1-10 0,-8 1-4 16,0 0-22-16,0 0-8 0,9 0-15 16,-9 0-16-16,0 0-12 0,0 0-13 0,6 5-3 15,-6-5-25-15,0 0-36 0,0 0-34 0,0 0-45 16,3 14-35-16,-3-14-44 0,0 0-15 0,3 11-105 15,-3-11-272-15,0 0 121 0</inkml:trace>
  <inkml:trace contextRef="#ctx0" brushRef="#br0" timeOffset="135931.13">13048 16513 180 0,'4'-6'201'0,"-3"0"-3"0,-1 6-7 0,-1-10-7 15,1 10-9-15,0 0-9 0,-11-5-8 0,11 5-7 16,-11 2-5-16,0 1 1 0,-5 5-6 0,3 5-11 16,-4 0-12-16,-4 6-4 0,2 2-4 0,1 0-12 15,1 2-3-15,-2 3-11 0,4-2-4 0,1 0-9 16,5 1-1-16,0 0-1 0,5-9-15 0,-3 1-1 16,4 3-8-16,3 0-2 0,1-2-4 15,1-2-5-15,2-4-1 0,3 3-1 0,-2-3-4 0,4-4-6 16,-1-1 4-16,4 1-5 0,-1-4 3 0,3 2-2 15,-1-3-8-15,-2-2 2 0,5-2-1 16,-1-1-1-16,-1 0 9 0,-3-3-9 0,3 1-10 16,-5-1 10-16,0-3-4 0,-5 0 1 0,0-2 0 0,2 0-5 15,-6 1 0-15,0 9-12 0,-10-15-11 0,3 7-7 16,-5 3-1-16,-7-1-22 0,-2 4-10 16,-10 2-14-16,0 5-15 0,-1 0-31 0,-3 3-25 0,3 3-32 15,-4-2-39-15,5 5-30 0,-3-1-173 0,-14 4-448 16,15-6 198-16</inkml:trace>
  <inkml:trace contextRef="#ctx0" brushRef="#br0" timeOffset="136302.44">11790 17127 1790 0,'-33'2'96'0,"5"1"21"0,0-2-38 16,11 3-22-16,-2-3-15 0,5 0-6 0,1 1-16 16,3 0-2-16,4-2-1 0,6 0 14 0,-3 6 11 0,3-6 9 15,17 7-1-15,7-2 1 0,10-4 0 16,24 3-2-16,7-7-8 0,31-3 2 0,1-3-6 16,-4 2 1-16,7 1 1 0,-6-5-2 0,-1 6 6 15,10-6 0-15,-2-2 3 0,-5 4 5 0,1-4-2 16,-1 2 4-16,-5 2 6 0,-2-1-3 0,-26 5 0 15,-2 0-2-15,4-1 8 0,-2 4-3 0,-3-1-6 16,-1 2-2-16,-5-1-6 0,-2 2-2 0,-18 0 3 16,-5 0-10-16,-9 0 0 0,-2 2-11 0,-3-1 1 15,-5-1-9-15,-10 0 2 0,17 4-4 0,-17-4 1 16,0 0-16-16,10 7-15 0,-10-7-22 0,0 0-19 16,0 0-33-16,0 0-37 0,0 0-29 0,-37 12-31 15,20-8-46-15,-2-4-38 0,-3 3-185 0,-7-1-492 16,2-2 218-16</inkml:trace>
  <inkml:trace contextRef="#ctx0" brushRef="#br0" timeOffset="137169.34">11893 17231 16 0,'-4'-11'220'0,"4"11"-6"0,-3-11-7 0,3 11-2 16,0 0-14-16,-1-10-11 0,1 10-23 0,0 0-16 0,0 0-14 15,0 0-8-15,0 0-5 0,0 0 2 0,0 0-6 16,0 0 7-16,6 48 2 0,-4-29-8 0,0 8 27 15,1-1-15-15,-2 0-6 0,2 3-9 16,0-5-9-16,-3-5-11 0,2 8-10 0,-2-6-1 0,1 4-8 16,0-6-11-16,0-2 2 0,1 2-7 15,-2 2-7-15,-2-3-3 0,4 0-7 0,-1-5 2 0,0-2-11 16,-1 1-17-16,0-1-33 0,0-3-34 16,0-8-40-16,4 17-45 0,-4-17-27 0,2 12-49 0,-2-12-55 15,0 0-187-15,0 0-496 0,7 8 220 0</inkml:trace>
  <inkml:trace contextRef="#ctx0" brushRef="#br0" timeOffset="137362">12064 17485 16 0,'0'0'209'0,"9"-4"-3"15,0 2-8-15,3-1-13 0,0 1-17 0,7-1-20 16,0 2-10-16,2-1-18 0,0 1-13 0,0 0-16 15,0 0-25-15,-2 1-32 0,-7 0-23 0,6 0-36 16,-18 0-29-16,23 0-24 0,-23 0-21 0,20 0-10 16,-20 0-6-16,11 0-89 0,-11 0-219 0,0 0 98 15</inkml:trace>
  <inkml:trace contextRef="#ctx0" brushRef="#br0" timeOffset="137542.84">12339 17462 442 0,'0'0'5'0,"-17"-27"13"0,17 27 12 16,-11-13 24-16,5 4 10 0,6 9 23 0,-14-15-2 15,9 7 32-15,1 2 0 0,4 6 6 0,-10-10 4 16,10 10-1-16,-4-9-3 0,4 9-6 0,0 0-10 15,-7-7-11-15,7 7-1 0,0 0-4 0,0 0 19 16,0 0 6-16,-11 28 4 0,9-17-5 16,-2 5-8-16,-1 3-11 0,5-3-5 0,-4 1-11 15,2 2-4-15,1-1-13 0,-1 2-6 0,0-3-9 16,0 7-6-16,2-7-30 0,2 2-32 0,-2-3-35 16,2-3-34-16,1-2-49 0,0-2-57 0,5 1-57 15,-8-10-150-15,9 12-435 0,-1-8 193 0</inkml:trace>
  <inkml:trace contextRef="#ctx0" brushRef="#br0" timeOffset="137800.03">12749 17264 239 0,'0'0'279'0,"0"-13"-12"0,0 13-21 15,0 0-24-15,0-13-14 0,0 13 2 0,0 0-6 16,0 0-2-16,0 0-4 0,0 0-7 15,-9 39-5-15,7-22-11 0,-3 2-10 0,3 6-20 0,-3-1-11 16,1-5-17-16,4 1-3 0,-4-2-15 0,2 2-11 16,-1-2-1-16,1 0-14 0,0 1-8 0,0-1-14 15,-2 0 5-15,3-3-10 0,0 1-19 0,-1-1-13 16,-2-3-31-16,2 0-22 0,2-12-31 0,-4 20-31 16,1-11-30-16,3-9-38 0,-4 12-25 15,4-12-39-15,0 0-33 0,0 0-216 0,0 0-521 16,-5 13 230-16</inkml:trace>
  <inkml:trace contextRef="#ctx0" brushRef="#br0" timeOffset="138084.44">12749 17231 140 0,'5'-15'188'0,"-5"15"-5"15,10-10-5-15,-10 10-1 0,14 0-6 0,-14 0-17 16,19 7-9-16,-11 0-13 0,-3 0-13 0,1 3-9 15,-3-2-14-15,1 6-6 0,-2 1-10 0,-4 1-7 16,0 0-8-16,-1 0-5 0,-1-2-8 0,0-1-2 16,-1-2-7-16,-1 3 1 0,-2-7-12 0,2 3 0 15,-1-2 0-15,7-8 0 0,-8 14-4 0,2-11 0 16,6-3-5-16,-6 6 2 0,6-6-2 16,0 0-4-16,-4 10 1 0,4-10-7 0,0 0 1 0,0 0-10 15,0 0 9-15,8 13-5 0,-8-13-3 0,21 4-9 16,-12-2-23-16,7-1-25 0,-16-1-34 0,33 4-39 15,-12-4-39-15,-2-2-55 0,0 2-119 0,3 0-365 16,4-3 161-16</inkml:trace>
  <inkml:trace contextRef="#ctx0" brushRef="#br0" timeOffset="138362.24">13259 17263 125 0,'-7'-11'281'0,"7"11"-10"0,-9-10-14 0,3 6-9 16,6 4-14-16,-12-5-12 0,12 5-19 0,0 0-17 15,-22 8-16-15,12-1-6 0,0 3-12 0,1 3-4 16,-1 3-10-16,4 0-8 0,-3 3-9 0,2-3-9 16,3 3-2-16,-3 0-17 0,6 1-8 0,-3 4-6 15,2 1-4-15,0-8-13 0,2 1-3 0,0 0-9 16,0-1-2-16,0 1-8 0,0-2 2 15,0 1-4-15,0-4-15 0,0-2-36 0,0 1-15 16,-2-3-47-16,0 2-41 0,2-11-43 0,-1 17-43 16,1-17-46-16,-2 12-54 0,2-12-169 0,-10 9-509 15,10-9 225-15</inkml:trace>
  <inkml:trace contextRef="#ctx0" brushRef="#br0" timeOffset="138512.26">13038 17525 44 0,'0'0'212'0,"10"-4"-15"0,-10 4-12 16,15-4-21-16,-1 2-15 0,4 0-8 0,2 0-31 15,1 0-24-15,5 2-39 0,-5-1-50 0,10-1-73 16,-4 0-134-16,-9 1-227 0,2 0 101 0</inkml:trace>
  <inkml:trace contextRef="#ctx0" brushRef="#br0" timeOffset="138737.22">13511 17388 6 0,'0'0'238'0,"2"-11"-7"0,-2 11-11 0,0 0-14 0,0 0-9 16,0 0-6-16,0 0-2 0,0 0 1 0,0 0-3 16,-45 38-20-16,27-18 4 0,-5 3-16 0,3 3-12 15,-7-1-9-15,5 3-17 0,-7 9-16 0,6-12 1 16,0 2-9-16,-1-2-9 0,2 1-6 15,3-1-9-15,-3-1-8 0,2-3-20 0,-1-1-27 16,6 0-31-16,1-5-40 0,1-2-36 0,1-2-46 16,2 0-37-16,3-4-50 0,0 0-221 0,-2-1-483 15,4-1 215-15</inkml:trace>
  <inkml:trace contextRef="#ctx0" brushRef="#br0" timeOffset="138974.56">13454 17565 11 0,'0'0'227'0,"7"-4"-6"0,-7 4 9 0,0 0 9 15,0 0-7-15,0 0-9 0,9 28-10 0,-7-12-27 16,-6-1-14-16,1 3-11 0,1-1-13 0,-2 2-10 16,2-2-16-16,-1 3-10 0,1-2-12 0,0-2-9 15,-2 0-10-15,-2-1-6 0,4-2-9 0,0-1-6 16,0-1-10-16,-2 0-18 0,1-3-24 0,3 3-34 15,0-11-34-15,-2 13-34 0,2-13-47 0,0 0-33 16,-6 14-32-16,6-14-39 0,-5 6-131 0,5-6-406 16,0 0 179-16</inkml:trace>
  <inkml:trace contextRef="#ctx0" brushRef="#br0" timeOffset="139252.07">13499 17557 57 0,'0'0'215'0,"0"0"-10"0,14-3-8 16,-14 3-16-16,0 0-7 0,0 0-15 0,20 10-3 15,-20-10-8-15,7 11-14 0,-3-2-11 0,-4-9-12 16,0 16-5-16,0-16-3 0,0 0-8 0,-2 25 0 16,2-25-7-16,-2 14 0 0,2-14-3 0,-4 13-10 15,4-13-6-15,-6 11-3 0,6-11-5 0,0 0-4 16,-4 14-4-16,2-5-6 0,2-9-3 0,0 0-1 15,4 15-4-15,-4-15-5 0,8 10-2 0,-8-10-17 16,8 6-29-16,-8-6-26 0,11 5-37 0,-11-5-36 16,14 4-31-16,-14-4-28 0,0 0-36 15,26-7-9-15,-26 7-145 0,19-7-392 0,-8 2 173 16</inkml:trace>
  <inkml:trace contextRef="#ctx0" brushRef="#br0" timeOffset="139481.78">13693 17657 669 0,'8'-9'-34'0,"1"-4"18"0,0 0 17 15,-1 2 11-15,0 2 17 0,-1-3 14 16,-1 5 7-16,2-2 22 0,-8 9 14 0,6-12 9 15,-6 12 4-15,5-10 0 0,-5 10-12 0,6-7 9 16,-6 7 11-16,0 0 18 0,0 0 6 0,0 0 11 0,0 0 17 16,-7 45 9-16,3-28-12 0,0 2 6 15,-6 4-4-15,4-3-9 0,-1 4-7 0,5-8-7 0,-2 2 2 16,2-1-15-16,2-1-1 0,0-5-2 16,2 2-12-16,0-3-6 0,2 0 0 0,1-1-3 15,1 0-10-15,2-3 5 0,0-1-11 0,1-3-5 16,0 1-14-16,5-1 4 0,-2-1-13 0,3-1-11 15,-2-1-36-15,-1 0-31 0,1-1-33 0,-1-4-44 16,1 1-40-16,6-1-50 0,-5-5-48 0,1 4-65 16,0-5-288-16,0 3-639 0,1-2 283 0</inkml:trace>
  <inkml:trace contextRef="#ctx0" brushRef="#br0" timeOffset="140024.07">14773 16852 64 0,'4'-14'245'0,"-4"14"-5"0,0 0-15 0,2-16-24 16,-2 16-16-16,0 0-18 0,0 0 3 0,0 0 5 15,0 0-6-15,-17 32 6 0,4-3-9 0,-4 0-10 16,0 2-13-16,-2-1-6 0,-4 12-15 0,4-13-13 15,3 1-6-15,-1 1-9 0,-2-4-12 0,6 2-9 16,-3-1-2-16,2-4-10 0,-1 1-3 0,2-2-9 16,4-7-1-16,-1 2-6 0,-1-5-2 0,4 1-24 15,-2 2-28-15,3-7-29 0,-1-2-32 0,4 2-44 16,3-9-41-16,-11 14-37 0,11-14-43 0,-6 7-221 16,6-7-497-16,0 0 220 0</inkml:trace>
  <inkml:trace contextRef="#ctx0" brushRef="#br0" timeOffset="140196.01">14447 16886 104 0,'0'0'202'0,"0"0"-8"0,0 0-18 0,0 0-12 15,0 0-16-15,35 13-15 0,-18-6-13 0,-2 5-20 16,5-2-48-16,6 2-60 0,0 2-56 0,-1-2-157 15,-7 1-238-15,9-2 106 0</inkml:trace>
  <inkml:trace contextRef="#ctx0" brushRef="#br0" timeOffset="140351.34">14970 17228 90 0,'0'0'180'0,"4"5"-1"0,-4-5-2 15,0 0-1-15,0 0-1 0,7 6-6 0,-7-6-13 16,0 0-17-16,0 0-13 0,0 0-11 0,0 0-30 15,0 0-34-15,0 0-39 0,0 0-53 0,0 0-57 16,0 0-185-16,0 0-304 0,0 0 135 16</inkml:trace>
  <inkml:trace contextRef="#ctx0" brushRef="#br0" timeOffset="-157932.72">25062 13699 31 0,'0'0'42'0,"5"-1"-8"0,-5 1-5 16,0 0 0-16,0 0-6 0,0 0 1 0,8-4-1 15,-8 4-5-15,0 0 2 0,0 0-3 0,0 0-6 16,0 0 2-16,0 0-2 0,0 0 0 0,0 0-5 15,0 0 1-15,0 0 1 0,0 0-2 0,0 0 4 16,0 0-2-16,0 0-4 0,0 0-1 0,0 0 0 16,0 0 2-16,0 0-4 0,0 0 4 0,0 0-1 15,0 0 1-15,0 0-9 0,0 0 2 0,0 0 6 16,0 0-2-16,0 0-5 0,0 0 4 0,0 0 1 16,0 0-1-16,0 0 0 0,0 0-1 0,0 0 0 15,0 0 6-15,0 0-7 0,0 0 5 0,0 0-7 16,0 0 1-16,0 0-3 0,0 0 6 0,0 0 0 15,0 0 0-15,0 0 2 0,0 0-8 0,0 0 6 16,0 0-2-16,0 0-3 0,0 0 7 0,0 0-6 0,0 0 5 16,0 0-3-16,0 0-6 0,0 0 7 0,0 0-1 15,0 0 1-15,0 0-3 0,0 0 3 16,0 0 0-16,0 0-8 0,0 0 9 0,0 0 1 16,0 0-12-16,0 0 10 0,0 0-4 0,0 0 4 0,0 0-3 15,0 0 0-15,0 0 6 0,0 0-8 0,0 0 6 16,0 0-3-16,0 0 2 0,0 0-11 0,0 0 8 15,0 0 0-15,0 0 2 0,0 0-3 0,-19 9 6 16,19-9-1-16,0 0 1 0,0 0-2 0,0 0-7 16,0 0 8-16,0 0 0 0,0 0-3 0,0 0-2 15,0 0 5-15,0 0 1 0,0 0-5 0,0 0 2 16,0 0 5-16,0 0-7 0,0 0 2 16,0 0-1-16,0 0 8 0,0 0-17 0,0 0 4 0,0 0 1 15,-10 1-8-15,10-1 4 0,0 0-10 0,0 0 4 16,0 0-4-16,0 0-21 0,-7 4-43 0,7-4 19 15</inkml:trace>
  <inkml:trace contextRef="#ctx0" brushRef="#br0" timeOffset="-149865.87">14371 16899 45 0,'0'0'81'0,"0"0"-11"0,0 0-8 16,0 0-6-16,0 0-8 0,22 4-16 0,-22-4 4 16,8 5-19-16,-8-5-12 0,4 4-10 0,-4-4-6 15,4 7-3-15,-4-7-17 0,6 9-35 0,-5-3-70 16,-1-6 31-16</inkml:trace>
  <inkml:trace contextRef="#ctx0" brushRef="#br0" timeOffset="-149639.25">14934 17363 12 0,'0'0'115'0,"0"0"-29"0,0 0-25 16,5 6-17-16,-5-6-12 0,5 5-33 0,-2-2-33 16,-3-3-19-16,0 0-57 0,6 11 26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5T09:59:56.1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18125 16758 52 0,'0'0'131'0,"0"0"-9"0,-7-9-5 0,7 9 0 15,0 0-9-15,-4-8 5 0,4 8-9 0,-4-8-3 16,4 8-5-16,0 0-12 0,0 0-3 0,-7-9-10 16,7 9-5-16,0 0-2 0,0 0-10 0,0 0-6 15,0 0-6-15,-6-5-7 0,6 5-1 0,0 0-1 16,0 0-13-16,0 0 0 0,0 0-3 15,0 0-2-15,0 0-1 0,0 0-1 0,0 0 1 16,0 0 0-16,6 39-1 0,-4-21 0 0,0 1-5 16,0 6 7-16,0 2 2 0,-1 1 0 0,2-1 0 15,-2-1 1-15,1 2-8 0,0-1 1 0,1 1-2 16,0-1 2-16,-1-8-2 0,0 5 0 0,1-4-1 16,-1-2-3-16,-2-2 1 0,2 0 7 0,-1-2-11 15,0 1 3-15,-1-5-4 0,1 2 7 0,1-5-10 16,-2 1-11-16,0-8-13 0,0 13-21 0,0-13-23 15,0 11-17-15,0-11-24 0,1 8-13 0,-1-8 0 16,1 7-15-16,-1-7-75 0,0 0-231 0,0 0 101 16</inkml:trace>
  <inkml:trace contextRef="#ctx0" brushRef="#br0" timeOffset="369.82">18114 16736 109 0,'0'-17'122'0,"0"17"-11"0,1-21-3 16,2 11-13-16,2-1-7 0,2 1-5 0,1 4-10 15,2-3-1-15,2 4-24 0,0 1 16 0,1 1-7 16,-13 3-14-16,27 1 6 0,-14 3-5 16,-2 0-3-16,5 4-1 0,-9 1-8 0,2 1-4 15,-2 6-4-15,0-2 2 0,-3 2-3 0,-3 2 1 16,1-1-4-16,-5 0-1 0,2 0-4 0,-3-1-4 15,0-4-1-15,0 0 1 0,-2 2 7 0,0-5-7 16,2 3-2-16,-4-5 2 0,1 3-2 0,7-10 0 16,-13 10-4-16,13-10 2 0,-13 8 3 0,13-8-1 15,-13 5-1-15,13-5 7 0,-9 2 11 0,9-2-8 16,0 0-1-16,-10 3 4 0,10-3-7 0,0 0-1 16,0 0-4-16,0 0 2 0,0 0-4 0,0 0-2 15,0 0-1-15,0 0-11 0,20 18 9 0,-9-12 1 16,0 3-7-16,5-1-14 0,0 4-33 0,-1-3-25 15,3 1-33-15,-1-1-35 0,0 1-82 16,-7-4-244-16,2 2 109 0</inkml:trace>
  <inkml:trace contextRef="#ctx0" brushRef="#br0" timeOffset="648.91">18567 16773 186 0,'0'0'168'0,"0"0"-9"0,-7-12-14 0,7 12-12 16,0 0-8-16,-14-4-9 0,14 4-8 16,0 0-4-16,-20 17-10 0,9-2 0 0,3 3-7 15,-2 7-5-15,1 5-7 0,4-2-6 0,0 4 2 16,2 0-7-16,-1 1-6 0,3 2 1 0,4 0-6 16,-2-1-6-16,2-1-9 0,2-3 6 0,2 3-7 15,2-3-5-15,-2 0 0 0,3-3-4 0,-2-1-4 16,-1-2-3-16,1-5 0 0,0-1-2 0,7 5-2 15,-9-8-2-15,1 1 0 0,-3 0-17 0,-2-3-20 16,2-1-18-16,0 0-14 0,-4-12-24 0,1 22-21 16,0-13-14-16,-1-2-29 0,0-7-19 0,-1 14-128 15,1-14-311-15,0 0 138 0</inkml:trace>
  <inkml:trace contextRef="#ctx0" brushRef="#br0" timeOffset="797.99">18498 17220 5 0,'0'-12'135'0,"0"12"10"0,4-11-39 16,-4 11 1-16,0 0-16 0,13-12-5 0,-13 12-5 0,22-6-14 15,-11 4 1-15,7-2-30 0,-1-1-24 0,2 2-34 16,1-2-37-16,7-4-88 0,-8 3-156 0,8-6 70 16</inkml:trace>
  <inkml:trace contextRef="#ctx0" brushRef="#br0" timeOffset="1305.53">19385 16705 10 0,'-6'-8'168'0,"6"8"-9"15,0 0-14-15,-10-7-19 0,10 7-11 0,0 0-7 16,0 0-7-16,0 0-9 0,0 0-10 0,-30 16-9 15,22-6-2-15,-4 1-9 0,-1 2-10 0,-5 5 1 16,1 4-6-16,0-3-7 0,-1 1 1 0,2-5-7 16,-3 5 3-16,5-7-9 0,-6 6-3 0,6-4-1 15,-2-5 2-15,2 1-5 0,3-4 7 0,-1-1 1 16,5 3 3-16,-2-5 1 0,2 2 5 0,7-6-4 16,-13 7 12-16,13-7-8 0,-10 3 2 0,10-3-7 15,-9 2 1-15,9-2-5 0,0 0-7 16,0 0 1-16,0 0-13 0,0 0 10 0,0 0-6 0,0 0 4 15,0 0-4-15,0 0 0 0,31 9-6 0,-13-5 4 16,0-2-3-16,1 1 1 0,0 0 0 0,9 3 1 16,-9 0-2-16,1 0-2 0,6 4-2 0,-6-3-2 15,-3-2-14-15,0 3-23 0,1-2-16 0,-2 2-29 16,3 0-30-16,-2 0-38 0,-2 0-34 0,-4-1-113 16,-1 0-318-16,0-3 141 0</inkml:trace>
  <inkml:trace contextRef="#ctx0" brushRef="#br0" timeOffset="1635.01">19680 16797 158 0,'0'0'168'15,"0"0"-10"-15,0 0-8 0,0 0-9 0,0 0-14 16,-37 14-7-16,21-1-6 0,-2 6-10 0,-3 0-15 15,1 2-8-15,2-3-10 0,-4 2-3 0,7-7-5 16,-7 1-7-16,8 0-4 0,0-3-9 0,4-1 4 16,2-3-8-16,-1 0-4 0,3-2-2 0,1-1 0 15,5-4-4-15,-12 5-2 0,12-5 0 0,-5 6 0 16,5-6 2-16,0 0-12 0,0 0 2 0,0 0-2 16,0 0-3-16,0 0-2 0,0 0 0 0,0 0 0 15,0 0-2-15,0 0-1 0,49-10 1 0,-32 10 0 16,4-1 0-16,1 0 0 0,6-1-15 0,-2 1 3 15,2 1-12-15,1-2-27 0,1 2-25 0,0-1-26 16,1 1-16-16,1-1-32 0,-3-2 3 0,3 3-138 16,-1-2-297-16,-2-4 131 0</inkml:trace>
  <inkml:trace contextRef="#ctx0" brushRef="#br0" timeOffset="1970.51">20211 16658 34 0,'-8'-10'151'0,"-1"3"-8"16,0-1-3-16,9 8 9 0,-14-14-6 0,10 10-7 15,4 4-6-15,-9-9-9 0,9 9-7 0,0 0-19 16,-7-9-10-16,7 9-11 0,0 0-10 0,0 0 0 15,0 0-12-15,0 0-1 0,0 0-5 16,0 0-3-16,7 48 9 0,-2-29-5 0,-3 7-2 0,0 3 0 16,0-4-9-16,0 2-2 0,2 1-5 15,-1 2-4-15,-1-2 4 0,-2-1-6 0,2 0-2 16,-1-7-1-16,0 0-1 0,0-1-4 0,1 6 2 16,1-7-3-16,-1 0-7 0,-1-2-26 0,0 0-18 15,0-6-17-15,-1-10-16 0,3 23-33 0,0-13-21 16,-3-3-19-16,0-7-18 0,2 12-106 0,-2-12-290 15,0 0 128-15</inkml:trace>
  <inkml:trace contextRef="#ctx0" brushRef="#br0" timeOffset="2308.01">20166 16644 78 0,'3'-15'133'0,"-3"15"-7"0,1-11-7 16,-1 11-8-16,6-10-5 0,-6 10-15 0,9-5-11 0,-9 5-1 16,0 0-9-16,18-1-8 0,-18 1-9 15,0 0 3-15,21 7-11 0,-21-7-2 0,10 14-1 16,-8-2-10-16,0 0-1 0,-2-12 2 0,1 26-2 16,-4-13-7-16,0 3-2 0,-3 1 0 0,4-7-5 0,-3 2 2 15,-3-1-10-15,3-2 4 0,1 2-3 0,4-11-2 16,-10 14 6-16,4-5-4 0,6-9-7 15,-8 11 1-15,8-11 0 0,-4 12 9 0,4-12-1 0,0 0 4 16,3 16 0-16,-3-16 8 0,0 0-4 16,7 18-1-16,1-13 3 0,-8-5-3 0,15 9-12 15,-6-5 11-15,4-1-2 0,1-3-2 0,0 3-12 16,5 1-24-16,2-4-23 0,-2 1-34 0,-2-1-39 16,4-1-141-16,-2 2-282 0,-19-1 125 0</inkml:trace>
  <inkml:trace contextRef="#ctx0" brushRef="#br0" timeOffset="2688.67">20631 16754 10 0,'0'0'201'0,"0"0"-6"0,0 0-13 0,-2-14-7 0,2 14-6 16,0 0-17-16,0 0-10 0,0 0-12 0,0 0-19 15,0 0-9-15,0 0-10 0,0 0-10 0,0 0-8 16,0 0 3-16,0 0-4 0,0 0-10 0,0 0 0 16,0 0-2-16,5 34-11 0,-5-34 2 15,2 28-9-15,2-11 6 0,0 1-8 0,0-1 5 16,1-1-9-16,-1 8 11 0,0-7-6 0,1 7 0 16,0-7-6-16,0 8 3 0,0-7-7 0,0-1-1 15,-1-2-3-15,0 1 0 0,-2-1-6 0,2 0-1 16,2-2 1-16,-4-3-5 0,2 1 1 0,0-2-5 15,-1 1 3-15,0-3-6 0,0 3 5 0,-1-4-2 16,-1-1-2-16,3 1-3 0,-4-6 1 0,7 10 0 16,-2-7-1-16,0 1 2 0,-5-4-1 0,11 3 0 15,-11-3 2-15,23-1-15 0,-11-3-30 0,6-3-24 16,-3 0-30-16,3-2-24 0,-1-2-37 0,4-6-25 16,4 2-32-16,-2 1-165 0,-8 2-402 0,1-2 179 15</inkml:trace>
  <inkml:trace contextRef="#ctx0" brushRef="#br0" timeOffset="3289.84">18681 17767 129 0,'36'-10'124'0,"0"0"-5"0,16-4 7 15,1 1 2-15,1-1-11 0,5-1-5 16,0 1-7-16,5 4 2 0,0-3-12 0,28 4 3 0,-30 0-12 16,28-1 4-16,-29 3-4 0,33 0-7 15,-4-3-5-15,2 1-1 0,-27 6-10 0,27-4 0 0,0 0-3 16,-1-3-1-16,-28 7-3 0,31-13-4 0,-4 8 0 16,-25 0-9-16,30-3-1 0,-6 0-4 0,-28 5 0 15,-1-4 0-15,6 2-2 0,-5-1 6 0,-7-2-11 16,-2 3 0-16,1 2-4 0,-4-7-4 0,-13 7 2 15,0-2-6-15,-7 3-4 0,-2-2 2 0,-7 4 0 16,-3 0-3-16,-7 0 0 0,1-1-6 16,-11 4-12-16,11-2-14 0,-11 2-12 0,0 0-23 15,0 0-29-15,0 0-33 0,-41 1-37 0,11 3-59 0,-20 3-124 16,-4 0-362-16,-9 3 160 0</inkml:trace>
  <inkml:trace contextRef="#ctx0" brushRef="#br0" timeOffset="4343.96">18796 17783 64 0,'0'0'83'15,"0"0"0"-15,0 0-1 0,0 0-16 0,0 0-8 16,0 0-8-16,0 0-3 0,0 0-3 0,-34 15-1 16,17-7-9-16,-2-3 10 0,0 1-16 15,-2-2 11-15,-7 0-6 0,-1-1 6 0,-1 0-8 16,-2 1 4-16,2 0-6 0,-7 2 4 0,-2 0-9 15,-9 0 2-15,9-1-8 0,-1-2 13 0,-9 2-39 16,8-2 0-16,1-5 3 0,-11 0 3 0,14-2-3 16,-2-2 2-16,3-2 8 0,-14-8-4 0,5-6 11 15,11 4 1-15,-11-7 4 0,3-2 7 0,5-3-6 16,9 5 12-16,-12-9-7 0,6 0-3 0,8 8-7 16,-6-9 10-16,10 9-8 0,-1-1 2 0,3 0 2 15,1-1 5-15,-1-1-5 0,1 2-3 0,1-3-3 16,4-1 3-16,3-1 0 0,1 1 0 0,-2-1-12 15,4-3 7-15,5-1-1 0,-1 0-7 0,5 1 1 16,-2-10-9-16,2 10 7 0,2-11-5 0,0 13 7 16,3-3 0-16,4 1-5 0,0 0 1 0,0-11-10 15,11 1 13-15,-6 3-5 0,4-3-4 0,0 0 0 16,2-1 6-16,7 2-6 0,-1 1 2 0,1 2-2 16,1 1 8-16,5 2 2 0,-1 1-2 0,-1 1-4 15,6 5 7-15,4-2-8 0,0 3 2 0,2 6 4 16,1-2-1-16,1 2-3 0,2 1-6 0,1 0 0 15,-1 4 12-15,2 1-4 0,1 3-4 16,2 1 2-16,3 3 3 0,1-1-17 0,-3 2 12 16,5 4 2-16,-3 0 2 0,3 3-5 0,5 0 11 15,1 4-5-15,0-1-1 0,1 0 2 0,25 0-1 16,-29 4 4-16,0 0-9 0,5-3 6 0,-1 1 4 16,-1-2-7-16,30-2 7 0,-32 2 1 0,2 3 6 15,28-4-13-15,-28-1 2 0,2 0-2 0,-2 0 6 16,0 4-7-16,1-2 3 0,0-2-1 0,26 5 0 15,-31-2 1-15,2-1 4 0,2 2-4 0,-4-2 1 16,3 2 0-16,-1 1-3 0,-1-3 2 0,-2 2 4 16,2 2-4-16,-2-3 9 0,0 5-9 0,-1-2-1 15,-2 1 9-15,-1 1-3 0,2 0-4 0,-2 1 4 16,-3 0-3-16,1 4 2 0,4 0-1 0,-7-1 1 16,-1-1-1-16,0 9-10 0,-3-2 10 0,-9-4 0 15,10 7 0-15,-2 4 0 0,-12-8-4 0,11 9-1 16,-12-5 5-16,0 1-3 0,9 8 1 0,-1-4-7 15,0 4 2-15,-12-5 10 0,0 0-5 0,0 1-4 16,-3 3 1-16,-2 1 1 0,0-1 1 16,-4-1 1-16,0 0-6 0,-5-1-2 0,2-1 5 0,0 4 0 15,0-3-1-15,-1 1 4 0,-1 0-8 16,-3-1-2-16,2-2 10 0,-4 2-2 0,-2 4-1 16,-2-3-2-16,-2 4 2 0,-4 1 5 0,-3 0-8 15,-4-1 12-15,-1 2-7 0,-2 0-5 0,-4 0 2 16,0 0 2-16,-8 14-4 0,-2-6 5 0,-3-1-3 15,-4-1 1-15,5-12 7 0,-6 11-9 0,-6-1-1 16,3-3 3-16,-5-2-5 0,1 0 5 0,-4-2-4 16,0-2 7-16,-2-4-6 0,-2 2 5 0,-3-1 0 15,-2-5-6-15,0 6-2 0,-1-3 0 0,-1 1 4 16,-4-5-2-16,-1 0-4 0,-2 1 0 0,4-2-7 16,2-5-10-16,0 2-1 0,4-5-16 0,1 1-16 15,11-3-5-15,4-2-13 0,-2-1-13 0,2-3-5 16,-1 1-20-16,3-4-58 0,-1 1-185 15,0-3 82-15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8T10:49:00.3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23010 13900 5 0,'0'0'78'0,"0"0"-10"0,0 0-10 16,-5-2-17-16,5 2-12 0,0 0-7 0,0 0-8 15,0 0-23-15,0 0-19 0,0 0-19 0,0 0-50 16,0 0 22-16</inkml:trace>
  <inkml:trace contextRef="#ctx0" brushRef="#br0" timeOffset="341.61">23580 13741 5 0,'0'0'42'0,"0"0"-13"0,0 0-12 16,0 0-15-16,0 0-19 0,0 0-16 16,0 0 8-16</inkml:trace>
  <inkml:trace contextRef="#ctx0" brushRef="#br0" timeOffset="591.61">24116 13685 22 0,'6'-3'96'0,"-6"3"-8"16,0 0-13-16,0 0-10 0,0 0-15 0,0 0-5 15,0 0-17-15,0 0-4 0,0 0-17 0,0 0-21 16,11 7-16-16,-11-7-46 0,5 6-83 0,-5-6 37 16</inkml:trace>
  <inkml:trace contextRef="#ctx0" brushRef="#br0" timeOffset="864.32">24745 13698 68 0,'0'0'143'0,"0"0"-5"0,0 0-17 0,7-6-6 15,-7 6-18-15,0 0-2 0,0 0-13 0,0 0-3 16,3-7-15-16,-3 7 1 0,0 0-12 0,0 0-6 15,0 0-10-15,0 0-3 0,0 0-9 16,0 0-15-16,0 0-13 0,6-3-15 0,-6 3-21 16,0 0-6-16,0 0-7 0,0 0-17 0,0 0-22 0,0 0-69 15,0 0-172-15,0 0 76 0</inkml:trace>
  <inkml:trace contextRef="#ctx0" brushRef="#br0" timeOffset="1600.31">24181 14204 45 0,'0'0'49'0,"8"-2"-14"0,-8 2-14 0,16 0-20 0,-7 2-27 16,1-1-27-16,0 1 13 0</inkml:trace>
  <inkml:trace contextRef="#ctx0" brushRef="#br0" timeOffset="3823.29">24137 16177 39 0,'0'0'72'0,"0"0"-12"0,0 0 11 0,0 0-23 16,0 0-8-16,0 0 3 0,0 0-14 0,0 0 5 16,0 0-6-16,0 0 0 0,0 0 3 0,0 0-3 15,0 0-5-15,0 0 7 0,0 0-3 0,0 0 6 16,0 0-9-16,0 0-4 0,0 0 9 0,0 0-9 15,0 0 2-15,0 0-6 0,0 0 5 0,0 0-11 16,0 0 0-16,0 0 8 0,0 0-7 0,0 0-8 16,0 0 17-16,0 0-16 0,0 0 2 0,0 0-1 15,0 0-5-15,0 0 4 0,0 0 1 0,0 0-2 16,0 0-3-16,0 0-7 0,0 0 5 0,0 0-7 16,0 0 1-16,0 0-2 0,0 0 1 0,0 0-2 15,0 0-4-15,0 0 9 0,0 0-13 0,0 0-4 16,0 0-8-16,0 0-8 0,0 0-7 0,0 0-12 15,0 0-46-15,0 0-113 0,5 4 51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4T10:38:07.7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8318 5656 60 0,'1'-15'177'0,"3"5"-6"0,-2-3-5 15,-1 2-17-15,3 0-2 0,-2 1-11 0,2 2-10 16,-2 3-10-16,1-1-9 0,-3 6-15 0,6-8-4 15,-6 8-12-15,11 2-1 0,-11-2-10 0,14 14-2 16,-7 3-3-16,1 1 14 0,5 8-1 0,-7 5-11 16,2-2-6-16,-2 0-3 0,2 2-7 0,-3-2-4 15,-1 1-1-15,4-5-6 0,-5 1-4 0,1-3 0 16,1-5-6-16,-1-1 0 0,-3-7-2 0,2 2 3 16,0-3-10-16,-1-1 1 0,-1-1 0 0,-1-7 4 15,2 9 16-15,0-4 15 0,-2-5 12 0,0 0 0 16,0 0 0-16,0 0-11 0,0 0-6 0,0 0-2 15,4-25-4-15,-1 9-4 0,-1-3-4 0,6-8-8 16,0 1 1-16,1-5-3 0,11-12-2 0,3 2-1 0,-3-1-7 16,6 1-2-16,-1 0 3 0,-4 13-6 0,-1-2-1 15,3-1-3-15,-2 2 1 0,1 2-1 16,-3 4-2-16,0 3 0 0,-8 10-7 0,-2 1 3 16,4 2 0-16,-3 3-2 0,1 4-5 0,-3 1 1 15,3 7 5-15,4 5 1 0,-1 10 2 0,-1 1-4 0,-2 8 4 16,-2 2-2-16,-1 12 1 0,-2 0 4 15,-1-1 0-15,-3-9-1 0,2 12 2 0,-2-3 0 16,2-11-22-16,-1 0-22 0,-1-2-30 0,1 3-35 16,1 1-52-16,2-4-40 0,-1-1-45 0,-4 0-168 15,3-1-443-15,-1-3 197 0</inkml:trace>
  <inkml:trace contextRef="#ctx0" brushRef="#br0" timeOffset="385.82">9098 6328 1968 0,'7'-6'19'0,"2"2"18"0,-4-4-19 0,2-1-12 16,0 0-5-16,-2 0 5 0,1-2 11 15,1-4 18-15,2 0 8 0,-4 0 9 0,2-1 7 0,-2-2 2 16,-3-1-2-16,1-1-1 0,1 0 9 16,-2 0-6-16,0-5-7 0,-1 6-3 0,-1-6-3 0,-1 5 6 15,-1 1-6-15,0-5-4 0,-2 5-6 16,-1 1-6-16,2 2 3 0,-1 4 0 0,1 0-1 15,0 2 1-15,-2 2 1 0,2 0-2 0,1 3-3 16,2 5-6-16,-4-10-4 0,4 10-3 0,-3-8-3 16,3 8-1-16,0 0-3 0,0 0-6 0,0 0 1 0,0 0 0 15,0 0-1-15,0 0 0 0,0 0-1 0,0 0-1 16,12 22 0-16,-1-14-1 0,1-3 3 16,6 0-2-16,1 1-1 0,3 1-3 0,-3-2 0 15,1 0-4-15,0 1 4 0,-3 0-2 0,0-1 3 0,1 2-3 16,-3 1 1-16,-3 0-1 0,1 3-1 0,-2 1 1 15,-1 1 3-15,-2 2-1 0,0 2-1 0,-2 7-15 16,0-5-14-16,-3 0-23 0,1 1-23 0,-3-1-26 16,0 2-30-16,1-2-26 0,0-1-25 15,1-2-19-15,-1-4-16 0,2 1-135 0,1-4-383 0,2-2 170 16</inkml:trace>
  <inkml:trace contextRef="#ctx0" brushRef="#br0" timeOffset="1027.7">9900 5485 3 0,'0'-10'146'0,"0"1"-18"16,0 2-16-16,0 7-12 0,0 0-12 15,0-12-9-15,0 12-4 0,0 0-32 0,0 0-12 0,0 0-13 16,0 0-11-16,0 0-12 0,0 0-12 0,3 33 1 15,-3-24-6-15,2-1 3 0,-1-3-3 0,1 6 3 16,-1-6-3-16,0 2 5 0,-1-7 2 0,3 10 2 16,-3-10 7-16,3 7 10 0,-3-7 11 15,2 7 7-15,-2-7 6 0,0 0-5 0,0 0 3 0,0 0 18 16,0 0-9-16,0 0 14 0,0 0-1 0,0 0 0 16,0 0 4-16,0 0 4 0,1-24-4 0,-1 24 0 15,0-9 2-15,0 9 5 0,2-11-9 0,-2 11-2 16,1-8-6-16,-1 8-7 0,1-8 0 0,-1 8-6 15,0 0 0-15,3-7 0 0,-3 7-6 0,5-8 3 16,-5 8-8-16,2-8 5 0,-2 8 16 0,0 0 10 16,2-10 7-16,-2 10 5 0,0 0-1 0,3-6-6 15,-3 6 2-15,0 0 1 0,0 0-4 16,0 0 1-16,2-6-3 0,-2 6 1 0,0 0-5 0,0 0-2 16,0 0 2-16,0 0-8 0,-2-10-2 0,2 10-3 15,0 0 2-15,0 0 0 0,0 0-1 0,-3-10 1 16,3 10 0-16,0 0-3 0,-2-7-2 0,2 7-2 15,0 0-3-15,-6-8-5 0,6 8 0 0,0 0-1 16,-4-8 0-16,4 8-4 0,-5-6 2 0,5 6 8 16,-2-7 4-16,2 7-2 0,0 0-1 0,-4-6-2 15,4 6-1-15,0 0-4 0,0 0-6 0,0 0-3 16,-8-3-2-16,8 3-2 0,0 0-3 0,-14 17-2 16,4-2 4-16,-5 10 5 0,-2 5 2 0,-6 12 3 15,0 6 0-15,-3 3 6 0,6 5-1 0,-1 0-2 16,2-1-1-16,5 3 0 0,0 1 1 0,3-2-7 15,5 1 3-15,3 0-3 0,3-4 4 0,1-8-2 16,3-11 0-16,3-3-11 0,5 0-13 16,1-2-18-16,6-1-29 0,-1-2-31 0,5-1-16 0,0-2-34 15,3-7-33-15,6 1-17 0,2-3-27 0,-1-5-18 16,3 0-143-16,0-1-408 0,-1-5 181 0</inkml:trace>
  <inkml:trace contextRef="#ctx0" brushRef="#br0" timeOffset="1279.58">10565 5683 158 0,'1'-10'222'0,"0"4"-20"15,-1-1-19-15,0 7-21 0,0 0-15 0,0 0-10 16,0 0 4-16,0 0 3 0,-15 26-2 0,1 1-4 15,0 5-8-15,-8 12-7 0,-6 0-14 0,4-1-10 16,1-1-9-16,1 1-7 0,4-15-10 0,3 4-4 16,0-3-4-16,2 0-10 0,0-4-4 0,1 2-8 15,5-9-28-15,-1-1-32 0,0-2-43 0,1-1-47 16,2-3-46-16,-1-4-48 0,-2 2-174 0,0-3-404 16,0-3 179-16</inkml:trace>
  <inkml:trace contextRef="#ctx0" brushRef="#br0" timeOffset="1447.79">10281 5753 72 0,'5'-6'195'0,"-5"6"-20"0,0 0-16 0,0 0-20 16,0 0-12-16,10 12-15 0,-6-4 2 0,4-1-21 15,-2 4-11-15,3 3-29 0,3 0-44 0,2 0-55 16,5 5-70-16,-5-5-79 0,1 1-211 0,5 2 93 15</inkml:trace>
  <inkml:trace contextRef="#ctx0" brushRef="#br0" timeOffset="1592.62">10677 6111 2354 0,'5'5'118'0,"-1"0"-70"0,0-2-32 0,-4-3-12 16,8 7 2-16,-8-7-2 0,5 3 2 0,-5-3 9 15,0 0 5-15,5 6-1 0,-5-6-2 0,0 0 0 16,0 0-6-16,5 4-21 0,-5-4-32 0,0 0-40 15,0 0-42-15,10 2-58 0,-10-2-188 0,0 0-399 16,0 0 177-16</inkml:trace>
  <inkml:trace contextRef="#ctx0" brushRef="#br0" timeOffset="1835.87">11105 5560 74 0,'0'0'182'0,"5"-3"-16"0,-5 3 3 16,0 0-6-16,15 22 6 0,-10-3 3 16,2 11-7-16,-3 3-10 0,3 15-8 0,-6 2 0 15,1-5-18-15,1 1-13 0,-3-13-13 0,-3 3-7 16,-2 12-13-16,0-14-2 0,-1 2-8 0,-2-3-4 16,-2 1-5-16,-4 0-5 0,-2-2-3 0,-1 0-7 15,-1-3-6-15,-3 0 1 0,-2-1-11 0,-2-3-23 16,-2 0-35-16,-1-2-43 0,2-4-46 0,5 0-53 15,6-8-49-15,-1 0-156 0,4-4-402 0,2-1 179 16</inkml:trace>
  <inkml:trace contextRef="#ctx0" brushRef="#br0" timeOffset="1996.56">11519 5989 29 0,'12'-1'165'0,"-4"-1"-17"0,2 2-23 16,-2-2-29-16,-8 2-32 0,17 0-28 16,-6-1-32-16,-4 1-34 0,-7 0-77 0,12 3-115 0,-8 0 52 15</inkml:trace>
  <inkml:trace contextRef="#ctx0" brushRef="#br0" timeOffset="2127.41">11548 6114 77 0,'-3'4'179'0,"3"-4"-14"0,0 0-12 15,0 0-12-15,0 0-17 0,0 0-11 0,0 0-7 16,0 0-15-16,6 10-6 0,5-10-19 0,0 0-34 16,-11 0-49-16,33-7-62 0,-16 5-127 0,2-1-224 15,0-3 100-15</inkml:trace>
  <inkml:trace contextRef="#ctx0" brushRef="#br0" timeOffset="3855.78">13605 5129 19 0,'2'-16'221'0,"0"1"-3"0,-4 2-7 15,4 2-8-15,0 2-7 0,-2 0-6 0,0 3-10 16,0 6-15-16,1-12-17 0,-1 12-19 0,0 0-13 16,0-7-13-16,0 7-14 0,0 0-7 0,0 0-4 15,0 0-3-15,-1 29 5 0,2-11 2 0,-4 6-8 16,-1 3-5-16,4 1-9 0,-4 0-4 0,2 1-5 15,-2-1 0-15,4 1-5 0,-2-1-4 0,4-2-3 16,4-1-4-16,-4-5-4 0,4-4 0 0,-1 1-6 16,4-1-2-16,-2-1-3 0,0-3-2 0,1-2-4 15,1-2-4-15,1-2-7 0,0 1 0 0,-1-2-1 16,5-2 4-16,-1-3-4 0,1 0 0 0,2-3-1 16,2-4 2-16,-1 0-3 0,2-4 2 0,5-5 0 15,-8 2 0-15,2-4 1 0,-3-2-1 0,4 0-1 16,-6-2-3-16,-2 6 1 0,-4-3 6 0,2 2-5 15,-5 0 5-15,-2 0-4 0,3 2 6 0,-2 3 2 16,-3 2 10-16,2 2 0 0,0 1 4 0,-2 7-1 16,3-10-7-16,-3 10-5 0,0 0-3 0,2-6-1 15,-2 6 9-15,0 0 16 0,0 0 10 0,-7 40 2 16,3-16-3-16,-4 8 5 0,1 0 0 0,-1 14-3 16,1-10-5-16,-5 8 3 0,4-11-7 0,1 0-1 15,-2-3 0-15,4 0-10 0,-1-1 0 0,2 3 6 16,1-3-1-16,-1-1-25 0,4-2-19 0,-2-2-30 15,0-5-36-15,2-1-33 0,2-1-40 0,-2-2-46 16,2-4-58-16,0 1-43 0,0-3-173 0,-2-9-514 16,5 12 227-16</inkml:trace>
  <inkml:trace contextRef="#ctx0" brushRef="#br0" timeOffset="4172.2">14110 5521 27 0,'4'-7'224'0,"-4"7"-19"16,0 0-15-16,0 0-6 0,0 0 2 16,0 0-11-16,0 0-4 0,0 23-10 0,2-14-8 15,-2-1-8-15,3 4-12 0,0-3-7 0,1 1-5 16,3-2-6-16,-1 1-12 0,3-1-5 0,1-3-11 0,2 1-5 16,5 1-7-16,-2-4-8 0,-1-2-7 15,5-1-3-15,0-1-3 0,0-3-8 0,0-2-3 16,-1-1-3-16,-2 0-8 0,-2-1 0 0,-2-3-4 15,-5 1 0-15,-1 0-5 0,0-4-1 0,-2-2-4 16,-2 2 2-16,-4 3-10 0,0-7-1 0,-6 3 3 0,-2 1-3 16,-3 1-2-16,-3-1-1 0,3 3-8 15,-6 3-1-15,-1 1-12 0,0 2-16 0,1 3-13 16,0 2-21-16,-2 4-23 0,1 3-17 0,3 1-43 16,5 1-26-16,1-1-31 0,2 1-31 0,2 0-142 15,5-3-410-15,2-6 181 0</inkml:trace>
  <inkml:trace contextRef="#ctx0" brushRef="#br0" timeOffset="4337.26">14520 5519 2018 0,'11'-1'83'0,"-11"1"-25"0,12 0-16 0,-12 0-5 16,10-2-6-16,-10 2-9 0,9 0 4 0,-9 0 5 0,0 0 5 16,9 0 1-16,-9 0 0 0,0 0-4 15,8 0-5-15,-8 0-6 0,0 0-8 0,0 0-19 16,10 3-21-16,-10-3-41 0,8 2-33 0,-8-2-41 15,11 3-30-15,-3-2-171 0,3 1-369 0,0-4 165 16</inkml:trace>
  <inkml:trace contextRef="#ctx0" brushRef="#br0" timeOffset="4655.14">15104 5266 36 0,'4'-10'237'0,"0"0"-9"0,-3 4-9 0,1-1-13 16,-2 7-18-16,3-9-19 0,-3 9-18 0,0 0-15 0,0 0-6 15,0 0 4-15,0 0-1 0,-15 25 0 16,1-4 8-16,-2 4 1 0,-3 4 3 0,1 0 2 16,-6 11-10-16,5-8-17 0,-6 9-9 0,6-12-10 15,3-1-10-15,0-1-10 0,5-1-7 0,2-2-5 0,5 1-9 16,3-5 2-16,-2-2-6 0,7-4 5 0,0-2-19 16,0 0-8-16,5-3 5 0,0 0-12 15,0-3 6-15,4 0-7 0,-1-3-4 0,1 0-1 16,0-3-6-16,1-1-2 0,-1-3 9 0,-1-1-15 15,-1 0 0-15,-2-2-1 0,-2-2 0 0,1-1-5 16,-7 0 1-16,3 0-9 0,-4-1-9 0,-4-1-14 0,-1 4-16 16,-4 0-12-16,-6 0-14 0,-4 2-12 0,-8 2-21 15,-4 8-20-15,-3 1-28 0,-4 3-25 16,-8 6-27-16,-2 3-31 0,0 2-215 0,-1 0-490 16,2 0 217-16</inkml:trace>
  <inkml:trace contextRef="#ctx0" brushRef="#br0" timeOffset="4959.68">13348 6164 288 0,'-8'2'283'0,"8"-2"-27"15,0 0-18-15,0 0-12 0,31-5-12 0,9 1-10 16,50-6-1-16,12-3-5 0,14 0-8 0,15-3-18 0,3 0-15 15,11 0-10-15,3 2-1 0,0 4-9 0,-1-3 0 16,-2 1-14-16,-11 3-4 0,4-1-8 0,-10-2 1 16,-10 3 1-16,-5 3-28 0,-10 2-2 15,-12-1-7-15,-27 3-14 0,-6 0-2 0,-8 0-8 16,-13 0-4-16,-7 1 0 0,-3 2-11 0,-5-2-7 0,-9 1-3 16,-1 1-4-16,-1-2-8 0,-5 1-7 0,-6 0-13 15,10-1-14-15,-10 1-36 0,0 0-50 0,0 0-42 16,-36 6-45-16,1-1-52 0,-4 1-45 15,-19 4-47-15,-8-1-170 0,5 2-549 0,-4 0 243 0</inkml:trace>
  <inkml:trace contextRef="#ctx0" brushRef="#br0" timeOffset="5390.64">13385 6728 85 0,'0'-19'266'0,"0"1"-4"0,0 6-5 0,0 0-8 16,0 1-4-16,0 4-13 0,0 7-18 0,0-12-21 16,0 12-20-16,0-8-19 0,0 8-13 0,0 0-22 15,0 0-6-15,0 0-2 0,0 0-2 0,4 28 3 16,-4-8-13-16,0 5-11 0,1 2 0 0,-1 1-12 15,0 1-5-15,0 0 1 0,-1-1-13 16,-3 1-10-16,4-1-6 0,-2-3-1 0,-1 3-10 0,1-3-20 16,1-7-42-16,-1 1-43 0,2 1-43 0,0 0-53 15,-2-2-55-15,4-2-46 0,-4-3-211 0,4-4-521 16,0-2 231-16</inkml:trace>
  <inkml:trace contextRef="#ctx0" brushRef="#br0" timeOffset="5584.7">13715 6896 2484 0,'14'-7'64'0,"-6"3"-25"0,1-2-29 15,1 3-11-15,-2 0 4 0,1 0-4 0,3 1 2 16,1 1 6-16,5-2 2 0,0-1 6 0,0-2 0 16,2 3 3-16,2 0-3 0,6 1-1 0,-1 0-3 0,2-2-1 15,-2 2-16-15,0-1-25 0,-7 0-30 16,-2 2-37-16,-3 1-37 0,-1 0-34 0,-3-2-31 15,-4 2-136-15,-7 0-363 0,12 0 160 0</inkml:trace>
  <inkml:trace contextRef="#ctx0" brushRef="#br0" timeOffset="5770.35">14052 6714 205 0,'-5'-9'238'0,"-1"1"-6"0,3 3-14 0,3 5-19 15,-6-10-19-15,6 10-25 0,-7-4-16 0,7 4-17 0,0 0-1 16,0 0 7-16,0 0-4 0,-7 21 2 0,5-10-3 15,0 1-12-15,2 7-6 0,-1-3-12 16,1 4-8-16,0-1-9 0,0 2-6 0,1 4-7 0,-1-8-4 16,2 10-25-16,0-8-30 0,-2-2-45 0,4 3-35 15,-1-5-65-15,4 1-47 0,0 0-52 0,-3-6-148 16,7 1-419-16,-1-6 185 0</inkml:trace>
  <inkml:trace contextRef="#ctx0" brushRef="#br0" timeOffset="6021.5">14897 6500 112 0,'1'-11'304'0,"2"3"-25"0,-3 2-31 16,4 1-23-16,-4 5-25 0,3-6-12 0,-3 6-7 16,0 0 11-16,0 0 6 0,0 0-9 0,-3 36-14 15,-1-17-6-15,2 7-14 0,-1-2-13 0,0 4-9 16,-3-1-7-16,4 1-13 0,-1-2-12 0,0-2-6 15,2 2-12-15,-1 0-11 0,0-7 2 0,-1 5-13 16,2-4-14-16,1 6-15 0,0-8-18 0,0 2-20 16,-1-2-32-16,1-1-41 0,-2-6-40 0,0 5-35 15,0-4-38-15,0-2-28 0,0 0-22 0,-2-3-32 16,0-3-157-16,4-4-467 0,-9 2 207 0</inkml:trace>
  <inkml:trace contextRef="#ctx0" brushRef="#br0" timeOffset="6290.06">14914 6483 89 0,'3'-5'155'15,"2"-2"-10"-15,-1 4-7 0,-4 3 0 0,13-1-9 16,-13 1-3-16,14 3-5 0,-6 0-10 0,-3 0-6 16,1 3-10-16,1 1-11 0,0 1-6 0,-2 1-6 15,1 2-8-15,-4 0-5 0,-1-1-7 0,-1 2 0 16,-1-2-5-16,-3 0 2 0,2 2-2 0,-2-2 2 15,0 1-5-15,-2 0-1 0,2-1-3 0,0 0 1 16,-1-1-1-16,5 2 1 0,-3-2-6 0,-1-2-3 16,2 2-3-16,1-2 2 0,1-7-5 0,2 14-4 15,1-9-1-15,-1 3-13 0,3-2-21 0,3 2-19 16,4-3-35-16,0-2-30 0,9-1-35 0,8-1-20 16,-1 0-25-16,2-3-121 0,-2 0-324 0,0-4 144 15</inkml:trace>
  <inkml:trace contextRef="#ctx0" brushRef="#br0" timeOffset="6495.75">15418 6583 117 0,'7'-16'194'0,"-3"4"15"0,0-3 0 0,-1 4 3 16,-1 1-8-16,-1 4 1 0,0-1-12 0,-1 7-15 0,1-9-5 15,-1 9-30-15,0 0-18 0,0 0 5 0,0 0 5 16,0 0 9-16,-14 28-10 0,4-3 9 16,-3 2-10-16,2-1-5 0,-4 3-11 0,3-2-11 15,4 1-7-15,-2 0-13 0,1-1-8 0,0-1-10 0,4-1 2 16,-1 4-13-16,3-9-1 0,1 5-8 0,0-6-15 15,2-2-24-15,0 2-20 0,0-3-33 16,0 0-47-16,0-5-35 0,0 2-33 0,2-2-36 0,-2-1-41 16,0-3-25-16,0-7-209 0,-4 12-507 0,4-12 225 15</inkml:trace>
  <inkml:trace contextRef="#ctx0" brushRef="#br0" timeOffset="6643.7">15261 6854 203 0,'4'-3'204'0,"2"2"-20"16,5-4-20-16,1 2-21 0,1-1-8 0,0 3-12 16,7-4-15-16,1 4-14 0,2-1-31 15,-4 4-41-15,1-2-44 0,0 0-40 0,-1 0-60 0,-8 4-85 16,1-4-223-16,-12 0 100 0</inkml:trace>
  <inkml:trace contextRef="#ctx0" brushRef="#br0" timeOffset="6853.68">14708 7177 2819 0,'-23'3'126'0,"5"3"-55"0,5-3-41 0,4 0-15 16,2-2-6-16,0 5-2 0,7-6-1 0,0 0 8 16,23 3 3-16,6-2 5 0,9-5 3 0,19-3-5 15,7-2-2-15,33 0 7 0,-34 2-19 0,2 0-16 16,0-2-21-16,0 1-26 0,-6 3-23 0,-4-2-23 15,-4 1-18-15,-15 4-24 0,-1 0-28 0,-2-1-43 16,-10 3-167-16,-7 1-414 0,-2-1 183 0</inkml:trace>
  <inkml:trace contextRef="#ctx0" brushRef="#br0" timeOffset="7091.76">15161 7236 17 0,'0'0'249'0,"-7"7"-24"16,3 0-15-16,-3 0 4 0,2 6-5 0,-1-2 10 16,2 7-13-16,-3 0-10 0,1 7-18 0,-1 0-17 15,-2 3-5-15,1 2-7 0,0-1-12 0,3 0-11 16,-4-2-15-16,4 2-7 0,-1-3-10 0,2 1-10 16,3-1-8-16,-3-9-3 0,0 3-7 0,0-2-12 15,1-1-19-15,1-4-20 0,1-1-26 0,-3-2-28 16,2-2-30-16,0-1-21 0,0-1-33 0,2-6-32 15,0 0-15-15,-2 13-34 0,2-13-214 0,0 0-451 16,0 0 200-16</inkml:trace>
  <inkml:trace contextRef="#ctx0" brushRef="#br0" timeOffset="7606.69">15159 7300 82 0,'5'-5'196'0,"-2"1"-21"0,-3 4-20 0,5-9-3 0,-5 9-1 15,5-4 1-15,-5 4-7 0,0 0-8 16,0 0-3-16,0 0 1 0,13 11-9 0,-11-4-10 16,2 3-9-16,-3-3-9 0,-2 2-3 0,2 2-10 15,-1 3-6-15,-1-4-4 0,0 1-7 0,-4-1 0 0,1 1-7 16,1-3-6-16,1 4-4 0,-2-1-1 16,0 0 1-16,0-1-7 0,-1-2-7 0,4 0-1 15,1-8-2-15,-4 13-3 0,4-9-3 0,0-4 0 16,2 13-3-16,2-5 12 0,4-6-27 0,1 4-19 0,2-3-20 15,9-3-26-15,-1 3-28 0,8-6-32 0,1 2-13 16,-1-4-11-16,5 0-19 0,-2-1-4 16,0 2 6-16,-9-2-2 0,9-3 5 0,-5 3 17 0,-6-1 14 15,-1-1 15-15,-1 1 28 0,5 0 26 0,-10 1 25 16,-1 0 24-16,-1 0 41 0,-1 0 27 0,-3 2 23 16,1 1 18-16,-2 1 14 0,-5 2 5 0,7-7-3 15,-7 7-3-15,8-2-7 0,-8 2 0 0,0 0-13 16,7-3-9-16,-7 3-7 0,0 0 3 0,0 0 5 15,6 10 7-15,-6-10 7 0,1 13 3 0,-1-4 9 16,0 4-22-16,-2-2 12 0,-1 6-1 0,-1 1 1 16,0-2-1-16,-4 3-5 0,5 0-11 15,-4-1-12-15,0 6-6 0,2-6-11 0,-3-2 10 16,3-2-14-16,1-1-4 0,1 3-4 0,2-6-7 0,0-1 3 16,0-1-7-16,1-8 3 0,2 12-10 0,1-5 12 15,2-2-10-15,6-1 0 0,0 0-8 0,10-1-12 16,-1-3-15-16,9-3-23 0,3-1-26 0,-1 0-34 15,-1-5-32-15,2 1-39 0,1 2-32 0,1-3-44 16,15-8-45-16,-15 5-295 0,-2 0-619 0,1-2 275 16</inkml:trace>
  <inkml:trace contextRef="#ctx0" brushRef="#br0" timeOffset="7741.3">16496 7491 169 0,'0'0'168'16,"0"0"-32"-16,5-2-33 0,-5 2-38 0,0 0-65 16,0 0-108-16,-2-16-115 0,2 16 52 0</inkml:trace>
  <inkml:trace contextRef="#ctx0" brushRef="#br0" timeOffset="8512.44">21576 6551 201 0,'0'0'256'0,"0"-15"-11"0,0 15-10 0,0-11-12 16,0 11-15-16,-2-7-14 0,2 7-21 0,0 0-18 15,0 0 3-15,0 0-21 0,0 0-13 0,0 0-10 16,0 0-6-16,0 0 3 0,-6 27 4 0,4-11-13 16,-1 2-8-16,-1-1 3 0,0 7-14 0,0-3-10 15,2-3-8-15,-2 5-3 0,3-3-3 0,-3-1 0 0,3-2-10 16,0 1-5-16,-1-3-7 0,2-3-1 0,0-2 15 15,0 2-28-15,0 0-1 0,0 0 1 0,3 4-3 16,-3-4-18-16,1-2-24 0,0-1-29 16,2 1-33-16,-2-1-34 0,-1-3-32 0,0-6-39 15,0 0-33-15,-4 17-27 0,3-11-197 0,1-6-483 0,0 0 214 16</inkml:trace>
  <inkml:trace contextRef="#ctx0" brushRef="#br0" timeOffset="8807.43">21623 6511 12 0,'13'-11'204'0,"-3"3"-15"15,2 2-22-15,0 1-7 0,1 3-4 0,-1 2-5 16,0 0-4-16,0 2-6 0,-2 3-4 16,-1 1-2-16,-3 4-6 0,-2-1-10 0,0 1-13 0,-3 3-7 15,-1 0-4-15,-1 3-9 0,-4 0-8 0,-3-2-8 16,-2 2-4-16,-1 0-7 0,-1-2 0 15,-2 1-9-15,0-5-5 0,0 2-5 0,2-5 0 0,3 1-2 16,-2-3-4-16,3-1 2 0,2 0-4 16,1 0-4-16,1-1-3 0,4-3-3 0,-10 5 2 15,10-5-4-15,-5 5-5 0,5-5 0 0,0 0-3 16,-3 7-2-16,3-7 1 0,0 0-2 0,15 10-18 16,-4-6-17-16,4 4-29 0,4-1-36 0,-1 1-43 15,8 1-46-15,-1 0-50 0,-4-3-161 0,-1 0-425 0,7 1 188 16</inkml:trace>
  <inkml:trace contextRef="#ctx0" brushRef="#br0" timeOffset="9072.34">22115 6697 233 0,'-1'-10'257'0,"0"1"-6"0,-2 0-15 0,-1 3-7 0,0-1-9 15,-2 3-16-15,6 4-21 0,-9-6-15 0,9 6-15 16,0 0 4-16,-14 9 4 0,2 5 5 0,2-1-17 15,-1 10-12-15,-2 1 5 0,1 1-15 0,-2 3-1 16,5 4-13-16,0-2-11 0,2 0-10 16,-1 3-16-16,3-2 0 0,-3-4-13 0,4 3 0 0,3-4-10 15,0-2-4-15,1-5-3 0,-1 3-1 0,2-3-6 16,-1-2-1-16,-3-1-7 0,5 2-8 16,-1-1-20-16,0-4-22 0,-1 0-32 0,1-6-38 0,-3 6-33 15,1-4-42-15,1-9-55 0,-4 18-41 0,0-12-48 16,4-6-189-16,-10 6-538 0,3-3 238 0</inkml:trace>
  <inkml:trace contextRef="#ctx0" brushRef="#br0" timeOffset="9238.65">21909 6983 121 0,'0'0'246'0,"0"0"-25"0,13-8-19 16,-9 6-20-16,-4 2-11 0,0 0-17 0,27 0-15 15,-14 0-11-15,6 1-14 0,0-1-13 0,9 3-28 16,-1-2-52-16,2 2-67 0,3-3-72 0,-5-2-168 16,5 0-308-16,-4-2 137 0</inkml:trace>
  <inkml:trace contextRef="#ctx0" brushRef="#br0" timeOffset="10151.73">23061 6554 34 0,'0'0'191'16,"4"-4"-2"-16,-4 4-1 0,0 0-6 0,0 0-4 0,0 0-11 16,0 0-10-16,0 0-9 0,2-7-11 0,-2 7-12 15,0 0-12-15,0 0-11 0,0 0-9 0,0 0-6 16,0 0-12-16,0 0-8 0,0 0-5 0,0 0-6 15,0 0-5-15,0 0-9 0,0 0-1 0,0 0-3 16,0 0 1-16,0 0-6 0,0 0 2 0,0 0-4 16,0 0 3-16,0 0-5 0,0 0 6 0,0 0-3 15,0 0-5-15,0 0-3 0,0 0-3 0,0 0-1 16,0 0-5-16,0 0-1 0,0 0 0 0,0 0-3 16,0 0 0-16,0 0 1 0,0 0-2 0,-19 12 1 15,19-12-1-15,-8 8-3 0,5-4-1 0,-3-1 0 16,6-3 1-16,-9 11 0 0,4-9 1 0,0 1-2 15,5-3 6-15,-9 9-9 0,5-5 4 0,1 0-6 16,3-4 0-16,-9 6 5 0,9-6-2 0,-5 5-5 16,5-5 7-16,-6 6-3 0,6-6-2 0,-5 5 3 15,5-5-3-15,-7 7 4 0,4-3 1 0,3-4 1 16,-10 7 0-16,6-3-4 0,-1 3 5 0,0-4 0 16,-2 1-3-16,-1 2 6 0,2-1-3 0,-1 1 0 15,-6 1-3-15,0-3-2 0,4 0 6 0,-2 2-2 16,0-1 2-16,5-1-5 0,-2-2-1 0,0 2 0 15,2 0 2-15,0-2-1 0,-2 1-3 0,8-3-2 16,-11 4 2-16,11-4 6 0,-7 4-5 0,7-4 0 16,-7 4 0-16,7-4 2 0,0 0 4 0,-7 0 2 15,7 0-3-15,0 0-4 0,0 0 3 0,0 0 1 16,0 0 2-16,0 0 2 0,0 0-2 0,-7 3-3 16,7-3 2-16,0 0 3 0,0 0-2 0,0 0 2 15,19 4 2-15,-19-4-1 0,13 3-3 0,-2-3 1 16,1 3-2-16,2-1 2 0,-2-2 0 0,1 4-9 15,0-4 4-15,0 5 4 0,1-1-3 0,0-2 6 16,-1 3-10-16,2 1-2 0,-2-1 2 0,2 1-1 0,2 0-8 16,-4-2-12-16,-1 1-20 0,4 0-22 15,-1 2-26-15,-1-4-39 0,-1 2-42 0,1 0-28 16,1 3-36-16,2-3-189 0,-4 0-455 0,-1-5 202 16</inkml:trace>
  <inkml:trace contextRef="#ctx0" brushRef="#br0" timeOffset="10469.23">23520 6652 142 0,'-2'-10'215'0,"2"10"-18"0,0 0-12 0,-2-10-12 16,2 10-9-16,0 0-8 0,-16 4-4 15,6 1-2-15,-6 1-10 0,1 3-10 0,-2-1-13 0,-6 6-8 16,5-3-7-16,-1 0-10 0,2 0-10 0,-1 0-7 15,1-1-8-15,2-1-6 0,5-3-3 0,-2 1-9 16,5-2-3-16,-1-1-5 0,2 1-4 0,-2-2 2 16,8-3-4-16,-9 5-3 0,5-3-5 0,4-2-2 15,-6 4-1-15,6-4-1 0,0 0 2 0,0 0-9 16,0 0 1-16,0 0 4 0,0 0-7 0,27 4 5 16,-15-3-3-16,6 1 1 0,0 0-5 0,-1 0 0 15,2 4-7-15,1-1-1 0,1 0-13 0,4 5-16 16,1-6-26-16,-4 2-31 0,5 3-31 0,-2-2-43 15,-4-2-42-15,-1 4-47 0,-2-3-129 0,10 2-406 16,-7-4 180-16</inkml:trace>
  <inkml:trace contextRef="#ctx0" brushRef="#br0" timeOffset="10727.5">23838 6647 223 0,'1'-10'273'0,"2"0"-3"0,-1 5-12 16,-2 5-18-16,2-13-15 0,-2 13-21 0,1-7-22 16,-1 7-22-16,0 0-16 0,0 0-13 0,0 0-8 15,0 0 1-15,0 0 0 0,-9 37-12 0,6-17-8 16,-1-1-14-16,2 2-5 0,-1 2-5 0,-2-3-11 16,4-3-1-16,0 2-12 0,-1-1 3 0,-1 1-12 15,4 6-8-15,-1-8-7 0,1-1-21 0,-1 0-24 16,3-4-27-16,-1-1-25 0,1-1-33 0,-2 2-25 15,0-5-33-15,1-1-25 0,0 0-17 0,-2-6-15 16,3 8-22-16,-3-8-134 0,0 0-399 0,0 0 176 16</inkml:trace>
  <inkml:trace contextRef="#ctx0" brushRef="#br0" timeOffset="11213.45">23897 6591 57 0,'2'-5'156'0,"1"0"-12"15,-3 5-3-15,7-5-3 0,-7 5-1 0,11 0-4 16,-11 0-12-16,10 5-4 0,-5 0 0 0,0 0-3 0,1 3 0 16,-3 1-8-16,-1 0-9 0,0-1-4 0,-2 4-9 15,1-2 2-15,-2-1 0 0,-3 2 1 16,-1-1-4-16,2-1-2 0,0 0-1 0,0-2-4 16,-1-1-2-16,2 0-2 0,-2 0-6 0,1 1-8 0,3-7-2 15,-5 8-6-15,4-4-2 0,1-4-9 0,-3 9-1 16,3-9-3-16,0 0-4 0,3 9 0 0,-3-9-11 15,9 10-9-15,0-7-19 0,1 1-28 0,5-2-32 16,4 0-23-16,-1-1-27 0,4 2-16 16,1 0-14-16,-4-3-12 0,4 0 2 0,-2 0 9 0,-3-3 5 15,1 0 10-15,-3 0 24 0,-2 1 24 0,-1-2 19 16,-1-2 23-16,-1-1 31 0,-2 4 15 0,1-3 15 16,-2 0 21-16,0-1 22 0,-3 3 24 15,0 0 12-15,1 0 14 0,-6 4-3 0,8-3-2 0,-8 3-7 16,5-4-9-16,-5 4-9 0,0 0 8 0,0 0-2 15,0 0 1-15,14 12 10 0,-11-5 3 0,-1 2 3 16,-1 3-3-16,1 0-1 0,-2-1 2 0,-2 6-3 16,2 4-7-16,-1-1-12 0,1-4 3 0,-1 1-10 15,-2 0 2-15,3-1-14 0,-1-3-2 0,1-2-8 16,1 0-11-16,1 1 5 0,-2-3-7 0,2 2-9 16,2-3-9-16,1 2-17 0,2-3-5 0,0 0-36 15,7 0-26-15,3-3-26 0,3-1-41 0,8-1-30 16,1-1-27-16,1-1-26 0,3-1-12 0,1-5-15 15,-4 0-11-15,2-1-143 0,-4-2-428 0,2-3 190 16</inkml:trace>
  <inkml:trace contextRef="#ctx0" brushRef="#br0" timeOffset="11292.91">24731 6939 115 0,'8'-1'78'0,"-3"-3"14"15,1 1 11-15,-6 3-7 0,4-6-12 0,-4 6-5 16,0 0-7-16,1-7-4 0,-1 7-17 0,0 0-34 16,0 0-42-16,0 0-114 0,-25-2-150 0,13 1 67 15</inkml:trace>
  <inkml:trace contextRef="#ctx0" brushRef="#br0" timeOffset="11607.26">22127 7407 3308 0,'-63'2'18'0,"10"-1"62"15,20 0-37-15,10 1-24 0,9 0-18 0,3 0 1 16,6 3 9-16,5 0-3 0,0-5 1 0,41 20-1 16,17-7 5-16,50-3 0 0,16 2 0 0,15-3-7 15,17-4-2-15,12-2 4 0,13-3-3 0,4 4-11 16,-1-1-14-16,1 0-12 0,-6 2-14 0,-10-1-24 16,-9-4-26-16,-8 0-6 0,-14 0-12 0,-8-2-16 15,-10-1-7-15,-7-5-11 0,-10 6 5 0,-6-5 8 16,-35 2-3-16,-2-1 25 0,-8-1 10 0,-15-1 8 15,-11 5 14-15,-5-3-1 0,-7 0 5 0,-6 1-7 16,-3 1-33-16,-1-1-24 0,-4 5-86 0,0 0-245 16,-17-19 109-16</inkml:trace>
  <inkml:trace contextRef="#ctx0" brushRef="#br0" timeOffset="13171.9">11562 8793 229 0,'0'0'238'0,"-8"2"-20"0,8-2-17 16,-9 1-12-16,9-1-14 0,0 0-17 0,0 0-15 15,0 0-13-15,0 0-11 0,0 0-11 0,25-5-15 16,-8 4-23-16,5-3-42 0,6 2-42 0,1 0-41 16,-1-3-53-16,-7 4-50 0,2 1-136 0,-4-2-319 15,-6 2 141-15</inkml:trace>
  <inkml:trace contextRef="#ctx0" brushRef="#br0" timeOffset="13333.83">11599 8936 22 0,'-7'1'236'0,"0"1"-21"0,7-2-23 0,-11 2-14 16,11-2-15-16,-6 1-16 0,6-1-13 0,0 0-13 15,0 0-12-15,0 0-7 0,0 0-25 0,32 0-28 16,-11 0-45-16,10-1-45 0,6-1-44 0,-1 0-66 15,0-2-95-15,0 3-266 0,0-2 118 0</inkml:trace>
  <inkml:trace contextRef="#ctx0" brushRef="#br0" timeOffset="14127.84">8172 8839 118 0,'0'-17'246'0,"-2"1"-16"15,-1 0-19-15,3 4 3 0,2 1-7 0,-2 1-6 16,0 3-18-16,0 7-21 0,1-11-19 0,-1 11-17 16,0 0-11-16,0 0-8 0,0 0-2 0,18 28-5 15,-11-4-7-15,-3 5 1 0,5 4-12 0,-5 3-3 16,-2 10-2-16,0-12-7 0,-2-2-2 0,1 0-6 16,-1-2-6-16,0-3-5 0,0-7-6 0,-1-1 0 15,1-1 2-15,-2-7 6 0,1-1 0 0,1 1-3 16,-1-5-4-16,1-6 5 0,-1 11 10 0,1-11 1 15,-5 4-4-15,5-4 0 0,0 0-15 0,0 0-6 16,0 0-2-16,-4-32 1 0,5 17-7 0,0-5-4 16,6-4-3-16,-2-2 0 0,4-3 5 0,0 1-14 15,3-4-11-15,6-10 3 0,-4 12-6 0,2-2-1 0,0 0-1 16,1 3-3-16,5 3 1 0,-6 5 0 0,-3 6-6 16,2 2-1-16,-4 5 0 0,-1 3 2 15,1 5 3-15,1 2-6 0,2 7 5 0,-1 7 1 16,3 6-1-16,1 7-2 0,0 15 14 0,-1-1-9 0,-6 3 0 15,1 2 4-15,-6-1-2 0,2 2 3 0,-4-13-22 16,0-1-28-16,3 11-32 0,1-14-34 0,0-3-40 16,-1 0-40-16,3 0-33 0,3-6-34 0,-1 0-218 15,-2-5-519-15,1-1 230 0</inkml:trace>
  <inkml:trace contextRef="#ctx0" brushRef="#br0" timeOffset="14495.87">8787 9358 197 0,'0'0'247'0,"1"-17"-19"0,1 8-8 16,-2-2-4-16,1 1-10 0,-1-2-3 0,1 0-14 15,3-1-10-15,-3 0-9 0,0 2-18 16,3-6-12-16,-2 7-3 0,2-7-7 0,-2 1-13 0,1-2-9 16,1 1-5-16,-2 5-6 0,-1-3-8 0,1 4 4 15,0 1-8-15,1 2 2 0,-3 0 3 0,0 8-11 16,1-10-3-16,-1 10-3 0,0 0-13 0,-4-10-5 15,-2 7-3-15,6 3-3 0,-12 1-4 0,12-1-12 16,-16 3-2-16,9 1-3 0,-2-1-5 0,4 1 2 16,0 0-18-16,5-4-6 0,-6 9-6 0,6-9-19 15,1 10-6-15,-1-10-5 0,10 12-4 0,-2-4 0 16,1-2-2-16,5 1 6 0,1 0 3 0,3 0 0 16,-3 0 4-16,2 0 1 0,-3 3 4 0,0 0 4 15,-1 2 1-15,1 0 2 0,-3 4-2 0,0-1 2 16,-2 3 5-16,-3 0 2 0,-1 1 0 0,0-1-3 0,-2-2-12 15,-2 4-18-15,-1 0-19 0,-1-1-39 16,1-2-35-16,-3 0-25 0,3 0-18 0,0-4-23 16,2-2-31-16,-2-1-180 0,1-3-446 0,1-2 197 15</inkml:trace>
  <inkml:trace contextRef="#ctx0" brushRef="#br0" timeOffset="14745.81">9398 8835 16 0,'-1'-16'283'0,"2"4"-19"0,-2 2-13 15,-1 3-26-15,2 7-20 0,-1-8-19 0,1 8 4 16,0 0 6-16,-11 21-11 0,3 4-2 0,-1 5-4 0,-1 3-6 16,-2 12-3-16,3-1-7 0,0 2-8 0,3-11-17 15,1 0-7-15,2-2-14 0,1 1-7 0,3-3-1 16,2-2-25-16,2 2-5 0,2-5-8 0,1 0-6 15,4-3-10-15,-2-5-29 0,3-2-31 0,2-1-32 16,0-3-38-16,3-1-50 0,0-2-53 0,4-4-72 16,5 0-56-16,-6-3-200 0,7-4-548 0,-1 1 243 15</inkml:trace>
  <inkml:trace contextRef="#ctx0" brushRef="#br0" timeOffset="14955.33">10047 8894 228 0,'3'-9'273'16,"-3"3"-24"-16,0 6-27 0,0 0-6 0,0 0 11 16,0 0 5-16,0 0 4 0,-8 30-5 0,0-6-21 15,-2 3-10-15,0 1-9 0,0 3-12 0,-3 0-13 16,3 1-17-16,-2 0-9 0,1 1-17 0,-1-1-10 16,2-1 1-16,-3-2-21 0,3-1-19 0,2-3-32 15,2-7-28-15,2 0-34 0,-1-3-42 0,1-3-51 16,2 0-41-16,-2-2-55 0,4-4-54 0,-4 1-255 15,4-7-559-15,-4 6 248 0</inkml:trace>
  <inkml:trace contextRef="#ctx0" brushRef="#br0" timeOffset="15125.26">9813 9007 235 0,'4'-3'294'0,"-4"3"-35"0,0 0-23 0,0 0-27 15,0 0-19-15,0 0-18 0,14 12-14 0,-9-7-10 16,7 0-36-16,-3 2-36 0,6 1-46 0,-5 0-49 0,6-2-51 16,2 3-42-16,2-2-32 0,1-2-152 15,5 6-321-15,0-5 143 0</inkml:trace>
  <inkml:trace contextRef="#ctx0" brushRef="#br0" timeOffset="15257.5">10180 9187 63 0,'3'4'213'0,"-3"-4"-11"0,6 6-14 0,-2-3 4 16,-4-3-5-16,0 0 3 0,5 4-9 0,-5-4-7 15,0 0-13-15,0 0-16 0,4 5-17 0,-4-5-10 16,0 0-29-16,0 0-35 0,6 2-40 0,-6-2-61 16,0 0-63-16,0 0-67 0,12-8-151 0,-6 5-355 15,-6 3 157-15</inkml:trace>
  <inkml:trace contextRef="#ctx0" brushRef="#br0" timeOffset="15469.43">10397 8767 183 0,'5'-3'247'0,"-5"3"-22"0,13 3-19 0,-4 1-3 16,0 3 2-16,1 2 0 0,-1 7-8 0,5 5 1 15,-2 4-11-15,-2 1-13 0,-1 5-11 0,0-2-16 16,-3 0-12-16,-2 3-3 0,0-2-20 0,-4 3-7 16,-5 1-17-16,-3 1-4 0,-5 9-3 0,-1-10-8 15,-6 10-8-15,1-14-4 0,-3 1-9 0,-7 8-14 16,8-12-26-16,-2-1-31 0,-2 0-34 0,2-2-46 15,-2-2-42-15,1-4-56 0,8-4-49 0,-1-3-225 16,5-6-509-16,3 0 225 0</inkml:trace>
  <inkml:trace contextRef="#ctx0" brushRef="#br0" timeOffset="16445.68">13256 8595 109 0,'0'-8'276'0,"0"8"-8"16,3-10-20-16,-3 10-17 0,2-9-19 0,-2 9-16 16,0 0-16-16,1-8-20 0,-1 8-16 0,0 0-12 0,0 0 3 15,0 0-11-15,0 0-3 0,-3 40 3 16,5-12-6-16,-7 2-3 0,3-1-6 0,-2 3-9 16,4 0-2-16,-2-2-13 0,1-1-11 0,1-3-7 15,-2 1-2-15,5-8-9 0,-1-1-2 0,4 1-2 0,-1-1-6 16,0-1-3-16,2-3-8 0,-1-4 0 0,6 4-1 15,-3-6-2-15,1 1-1 0,4-2-7 16,-3-2 1-16,2-2-8 0,6 1 3 0,-6-3-4 16,1-1 7-16,-1-3-12 0,3-1-2 0,-5-2 4 0,5-5-4 15,-3 0-2-15,1-1-1 0,-3-2-1 0,-2-3 1 16,0-2 1-16,2-4-2 0,-2-1-1 0,1 7-8 16,-2-6 9-16,-3 6-4 0,-3 4 11 0,2 3 10 15,0 0 16-15,-3 2-3 0,3 2-6 0,-4-1 0 16,0 7-11-16,5-7-1 0,-5 7-8 0,0 0 4 15,0 0 2-15,7 24 0 0,-5-5 8 0,-4 7 21 16,0 5 7-16,0-1 15 0,-6 4-11 0,4-1-2 16,-1 0 4-16,1-1-7 0,2 2-5 0,-3-1-3 15,3 0 2-15,0-2-7 0,-2 0 1 0,1-2-1 16,2-2-9-16,-1 0-1 0,-2-2 3 0,4-7-9 16,0 0-24-16,0-1-40 0,0-4-37 0,0-1-47 15,0-1-45-15,0 1-38 0,0-2-41 0,2-3-44 16,0-1-33-16,-2-6-274 0,2 8-652 0,-2-8 289 0</inkml:trace>
  <inkml:trace contextRef="#ctx0" brushRef="#br0" timeOffset="16751.98">13739 9091 26 0,'0'0'272'0,"3"-9"-27"15,-3 9-23-15,4-3-24 0,-4 3-13 16,0 0-6-16,0 0 1 0,0 0 0 0,0 0-8 0,2 22-3 15,-2-14-11-15,5 0-10 0,-2-1-10 0,1 1-14 16,3 1-7-16,-1-1-10 0,4 1-10 0,5-2-7 16,1-1-9-16,1 0-8 0,2-4-7 0,2 0-7 15,7-2-1-15,-5-2-10 0,-3-2-2 0,0 0-8 16,0-2 0-16,1-3-2 0,-6 2-4 0,-1 1-2 16,-5-2-1-16,0-1-2 0,-3-3 3 0,-1 3-3 15,0-3 1-15,-5 1-2 0,0-2-7 0,-2-2 4 16,-1 2 0-16,-4 1-6 0,-4-2 2 0,0 3-5 15,-1 3-5-15,-1-1-1 0,-3 2 5 0,3 4-24 16,-5 0-12-16,-2 3-31 0,1 3-35 0,-3 1-40 16,2 3-51-16,2 1-59 0,2-1-74 0,-2 0-168 15,9 0-522-15,-2-2 231 0</inkml:trace>
  <inkml:trace contextRef="#ctx0" brushRef="#br0" timeOffset="16935.2">14277 9078 33 0,'0'0'308'0,"10"-1"-24"16,-10 1-6-16,7-3 6 0,-7 3-3 0,0 0-16 15,0 0-25-15,0 0-20 0,9 2-20 0,-9-2-20 16,0 0-24-16,0 0-21 0,0 0-38 16,8-2-46-16,-8 2-49 0,0 0-54 0,8 3-58 0,-8-3-58 15,5 4-54-15,-5-4-189 0,0 0-445 0,8 1 198 16</inkml:trace>
  <inkml:trace contextRef="#ctx0" brushRef="#br0" timeOffset="17286.02">14797 8805 42 0,'5'-6'276'16,"-2"0"-21"-16,-3 6-9 0,4-6-7 0,-4 6-12 15,0 0-8-15,0 0 4 0,0 0-6 0,0 0 7 16,-21 26 7-16,11-10 0 0,-6 6-6 0,-2 4-16 15,1 3 1-15,-2 2-16 0,-8 10-12 0,8-10-12 16,-5 10-16-16,4-12-18 0,4 4-3 0,3-4-21 16,1 1-9-16,3-2-11 0,3-4-8 0,6-5-7 15,2 0-7-15,2-2-5 0,1-7-5 0,7 5-2 16,1-2-12-16,5-3-11 0,0-1 0 0,2-4-16 16,3-3-16-16,3-1-10 0,-3-2 1 0,-3-1-10 15,2-3 0-15,-4-1-3 0,0-1 4 0,-3 0 1 16,-6-2-2-16,1 0 4 0,-3-1-8 0,-5 0 0 15,0-4 3-15,-4 2-2 0,0 0-2 0,-7-2 16 16,-3 2-14-16,1 0 9 0,-2 2-15 0,-5 3 5 16,0 2 9-16,0 1-2 0,-11 6-7 0,8-4-3 15,-10 6-12-15,4 1-33 0,5-2-24 0,-3 6-29 0,4-4-45 16,4 2-50-16,1 2-50 0,5-4-54 16,2 0-256-16,8 1-624 0,1-6 276 0</inkml:trace>
  <inkml:trace contextRef="#ctx0" brushRef="#br0" timeOffset="17607.34">15846 8944 64 0,'5'-9'344'0,"1"0"-11"0,-4 1-10 16,3-1 0-16,-2 3-4 0,-2-1-10 0,2 1-4 16,-3 6-15-16,2-8-12 0,-2 8-24 0,4-8-24 15,-4 8-24-15,0 0-19 0,0 0-22 0,0 0-10 0,0 0-6 16,-10 19-1-16,0-2-10 0,-6 8-12 0,1 1-7 16,-3 3-8-16,0 0-4 0,-1 3-17 15,-6 7 0-15,0 4-5 0,1-3-9 0,5-10-7 0,2-1-8 16,-2 0-10-16,0-2-12 0,1-1-22 0,1-2-34 15,1-3-34-15,3-6-47 0,1 1-63 16,1-1-58-16,-2-2-70 0,4-5-83 0,-5 2-354 0,3-7-786 16,0 0 348-16</inkml:trace>
  <inkml:trace contextRef="#ctx0" brushRef="#br0" timeOffset="17803.75">15521 9016 329 0,'0'-10'350'0,"0"10"-36"0,0 0-29 0,0 0-30 0,0 0-21 15,0 0-31-15,0 0-19 0,19 11-24 0,-13-6-36 16,2 1-40-16,2 1-43 0,7 1-51 0,2 3-47 16,5-1-43-16,6 3-30 0,-2-3-45 0,4 2-21 15,-3 1-121-15,3 1-341 0,1-1 152 0</inkml:trace>
  <inkml:trace contextRef="#ctx0" brushRef="#br0" timeOffset="17947.39">16005 9261 45 0,'17'10'235'16,"-3"2"31"-16,-7-3 1 0,2-2-7 0,-4-1-4 0,2-1 5 16,-4 0 2-16,3 1 9 0,-2-3 4 0,-2 4 0 15,-2-7-3-15,5 4 3 0,-5-4-7 0,5 5-5 16,-5-5-18-16,0 0-20 0,7 5-25 0,-7-5-15 16,0 0-21-16,0 0-27 0,5 2-36 0,-5-2-48 15,0 0-68-15,0 0-97 0,0 0-80 0,0 0-97 16,0 0-94-16,-13-23-301 0,5 16-737 0,-3 0 326 15</inkml:trace>
  <inkml:trace contextRef="#ctx0" brushRef="#br0" timeOffset="19683.45">7287 9811 83 0,'0'0'181'0,"-9"-1"-20"15,9 1-16-15,0 0-14 0,0 0-1 0,0 0-9 16,18 12-6-16,-3-8-5 0,12 5 1 0,4-2-11 16,20 6 4-16,7-5 0 0,32 2-3 0,-1-5-7 15,6 0-3-15,5 0-8 0,7-2-5 0,3 0-6 0,11 2-2 16,8-1-3-16,12-2-2 0,6 2 1 16,6-2-2-16,8 2-5 0,4-3 2 0,6 5-1 15,7-6-8-15,6 1-1 0,4 2-8 0,1-3-2 16,9 0-1-16,0 6-7 0,2-3-2 0,4-2 1 0,4 3-5 15,1-1-6-15,0 0 1 0,7 3 2 0,2-1-2 16,-1-1-5-16,1 3-6 0,4-4 6 16,1 3 0-16,-3-1-6 0,-2 4 0 0,2-4 9 0,-5 6-2 15,-3-4-3-15,-1 2-1 0,-8-1 2 0,1 0-2 16,-7 2 1-16,-3-3-4 0,-11 2 6 16,4-3-5-16,-9-2-1 0,-3 3-2 0,-11-3 3 15,-4 0 7-15,-3 0-4 0,-8-4 4 0,-8 3 5 0,-3-6 0 16,-10 1 1-16,-13 1 3 0,-2-3 2 0,-13 0 0 15,-8-4-7-15,-31 5-3 0,0-4 0 16,1 0-1-16,-8-2-3 0,-15 3 1 0,-6-6-1 0,3 1-1 16,-9 1-3-16,-3-4-3 0,-5-5 2 0,-6 6 3 15,-2-2-3-15,-6-5-6 0,2-4 2 0,-5 5 0 16,-2-6-7-16,-1-3 7 0,-3 2-3 0,-2-2-1 16,-3 0 6-16,1 0-20 0,-2-2 2 0,-1-2-6 15,-2 0 8-15,-6-12-10 0,-2 0 6 0,-1 0-1 16,2 1 1-16,-1 1 1 0,-1 1 5 0,0-2-6 15,3 1 3-15,-1-2-3 0,8 10 2 0,-4-9 2 0,7 7 0 16,-2-10 1-16,2 13 4 0,1-13-3 16,4 11-5-16,-2-11 12 0,-1 10-5 0,4 2 4 15,-2-13-8-15,2 12 3 0,-1 0-1 0,-1 2-1 0,1 1 2 16,-2 0 1-16,4 3-1 0,-5 1-4 0,2-3 9 16,0 5-6-16,-4-2 5 0,1 4-4 15,2 0 0-15,-2-2-1 0,-3 2 5 0,0 0-4 16,0 0 2-16,0 9-3 0,-1-1 3 0,0-7 2 0,-3 3-2 15,-3-1-3-15,7 6 3 0,-6-6 0 0,3 6-2 16,-6-2 0-16,0-1 4 0,-1 2 0 0,-2 0 0 16,1 3-7-16,0-1 13 0,3 4-9 0,-5-2-1 15,-2 3 1-15,-1 2 3 0,1-3 0 0,-1 3-1 16,-1 2-3-16,1 0 4 0,-1 0-3 0,1-1 1 16,0 3 3-16,-1-1-1 0,0 0 0 0,-3 0-2 15,0-1 1-15,2 4-2 0,-6 1 1 0,2-3 1 16,-1 2 0-16,-2 2 1 0,-15-3-4 0,10 2 6 15,-10-1-6-15,10 1 6 0,-12 1-2 0,1 0 3 16,-3 0-3-16,-5 2 1 0,0-4 0 0,-1 3-3 16,-3 1 4-16,-3-3 0 0,-22 5-2 0,25-5-1 15,-1 0 0-15,-26 1 7 0,-1-2-7 0,0 0 3 16,0 2-2-16,-1-1 2 0,-3 0-2 0,1-3 5 16,-3 5-6-16,-8-5 1 0,5-5 2 0,-2 6 2 15,-1-1 1-15,-5 5-5 0,-2-2 0 0,0-2 0 16,-7-4 0-16,1 2-2 0,-6-3 6 0,-5 2-5 15,2-5 4-15,-7 3-6 0,1 1 1 0,0 1 2 16,-8-2 3-16,1-3-4 0,-7 3 2 0,2 2-1 0,1-3-4 16,1 2 11-16,-6 1-5 0,-3-3-1 15,1 3-3-15,1 2-3 0,2-3 6 0,0 0-1 16,1 2 2-16,-1-1-1 0,0 5-2 0,8-6-5 16,-1-1 6-16,4 5-4 0,3-3 1 0,4-3 6 0,-2 1-7 15,1-6 3-15,7 6 0 0,3-1 3 0,4 2-3 16,3-6 11-16,1 6-11 0,2-1 2 0,4 3-3 15,4-1 1-15,5 1-1 0,3 0 0 0,4 0-1 16,0-1 2-16,24 0 0 0,0 3 2 0,-24-4-1 16,27 3 1-16,-1 1-1 0,0-2-1 0,2 3-4 15,-1-2 5-15,3 2 0 0,2-4 0 0,5 4-5 16,13-1 3-16,-12-5 0 0,13 7 3 16,4-2 0-16,-1 1 3 0,4 1-7 0,6-1 1 0,6 1 3 15,2 0-2-15,4-2 0 0,0 2-4 0,2 0 3 16,2 0 2-16,1 0-4 0,9 0 1 0,0 0-2 15,-12 0 4-15,12 0-5 0,-8 0 0 0,8 0 2 16,-8 4-1-16,8-4 12 0,-5 6-9 0,5-6-4 16,-1 9 2-16,1-9 1 0,0 9 3 0,0-9-3 15,2 16 0-15,-2-9 1 0,3 3 0 0,-3 1-3 16,1 2 4-16,2 2 2 0,-3 3-7 0,0-1 1 16,0 9 5-16,-3 3 0 0,2-3-1 0,-2 9 1 15,1-3-2-15,1 4 2 0,-2 9-1 0,-3 2 1 16,-2-1 2-16,3 1-2 0,0 1 4 0,0-2-4 15,-3 8 5-15,1 0 0 0,0 0-1 0,2 0 2 16,-3 0 4-16,0 0-1 0,1-2 5 0,-1-5-7 16,2 0 5-16,-2 0 0 0,4-12-1 0,-1 11 4 15,0-12-8-15,-1 0 8 0,0-2 2 0,3 2-8 16,0 0 5-16,-1-5 0 0,0 3-6 0,1-4 3 16,0 0 2-16,1-3-6 0,-1 1 6 0,2-9-6 15,-2 2 2-15,3-3-1 0,-3 0-5 0,5-1 0 16,-4-2 3-16,4-3-4 0,-2 0 2 0,2 0 0 15,0 3 10-15,0-3-13 0,1-1 3 0,1 3 1 16,-1 1 4-16,4 1-3 0,-3-3-5 0,3 4-1 0,-3-4 5 16,4 4-1-16,-3-3-5 0,3 2 0 15,-3-2 3-15,4 2-1 0,-1-1 0 0,0-3-4 16,1 5-8-16,4-3-15 0,-3 1-21 0,2-5-26 16,2 1-32-16,4-1-27 0,-2 0-34 0,10-1-31 0,-8-4-45 15,1 0-32-15,2-2-139 0,8 2-446 0,0-5 197 16</inkml:trace>
  <inkml:trace contextRef="#ctx0" brushRef="#br0" timeOffset="19815.99">7976 9732 72 0,'11'1'161'16,"7"-2"-7"-16,1-2-23 0,2 2-10 15,7-4-9-15,2 1-32 0,2-2-37 0,2-2-55 0,-1-1-132 16,5-1-156-16,-10-2 69 0</inkml:trace>
  <inkml:trace contextRef="#ctx0" brushRef="#br0" timeOffset="20126.99">7261 9800 168 0,'9'10'203'0,"1"6"-31"16,6 0-40-16,4 3-56 0,2 2-70 0,3-4-133 15,2 2-136-15,6-4 60 0</inkml:trace>
  <inkml:trace contextRef="#ctx0" brushRef="#br0" timeOffset="141768.79">17818 8882 30 0,'0'-7'71'16,"3"0"-4"-16,-1-1-7 0,-2 8 4 0,3-11-2 16,-3 11 0-16,1-7-5 0,-1 7-7 0,0 0-11 0,2-7-7 15,-2 7-1-15,0 0 0 0,0 0-3 0,0 0 1 16,0 0-5-16,0 0 2 0,0 0-2 0,0 0 2 15,0 0-9-15,11 16 6 0,-11-16 2 16,5 7-8-16,-5-7-3 0,5 7 9 0,-5-7-3 0,7 3-1 16,2-3-2-16,9-3-2 0,13-7-5 0,21-9-4 15,37-17-14-15,8-5-18 0,11-4-28 0,10-5-102 16,4 0-168-16,4-8 75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8T10:49:41.6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15584 8013 2 0,'-1'9'0'0,"1"-9"-1"0</inkml:trace>
  <inkml:trace contextRef="#ctx0" brushRef="#br0" timeOffset="2631.76">24739 7218 56 0,'0'0'62'0,"0"0"-7"0,0 0-1 0,0 0-10 0,0 0 3 15,0 0-8-15,0 0-7 0,0 0-10 0,0 0 4 16,0 0-16-16,0 0-12 0,0 0-10 0,0 0-11 16,0 0-46-16,-21 1-74 0,14-1 33 0</inkml:trace>
  <inkml:trace contextRef="#ctx0" brushRef="#br0" timeOffset="39824.75">11633 11386 2267 0,'13'-11'-83'0,"-1"-3"55"16,-5 6 15-16,1 0-25 0,-6 5-93 0,4 0-27 0,-6 3 2 15,0 0 6-15,0 0-102 0,10 12-273 0,-12-2 121 16</inkml:trace>
  <inkml:trace contextRef="#ctx0" brushRef="#br0" timeOffset="74670.06">12990 9484 25 0,'0'0'18'0,"0"0"-16"0,0 0-10 0,0 0-8 16,0 0 4-16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5T10:00:31.3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3527 3188 104 0,'0'0'97'0,"0"0"-2"0,0-12-17 0,0 12-6 16,1-11-4-16,-1 11-2 0,0-8-6 0,0 8-6 16,4-8 7-16,-4 8-17 0,0-9-5 0,0 9 3 15,2-7-3-15,-2 7 10 0,0 0-4 0,0 0-2 16,2-9-7-16,-2 9 3 0,0 0-2 0,2-5 2 15,-2 5-13-15,0 0-5 0,0 0 3 0,0 0-5 16,0 0 3-16,0 0-12 0,0 0 6 0,0 0-3 16,0 0 4-16,0 0-12 0,0 0 5 0,0 0 0 15,0 0-4-15,0 0 2 0,0 0-1 0,0 0 10 16,0 0-12-16,0 0 7 0,0 0-7 0,-10-5-4 16,10 5 0-16,-13 0 2 0,13 0 5 0,-18 2-6 15,6-1 0-15,0 1 1 0,-1 0-1 0,-1-2-3 16,3 2 2-16,-2-1 3 0,4 2-7 0,-2-2 6 15,3-1-2-15,8 0 2 0,-12 2 2 0,12-2-3 16,-9 0 0-16,9 0-1 0,0 0 3 0,-10 0-9 16,10 0 3-16,0 0 2 0,0 0 12 0,0 0 7 15,42 3-4-15,-12-4 1 0,4-1-3 0,5 4 3 16,13-4-3-16,1 0 2 0,-2 1 3 0,-12-1-10 16,12 1 6-16,-14-2 1 0,-1 3-4 0,1 0 2 15,-1 0-8-15,-2 2-2 0,0-4 5 0,-4 2-2 16,1 4 3-16,-3-5-4 0,-9 2-5 0,-1 1-11 15,1-1-15-15,-7 1-29 0,-2-2-23 16,2 3-16-16,-6-1-18 0,0 1-3 0,-6-3-8 16,8 3-64-16,-8-3-201 0,0 0 89 0</inkml:trace>
  <inkml:trace contextRef="#ctx0" brushRef="#br0" timeOffset="284.77">3763 3173 64 0,'0'0'193'15,"-9"-4"-11"-15,9 4-10 0,0 0-18 0,0 0-15 16,-7-1-19-16,7 1-19 0,0 0-6 0,0 0-9 16,0 0-6-16,-4 13-12 0,4-2-7 0,1 6-1 15,0 2-5-15,1 6-2 0,-1 6 4 0,-2 2-6 16,1-1-6-16,0 1 1 0,-2-1-8 0,2 1 0 15,0-1-5-15,-1 1-1 0,-3-2-2 0,3 1-1 16,-2 0 0-16,0-3-9 0,1 0 3 0,2-2-1 16,-4-1-3-16,4-1-1 0,-2 2-4 0,-1-2-27 15,-1-6-15-15,1 1-39 0,-5 5-42 0,-1 1-41 16,-1 2-160-16,-4-2-337 0,2 0 149 0</inkml:trace>
  <inkml:trace contextRef="#ctx0" brushRef="#br0" timeOffset="925.93">4089 3552 129 0,'-11'-7'130'0,"3"1"1"0,-1 1 3 16,4 1-3-16,5 4-2 0,-10-3 22 15,10 3-16-15,-7-7-14 0,7 7-14 0,-4-3-15 16,4 3-13-16,0 0-3 0,0 0-9 0,0 0-1 15,0 0-4-15,22 16-3 0,-9-7-6 0,2 2-7 16,-1 3-1-16,8 3-9 0,-4 1-2 0,-3-3-3 16,-3-2-4-16,0 1 2 0,-1 1-6 0,-2 1 1 15,-2-2-5-15,-2-1-1 0,-2 2-2 0,0-2 3 16,-2-2-4-16,0 7 0 0,-5-3-4 0,-1-1-2 16,-1-2-5-16,0-1-6 0,-6-1-6 0,-3 2-9 15,6-5 0-15,-4-2-2 0,1 0-1 0,0-2 2 16,-2 0 2-16,2-2 2 0,12-1 1 0,-23-4 1 15,14 1-2-15,0-4-3 0,0-2 5 0,2 0-2 16,4-1-1-16,0-1 4 0,5-2-4 0,3-2 6 16,4-1-8-16,2 3 3 0,3-2 0 0,7-3-3 15,0 1-11-15,4 2-6 0,-1 1-16 0,-1 1-18 16,4 4-18-16,0-1-19 0,-8 4-13 0,3 0-12 16,-5 1-92-16,4 0-240 0,-1 2 107 0</inkml:trace>
  <inkml:trace contextRef="#ctx0" brushRef="#br0" timeOffset="1316.91">4548 3574 42 0,'8'-4'68'0,"-8"4"6"16,5-8 8-16,-4 2 3 0,-1 6 13 0,0-9 2 15,0 9 6-15,0 0 2 0,0 0-4 0,-5-13-7 16,5 13-6-16,-5-6-6 0,5 6-7 0,-10-3-10 16,10 3-6-16,-17 3 2 0,8 2-9 0,-1 0-2 15,-2 6-2-15,-3 3 1 0,3 0 0 16,0 2-4-16,-5 6-3 0,5 1-6 0,0 2-3 15,5-6-3-15,1-2-2 0,3 1-4 0,1 0 0 0,0 0-3 16,2 0 5-16,2-1-11 0,-1-7-2 0,2 3-4 16,2-3 6-16,0 0-3 0,0-4 0 15,4 0 2-15,-3-2-6 0,2-1 1 0,0-1-1 16,3-2 0-16,-1-2-3 0,-2 0 4 0,2-1-6 16,-1-2 0-16,0-4 0 0,1 1-1 0,-2-3-3 15,-2-3 3-15,4-1-2 0,0 0 3 0,-7-1-2 0,1-1 0 16,-1 2-2-16,-2-3 0 0,0 4 4 15,-2 0-1-15,1 3 7 0,0 1 10 0,1 3 7 16,-1 7-6-16,-1-12-1 0,1 12-9 0,1-7 1 16,-1 7-2-16,0 0-4 0,0 0 1 0,0 0-3 15,12 22 2-15,-11-10-2 0,4 4 2 0,0 2 3 16,-1 0-4-16,-1 1 0 0,1 1-21 0,1 4-15 16,2 0-29-16,-4-5-21 0,1-1-33 0,1-2-38 15,0 0-22-15,-1-1-138 0,-3-3-334 0,2-3 148 16</inkml:trace>
  <inkml:trace contextRef="#ctx0" brushRef="#br0" timeOffset="1943.32">4685 3699 154 0,'1'-4'190'0,"-1"4"-24"0,0 0-17 15,3-11-10-15,-3 11-11 0,0 0-4 0,0 0-4 16,10 15-9-16,-8-4-4 0,5 3-11 0,-4 0 2 15,4 3-11-15,-3 2 1 0,-2-1-6 0,3-1-10 16,-1-6-8-16,-3 2 0 0,2-4-3 0,-2 1-8 16,2-5-5-16,-3-5-2 0,2 9 0 0,-2-9 16 15,3 9 11-15,-3-9 13 0,1 8 7 16,-1-8-6-16,0 0-4 0,0 0-12 0,0 0-8 0,0 0-7 16,0 0-2-16,0 0-3 0,8-33-10 0,-7 21-3 15,4-3-4-15,-1-1-4 0,3 0-3 0,2-7-9 16,-2 6-11-16,6-10-8 0,-3 4-6 0,5 0-3 15,-4 8 2-15,2 1 0 0,1 2-2 16,-5 3-4-16,-2 2 0 0,5 3 4 0,-2 4 1 16,8 0-3-16,-8 2 4 0,4 3 0 0,-4 1-1 15,3 7-2-15,0-1 5 0,1-1 0 0,-1 5 0 0,-3-1 0 16,0 2 3-16,2-4 0 0,-3 2 1 0,-3 0 2 16,2-4-1-16,-1-3-1 0,1 1 2 0,1 1 1 15,0-4 2-15,0 0 1 0,-3-2 2 16,5-3-1-16,-11-1-1 0,19-3 0 0,-9-1 0 15,-2 0 0-15,3-2-2 0,1-1 4 0,0-6-4 0,-1 4-1 16,-4 0 2-16,1-2 0 0,3-2 0 16,-6 0-10-16,1 2-6 0,-2-7-10 0,-2 0 3 0,-1 2-1 15,-1 0 2-15,-1-1 1 0,0 1 1 0,-3 4-2 16,1 1 7-16,2 3-5 0,0 1 7 0,1 7-3 16,-3-10-1-16,3 10-1 0,-5-5-1 0,5 5 1 15,0 0 5-15,0 0-2 0,-13 16 2 16,10-6 0-16,1 1 0 0,1 5 1 0,-2 3 3 15,2-2 1-15,1 2 0 0,3 5 0 0,-2 2-3 16,2 0 0-16,-1-1 3 0,2-7-2 0,0 1 3 0,-3 0 2 16,1-1 0-16,2-1-4 0,-1 1 5 15,-2-2 0-15,2 1 1 0,-3 0-1 0,-2-1 2 16,1-4-5-16,-3 5-14 0,-1-3-10 0,-5 2-10 16,1-1-18-16,-4-4-33 0,-2 3-24 0,1-2-39 15,-3-3-42-15,1 2-150 0,-3-6-372 0,6-2 165 16</inkml:trace>
  <inkml:trace contextRef="#ctx0" brushRef="#br0" timeOffset="2501.44">5845 3291 50 0,'-4'-6'148'0,"-2"0"-17"0,2 1-13 15,4 5-12-15,-10-8-15 0,5 7-10 0,5 1-9 16,0 0-2-16,-19 8-14 0,12 2-3 0,2 7 4 16,1 8 2-16,-6 7 0 0,2 15 3 0,-1-2-3 15,4-9 2-15,-2 10-4 0,3-11-6 0,1 1-3 16,1 0 1-16,2 8 2 0,-3-10-1 0,2-4-1 16,2-1-11-16,-1 1 4 0,1-1-5 0,-1-3-6 15,-1-2 8-15,0-5-8 0,-2 1-3 0,2-4-3 16,-2 0-1-16,2-5 0 0,-2 1-13 0,1-1 4 15,-2-1-18-15,-1 0-27 0,4-3-25 0,-3-2-34 16,0-1-33-16,4-4-22 0,-10 5-121 0,2-5-288 16,8 0 128-16</inkml:trace>
  <inkml:trace contextRef="#ctx0" brushRef="#br0" timeOffset="2912.91">5495 3666 106 0,'19'-3'111'0,"8"3"-5"0,5 0-15 16,2-6-3-16,-2 4-2 0,5-2-10 0,2 2 3 15,-2-1-6-15,-1 1-2 0,-2-3-1 0,-3 4-7 16,-2-3 6-16,-6 3-15 0,-4-2-9 0,-5 3 3 16,1-2-6-16,-4 2 2 0,-1-1-6 15,-3 1 7-15,-7 0 1 0,12 0-5 0,-12 0-1 16,7 1-2-16,-7-1-6 0,0 0-1 0,6 2-2 0,-6-2 8 15,0 0-6-15,0 0 1 0,-15 21-1 0,6-12 1 16,-3 3-4-16,5 1-1 0,-5 1 0 0,6-3-2 16,-2 3-1-16,3 2-4 0,0 0-1 0,2-3-3 15,3-1 1-15,0 0 0 0,3-1-1 0,1-1-1 16,-1 0 1-16,4 0-2 0,1-3 3 0,4-1 1 16,0 0-3-16,2-3 8 0,4 1-1 0,3-2-8 15,-1-4 7-15,3-2 2 0,-3 1 2 0,-1-4-3 16,1 1-1-16,-1-3 0 0,-3-1 4 0,0 1 6 15,-5-2-3-15,-3 1-1 0,-2-6-6 0,-1 3-1 16,-5-2 0-16,-5-2-15 0,-1 1-16 0,-7-6-7 16,-2 8-20-16,-6-4-6 0,-2 5-16 15,3 4-16-15,1 3-6 0,-2-1-22 0,0 3-20 0,0 2-26 16,1 3-7-16,2 3-121 0,1 2-299 0,1 2 133 16</inkml:trace>
  <inkml:trace contextRef="#ctx0" brushRef="#br0" timeOffset="3258.97">6179 3900 90 0,'9'-8'144'0,"0"-1"7"16,2-1-19-16,1-1-7 0,-3-3-13 0,1 2-10 16,0-3-2-16,-4 1 0 0,0 2 0 15,1-2-8-15,-4-3-14 0,0 0-5 0,-1 0-1 16,-1 1-12-16,-2-1-2 0,-1 0 4 0,1 3 27 15,1 3-3-15,-1 0-9 0,-2 3-4 0,0-1-8 16,3 9-8-16,-2-13-5 0,1 7-4 0,1 6-8 0,-1-8-5 16,1 8-11-16,0 0-1 0,1-11-6 0,5 7-1 15,2 0-1-15,2 0-2 0,4 4-4 16,7-3 0-16,1 2-2 0,7 1-3 0,-7 1 3 16,-2 0-3-16,2 2-1 0,-1 2-1 0,-2 1-1 15,-3 1 3-15,-2 2-3 0,-2-1 0 0,-3 0 1 16,2 4-3-16,-2-1 1 0,-3 1 5 0,-1-2-4 15,-1 3 3-15,0 3 1 0,0-4-2 0,-3 2 1 0,-1 3-23 16,-1 1-25-16,-1-8-40 0,-1 3-29 16,3 0-40-16,-3-3-27 0,1 0-131 0,-1-1-336 15,3-9 149-15</inkml:trace>
  <inkml:trace contextRef="#ctx0" brushRef="#br0" timeOffset="4311.6">6671 3727 78 0,'0'0'179'0,"0"0"-20"0,0 0-14 16,0 0-8-16,0 0-7 0,0 0-10 0,0 0-5 15,0 0-1-15,0 0-13 0,10 29-8 0,-8-19 2 16,1 2-4-16,1-2-8 0,-2 0-9 0,1 1-2 16,1-3-11-16,-4-8-2 0,4 14-6 15,-4-14-5-15,3 10-6 0,-3-10-1 0,2 11 5 0,-2-11 6 16,0 0 19-16,2 11 11 0,-2-11-10 0,0 0 1 15,0 0-9-15,0 0-7 0,0 0-3 0,0 0-3 16,0 0-7-16,-6-38-7 0,6 23-3 0,0 0-3 16,1-4-1-16,2 2-4 0,1-8-2 0,-1 7-3 15,5-6-3-15,-3 6-4 0,3 1 1 0,-2 4 0 16,1-3-4-16,3 3-2 0,-1 5 0 0,1 2-6 16,0 1 0-16,0 1-2 0,3 3-4 0,1 3 0 15,3 3 1-15,1 6 2 0,-1 0 0 0,-1 2 0 16,2 4-2-16,-1 6 3 0,-6-8-2 0,0-1 2 15,0 5-1-15,0 5 1 0,-2-6 1 0,-2-3-1 16,0-1 2-16,-4-5-1 0,1-1 0 16,1 0 1-16,-3-2 4 0,0 0 1 0,-2-6 6 15,0 0 9-15,2 8 4 0,-2-8-1 0,0 0-6 0,0 0 1 16,0 0-1-16,0 0-6 0,0 0-1 0,-15-23-2 16,14 13-4-16,-1-1-9 0,-2-1-8 0,3 0-6 15,1-4-8-15,1 0 0 0,1-4-12 0,5 2-6 16,1-1-1-16,5-4 0 0,-2 9 5 0,3-1 7 15,1 2-5-15,0 5 5 0,-4 1 1 0,3 3 1 16,-2 1 2-16,1 6 1 0,-2 2 3 16,1 1 2-16,3 6 2 0,-4-1 2 0,0 6 3 0,-1-1 3 15,0 1 0-15,-2-1 0 0,2 2-1 0,-4-2 9 16,1 1 3-16,1 0 7 0,-1-3 2 0,2 1 15 16,-2-7 4-16,-1 2 5 0,2-2 2 0,4 0 3 15,-3-4-5-15,4-1 5 0,-1 0-4 16,0-3-3-16,4-1-3 0,0-4-2 0,3-2 1 15,6-5-6-15,-10 1-2 0,3 2-2 0,-4-4 1 16,1 0-6-16,-3-1 4 0,1 1-4 0,-3-1 1 0,-1-2-8 16,-3 2-1-16,1-1-8 0,-2-2-2 15,-4 0 0-15,-1 1 1 0,0 1-5 0,-3 5 5 16,0-2 1-16,-1 2-2 0,-3 1 0 0,2 1-2 16,1 4 0-16,-1-2-2 0,-1 3 3 0,6 3-5 15,-14-1 0-15,14 1 4 0,-16 8-3 0,6 2 3 16,1-1 2-16,0 7-1 0,-2 0 0 0,1 1 1 15,-1 5 3-15,5 2-4 0,1-7 0 0,3-1 5 16,2 1 0-16,2 8 3 0,1-8 0 0,3-1 3 16,0 0 1-16,5-2 6 0,1-1 8 0,-3-2-1 15,8-4-2-15,2 2 4 0,1-4 2 0,0 0-2 16,-1-3-2-16,2-2 2 0,1 0-7 16,6-2 4-16,-6-1-4 0,0-3 3 0,5-2-8 0,-2-3 7 15,-2-3-3-15,-6 6-2 0,-3-2-1 0,0-3 0 16,-1 2-3-16,-5-3 2 0,0 0-2 0,-3-2-4 15,-2 0-9-15,0 0 3 0,-3-2-13 0,-4 0 6 16,-1-1-5-16,0 2 6 0,-4 2-2 0,0 0 2 16,-2 0 0-16,4 5 1 0,-2 1-1 0,4 2 3 15,-2 0-3-15,2 2 2 0,1 0-2 0,4 5 3 16,-6-6-1-16,6 6-3 0,-3-6-2 0,3 6 4 16,0 0-1-16,0 0 3 0,0 0 3 0,25 3-1 15,-9-2 0-15,3 2 0 0,3-1-2 0,-3 2 5 16,3 1-4-16,-3 2 3 0,-2 1 1 0,2-1-4 15,-6-2 0-15,1 5 1 0,-1 0 1 0,-4-2 1 16,1 6 1-16,-5-4 0 0,1 0 4 0,0 0 1 16,-1 6-1-16,0-5 3 0,-2 2-2 0,-1-2 2 15,0 1 0-15,0-1 1 0,0 2-1 16,1 4-3-16,-2 0-21 0,-1-6-31 0,1 2-24 0,1-1-26 16,0-1-45-16,3 1-50 0,3-3-37 0,-3 3-143 15,3-4-405-15,7 2 179 0</inkml:trace>
  <inkml:trace contextRef="#ctx0" brushRef="#br0" timeOffset="4907.35">8561 3498 87 0,'4'-7'191'0,"-2"1"0"0,-2 6 9 0,5-9-19 16,-2 6-19-16,-3 3-20 0,0 0-17 0,0 0-14 16,0 0-15-16,0 0-5 0,7 25-2 0,-5-6-10 0,-2 7-5 15,1 4-4-15,-1 0-3 0,1-1-9 0,2 4-3 16,-2-1-6-16,-2-1-5 0,4-2-2 0,0-4-5 15,0 0-2-15,1-7-1 0,1-1-3 16,1-2-1-16,1-3-4 0,3 1 1 0,-4-4-2 16,4 0 9-16,1-4-8 0,-2 0 1 0,2-2 3 15,1-1 0-15,2 0 1 0,0-4-1 0,2-3-1 16,1 0 1-16,2-4 0 0,4-4-4 0,-5 3-3 0,4-7 4 16,-6-3-9-16,1-1 2 0,-2-2 0 15,-3-1-3-15,-3-1-3 0,1 2 2 0,-4-4-3 16,-1 0 0-16,-1 2-3 0,-1-1 2 0,-2 2-5 15,-1-3 1-15,0 1-5 0,0 9 3 0,-1 0-3 16,1 0 2-16,-1 5-5 0,-1 3-3 0,2 0-20 16,-1 1-19-16,1 8-27 0,-1-9-37 0,1 9-12 0,0 0-11 15,0 0-19-15,0 0-33 0,0 0-28 16,0 0-122-16,-9 29-356 0,8-20 158 0</inkml:trace>
  <inkml:trace contextRef="#ctx0" brushRef="#br0" timeOffset="5172.96">9145 3420 61 0,'0'0'200'0,"4"-9"-3"16,-4 9-19-16,2-6-15 0,-2 6-16 0,0 0-24 16,0 0-9-16,0 0-13 0,0 0-4 0,0 0-8 15,4 30 6-15,-3-10-5 0,2 4-2 0,-3 7 18 16,1-2-3-16,-2 3-8 0,1-1-11 0,1-3-5 15,-2 2-9-15,0-5-7 0,1 1-4 0,0 2-2 16,0-1-7-16,0-1-4 0,-2-7-3 0,2 0-4 16,0 1-5-16,0-4-2 0,0 1-4 0,-1-2-7 15,1-3-17-15,0-2-23 0,0-10-32 0,-2 16-34 16,2-16-36-16,0 10-31 0,0-10-31 0,0 0-175 16,-3 9-388-16,3-9 173 0</inkml:trace>
  <inkml:trace contextRef="#ctx0" brushRef="#br0" timeOffset="5470.91">9025 3730 1516 0,'-5'-12'72'15,"5"12"-37"-15,-6-7-12 0,6 7-16 0,0 0-2 0,0 0-13 16,-3-9 11-16,3 9 6 0,0 0 3 0,0 0 8 16,0 0 7-16,23-3 0 0,-9 3 4 0,2-1-5 15,5 1 7-15,2 0 1 0,7-1 0 16,0 1 0-16,0-2 0 0,2 0-1 0,0 0-1 15,-2-1-1-15,-2 0-4 0,-10 3-1 0,2 0 0 16,-7-1-2-16,0 1 5 0,-2 0-2 0,-3 0-3 0,1 1-4 16,-9-1-3-16,11 0-4 0,-4 2 2 15,-7-2-2-15,8 5-2 0,-3-2-1 0,-5-3-2 16,6 7 7-16,-3 2 4 0,0 1 3 0,0 2-5 16,1-2 1-16,-2 6 1 0,1 1-2 0,1 0-2 15,0-1 1-15,-2-1 2 0,-1 1-5 0,1-3-23 16,0-1-42-16,1 0-46 0,-1 0-55 0,1-1-48 15,-2-1-139-15,1 0-367 0,-2-10 163 0</inkml:trace>
  <inkml:trace contextRef="#ctx0" brushRef="#br0" timeOffset="5635.92">9495 3495 30 0,'0'0'66'0,"0"0"-25"16,0 0-22-16,0 0-29 0,0 0-15 0,0 0-26 15,18 5 12-15</inkml:trace>
  <inkml:trace contextRef="#ctx0" brushRef="#br0" timeOffset="5879.74">9786 3401 76 0,'3'-5'212'0,"-3"5"1"16,3-11-5-16,-3 11-9 0,2-6-15 15,-2 6-23-15,0 0-21 0,0 0-13 0,0 0-16 0,0 0-6 16,8 17-5-16,-6 1-2 0,2 9-2 0,-1 2-6 16,0 3-3-16,-3 0-7 0,2 3-7 0,-4-1-6 15,1 12-4-15,-4-13-7 0,1-1-6 0,2 1-2 16,-1-2-3-16,2-3-5 0,0-1-2 15,-1-1-18-15,2-10-18 0,0 2-26 0,-1-2-36 16,2 0-32-16,-1-5-35 0,-1 0-19 0,2-1-38 0,-2-2-16 16,1-8-126-16,1 10-354 0,-1-10 157 0</inkml:trace>
  <inkml:trace contextRef="#ctx0" brushRef="#br0" timeOffset="6061.11">9959 3710 154 0,'0'0'185'0,"5"-11"-33"0,-5 11-6 0,0 0 2 16,8-2 2-16,-8 2-10 0,0 0-8 0,0 0-5 16,5 24-2-16,-3-8-2 0,-3-1-7 0,1 3-9 15,-1 7-9-15,1-6-7 0,-3 0-9 0,3-2-9 16,0 3-7-16,-1-2-7 0,2-3-17 0,-1-3-30 16,-1 1-34-16,0-2-52 0,2 0-71 0,-1-11-204 15,-4 19-376-15,3-13 167 0</inkml:trace>
  <inkml:trace contextRef="#ctx0" brushRef="#br0" timeOffset="6235.14">9995 3538 1931 0,'0'-11'-9'0,"-4"1"21"0,5-2-1 0,-2 4 13 15,1 8-17-15,-1-12 4 0,1 12-10 0,-2-7 0 16,2 7 3-16,0 0-5 0,0 0-5 0,0 0-23 15,0 0-25-15,0 0-27 0,21 19-38 0,-13-10-166 16,-1 0-307-16,1 3 137 0</inkml:trace>
  <inkml:trace contextRef="#ctx0" brushRef="#br0" timeOffset="6831.55">10074 3685 186 0,'0'0'180'0,"0"0"-19"16,18-10-17-16,-8 7-12 0,2-3-5 0,7 5-15 15,1-3-10-15,-2 0-16 0,3 0 0 0,-2 1-6 16,-3 0-15-16,-4 2 2 0,1 1-9 16,-2 0 0-16,-2 0-10 0,1 0 0 0,-3 4-1 0,0 1-3 15,2 3 2-15,-5 1-5 0,0 1 5 0,-1 3-4 16,-5 5 4-16,-2 2-4 0,-7 6 0 0,1 0-1 16,-2 3 3-16,0-6-10 0,-4 3 1 15,1-1-7-15,2-4-1 0,-1-3-5 0,4-4 8 16,-1-2-9-16,5-2-1 0,0-1-2 0,1-2-5 15,1-1 4-15,1-2 0 0,-1 2 2 0,4-6 4 0,-4 6 2 16,4-6-3-16,0 0 1 0,0 0 0 0,0 0-5 16,0 0 0-16,0 0-2 0,22-3-4 0,-9 0 0 15,0-1-2-15,1 1-6 0,5 0-4 0,1-2-15 16,1 0-17-16,-2 4-15 0,2 0-21 0,7-6-23 16,-8 4-18-16,-1 3-10 0,3-3-16 0,0 2-14 15,-2-2-9-15,2 0 3 0,-2 3 3 16,-2-3 5-16,3-1-79 0,0 0-243 0,-4 0 108 0</inkml:trace>
  <inkml:trace contextRef="#ctx0" brushRef="#br0" timeOffset="7193.4">10633 3908 606 0,'15'-10'-54'16,"-1"-3"14"-16,-3-2 4 0,1 1 16 16,-3-2 11-16,1-3 18 0,-4 3 6 0,1-4 9 15,-1 3 8-15,-3 0 7 0,-1-1 18 0,-2 5 13 16,2 0 17-16,-4 3 8 0,1 0 4 0,-3 1-8 16,0 3-2-16,-1 0 4 0,-4 3-3 0,0 0-3 0,-2 4 5 15,-2 4-3-15,-5 3 6 0,-5 6-5 0,-1 4-8 16,1 4-4-16,-1 0-6 0,3 3-6 0,1-2-6 15,2-4-10-15,4 4 0 0,-2 0-5 0,10-8-1 16,2 0-3-16,3-2-6 0,1 2 5 16,2-3-10-16,1-2-3 0,2-3-4 0,3 2-4 15,2-2-2-15,0-1 1 0,2-5-9 0,6 4-8 0,0-5-4 16,-1-3-2-16,0-2-6 0,-4 1 1 0,6-1-2 16,-7-1 1-16,-2 0 3 0,0-2-3 15,-2-3-1-15,3-2 1 0,-2-3-3 0,0 2 2 0,-3-2-2 16,1 0 3-16,-3 2 0 0,1-2 2 15,-1 5 5-15,-2 1 8 0,1 2 5 0,-2 1 0 16,-1 7 1-16,3-10-3 0,-3 10-2 0,3-5 1 16,-3 5 0-16,0 0 10 0,0 0 0 0,6 17 3 15,-6-7-5-15,1 1-1 0,-1 0-1 0,1 4 3 0,-1 2-4 16,5-2 1-16,-5 0 2 0,5 1-21 16,-2 0-24-16,-1-5-29 0,1 2-48 0,2-4-52 15,0 4-42-15,-3-4-141 0,1-2-373 0,-3-7 165 16</inkml:trace>
  <inkml:trace contextRef="#ctx0" brushRef="#br0" timeOffset="7462.75">11012 3478 230 0,'0'-9'245'0,"0"9"-17"0,-1-10-26 0,1 10-20 0,0 0-11 15,0 0-5-15,0 0 2 0,0 0-6 0,-5 32-16 16,3-12-4-16,2 8-5 0,-1 2-5 0,1-1-15 16,1 1 1-16,-1 5-10 0,-1-3-5 0,1-3-11 15,-1 4-9-15,1-3-3 0,-1-2-12 0,2 0-6 16,-4-2-3-16,3-6-5 0,0-1-9 0,0 0-8 16,-1 0-9-16,-2 0-14 0,2-2-28 0,0-2-32 15,0-3-30-15,-1-1-30 0,0-1-31 0,2-10-44 16,-3 10-11-16,2-7-39 0,1-3-169 0,0 0-432 15,-12 4 191-15</inkml:trace>
  <inkml:trace contextRef="#ctx0" brushRef="#br0" timeOffset="7759.37">10796 3759 37 0,'0'0'145'0,"0"0"2"0,19-2-16 0,-19 2-6 0,31 2-8 15,-9-4-3-15,8 2-10 0,0-1-8 0,1-2-11 16,2 0-1-16,-3-1-12 0,2 0-7 0,-2 2-1 16,-4 0-5-16,-4-1-4 0,6 1-8 0,-9-1-1 15,-2 1-8-15,0 2 0 0,-7 0-7 0,-1 0 3 16,-1 0-10-16,-8 0-3 0,11 2 7 0,-3-2 4 16,-3 4 15-16,-5-4 8 0,10 11 1 0,-6-3-4 15,0 2-2-15,0 1-3 0,2 4-1 0,-4 1-2 16,0 0 1-16,0 9-5 0,0-7-2 0,-1-1-4 15,-2 0-3-15,-1 0-5 0,4 0-3 0,-2 1-12 16,0-2-21-16,-2 0-38 0,2-3-55 0,0-3-41 16,0 1-52-16,0 0-135 0,2-4-358 0,-2-7 158 15</inkml:trace>
  <inkml:trace contextRef="#ctx0" brushRef="#br0" timeOffset="7938.13">11321 3488 99 0,'0'0'199'16,"-2"-10"-39"-16,2 10-23 0,-3-5-23 0,3 5-29 16,0 0-46-16,0 0-35 0,0 0-36 0,10 27-39 15,-6-16-52-15,0 2-133 0,1 1 60 0</inkml:trace>
  <inkml:trace contextRef="#ctx0" brushRef="#br0" timeOffset="8529.41">11581 3680 100 0,'0'0'170'16,"0"7"15"-16,0-7 5 0,-7 15-7 0,3-3-7 15,-7 4-15-15,3 0-7 0,0 1-13 0,-4-1-8 16,3 9-9-16,0-2-7 0,1 0-11 0,1-6-8 15,2-1-8-15,3 1-11 0,-3-2-5 0,5-2-9 16,0-2-4-16,1 1-2 0,3 0-9 0,2-5-4 16,-1 3-5-16,3-5-2 0,3 3-4 0,-1-4-3 15,3 1-2-15,0-5-2 0,0 0-7 0,0-1-6 16,-2-2-5-16,3 0-8 0,-3-3-5 0,1 0-5 16,-2 1-12-16,0-5-2 0,-1 1-4 0,-1-6-2 15,-1 1-3-15,0-3-2 0,-3 0 7 0,-1 0 1 16,1 0 2-16,-3 0 4 0,-1 0-1 0,0 1 3 15,0-1 0-15,0 3 2 0,0 3 0 0,2 1 9 16,0 1 7-16,-2 9-1 0,0-13-1 0,0 13 2 16,4-6-2-16,-4 6 1 0,9 0 1 0,-9 0 9 15,21 10 6-15,-11-1 0 0,5 3 1 0,2 0-2 16,-6 2 4-16,3 2-1 0,-3 0-3 0,1 1 0 16,-3 0-1-16,1-1-2 0,-2-2 0 0,0 1-1 15,-1-4 3-15,-3-1-2 0,-1-3 1 0,1-1 1 16,-3 1 5-16,-1-7 13 0,4 9 15 0,-4-9 5 15,2 7-2-15,-2-7-7 0,0 0-4 0,0 0-2 16,0 0-2-16,0 0-4 0,0 0-2 0,-20-19-7 16,17 13-1-16,2-6-5 0,1 1 3 0,0 0-6 15,6-8 1-15,-2 4-14 0,4-3 12 0,0 0-3 16,3-4-4-16,2 5-1 0,0 3-2 0,2 1-1 16,-1 2-1-16,0 1 0 0,-1 6 3 0,2-3 0 15,1 5 3-15,-3 1 1 0,3 2-3 0,-2 5 4 16,0-1 6-16,0 2 1 0,-1 0 1 0,0 4-4 15,0 1 4-15,-1 3 4 0,-2-2-7 0,2 0 2 16,-7 0-3-16,3 2 0 0,-2-1 1 0,-1 0 0 16,0-2-5-16,-2 1-14 0,1-2-20 0,-2 0-39 15,-2 2-37-15,2 0-59 0,-2-3-67 0,-2 3-253 16,0-3-519-16,-1-1 230 0</inkml:trace>
  <inkml:trace contextRef="#ctx0" brushRef="#br0" timeOffset="8976.84">12493 3471 118 0,'0'0'186'0,"0"0"-11"15,0 0-24-15,9-9-13 0,2 4-3 16,7 0-8-16,9-5-6 0,5 5-8 0,1-4-9 16,1 2-10-16,0 2-16 0,-1 0 3 0,-2 3 14 0,-1-2-10 15,-3 2-13-15,-7 1-14 0,-2 0-28 0,-4 1-29 16,-5-2-38-16,-3 2-22 0,3-1-53 0,-9 1-22 15,12 1-12-15,-12-1-100 0,0 0-266 0,0 0 118 16</inkml:trace>
  <inkml:trace contextRef="#ctx0" brushRef="#br0" timeOffset="9212.98">12552 3449 45 0,'0'10'163'15,"-5"4"17"-15,4 5-11 0,-1 6 1 0,0 4-2 16,0-1-2-16,0 4-9 0,2 0-7 0,-3-2-12 16,6 1-3-16,-7 3-10 0,3-3-8 0,0-2-8 15,0-1-10-15,-1 1-11 0,2-5-7 0,-2-5-6 16,0 1-7-16,0-3-8 0,-1-1-6 0,-2 1-3 16,3-7-3-16,0 2-9 0,0-1-20 0,-1-3-24 15,3-8-18-15,-6 17-33 0,2-11-28 0,1 0-54 16,3-6-29-16,-9 6-35 0,9-6-132 0,0 0-360 15,0 0 159-15</inkml:trace>
  <inkml:trace contextRef="#ctx0" brushRef="#br0" timeOffset="9727.84">12515 3778 148 0,'16'-3'171'0,"5"1"-3"0,3-2-14 0,5 1-7 15,0 3-12-15,0-3-18 0,3-1-14 0,2 1-5 16,-3 0-10-16,0 1-11 0,1 0-14 0,-3 0-16 16,-2 1-10-16,-4 0-17 0,-2-2-5 15,-2 1-10-15,-1 1 2 0,-5-1 1 0,-1-1-7 16,-1 3-3-16,-11 0-1 0,13-6 3 0,-13 6 1 0,12-7 1 16,-12 7 1-16,5-6 3 0,-5 1 2 15,0 5 9-15,0 0-2 0,0 0 1 0,-9-11 5 16,1 9-3-16,0 0 5 0,-3-1-3 0,1 4 11 15,-1 1 5-15,-6 2 5 0,3 3 3 0,-4 2 6 16,0 0-4-16,2 5-3 0,3 0-7 0,-4 0 8 16,2 5-10-16,5-4-1 0,0 0-3 0,3-2-3 15,3-1 0-15,-1 0 0 0,3-2 1 0,0 1-4 0,2-1 0 16,4 2 2-16,-3-4-4 0,7 0 2 16,-3 0-4-16,6-3 0 0,0 1-3 0,2-3-3 0,6-2 2 15,-4 1-1-15,5-5-3 0,-3 0-2 0,0 0-3 16,-3-1-2-16,1-4 1 0,-1 2-2 15,-3-1-3-15,-2-2-2 0,1 0-5 0,0-3 1 16,-1 4 1-16,1-6-1 0,-4 2-1 0,-1 2 0 16,1-4 0-16,-2 5 5 0,1 0 9 0,-3 4 0 15,3-1 1-15,-5 6-4 0,3-9-3 0,-3 9 4 16,0 0 0-16,0 0 7 0,0 0-1 0,0 0 1 16,10 24 3-16,-9-12 0 0,3-1-1 0,-2 0-2 15,0 3 0-15,2 3 0 0,-4-1 0 0,4-4-10 16,0 0-20-16,0 3-22 0,-1-5-38 0,1 2-41 15,4-4-51-15,-2 1-36 0,3-2-149 0,-3-3-382 16,3 1 170-16</inkml:trace>
  <inkml:trace contextRef="#ctx0" brushRef="#br0" timeOffset="9961.21">13481 3698 143 0,'0'0'198'0,"-9"-16"-5"15,2 11-3-15,-1-2-10 0,1 5-13 0,-5 2-2 16,1 1-8-16,0 5-8 0,-7 3-11 0,0 3-8 16,5-1-6-16,-8 10-6 0,6 2-8 0,-1-3-12 15,7-2-9-15,2 0-6 0,1-1-7 0,6 0-5 16,0 2-9-16,2-2-3 0,3-1-5 0,5-1-3 16,-1-2-4-16,5 0-8 0,1-1-12 0,4-2-32 15,-1-3-31-15,4-4-31 0,5 0-40 0,-7 0-47 16,1-5-34-16,1 1-206 0,-2 0-427 15,-4-2 190-15</inkml:trace>
  <inkml:trace contextRef="#ctx0" brushRef="#br0" timeOffset="10198.6">13767 3501 233 0,'0'-9'248'0,"0"-1"-2"16,2 4-12-16,-2 6-18 0,0-12-20 0,0 12-25 15,0 0-16-15,0 0-10 0,0 0-3 0,0 0-5 0,6 34-6 16,-4-15-5-16,1 5 0 0,-3 6-11 0,5-1 8 16,-5-1-6-16,4 4-9 0,-4-3-12 0,5 2-2 15,-5 1-9-15,0-2-9 0,2-2-6 0,0-2-6 16,2 0-3-16,-4-6-12 0,2-1-13 16,1-1-32-16,1-3-35 0,-4-3-43 0,0-1-42 15,-2 0-41-15,2-11-48 0,2 14-49 0,-2-11-208 16,0-3-499-16,0 0 221 0</inkml:trace>
  <inkml:trace contextRef="#ctx0" brushRef="#br0" timeOffset="10604.84">13645 3718 103 0,'9'-3'192'0,"3"-1"-10"16,1 2-1-16,5-1-13 0,0-1-11 0,4 1-13 15,-1 0-11-15,0 0-13 0,-2 2-9 0,2-2-13 16,-2 3-12-16,-3-1-3 0,-3 1-10 0,1 0-7 16,-1 0-7-16,-4 1-8 0,1 1 0 0,-2-1-2 15,-3 2-4-15,-5-3-4 0,12 6 1 0,-8-3-2 16,3 6 0-16,-3-4-3 0,2 4-2 0,-3 1 1 16,1 5 1-16,1 2-6 0,0-1 3 0,-1-1-4 15,0-3 0-15,0 4-5 0,3-1 0 0,-2-5-6 16,2 6 1-16,0-7-3 0,1 0 4 0,6 2 1 15,-3-3 0-15,3-3-2 0,1 1 0 0,2-4-1 16,0 0-2-16,-3-2 1 0,5-1 1 0,-5 0 6 16,-3-1 0-16,1-4 6 0,2 3 3 0,-4-4 5 15,2 1 5-15,-5-2 1 0,2-6-6 0,-1 1 1 16,0-1-2-16,-4 2-3 0,-2-3 4 0,-2 2-10 16,0 2-5-16,-2-6 0 0,0 5-10 0,-2-4-13 15,-4 6-6-15,-1-5-13 0,-1 7-12 0,-1 1-21 16,-2 2-19-16,-1 1-26 0,-1 1-28 0,-3 2-42 15,5 1-33-15,-5 4-35 0,3 1-167 0,-2 2-433 16,6-2 191-16</inkml:trace>
  <inkml:trace contextRef="#ctx0" brushRef="#br0" timeOffset="11063.97">14156 3983 143 0,'15'2'222'0,"-2"-2"0"15,-13 0-4-15,18-5-7 0,-9 3-9 16,2-3-5-16,-1 1-8 0,0-2-15 0,2-1-12 16,1-2-8-16,5 1-12 0,-5-3-13 0,-3 4 0 15,3-5-11-15,-4-1-15 0,1-1-8 0,0-2-14 16,3-8-2-16,-5 6-11 0,-1-1-11 0,-3-1 5 0,2 1-8 16,-3 2-19-16,-3-4 6 0,2 4-4 0,-4 2-2 15,-1 4-4-15,2 0 1 0,-2 0 0 16,-1 1-6-16,-2 3-1 0,-2-2-10 0,1 2 2 15,1 2-4-15,-3 0-4 0,2 2-1 0,7 3-1 16,-11-4-1-16,11 4-1 0,-9-2-1 0,9 2-1 16,-9-1 0-16,9 1-4 0,0 0-2 0,0 0 1 15,0 0 1-15,0 0 1 0,0 0-1 0,0 0 1 16,0 0 2-16,0 0-1 0,30 15-3 0,-13-13 2 16,5-2 0-16,6 3 5 0,-8-5-3 0,0 2 1 15,2 2-1-15,-4-2-4 0,2 0 2 0,-8 0 2 16,4 0-4-16,-3 2-1 0,-2 2 0 0,-2-2-4 15,2 2 3-15,-2 1-5 0,0 1 8 0,-2 0-6 16,-1 1 1-16,2 2 1 0,-2 1 2 0,-1 2 6 16,-1-2-1-16,0 4 1 0,-1 3 0 0,-1 0 4 15,-2 1-1-15,0-2-2 0,0 2 3 0,2-6-11 16,-4 3-21-16,2-2-30 0,0-1-34 0,-2-1-40 16,2-11-52-16,-2 18-33 0,1-8-53 0,1-10-171 15,-4 11-473-15,4-11 211 0</inkml:trace>
  <inkml:trace contextRef="#ctx0" brushRef="#br0" timeOffset="11249.06">14849 3646 67 0,'0'0'241'0,"2"-7"-15"15,-2 7-20-15,0 0-17 0,0 0-20 0,1-7-21 16,-1 7-15-16,0 0-13 0,0 0-8 0,0 0-10 15,0 0-12-15,-10 28-21 0,9-19-34 0,-2 2-39 16,3 1-60-16,0-2-50 0,0 6-52 0,0 1-95 16,0-5-281-16,3 4 126 0</inkml:trace>
  <inkml:trace contextRef="#ctx0" brushRef="#br0" timeOffset="11403.8">14861 3998 40 0,'4'8'216'0,"-4"-8"-4"15,2 7-1-15,-2-7 3 0,0 0-6 0,0 0-12 16,0 0-16-16,4 7-16 0,-4-7-21 0,8 1-7 0,-8-1-18 16,8 0-28-16,-8 0-37 0,0 0-49 0,19-5-58 15,-11 0-78-15,3 0-65 0,-5-2-104 16,4 0-325-16,2 0 144 0</inkml:trace>
  <inkml:trace contextRef="#ctx0" brushRef="#br0" timeOffset="11558.93">15141 3840 2078 0,'0'0'102'0,"13"-4"-41"16,-13 4-34-16,7-3-17 0,-7 3 5 0,0 0 15 0,0 0 13 16,11-4 6-16,-11 4 3 0,0 0-6 15,0 0-5-15,0 0-4 0,11-1 0 0,-11 1-7 16,0 0-11-16,13-3-22 0,-13 3-30 0,0 0-43 16,0 0-57-16,22-4-62 0,-22 4-179 0,0 0-403 15,12-2 179-15</inkml:trace>
  <inkml:trace contextRef="#ctx0" brushRef="#br0" timeOffset="12903.79">3511 4309 78 0,'0'0'162'0,"-11"-2"-15"15,11 2-11-15,-9 0-20 0,9 0-7 0,0 0 2 16,0 0-1-16,0 0 2 0,0 0-9 0,24 6 1 16,-6-4-1-16,1-1-2 0,11 1-9 0,2 0-3 15,2-1-3-15,4-2-3 0,14-1-6 0,0 1-6 16,0 0 0-16,3 0-9 0,0 0 0 0,4-2-7 16,-1 2-6-16,0-2-1 0,1 2-3 0,0 1 1 15,4-1-2-15,-3 3-4 0,0 0-2 0,-2-2-4 16,1 2 0-16,-2 0-5 0,0 2 1 15,5-1-4-15,-2-2-3 0,4 1 6 0,2-1-4 16,2 0 0-16,29 5-3 0,-7-5 1 0,-24 0-1 16,0-1-8-16,29 6 1 0,-31-5 3 0,26-1-2 15,-26 1-1-15,0-1-2 0,30-1 1 0,-29 1-4 0,24 1 4 16,-25-2-3-16,27 2 0 0,-26-1-2 0,26 4 0 16,-25-4 0-16,25 4-1 0,-34-2 3 0,11-1-4 15,23 0 8-15,-26 3-4 0,28-2-1 0,-28 0-3 16,34 3 4-16,-7-1 1 0,-3-4-3 15,-24 1 1-15,30-2-1 0,5 7-5 0,-7-3 9 16,0-3-5-16,2 3 1 0,3 2-1 0,3-1 1 0,-2-3-4 16,-2 3 1-16,-3 0-1 0,5 3 1 0,-1-4 0 15,-2 1-6-15,-3 5 8 0,2-1-5 16,5-8 0-16,-4 3 3 0,-3-1-3 0,3 4-2 16,-2 0 1-16,3-1 3 0,4-2 0 0,-2 4-2 0,0-1 1 15,2-1-1-15,-4 2-1 0,-2-3 1 16,7 3 0-16,-5 4 5 0,7-7 0 0,-3 2-2 15,4-4-1-15,1 1 0 0,1 0 0 0,-5 1 0 0,1-1-3 16,-2 3 0-16,1-3 4 0,1 3-4 0,2-2 3 16,1 0-3-16,-2-2 5 0,-6 2-2 15,3-2-4-15,-4 5-2 0,-4 1 10 0,9-2-4 16,-3-1 3-16,2 1 1 0,0-2-5 0,-5 5 5 16,3-4-6-16,-9 2-2 0,3-2-4 0,-1-5 9 15,0 2 1-15,-2 2-3 0,-25 1 3 0,27-3-3 16,-27-1 3-16,27 5 2 0,-32-1-5 0,-1 0-6 0,-3 0 12 15,3-1-2-15,-8 2-2 0,1-6-3 16,-14 3 2-16,1 1 11 0,-6 0-22 0,3 1 11 16,0-2 2-16,-5-3 0 0,3 3-2 0,-3 1 0 15,-4-4-3-15,2 3 5 0,-8-2-5 0,-1 1 4 16,-2-2-1-16,3 3-3 0,-4-2 2 0,1-1-2 16,-5 2-1-16,-4-1 1 0,-9-1 2 0,20-1 3 15,-20 1-3-15,12-2-7 0,-12 2 7 0,11 3-3 16,-11-3 0-16,0 0-9 0,0 0-9 0,14-3-8 15,-14 3-6-15,0 0-6 0,0 0-25 0,9-4-17 16,-9 4-13-16,9-5-4 0,-9 5-12 0,13-8-8 16,-1 1-16-16,3-1-11 0,1 2-20 0,4-2-15 15,0 1-13-15,5-3-18 0,6 1-108 0,-3-3-344 16,7-4 152-16</inkml:trace>
  <inkml:trace contextRef="#ctx0" brushRef="#br0" timeOffset="13577.61">15577 3416 28 0,'-5'-10'171'0,"5"10"-11"0,-8-5-17 16,8 5-8-16,-10 0-15 0,10 0-5 0,-26 12 7 15,11-1-5-15,-9 10-4 0,-2 4 0 0,-10 15 2 16,2 2-2-16,0 2-6 0,5 4-6 0,4 3-13 15,2-3-1-15,3 5-6 0,6-2 2 0,4-2-8 16,6-2-1-16,5-13-5 0,1 2-1 0,6 10 3 16,1-16-11-16,2 2-1 0,2-3-6 0,5-1-1 15,-2-5-5-15,3 1-3 0,4-5-5 0,-1 0 1 16,5-7-11-16,0 4 1 0,1-6-1 0,3-1-11 16,1-1-26-16,-3-2-23 0,2 1-27 0,-5-5-36 15,3 0-32-15,-9-2-25 0,8-2-56 0,-7 0-176 16,-2-5-414-16,-1 0 183 0</inkml:trace>
  <inkml:trace contextRef="#ctx0" brushRef="#br0" timeOffset="13817.18">15974 3567 1594 0,'-9'-11'-9'0,"3"1"22"0,0 1 10 0,0 2 4 15,1 2-15-15,3-3-6 0,-3 5 11 0,5 3-10 16,0 0 6-16,0 0 4 0,10-10 8 0,1 7 6 16,10 0 6-16,9 0 6 0,4-1-3 0,4-2 6 15,16 0-12-15,-2 2-4 0,-2 0-4 0,-12 2-1 16,2 1 0-16,-4-1-10 0,-2 0-21 0,-6 2-30 16,-7 0-31-16,-3 0-27 0,1 2-34 0,-6-2-22 15,-1 2-120-15,-4-1-292 0,-8-1 130 16</inkml:trace>
  <inkml:trace contextRef="#ctx0" brushRef="#br0" timeOffset="14065.19">16267 3466 121 0,'0'0'135'0,"-4"9"4"0,4-3-5 16,-2 4 15-16,-1 3-11 0,2 3-2 0,-1 2-2 15,0 9-4-15,-3 0 2 0,1 6 2 0,1-3-10 0,1 2-4 16,-1 2-9-16,1 2-5 0,0-4-6 16,1 0-8-16,1 0-11 0,0-2-5 0,0-3-7 15,1 1-6-15,1-3-1 0,-2-5-11 0,2 6-1 16,1-7-6-16,-3-1-11 0,1 0-22 0,0 1-26 16,1-7-41-16,-1 4-43 0,0-6-44 0,3 0-53 15,-2 0-165-15,-2-10-392 0,2 12 174 0</inkml:trace>
  <inkml:trace contextRef="#ctx0" brushRef="#br0" timeOffset="14506.31">16575 3721 1477 0,'16'-19'89'0,"-3"2"11"0,-4 5-24 0,0 4 10 15,-4-2-12-15,0 4 0 0,-1 1-9 0,-1 0 0 16,-3 5-6-16,5-7-3 0,-5 7-3 0,5-5-7 15,-5 5-6-15,0 0-7 0,0 0 6 0,0 0-4 16,6 14 3-16,-4-5 5 0,0 7-1 0,0 9 3 16,0-6-2-16,-2 11 0 0,4 1-3 0,-4-2-1 15,1 2-2-15,1 0-3 0,0-5-1 0,-1 0-3 16,4-1 5-16,-3-5-4 0,1-1-5 0,1-2-1 16,2-2 4-16,-1 0-2 0,0-2-6 0,0-2-3 15,4-1 3-15,-3-1-1 0,2-2 1 0,2-1-2 16,0-2 3-16,1-1-2 0,4-2-1 0,0-2-7 15,4 0 5-15,-6-3 1 0,6-1-2 0,-3-4-1 16,2-3-10-16,3-3 9 0,-1-2-4 16,2-2 2-16,-4-2-6 0,-1-1 3 0,1-3 1 0,-7-2-2 15,3-1-5-15,-5-5 0 0,-1 0 3 16,0 3-1-16,-1-4-2 0,-2 2 0 0,-2 3 0 0,-2 2-11 16,2 1 13-16,-3 8 2 0,0 0 6 0,1 6 0 15,-3 0 3-15,2 3-3 0,0-1 2 0,-2 3-3 16,2 7-4-16,-2-10-4 0,2 10-3 0,0 0-19 15,0-9-21-15,0 9-18 0,0 0-14 16,0 0-12-16,0 0-33 0,0 0-33 0,0 0-52 16,-8 21-38-16,8-10-193 0,0-11-468 0,-5 19 207 15</inkml:trace>
  <inkml:trace contextRef="#ctx0" brushRef="#br0" timeOffset="14749.28">17348 3552 16 0,'0'0'243'0,"0"0"-20"0,0 0-19 0,0 0-21 16,3-10-16-16,-3 10-14 0,16-4-10 0,1 0-8 15,3 0-12-15,7-1-13 0,4-1-11 0,-2 2-6 16,-8 3-10-16,7-3-11 0,-8 3-6 0,1-1-20 15,-3 2-26-15,-4 0-36 0,-3 2-18 0,-11-2-51 16,23 0-42-16,-16 1-27 0,-2 0-5 0,-5-1-109 16,0 0-289-16,0 0 127 0</inkml:trace>
  <inkml:trace contextRef="#ctx0" brushRef="#br0" timeOffset="14996.84">17381 3536 6 0,'0'0'133'0,"0"0"-5"0,-9 0-16 16,9 0-4-16,0 0-2 0,-1 9 8 0,1-9 14 16,-5 14 5-16,1-2-5 0,0 5 0 15,-1 8-5-15,0 1 2 0,0 1-9 0,0 4-8 0,0-1 2 16,-2 3 2-16,1 0-3 0,0 1-4 0,-2-6-7 16,3 0-9-16,0-1-4 0,-2 1-9 0,1-3-6 15,2-3-7-15,0-2-10 0,2-2 0 16,-3-1-6-16,3-1-4 0,1 1-3 0,-3-7-17 15,3 2-23-15,0-2-26 0,-1-1-33 0,2-9-36 16,-2 17-47-16,2-14-49 0,0-3-40 0,0 0-124 16,-8 11-384-16,8-11 169 0</inkml:trace>
  <inkml:trace contextRef="#ctx0" brushRef="#br0" timeOffset="15165.98">17303 3889 153 0,'0'0'182'0,"15"-2"-7"0,-8-1-4 0,3 1-9 16,2-1-11-16,7 1-16 0,-2-1-9 0,4 1-13 15,9-1-12-15,0 0-8 0,1-1-34 0,1 1-44 0,3 1-52 16,-1 0-62-16,2-1-151 0,-3-1-272 16,0-1 121-16</inkml:trace>
  <inkml:trace contextRef="#ctx0" brushRef="#br0" timeOffset="15433.32">18042 3409 82 0,'-1'-10'245'0,"1"3"-9"0,0 7-25 15,1-12-22-15,-1 12-25 0,4-3-13 0,-4 3-14 16,13 8-7-16,1 8-5 0,2 3-6 0,4 6-8 15,0 8-6-15,3 6-9 0,-5 6-10 0,0-2 1 16,-9-9-10-16,1 14-7 0,-5 6-1 16,-2-2-3-16,-7-2-8 0,-5-2 0 0,-1-2-6 15,-6 2-4-15,1-3-6 0,-6-2-1 0,-7-2-5 0,0-2-14 16,-4-3-24-16,-3 2-30 0,-3-4-39 0,-4-4-41 16,12-8-70-16,-14 7-59 0,-7-5-139 0,2-2-409 15,1-4 181-15</inkml:trace>
  <inkml:trace contextRef="#ctx0" brushRef="#br0" timeOffset="23623.67">6894 5650 19 0,'0'0'137'0,"0"0"-13"0,0 0-3 0,0 0-10 16,-6-10-2-16,6 10-8 0,0 0-1 0,-6-4-4 15,6 4-2-15,0 0-6 0,0 0 1 0,0 0-7 16,0 0-4-16,-9-2-9 0,9 2-4 0,0 0-3 15,0 0-11-15,0 0-1 0,-12 0 5 0,12 0-12 16,0 0-2-16,-11 2 3 0,11-2-4 0,0 0-1 16,-9 2-2-16,9-2-7 0,0 0 2 0,0 0-7 15,0 0 1-15,0 0-3 0,0 0 4 0,0 0-1 16,24 3 2-16,-5-4-5 0,9-1 2 0,7 0-19 16,2-3 5-16,13-2-4 0,-11 2-1 0,-2 0-2 15,2 2-2-15,-2-3 6 0,-3 3-8 0,3-1 5 16,-5-1-6-16,0 1 1 0,-3 3 2 0,-8 0-5 15,-2 1-10-15,-1 1-29 0,0 2-11 0,-2-2-41 16,-1 0-16-16,-5 1-28 0,3 3-22 0,-7-1-115 16,-1 1-297-16,-2 0 132 0</inkml:trace>
  <inkml:trace contextRef="#ctx0" brushRef="#br0" timeOffset="23923.24">7145 5667 45 0,'0'0'138'0,"0"0"0"0,-9 3-6 16,9-3 7-16,-3 13-6 0,2-3 4 0,1 6-12 15,-1 3-10-15,2 8 1 0,-1 1-17 0,0 4-5 16,-4 2-8-16,4-1-3 0,0 0-6 0,-2 2-10 15,2-1-2-15,-3 2-4 0,2-3-5 0,0 1-6 16,-1-3-5-16,-2 0-5 0,2 1-5 0,-1-2-3 16,-1-3-1-16,2 2-2 0,-1-4-7 0,0 1 1 15,0-8-7-15,2 0-5 0,0-2-22 0,-2 0-21 16,2-3-26-16,1 0-31 0,0-4-37 0,0-1-19 16,1 1-152-16,-1-9-321 0,-1 11 142 0</inkml:trace>
  <inkml:trace contextRef="#ctx0" brushRef="#br0" timeOffset="24395.02">7729 5818 109 0,'2'-5'249'0,"-2"5"-21"0,2-9-15 0,-2 9-18 15,5-7-14-15,-5 7-19 0,0 0-16 0,0 0-15 16,0 0-11-16,0 0-16 0,0 0-8 0,0 0-2 16,5 18 2-16,-5-1-10 0,1 1-6 0,-1 1-10 15,-1 7-7-15,1 0-3 0,4 3-8 0,-8-1-3 16,8 0-3-16,-3 0-4 0,1 1-6 0,1-3 0 16,0 1-8-16,1-3 2 0,-1 0-3 0,3-6-4 15,-3-3-2-15,4 1 3 0,-4 0-7 0,3-4 0 16,-3-2-4-16,4 0 2 0,-2-1-1 0,4-1 0 15,-3-3 1-15,1-2-1 0,2 0-3 0,3-1 4 16,1-2-5-16,5-3 1 0,0-3 0 0,2-2-3 16,0-2 1-16,3-6 0 0,1-3-5 0,0 1 2 15,-2-5-1-15,-3-1 2 0,3 1 2 0,-2-2-5 16,-2-2 0-16,1-1 1 0,-1 1-2 0,-2-2 0 16,-4 0 2-16,2-1-3 0,-5-1 0 0,-1 2 0 0,1 0-3 15,-5 0 2-15,0 5 0 0,-3-2 1 16,-1 7 1-16,1 2-1 0,-2 0 1 0,1 6 2 15,-1 0-4-15,1 4 1 0,0 7-3 0,0-12 0 16,0 12-10-16,-2-8-19 0,2 8-24 0,-1-9-35 16,1 9-36-16,0 0-23 0,0 0-16 0,0 0-29 0,0 0-28 15,0 0-137-15,0 0-386 0,5 22 171 16</inkml:trace>
  <inkml:trace contextRef="#ctx0" brushRef="#br0" timeOffset="24640.72">8621 5638 163 0,'0'0'203'0,"0"0"-7"16,0 0-10-16,0 0-8 0,-8-17-14 0,8 17-13 0,0 0-13 15,0 0-14-15,12 0-11 0,-1-3-15 16,2 2-5-16,9-4-7 0,3 0-14 0,4 2-2 15,0 1-11-15,-2-2-14 0,-6 1-17 0,-3 0-21 16,0 2-25-16,1-2-21 0,-7 2-37 0,-1 2-14 16,-1-2-23-16,0 1-20 0,-10 0-12 0,11 0-115 15,-11 0-282-15,9 2 124 0</inkml:trace>
  <inkml:trace contextRef="#ctx0" brushRef="#br0" timeOffset="24894.74">8693 5596 101 0,'-11'6'136'16,"7"-2"-2"-16,0 1-18 0,1 5 22 0,-2 0 4 15,0 9 1-15,-2 8 2 0,2 1-4 0,1 4-11 16,-1 1-12-16,-2 1-9 0,1-1-10 0,-1 3-5 16,1-2-7-16,-2 12-3 0,1-11-5 0,1-2-3 15,-1 0-6-15,1-1-7 0,0-3-5 0,-1 0-5 16,0 0-6-16,1-1-3 0,-1-4-5 0,-1 1-1 15,2-5-5-15,-1-2-3 0,0 0-5 0,4 0-10 16,-3-4-20-16,2-3-21 0,1-1-27 0,1-2-15 16,2-8-28-16,-4 16-26 0,4-16-23 0,-3 9-17 15,3-9-13-15,0 0-115 0,0 0-313 0,0 0 139 16</inkml:trace>
  <inkml:trace contextRef="#ctx0" brushRef="#br0" timeOffset="25094.33">8604 6049 70 0,'0'0'158'16,"0"0"-6"-16,0 0-12 0,0 0-3 0,0 0-12 16,0 0 5-16,14-3-15 0,-5 3-14 0,4 1-13 15,5-1-1-15,1-1-14 0,0 0-6 0,10-1-27 16,-1-2-32-16,0 3-44 0,2-3-37 0,-3 2-36 15,1-2-104-15,-7 0-229 0,6-1 101 0</inkml:trace>
  <inkml:trace contextRef="#ctx0" brushRef="#br0" timeOffset="25287.92">9462 5989 84 0,'0'0'208'0,"5"0"-5"0,-5 0 5 15,0 0 1-15,0 0-1 0,11 0-14 0,-11 0-13 16,12-1-15-16,1-3-15 0,3 2-18 0,2 1-10 16,2-2-15-16,1 1-12 0,-2-1-29 0,2 0-27 15,-1 3-42-15,-2-1-42 0,0 1-41 0,1-2-44 16,-1 4-36-16,-5-1-161 0,-6-1-353 0,-7 0 156 16</inkml:trace>
  <inkml:trace contextRef="#ctx0" brushRef="#br0" timeOffset="25482.3">9530 6128 81 0,'0'0'193'0,"-5"4"6"16,5-4-2-16,0 0-2 0,-6 5-13 0,6-5-12 16,0 0-16-16,0 0-15 0,0 0-11 0,0 0-11 15,17 7-8-15,-3-6-12 0,3-1-9 0,2 1-19 16,1-3-22-16,2-2-27 0,6 4-25 15,-7-2-30-15,5-1-52 0,1 0-38 0,-4-1-38 16,-5 0-132-16,3 1-321 0,-5-3 142 0</inkml:trace>
  <inkml:trace contextRef="#ctx0" brushRef="#br0" timeOffset="26231.06">12641 5478 126 0,'-2'-9'180'0,"2"-1"-7"0,-1 0-3 0,1 10-4 15,0-12-2-15,0 12-16 0,1-12-14 0,-1 12-13 16,0 0-15-16,-1-6-11 0,1 6-9 0,0 0-10 15,0 0-2-15,0 0-10 0,6 34-3 0,-4-15 4 16,-2 8 5-16,2 6-11 0,-1 1-5 0,0 0 0 16,-1 0-6-16,-2 2-5 0,6-1-1 15,-8-2-5-15,0-3-1 0,-2 1-5 0,6-1-3 16,-2-2 0-16,0-3-2 0,-2-5-5 0,2 5 0 0,-1-6-1 16,1-1-4-16,0-1 1 0,0-3-1 0,0 2-5 15,0-3-12-15,4-3-15 0,-6 2-27 0,3-2-25 16,-1-3-28-16,2-7-8 0,-3 15-11 0,3-15-20 15,-2 13-20-15,0-9-11 0,2-4-132 16,-6 4-324-16,6-4 144 0</inkml:trace>
  <inkml:trace contextRef="#ctx0" brushRef="#br0" timeOffset="26491.44">12552 5417 8 0,'19'-19'136'0,"7"3"-1"0,1 4-13 0,2 6 3 16,0-1-7-16,2 5-10 0,-4 4-6 15,-7 2-13-15,0 4-6 0,-3 1-5 0,-4 4-10 0,0 3-4 16,-1 0-3-16,-6 2-1 0,-4 2-10 0,-4 5-7 16,-2 2-1-16,-5-2-5 0,-3 1-1 15,-5-1-2-15,-2 0-8 0,-1-1 3 0,0-2 0 16,-2-3-7-16,-1 0-5 0,0-2 2 0,3-1-4 15,4-4-10-15,-1-2-24 0,5 0-32 0,1-3-36 0,3 2-29 16,-2-2-27-16,3 0-82 0,1-1-242 0,2-1 107 16</inkml:trace>
  <inkml:trace contextRef="#ctx0" brushRef="#br0" timeOffset="27010.15">13059 5881 186 0,'-7'-13'203'0,"7"13"-10"16,-11-4-7-16,4 1-6 0,-2 2-8 0,-2 1-16 16,0 0-13-16,0 3-14 0,-1 1-13 0,-1 2-12 15,2 0-8-15,-5 7-6 0,3 1-11 0,-1 1-5 16,1-2-11-16,-1 3-3 0,1-1-7 0,4 1-5 15,5-5-8-15,-2-1-1 0,2 1-5 0,4 0 0 16,-2-1-3-16,4-1-3 0,0 1-2 0,2-4 0 16,4-1-2-16,-2 1-4 0,3-1 2 0,3-3-3 15,-1-2-5-15,2-3 9 0,5-3-11 0,1 1-1 16,-4-3 3-16,3-1-3 0,-2 0-2 0,0-3 3 16,-6 1-2-16,4-2-2 0,-2-4-4 0,0 2 4 15,0-8-5-15,-5 5 0 0,2-6 2 0,1-2-3 16,-4 1 3-16,-2-1-4 0,1-2-2 0,-1-1 2 15,2 0-3-15,-4 1 2 0,-1-1 1 0,1 2-2 16,1 7 3-16,-3 4 12 0,0 5 3 0,0-3 0 16,0 4 2-16,0 1 7 0,0 9-2 0,0-10-3 15,0 10-1-15,0-10-9 0,0 10-2 0,0 0-4 16,0 0 1-16,0 0 0 0,0 0 1 0,-3 26 0 16,1-7 0-16,-3 10 1 0,1 1-4 0,-1 2 12 15,-3 0-10-15,2-1 0 0,-2 0-2 0,3 0 3 16,1-2-1-16,0-2 0 0,4 1-3 0,0-2-6 15,2-7-24-15,0 1-17 0,0-3-27 0,0 0-16 16,3-1-28-16,3-2-39 0,4-1-17 0,1-1-32 16,-1-4-10-16,3 0-125 0,-3-5-365 15,8 0 162-15</inkml:trace>
  <inkml:trace contextRef="#ctx0" brushRef="#br0" timeOffset="27237.17">13726 5751 69 0,'1'-10'204'0,"-1"0"-13"0,-1 3-7 0,1 7-5 0,-4-11-10 16,4 11-12-16,-5-8-10 0,5 8-14 0,-11 0-7 15,11 0-11-15,-18 12 0 0,5 0-6 0,-1 3-3 16,-6 7-12-16,3-1-5 0,2 1-7 0,-1 2-10 16,3-3-6-16,5-2-7 0,0-3-7 0,4 1 0 15,4 0-7-15,4-2-2 0,1-2-7 0,0 3 3 16,6-4-23-16,3 0-18 0,1 0-25 0,5-1-37 15,7-3-41-15,2-1-27 0,3 0-36 0,2-1-39 16,1-3-134-16,1-2-370 0,-2-2 165 0</inkml:trace>
  <inkml:trace contextRef="#ctx0" brushRef="#br0" timeOffset="27631.23">12322 6432 92 0,'-9'3'169'0,"3"-3"-11"0,6 0 13 0,0 0 4 15,0 0 1-15,19 7-2 0,15-5-7 0,18-1-8 16,38-2-7-16,9-5-5 0,11-3-6 0,7-1-12 16,3 4-14-16,4-7-8 0,5 2-8 0,1 0-9 15,-11-1 2-15,0 3-9 0,-9-2-4 0,-4 5-4 16,-8 0-4-16,-5-1-10 0,-30 2 1 0,0 3-5 16,-3 0-7-16,-3-3-2 0,-4 3 0 0,-15 1-10 15,-6-1-2-15,-1 2-2 0,-13 0-6 0,-4 0-3 16,-3-2 0-16,1 2 3 0,-6 0-8 0,-6 0-1 15,11 0-1-15,-11 0-6 0,0 0-9 0,0 0-22 16,0 0-39-16,0 0-29 0,0 0-55 0,0 0-56 16,-67 4-49-16,31-1-200 0,-3-1-485 0,-10 2 214 15</inkml:trace>
  <inkml:trace contextRef="#ctx0" brushRef="#br0" timeOffset="29405.73">12610 6695 87 0,'-5'-8'177'0,"5"8"-7"0,0 0 0 16,-4-7-6-16,4 7-15 0,0 0-9 0,-4-6-17 16,4 6-14-16,0 0-16 0,0 0-8 0,0 0-11 15,0 0-7-15,0 0-3 0,-5 19-2 0,3-7 0 16,2 6 0-16,-4 9-9 0,1 0 2 0,-2 2-6 16,3 5-1-16,-1-2-3 0,-1-2-1 0,2 3-1 15,0-5-1-15,2 1-9 0,-5-2 3 0,3 0-7 16,0-2 0-16,-2-4-3 0,4-1-2 15,-3 4-2-15,1-4 1 0,2-3-4 0,0-1 0 0,-1-2-3 16,1-3 1-16,0 2-7 0,1-3-9 0,-1 0-15 16,0 1-19-16,-1-2-32 0,1 1-33 0,0-10-33 15,1 12-15-15,-1-8-25 0,0-4-14 0,0 0-98 16,-3 10-308-16,3-10 137 0</inkml:trace>
  <inkml:trace contextRef="#ctx0" brushRef="#br0" timeOffset="29648.31">12597 6725 127 0,'16'-11'125'16,"-1"1"-3"-16,3 5-13 0,-3-1 4 0,-4 4-11 0,3 0-12 16,-1 5-8-16,-3 1 2 0,1 2-4 15,-2 1-8-15,-2 4-6 0,-3 0-7 0,1 0-4 16,-3 6-2-16,-4 0-2 0,-2 0-10 0,1 4 9 15,-6 3-9-15,-2-3-9 0,2-4-1 16,-1-4 0-16,-3 1-6 0,2 2 5 0,-5-3-5 0,5 0-3 0,-3-3-9 16,3-2-23-16,1-1-21 0,2 1-22 15,0-3-24-15,3 0-31 0,-1-2-134 0,3 2-263 16,3-5 117-16</inkml:trace>
  <inkml:trace contextRef="#ctx0" brushRef="#br0" timeOffset="30069.97">12942 7018 50 0,'0'0'161'16,"-9"-13"3"-16,3 10 1 0,6 3-4 0,-14 0-13 16,14 0-5-16,-20 1-6 0,10 2-15 0,0 4-11 15,-1-1-9-15,-5 6-8 0,2 1-7 0,1 0-8 16,2 4-6-16,-5 5-9 0,9-5-5 0,0 1-6 15,-1-2-2-15,5 0-6 0,0 0-6 0,3-5-2 16,0 1-3-16,0-4-2 0,4 3-4 16,2-4-4-16,-2-1 1 0,5-1-7 0,1-2-5 0,1 0 1 15,-1-1 1-15,4-3-3 0,-3-3-3 0,2 0 2 16,1-2-4-16,-5-1-2 0,5-3 1 0,-3 3 0 16,-2-1 0-16,5-5-3 0,-8 5 2 0,3-6 2 15,-3 3-1-15,0-1 1 0,-2 1 1 0,0 2 1 16,-1-2 1-16,1 2 5 0,-2 0 3 0,0 4 9 15,-2 5-4-15,3-10 1 0,-3 10-6 0,0-8-6 16,0 8-3-16,0 0 1 0,0 0-4 0,0 0 2 16,0 0-3-16,0 0 1 0,0 0-3 0,9 20 4 15,-9-10-7-15,2-1 4 0,-1 1 2 0,1 2-1 16,0-1-9-16,0 0-16 0,2 1-25 0,-2 1-23 16,1-4-31-16,1 0-24 0,3 1-28 0,0-1-17 15,-1-2-21-15,1-4-112 0,-2 4-326 0,6-4 145 16</inkml:trace>
  <inkml:trace contextRef="#ctx0" brushRef="#br0" timeOffset="30289.79">13346 7051 175 0,'0'-10'194'0,"0"10"-7"16,-4-13-6-16,2 7-8 0,-3 2-15 0,5 4-7 15,-10-6-13-15,10 6-9 0,-12 1-11 0,12-1 1 16,-16 8-5-16,5 2-1 0,-3 1-6 0,-2 3-5 15,-1 5-12-15,1 2-9 0,1-2-10 0,6 0-3 16,1-2-6-16,-1-1-9 0,1 1-2 0,6 2-6 16,-1-4-3-16,3-1-5 0,3-3-15 0,-1 1-24 15,2 0-32-15,3-3-24 0,3-2-27 0,2 1-39 16,6-2-41-16,4-3-46 0,-3 1-140 0,10-4-380 0,0-2 170 16</inkml:trace>
  <inkml:trace contextRef="#ctx0" brushRef="#br0" timeOffset="30548.46">13845 6754 212 0,'-7'-6'224'0,"3"3"-13"0,4 3-14 15,-13-3-12-15,6 3-10 0,-5 8-7 0,-1 1-9 16,-3 2-6-16,-1 7-8 0,-4 7-10 0,8 0-14 15,-3 2-11-15,3 4-11 0,1-2-8 0,3 5-7 16,3-3-9-16,1 0-6 0,0 1-7 0,5 1-3 16,-2-5-8-16,4 1 2 0,3 1-11 0,-2-4-2 15,3-2-4-15,-1-4-21 0,3-2-20 0,2 1-33 16,-2-2-36-16,1 1-41 0,3-1-37 0,-1-2-42 16,0-2-206-16,-2 1-431 0,-4-3 191 0</inkml:trace>
  <inkml:trace contextRef="#ctx0" brushRef="#br0" timeOffset="30980.86">13998 7391 116 0,'16'-23'223'0,"-3"1"-2"0,3-3-4 0,-1 1-15 15,-3-3-11-15,3-1-10 0,-3-1-12 0,-1 0-11 16,0-2-10-16,3 3-15 0,-5 0-7 0,2-1-12 15,-4 2-5-15,1 4 0 0,-5 4 3 0,1-1-21 16,-2 4 0-16,-2 4-7 0,0-4-7 0,-2 6-4 16,-2 1-11-16,3-1-4 0,-5 0-6 0,-1 3-3 15,-2 6-5-15,-4-4-10 0,4 4-1 0,-3 2-6 16,-1 1-2-16,-5 0-3 0,5 0-4 0,-1 1-2 16,1 4 0-16,4-4-8 0,0 1 10 0,2 0-17 15,3 1-4-15,1 0-1 0,3-5-4 0,-2 11-5 16,2-11 1-16,4 12 0 0,1-8 4 0,2 4-3 15,6-4 5-15,0 0-3 0,4 0-1 0,2 1 3 16,2-2 1-16,0 1-2 0,-4-1 5 0,1 1-3 16,-5 0-1-16,-1 1 0 0,1-1 2 0,-1 2-5 15,3 2 13-15,-6 0-9 0,-1 2 1 0,5 1-2 0,-5 4 1 16,-1-4 3-16,0 5 2 0,0-1 0 16,-1 0 3-16,-2 2 0 0,-2 1 4 0,-1-2-3 15,1 1 4-15,1 0-2 0,-1-1 0 0,0 1 1 16,-6-2-5-16,6 3-22 0,-2-3-24 0,0-2-36 0,0-2-39 15,3 2-51-15,-1-3-57 0,2 0-209 0,0-2-472 16,1-3 209-16</inkml:trace>
  <inkml:trace contextRef="#ctx0" brushRef="#br0" timeOffset="31377.41">14673 7044 82 0,'-6'-6'252'0,"2"3"-23"0,4 3-21 0,-12-1-13 0,3 1-6 16,9 0-12-16,-17 8 1 0,4 5-21 15,-2 1-11-15,2 3-13 0,-5 2-13 0,5 1-12 0,3-3-9 16,1 1-10-16,1 1-7 0,1-3-14 16,5-1-1-16,1-2-5 0,2-1-6 0,2 0-8 0,1-2 1 15,1 0-5-15,1 0-10 0,2-5-6 0,2 2-1 16,1-1-6-16,0-4-3 0,1 0-7 15,-1-1-1-15,-1-1 1 0,3-3-1 0,-7 1-1 16,3-4 2-16,-3 0-7 0,3 1 4 0,-4-3-2 0,2-2-1 16,-3 1 1-16,0-3-1 0,1 0 2 0,-3 0-2 15,-1-3-2-15,3 4 4 0,-1 2-2 0,-2 2 8 16,1 1 3-16,-2 6 2 0,1-11-1 0,-1 11-4 16,0-7-5-16,0 7-1 0,0 0-1 0,0 0-5 15,0 0-2-15,0 0 3 0,9 18 0 0,-9-7 2 16,2 0 0-16,0 5 4 0,-2-3-6 0,2-2-7 15,1 3-11-15,1 1-16 0,-2 3-32 0,-1-7-29 16,3 1-37-16,-2 0-42 0,4-1-20 0,-3-1-38 16,4 0-150-16,-3-4-411 0,1-3 183 0</inkml:trace>
  <inkml:trace contextRef="#ctx0" brushRef="#br0" timeOffset="31627.53">14964 6903 196 0,'2'-15'253'16,"-2"-1"3"-16,0 5-4 0,0 0-8 0,0 4-13 15,0 7-19-15,0-12-23 0,0 12-26 0,0 0-18 16,2-6-14-16,-2 6-13 0,0 0-14 0,2 25 6 16,0-5-21-16,0 6-6 0,-1 0-12 0,-1 5-4 15,0-1-4-15,-1 1-8 0,-1 1-6 0,0-1-8 16,0-2-1-16,-2 0-3 0,2-3-1 0,1-1-6 15,1-5-12-15,0-2-19 0,0 1-23 0,0-4-30 16,-2 0-42-16,2-5-33 0,2 2-60 0,-1-4-42 16,-1 2-196-16,0-10-462 0,-3 9 204 0</inkml:trace>
  <inkml:trace contextRef="#ctx0" brushRef="#br0" timeOffset="31795.06">14857 7065 28 0,'4'-6'204'16,"-4"6"-16"-16,9-6-23 0,-3 3-20 0,2 0-21 15,4 0-27-15,-1 1-31 0,2 2-30 0,4 2-33 16,2 1-30-16,-3 1-30 0,1 2-35 0,-4 5-55 16,1-1-159-16,-3 2 70 0</inkml:trace>
  <inkml:trace contextRef="#ctx0" brushRef="#br0" timeOffset="32075.31">15071 7308 66 0,'0'0'168'0,"0"0"2"0,1 9 0 16,-1-9-1-16,0 0-4 0,9 1-12 15,-9-1-4-15,11-4-11 0,-2 0-3 0,9-2-9 16,-7 1-8-16,5-3-6 0,-3-2-7 0,1 0-11 16,1-1-9-16,1 1-6 0,-1-4-7 0,0 1-8 0,-2-2-9 15,-1 0-4-15,-1 0-2 0,-2-2-4 0,-1 2-10 16,-1 3 0-16,-4 0 3 0,-1 2-4 15,-2 0-3-15,0 0-1 0,0 10-4 0,-3-15 6 16,-1 8-8-16,-2 4-3 0,6 3-5 0,-10-4-3 16,10 4 0-16,-17 2-2 0,7 2-3 0,-1 4 3 0,-3 2-5 15,3 2 6-15,3 0-6 0,-2 4 0 0,1-1 0 16,1 2-1-16,2-2-14 0,3 1-13 0,1 0-19 16,0 0-26-16,6-1-23 0,4-1-25 0,-1-4-25 15,9-1-31-15,2-1-20 0,1 0-162 0,0-3-380 16,8-1 169-16</inkml:trace>
  <inkml:trace contextRef="#ctx0" brushRef="#br0" timeOffset="32506.39">15575 7186 106 0,'6'-9'201'0,"-4"-3"6"16,-1 3-5-16,-1-1-5 0,-1 0-6 0,-1 3-7 16,-2-1 4-16,0 1-3 0,0 3-12 0,4 4-10 15,-9-7-16-15,3 4-18 0,6 3-15 0,-13 0-10 16,3 6-10-16,0 0-10 0,-3 4-7 0,-3 0-8 15,5 4-4-15,-2 0-9 0,3 0-5 0,0 1 3 16,1-1-13-16,3-3-7 0,3 3-2 0,3-1 4 16,0-2-10-16,3-2-1 0,0-2 0 15,4 1-8-15,1-2 0 0,4 1-6 0,2-5-4 0,4 2-5 16,1-4-2-16,-1-2-3 0,1 0-1 0,3-3-1 16,-7-1-1-16,2-1-2 0,-2-2 3 0,-3 1 2 15,-1-5 5-15,0-1-7 0,0-1-6 0,-5 1 0 16,1-4-4-16,-2-1 12 0,0-6-7 0,-1-1-4 15,0 0 4-15,-2 3-1 0,1-6 1 0,-1 1 2 16,-2-1 0-16,2 1 0 0,-1 3 2 0,0 7 2 16,0 0 5-16,-1 2 10 0,2 5 12 0,-2 0 10 15,0 4 3-15,0-1 12 0,0 8-14 0,-2-12-4 0,2 12-7 16,2-8-3-16,-2 8-7 0,0 0 0 16,0 0 0-16,0 0 1 0,-2 42-2 0,1-14-1 15,-3-1 6-15,2 3-4 0,-3 2-1 0,-2 0-3 16,1 0 1-16,1-2 0 0,-2 1-3 0,1-1 0 15,2 1 0-15,-1-2-12 0,0-1-14 0,1 1-20 0,0-1-35 16,0-5-44-16,2-3-49 0,1-5-33 16,1-2-56-16,-4-3-194 0,4 2-487 0,0-6 216 15</inkml:trace>
  <inkml:trace contextRef="#ctx0" brushRef="#br0" timeOffset="32752.84">16023 6795 104 0,'5'-8'241'0,"0"6"-32"0,-5 2-10 16,12-2-16-16,-3 8-4 0,4 6-8 16,4 9-9-16,0 1-8 0,-2 4-11 0,3 6-12 0,-5 4-10 15,1-4-12-15,0 13-11 0,-4-11 0 0,-4 1-16 16,0 12-9-16,-5-15 0 0,-1 0-20 0,-3-2-16 15,-3-1-16-15,-8-6-22 0,4 0-23 0,-9 0-27 16,-3-1-27-16,-4-4-22 0,-1-1-41 0,-3-2-30 16,-1 0-176-16,-1-3-373 0,-2-1 165 0</inkml:trace>
  <inkml:trace contextRef="#ctx0" brushRef="#br0" timeOffset="33421.08">14911 6955 105 0,'0'0'137'16,"0"0"6"-16,0 0-11 0,-6 4-10 0,6-4-6 16,0 0-14-16,0 0-7 0,0 0-6 0,-4 4-3 15,4-4-7-15,0 0-12 0,0 0-11 0,0 0 3 16,0 0 1-16,0 0-4 0,0 0-4 0,0 0-6 15,6 15-2-15,-6-15-12 0,0 0 1 0,0 0-9 16,4 5 5-16,-4-5 0 0,0 0-22 0,0 0-13 16,-8 12-25-16,3-8 1 0,-4 0-38 0,-1 2-23 15,-2-2-4-15,0 1-7 0,0 2 0 0,2 0 6 16,-1-1 7-16,2-2 14 0,0 1 6 0,-2-1 5 0,4 1 11 16,3-4 9-16,4-1 15 0,-9 7 18 15,9-7 13-15,-8 4 13 0,8-4 8 0,-6 2 22 16,6-2 0-16,0 0-3 0,0 0 7 0,0 0 3 15,0 0 3-15,0 0 6 0,0 0-2 0,0 0-3 0,0 0-1 16,0 0 7-16,0 0 0 0,0 0-1 0,32-2 1 16,-26 1-11-16,-6 1 2 0,19-3-8 15,-5 3-1-15,3-1-4 0,5 1-5 0,-2-3-7 16,8 0-28-16,-1 3-32 0,3-2-58 0,0-2-50 0,-9 0-125 16,8-1-285-16,-2 0 126 0</inkml:trace>
  <inkml:trace contextRef="#ctx0" brushRef="#br0" timeOffset="34507.11">14129 6332 61 0,'0'0'88'16,"0"0"2"-16,0 0-9 0,0 0-4 0,0 0-7 15,0 0-5-15,0 0-6 0,0 0-2 0,0 0 2 16,0 0 13-16,0 0-1 0,25 4 11 0,-8-2-21 16,12 0 4-16,6-2-7 0,17 1 0 15,1-1-4-15,7 1-1 0,1-1-3 0,2 1-3 0,29 0-6 16,-25-1-2-16,28 0-6 0,-35 1-1 0,5 0-2 15,2 2-4-15,-2-1-4 0,26 0 1 0,-34-1-4 16,-2 2 1-16,1 1-3 0,-6-1-1 16,-13 0-1-16,2 0 2 0,-2 0-3 0,-2 1-2 0,-4-1-1 15,0-3-2-15,-11 3 6 0,0-2 6 0,-1-1 4 16,-7 2 6-16,1-2 3 0,-3 3 6 0,1-3-1 16,-4 2 4-16,-7-2 1 0,10 0 3 15,-10 0-3-15,10 0 3 0,-10 0-5 0,0 0-2 0,8 0-4 16,-8 0-3-16,0 0-2 0,0 0-4 0,0 0-2 15,0 0 0-15,9 1-16 0,-9-1-11 0,0 0-22 16,0 0-23-16,0 0-39 0,0 0-40 0,0 0-29 16,0 0-35-16,0 0-117 0,0 0-334 0,0 0 148 15</inkml:trace>
  <inkml:trace contextRef="#ctx0" brushRef="#br0" timeOffset="80586.81">17078 5983 72 0,'0'0'172'0,"7"3"-19"16,-7-3-10-16,0 0-8 0,11 0-11 0,-11 0-3 15,11 2-10-15,-11-2-8 0,12 0-11 0,-4 0-6 16,-8 0-9-16,19-2-12 0,-9 2-1 0,1 0-8 16,0 0-6-16,2 0-3 0,-3 2-15 0,0-2-16 15,-2 1-20-15,2-1-25 0,0 3-30 0,1-2-23 16,-5 2-19-16,2-2-23 0,-8-1-96 0,9 6-239 15,-9-6 106-15</inkml:trace>
  <inkml:trace contextRef="#ctx0" brushRef="#br0" timeOffset="80750.73">17113 6132 107 0,'-8'2'159'0,"8"-2"-5"15,-7 4-6-15,7-4-9 0,-8 2-9 0,8-2-13 16,0 0-2-16,0 0-16 0,0 0-3 0,0 0-9 0,0 0-5 15,13 11-8-15,-1-11-14 0,5 0-25 0,4 1-31 16,-1-2-40-16,8 0-32 0,-2-2-41 16,-5 3-124-16,1-5-251 0,6 1 112 0</inkml:trace>
  <inkml:trace contextRef="#ctx0" brushRef="#br0" timeOffset="81432.73">18747 5413 80 0,'-2'-7'170'0,"2"7"10"0,0-11-4 16,0 11-9-16,-1-9-6 0,1 9-13 15,1-9-17-15,-1 9-13 0,0 0-16 0,0 0-15 0,0 0 2 16,0 0-1-16,0 0 3 0,-1 31 17 0,-1-7-7 15,1 5-4-15,1 2-4 0,-4 4-8 0,4-1-6 16,-2 1-8-16,-7 0-5 0,6 1-9 16,2-2-4-16,1-1-2 0,0-3-8 0,0-1-4 0,1-1-3 15,-1-2-3-15,0-6-7 0,0 0-31 0,-1-2-26 16,2 0-31-16,-1-7-24 0,2 3-22 0,-2-2-21 16,1 0-18-16,-1-5-26 0,0 0-175 0,0-7-376 15,-7 9 166-15</inkml:trace>
  <inkml:trace contextRef="#ctx0" brushRef="#br0" timeOffset="81672.88">18702 5388 69 0,'12'-16'159'0,"2"1"-10"0,4 4-7 0,-2 1 0 15,1 2-12-15,0 1-12 0,1 1-7 0,-5 5-8 16,2-1-13-16,-2 4-3 0,0-1-8 0,-2 5-8 15,3 2-8-15,-2 5 0 0,-7-2-8 0,-1 2-3 16,-3 5 2-16,-1 1-3 0,-6 6-5 0,-2 0 0 16,-5 1-3-16,-1-1-4 0,-4-4-2 0,1 0-2 15,-2-1-6-15,4 0-9 0,2-6-29 0,0 0-24 16,0-3-30-16,3-2-36 0,3 0-35 0,0-1-32 16,0 1-98-16,2-4-285 0,5-5 127 0</inkml:trace>
  <inkml:trace contextRef="#ctx0" brushRef="#br0" timeOffset="81956.83">18928 5725 140 0,'-2'11'136'0,"-1"-1"-10"16,0 1-14-16,2-1 1 0,1 1-10 0,0-2 2 15,1 1-11-15,0-5-1 0,4 3-11 0,-1-2 10 16,4-1-2-16,-3 1 3 0,2-4-9 15,4 1 1-15,0-3-1 0,2-1-5 0,1-2-6 0,5-4-7 16,-1 2-5-16,0-5-1 0,-2 0-3 0,-1-1 3 16,-2 0 8-16,-7 1 7 0,2 2-5 0,-3-4-6 15,-4 2-10-15,0-3-6 0,-3 1 2 0,-1 2-11 16,-3-3-3-16,0 4-7 0,-2-1-23 0,1 2-15 16,1 0-15-16,-3 4-17 0,1 2-31 0,8 2-16 15,-14-2-44-15,14 2-5 0,-12 5-28 0,3 0-23 16,2 3-108-16,1-2-320 0,2-1 142 0</inkml:trace>
  <inkml:trace contextRef="#ctx0" brushRef="#br0" timeOffset="82391.14">19275 5656 100 0,'0'0'142'15,"0"0"-11"-15,0 0-13 0,-2 20-8 0,-1-10-13 16,2-1-7-16,-2 1 0 0,0-1-12 0,1 2 2 15,2 0-18-15,-1-3-9 0,2 1-9 0,-1 1 5 16,4-3-3-16,0 3-3 0,-2-4 4 0,4 0 5 16,-1-1 6-16,1 0-9 0,4-1-10 0,1-1 3 15,-1-2-7-15,2-3 3 0,-1 0 3 0,-1 0-2 16,1-3 1-16,0-2-8 0,5 0-3 0,-5 1 2 16,-1-1-5-16,-1-1-1 0,0 0-4 0,-3-1 1 15,2 1-4-15,-4 3-2 0,1-1-1 0,-2 0-1 16,3 3-4-16,-6 3-2 0,5-8-5 0,-5 8 0 15,0 0-3-15,0 0-3 0,0 0 3 0,0 0-4 16,11 9 1-16,-7-2 2 0,-1 2 2 0,-2 0 2 16,-1 1-7-16,2-1 4 0,1 1 0 0,0-4 3 15,-2 0-10-15,1 0 8 0,2-1 3 0,-4-5 12 16,9 5 15-16,-2-3 10 0,-7-2 2 0,15-5 2 16,-2 1 0-16,-2-2 8 0,2-4-8 0,2 1 0 15,-2-2 5-15,0-2-2 0,-3 1-5 0,-1-1-2 16,-1 1-5-16,-2-4-2 0,1 1-6 15,-4-2-20-15,1-1-15 0,-2 3-14 0,-1-2-7 0,0 6-15 16,0 2-14-16,1 1-26 0,-2 8-38 0,2-10-32 16,-2 10-18-16,0 0 2 0,0 0-8 0,0 0-106 15,0 0-308-15,-14 22 137 0</inkml:trace>
  <inkml:trace contextRef="#ctx0" brushRef="#br0" timeOffset="82853.52">19793 5743 112 0,'0'0'157'0,"13"-5"-5"0,-6 1-6 16,1 1-4-16,0-1-1 0,-3 1 1 0,1-1-3 16,1-1-6-16,-2-1-10 0,-2 0-4 0,0-1-12 15,0-1-6-15,-1-2-9 0,0 2-4 0,-4-1-12 16,1-1-5-16,-2 1-6 0,2 1-6 0,-3-2 1 16,2 4-7-16,-2 0-6 0,4 6-1 0,-6-8-5 15,6 8-6-15,-7-5-5 0,7 5-4 0,-8-1-7 16,8 1 3-16,-14 9-4 0,5 1-1 0,3 0-4 15,-3 3-1-15,0 2-1 0,4 0-1 0,0 3 0 16,1-3-1-16,3 1 0 0,1-4-4 0,2 0-2 16,1-2 1-16,-1 0 3 0,5-1-5 0,2-2 4 15,0 0 0-15,1-2 1 0,0 0 0 0,9-2-2 16,0-3 1-16,-2 0 2 0,1-2-4 0,1-3-2 16,3 2 3-16,4-6-2 0,-6 3 6 0,-2-1-4 15,1-3 1-15,-2 2-2 0,-2 0 1 0,-1-2 0 16,-5 3 1-16,1-2-5 0,-3 1 6 0,-2-1-4 15,1-3 4-15,-2 3-2 0,-2-3-1 0,1 2-3 16,0 0 2-16,-2-1 0 0,1 1 0 0,1 0-6 16,-2 2 2-16,2 2-2 0,-3 6 1 0,4-12-1 15,1 9-2-15,-5 3-4 0,7-6 4 0,0 5-1 16,-7 1 2-16,14 4-5 0,-7 0 5 0,0-1-1 16,-1 4 2-16,1 2-1 0,3 0 2 0,-2 1-1 15,-2 0 5-15,0 2-1 0,2-1-1 0,-4 1 3 16,2-2-16-16,-2 0-28 0,-1 2-38 0,-1-3-39 15,1 2-48-15,-1 0-56 0,-2-1-129 0,0-10-381 16,2 14 168-16</inkml:trace>
  <inkml:trace contextRef="#ctx0" brushRef="#br0" timeOffset="83709.89">20893 5586 38 0,'-30'-3'190'0,"0"2"-5"0,-2 2-3 0,3 3-12 0,1 4-8 15,-2-1-14-15,6 5-8 0,-1 1-15 0,5 3-13 16,6 0-7-16,-2 4-11 0,3 3-4 0,4-5-10 15,0 0-6-15,5 0-9 0,2 0-4 0,3-6-7 16,0 1-6-16,2-3 0 0,3 0-3 16,2 0 5-16,6 1 4 0,-3-5-3 0,1-1 2 0,7-2 2 15,-2-1-1-15,3-2 0 0,-1-3-5 0,0 1 3 16,-1-4-2-16,-1-1-3 0,1-2 6 0,-3-1-3 16,-1-1-4-16,-1-2 1 0,0-3-7 0,-2 0-5 15,-2-9-3-15,-2 6 5 0,0 0-4 16,-2-11-1-16,1 1-4 0,-4 0 1 0,1-2-2 0,-2 1-6 15,-2-2 5-15,-1-1-5 0,2 0-7 0,-2 3 0 16,1 3 2-16,-1 9-1 0,0 3 4 0,0 2 1 16,2 4-4-16,-1 0-1 0,0 2-6 0,1 7-1 15,1-11-6-15,-1 11-2 0,0 0-4 16,0 0 3-16,0 0-4 0,0 0-1 0,-6 36 10 0,2-8-3 16,1 4-2-16,-2 2 4 0,3 1 0 0,-2 10 2 15,1-10-1-15,2-2-1 0,-2-2-2 16,2-4 1-16,2-1-4 0,-1-1 5 0,2-7-4 15,0-1 3-15,2-2-1 0,0-3 0 0,0-2 3 0,1-1-3 16,2 0 2-16,1-1 2 0,0-2-2 0,0-2 1 16,3-2 1-16,-1-2 0 0,2 0 0 0,1-1 4 15,-2-3-4-15,6-3 2 0,-2-1-4 0,3-1 0 16,-3-3-4-16,2-2 1 0,-2 1-2 0,-1-3 1 16,-2 0-2-16,-2 0-2 0,3-7-3 0,-7 4-4 15,2 3 1-15,-4 0 0 0,-3-3 3 0,-1 8-2 16,0-1 0-16,-1 3 1 0,-1 0 1 0,0 2 4 15,2 7-6-15,-6-9 0 0,6 9-2 16,-8-3 3-16,8 3 3 0,-13 8-2 0,2 1 1 0,0 5-3 16,1 0-1-16,-3 1 4 0,6 1 1 0,1 0-1 15,3 0-3-15,0 1 3 0,3-2 0 0,3-4 1 16,3 2 0-16,2 0 3 0,1-4-5 0,6 1-16 16,0-2-21-16,2-1-21 0,5-4-18 0,6 0-31 15,-1-5-28-15,1 1-23 0,1-2-14 0,-7-1-20 16,-1-2-6-16,-1-1-142 0,-1-2-376 0,-4 1 167 15</inkml:trace>
  <inkml:trace contextRef="#ctx0" brushRef="#br0" timeOffset="83905.14">21380 5421 213 0,'-1'-10'221'0,"1"1"-8"16,-1 3-16-16,1 6-17 0,-2-10-19 0,2 10-17 15,0 0-18-15,0 0-11 0,0 0-11 0,0 0-7 16,0 0 9-16,0 0 3 0,4 28-7 0,-2-10-7 15,0 1-6-15,-1 9-8 0,2-2-5 0,1 1-5 16,-1-2-9-16,0 3-5 0,-2-3-3 0,1-1-6 16,0-5-20-16,0 0-27 0,-1-2-34 0,-1 2-32 15,2-2-53-15,0 2-50 0,-2-7-56 0,-2 2-133 16,2-5-387-16,0 1 171 0</inkml:trace>
  <inkml:trace contextRef="#ctx0" brushRef="#br0" timeOffset="84096.74">21585 5557 196 0,'2'-5'209'0,"-2"5"-22"15,3-7-25-15,-3 7-13 0,0 0-5 0,0 0-3 16,4 19 4-16,-4-6-7 0,0 3-15 16,-3 5-11-16,1-3-11 0,2 9-11 0,0-2-7 0,0-4-4 15,1-4-8-15,0 3-14 0,-2-2-23 0,3-1-36 16,0-2-45-16,3-1-39 0,-1-1-22 0,-1-3-49 15,0-1-147-15,-2-2-329 0,-1-7 146 0</inkml:trace>
  <inkml:trace contextRef="#ctx0" brushRef="#br0" timeOffset="84246.34">21540 5419 30 0,'0'0'75'0,"0"0"-15"16,0 0-34-16,0 0-43 0,10 20-12 0,-5-9-32 16,2 3 14-16</inkml:trace>
  <inkml:trace contextRef="#ctx0" brushRef="#br0" timeOffset="84826.75">21785 5744 1925 0,'9'0'77'0,"-2"0"-48"0,-7 0-12 0,11-2-7 15,-2 1-13-15,-3-3 11 0,-6 4 18 0,15-9 11 16,-5 3 14-16,-4 1 10 0,1-3 5 0,0 1-2 16,0-2-3-16,0 0 1 0,1-5-9 0,-2-1-4 15,-2 5-4-15,1-3 3 0,2 4-2 0,-5 0 5 16,1 0-6-16,-1-1 1 0,1 2-7 0,-3 0-4 16,0 8-1-16,-1-11-1 0,1 11-1 0,-4-11-7 15,-1 8-5-15,5 3-3 0,-18 2 1 0,6 2-7 16,0 3 0-16,-3 2-1 0,2 2-2 0,0 2-1 15,4 1-3-15,1 1 2 0,0 1 0 0,5-1-3 16,-1 2 2-16,2-3 0 0,5 2 2 0,2-1 1 16,-1-3-5-16,6 0-14 0,0-3-20 0,3 2-14 15,5-3-28-15,0-2-20 0,4 0-23 0,-1-3-17 16,1-1-24-16,6-2-13 0,-5 0-8 0,-2-2 0 16,-2-1 11-16,0-1-3 0,-2-1 8 0,-5 0-95 15,-1-1-277-15,0-1 897 0,-3-3-462 0,0 2 28 16,-1-2 31-16,-1-1 22 0,0-3 13 0,-3 1 25 15,4-2 7-15,-4 4 11 0,0-6 9 0,1 4 12 16,-1 1 15-16,-1 1 15 0,1 2 11 0,-1 2 8 16,-2 1-3-16,0 6-7 0,2-9-13 0,-2 9-15 15,0 0-2-15,0 0-8 0,0 0-3 0,0 0 6 16,7 17 7-16,-5-3-2 0,0 3 5 0,-2 2-9 16,1-2-4-16,1 4-2 0,1-2-4 0,-1-1-4 15,0-1-1-15,1-2-7 0,-1-2 4 0,1-1-3 16,0-2 4-16,0 0 5 0,0-2 6 0,0-2 3 15,0-1 11-15,-3-5 9 0,7 8 6 0,-7-8 10 16,6 2 0-16,-6-2-2 0,0 0-10 0,16-8-3 16,-8 1-8-16,0-3-8 0,1 1-5 0,0-3-6 15,1-3-9-15,0-2 1 0,2-5-5 0,1-3-21 16,1 0 1-16,1-3-15 0,-3 2-18 0,2-2-32 16,0 3-20-16,-2 1-28 0,-3 7-26 0,-3 5-36 15,0 4-47-15,-2 0-59 0,0 4-34 0,-4 4-182 16,0 0-514-16,0 0 228 0</inkml:trace>
  <inkml:trace contextRef="#ctx0" brushRef="#br0" timeOffset="85477.82">22442 5810 64 0,'0'0'206'0,"14"-2"-6"16,-5-2-11-16,3 1-4 0,-3-3 0 0,0 0-5 15,-1-1-1-15,2 0-3 0,-4-1-13 0,0 0-5 16,1-5-17-16,-1-1-10 0,-1 3-8 0,-2 0-9 15,-1 1-2-15,0-1-1 0,-1-1-8 16,-2 2-10-16,-1 0-9 0,1 1-5 0,-2 3-7 0,0-4-6 16,0 5-9-16,-1-1-7 0,4 6-4 0,-9-7-6 15,6 4-8-15,3 3 2 0,0 0-12 0,0 0 1 16,-19 8-2-16,12 1 0 0,-3 4-1 0,2 1 0 16,0 1-10-16,0 1-1 0,1-1-1 0,2 1-1 15,1 1 1-15,3-5-1 0,1 3-3 0,1-2-1 16,2-1 2-16,0-1 3 0,1 1 1 0,2-3-3 15,1 1 3-15,-1-1-5 0,3-4 3 0,-1 2-5 16,3-3 7-16,0-1-2 0,-1 0-1 0,1-3 0 16,2 0-9-16,1-2-5 0,-2 2-3 0,-1-4-5 15,1 1 1-15,-2-2-7 0,-1-2-2 0,1 0-2 16,-2-3 0-16,-2 0 3 0,6-2 3 0,-5-4 2 16,2 3-2-16,-1-2 3 0,0-1 2 0,1 2 1 15,-2-2 2-15,1 3-1 0,0 3 0 0,-5-2 0 16,3 5 5-16,-1-1-1 0,-3 2-3 0,4 3-1 15,-6 3 2-15,8-4-1 0,-8 4 1 0,13 1 0 16,-13-1 1-16,8 10 0 0,-3 0 5 0,1 1-2 16,-2 0 1-16,1 6 1 0,-1-2 6 0,1 1 1 15,-1-4-4-15,0-1-1 0,2 1 3 0,-3-2-3 16,2 1 7-16,1-2 0 0,1 0 6 0,3-2-2 16,-1-1 5-16,3-1 2 0,-1-2 6 0,2 0-3 15,1-1 3-15,5-4-2 0,3 0-3 0,-1-3-2 16,-1 0 0-16,1-2 1 0,0 0-3 0,-3-1-2 15,-2-2-2-15,-2-1 1 0,2-1 5 0,-7 3-6 16,1-6-4-16,-1-1-1 0,-2 1-3 0,-1 1-1 16,-4-3 0-16,-1 2-3 0,-1 3 5 0,-1 2-8 15,-3-1 1-15,0 2-2 0,-2 5-1 0,-3 1 1 16,-2 2-1-16,-2 3-2 0,-6 3 3 0,0 3-1 0,0 2 3 16,-2 5-3-16,7-2 5 0,-7 5-2 15,10-4 1-15,1 1-8 0,1-1-16 0,3-3-25 16,1 0-33-16,0-1-32 0,5 1-36 0,0-11-18 15,10 17-37-15,-2-9-29 0,4-2-135 0,6-2-405 0,11-2 180 16</inkml:trace>
  <inkml:trace contextRef="#ctx0" brushRef="#br0" timeOffset="85870.88">23359 5693 112 0,'0'0'199'0,"0"0"2"0,-5-14-1 16,1 9-6-16,4 5-12 0,-12-5-12 0,7 3-8 15,-6 2-7-15,11 0-7 0,-20 7-5 0,8 0-9 16,-3 1-3-16,0 3-14 0,1-1-5 0,0 2-15 16,0 0-5-16,1 0-6 0,6-1-11 0,0-2-12 15,2 0-4-15,0 2-9 0,2-2 1 0,1 0-8 0,2-3-2 16,0-6 2-16,4 11-2 0,-2-7 0 16,3 0-7-16,-5-4-2 0,13 5-4 0,-1-6 3 15,-2 1-8-15,3-2-8 0,-2-1 0 0,1-2-2 16,-1 0 1-16,3-4-8 0,-5 1 6 0,1-1-4 15,-2-1-5-15,1-4 1 0,-3-1-4 0,2-1-2 16,-2-2 0-16,-2-1-2 0,1-8 2 0,-3 7 1 16,2-6-2-16,-2-2 1 0,1 2-5 0,0-4 5 15,-4 5-2-15,1-2 0 0,0 9 4 0,-2 5 12 16,2 3 13-16,0 3 12 0,0 7-1 0,0-12 3 16,0 12-14-16,0-11-6 0,0 11-3 0,0 0-3 15,0 0-4-15,0 0 2 0,0 0-1 0,-4 44 3 16,1-19-3-16,-1 1 2 0,2 1-3 0,-1 1-10 15,3 0-19-15,-1-3-24 0,-2 2-29 0,1-4-33 16,0 4-47-16,2-9-36 0,2 0-53 0,2-1-228 0,-3-4-508 16,3-2 225-16</inkml:trace>
  <inkml:trace contextRef="#ctx0" brushRef="#br0" timeOffset="86103.93">23874 5437 114 0,'2'-12'308'0,"3"2"-1"0,-1 4-14 0,0-1-14 16,-2 3-26-16,-2 4-27 0,4-6-26 0,-4 6-17 15,0 0-12-15,0 0 9 0,3 27-17 0,-4-8-11 16,-2 9-16-16,-2 5-6 0,2 0-6 0,-2-1-12 0,0 0-9 16,1 1-12-16,-2-2-4 0,3-2-15 15,1 0-9-15,0-3-23 0,1-6-21 0,-1-2-41 16,2-1-34-16,0-1-46 0,0 0-39 0,-2-6-57 15,2-1-48-15,-1-2-51 0,1-7-161 0,0 0-495 16,-11 7 219-16</inkml:trace>
  <inkml:trace contextRef="#ctx0" brushRef="#br0" timeOffset="86433.29">23773 5634 120 0,'5'-3'206'0,"3"-4"-4"0,2 4-9 0,-1-1-6 15,0 1-13-15,2 1-10 0,-3 2-14 0,2 2-14 16,3-1-10-16,-3 3-13 0,2 2-9 16,3 3-11-16,-1 3-9 0,1-2-8 0,-1 4-5 15,-1-1-10-15,1 0-1 0,-2-1-8 0,2 1-5 0,-2 0-3 16,2-3-5-16,-3-1 0 0,-1-3-6 0,3-1 3 16,0-1 5-16,0 0 5 0,2-4 2 0,-1 0-6 15,-2 0 3-15,0-2-4 0,1-1-2 16,0-1 5-16,-3-2 4 0,0-1 5 0,-2-1-3 15,-2-2-4-15,-1 0 7 0,-1-2-6 0,0-3-6 0,-4 2 1 16,0 1-1-16,-4-5-2 0,-4 1-3 0,2 2-3 16,-3-2-13-16,-1 4 1 0,1 2-2 0,0 1 0 15,1 2-6-15,-2 1-5 0,2 0-12 16,1 5-14-16,-2-2-23 0,9 3-27 0,-21 4-31 16,10 0-47-16,-5 6-48 0,3 0-73 0,0 2-191 0,-2 1-497 15,1-2 220-15</inkml:trace>
  <inkml:trace contextRef="#ctx0" brushRef="#br0" timeOffset="87186.38">24671 5351 42 0,'3'-5'204'16,"-3"5"-23"-16,0 0-15 0,6 15-19 0,-5 2-5 0,-1 8-15 15,2 6-9-15,-4 3-4 0,1 0 10 0,-6 15-11 16,1-4-8-16,4-12-12 0,-1-1-4 16,-1 0-11-16,-2-1-7 0,3-2-4 0,2-2-7 0,1-8-6 15,-4 0-4-15,4-2-2 0,0 0-9 0,-2-3-13 16,-1-4-17-16,3 0-35 0,0-3-36 0,0-7-40 16,0 12-18-16,0-12-24 0,0 8-31 0,0-8-98 15,0 0-296-15,0 0 131 0</inkml:trace>
  <inkml:trace contextRef="#ctx0" brushRef="#br0" timeOffset="87743.25">24662 5657 64 0,'3'-7'127'0,"-1"2"-3"0,6-2-6 16,0 0-2-16,3 0-9 0,-1-2-3 0,7 1-8 16,-2 0-3-16,1-3-6 0,0 1 0 0,2 3-8 15,-1-1 0-15,-1-3 1 0,-3 2 2 0,-1 3-2 16,-1-3 6-16,-3 0 0 0,1 1 1 0,-1-1-2 15,-3-1-4-15,-2 1-3 0,2 0-7 0,-3-2-5 16,0 1-5-16,0 0-7 0,-2-1 2 16,0 11-1-16,0-12-2 0,0 12-8 0,0-9-6 0,0 9-8 15,2-5-6-15,-2 5-3 0,0 0-6 0,0 0 3 16,0 0-2-16,1 31-1 0,-4-15-4 0,0 11 3 16,3-1-2-16,-3 1-3 0,1 0 3 0,-1 2-5 15,0-3 2-15,3 0-2 0,-3-7 0 0,3-1-3 16,0-1 3-16,-2-5 0 0,2 0-2 0,-2-2 2 15,2-2-4-15,-1-2 2 0,1-6 1 0,0 12 1 16,0-12-2-16,0 8 1 0,0-8 0 0,3 7 4 16,-3-7-5-16,0 0 3 0,0 0 1 15,0 0-2-15,0 0-5 0,0 0-2 0,6 2 2 0,-6-2-3 16,0 0 2-16,21-6-2 0,-10 3-5 0,-1 3 1 16,4 0 2-16,4 0-1 0,1 3-2 0,-1 1 1 15,0-4 2-15,2 5 4 0,1-1-1 16,-2-1 0-16,0-2-1 0,3 1 2 0,-4-1 0 0,2-1-2 15,2-1 8-15,-3-2-7 0,0-1 4 0,-1-1-2 16,0 0 0-16,-6 0 3 0,-3-1 0 0,2-1-1 16,-5-1 4-16,1-2-2 0,-1 2 1 0,-3-3-2 15,0-1 1-15,-1 0 1 0,-4-1-3 0,2-3 2 16,0 4-4-16,-5 0 2 0,2 1 4 0,-1 1 2 16,-1 1 2-16,1 1-6 0,-4 3-2 0,4 1-1 15,4 4-2-15,-15-1-2 0,6 6 0 0,1 2-1 16,-4 7-1-16,3 3 2 0,0-1-1 0,2 2-10 15,1 1-15-15,6-2-24 0,0 2-25 0,4 0-42 16,0-3-42-16,6-1-41 0,0 0-200 0,-1-5-432 16,10-3 191-16</inkml:trace>
  <inkml:trace contextRef="#ctx0" brushRef="#br0" timeOffset="87979.77">25756 5421 197 0,'4'-12'247'0,"-1"2"-2"16,-1 0-3-16,-2 0-19 0,0 4-23 0,0 6-22 15,2-9-24-15,-2 9-18 0,0 0-12 0,0 0 1 16,2 29-17-16,-3-2-6 0,0 3-8 0,-1 3-3 16,2 2-12-16,-5 11-6 0,5-11-4 0,-5-3-8 15,3 2-9-15,3-3-20 0,-1 0-31 0,-1-2-27 16,1 0-43-16,1-4-36 0,0-6-46 0,4-1-29 15,0-1-25-15,-1-5-145 0,1-1-379 0,-1-3 168 16</inkml:trace>
  <inkml:trace contextRef="#ctx0" brushRef="#br0" timeOffset="88257.08">25971 5721 88 0,'2'-4'175'16,"-2"4"-7"-16,0 0-1 0,0 0-8 0,0 0-7 15,3 19-10-15,-3-10-11 0,0-1-9 0,5 3-8 16,-5-2-12-16,2 1-5 0,2-1-11 0,-1 0-8 0,3 0-3 16,0-1 5-16,2-5 3 0,-1 3 4 0,3-2-8 15,3-3-1-15,-1-2-8 0,7-1-9 0,-8 0 2 16,2-2-5-16,-2 0 0 0,1-2 0 16,-2 1 2-16,0-4-1 0,-1-1-2 0,-1 3-3 15,2-7-8-15,-6 3-5 0,3-1-5 0,-3 1-2 0,-1-5-3 16,1 0-4-16,-4 0-6 0,0 4-5 15,0 2-9-15,-3 1-10 0,2 2-18 0,1 7-23 16,-5-11-25-16,1 8-26 0,4 3-26 0,-14 0-31 16,14 0-29-16,-16 8-43 0,5 0-145 0,4-2-399 0,1 2 177 15</inkml:trace>
  <inkml:trace contextRef="#ctx0" brushRef="#br0" timeOffset="88612.69">26459 5667 20 0,'4'-6'231'0,"-4"6"-18"0,-2-13-11 0,2 13-2 0,-7-14-2 16,-1 9-4-16,-4 0-12 0,1 2-6 0,-8-1-13 16,6 5-13-16,-1 2-4 0,-3 1-10 0,-8 7-10 15,8 0-6-15,-2 1-12 0,1-1-12 16,7 5-9-16,-5-1-8 0,5 1-6 0,2-1-7 0,3-1-11 16,4-3-5-16,-1 2 2 0,6-5-8 0,1 1-5 15,0 0-2-15,1-4-6 0,3-2 2 0,4-1-10 16,1 0-11-16,6-4-3 0,2 0-7 15,6-3-6-15,-6-2-5 0,6-3-3 0,-2-2 0 0,-7 3-2 16,0 1 4-16,-3-2 3 0,-3-2 5 0,-1 0-6 16,0-1 2-16,-2-2-5 0,0 2 5 15,-5 0-3-15,1 3 1 0,-1 0 2 0,-2 3 0 0,1 1 1 16,0 2 2-16,1-1-5 0,-4 5-4 0,0 0 1 16,0 0 1-16,0 0 4 0,0 0 0 0,0 0-2 15,2 24 6-15,-2-14-2 0,2 3 3 0,0 5-4 16,-2-4-16-16,3 3-26 0,-1-5-26 0,4-1-46 15,2 0-31-15,3 0-26 0,0-3-20 0,7 2-25 16,2-6-136-16,0-1-386 0,7-1 170 0</inkml:trace>
  <inkml:trace contextRef="#ctx0" brushRef="#br0" timeOffset="89000.29">26928 5715 109 0,'7'-9'150'0,"-4"-2"8"0,-1 0-3 0,0-1-1 15,-2 1-9-15,-2 0 3 0,-1 2 0 0,1-1 2 16,-5 2-2-16,3 3-11 0,-1 1-13 0,-1-1-9 15,6 5-9-15,-17-3-9 0,7 4-9 0,-3 4-6 16,-4 2-6-16,4 5-4 0,-3-2-8 16,3 2-2-16,-1 2-6 0,3-2-6 0,3 2-6 0,2-2-5 15,0 0-2-15,5-2 0 0,1 2-1 0,3-1-8 16,3-2 6-16,4-1-8 0,-1-1 4 0,9-1-6 16,-1-4 0-16,6-2-8 0,-4 0-2 0,0-3-3 15,0-2-6-15,3 1-1 0,-6-3 3 0,2-3-4 16,-5 1 5-16,-2-3-7 0,3-2 1 0,-4-2-2 15,-5 0 3-15,3-3-2 0,-2 0 3 0,-2-6 0 16,-2-2 2-16,-1-1 1 0,-2-2-6 0,1 0-1 16,-4-4 5-16,2 3-5 0,0-3 4 0,0 3 1 15,0-1 8-15,-2 4 9 0,2 9 21 0,0 2 11 16,0 5 13-16,2 2 2 0,-2 3-5 0,2 7-10 16,0-11-16-16,0 11-4 0,0 0 0 0,0 0-2 15,0 0-8-15,0 44 4 0,0-13-1 0,-1 3 0 16,2 15-5-16,-1-2 5 0,0-11-6 0,-1 13 0 15,2-4-2-15,-1-10-7 0,-5-1-33 0,5-2-44 16,0 3-39-16,-4-2-47 0,0-2-69 0,4-3-59 16,-10-1-217-16,5-2-538 0,-3-7 238 0</inkml:trace>
  <inkml:trace contextRef="#ctx0" brushRef="#br0" timeOffset="92837.26">18792 6517 45 0,'-5'-4'115'0,"0"0"-11"15,0-3-5-15,-4 0 2 0,3 0-3 16,2 2-3-16,-1 1 5 0,1-1-7 0,4 5 8 16,-8-10 1-16,4 6-3 0,4 4-7 0,-6-4-9 0,6 4-9 15,-4-5-8-15,4 5-6 0,0 0-11 0,0 0-3 16,-5-6-5-16,5 6-8 0,0 0-1 0,0 0-6 16,0 0-5-16,0 0-3 0,0 0 5 15,0 0-6-15,0 0 0 0,19 11-3 0,-10-8 7 16,1 4-11-16,8-2 2 0,3 3 1 0,6-1-2 0,5 2-3 15,3 0 6-15,5-2-3 0,11 1 4 0,4 1-2 16,2-3 2-16,0 0-1 0,3 0 0 0,5 0 2 16,24 1 3-16,-25-5 0 0,30 2 6 15,-2-2-1-15,0 1 3 0,0 3 1 0,-2-6 3 16,-24 1-1-16,32-1-3 0,-6 4-1 0,-1-3 4 0,1 0-1 16,1 2 1-16,0-3-1 0,1 3 1 0,-1-5 4 15,-1 4-2-15,5 0-5 0,3-1-2 0,-7 2 1 16,3-2 2-16,-2 2-5 0,0 1-1 0,3-1-1 15,-31 0-4-15,28 2 4 0,0-1-4 0,-29 0 0 16,37-1-2-16,-12 0 6 0,-27 1-2 16,30 1-2-16,-28-3-2 0,28 1 3 0,-26-2 0 0,24 3 0 15,-30-2-1-15,4-2-1 0,25 1 4 0,-29 3-5 16,-1-4-2-16,4 2 1 0,0-2-4 0,2 1-1 16,24 5 0-16,-24-5 2 0,-1 2-3 0,27 2-1 15,-28-1 3-15,1-3 0 0,29 0-2 0,-34 2 2 16,4-3-3-16,26 5 3 0,-28-4-1 0,3 1-2 15,24 1 0-15,-25-2 1 0,26 3-2 0,-28-2 0 16,4-1 0-16,24 1-1 0,-25-2 0 0,26 0-1 16,-26-2 2-16,2 2-5 0,27 0 1 0,-28 0 3 15,26-1-2-15,-30 1-2 0,4-3 0 0,-4 2 1 16,28 1-1-16,-32-2 2 0,3 4-3 0,0-1 2 16,-2 0-1-16,-2 1 3 0,0-2-3 0,0 0-1 15,-5 1 1-15,3-1 0 0,-4 2-3 0,0 0 0 16,-11-1 9-16,-2 0-5 0,2 2 2 0,-3-2-3 15,1 0-1-15,-1-2 4 0,-1 1-4 0,-2-1 2 16,-1 2 0-16,1-2 1 0,-3 1 2 0,1 0-4 16,-3 0-1-16,0-3 0 0,0 3-1 15,1-1 2-15,-1 1-1 0,0-1 1 0,-6-1 1 0,-4 2-2 16,4-3-1-16,-4 1 1 0,0 2 0 0,-5-2 1 16,-3 2-6-16,1-3-4 0,-1 2-14 0,0-1-8 15,-5 2-10-15,2-3-11 0,-8 3-26 0,0 0-35 16,8-4-58-16,-8 4-35 0,0 0-213 0,-24-12-453 15,-1 6 201-15</inkml:trace>
  <inkml:trace contextRef="#ctx0" brushRef="#br0" timeOffset="93496.74">21474 7053 63 0,'-2'-12'164'0,"2"12"10"0,-1-10-4 15,-3 4-6-15,4 6-13 0,-6-7-17 0,1 3-12 16,-2 0-12-16,0 0-5 0,7 4-7 15,-18-1-5-15,8-1-6 0,-2 4 2 0,0 2-3 16,-2-4-7-16,3 4-9 0,-6 2-4 0,1 6-5 0,-1-1 4 16,2 2-6-16,-1 1-6 0,-2 5-5 15,-1-1-3-15,5-1-1 0,4-2-9 0,0 3-4 0,2-3-4 16,2 0-3-16,-1 2-1 0,6-7-1 0,2 1-2 16,1-1-1-16,0-1-1 0,1-1 1 0,4-2-3 15,-2 1 1-15,2-4-2 0,2 0 2 0,2 0 3 16,1-2-5-16,-1-2 1 0,3-1 4 0,3-2-1 15,-3-2-2-15,-1 1 2 0,1-4 0 0,-4 4-1 16,2-5 1-16,-3 0-2 0,2-4-4 0,-3-1 0 16,1 6-2-16,-3-2-1 0,-1-1 3 0,-1 2-1 15,-1-6-3-15,-2 6 1 0,0-1 1 0,1 5 3 16,-2 6-1-16,1-12-1 0,0 6-3 0,-1 6-4 16,0 0-5-16,0 0 1 0,0 0-4 0,0 0 2 15,0 0-1-15,0 0-1 0,8 32 6 0,-7-14-3 16,-2 1 2-16,2 5 1 0,-1-5-3 0,2 4-11 15,0-2-13-15,0-3-22 0,2 0-30 0,0 0-37 16,0-1-39-16,1-2-38 0,1-5-47 0,-2-1-131 16,3-3-399-16,2-2 176 0</inkml:trace>
  <inkml:trace contextRef="#ctx0" brushRef="#br0" timeOffset="93713.08">21839 7117 1954 0,'5'-14'62'0,"-3"3"-43"0,-2 1 0 0,1 2-3 16,-1-1-9-16,0 9 1 0,-5-11-1 0,5 11 7 16,-9-5 5-16,9 5 7 0,-14 2 13 0,3 4 3 15,-3 5 15-15,0 0-2 0,-1 3 2 0,-3 10-7 16,1 0 2-16,1 0-5 0,3 1-1 0,3 0-5 16,2-1-6-16,3-5-6 0,2 1 4 0,5-1-11 15,2-1-19-15,2-1-24 0,0-1-45 0,6-3-47 16,2-1-53-16,5-4-53 0,-4-3-144 0,6-1-393 0,7-2 175 15</inkml:trace>
  <inkml:trace contextRef="#ctx0" brushRef="#br0" timeOffset="94118.76">22299 7411 146 0,'7'-2'271'0,"-1"-1"-28"16,1 0-12-16,1 0-10 0,0-4-5 0,-2 4-5 15,3-2-2-15,0-2-10 0,-2 0-9 0,3 1-10 0,-3-5-12 16,1 2-13-16,1-7-17 0,1 0-9 0,-1-1-12 16,2-6-14-16,-3-3-4 0,0 1-10 15,-2-1-10-15,2 0-7 0,-4 7-8 0,0 2-4 16,-2 2-4-16,-2 4-8 0,2 2-7 0,-4-2 1 0,1 5-7 16,1 6-4-16,-7-14-6 0,3 10-4 0,-3-1-2 15,-1 3-7-15,-4 2-1 0,-1 0-3 0,-5 6 2 16,1-1 1-16,3 0-6 0,2 0-5 15,3 3-11-15,-1-4-7 0,4 2 7 0,1 3-11 0,4-4-3 16,1-5-2-16,2 15 2 0,5-9 1 0,3 1 1 16,0 0-2-16,2-2 6 0,6 2-3 0,-2-1 0 15,2-2 3-15,-2 3 1 0,0-1 1 0,-3-2 6 16,0 2-4-16,-3 3 0 0,1-3 3 0,-3 3-1 16,0 1 3-16,-2 1 2 0,-1 0 0 0,2 4 5 15,-4 0-4-15,0-4 3 0,0 5-5 16,-2-2-11-16,-2-3-21 0,-1 0-23 0,4 2-28 0,-4 0-22 15,2-4-22-15,0 3-35 0,2-3-6 0,1-1-13 16,1-2-8-16,8-1-10 0,-5-4-145 0,5 1-380 16,3-2 169-16</inkml:trace>
  <inkml:trace contextRef="#ctx0" brushRef="#br0" timeOffset="94447.4">22813 7303 18 0,'5'-10'134'15,"0"-2"14"-15,-4 4 8 0,-1 2-2 0,2-3-2 16,-2 9-9-16,-4-11 2 0,4 11-4 0,-7-9-12 15,7 9-3-15,-11-3-8 0,11 3-6 0,-17 7-3 16,7 1-10-16,-4 0-2 0,0 5-13 0,3-1-3 16,-1 4-5-16,-2-2-9 0,4 0-6 0,2 0-5 15,3-4-7-15,2 0-4 0,1-1-3 0,2-1-2 16,0-8-5-16,4 14 0 0,1-6-1 0,2-4-6 16,2 1-4-16,3-3-4 0,-2-2-6 0,0-1-4 0,4 0-5 15,-1-4 1-15,5 1 2 0,-5-1 1 0,-3 1-3 16,-1-1 1-16,1-3-3 0,-3 1 3 15,1 1-3-15,-2 1-2 0,-3-1 1 0,0 0 0 16,1 1-3-16,-4 5 3 0,4-10-3 0,-4 10 2 0,5-5-6 16,-5 5 1-16,0 0-3 0,0 0 4 15,0 0 1-15,0 0 4 0,7 14-2 0,-7-14 1 16,3 15 2-16,-4-5 3 0,1 0-5 0,2 2 2 16,-3-4-13-16,2 2-20 0,-1 0-26 0,0-10-36 0,3 18-42 15,1-12-56-15,-3-1-203 0,-1-5-425 0,0 0 187 16</inkml:trace>
  <inkml:trace contextRef="#ctx0" brushRef="#br0" timeOffset="94706.57">23114 6996 155 0,'3'-7'236'16,"-2"0"-20"-16,-1 7-19 0,3-8-21 0,-3 8-16 0,0 0 12 15,0 0 8-15,8 19-6 0,-7 1 3 0,1 5-2 16,0 5-2-16,-2 1-19 0,0 2-11 0,-2 2-10 16,2-2-14-16,-2 1-9 0,1-4 1 15,-2-1-23-15,3-4-9 0,-1 0-5 0,1-7-7 0,-2 1-9 16,0-2-4-16,3-3-6 0,2-2-19 0,-3 0-16 16,1-2-30-16,-1-3-33 0,1-2-30 0,-1-5-24 15,-1 11-28-15,1-11-30 0,0 0-41 0,0 0-31 16,0 0-182-16,0 0-448 0,0 0 198 0</inkml:trace>
  <inkml:trace contextRef="#ctx0" brushRef="#br0" timeOffset="94959.27">22943 7283 140 0,'0'0'167'0,"0"0"-7"0,0 0-10 16,0 0-9-16,0 0-5 0,27-1-11 0,-15 1-9 15,7 0-7-15,-3 1-1 0,5-1-4 0,7-2 0 16,-8 2-5-16,2-2-6 0,-1-1-7 15,0 1-1-15,-3 2-1 0,1-1-3 0,-1 1-7 0,-5-2-4 16,-1 2-2-16,-1-1-8 0,0 1 0 0,-11 0-3 16,12 1-10-16,-4 2-1 0,-3 0 2 0,-1 1 0 15,2 4 5-15,-2 2-5 0,-2-1-3 0,2 2-5 16,0 1-4-16,-3 0 6 0,2 5-6 0,-2-6-5 16,0 4-2-16,1 1-6 0,-2-3-24 0,0-3-24 15,-2 0-35-15,1 1-36 0,1-2-43 0,0-9-38 16,-1 13-29-16,0-5-186 0,1-8-422 0,0 0 186 15</inkml:trace>
  <inkml:trace contextRef="#ctx0" brushRef="#br0" timeOffset="95353.32">23414 7393 157 0,'0'0'175'0,"0"0"-2"15,3 7-6-15,-3-7-9 0,0 0-3 0,0 0-3 0,0 0 3 16,0 0-4-16,0 0-13 0,0 0-1 0,7-17-11 15,-5 8 1-15,1 5-6 0,1-5-6 0,1 2-5 16,1-2-12-16,4 1-1 0,-2 0-8 16,0 2-8-16,0 1-8 0,2 0-7 0,-4 2-5 0,2 2-12 15,1 1 0-15,-9 0-6 0,18 5-6 0,-8 0-2 16,0 3-5-16,-2 0-2 0,2 2 2 0,1 3-1 16,-6-1-4-16,2 3-2 0,-2 0-1 15,-1 0-10-15,-2-2-23 0,-2 3-21 0,-1 1-35 0,0-6-41 16,0 0-29-16,-1 1-26 0,2-12-26 0,0 15-12 15,0-10-9-15,0-5-153 0,4 5-393 16,-4-5 174-16</inkml:trace>
  <inkml:trace contextRef="#ctx0" brushRef="#br0" timeOffset="96065.33">23752 7390 142 0,'4'-13'159'0,"-3"3"-4"0,4 0-4 0,-3 1 13 15,-1 3 12-15,1 0 3 0,-2 6-9 0,-1-13-6 16,1 13-12-16,0 0-12 0,-7-6-13 0,7 6-10 15,0 0-7-15,-18 6-12 0,7-1-3 0,1 2-7 16,1 1-12-16,-1-1-8 0,1 0-8 0,3 3 0 16,-1-3-5-16,2 2-11 0,3-1-1 0,-1-3-3 15,3-5-2-15,-2 11-6 0,2-11-10 0,3 12-8 16,1-9-5-16,1-1-1 0,2 1 1 0,0-2 0 16,-7-1-2-16,18-1 0 0,-10 1-5 15,-8 0 6-15,18-5 6 0,-12 2-9 0,1-1-1 0,-2-1 1 16,2-1-1-16,-3 2 0 0,3-1-1 0,-7 5-1 15,6-6-1-15,-6 6 2 0,7-6 0 0,-7 6-2 16,0 0-2-16,7-2 1 0,-7 2 0 0,0 0 13 16,6 14 5-16,2 1 8 0,-1 3 8 0,-1 8 5 15,4 2-3-15,-7 4-1 0,4 2-1 0,-4 1 7 16,2 14 1-16,0-3 4 0,-2 0-9 0,-3-11-6 16,-2 11 4-16,1-11-6 0,-4-2-4 0,1 0 3 15,-3-2 2-15,0-1-10 0,-2-4 1 0,0-1-2 16,-1-10 3-16,-3 0-3 0,4-2-1 0,-4 0-2 15,2-4-2-15,0-2-4 0,-2-2-7 0,-1-3-14 0,1 1 16 16,0-4-16-16,3-2-11 0,-2-3-4 16,2-1-14-16,3-2 10 0,-3-4-13 0,3-2 1 15,4-2-1-15,5-2 7 0,4-7 1 0,4-2-1 16,-1 0 6-16,5-3 4 0,3 1 0 0,8-10 3 0,5 0 4 16,0 0-3-16,-5 12 8 0,5-9 0 0,2-1-3 15,-6 10 1-15,-2 2 4 0,1-3 7 16,-1 3-7-16,0-3 1 0,-2 4 0 0,-4-2 1 15,-3 4 3-15,-1-1 4 0,-5 8 10 0,-1 1 9 0,-2 6 5 16,-1-3 9-16,-1 5-3 0,-1 0 3 0,-1 1 2 16,-2 6-9-16,3-8-2 0,-3 8 6 15,0 0-13-15,0 0-3 0,0 0-1 0,0 0 5 16,-26 11-6-16,13 0 1 0,2 1-6 0,-3 1 2 16,-2 8-2-16,6-6 4 0,3-1-4 0,1-1-8 0,3-2-5 15,0 4-3-15,3-2-2 0,3-2-3 0,2-1 0 16,0 3 6-16,5-1-7 0,0 2 1 15,2-2 1-15,-1-3 0 0,2 1 0 0,-3-1 7 16,2-3-3-16,-5 2 5 0,0-5-1 0,2 3-4 0,-3 0 3 16,-1-2 1-16,-2 1 4 0,-3-5-2 0,2 10 1 15,0-5 3-15,-2-5-4 0,-8 9 1 0,3-5-8 16,-4 3-6-16,-1-2-20 0,-1 0-15 0,-2-1-25 16,4-3-25-16,-3 4-26 0,12-5-36 0,-14 1-34 15,9-1-201-15,5 0-435 0,0 0 193 0</inkml:trace>
  <inkml:trace contextRef="#ctx0" brushRef="#br0" timeOffset="96612.14">24435 7465 188 0,'12'2'251'0,"-12"-2"-29"16,6 3-24-16,-6-3-18 0,2 11-14 0,-2-4-14 15,0-7-3-15,-8 18-6 0,5-6-7 0,-1-1-10 16,-3-1-10-16,5 1-12 0,-1-1-9 0,3 0-6 15,0 1-1-15,3-2-2 0,1 2 1 0,2-1-2 16,0-3-8-16,1-3-5 0,1 2-5 0,4-3-6 16,0-2-2-16,7-2-8 0,-4 1-5 0,-1 0-4 15,-2-3-3-15,-1-3-2 0,2 0-4 0,-4 2-4 16,-1-3-15-16,-2-1-5 0,-2-1-15 0,-2-2-15 16,-2-1 0-16,-1 1-5 0,0-1 1 0,-7-2 1 15,2-1 5-15,-3-1-2 0,-1 2 3 0,2 3 4 16,-1 4-5-16,1 2 3 0,6-1 4 0,-3 0-3 15,5 6 1-15,-8-6 2 0,8 6 1 0,-5-4-2 16,5 4 2-16,0 0-2 0,0 0 7 0,0 0-2 16,0 0 12-16,0 0 1 0,0 0 2 0,32 7-1 15,-13-7 4-15,0-1-6 0,3-1 4 0,7-3-1 16,-2 0 0-16,-5 0-5 0,0 0 1 0,-3-2 3 16,-4-2-2-16,-2 3 1 0,-3-2 0 0,1 1-2 15,-3-4 3-15,-1 4 2 0,0-2-1 0,-4-1 3 16,3-1 1-16,-3 1 0 0,-1-3-2 0,2 3 3 15,-1 1-2-15,-2 1 5 0,2 2 4 0,-3 6-1 0,2-8 1 16,-2 8-6-16,0 0-4 0,2-6-3 16,-2 6-1-16,0 0 7 0,0 0 3 0,2 36 6 15,-6-8 7-15,4 2-1 0,-6 2 9 0,-1 19 3 0,0-16 0 16,0 10-2-16,-9 1 5 0,10 0-4 0,-3-11-3 16,2 0-2-16,3-3-4 0,-3 0-4 0,3-4 4 15,-3 2-4-15,5-3-5 0,-2-4-12 16,1-4-18-16,2-6-23 0,1-3-24 0,-1 2-26 0,0-5-30 15,1-7-33-15,-2 10-45 0,-2-6-49 16,4-4-243-16,0 0-521 0,-15 4 231 0</inkml:trace>
  <inkml:trace contextRef="#ctx0" brushRef="#br0" timeOffset="96771.75">24683 7678 48 0,'10'-6'250'0,"1"-1"-26"0,7 2-20 15,1 1-21-15,1-1-12 0,1-2-23 0,5 1-16 16,-6 1-10-16,2 0-17 0,0 1-23 0,-4-2-31 16,1 2-34-16,-1 2-48 0,0 0-43 0,-7-3-56 15,-2 3-121-15,-9 2-271 0,18-7 120 16</inkml:trace>
  <inkml:trace contextRef="#ctx0" brushRef="#br0" timeOffset="97212.05">25203 7255 2601 0,'0'-13'-13'16,"0"13"4"-16,-3-10 0 0,3 10-6 0,3-7-12 0,-3 7 5 15,0 0 7-15,0 0 2 0,0 0 1 0,0 0 10 16,9 22 10-16,-7-9 12 0,-2 13 16 16,-1 1 15-16,0-2 8 0,-2 5-1 0,-1 2-2 15,-2-1-4-15,1-1 1 0,-3 2-4 0,3-5-5 0,-5 3-6 16,2-4-2-16,3-1-3 0,1-1-2 0,-5-7-9 16,6-2-13-16,1-2-16 0,0-1-25 15,-2-2-33-15,4-2-33 0,-2-2-31 0,2-6-31 0,-2 7-18 16,2-7-20-16,0 0-178 0,0 0-406 0,0 0 179 15</inkml:trace>
  <inkml:trace contextRef="#ctx0" brushRef="#br0" timeOffset="97756.62">25138 7463 128 0,'0'0'192'0,"4"-11"-21"16,-2 6-8-16,6-1-18 0,-1-2-16 0,1 2-10 15,6-1-15-15,-1-2-4 0,-2 3-11 0,6-2 2 16,-2 1 1-16,-2 0-2 0,1-2-1 0,4 0-6 15,-9 1-6-15,5-2-3 0,-5 1 3 0,3 3 2 16,-2-3-1-16,-3 3-5 0,1-2-8 0,-3 1-4 16,-1 1-4-16,0-1-1 0,-1 1 0 0,-3 6-5 15,7-6-2-15,-4 3-13 0,-3 3-6 0,0 0-8 16,0 0-3-16,0 0 1 0,0 0-2 0,6 17 0 16,-6 1 2-16,0 6 0 0,-3 3 0 0,0 2 0 15,0 2 3-15,-5-2 1 0,2-1-8 0,0 1 0 16,-1-2 0-16,2-1-2 0,1-8-4 0,2 0 0 15,-2-2 2-15,0-5-2 0,2-1-1 0,2 0-4 16,-2-3 7-16,2-7-4 0,0 8 0 0,0-8-5 16,-2 12 1-16,2-12 0 0,5 4 4 0,-5-4-4 15,0 0 0-15,20-9 0 0,-9 2-3 0,8 3-1 0,1-7 4 16,3 1-4-16,-4 0 0 0,4-1 1 0,-6 3-1 16,1-2 1-16,3 5-4 0,-10 0 2 15,5 1 5-15,-2 2 0 0,-1-2 0 0,0 1 0 16,-2 3 5-16,3-3-1 0,-3 0-5 0,0 2 3 0,1-1 2 15,-1 2-4-15,-1-2 0 0,2 0 3 16,-1-2 1-16,-2 0-2 0,1 0 3 0,-1 0-1 0,-1-2 0 16,-3 0-6-16,2-1 10 0,-3 3 0 15,-2-4 2-15,3-2 1 0,-3 3 2 0,0-3-2 0,-4 0-1 16,2 1-2-16,0 9-1 0,-2-16 6 0,0 10 3 16,2 6-2-16,-2-9-3 0,2 9-1 0,-3-8-4 15,3 8-2-15,-8-1 3 0,8 1-6 0,-17 8 4 16,4 2-4-16,1 2 1 0,-3 1-1 0,-3 7-5 15,7-4 3-15,-7 3-13 0,11 0-24 0,-1-1-23 16,5-3-36-16,-2 2-39 0,2 1-39 0,6-9-35 16,2 4-42-16,4 0-175 0,0-6-456 0,9-1 202 15</inkml:trace>
  <inkml:trace contextRef="#ctx0" brushRef="#br0" timeOffset="98015.04">26170 7374 2156 0,'6'-25'45'16,"-2"5"25"-16,-1-5-1 0,-3 10 1 0,0 3 1 15,4 2 6-15,-4 4 0 0,0-1 0 0,0 7-5 0,2-9-5 16,-2 9-9-16,2-7-6 0,-2 7-6 16,0 0 4-16,0 0 15 0,3 32 12 0,-3-7 7 15,0 5-3-15,0 0-4 0,0 2-2 0,-3 4-7 0,1-2-7 16,2-1-4-16,-2-1-8 0,2 0 5 0,0-1-15 15,0-2 0-15,2-1-6 0,-2-3-22 16,0-6-28-16,0 0-22 0,0-2-35 0,0-1-39 0,0-5-38 16,-2-1-48-16,2-2-42 0,0-8-34 15,-4 11-195-15,4-11-509 0,-5 3 225 0</inkml:trace>
  <inkml:trace contextRef="#ctx0" brushRef="#br0" timeOffset="98559.48">26189 7489 61 0,'18'-11'192'0,"-4"3"-7"0,4 3-5 0,0 0-3 16,-7 2-1-16,7 0-4 0,-9 3-12 0,4 1-3 15,1 1-4-15,-1 4-7 0,-4 1-8 0,3 1-2 16,-1 0-14-16,3 3-14 0,-6 2 0 0,3 1-8 16,-7-3-7-16,4 3-8 0,-3-3 2 0,-3-1-13 15,0 1-4-15,0 0-9 0,-4 0-3 0,-2-1-1 16,1 1-10-16,-4-3 4 0,3-2-9 0,-1 0-2 15,1 0 0-15,-3-2-5 0,7-4-2 0,-10 3-5 16,10-3 1-16,-8 2-7 0,8-2 2 0,0 0-7 16,0 0 0-16,-11-8-4 0,11 8-1 15,2-9-8-15,-2 9-5 0,9-20 0 0,-1 11-5 0,4-4-2 16,-1-2-4-16,3 2-1 0,2-2 1 0,0 3 3 16,-1 2-1-16,-1-3 1 0,-1 4 1 0,1-3-1 15,-5 6 1-15,1 0 3 0,-3 2 0 0,-2-2 1 16,0 3 3-16,-5 3-1 0,8-8 0 0,-8 8 4 15,5-1-3-15,-5 1 2 0,0 0-4 0,0 0 1 16,0 0 5-16,0 0 1 0,-9 24 2 0,3-12 3 16,0 1 2-16,0-1 0 0,-1 2-2 0,1-5-3 15,3 3 3-15,-1-2 2 0,2-2-5 0,-3 1-2 0,3-6 2 16,2-3 1-16,0 10 4 0,0-10-1 16,2 9 1-16,-2-9-2 0,9 6 8 0,0-4-9 15,-2-2-2-15,4 0-2 0,0-2-3 0,0-4 2 16,-1 3 3-16,-1-1 5 0,1-1-11 0,-5 0 3 0,4 0 0 15,0-3-7-15,-2-1 2 0,-1 0-1 0,2 2-1 16,-2 3 6-16,-1-5-7 0,3 3 1 16,-5 1 1-16,1 0-2 0,-4 5-4 0,7-6 3 15,-7 6-10-15,0 0-7 0,0 0 0 0,0 0-3 0,0 0-14 16,9 9-15-16,-9-9-40 0,-4 16-41 0,1-6-40 16,1 0-41-16,-2 0-25 0,-3 1-175 15,4 2-450-15,-1-4 200 0</inkml:trace>
  <inkml:trace contextRef="#ctx0" brushRef="#br0" timeOffset="98927.85">26720 7612 14 0,'0'0'213'0,"6"-9"-18"16,-1 6-9-16,-1-1-6 0,-4 4-7 0,11-6 2 16,-4 3-5-16,2-1-11 0,-9 4-11 0,11-2-15 15,-3 0-8-15,-8 2-3 0,17-1-5 0,-5 2-5 16,-6-2 0-16,-6 1-10 0,15 3-4 0,-5-2-13 15,-5 0-6-15,-5-1-8 0,15 0-8 0,-9 4 0 16,4-1-8-16,-10-3-8 0,13 1 0 0,-7 0-6 16,-6-1 2-16,12 1-10 0,-12-1 0 0,9-1 1 15,-9 1-1-15,7 0-6 0,-7 0-3 0,6-5-11 16,-6 5 1-16,8-5-8 0,-8 5-2 0,4-9-7 16,-2 6 2-16,-2 3-5 0,4-10 1 0,-1 7-4 15,1-4 0-15,0 1-3 0,-4 6 2 16,6-9 0-16,-4 2 0 0,2 1 1 0,-4 6 2 0,4-7-1 15,-4 7 2-15,1-8 0 0,-1 8 0 0,0 0-5 16,0 0 2-16,0 0 6 0,0 0-2 0,0 0 8 16,0 0-1-16,-9 29 8 0,1-14-6 0,2 1 2 15,-1 0 2-15,1 2-5 0,-1-7-14 0,2 5-28 16,0-2-27-16,1-2-45 0,0-2-58 0,4-6-23 16,0-4-46-16,2 13-165 0,2-10-436 0,-4-3 194 15</inkml:trace>
  <inkml:trace contextRef="#ctx0" brushRef="#br0" timeOffset="99194.98">27274 7261 202 0,'1'-16'220'0,"-1"3"9"0,0 3-1 16,0 1-5-16,0 2-11 0,0 7-22 15,-1-10-19-15,1 10-24 0,0 0-13 0,0 0-12 16,0 0-3-16,-11 23 0 0,6-5-6 0,-1 12-7 0,-1 2 1 15,-2 5-1-15,2 9-1 0,-2 1-7 16,3-11-5-16,-4 12-11 0,3-4 1 0,1-9-4 16,0-2-17-16,-2 14 3 0,2-13-11 0,1 0-5 15,1 1 1-15,0-4-14 0,-1-1 0 0,3 1-1 0,-3-5-24 16,2-2-10-16,-5-5-26 0,5-3-23 0,-3 0-18 16,4-5-30-16,-3-1-34 0,-2-3-33 0,3-1-43 15,-1-2-41-15,-3-1-204 0,8-3-490 0,-14 0 217 16</inkml:trace>
  <inkml:trace contextRef="#ctx0" brushRef="#br0" timeOffset="99563.28">27011 7678 253 0,'9'-8'245'16,"1"1"-13"-16,1-1-14 0,7-2-9 0,-1 3-4 15,0 1-23-15,-2-1-12 0,5 0-8 0,-4 2-15 16,4-2-16-16,1 1-8 0,-2 2-13 15,4-1-7-15,-2 2-11 0,6-2-13 0,-8 3-4 0,-5-1-10 16,-3-1-7-16,0 2-4 0,-2 0-9 0,-9 2-3 16,13 2-4-16,-8 0-2 0,-1 2 2 0,2 1-4 15,-2 2-1-15,1 0 6 0,-2 5-7 0,-2-3-2 16,1 4-3-16,0-2 2 0,0 0-4 0,1 0-4 16,-1-1 4-16,3-1-3 0,-1-2-2 0,-1 0 3 15,1-1-1-15,0-3 7 0,2 0-1 0,-1 0 3 16,-5-3-3-16,16 0-4 0,-7-1-3 0,1-3 9 15,-2 0 0-15,1 0-6 0,0-5 0 0,3 3-1 0,-4-5-1 16,1-2-9-16,0 3 3 0,-4-5 13 16,1 2-21-16,-3-3-19 0,-3 0-16 0,0-2-18 15,0 1-9-15,-3 4-18 0,-1 2-23 0,-2 0-26 16,0 1-34-16,0 4-21 0,1-1-14 0,-1 5-6 16,-3 2 4-16,9 0-3 0,-14 5-2 0,8 1 1 15,-1 4-130-15,-2-1-352 0,2 4 156 0</inkml:trace>
  <inkml:trace contextRef="#ctx0" brushRef="#br0" timeOffset="99823.26">27501 7655 14 0,'11'0'179'0,"-2"0"-15"16,0-2-3-16,2-1-7 0,-1-1-3 0,-2 0-7 15,1-2 6-15,-2 3 0 0,0-5 4 16,-2 5-9-16,-1-3-8 0,2 0-9 0,-3-1-9 0,1 3-11 16,0-3-4-16,-1-2-9 0,0 2-10 0,-3-4-9 15,0 0-5-15,4-1-9 0,-4 1-9 16,0-4-5-16,4 3-4 0,0-1 2 0,1-2-10 0,1 0-4 15,2 4-5-15,1 3-4 0,2 1 0 0,5-4-3 16,-1 2-2-16,1 5-4 0,-5 2 1 0,3 2-3 16,-5 2 5-16,4 4 1 0,-1 1 6 0,-1 6 4 15,0-1 2-15,-1 3 10 0,-4 0-11 0,1 1 1 16,-4 2-2-16,-2-2-2 0,1 4-5 0,-2-2-3 16,-2-2-15-16,1 2-31 0,-3-3-40 0,-2-3-50 15,1 2-54-15,-1-5-74 0,1-1-195 0,0-2-477 16,5-6 211-16</inkml:trace>
  <inkml:trace contextRef="#ctx0" brushRef="#br0" timeOffset="100700.56">27892 7535 115 0,'0'0'231'0,"2"14"5"0,-2-6-16 0,0 0-13 16,0 4-3-16,0-2-13 0,0 0-5 0,0 0-13 15,0-3-15-15,1-1-20 0,-1-6-7 0,0 15-12 16,1-8-2-16,-1-7 0 0,2 9 0 0,-2-9 2 16,1 6-4-16,-1-6 8 0,0 0 10 0,0 0-11 15,0 0-24-15,0 0 0 0,0 0-9 0,0 0-12 16,0 0-3-16,0 0-15 0,0 0 0 0,-9-26-7 16,9 15-3-16,0 1-10 0,2-1-2 0,1 0-4 0,1-1-6 15,0-3-7-15,2 1-8 0,1 2-1 16,2-1-3-16,-2 5-6 0,2 0 9 0,0-1-7 15,0 5-10-15,0-1 1 0,-1 4 6 0,-8 1-2 16,15 1-3-16,-6 1-2 0,-1 3 6 0,2 1 2 16,-2 3-9-16,-3-1 1 0,2 3 3 0,0-1 3 0,-2 1 3 15,0 3-3-15,0-2 0 0,-2-1 4 16,-2-3-2-16,2 0-3 0,-3-2 0 0,2-2 2 0,-2-4 0 16,5 9 5-16,-5-9-4 0,3 6 6 0,-3-6-4 15,0 0-1-15,0 0 13 0,0 0-9 0,0 0-6 16,0 0 2-16,0 0-3 0,0 0-5 0,0 0-1 15,0 0-13-15,0 0-7 0,1-27-13 0,1 17-1 16,3 0 0-16,2-3-7 0,3-1-6 0,0 1 5 16,1 1 0-16,-2 1 14 0,3 3-5 0,-6 1 2 15,3 1 3-15,-1 4 4 0,-2-2 2 0,1 3-1 16,-7 1 0-16,12 1 7 0,-6 4 0 0,2-1 2 16,-1 2 7-16,1 1-2 0,0 2 1 0,-1 0 1 15,1-2 2-15,-1 0 7 0,1 3-4 0,0-4 4 16,1 3 1-16,1-5 1 0,2 1 0 0,-3-1 2 15,0 1 8-15,3-3-5 0,-1-1-4 0,0-1 3 16,-1 0-1-16,-10 0-1 0,18-3 1 0,-8-2 1 16,-3 1 1-16,2-3 0 0,-2-2-1 0,1 1 1 15,-3 0-1-15,-1-1 2 0,1-1-5 0,-3 0 0 16,1-2-4-16,-1 1 5 0,0 1-6 0,-2-1 12 16,0 4-7-16,0 7 6 0,-2-13 0 0,-1 6-1 15,3 7-2-15,-5-8 4 0,5 8-4 0,-6-4 1 16,6 4-3-16,-13 2 5 0,3 3-2 0,-2 0 2 15,-4 5-4-15,3 0 5 0,1 2 0 0,3-2-4 16,-2 4 4-16,2-1-6 0,2-2 5 0,4 0-3 16,-1-2 4-16,2 3 1 0,0-3-1 0,4 1 3 15,0 0-2-15,0-3 4 0,2 1-2 0,-1-4 5 16,4 1 8-16,-2-2-11 0,4 0-1 0,0-1 3 0,2 0-7 16,0-2 0-16,-1 0 2 0,3-4-7 15,-1 4 0-15,-1-5-2 0,1 1 6 0,-3-2-11 16,7-4 3-16,0 4-2 0,-1-3-1 0,-4 1 3 15,5-2-2-15,-5 4 4 0,1-1-1 0,-1-1 1 0,-2 4-4 16,0 0 3-16,0 2-1 0,-5-2-3 0,-4 4 2 16,10-1 5-16,-10 1 1 0,0 0 2 0,10 5 8 15,-10-5 4-15,5 10 1 0,-5-2-4 16,2 2-3-16,-1-4 3 0,-1-6-1 0,0 16-2 0,0-10-11 16,0-6-15-16,0 12-40 0,0-6-51 0,0-6-63 15,0 0-51-15,0 12-43 0,0-12-209 16,0 0-513-16,0 0 226 0</inkml:trace>
  <inkml:trace contextRef="#ctx0" brushRef="#br0" timeOffset="100825.54">28694 7395 19 0,'-9'-4'3'0,"-1"0"-7"0,-1-1-4 16,-2 1 2-16</inkml:trace>
  <inkml:trace contextRef="#ctx0" brushRef="#br0" timeOffset="102108.72">9781 9286 115 0,'0'0'192'0,"0"0"-3"0,0 0 2 15,0 0-11-15,0 0-6 0,-7 4-7 0,7-4-12 16,0 0-12-16,0 0-8 0,0 0-14 0,0 0-8 0,0 0-9 16,0 0-15-16,0 0-8 0,0 0-10 15,0 0-5-15,0 0-10 0,0 0-2 0,0 0-7 16,20 2-5-16,-8-6-1 0,7 3-30 0,0 0-28 15,-2 1-34-15,0-1-48 0,3 1-45 0,-2 0-36 16,-4 2-161-16,-2 1-370 0,0 0 163 0</inkml:trace>
  <inkml:trace contextRef="#ctx0" brushRef="#br0" timeOffset="102285.84">9716 9529 36 0,'-2'4'249'0,"2"-4"-28"0,0 0-21 0,0 0-17 16,0 0-17-16,0 0-16 0,14 6-14 16,-3-8-16-16,8-2-11 0,3 2-21 0,4-7-26 0,2 4-31 15,1-2-46-15,-1 0-42 0,2 0-42 0,3 0-41 16,-4 1-100-16,1 0-260 0,-9 1 115 0</inkml:trace>
  <inkml:trace contextRef="#ctx0" brushRef="#br0" timeOffset="104704.57">12367 8951 1858 0,'-7'-5'8'0,"3"-2"-27"16,-2 1 43-16,6 6-4 0,-7-6-8 0,7 6-4 16,-7-5-5-16,7 5 4 0,0 0-5 0,-3-6 2 15,3 6-1-15,0 0 5 0,0 0 9 0,21-3 2 16,-1 3 1-16,11-2-3 0,1-1-2 0,6-1-3 16,14-4-6-16,-3 1 2 0,-8 1-25 0,-1 1-2 15,-6-1-29-15,-1 2-27 0,-6-1-28 0,-4 3-41 16,-6 1-131-16,-5-1-297 0,-3 2 131 0</inkml:trace>
  <inkml:trace contextRef="#ctx0" brushRef="#br0" timeOffset="105097.7">12599 8893 89 0,'0'0'158'0,"0"0"-20"0,-5 6-8 0,5-6-1 16,-2 11 7-16,0 1 4 0,2 5-11 0,0 0-1 15,0 8-2-15,-2 1-5 0,-1 3-2 0,-2 2-1 0,1 5-7 16,4-4-6-16,-3 0-6 0,1 0-10 16,-2-3-9-16,4 1-10 0,-2-3-5 0,-2-8-11 15,4 6-1-15,-1-7-4 0,-1-1-8 0,0-2 0 16,2-4-6-16,-2-1-5 0,0 0-2 0,-1-3 2 0,3 0-6 16,0-7-2-16,-3 9 3 0,3-9-1 0,-4 9-1 15,4-9-3-15,-4 5-4 0,4-5-4 0,-11 3-3 16,4-3 0-16,7 0-3 0,-16-2-2 0,6-3 0 15,-1 1-2-15,-2 0-2 0,3-2 0 0,-4 1 0 16,1 1-1-16,3 1 0 0,-1-1 0 0,1 1-1 16,2 2 3-16,3-3-5 0,5 4 4 0,-11-2-4 15,11 2-3-15,0 0 3 0,0 0 1 0,0 0 5 16,0 0 1-16,0 0 1 0,0 0 4 0,0 0 0 16,19 16-3-16,-2-11 0 0,0-3 2 0,4 1 3 15,6-1-4-15,1 0-2 0,7 0-21 0,-4-1-33 16,3 0-45-16,0-3-54 0,0-1-47 0,-2 0-199 15,1-2-429-15,-3-1 190 0</inkml:trace>
  <inkml:trace contextRef="#ctx0" brushRef="#br0" timeOffset="105543.73">12927 8515 97 0,'6'-8'178'0,"3"0"-13"16,1 4-7-16,3-1-6 0,-4 1-8 0,4 2-11 15,-2 2-10-15,0 3-7 0,3 3-6 0,-3-2-11 16,1 5-12-16,1 3-3 0,-4 1-6 0,3 2-6 16,-2 2-3-16,-5-1-3 0,1 2-9 0,-4-1-2 15,-2 1-2-15,0-1-2 0,0-1 1 0,-2 0 8 16,-2-4 3-16,0-2 5 0,1 0 2 0,-1-2-6 0,0 0-1 15,2-2-3-15,-1-2-2 0,3-4-6 0,-5 8 1 16,5-8-6-16,0 0-7 0,-4 7 1 16,4-7-9-16,0 0-4 0,0 0-13 0,0 0-12 15,9 10-23-15,0-9-21 0,0-1-31 0,7 3-36 16,3 0-36-16,9-1-33 0,-1 2-31 0,-7 1-167 0,3 0-406 16,-4 1 181-16</inkml:trace>
  <inkml:trace contextRef="#ctx0" brushRef="#br0" timeOffset="106025.17">13266 9280 55 0,'0'0'232'0,"-12"-2"-10"0,12 2-9 15,0 0-3-15,-15-4-13 0,8 3-9 0,7 1-10 16,-18 0-16-16,9 1-12 0,-5 2-13 0,3 0-14 15,0 2-14-15,-5 2-9 0,3 2-7 16,-5 3-3-16,1 1-4 0,-2 6-14 0,3-6-4 0,3 1-5 16,0 2-8-16,3-1-6 0,1-1 1 0,3-3-12 15,1 0 0-15,2-1-9 0,3 2 2 0,-2-4-8 16,2 1 4-16,5-3-4 0,-2 1-2 0,1-2-3 16,1 0-3-16,3-3 10 0,2-1-10 0,-1-1-1 15,1-1 3-15,4-1-6 0,-3-3 10 0,0 0-12 16,1 0 4-16,-1 0-3 0,-3-3 1 0,2 0-3 15,-1-4 3-15,0 2-3 0,-3-4 8 0,2-1-8 16,-2 0-4-16,-2-2 0 0,-1 2 2 0,-1-2-2 16,2-2-2-16,-2 1 1 0,-2-8 8 0,0 0-9 15,0 9 1-15,0-1 3 0,-2 1-5 0,2-2 0 16,0 8 0-16,0-1 4 0,-2 3 7 0,2-1-4 16,0 10-3-16,-2-13 0 0,2 13-4 0,2-7-1 15,-2 7-2-15,0 0-2 0,0 0 2 0,0 0 1 16,7 21-1-16,-7-3 4 0,3 1-1 0,1 6-2 15,-2 0-1-15,-2 0 3 0,0 0 12 0,0 0-15 16,3 0 12-16,-1-6-15 0,0 5-17 0,0-4-31 16,-2-2-22-16,2 0-33 0,0-2-36 0,3 1-27 15,-3-4-33-15,5-4-26 0,-2 1-178 0,-1-2-441 16,5-2 195-16</inkml:trace>
  <inkml:trace contextRef="#ctx0" brushRef="#br0" timeOffset="106242.83">13508 9313 99 0,'1'-8'187'0,"-1"0"5"0,0 8-3 16,0-10-11-16,0 10-3 0,-6-9-10 15,6 9-7-15,-9-3-8 0,9 3 8 0,0 0-6 16,-22 15-7-16,13-8-10 0,3 3-8 0,-7 5-9 16,3-2-9-16,1 2-1 0,5-4-18 0,-3 4-11 15,4-4-8-15,-1 1 4 0,2-1-13 0,2-1-9 0,2 1-4 16,0 0-4-16,3-3-8 0,2 2-24 0,2-3-38 15,1 0-41-15,4-2-47 0,0 0-33 16,6-3-47-16,1-1-38 0,-4-1-161 0,3-1-422 16,-2-1 186-16</inkml:trace>
  <inkml:trace contextRef="#ctx0" brushRef="#br0" timeOffset="106496.67">13969 8967 140 0,'2'-9'252'0,"1"-2"-2"0,-2 6-10 0,-1 5-12 16,0-9-21-16,0 9-21 0,0 0-21 0,0 0-14 15,0 0-5-15,0 0-11 0,0 0-5 0,9 32-8 16,-7-12-3-16,0 9-6 0,-1-2-17 0,-1 6 0 16,0-2-7-16,0-1-7 0,-1 0-9 0,-1-2 4 15,0 1-18-15,0-1-3 0,0-3-8 0,0-4-2 16,0 2-3-16,1-4-11 0,0-2-17 0,0 0-19 15,-3-3-31-15,4-3-27 0,0 1-37 0,-3-3-37 16,3 1-21-16,-2-3-34 0,2-7-29 0,-2 11-196 16,-1-9-449-16,3-2 198 0</inkml:trace>
  <inkml:trace contextRef="#ctx0" brushRef="#br0" timeOffset="106800.66">14016 8978 180 0,'6'-9'183'16,"2"-2"1"-16,-2 3-5 0,1 0-14 0,-3 5-12 16,3 0-6-16,-5-1-12 0,-2 4-5 0,0 0-1 0,18 7-13 15,-13-4-7-15,3 5-8 0,-3 0-5 16,-2 2-7-16,-1 2 0 0,0 4-13 0,-4 2-4 16,0-6-4-16,0 5-6 0,-4 0-3 0,0 1-2 15,1-3-2-15,-3 1 4 0,4-7-8 0,-2-1 1 0,2 1-9 16,1-3-2-16,-1-1-1 0,4-5-4 15,-4 8-7-15,4-8-2 0,-4 7-3 0,4-7 3 0,-1 7-4 16,1-7-1-16,0 0 2 0,5 13 1 16,2-9-6-16,-1 1-2 0,2-1-3 0,2 1 2 15,-1 2-1-15,5-3-18 0,5 1-25 0,-2-1-32 0,3-1-35 16,-2 0-32-16,0 0-39 0,1-3-37 0,-2 3-29 16,3-2-156-16,-7-1-419 0,0-1 185 0</inkml:trace>
  <inkml:trace contextRef="#ctx0" brushRef="#br0" timeOffset="107075.69">14384 9095 143 0,'0'0'183'0,"3"-8"-2"0,-3 8-14 15,0 0-10-15,3-8-14 0,-3 8-5 0,0 0 11 16,0 0-2-16,0 0 0 0,5 24 7 0,0-9 3 16,-5 3 4-16,1 10-5 0,-2-1 9 0,-6 2-20 15,4 0-17-15,-5 0-11 0,4-1-1 0,0 2-8 16,-1-2-13-16,-5-1-2 0,4-1-10 0,4-7-10 15,0 0-7-15,-1-1-3 0,3-6-12 0,3 0-1 16,-2-1 2-16,1 0 0 0,1-3-1 0,1 2-5 16,1-5-4-16,2-1 5 0,0 1-6 0,1-2-2 15,3-1-2-15,3 0-6 0,5-2-2 0,-2 0-6 16,6-2 0-16,-1 1-13 0,-2-2-9 0,3 1-27 16,-2-1-20-16,-4 0-34 0,1 1-30 0,-5 2-39 15,-1 0-45-15,-6-1-33 0,-6 1-43 0,13 0-223 0,-13 0-535 16,7 0 237-16</inkml:trace>
  <inkml:trace contextRef="#ctx0" brushRef="#br0" timeOffset="107588.92">12228 9982 150 0,'-7'-1'219'0,"7"1"-3"0,-9 1-13 16,9-1-17-16,-9 1-14 0,9-1-18 0,0 0-14 16,0 0-11-16,-5 5 8 0,5-5-9 0,0 0-3 15,30 12-1-15,-5-5-6 0,11 3-6 0,20-1-4 16,5-4-4-16,37 6-7 0,1-7-3 0,7-4-9 16,8-3-9-16,7 2-5 0,0-5-8 0,5-1-8 15,-2 2-7-15,1-7 2 0,7 4-9 0,2 0-1 16,6 5-8-16,-4-3 4 0,4 2-8 0,-8-3 1 15,1 3-2-15,-3 3 6 0,-2-2-14 0,-11-1-2 16,-10-3-4-16,-10 5 1 0,-7 0 1 0,-28-1-1 0,-1 3 6 16,-2-3-9-16,-1-1-5 0,-21 2 4 15,-2 1-1-15,-1 0-5 0,-13-2 1 0,-3 3 5 16,-5 0-6-16,-1-1 8 0,-7-1-4 0,-5 2 6 0,0 0-6 16,0 0 7-16,0 0-24 0,0 0-13 0,0 0-31 15,-41-1-24-15,13 0-41 0,0 3-52 16,-2 1-29-16,0 1-35 0,2 1-229 0,-3-1-501 15,3-1 221-15</inkml:trace>
  <inkml:trace contextRef="#ctx0" brushRef="#br0" timeOffset="109185.08">12558 10554 33 0,'-2'-8'210'0,"2"8"-16"16,-4-7-2-16,4 7-5 0,-6-7-3 0,6 7-5 16,-2-6-12-16,2 6-10 0,0 0-20 15,0 0-18-15,-4-8-6 0,4 8-14 0,0 0-12 16,0 0-6-16,0 0-10 0,0 0-12 0,0 0-3 0,14 23-2 16,-8-12-1-16,3 6-1 0,0 5-6 0,3 2-7 15,1 3 1-15,-3-2-4 0,1 0-3 0,-1 1-2 16,0-2-1-16,-2 1-1 0,-3-7 1 15,4 6-4-15,-3-7-2 0,0 2-3 0,0-2 2 0,0-2-4 16,-1-2-3-16,-1-3-1 0,-2 0 0 0,4-1-1 16,-4 1 0-16,2-4 0 0,1 0 4 0,-5-6-9 15,4 9 3-15,-4-9-4 0,2 5 2 0,-2-5-2 16,2 7 8-16,-2-7 13 0,5 3 7 0,-5-3-2 16,0 0 2-16,0 0-1 0,0 0 0 0,7-14-3 15,-5 4-3-15,0 0 1 0,1-3 8 0,1-6-13 16,-2 1-1-16,5-6-2 0,-5 3-1 0,2-4-3 15,4 0 1-15,-2-3-5 0,-1 3-2 0,3-3-1 16,2 2-2-16,-1 2 0 0,-3 5-3 0,1 1-1 16,2 3 6-16,0-1-8 0,-5 4 3 0,1 1-4 15,1-1-1-15,0 2-17 0,-2 3-4 0,0 1-28 16,3-2-26-16,-5 3-27 0,3 0-28 0,-5 5-23 16,11-4-17-16,-11 4-22 0,14 2-24 0,-8 2-205 15,4 0-454-15,-4 1 200 0</inkml:trace>
  <inkml:trace contextRef="#ctx0" brushRef="#br0" timeOffset="109607.09">13041 10973 98 0,'3'5'218'0,"-3"-5"0"0,0 0-12 16,0 0-16-16,0 0-4 0,0 0-7 0,0 0-10 0,0 0-14 15,6-22-13-15,-6 16-10 0,2-5-7 0,3 1-7 16,-3-1-5-16,-2-2-6 0,4-4-13 0,-1 0-6 16,-1 0-11-16,0-2-9 0,-2 2-4 15,-2-1-10-15,2 0-3 0,0-2-3 0,0 9-6 0,-3-1 4 16,1 0 1-16,-2 4 1 0,2-2-5 0,-3 4-2 16,3-1-10-16,-2 2-1 0,4 5-1 0,-8-8-6 15,6 3-1-15,2 5-1 0,0 0-8 0,-9-5-2 16,9 5-6-16,0 0 4 0,0 0-4 0,0 0-4 15,0 0 1-15,0 0-6 0,0 0 3 0,0 0-2 16,21 17 0-16,-12-13-5 0,2-1 0 0,1 1 2 16,-1 2-8-16,1-3 12 0,2 1 1 0,-5 0-7 15,1 0 2-15,-1 1 1 0,1 0-4 16,-1 2 2-16,1 0 1 0,-2 1-1 0,-3 0 3 0,3 2-1 16,-2-1 3-16,-2 2 2 0,1-2-3 0,-3 3 3 15,0-1 0-15,-2 1 3 0,4 1 2 0,-4 0-11 16,0-3-24-16,0 1-26 0,0 0-47 0,0 0-32 15,2-2-30-15,-1 0-32 0,-1-3-38 0,2 4-155 16,-2-3-422-16,0-7 187 0</inkml:trace>
  <inkml:trace contextRef="#ctx0" brushRef="#br0" timeOffset="110429.87">13322 10865 163 0,'0'0'184'16,"2"12"-5"-16,-2-3-6 0,-2 0-5 0,2 1-8 15,-3 0-10-15,6 1-6 0,-3-2-4 0,0-1-8 16,0-8-9-16,-3 12-9 0,3-12-7 0,0 10 3 0,0-10 5 16,-2 7 10-16,2-7 5 0,0 0-5 15,0 0 10-15,0 0 3 0,-2 9-18 0,2-9 3 16,0 0-26-16,0 0-6 0,0 0-12 0,0 0-6 15,-5-22-8-15,1 14-2 0,4 8 5 0,4-16-20 0,-4 4-5 16,2-1-8-16,1-2 6 0,6-2-14 16,-4-1 1-16,1 1-12 0,3 0 2 0,1 5-2 0,-2-3-8 15,1 6 1-15,0-3-1 0,1 6-3 0,2-2-4 16,-5 5-3-16,5 3 3 0,-1 0-3 0,1 3 6 16,-4 1-3-16,3 3-4 0,-2 0 1 0,1 2-4 15,-2 1 8-15,-1 0-2 0,-1 1-1 0,0 0 3 16,-2-1-4-16,2 0 1 0,-1-1 3 15,-3 0-3-15,2-2 1 0,-4 1 2 0,2-3-1 0,-2-5 3 16,4 9 11-16,-4-9 5 0,0 7-7 0,0-7 8 16,0 0 8-16,0 0-11 0,4 6-1 0,-4-6 2 15,0 0-4-15,0 0-2 0,0 0 2 0,0 0-7 16,0 0 1-16,0 0-5 0,0 0-3 0,-4-27 7 16,4 27-9-16,0-15-4 0,0 4-11 0,2 1-2 15,4-7-10-15,1 1-5 0,1-1 0 0,-3 0-7 16,7 1 6-16,-3-1 0 0,1 2-2 0,2 2 5 15,-5 6 1-15,3 0 4 0,0 0 0 0,-3 7 1 16,2-2 0-16,-9 2 2 0,16 2 1 0,-10 5 2 16,1 2 3-16,1-1 0 0,-2 3 4 0,-2 4-2 15,3 1 7-15,-1-2-1 0,-2-1 1 0,-1-3-1 16,2 0 1-16,-1 0 4 0,1 1-1 0,-1-3 1 16,3 1 4-16,-1-4 4 0,4 0 3 0,-1 0 3 15,1-3 1-15,2-2 0 0,1-1-4 0,1-2 1 16,-1 0-1-16,2 0 0 0,0-3 1 0,-2-4-1 15,1 4 5-15,-1-2-6 0,1-4-2 0,-3 2 4 0,-3-3-4 16,0 2 2-16,-2 0-1 0,-1 0 5 16,-3-1-7-16,0 0-3 0,2-2 3 0,-3 4-3 15,-1-2 3-15,2 5-2 0,-2 7 0 0,0-11-5 16,0 11-1-16,0 0 0 0,-3-10 1 0,3 10-1 0,0 0 2 16,0 0-1-16,0 0 1 0,-17 17 3 15,15-7-3-15,-6 5-3 0,4-4 5 0,-1 5-3 0,1-5-1 16,2 0 3-16,2 6 0 0,0-2 0 15,-2 0 1-15,4-4-1 0,-2 0 9 0,2-1-7 0,1 1-2 16,-2 0 2-16,2-1 0 0,-1 0-2 16,0-2 3-16,0-2-2 0,-2 2 1 0,3-3-1 0,-3-5-1 15,2 12-11-15,-2-12-8 0,-2 8-20 16,2-8-23-16,-3 11-27 0,3-11-32 0,-6 7-32 0,6-7-29 16,-4 5-37-16,4-5-226 0,-9 1-483 0,9-1 215 15</inkml:trace>
  <inkml:trace contextRef="#ctx0" brushRef="#br0" timeOffset="110661.85">14115 10687 152 0,'0'0'197'0,"0"0"2"0,14 0 3 15,-14 0 0-15,8 7-12 0,-2-1 0 0,-1 2 1 16,5 2-12-16,-4-2-8 0,1 3-12 0,-1-2-17 15,6 4-14-15,-3 0-12 0,-3-3-9 0,1 0-11 16,1 1-12-16,-2-3-3 0,4 2-8 0,-3-3-15 16,1-2-17-16,0 2-26 0,-1-1-32 0,-1-2-34 15,-3-1-36-15,-3-3-26 0,9 6-26 0,-9-6-37 16,7 1-41-16,-7-1-146 0,0 0-392 0,0 0 174 16</inkml:trace>
  <inkml:trace contextRef="#ctx0" brushRef="#br0" timeOffset="110841.46">14271 10687 46 0,'0'0'202'0,"-4"-8"-12"16,4 8-9-16,0 0 5 0,0 0 2 0,0 0 2 15,0 0-2-15,-17 15-6 0,12-5 2 0,-2 3-6 16,0-4-13-16,-2 5-8 0,-2 4-18 0,2-1-9 16,-6 2-14-16,3-3-16 0,1 0-4 0,3 0-14 0,-4 0-14 15,1-2-33-15,4-3-40 0,-4 1-38 16,2-2-60-16,2-1-56 0,3-3-62 0,-2 3-191 15,4-5-447-15,2-4 198 0</inkml:trace>
  <inkml:trace contextRef="#ctx0" brushRef="#br0" timeOffset="111404.34">14524 10496 2645 0,'2'-6'47'0,"3"-1"28"15,-2 2-44-15,-3 5-9 0,5-6-9 0,-1 2 4 16,-4 4 9-16,10-5 15 0,-1 1 2 0,4 3 0 16,5-3 1-16,3 1-4 0,7-2-6 0,2-1-4 15,1 3-2-15,3-1-3 0,-2-1-3 0,-4 0-9 16,-1 2-22-16,-4 1-23 0,-3-2-26 0,-3 3-29 16,-4-1-25-16,-5 1-27 0,-8 1-2 0,11 1 4 15,-11-1 0-15,6 3-4 0,-6-3 4 0,0 0 10 16,0 0 6-16,-21 11 15 0,12-9 16 0,-4 0 6 15,1 1 9-15,0 0 24 0,2-2 26 0,-1 0 10 16,1 1 23-16,2-2 7 0,8 0 8 0,-11 3 19 16,11-3 3-16,-10 2 7 0,10-2-1 0,-7 1-13 15,7-1 10-15,-6 6 7 0,6 1 17 0,-3 0 12 16,2 6 0-16,1 3 9 0,1-3 9 0,-1 4-6 16,0 2 0-16,0 0 6 0,2 5-5 0,-1-3-3 15,-1-4-9-15,2 7-4 0,-2-5-6 0,2 0-8 16,-2 0-6-16,0-3-7 0,0 2-6 0,-2-6-1 15,4-2-8-15,-2 1-3 0,0-1-1 0,0-2-2 16,0-8-7-16,0 10-4 0,0-10-3 0,-2 9-3 16,2-9-14-16,0 0-5 0,-6 5-9 0,6-5-8 15,-9 0-9-15,9 0-5 0,-14-1-12 0,14 1-8 16,-14-6 0-16,5 0 9 0,1 2-2 0,1 1 6 16,-2-4 3-16,4 5 2 0,1-3 2 0,4 5 4 0,-9-5 5 15,9 5 4-15,-4-3 0 0,4 3 2 16,0 0 2-16,0 0 11 0,0 0 3 0,0 0 5 15,0 0-4-15,0 0 9 0,0 0-2 0,22 13-4 16,-13-8 2-16,1-3 1 0,0 2-5 0,2-1-12 0,-2 1-23 16,4 0-35-16,-1 0-33 0,5-1-32 15,-2-1-29-15,-2-1-23 0,-1 0-12 0,7 2-122 16,0 0-349-16,0-1 156 0</inkml:trace>
  <inkml:trace contextRef="#ctx0" brushRef="#br0" timeOffset="111782.9">15045 10871 13 0,'5'3'150'0,"-5"-3"12"0,0 0 12 15,0 0 8-15,6 3 8 0,-6-3 4 0,0 0-6 16,0 0-9-16,0 0-9 0,0 0-11 0,0 0-13 16,8-9-10-16,-8 9-6 0,5-9-6 0,-2 3-11 15,2 0-1-15,-2 0 1 0,0 0-7 0,1-3-4 16,-1 0-11-16,1-1-4 0,0 0 0 0,-3 0-13 16,3-2 1-16,-2 1-5 0,3-3 2 0,-3 1-19 15,0-3 2-15,-1 4-9 0,1-1-2 0,-4 2-2 16,2 3 10-16,0-2-1 0,0 10-6 0,-2-13 0 15,-1 8-11-15,3 5-6 0,-6-10 2 0,6 10-7 16,-5-8 0-16,5 8-6 0,0 0-3 0,-5-5 0 16,5 5-5-16,0 0-5 0,0 0-6 0,0 0-12 15,0 0 0-15,0 0-3 0,0 0-1 0,0 0 2 16,25 10-1-16,-17-7-5 0,3-1 6 0,1 2 0 16,-1-1 0-16,1-1 2 0,-2 3-2 0,0 0 4 15,1 0 1-15,-2 1 0 0,-2 0 4 0,1 2-4 16,-1 1 6-16,-4 1-1 0,2 1 0 0,-1 0 9 15,-3 2-6-15,-1-6 3 0,0 5 0 0,1-1-2 16,1 1 2-16,-2 1 5 0,-2-2-2 0,1 0-9 16,0-1-22-16,0-1-27 0,1-1-25 0,-1 2-33 15,1-10-34-15,-2 14-31 0,2-14-39 0,0 8-29 16,0-8-204-16,3 8-487 0,-3-8 216 0</inkml:trace>
  <inkml:trace contextRef="#ctx0" brushRef="#br0" timeOffset="112610.82">15375 10749 12 0,'9'-3'193'0,"-9"3"0"0,0 0 9 15,9 7-6-15,-4-2 4 0,-3 0-5 0,-2-5-16 16,6 12 1-16,-6-6 1 0,5 4-19 0,-4 0-13 16,0-1-4-16,3 0-10 0,-3-2-9 0,1 0-1 15,-2 0-21-15,0-7 0 0,2 10-5 0,-2-10 9 0,3 8 4 16,-3-8 10-16,0 0-5 0,0 0 4 15,0 0-8-15,0 0-14 0,0 0-9 0,0 0-10 0,0 0-11 16,0 0-4-16,0 0-12 0,-12-21 0 16,12 12-8-16,0-1-4 0,3 1-3 0,-2-3 0 0,2-4-6 15,2 2-9-15,1-3-12 0,2 2 4 0,2-1-4 16,-1-2 3-16,3 3-3 0,0 2-7 16,-3 5 2-16,1 1-1 0,1 2-6 0,-2-2 5 15,1 4-8-15,1 2 2 0,-3 2-4 0,2 1 0 0,2 2 13 16,-3 2-14-16,-3 3 6 0,2-1-6 0,-1 2 4 15,0 0 17-15,-3 1-16 0,-1 0-5 0,1 1 10 16,-1 1-2-16,-1-5 0 0,-1 3 9 0,1-4-8 16,-2 1 4-16,0-8 2 0,4 10 2 0,-4-10 9 15,1 11-5-15,-1-11 3 0,1 3 22 0,-1-3-14 16,0 0 1-16,0 0 0 0,0 0 1 0,0 0-17 16,0 0 14-16,0 0-2 0,0 0-10 0,0 0 2 15,0 0-4-15,-5-24 2 0,9 14-12 0,-1-2 1 16,1 1-13-16,4-3 10 0,0-2-14 0,2 0-11 15,2 1 5-15,-2 1-4 0,4-1-2 0,-1 1-6 16,1 2 6-16,-1 2 6 0,-3 6-4 0,1-2 18 16,-3 1-20-16,0 2 6 0,1 3 1 0,-9 0-10 15,16 7 14-15,-12-3 5 0,8 3 2 0,-6 3-7 16,-1-2 0-16,2 2 9 0,-2 2-2 0,2 1 0 16,1 2 4-16,-3-3-5 0,0-2 6 0,4 0 6 0,-1-2-4 15,-1 2 16-15,0-2-11 0,2-2 3 16,0 1 8-16,1-4-2 0,0-1 4 0,2-1 2 15,-1-1-5-15,3-1 3 0,-2-2 8 0,2-2-12 16,2 0-1-16,1-1 5 0,-5 0-1 0,-1-1 10 16,-1-1-17-16,1-1 7 0,-4 0 0 0,5-5-15 0,-6 5 9 15,0-3-5-15,-2 1 4 0,-1-1 2 16,1-1-4-16,-2 3-2 0,-2 1 2 0,3-1-5 16,-3 0-3-16,0 10 5 0,-4-9-6 0,4 9-6 0,-5-7 3 15,5 7-1-15,-12-2 3 0,12 2 8 0,-16 7-13 16,6 0-5-16,0 0 7 0,0 3-2 15,4-1 2-15,-3 2-1 0,4 5 0 0,2-5-3 16,-2 1 6-16,5 1-10 0,3-2 0 0,-2 3-1 0,2-4 7 16,3 5-6-16,-1-4 10 0,3-1-5 0,2 3 3 15,-2-3 2-15,-1-1 1 0,1 1 2 0,1-1-6 16,-4 1-1-16,0-3 8 0,-2 1 0 0,-1-2 2 16,1 2 11-16,-3-1-13 0,-1 3 2 0,-2-3 0 15,-1 0 3-15,-1 1-3 0,-6-1-3 0,-1-1 5 16,2 0-14-16,-7 1-34 0,4-1-24 0,-3-1-34 15,-1 1-43-15,1-2-57 0,1 0-53 0,3-3-54 16,-6 1-205-16,6 0-559 0,2-1 247 0</inkml:trace>
  <inkml:trace contextRef="#ctx0" brushRef="#br0" timeOffset="113072.9">16971 9818 208 0,'-8'-4'265'0,"8"4"-10"16,0 0-12-16,-3-5-15 0,3 5-11 16,0 0-17-16,0 0-17 0,0 0-19 0,0 0-14 15,0 0-17-15,0 0-9 0,16-3-14 0,-3 1-25 16,4 1-5-16,2 1-8 0,9 0-24 0,-8 0-27 0,1-2-37 16,-1 2-51-16,-2 0-50 0,-1 2-37 15,-4-2-33-15,-3 5-34 0,-5-3-117 0,-1 2-365 16,-4-4 161-16</inkml:trace>
  <inkml:trace contextRef="#ctx0" brushRef="#br0" timeOffset="113225.19">16972 9988 50 0,'0'0'229'0,"-7"5"-22"0,7-5-18 0,-4 2-9 0,4-2-14 16,0 0-7-16,0 0-8 0,0 0-2 0,0 0-14 15,0 0-8-15,22 6-17 0,-7-6-11 0,4 0-16 16,0 0-28-16,3-1-44 0,-4 1-51 0,2-1-55 15,1-1-46-15,-3 4-163 0,0-4-330 0,-3 1 146 16</inkml:trace>
  <inkml:trace contextRef="#ctx0" brushRef="#br0" timeOffset="116725.78">18946 8825 76 0,'-2'-7'167'16,"2"7"-10"-16,0 0-14 0,0 0-12 0,-3-8-11 15,3 8-7-15,0 0-10 0,0 0 2 0,-21 12-3 16,13-3-5-16,-3 7-9 0,-4 6 9 0,0 5-6 15,-2 3-3-15,2 2-9 0,-6 14-8 0,2 4-2 16,6-1-4-16,-1 3 0 0,0 4-7 0,5 2-2 16,-3-1-1-16,6 1-5 0,5-1-4 0,-2-1-4 15,2-3 3-15,5-2 2 0,2-1-2 0,0-4-2 0,3-1-1 16,2-15-3-16,0 4-6 0,2-1 2 16,2-1-9-16,2-3 2 0,1 2-6 0,1-5 2 15,1-2 1-15,3-4-12 0,-3-1-18 0,-4-4-26 16,1-4-30-16,1 1-38 0,-3-3-25 0,3-5-36 0,-2-1-30 15,-3 0-166-15,0-2-385 0,7-5 171 16</inkml:trace>
  <inkml:trace contextRef="#ctx0" brushRef="#br0" timeOffset="117048.24">19508 8887 84 0,'-8'-5'203'0,"4"2"-10"0,-1-2-9 16,5 5-11-16,-7-5-15 0,7 5-13 0,-8-2-13 15,8 2-14-15,0 0-11 0,0 0-8 0,0 0-1 0,0 0-12 16,31-2-5-16,-10 4-11 0,1-2-3 16,7-2-8-16,3 0-8 0,-1 2-4 0,0 0-16 15,-3 0-21-15,-8-2-28 0,1 1-26 0,-2 2-30 16,-6-1-28-16,-2 0-22 0,2 0-24 0,-1 2-18 16,-5-2-88-16,-7 0-274 0,12 0 121 0</inkml:trace>
  <inkml:trace contextRef="#ctx0" brushRef="#br0" timeOffset="117423.24">19683 8853 133 0,'0'0'132'0,"0"0"-7"0,0 0-6 0,-10 2 6 0,10-2 6 16,-4 10-1-16,1-1-1 0,0 2-4 16,1 7-5-16,1 1-3 0,0 5-6 0,1 1 4 0,0 1-4 15,-1 3-7-15,-1 0 0 0,1 0-6 0,0 2-7 16,1-3-7-16,-2 0-9 0,1 2-9 15,1-5-7-15,0-6-5 0,-1 0 0 0,1-3-10 16,-1 0-2-16,1-5-4 0,0 0-3 0,0 0-6 0,0-4-1 16,0-7-2-16,-2 13 0 0,2-13-4 0,-1 9-2 15,1-9-1-15,-5 9-8 0,0-5-9 0,-2-3-7 16,7-1-6-16,-12 0-5 0,12 0-3 0,-21-1 1 16,11-2-2-16,-2-1 0 0,-5-1 1 0,6 0 2 15,-1 1 2-15,3-3 8 0,2 5-4 0,-2 0 7 16,9 2 0-16,-10-4-1 0,10 4-5 0,-8-3 6 15,8 3-4-15,0 0-1 0,-7-1 0 16,7 1 2-16,0 0 1 0,0 0-3 0,0 0 9 0,0 0-1 16,20 11 3-16,-8-8-2 0,-1-2 2 0,7 2-2 15,0-2-21-15,0 0-17 0,1-2-23 0,1 1-33 16,1 0-28-16,-1-1-30 0,1-2-17 0,0-1-23 16,-3 1-101-16,0-3-317 0,1 1 141 0</inkml:trace>
  <inkml:trace contextRef="#ctx0" brushRef="#br0" timeOffset="117927.21">19881 9237 52 0,'0'0'147'0,"0"0"-20"16,0 0 0-16,0 0 2 0,0 0 12 15,0 0-1-15,8 13-7 0,-8-5-3 0,0-8-3 16,0 13-12-16,0-6-3 0,1 0-8 0,-1-7-7 16,0 12-3-16,0-12-4 0,-1 12-1 0,1-12 1 15,0 7 5-15,0-7 4 0,0 0 11 0,0 8 5 16,0-8 9-16,0 0 9 0,0 0-15 0,0 0-3 15,0 0-18-15,0 0-7 0,0 0-6 0,0 0-3 16,-15-14-1-16,15 14-9 0,-6-13-6 0,6 2-5 16,-1 0-10-16,1-1-8 0,1-4-1 0,3 1-4 15,0 0-4-15,1 2-9 0,0-2-1 0,3 1-8 16,0 0-3-16,2 1 9 0,0 6-19 0,-2-2 0 16,1 3 4-16,1 2-4 0,0 0-4 0,0 3 7 0,2 2-10 15,-2 1 2-15,3 4 0 0,-3 3-1 0,2 2-6 16,-5-2 16-16,5 5-8 0,-3-1-2 0,-2 1-1 15,1 1 6-15,-4-4-5 0,0 0 3 0,-2 0-2 16,-1-4 5-16,3 3-1 0,-2-3 0 0,-2-7 1 16,1 10 1-16,-1-10 3 0,0 9-2 0,0-9-2 15,0 0 20-15,0 0-13 0,-3 7-7 16,3-7 0-16,0 0 1 0,0 0 0 0,0 0 3 16,0 0 8-16,0 0-14 0,0 0-3 0,0 0 3 0,0-31-8 15,2 26-3-15,2-7 1 0,2 2-9 0,0-1 2 16,3-1-3-16,-1 2-1 0,-2 0 5 0,4 2 1 15,-1 1 3-15,-2 3-5 0,0 2 5 0,0-1-2 16,-7 3-1-16,11 0 0 0,-4 5 3 0,3 0-2 16,-4 1 11-16,1 2-8 0,-2 2 4 0,0 1-3 15,1 1-7-15,-3-1-13 0,-2 1-10 0,2 4-21 16,-3-3-27-16,-3 3-32 0,1 1-42 0,-1-2-35 16,-2-3-38-16,1-3-217 0,-1-1-489 0,1 0 217 15</inkml:trace>
  <inkml:trace contextRef="#ctx0" brushRef="#br0" timeOffset="118211.16">20466 8960 53 0,'2'-11'253'15,"-1"1"-5"-15,-2 3-7 0,2 1-12 0,-1 6-19 16,1-10-25-16,-1 10-19 0,0 0-17 0,0 0-8 15,0 0-3-15,0 0 14 0,3 35 0 0,1-8-8 16,-4 4-12-16,-3 5 6 0,3 10-4 0,-1-11-9 16,-3-1-7-16,-1 0-8 0,0 1-12 0,0-1-5 15,1 0-8-15,-1-5-12 0,0 2-6 0,-2-1-6 16,1-3-6-16,-1 0-10 0,2-1 3 0,1-8-7 16,-1 1 3-16,3-1-47 0,-3-3-23 0,4-3-33 15,-2-2-36-15,2-1-46 0,-2 1-40 0,3-5-35 0,0-5-35 16,-1 9-27-16,1-9-169 0,0 0-484 0,0 0 216 15</inkml:trace>
  <inkml:trace contextRef="#ctx0" brushRef="#br0" timeOffset="118455.72">20611 9196 47 0,'6'-7'195'0,"1"2"0"0,-1 3 3 16,0-2 3-16,-6 4-7 0,16 1-11 0,-16-1-6 15,15 6-13-15,-7-1-6 0,1 2-5 0,0 2-7 16,1 4-10-16,-4-3-5 0,1 3-13 0,-2 1-11 16,-3-1-7-16,2 3-5 0,-4-1-6 0,-2-1-8 15,-2 1-6-15,-3 1-2 0,-3-1-11 0,0-1-8 16,0-1-4-16,-3-1-4 0,4-2-9 0,-4 0-19 16,4-3-27-16,0-1-25 0,0 1-35 0,1-3-42 15,1-1-35-15,2-1-25 0,5-2-30 0,-10 1-52 16,10-1-129-16,0 0-414 0,0 0 184 0</inkml:trace>
  <inkml:trace contextRef="#ctx0" brushRef="#br0" timeOffset="118689.65">20861 9177 52 0,'5'-8'245'16,"-1"3"-9"-16,-1-1-2 0,1 1-6 0,-4 5-11 15,5-7-16-15,-5 7-16 0,4-7-23 0,-4 7-12 16,0 0-7-16,0 0 0 0,6 14 9 0,-3-3-3 15,0-1-7-15,-1 7 4 0,0 0-9 0,-1-3-10 16,1 3-9-16,0-1-11 0,0 0-8 0,-2 1-11 16,2-1-4-16,-2-1-8 0,0-2-9 0,3 0-7 0,-3-1-7 15,1-1-12-15,-1-2-11 0,1-3-27 16,-1 2-30-16,0-8-30 0,0 12-34 0,0-5-36 16,0-7-28-16,0 0-42 0,-1 9-31 0,1-9-39 15,0 0-188-15,0 0-492 0,0 0 218 0</inkml:trace>
  <inkml:trace contextRef="#ctx0" brushRef="#br0" timeOffset="118843.26">20722 9200 16 0,'0'0'180'0,"0"0"-14"0,0 0 4 16,0 0-7-16,0 0-11 0,10-11-10 15,2 9-12-15,-1 0-8 0,2 0-15 0,6 0-19 0,0 0-33 16,2 2-40-16,2-1-53 0,-2-2-56 0,-1 1-135 15,8-2-249-15,-8 0 110 0</inkml:trace>
  <inkml:trace contextRef="#ctx0" brushRef="#br0" timeOffset="119211.54">21255 8913 160 0,'0'0'258'15,"1"-9"-20"-15,-1 9-18 0,4-5-20 0,-4 5-17 16,0 0-18-16,9-2-10 0,-9 2-5 0,14 11-5 15,-2 3-3-15,2 6-13 0,-1 6 3 0,0 2-10 16,-2 7 1-16,4 8-4 0,-6 2-7 0,-1 1-8 0,-6-11-8 16,1 10 8-16,-4-9-19 0,-2 0-7 15,-2 10-10-15,-3-10-9 0,-1-3-4 0,-6 10-3 16,1-10-4-16,-3-2-7 0,-2-1-2 0,2 0 0 16,-4-3-13-16,-1-2-4 0,0-4-17 0,-2 2-23 0,2-6-27 15,3 0-33-15,-4-3-36 0,5-4-50 0,3-3-45 16,1-3-40-16,-3 0-218 0,3-5-505 15,3-1 224-15</inkml:trace>
  <inkml:trace contextRef="#ctx0" brushRef="#br0" timeOffset="119619.21">21594 8743 1920 0,'6'-24'-9'0,"-1"6"23"0,0 2 12 16,-1 4-9-16,-1-1 0 0,0 3 4 0,0 1 10 0,1 0 15 15,-1 2 5-15,0 2 14 0,-3 5 4 0,9-9-3 16,-5 7-3-16,-4 2 3 0,12-3-9 0,-12 3-2 15,16 3-6-15,-7 2 1 0,-1 3-3 0,1 1-3 16,1 3 1-16,-4 1-2 0,2 2-1 0,-3 0-1 16,-1 3 0-16,-4-1 1 0,0 0-1 0,-4 0 3 15,-1 1 13-15,0-1-8 0,-3-1 6 0,0 0 3 16,1-6-2-16,1 1-4 0,0-3 1 0,0-1-6 16,1 2-3-16,1-4-2 0,4-5-7 0,-5 9-2 15,2-6-2-15,3-3-7 0,0 0 5 0,-2 8 6 16,2-8-14-16,0 0-3 0,10 5-7 0,-1-2-18 15,1-2-25-15,4-1-29 0,4-2-36 0,9-3-54 16,1 2-53-16,4-2-47 0,0 2-258 0,0-3-551 16,0 1 244-16</inkml:trace>
  <inkml:trace contextRef="#ctx0" brushRef="#br0" timeOffset="120794.77">22169 9046 217 0,'2'-6'216'0,"-2"6"-13"16,0 0-14-16,0 0-21 0,2-7-18 15,-2 7-8-15,0 0-4 0,0 0-5 0,2 21-3 16,-1-4 0-16,1 2-1 0,-2 6-4 0,1 3-5 0,-2 0 4 16,-3 1-12-16,0 0-12 0,1 0-8 0,0-1-15 15,-4 1-10-15,5-3-7 0,-2 1 1 16,1-2-10-16,-1-6-6 0,3 0 3 0,0-1-9 0,0-2-3 15,-2 2-4-15,2-4-4 0,-1-1-2 0,2-1-3 16,0-5-4-16,0 3 1 0,0-2-8 0,0-8-16 16,-1 12-16-16,1-12-20 0,0 8-13 0,0-8-19 15,0 0-14-15,-2 6-20 0,2-6-32 0,0 0-12 16,0 0-36-16,0 0-9 0,0 0-18 0,0 0-121 16,-9-29-360-16,5 17 159 0</inkml:trace>
  <inkml:trace contextRef="#ctx0" brushRef="#br0" timeOffset="121076.69">22146 9068 62 0,'9'-14'135'0,"3"1"-5"0,-1 7-10 15,-1-1-2-15,0 2 3 0,2 3 3 0,-1 3-2 0,-1 3-8 16,1 1-1-16,-1 0-3 0,-3 6-6 16,0 0-8-16,1 3-9 0,-3 1-6 0,-3 4-3 15,1-1-3-15,-3 0 1 0,0-2-8 0,-5 3-3 16,-3 0 2-16,0-1-10 0,-1-3-1 0,-1 1-7 0,2-1 2 15,1-4-4-15,2-4 4 0,-3 1-2 0,3-2 2 16,1-1 1-16,0-1 3 0,4-4-7 16,-6 6 1-16,6-6-6 0,-4 6-4 0,4-6 4 15,0 0-13-15,0 0 2 0,-3 8-9 0,3-8-1 16,0 0-1-16,11 10 1 0,-2-6-6 0,3-4-1 0,4 6-4 16,3-1-19-16,1-1-28 0,9 0-27 0,-3 0-35 15,1-1-38-15,3-4-24 0,-1 0-43 16,-1 1-180-16,-10-2-414 0,9-1 183 0</inkml:trace>
  <inkml:trace contextRef="#ctx0" brushRef="#br0" timeOffset="121344.9">22694 9186 51 0,'0'0'195'16,"4"-8"-18"-16,-4 8-4 0,0 0 0 0,0 0 0 15,0 0 0-15,0 0 12 0,0 0-4 0,6 25-3 16,-7-9-4-16,0 4 7 0,-2 4-1 0,-1-5-9 15,-1 9 12-15,0-3-31 0,-3-1-10 0,3 0-12 16,-1 0-7-16,1-5-11 0,2 0-5 0,1-3-17 16,-1 1-6-16,3-2-6 0,0-2-4 0,0-1-4 15,3-2-7-15,-2 1-6 0,1-1-2 0,2-1-1 16,3-2-5-16,0-1 0 0,5 0-7 0,-1-3 9 16,3 0-9-16,6 0-16 0,8-3 1 0,0 0-16 15,1-1-14-15,-1-3-22 0,-1 1-33 0,0-2-25 16,-6 1-44-16,-4-1-43 0,0 2-53 0,0-2-61 15,-7 1-261-15,0-1-588 0,-1 0 261 0</inkml:trace>
  <inkml:trace contextRef="#ctx0" brushRef="#br0" timeOffset="122075.08">18818 10115 87 0,'-13'-1'193'0,"2"0"-1"0,4-1-7 15,1-1-11-15,-1 1-14 0,7 2-14 0,-11-3-14 0,11 3-10 16,0 0-9-16,-8-2-9 0,8 2-3 0,0 0-8 16,0 0 6-16,0 0-5 0,0 0-3 0,49 2-9 15,-19-1-5-15,9-1-1 0,18 2-7 16,5-4-7-16,1-1-6 0,32-1 1 0,1 1-4 0,-3-4-6 15,-2-1-1-15,5 3-7 0,-4-2 4 0,9 5-11 16,-3-5 0-16,-2 2 3 0,2 0 0 16,3 3 2-16,2-2 3 0,4 1 0 0,4 0 3 15,7-2-1-15,-2-3 1 0,3 5-7 0,4-3 1 0,1 2-4 16,0-5 7-16,7 5-2 0,1-3-2 0,-2 4-4 16,-1 3 1-16,-3-9 0 0,-4 5-2 0,0-1 8 15,-6-2 0-15,-4 3 3 0,-3-1 1 0,-8-1-2 16,-6 0 7-16,-30 4-4 0,27-8 2 0,-33 9-5 15,1-1 14-15,-3 0-16 0,-6 0-3 0,-14-1 0 16,-2 2 13-16,-2-1-18 0,-5 0 0 0,-9 2-3 16,-6-1 3-16,-3-1-7 0,0 4-3 0,-3-4 7 15,-7 2-9-15,10 0 4 0,-10 0 1 0,10 0-8 16,-10 0-4-16,0 0-2 0,0 0-22 0,0 0-1 16,4 5-42-16,-4-5-30 0,0 0-36 0,0 0-45 15,-19 12-49-15,9-5-31 0,-2-2-55 0,-3 2-234 16,-3 3-577-16,1-2 256 0</inkml:trace>
  <inkml:trace contextRef="#ctx0" brushRef="#br0" timeOffset="123685.4">19425 10643 142 0,'-3'-8'202'0,"5"-1"-6"15,-2 9-5-15,0-11-10 0,0 11-15 0,1-8-17 16,-1 8-16-16,0 0-13 0,4-6-16 0,-4 6-8 0,0 0-6 15,15 13-6-15,-5 0-1 0,-2 2-2 0,1 1-8 16,2 1-3-16,2 7-4 0,0-3-4 16,-3-2-5-16,0-3-7 0,1 0-8 0,-1 1-3 0,-1-1 12 15,0-1-8-15,1-1-4 0,-4-6-3 0,-1 1-2 16,2 0-5-16,-2-1 2 0,0-1-3 0,-1-3 2 16,0 0 1-16,-4-4 10 0,5 8 6 0,-5-8 3 15,8 1-1-15,-8-1 6 0,0 0-2 0,13-5-9 16,-6-3-1-16,-1 1 1 0,2-4-7 0,2-4-2 15,-2-2-3-15,2-1 1 0,-1 2-7 0,-1-3 1 16,2-5-4-16,-1 1-2 0,0 5-5 16,-3 0 0-16,1 1-1 0,0 0-4 0,-2 5-3 0,0-1 4 15,-2 4-8-15,0 2-19 0,-1 2-25 0,1 0-33 16,-3 5-39-16,2-8-31 0,-2 8-9 0,0 0-4 16,0 0-24-16,0 0-27 0,0 0-27 0,3 20-143 15,-2-12-408-15,-3 4 181 0</inkml:trace>
  <inkml:trace contextRef="#ctx0" brushRef="#br0" timeOffset="124197.17">19896 10977 61 0,'0'9'152'0,"0"1"0"16,0-10 1-16,-1 12 2 0,1-6-3 0,0-6-1 15,0 9-7-15,0-9 7 0,-1 7 2 0,1-7 5 16,0 0 8-16,0 0 3 0,0 0 2 0,0 0-8 15,0 0-11-15,0 0-16 0,0 0-14 0,0 0-7 16,0 0-15-16,-10-17 2 0,7 7-17 0,1-2-11 16,0-1-9-16,2-3-6 0,0 0-4 0,4-1-6 15,0-7-5-15,1 5-5 0,5-5-9 0,2 1-1 0,-2 7-7 16,2 0 0-16,1 1-2 0,2 1-7 16,0 5 4-16,0 1-6 0,2 3-2 0,-6 2-1 15,2 3 0-15,3 1-2 0,-4 3 0 0,5 1-3 16,-2 3 3-16,1 2 0 0,-2 1-7 0,0 2 2 0,0 0 8 15,-2 2-8-15,-1-2-2 0,-5-1 3 0,1-2-3 16,0 0 7-16,-2-1-4 0,0-1 1 16,-1-2 9-16,0 0-10 0,-3-3 1 0,-1-3 3 15,7 8 2-15,-7-8 2 0,2 6 1 0,-2-6-9 0,0 0 6 16,0 0-4-16,0 0 4 0,0 0-4 0,0 0 2 16,0 0 2-16,-9-25-1 0,9 25-9 0,0-16 3 15,0 7 6-15,3-3-7 0,-2 0-3 16,3-2 1-16,0 2 3 0,5-1-9 0,-1-2-1 0,0 5-1 15,-3 2 4-15,5 2-6 0,-3-2 1 0,0 2 0 16,3 3 0-16,-3 2 0 0,4 1-1 16,-11 0-1-16,19 4 4 0,-10 2 0 0,1 3 5 0,0 4 0 15,-2 0-5-15,2 2 4 0,-2-1 6 0,-2 0-6 16,2 1-11-16,-5 2-18 0,-1 0-4 0,-1 2-31 16,-1-2-21-16,0 2-36 0,-3-1-39 0,-1 1-28 15,-2-3-32-15,0-1-30 0,-2 0-149 0,2-2-435 16,-2-4 192-16</inkml:trace>
  <inkml:trace contextRef="#ctx0" brushRef="#br0" timeOffset="124476.58">19571 11275 110 0,'-5'3'168'0,"5"-3"4"0,-4 4 4 0,4-4 2 16,0 0-2-16,23 3-8 0,-3-6-2 0,12 3-11 15,4-5-6-15,14-1-11 0,3-1-6 0,2-1-7 16,3 1-6-16,-3 1-10 0,-4-6-8 0,-13 7-11 16,13-3-8-16,-15 3-14 0,-5 2 0 0,2 1-7 15,-10 1-13-15,-5-2-21 0,0 3-27 0,-6 1-32 16,1-1-29-16,-6 2-39 0,0 1-27 0,-7-3-28 15,9 4-30-15,-6 1-27 0,-3-5-107 0,0 0-347 16,-9 12 154-16</inkml:trace>
  <inkml:trace contextRef="#ctx0" brushRef="#br0" timeOffset="124700.13">19792 11416 89 0,'0'0'168'0,"0"0"5"16,0 0 8-16,9 10-1 0,1-9 0 0,1 0-1 0,7-1-3 16,1-1-14-16,-1-2-6 0,5-2-12 15,4 2-15-15,1 0-12 0,0-3-9 0,0 2-10 16,-6 0-14-16,0 0-12 0,-4 3-24 0,-4-2-30 0,-1 2-28 16,-2-2-35-16,-3 3-32 0,-8 0-34 0,14 0-25 15,-14 0-22-15,5 1-22 0,-5-1-112 0,0 0-314 16,0 0 139-16</inkml:trace>
  <inkml:trace contextRef="#ctx0" brushRef="#br0" timeOffset="125051.37">19750 11491 136 0,'-4'9'185'0,"0"-2"0"15,-1 8-13-15,1 0 4 0,1 4-3 0,-2 9-10 16,-1 1-13-16,1 1-3 0,-2 2-11 0,0 0-6 15,-1-2-18-15,0 0-4 0,1-3-10 0,-1 1-5 16,0-2-12-16,-1-2-6 0,6-6-2 0,-3 0-8 16,2-1 1-16,-1-2-5 0,3-2-5 0,-2-3-3 15,3 0-1-15,0-5-5 0,-2 0 3 0,3-5 5 16,-3 9 10-16,3-9 5 0,-1 7 0 0,1-7-7 16,0 0-3-16,-6 2-5 0,6-2-3 0,0 0 2 15,-17-7-15-15,11 1-4 0,1 1 0 0,-3-2-6 16,-2-1-4-16,-2-4-2 0,-1 0-5 0,-1 3-1 15,0-3-4-15,-1 3-1 0,1 0-1 0,1 4 2 16,2-1-2-16,0 3-2 0,-5-3-6 0,3 3 2 16,0 2-3-16,0 2-1 0,0-1-6 0,0 0-10 15,2 4-24-15,-1-1-16 0,1 0-22 0,0 3-24 16,2-3-34-16,4 3-37 0,0-2-25 0,5-4-18 16,-4 9-45-16,4-9-144 0,0 7-435 0,0-7 192 0</inkml:trace>
  <inkml:trace contextRef="#ctx0" brushRef="#br0" timeOffset="125320.66">19898 11736 134 0,'14'1'219'0,"-1"2"-7"16,-2-2-9-16,0 1-12 0,0 4-7 0,-6-2-10 15,1 1-10-15,2 2-2 0,-6 1-15 0,2 1-3 0,-2 2-10 16,-1 0-3-16,-2-2-2 0,-1 4-8 0,0-3-6 15,0 0-4-15,0-3-15 0,-1 2 0 16,2-2-12-16,1-7-9 0,-4 12-4 0,4-12-9 16,-1 9-9-16,1-9-2 0,3 8-3 0,-3-8-3 0,7 5-8 15,0-3 2-15,-7-2-10 0,20 2-7 0,-2-6-16 16,2 1-13-16,10-3-19 0,-1-1-35 0,2-2-31 16,1-1-37-16,2 0-34 0,0-5-29 0,1 1-37 15,-3 2-24-15,0 0-137 0,3-4-422 0,-1 0 187 16</inkml:trace>
  <inkml:trace contextRef="#ctx0" brushRef="#br0" timeOffset="125562.13">20925 11246 2039 0,'7'-14'86'0,"-5"5"-1"0,1 3 1 0,2-4-18 15,-4 3-5-15,2 1-8 0,-3 6-1 0,2-8-8 16,-2 8-1-16,4-5 17 0,-4 5 23 0,0 0 13 15,0 0 0-15,15 10 1 0,-8-3-10 0,1 2 5 16,0 1-7-16,0-1-17 0,-2 1 1 0,2-1-9 16,5 4-6-16,-5-4 8 0,-1-1-14 0,0 3-4 0,2-1-10 15,-2-3-22-15,-2-1-21 0,4 0-23 16,-1 1-33-16,-4-1-28 0,1-2-43 0,-1 1-38 16,0 0-30-16,0-2-23 0,-4-3-26 0,0 0-189 15,8 4-474-15,-8-4 209 0</inkml:trace>
  <inkml:trace contextRef="#ctx0" brushRef="#br0" timeOffset="125721.28">21158 11172 167 0,'0'0'196'0,"0"0"-18"0,-7-5 7 16,7 5 10-16,0 0-1 0,-20 14-5 0,7-2 1 16,-1 0-15-16,1 2-11 0,-3 0-15 0,-1 4-15 15,-2 3-13-15,-3-2-14 0,4 0-15 0,-1 1-31 0,1-1-41 16,-2 1-50-16,7-4-64 0,-1-4-67 0,1 1-211 15,1-1-403-15,3-2 178 0</inkml:trace>
  <inkml:trace contextRef="#ctx0" brushRef="#br0" timeOffset="126898.92">21678 10682 16 0,'-4'-7'195'0,"4"7"-17"15,0 0-10-15,0 0-11 0,9-8-7 0,-1 6-8 16,4-1-9-16,1 1-13 0,6 1-12 0,-2-2-11 16,4 0-9-16,0 0-15 0,0 1-15 0,-2 0-23 15,0 2-18-15,-7-1-26 0,0-2-17 0,-2 3-12 0,-2-1-10 16,0-1-10-16,-8 2-1 0,13 0 0 15,-13 0 6-15,0 0 5 0,7 0 6 0,-7 0 4 16,0 0 0-16,0 0 1 0,0 0 12 0,0 0-1 16,0 0 10-16,-30-2 8 0,30 2 11 0,-17 2 2 15,11-2 8-15,6 0 0 0,-13 0-2 0,8 3 11 16,-1 1 5-16,0 0 24 0,2 4 3 0,1 2 7 16,-3 7 11-16,4 1 6 0,-1 8 4 0,-2 3 0 0,4-4 0 15,0 2-4-15,-2 0-5 0,1 0-2 0,0-1 3 16,1-1-6-16,0-4 0 0,1-2-2 15,0 7-3-15,0-10 2 0,-1 4-8 0,2-8-3 0,-1-1-5 16,1 0-2-16,-1-1-4 0,0-3-6 0,0 0-1 16,0-7 0-16,-4 11-3 0,2-6-4 15,2-5-4-15,-7 3 1 0,7-3-2 0,-14 3-2 0,14-3-4 16,-14-3-1-16,8 0-1 0,6 3-2 0,-16-6-1 16,9-1 0-16,0 4-1 0,0-1-4 0,2 0 2 15,5 4 0-15,-8-8-3 0,8 8 2 0,-7-4-3 16,7 4-1-16,0 0-4 0,-3-5 4 0,3 5-9 15,0 0-9-15,0 0-12 0,18-3-17 0,-7 3-18 16,1 0-18-16,0-1-23 0,8 1-17 0,-3-1-15 16,3 0-3-16,1-1 5 0,0-1 0 0,-1 0 14 15,1-1 6-15,-1 0 13 0,1-1 9 0,-1 1 13 16,-2-2 8-16,1 0 6 0,-1-1 15 0,-6 3 18 16,-2-2 20-16,1-1 8 0,-2 1-3 0,-2 0 22 15,-1-1 6-15,0 2 6 0,-2 0 19 0,1 0 6 16,-5 5 7-16,7-6-8 0,-7 6-3 0,5-4-7 15,-5 4 4-15,0 0 7 0,0 0 13 0,14 7 10 16,-14-7 1-16,2 9 3 0,-2-2-2 0,3 2-2 16,-2-2-3-16,-1 1-6 0,0 0-4 0,0-8 4 15,2 11-5-15,-2-11-2 0,0 10 1 0,0-10 1 16,1 10 12-16,-1-10 9 0,0 0 11 0,0 0 8 0,0 7 8 16,0-7-19-16,0 0-7 0,0 0-5 0,0 0-9 15,0 0-7-15,0 0-3 0,-3-25-6 16,2 15-10-16,1 10-1 0,3-16-8 0,0 4-5 15,1-1 0-15,5 0-11 0,-1-4-2 0,1 1-5 16,1 2-11-16,3 0 5 0,5-6-4 0,-2 7-12 16,2 3-7-16,0 0 9 0,0 2-4 0,0 3 3 0,-2 2-4 15,-3 3 2-15,1 1 0 0,0 3-5 16,-1 1 10-16,-1 2-2 0,-2-2-1 0,0 5 5 0,-1-1-3 16,-1 1 2-16,-3 0 2 0,0 1-3 15,0-2 3-15,0-2 1 0,-4 2 0 0,1-2 5 16,-2 0 0-16,0-7-9 0,-2 11 11 0,2-11-3 0,-5 8 1 15,5-8 6-15,-7 3-1 0,7-3-5 0,-9 3 3 16,9-3 0-16,0 0-1 0,-11 0-8 0,11 0 11 16,0 0-3-16,0 0-3 0,-10-6 6 0,10 6-7 15,-1-10 2-15,1 10-7 0,4-11 3 0,1 2 1 16,0 1-2-16,1-2 1 0,2 2-4 0,2-2-3 16,1 2 6-16,1-2-5 0,0 5 3 0,-1 0-4 15,2-1-1-15,0 4 1 0,-2 2-1 16,2 0 1-16,-3 2-1 0,1 1 4 0,0 3 0 0,-2 1 2 15,-1 1-1-15,1 2-1 0,-3 1 4 0,0 4-6 16,0-1-20-16,-3-2-24 0,-3 2-23 0,2 1-28 16,-4-2-30-16,0 2-36 0,-2 0-22 0,0-2-34 15,-1-1-21-15,1 1-20 0,-5-1-168 0,6 0-466 16,-4-2 206-16</inkml:trace>
  <inkml:trace contextRef="#ctx0" brushRef="#br0" timeOffset="127135.2">21852 11245 162 0,'-6'3'174'16,"6"-3"-1"-16,-6 5-2 0,6-5 3 0,0 0-1 0,14 7-4 16,6-5-8-16,8-2-1 0,5 0-13 0,5-2-4 15,17-7-9-15,1 6-6 0,3-2-8 16,-1-1-11-16,-1 0-6 0,-4 1-15 0,-2-2-4 15,-14 3-11-15,-1 1-8 0,-1 1-7 0,-3-1-25 0,-2 1-34 16,-11 0-35-16,0 0-47 0,-6 2-40 0,0 0-40 16,-6 0-34-16,0 2-170 0,-7-2-397 0,0 0 176 15</inkml:trace>
  <inkml:trace contextRef="#ctx0" brushRef="#br0" timeOffset="127946.77">22086 11758 26 0,'16'-7'232'0,"1"2"2"0,2 2-10 0,-6 3-5 16,1 0-5-16,-3-2-16 0,3 4-9 0,-3 2 0 16,-1 1-17-16,-2 1-10 0,2 3-11 0,-4-1-14 15,-1 3-2-15,-2 0-13 0,-2 2-14 0,-1 1-2 16,-1-2-1-16,-3 3-4 0,-1 1-6 0,0-4-3 15,1 0-3-15,0-2-3 0,-2 0-3 16,1-1-7-16,1-3-8 0,1-2 7 0,1 3-20 0,2-7 0 16,-4 9-7-16,4-9-6 0,-2 8 3 0,2-8-1 15,0 0-3-15,11 3-6 0,-2-4-1 0,3-2-8 16,7-3-10-16,1 0-26 0,8-5-18 0,-1 1-24 16,1-1-34-16,0 0-34 0,-9 4-45 0,8-5-48 15,-3 0-42-15,-1-1-42 0,-6 5-188 0,1-3-523 16,-3 2 232-16</inkml:trace>
  <inkml:trace contextRef="#ctx0" brushRef="#br0" timeOffset="131695.6">20040 10973 69 0,'0'0'54'0,"0"0"-4"0,0 0-20 0,-9 4-22 15,9-4-26-15,0 0-15 0,-2 8-34 0,2-8 15 16</inkml:trace>
  <inkml:trace contextRef="#ctx0" brushRef="#br0" timeOffset="132235.01">19912 12001 53 0,'0'0'106'15,"0"0"-4"-15,0 0-3 0,6 4-15 0,-6-4 4 16,0 0-6-16,0 0 0 0,0 0-7 0,0 0-3 0,0 0 0 16,5 4-1-16,-5-4-8 0,0 0 11 0,0 0-21 15,0 0 1-15,0 0-6 0,0 0-9 0,0 0-2 16,0 0-6-16,7 2 2 0,-7-2 0 15,0 0-5-15,0 0 1 0,0 0-6 0,0 0 0 16,0 0-10-16,0 0 9 0,0 0-7 0,0 0 2 0,0 0 0 16,0 0-7-16,0 0 6 0,0 0-5 15,0 0-1-15,0 0 5 0,0 0-10 0,0 0 7 16,0 0 0-16,0 0-2 0,0 0-5 0,0 0-8 0,0 0 7 16,0 0 0-16,0 0-9 0,0 0 1 0,0 0-5 15,0 0-2-15,0 0 0 0,0 0-6 16,0 0-6-16,0 0-5 0,0 0-14 0,0 0-13 15,0 0-11-15,0 0-18 0,0 0-17 0,0 0-24 0,0 0-70 16,0 0-211-16,0 0 93 0</inkml:trace>
  <inkml:trace contextRef="#ctx0" brushRef="#br0" timeOffset="134048.19">24009 9842 168 0,'5'2'209'0,"-5"-2"-11"15,0 0-5-15,0 0-2 0,0 0-12 16,0 0-9-16,0 0-13 0,9 1-13 0,-9-1-19 16,0 0-9-16,18-3-12 0,-9 3-14 0,1-2-12 15,2 2-22-15,-1 0-27 0,0 2-37 0,-3-2-39 0,0 2-29 16,-8-2-41-16,14 0-30 0,-9 2-21 0,-5-2-106 16,8 5-298-16,-8-5 132 0</inkml:trace>
  <inkml:trace contextRef="#ctx0" brushRef="#br0" timeOffset="134206.47">23950 9981 184 0,'0'0'170'0,"-7"2"-7"0,7-2-1 0,0 0-10 0,0 0-10 16,0 0-6-16,0 0-9 0,0 0-16 0,0 0-13 16,0 0-8-16,0 0-9 0,28 3-28 0,-14-3-31 15,-3 0-23-15,3 0-50 0,4-3-39 0,0 2-39 16,-6 2-108-16,0-1-257 0,0-1 114 0</inkml:trace>
  <inkml:trace contextRef="#ctx0" brushRef="#br0" timeOffset="135693.34">25967 9206 48 0,'0'0'71'0,"0"0"-7"0,0 0-6 15,0-9 3-15,0 9-8 0,0 0-6 0,0 0-2 16,0-11 3-16,0 11-2 0,0 0 4 0,0-8 3 16,0 8-2-16,0 0 2 0,0 0-4 0,-4-9 6 15,4 9 2-15,0 0-5 0,0 0 2 0,0 0 2 16,-3-4-7-16,3 4-3 0,0 0 1 0,-6-4-7 0,6 4 5 16,0 0-11-16,-10-1-4 0,10 1 3 0,0 0 2 15,-15 1-1-15,15-1-1 0,-11 2 6 16,11-2-1-16,-14 1 0 0,8 0 8 0,-1 1 3 0,7-2 1 15,-12 1 0-15,12-1 1 0,-11 3-3 0,3-2 0 16,8-1-2-16,-12 0-2 0,12 0-5 16,0 0-1-16,-11 1-1 0,11-1-5 0,0 0-4 15,0 0 0-15,0 0-4 0,0 0 1 0,33 2-3 0,-5-2-3 16,5-2 0-16,3 0-4 0,2 3-12 0,3-1-13 16,-8 0-19-16,3-1-26 0,0 1-30 0,-4 0-34 15,-1-2-40-15,-11 5-161 0,-6-4-345 0,-1 2 152 16</inkml:trace>
  <inkml:trace contextRef="#ctx0" brushRef="#br0" timeOffset="136641.17">26063 9206 33 0,'-2'5'176'16,"0"4"1"-16,2 4 4 0,-4 3-3 0,2 2-8 15,-1-3-16-15,-1 10-9 0,0 1-8 0,2-1-6 16,-2-7-14-16,2 1-5 0,0 0-8 0,-2 0-7 0,3-1-10 16,1-1-6-16,0 1-2 0,-2-5-6 0,0 2-7 15,2-3-11-15,0 1 1 0,0-5-7 16,0 3-4-16,0-1-5 0,-2-4-4 0,2-6-2 0,-2 14-6 16,2-8 1-16,0-6-5 0,0 10 2 0,0-10-3 15,-2 9-3-15,2-9-3 0,-2 6 1 0,2-6-3 16,0 0 1-16,-5 7 0 0,5-7-4 0,-10 6-3 15,6-5-2-15,4-1-1 0,-9 0-5 0,9 0-4 16,-14 0-1-16,14 0-3 0,-15-1 1 0,9 0-2 16,6 1 3-16,-14-5-1 0,7 5-1 0,7 0 2 15,-13-4-2-15,6 3 3 0,7 1 1 0,-9-2-2 16,9 2 2-16,-9-2 0 0,9 2 0 0,0 0 0 16,0 0 1-16,-12-1-6 0,12 1 4 0,0 0-2 15,0 0 1-15,0 0 0 0,0 0 3 0,0 0-1 16,0 0 2-16,0 0-1 0,23 8 1 0,-12-6-13 15,1-2-11-15,-1 2-22 0,0-1-13 0,3-1-10 16,2 0-16-16,-3 0-18 0,0 0-3 0,5-1-11 16,-3-1 9-16,-3 2-3 0,1-2-5 0,-1 2 4 15,-1-1 13-15,0 0 12 0,-1-2 5 0,0 0 6 0,-3 1 15 16,1-2 15-16,-2 1 11 0,1-1 11 16,-1 0 9-16,-6 4 13 0,9-6 9 0,-2 1 15 15,-3 3 1-15,-4 2 7 0,11-6 6 0,-6 4 2 16,-5 2 3-16,0 0 2 0,10-4-5 0,-10 4 7 0,0 0 10 15,0 0 4-15,10 4 0 0,-10-4 4 0,5 9 3 16,-5-9-2-16,0 10 4 0,0-4-3 0,0-6 3 16,0 13 1-16,0-13 6 0,0 10-8 0,-2-3-2 15,2-7-4-15,-1 8 9 0,1-8-4 0,0 0 6 16,0 0 14-16,-2 11 0 0,2-11 8 0,0 0-7 16,0 0-4-16,0 0-7 0,0 0-5 0,0 0-13 15,0 0-1-15,0 0-9 0,0 0 0 0,0 0-7 16,0 0-8-16,-2-33 0 0,4 25-4 0,1-3-3 15,7-4-4-15,0 1-5 0,3 1 3 0,-2-1 1 16,5-1-10-16,0 4 3 0,6-4-8 16,-3 4 2-16,0 2-3 0,-1 3-1 0,3-2 1 0,-10 6 3 15,3 0-9-15,-1 4 0 0,0 0 2 0,-1 2-2 16,-1 2 2-16,-2 1-7 0,2 1 4 0,-2-1 5 16,0 0-4-16,-4 3 0 0,2-2 0 0,-1 1 3 15,-2-3-2-15,-2 0 1 0,1-1 1 0,-1 1 2 16,-2-6-6-16,2 10 9 0,-2-10-2 0,0 0 10 15,-4 10-14-15,4-10 4 0,-9 3-2 0,9-3 4 16,-9 0 0-16,9 0-6 0,0 0 4 0,-12-6-2 16,12 6 1-16,-6-7 1 0,6 7-3 0,0-9-6 15,0 9 2-15,0-13 0 0,4 6-3 0,-1-3-5 16,4 0 0-16,2 0 2 0,-1 1 1 0,1-1 1 16,1 2-4-16,-1-1 3 0,3 3 2 0,0 2-4 0,-3-1-1 15,2 2 2-15,1 1 1 0,-6 2-4 0,5 2 5 16,-5 1-3-16,6 2 2 0,-5 0 0 15,0 4 1-15,2-2 1 0,-4 2-5 0,-3 1-2 16,2 2-16-16,0-2-15 0,-3 1-24 0,1-1-21 16,-2 2-27-16,2-1-38 0,-2-2-41 0,0 1-30 15,-2-1-196-15,2-1-457 0,0-8 202 0</inkml:trace>
  <inkml:trace contextRef="#ctx0" brushRef="#br0" timeOffset="137190.46">26886 9181 165 0,'0'-10'212'15,"0"0"2"-15,0 3-2 0,2-2-3 0,-2 9-8 16,-2-13-6-16,2 13-13 0,0 0-15 0,2-10-16 16,-2 10-23-16,0 0-17 0,0 0-6 0,0 0-10 15,0 0-1-15,0 0 9 0,-2 36 2 0,-3-10-1 16,3 3-11-16,-2 0-4 0,2 2 1 0,-4 1-13 15,2-1-6-15,-3 0-9 0,3-1-7 0,-2 1-3 16,5-4-4-16,-6 2-2 0,2-4-5 0,1 1-4 0,0-2-4 16,2-6 1-16,-3-1-4 0,3 2-2 0,-2-3-7 15,2-4-2-15,-1 0-7 0,3-1-13 0,-1-1-18 16,-1 2-30-16,2-7-23 0,0 4-27 16,0-9-35-16,-4 13-30 0,4-7-25 0,0-6-29 0,0 9-23 15,0-9-177-15,0 0-453 0,4 4 202 0</inkml:trace>
  <inkml:trace contextRef="#ctx0" brushRef="#br0" timeOffset="137435.31">27059 9358 22 0,'9'-6'185'0,"-3"5"-7"15,1-1 2-15,2 0 0 0,-9 2-6 0,15 4-4 16,-6 0-6-16,1 4-1 0,-2 0-13 0,-1 0-8 15,3 3-2-15,-1 2-10 0,-3-3-11 0,-1 1-3 16,-3 0-11-16,2 0-7 0,-4-1-7 0,2-1-6 16,-2 4-8-16,-2-2-6 0,0-1 2 0,0-1-9 15,-3 1 1-15,1-1-16 0,0 0-2 0,1-3-11 16,-1 1-19-16,-1-2-33 0,0-1-27 0,5-4-31 16,-8 7-38-16,5-4-41 0,3-3-40 0,0 0-224 15,0 0-452-15,-12-1 200 0</inkml:trace>
  <inkml:trace contextRef="#ctx0" brushRef="#br0" timeOffset="137667.15">27277 9361 166 0,'2'-3'216'0,"-2"3"-11"0,7-4-1 16,-7 4-10-16,4-3-12 0,-4 3 1 0,0 0-1 0,11 7 3 15,-6-1-1-15,-1 1-2 0,1 3-7 16,-1-1 12-16,-2 4-19 0,1-2-12 0,0 4-9 15,-2-3-11-15,-1 3-13 0,2-2-15 0,-2 3-10 0,0-4-11 16,2 0-8-16,-4 1-2 0,2-2-10 16,0 0-5-16,0 0-4 0,-2-2-24 0,2-2-16 15,-1 0-25-15,1-7-35 0,0 14-33 0,-4-9-38 16,4-5-44-16,-8 10-60 0,8-10-47 0,-7 4-234 0,0-2-540 16,7-2 239-16</inkml:trace>
  <inkml:trace contextRef="#ctx0" brushRef="#br0" timeOffset="137827.23">27216 9361 2 0,'6'-7'173'16,"-3"3"-15"-16,3 1-13 0,1 1-5 0,-7 2-17 16,18-5-12-16,-5 3-14 0,-1-1-21 0,1 0-39 15,3-1-35-15,2 0-47 0,2 2-44 0,1-1-66 16,-2 0-169-16,-2 1 75 0</inkml:trace>
  <inkml:trace contextRef="#ctx0" brushRef="#br0" timeOffset="138046.87">27708 9158 122 0,'7'-2'184'0,"3"4"9"0,-3 4-8 0,5-1-2 16,-3 3 3-16,4 6-8 0,-1 3-2 0,-2 4-13 15,0 8-12-15,-1-2-14 0,-5-1-9 0,0 4-11 16,-3 0-10-16,-1-4-14 0,0 3-8 0,-5-1-4 16,0-4-9-16,-3 2-8 0,1-7-5 0,-3 4-9 15,-2-1-18-15,-6-2-23 0,-1-1-25 0,-3 0-25 16,-1-2-41-16,-4-1-23 0,0-1-47 0,-6-5-32 16,5 3-179-16,-5-3-392 0,-1 0 173 0</inkml:trace>
  <inkml:trace contextRef="#ctx0" brushRef="#br0" timeOffset="138406.87">25753 8993 174 0,'-26'16'198'0,"1"6"-7"0,-9 12-3 0,3 6-1 0,7 2-6 16,1 4-2-16,0 7-6 0,5-2-12 0,0 2-11 15,9-2-13-15,0 1-10 0,6-1-9 0,6-1-13 16,2-14-3-16,4 9-17 0,4-12-6 0,9 9-7 0,-3-13-6 16,5-1-10-16,5-1-19 0,10 4-27 0,4-5-35 15,6-4-50-15,-4-5-65 0,9-4-30 16,-5-6-225-16,2 0-427 0,4-5 189 0</inkml:trace>
  <inkml:trace contextRef="#ctx0" brushRef="#br0" timeOffset="138846.37">28060 8718 123 0,'0'0'207'0,"3"-9"-10"0,-3 9-8 0,0 0-15 15,4-5-18-15,-4 5-11 0,0 0-13 0,0 0-12 16,0 0-12-16,14 5-4 0,-14-5-4 0,7 12-6 15,-3-1-7-15,-2-2-4 0,0 2-9 0,-2 1 1 16,2 1-4-16,-2-2-7 0,-2 4-8 0,2 1 3 16,-2-4-4-16,-1 0-4 0,1-1-3 0,0-2-5 15,0 1-4-15,0-1-3 0,0-2-1 0,0-2-3 16,2-5-6-16,-2 10 1 0,2-10-3 0,0 0-2 16,-2 12-2-16,2-12 1 0,3 6 0 0,-3-6 0 15,9 5-13-15,-3-4-14 0,6 0-23 0,-1 2-23 16,1-2-35-16,6-1-45 0,2-2-50 0,0 0-53 15,0 2-136-15,-2-1-402 0,2-1 179 0</inkml:trace>
  <inkml:trace contextRef="#ctx0" brushRef="#br0" timeOffset="139177.65">28454 9256 208 0,'0'0'273'0,"-7"-7"-5"15,7 7-10-15,0 0-10 0,-4-7 0 0,4 7-13 16,-3-7-6-16,3 7-17 0,0 0-21 0,-2-8-3 16,2 8-32-16,0 0-22 0,0 0-20 0,0 0-10 15,0 0-3-15,0 0-17 0,0 0-3 0,2 31-8 16,0-15-8-16,-1 0-10 0,-2 4 1 0,-1-1-10 15,0 2-3-15,1 5-2 0,-1 1-4 0,2-8-1 16,0-2 0-16,-2 2-10 0,1-2-1 0,1 0 2 16,0-1 8-16,-1-2-18 0,1-3-10 0,0 1-16 15,-2-1-24-15,1 0-28 0,0-5-32 0,0 1-26 16,1-7-28-16,-4 13-37 0,0-7-25 0,0-2-39 16,4-4-32-16,-11 4-149 0,5-1-465 0,6-3 205 15</inkml:trace>
  <inkml:trace contextRef="#ctx0" brushRef="#br0" timeOffset="139466.81">28501 9124 58 0,'6'-5'167'16,"-3"3"0"-16,-3 2-6 0,10-3-4 0,-10 3-8 15,0 0-9-15,17 8-7 0,-13-2-13 0,1 1-6 16,-3 4-10-16,-2 1-8 0,2 3-3 0,-2 1-3 15,0-2-10-15,-3 3-3 0,2-6-7 16,-3 0-11-16,-1 5-3 0,0-1-5 0,0-5-4 0,-1 0-3 16,3-2-3-16,-1 1 3 0,0-3-7 15,0-1-2-15,0 0-3 0,4-5-4 0,-5 7-1 0,5-7-1 16,-1 6-6-16,1-6 0 0,0 0 0 0,-1 8 1 16,1-8-7-16,0 0 3 0,5 7-2 0,1-4-13 15,3-1-14-15,-1 2-27 0,6 0-35 0,-3 0-23 16,2-3-22-16,1 1-25 0,5 2-32 0,-1-3-153 15,-5 1-356-15,4-1 158 0</inkml:trace>
  <inkml:trace contextRef="#ctx0" brushRef="#br0" timeOffset="139711.46">28837 9335 70 0,'0'0'192'16,"9"-6"-1"-16,-9 6-6 0,3-5-9 0,-3 5-14 15,6-2-20-15,-6 2-5 0,0 0 4 0,0 0 11 16,5 19 2-16,-6-8-1 0,1 5-5 0,-3 2 1 15,1-1 3-15,-3 8-8 0,2-6-12 0,-2-1-4 16,-1 1-3-16,2-2-10 0,0 1-8 0,3-2 1 16,-3-5-11-16,2 4-5 0,1-2-3 0,1-4 4 15,1 2-18-15,1-2-10 0,3-1 0 0,-1 0-6 16,3-1-6-16,2 2-4 0,0-7-6 0,0 2-11 16,5 0 5-16,3-2-17 0,-3 1-21 0,3-4-20 15,2-1-33-15,-3 0-38 0,0 2-34 0,-3-4-43 0,-1 2-42 16,0-1-45-16,2 0-261 0,-7-1-561 0,2 1 248 15</inkml:trace>
  <inkml:trace contextRef="#ctx0" brushRef="#br0" timeOffset="140268.94">26118 10145 7 0,'-16'2'212'0,"2"-2"-9"16,3 0-2-16,1 0-10 0,4 2-4 0,6-2-17 16,-11 1-14-16,11-1-7 0,0 0-4 0,0 0-2 15,0 0-2-15,49 6-2 0,-8-6-7 0,22 2-10 16,36-6-2-16,3 1-13 0,9-1-2 0,4-4-7 15,4 5-8-15,9-1-10 0,-2-5-1 0,8 6-6 16,6 1-4-16,0-1-7 0,3 1-5 0,-2-2-7 16,0-2-5-16,-3 0-2 0,2 1-10 0,2 0 4 0,-9 3-9 15,1-2-9-15,-10 0 7 0,5 1-1 16,-16 4-2-16,-9-3-6 0,-12 4 3 0,-34-2 2 16,-2 0 3-16,-16-1 3 0,-8 0 7 0,-3 1-10 0,-8 0 3 15,-2 0 0-15,-8 0 0 0,1-1-7 0,-5 1-1 16,1 1 11-16,-8-1 4 0,10 0 4 15,-10 0 2-15,0 0 0 0,10-4-8 0,-10 4-4 16,0 0-3-16,0 0-9 0,0 0-32 0,-22-11-24 0,7 7-40 16,-2 1-46-16,-13 0-49 0,0 0-51 0,1 0-53 15,-4 2-260-15,2 1-581 0,0-2 258 0</inkml:trace>
  <inkml:trace contextRef="#ctx0" brushRef="#br0" timeOffset="142093.25">26165 10477 16 0,'0'0'183'0,"-12"-2"-12"16,12 2-7-16,-11 0-6 0,11 0-5 0,-8-2-8 16,8 2-15-16,0 0-10 0,-10-2-6 0,10 2-7 15,0 0-12-15,0 0-12 0,0 0-5 0,0 0-7 16,0 0-4-16,0 0-6 0,0 0-6 0,23-7-5 16,-10 6-5-16,5-1-11 0,3 0-6 0,10 1-21 15,-13-1-22-15,4 1-25 0,-1 0-30 0,-4-2-23 16,1 2-11-16,-5 0-29 0,-3-2-23 0,3 3-98 15,-8-1-276-15,3 0 123 0</inkml:trace>
  <inkml:trace contextRef="#ctx0" brushRef="#br0" timeOffset="142466.79">26327 10456 71 0,'-1'7'148'0,"1"3"-6"16,-4 2 0-16,4 4-1 0,-4 1 4 0,-1 1-2 15,2 3-8-15,-1-3-11 0,0 7-4 16,1-1-10-16,-1-5-11 0,0 0 2 0,1-2-7 16,-2 3-4-16,1-5-8 0,-3-1-9 0,7 0-5 0,-2 2-8 15,0-5-7-15,0-2-2 0,2 1-5 0,-2-2-3 16,0-1-4-16,2-7-6 0,-3 11-4 0,1-7 3 16,2-4-3-16,-5 8-3 0,5-8-1 15,-5 6-2-15,5-6-3 0,-4 1-2 0,4-1 0 0,0 0-4 16,-17-1-2-16,17 1 4 0,-16-6-7 0,5 2-3 15,3-1 2-15,-1 2 0 0,1-1-5 0,1 1 5 16,0 0-1-16,7 3-1 0,-13-4-2 0,8 1 0 16,5 3 1-16,-8-1-2 0,8 1-6 0,0 0 3 15,0 0 0-15,0 0 3 0,0 0-3 0,0 0 0 16,0 0 0-16,0 0 3 0,0 0-6 0,0 0-12 16,35 4-15-16,-17-1-13 0,2 1-20 0,1-4-20 15,5 2-17-15,-5-1-14 0,-1-1-13 0,3-1-15 16,-2 1-1-16,-2 0-7 0,-6-2-4 0,1 2-100 15,-3 0-275-15,-2-2 121 0</inkml:trace>
  <inkml:trace contextRef="#ctx0" brushRef="#br0" timeOffset="142973.62">26479 10767 31 0,'0'0'118'0,"0"0"-7"0,0 0-9 0,0 0-3 16,0 0 2-16,0 0 10 0,5 15-2 0,-5-15 2 0,0 12-2 15,2-5 4-15,-2 3-3 0,0-3 5 16,0-7-8-16,0 14-6 0,-2-6-10 0,2-8-3 15,0 11-5-15,0-11-2 0,0 7-1 0,0-7-2 0,0 0-3 16,-2 10 7-16,2-10 4 0,0 0 4 0,0 0 11 16,-1 8-5-16,1-8 5 0,0 0-6 0,0 0-13 15,0 0-7-15,0 0-9 0,0 0-4 0,0 0-4 16,0 0-3-16,0 0-8 0,-8-22-7 0,8 22-3 16,2-11-6-16,0 3-3 0,0 1-3 0,3-3-4 15,1 1 0-15,3-6-4 0,1 7-3 0,0 2-2 16,-1-2 5-16,5 0-1 0,-1 2-14 0,1 3 1 15,-3-1-2-15,3 2 1 0,-1 2-1 0,0 1-1 16,-3 2 1-16,1 2-1 0,0 0-7 0,-2 1 4 16,0 2 6-16,-2 0 6 0,1 1-12 0,-2-2 0 15,-2 3 12-15,0 0-11 0,0-2 1 0,-3-2 1 16,1-1 0-16,-2-5 2 0,2 10-1 0,-2-10 0 16,-2 9 2-16,2-9 0 0,-2 8-1 0,2-8 3 15,0 0 0-15,-7 4 0 0,7-4 1 0,0 0-1 16,0 0-3-16,0 0 0 0,0 0-2 0,0 0-3 15,-9-14-3-15,9 14 1 0,5-16 1 0,-3 8-9 16,6-2 7-16,-3 1-2 0,7-5-1 0,1 1-4 16,0 3 1-16,-1 1 4 0,3-1 4 0,-3 5-3 0,1-1-1 15,-1 1 1-15,-2 3-4 0,1 2 0 16,1 0 4-16,-3 4-1 0,2-1 3 0,-5 4-3 16,4 0 2-16,-1 1 1 0,-1 1 4 0,-2 0-1 15,-2 1 0-15,0 0 1 0,-1 0-8 0,-1 2-27 0,0 1-27 16,-2-1-37-16,0 1-45 0,-2 1-38 0,0-1-45 15,-1 1-208-15,-1-3-470 0,-3-1 208 0</inkml:trace>
  <inkml:trace contextRef="#ctx0" brushRef="#br0" timeOffset="145975.5">27283 10543 160 0,'0'-11'175'0,"0"11"-8"0,0-11-16 0,0 11-4 15,-4-10-5-15,4 10-3 0,0 0-12 0,0-10-4 16,0 10-13-16,0 0-11 0,0 0-10 0,0 0-5 15,0 0-10-15,0 0 3 0,0 0 4 0,-14 18 1 16,5-1-7-16,-4 6 8 0,1 6-10 0,-5-2-2 16,3 3-2-16,-3 0-4 0,2 2 0 0,-4 10-6 0,9-13-6 15,2 2-4-15,1-3-4 0,2 2 0 16,2-4-7-16,1-1-3 0,6 0-4 0,-2-6 0 0,4 0-3 16,-1 0-3-16,1 0-3 0,6 4-1 15,-3-9-18-15,1 1-15 0,2-4-30 0,-3-2-25 0,0-1-31 16,3 0-30-16,0-1-26 0,-1-3-29 0,1 0-29 15,-1 0-142-15,-2-2-382 0,3-1 170 16</inkml:trace>
  <inkml:trace contextRef="#ctx0" brushRef="#br0" timeOffset="146235.1">27530 10637 200 0,'0'0'243'0,"1"-11"-14"16,-1 11-18-16,0 0-25 0,0-8-11 0,0 8-3 16,0 0-4-16,0 0-11 0,0 0 3 0,-5 41-7 15,0-17-8-15,-2 2-13 0,3 1-6 0,-1 1-16 16,-1 2-7-16,2-3-11 0,-1-1-6 0,0 1-8 16,3-8-11-16,-1 0-2 0,2 0-6 0,-2 0-9 15,-1 0-5-15,2-1-5 0,0-1-15 0,-1 0-21 16,1-5-22-16,2-1-27 0,0 0-31 0,-2-2-32 15,2 0-38-15,-2-2-28 0,2-7-15 0,-2 8-30 16,2-8-166-16,0 0-416 0,-6 6 185 0</inkml:trace>
  <inkml:trace contextRef="#ctx0" brushRef="#br0" timeOffset="146545.2">27568 10596 57 0,'9'-6'162'16,"1"4"-8"-16,2 1 2 0,-2 2-5 0,1 1-13 16,-4 2-11-16,-3-1-11 0,5 5 0 0,-4 0-12 0,0-2-12 15,-4 4 0-15,0 2-6 0,-1-2-7 16,-2 1-8-16,-1 2-3 0,-4 1-2 0,-2-2-9 16,1 0-1-16,-4 1-11 0,1-4 1 0,2 0-4 15,0-3 1-15,-1 0-4 0,2 0 3 0,2-3 2 0,-1 1 2 16,2 0-2-16,5-4-2 0,-7 4-7 15,7-4-1-15,-5 4-3 0,5-4-6 0,-4 5-9 16,4-5 7-16,-4 8-3 0,4-8-6 0,0 0 3 16,6 13-3-16,-3-6-1 0,5 0-18 0,-2-2-19 0,3 2-17 15,-1-1-29-15,3 0-29 0,1-1-27 0,-1-2-30 16,9 1-25-16,-7-1-140 0,5-1-346 0,0-2 153 16</inkml:trace>
  <inkml:trace contextRef="#ctx0" brushRef="#br0" timeOffset="146775.19">27861 10673 111 0,'0'0'209'15,"0"0"-2"-15,0-11-19 0,0 11-15 0,0 0-15 16,0 0-9-16,0 0 4 0,0 0-5 0,0 0-3 16,-18 23-7-16,11-7 0 0,-2 10-8 0,-2 1-1 15,1-3-10-15,0 1 0 0,0-2-22 0,3-4-5 16,-3 7-9-16,2-3-9 0,3 1-5 0,1-6-6 15,2 0-10-15,0-1-2 0,-2 1-5 0,4-3-5 16,-1 2-3-16,0-5-10 0,1 0-22 0,0-1-24 16,0-2-28-16,-2 1-30 0,1-3-39 0,1-7-28 15,-2 12-47-15,2-12-42 0,-5 10-158 0,2-7-421 16,3-3 186-16</inkml:trace>
  <inkml:trace contextRef="#ctx0" brushRef="#br0" timeOffset="146928.78">27692 10924 158 0,'4'-5'168'0,"-4"5"-19"0,12-6-16 0,-5 5-7 16,1-3-21-16,-1 1-42 0,2 2-32 0,2-3-42 16,-4 3-63-16,-7 1-68 0,14-4-153 0,-3 2 68 15</inkml:trace>
  <inkml:trace contextRef="#ctx0" brushRef="#br0" timeOffset="147280.84">27937 10878 145 0,'0'0'161'0,"18"-2"-14"0,-11 2-9 16,-7 0-14-16,15-2-17 0,-2 2-6 0,-2-2-17 15,-1 2-20-15,1 0-20 0,-4 0-19 0,1-1-22 16,-8 1-21-16,13 0-12 0,-13 0-15 15,8-4-7-15,-3 1-10 0,-5 3-7 0,0 0 9 0,2-9 4 16,-2 9 11-16,0 0 11 0,-2-15 12 0,2 15 16 16,-5-14 9-16,3 7 3 0,-2-2 11 15,4 9 8-15,-7-14 17 0,4 5 10 0,-1 3 9 16,4 6 9-16,-3-6 20 0,3 6 0 0,-4-8 3 0,4 8-2 16,-2-6-2-16,2 6-15 0,0 0-7 15,0 0-1-15,0 0 9 0,0 0 18 0,0 0 10 0,-9 22-8 16,7-8 2-16,-1 0 1 0,-1 4-2 0,-1 2-5 15,3-4-5-15,-2 9-8 0,3-7-5 0,-3 0 0 16,4 2-15-16,-2-4-6 0,0 1-4 0,2 0-10 16,-1-2-18-16,-1 2-28 0,2-3-35 0,2-5-48 15,-1 1-46-15,1-3-48 0,0 0-47 0,0-2-128 16,-2-5-390-16,3 7 173 0</inkml:trace>
  <inkml:trace contextRef="#ctx0" brushRef="#br0" timeOffset="147525.57">28222 10747 92 0,'0'0'236'0,"5"-5"-17"0,-5 5-13 0,0 0-2 16,0 0-6-16,0 0 1 0,0 0-2 0,4 22-9 15,-5-11-10-15,0 6-15 0,-1-2-10 0,-1 2-18 16,3 1-10-16,-2-1-14 0,0 0-11 0,1 1-9 15,1-2 6-15,-4 0-23 0,4 1-4 0,0-1-11 16,-4-4-3-16,4 1-16 0,0-3-20 0,0-1-26 16,0 1-26-16,0-3-32 0,0-7-40 0,0 12-30 0,0-5-41 15,0-7-32-15,0 8-209 0,0-8-448 16,0 0 198-16</inkml:trace>
  <inkml:trace contextRef="#ctx0" brushRef="#br0" timeOffset="147846.76">28294 10626 123 0,'8'-4'208'0,"-1"0"-5"16,0 3-3-16,4 2-10 0,-3 1-9 0,0 4-13 16,-1 0-10-16,-2 4-12 0,-5-1-6 0,2 4-9 0,-4-2-8 15,2 6-5-15,-5 0-6 0,-4 0 1 16,2 1-9-16,-4-3-8 0,1 1 3 0,0-3-7 0,-1-1-1 15,3-1-10-15,0-3-9 0,3-1 0 0,-3 0-7 16,3 0-6-16,0-2 5 0,1-1-16 0,4-4-1 16,-5 5 2-16,5-5-10 0,-4 5-6 0,4-5-5 15,0 0 7-15,-2 6-15 0,2-6 5 0,0 0 0 16,5 10-10-16,-5-10 3 0,8 6 2 0,0-4-22 16,0 1-17-16,0-1-25 0,2 0-34 0,1-1-28 15,0 3-36-15,-2-2-18 0,2 1-23 0,-1-3-10 16,-2 0-8-16,-8 0-2 0,15 0 1 0,-7 0 4 15,-8 0-116-15,14 0-339 0,-14 0 150 0</inkml:trace>
  <inkml:trace contextRef="#ctx0" brushRef="#br0" timeOffset="148054.99">28401 10894 1054 0,'0'0'-63'0,"7"-6"13"0,-1-1 25 16,-2 1 28-16,0-2 10 0,0 1 23 0,-1 2 15 15,-3 5 22-15,6-10 16 0,-4 4 14 0,-2 6 16 16,5-6 8-16,-5 6-3 0,0 0-7 0,5-5-9 16,-5 5-12-16,0 0-4 0,0 0 10 0,0 0 12 15,0 0 3-15,-2 19 6 0,2-19 10 0,-5 21-8 16,3-11 3-16,-1 2-5 0,-1 5 0 0,0-5-12 15,-1 2 5-15,1 2-21 0,3-3-5 0,-2-3-13 16,2 1-8-16,-1-2-7 0,4-1-2 0,-1 1 0 16,2 1-8-16,-1-4-1 0,3 2-6 0,2-2 4 15,0-1-29-15,5-2-12 0,1-1-29 0,4 0-29 16,1-2-35-16,-4-1-32 0,4-2-44 0,0 2-45 16,1-5-38-16,-2-2-42 0,1 1-206 0,-1-3-533 0,0-2 236 15</inkml:trace>
  <inkml:trace contextRef="#ctx0" brushRef="#br0" timeOffset="148294.07">28817 10607 125 0,'0'0'193'0,"0"0"-10"0,2-7-5 0,-2 7 7 16,0 0 1-16,0 0 8 0,0 0 0 0,12 19-3 15,-10-7 11-15,3 5-22 0,0 0-13 0,-1 9-15 0,0 0-7 16,-1 1-7-16,-3-2-10 0,1 0-8 0,-1-2-8 15,1-4-13-15,-1-1-12 0,0 2-2 0,-1-1-10 16,-3 0-3-16,0 0-5 0,-3 0-6 16,-2 4-5-16,0-7-11 0,2-1-22 0,-4 1-21 0,2-3-32 15,-4 1-29-15,-1 0-45 0,0 0-48 0,-1-4-46 16,4-3-43-16,-5 2-38 0,0 0-152 16,4-2-466-16,-2-1 206 0</inkml:trace>
  <inkml:trace contextRef="#ctx0" brushRef="#br0" timeOffset="148780.18">26519 11440 19 0,'-13'0'195'0,"2"0"3"0,4 0-9 16,7 0-12-16,-9 0-10 0,9 0-8 15,0 0 1-15,0 0 0 0,0 0 2 0,0 0-1 16,43 12-4-16,-8-6-6 0,22-2-7 0,8-2-7 16,33-4-7-16,-2 2-11 0,9 0 2 0,2 0-19 15,5-8-4-15,6 8-7 0,3 1-8 0,-4-4-11 16,-3 3-3-16,-2-2-9 0,-6 3-1 0,-9-1-6 16,-8-1 6-16,-25 1-12 0,-2 1-4 0,-6-3 1 15,2 2-7-15,-5 0 5 0,-16-3-2 0,-3 3 2 0,-2-3-2 16,-3 3-4-16,-7 0-3 0,-3 0 0 15,0 0-5-15,-5 0-3 0,-1 0-9 0,-3 0 5 16,1-2 1-16,-3 2-2 0,-8 0-3 0,12 0-6 16,-12 0-15-16,10-1-14 0,-10 1-36 0,0 0-45 0,0 0-45 15,0 0-46-15,0 0-49 0,0 0-36 0,-27-10-230 16,13 10-546-16,-5 0 242 0</inkml:trace>
  <inkml:trace contextRef="#ctx0" brushRef="#br0" timeOffset="149664.81">27288 11686 124 0,'0'0'187'0,"0"0"-7"0,0 0-8 16,0 0-10-16,0 0-13 0,-21 8-11 0,21-8-16 15,0 0-6-15,0 0-17 0,0 0-1 0,0 0-6 16,-4 3-5-16,4-3-8 0,0 0-3 0,0 0-8 0,0 0-4 15,-5 7-7-15,5-7-2 0,0 0 0 16,0 0-5-16,0 0 0 0,-4 5-2 0,4-5 2 16,0 0 4-16,0 0-1 0,0 0 7 0,-4 5-3 15,4-5 3-15,0 0 3 0,0 0 3 0,0 0 2 0,0 0 1 16,0 0-1-16,0 0 2 0,0 0 0 0,0 0 7 16,0 0-2-16,0 0 1 0,0 0-7 0,0 0-3 15,0 0-9-15,0 0-7 0,0 0-3 16,0 0 2-16,0 0-1 0,0 0 3 0,0 0 2 0,0 0-12 15,0 0 1-15,0 0-1 0,0-22-7 0,0 22-3 16,0 0-3-16,0 0-3 0,0 0-3 0,0 0-4 16,10-6-3-16,-10 6-7 0,9-3 4 15,-9 3 5-15,10 0-10 0,-10 0 2 0,11 0-4 0,-11 0 2 16,0 0 1-16,11 0-9 0,-11 0 7 0,9 2-4 16,-9-2-5-16,0 0 4 0,7 2 2 0,-7-2-3 15,0 0-1-15,6 3 2 0,-6-3-3 0,0 0 1 16,0 0 4-16,0 0-1 0,0 0-1 0,0 0 1 15,0 0 4-15,0 0-1 0,0 0 0 0,0 0 2 16,0 0 7-16,0 0 0 0,0 0-3 0,0 0 1 16,0 0 13-16,0 0-8 0,0 0 2 0,0 0 1 15,0 0-2-15,0 0 1 0,0 0-6 0,0 0-9 16,0 0 9-16,0 0-4 0,0 0-3 0,0 0 1 16,0 0-1-16,-27-7-7 0,27 7 7 0,0 0-1 15,0 0-2-15,0 0 0 0,0 0 2 0,0 0-2 16,0 0-6-16,0 0 8 0,0 0-1 0,0 0-1 15,0 0-7-15,50-1 3 0,-18-1 2 0,3 0 1 16,3-1 0-16,1-3 6 0,2 4-17 0,-4-3-5 0,3 1-12 16,-3-3-14-16,-4 3-21 0,-5 1-23 15,-6-2-33-15,-6 5-31 0,-1-3-38 0,-5 0-33 16,0 2-43-16,-3-1-44 0,-7 2-204 0,0 0-552 16,0 0 245-16</inkml:trace>
  <inkml:trace contextRef="#ctx0" brushRef="#br0" timeOffset="150038.93">27339 11672 39 0,'-2'10'224'0,"-3"2"-3"0,1 1-6 16,-1 3-4-16,1 0-9 0,-1 2-8 0,-3 8-11 15,0-1-14-15,0 3-11 0,1-2-11 0,-1 3-15 16,0-1-11-16,2-1-9 0,-1 0-11 0,3-1-8 15,-1 1-10-15,1-8-12 0,1-2-3 0,1 0-7 16,-1 2-5-16,1-4-6 0,2-5-2 0,0-3-7 16,-4 0-3-16,4-7-2 0,0 11-1 0,0-11 0 15,0 11 10-15,0-11 0 0,0 0 7 0,-4 8-2 16,4-8-2-16,0 0-3 0,-5 1-5 0,5-1 0 16,-10 0-10-16,10 0 4 0,-13-6-4 0,5 4-6 15,-2-3 1-15,1-1-3 0,-1 0-8 0,-4 0 9 16,0-4-12-16,2 4 3 0,-7-2-1 0,3 2-2 15,0 0-4-15,0 0 1 0,-1 1 4 0,-1 2-7 16,3 2-2-16,-6 1 2 0,6 0-3 0,1 0 2 0,1 2-6 16,-1 0-11-16,1-1-26 0,1 4-28 15,1-3-31-15,2 1-33 0,3 0-42 0,0 0-33 16,6-3-18-16,-8 1-59 0,8-1-146 0,0 0-464 16,0 0 206-16</inkml:trace>
  <inkml:trace contextRef="#ctx0" brushRef="#br0" timeOffset="150302.94">27468 11935 72 0,'12'1'232'0,"-2"-1"-4"16,-1 3-14-16,2 1-6 0,-2 0 9 0,-4 3-10 16,2 0-14-16,-3 1-12 0,0 1-12 0,-4-1-6 0,2 3-2 15,-4 0-13-15,2-1-11 0,-4 2-5 0,3-3-7 16,-2 2 2-16,0-2-8 0,1 1-5 0,-2-1-6 15,4-2-12-15,-3-2-14 0,3-5-7 0,0 0-5 16,0 17-10-16,0-17 2 0,3 7-5 0,1-3-7 16,1 1 0-16,3-2-9 0,6-3 0 0,4 0-12 15,2-3-17-15,9-2-19 0,2 1-22 0,3 0-21 16,-2-1-42-16,1-2-36 0,-4 0-49 0,0 4-55 16,1-3-70-16,-9 1-193 0,-2 0-534 0,2 1 236 15</inkml:trace>
  <inkml:trace contextRef="#ctx0" brushRef="#br0" timeOffset="150830.78">29159 11369 133 0,'0'0'272'16,"0"-8"-14"-16,0 8-1 0,0 0-9 0,0 0-13 15,0 0-14-15,0 0-22 0,0 0-21 0,3-7-17 16,-3 7-15-16,0 0-15 0,0 0-14 0,0 0-14 0,0 0-27 16,0 0-29-16,0 0-33 0,2 18-40 15,-2-18-46-15,2 6-57 0,-2-6-50 0,6 7-53 16,-3-4-128-16,-3-3-390 0,11 3 173 0</inkml:trace>
  <inkml:trace contextRef="#ctx0" brushRef="#br0" timeOffset="151399.31">29788 10891 112 0,'-6'-4'152'0,"2"0"-14"0,4 4-6 0,-11-6 5 15,4 3-10-15,-3 0 1 0,-1-1 5 0,1-1-4 16,-1 3 6-16,-1 1-3 0,12 1-5 0,-14-1-6 16,8 0-3-16,6 1-8 0,-9-3-6 0,9 3-8 0,-9-1-9 15,9 1-6-15,0 0-4 0,0 0-9 16,0 0-5-16,0 0-5 0,0 0-1 0,0 0-7 15,28-1-8-15,-6 2-1 0,7 0-8 0,2 0 0 16,1-1-6-16,-2 2-17 0,0-1-19 0,-2-1-26 0,-8 0-31 16,-1 0-33-16,-5 1-33 0,-2-1-29 15,-2 0-25-15,-1 0-14 0,-9 0-129 0,10 0-355 16,-10 0 157-16</inkml:trace>
  <inkml:trace contextRef="#ctx0" brushRef="#br0" timeOffset="152262.79">29867 10852 38 0,'-6'6'164'0,"6"-6"7"0,-5 11 7 16,2-1-3-16,-1 2-2 0,-1 4-13 0,-1 3-1 15,1 1-7-15,-2 5-7 0,0 0-7 0,-1 2-6 16,0 0-3-16,2 0-11 0,-3-3-5 0,3-4-10 16,2-2-5-16,-2 1-10 0,1-2-11 0,0-1-3 15,2 0-7-15,-1-1-6 0,0-4-7 0,1-1-5 16,1-2-3-16,-1 0-6 0,1-2-4 0,-1 0 2 15,3-6-9-15,-4 8 0 0,4-8 4 0,-3 5-6 16,3-5 0-16,-7 3-4 0,7-3-1 0,0 0-4 16,0 0-1-16,-13-3-2 0,13 3-1 0,-6-7-2 15,6 7 2-15,-6-9-4 0,6 9-1 0,-7-8-2 16,3 3-1-16,4 5 0 0,-1-9-3 0,1 9 3 16,-5-3 1-16,5 3-7 0,0 0 5 0,0 0-6 15,-4-8 4-15,4 8-4 0,0 0 0 0,0 0-6 16,19-3-9-16,-9 2-16 0,2 1-13 0,1 1-23 15,1-2-23-15,-3 2-25 0,3-1-18 0,3 0-13 16,1-1-9-16,1 1-5 0,-1-2-16 0,1 0 5 16,-1 1 12-16,1-2 7 0,-2-1 16 0,-3 2 12 15,-1-1 11-15,-1-1 15 0,-1 2 17 0,-2-2 20 16,1 0 20-16,-4-1 16 0,-2 1 21 0,2 1 16 16,-2-2 6-16,-4 5 24 0,12-7 18 0,-12 7 5 0,5-5 10 15,-5 5-8-15,5-6-1 0,-5 6-9 16,0 0-1-16,0 0 6 0,0 0 9 0,0 0 1 15,12 8 12-15,-12-8-3 0,1 10 1 0,-1-3 1 16,0-7 0-16,1 17 4 0,-1-9-3 0,1-1-4 0,-1-7-4 16,-1 13-8-16,1-13-3 0,-1 11 8 15,1-11-16-15,1 8 3 0,-1-8 6 0,0 8 6 16,0-8 13-16,0 0 6 0,0 0 9 0,0 0-5 16,0 0 1-16,0 0-12 0,0 0-6 0,0 0-6 0,0 0-12 15,0 0 3-15,0 0-8 0,0 0-12 0,0 0-7 16,4-26 0-16,-2 20-13 0,2-4 4 0,0 0-9 15,1 3 0-15,3-5-7 0,3-1 1 16,1 2-4-16,-1-1-1 0,1 4-1 0,-2 1 8 0,0 0-16 16,-1 3 4-16,0 1-5 0,1 0-4 0,-2 2 1 15,2 2 4-15,-2 2-5 0,2 3 1 0,-1-1 4 16,-2 1-2-16,0 4 1 0,1-3 2 0,-2 4-1 16,1-3-1-16,-2 1 0 0,-1-1 4 0,1 1-1 15,0-1 1-15,-3-2-2 0,0-1-2 0,0 1 4 16,-2-6 3-16,5 6 0 0,-5-6 1 0,3 7 1 15,-3-7-2-15,0 0 3 0,4 3-1 0,-4-3 1 16,0 0 0-16,0 0 0 0,0 0-4 0,0 0 5 16,0 0 1-16,7-14-4 0,-7 14-6 0,8-9-1 15,-4 1-7-15,2 1-6 0,1 0 3 0,0-3 1 16,3 2-8-16,-1 0-1 0,1 1-5 0,0 1 6 16,-1-1 1-16,1 3 0 0,0-1-2 0,-4 2 2 15,2 3 4-15,-8 0-1 0,14 2-2 0,-8-1 5 16,0 4 3-16,-1-2-4 0,-1 3 4 0,0 2 3 15,-2-1-6-15,4 0-10 0,-3 0-23 0,-2 2-12 16,0 3-24-16,1-3-26 0,-2-1-31 0,-3 4-30 16,2-5-38-16,-3 2-38 0,0 1-185 0,-1-4-467 15,0 1 207-15</inkml:trace>
  <inkml:trace contextRef="#ctx0" brushRef="#br0" timeOffset="152489.37">29761 11423 78 0,'-4'4'181'0,"4"-4"8"15,0 0 0-15,0 0-2 0,17 12-10 16,2-11-4-16,13 5-12 0,6-5-7 0,15 2-17 16,2-4-6-16,2 1-9 0,-2 0-7 0,0 1-9 15,-2-6-9-15,-13 3-9 0,-1-1-13 0,0 0-6 0,-5 1-9 16,-4 2-10-16,2 0-20 0,-4-2-30 0,-9 4-30 15,-4 0-38-15,-1 1-48 0,-5-2-48 0,-3 1-34 16,-3 1-135-16,-3-3-359 0,0 0 159 16</inkml:trace>
  <inkml:trace contextRef="#ctx0" brushRef="#br0" timeOffset="152837.07">29968 11682 116 0,'0'0'230'0,"0"0"5"0,0 0 0 16,26 6 4-16,-17-2-5 0,1-2-6 15,1 3-15-15,0-1-2 0,-4 2-28 0,5 1-13 0,-5 0-14 16,1 2-2-16,0 0-8 0,-3 3-10 0,-4-1-5 16,0 4-4-16,-3 1-2 0,-5 1-7 0,-3 0-11 15,-3 3-10-15,-4 0-3 0,2-5-4 0,-4 2-14 16,4-3-10-16,-3-1 5 0,3 0-9 0,-1-1 10 15,1-1-22-15,0 0-3 0,6-4-5 0,-3-1 0 16,5 0-2-16,0-2-13 0,2-1-4 0,0 1 9 16,-1 0-12-16,6-4 0 0,-5 5 4 0,5-5-3 15,0 0 2-15,0 0 1 0,16 5-3 0,2-3-8 16,9-5 8-16,6 3-6 0,0-2-5 0,4 0-21 16,0-3-17-16,1 0-18 0,13-2-17 0,-14 1-20 15,11-3-24-15,-13 3-34 0,-3 1-33 0,-3-2-41 0,-2-1-54 16,1 2-41-16,-11 1-222 0,-1-3-576 15,1 1 255-15</inkml:trace>
  <inkml:trace contextRef="#ctx0" brushRef="#br0" timeOffset="165146.87">27761 10962 64 0,'0'0'79'0,"0"0"-2"0,0 0 3 15,0 0-9-15,0 0 0 0,0-8-1 0,0 8-12 16,0 0-3-16,0 0 2 0,0 0 0 0,0 0 1 15,0 0-13-15,0 0 2 0,0 0-11 0,0 0 6 0,-2-8-4 16,2 8 2-16,0 0-1 0,0 0-3 16,0 0 3-16,0 0 0 0,0 0-2 0,2-7 3 15,-2 7-6-15,0 0 0 0,0 0 8 0,0 0-11 16,0 0 4-16,0 0-3 0,0 0-6 0,0 0 2 16,0 0-3-16,0 0 1 0,0 0-7 0,0 0 1 0,0 0 0 15,0 0-3-15,0 0 10 0,0 0-4 16,8-4-8-16,-8 4 7 0,0 0-4 0,0 0-2 15,17 1 1-15,-9-1 1 0,-8 0-5 0,19 0 1 0,-8 0 1 16,-1 0-7-16,0 1-4 0,-3 1-14 0,-7-2-12 16,17 0-19-16,-9 2-29 0,-8-2-15 15,12 2-16-15,-12-2-34 0,11 0-100 0,-11 0-256 16,0 0 114-16</inkml:trace>
  <inkml:trace contextRef="#ctx0" brushRef="#br0" timeOffset="165452.15">27824 10707 42 0,'10'-3'94'0,"-10"3"-17"0,13-3-3 0,-2 3-13 15,1 0-20-15,1 0-18 0,0 0-26 0,2 0-66 16,-4 0-73-16,1 0 32 0</inkml:trace>
  <inkml:trace contextRef="#ctx0" brushRef="#br0" timeOffset="169427.72">13587 13395 116 0,'0'0'169'0,"0"0"-8"0,0 0-2 0,0 0-12 0,0 0-17 16,0 0-7-16,0 0-8 0,0 0-11 0,0 0-9 16,0 0-6-16,25-6-10 0,-12 4-7 0,7 0-7 15,1-1 10-15,8 0-12 0,0 1-21 0,-7 0-28 16,-1 2-30-16,-1-3-48 0,0 2-36 0,-2 1-47 16,-5 1-102-16,-1-2-269 0,-3 1 119 0</inkml:trace>
  <inkml:trace contextRef="#ctx0" brushRef="#br0" timeOffset="169608.77">13614 13534 69 0,'0'0'188'0,"-5"3"-20"16,5-3-8-16,-6 6-11 0,6-6-11 0,0 0-11 15,0 0-4-15,0 0-7 0,0 0-11 16,15 11-12-16,-3-7-8 0,5-3-24 0,2 0-40 0,3-1-45 15,9 0-49-15,-2-1-56 0,2-3-101 0,-3-1-249 16,3 2 111-16</inkml:trace>
  <inkml:trace contextRef="#ctx0" brushRef="#br0" timeOffset="170661.31">15655 13049 123 0,'0'0'133'0,"-8"4"-6"0,8-4-7 16,-7 4-4-16,7-4-9 0,-6 3-4 0,6-3-5 0,0 0 2 15,-8 3-1-15,8-3-6 0,0 0-1 0,0 0 1 16,0 0 3-16,-7 3-6 0,7-3-2 16,0 0-1-16,0 0-4 0,0 0-3 0,0 0-1 15,0 0-3-15,0 0-5 0,0 0-5 0,0 0 0 0,0 0-1 16,0 0-3-16,0 0-3 0,0 0 3 0,-8 1-4 16,8-1-4-16,0 0-7 0,0 0 0 0,0 0-4 15,0 0-2-15,0 0 3 0,-5-10 2 0,5 10-6 16,0 0-1-16,0 0-1 0,-2-9-6 0,2 9 0 15,0 0-5-15,0-8-1 0,0 8-4 0,3-9-3 16,1 3-3-16,-4 6-2 0,11-8 2 0,-1 3-2 16,0-2-5-16,7 2-4 0,0-1 2 0,4 1-3 15,-3 1 2-15,4 0-1 0,-2 2-2 0,-1 0-2 16,0 2 1-16,-1 2 3 0,0 0-7 0,-5-1 4 16,5 4-1-16,-3 2-2 0,-1 4 7 0,-5-2-5 15,1 6-2-15,-3-1-1 0,-1 2 2 0,-5-2 2 16,-1 3-2-16,-2 1 1 0,-3 1 1 0,-2-1-3 15,-4 6 2-15,-1-1-1 0,2-7 22 0,-5 4-4 16,1-5 0-16,-2 1-3 0,-4 2-2 0,-1 0 3 16,4-5-4-16,0-2 0 0,0 0 0 0,2 0-3 15,-2-3-3-15,7 0 2 0,-4-3 6 0,4 1-7 16,0-1 2-16,2-1-7 0,2-2 1 0,6-2 4 16,-11 5-3-16,11-5 2 0,-5 5-2 0,5-5-4 15,-6 2 5-15,6-2-5 0,0 0 1 0,0 0 0 16,0 0 0-16,0 0 2 0,0 0-4 0,0 0 3 15,27 1 3-15,-15-1-6 0,1 2 2 16,6-2-1-16,1 2-3 0,-1 0 3 0,2 1 0 0,0-1-14 16,7 0-16-16,-1 1-27 0,1 0-36 0,-1 0-50 15,2 1-49-15,2-2-39 0,3 0-39 0,-4 2-148 16,3-5-452-16,-5 2 199 0</inkml:trace>
  <inkml:trace contextRef="#ctx0" brushRef="#br0" timeOffset="171490.12">16499 12875 100 0,'-6'6'134'0,"6"-6"-3"0,0 0-9 16,0 0-8-16,0 0-13 0,0 0-5 0,0 0-7 15,0 0 3-15,0 0-10 0,0 0 2 0,0 0 3 16,23 6-3-16,-10-4-7 0,0-4-4 0,6 5-9 16,0-3-6-16,1 0-5 0,2 0-5 0,0 0-2 15,0 2-8-15,6-2-2 0,-8 2-6 0,1-4-6 16,-3 1-23-16,1 1-18 0,-6 0-11 0,-1 0-23 15,-2 0-20-15,-2 0-22 0,-8 0-16 0,13 0-12 16,-13 0-108-16,0 0-249 0,0 0 110 0</inkml:trace>
  <inkml:trace contextRef="#ctx0" brushRef="#br0" timeOffset="171841.1">16576 12855 69 0,'0'0'111'15,"-7"4"17"-15,7-4 8 0,-2 9-4 0,2-9 3 16,0 17-1-16,2-1 11 0,-1 4-1 0,0 6-6 16,0 4-3-16,-1-2-8 0,2 6 0 0,-5-2-10 15,1 0-6-15,-1 1-11 0,-2-3-9 0,1 1 9 16,1-2-10-16,0-3-9 0,-2-1-1 0,1-7-12 16,1 0-5-16,-1 1-7 0,2-3-7 0,0-2-1 15,0-3-1-15,1 0-2 0,-1-1-4 0,0-3-6 16,2-7 3-16,-5 10 0 0,4-4 9 0,1-6 0 15,-2 8 2-15,2-8 8 0,-2 5-1 0,2-5-5 16,0 0-5-16,0 0 4 0,-12 0-13 0,12 0-8 16,0 0 2-16,-16-8-6 0,7 4-4 0,-1-1 0 15,-2 0 0-15,-4-2-4 0,-1 2-3 0,0-2-2 16,-2 0-1-16,-3 2-5 0,2 0-1 0,-2 1-8 16,-6 1-4-16,6 0-7 0,1 3-11 0,4 0-13 15,4-2-17-15,-1 2-25 0,4 2-29 0,-2-2-31 0,3 0-39 16,9 0-37-16,0 0-40 0,-11 1-159 15,11-1-451-15,0 0 200 0</inkml:trace>
  <inkml:trace contextRef="#ctx0" brushRef="#br0" timeOffset="172133.12">16836 13159 76 0,'10'7'190'0,"-1"0"-8"0,1 2-6 0,-2 1-10 16,-3-1-10-16,1 6-8 0,-6-3-1 0,0 1-6 15,-1 3-4-15,-2-1-9 0,-2 2-10 0,-1-1-3 16,-4 0-9-16,1-3 0 0,2-1-6 0,0-1-4 16,-2-3-5-16,4-1-9 0,3 0-1 0,-2-2-8 0,1 0-11 15,3-5-2-15,-7 7-6 0,7-7-8 16,-2 5-3-16,2-5-1 0,0 0-5 0,0 0 1 15,11 4-6-15,-11-4-1 0,21-1-4 0,-9-2-14 16,7 1-15-16,2 1-28 0,-1-3-39 0,1 0-42 16,-2 1-53-16,2 1-43 0,-6-1-213 0,-1 2-454 15,-2-3 200-15</inkml:trace>
  <inkml:trace contextRef="#ctx0" brushRef="#br0" timeOffset="172479.86">16694 12927 87 0,'0'0'162'0,"-5"-5"-5"0,5 5-6 16,-6-5-10-16,6 5-9 0,0 0-16 0,10-9-10 16,0 5-10-16,8 0-8 0,10-2-7 15,2-2-13-15,4 1-1 0,3-1-10 0,1 1-4 16,13 0-7-16,-14 1-5 0,-3 0-4 0,0 2-1 0,-3 0-4 16,-1-1-2-16,-3 1-7 0,-5 2 0 0,-1-1-1 15,0 1-4-15,-2-1-2 0,-6 3-18 16,1 0-5-16,-4 0-15 0,2 0-15 0,-3 0-19 0,-2 0-14 15,0 3-22-15,-2 1-41 0,-5-4-112 0,5 7-265 16,-5-7 118-16</inkml:trace>
  <inkml:trace contextRef="#ctx0" brushRef="#br0" timeOffset="172932.7">15739 13718 38 0,'-6'-4'215'0,"6"4"-24"0,0 0-10 0,0 0-18 16,0 0-9-16,0 0-4 0,0 0-4 0,0 0-10 16,23-3-8-16,-4 3-8 0,10 3-7 0,8-3-10 0,16-3-9 15,7 0-6-15,4 0-5 0,30-4-8 0,-2-2-9 16,0 4-3-16,-2-2-2 0,-25 2-7 15,30-2-6-15,-33 1-7 0,2-3 1 0,26 2-5 16,-32 0-3-16,0 0-2 0,-2 0-1 0,-4 0-4 16,-15 3-2-16,-1 0 12 0,-1 1 0 0,-1-3-5 15,-7 3 0-15,-7 2-5 0,0-3-4 0,-4 3-12 0,-4 0-18 16,1 1-20-16,-7 0-25 0,-6 0-19 16,6 2-30-16,-6-2-49 0,0 0-52 0,-19 11-186 15,3-7-421-15,-14 4 186 0</inkml:trace>
  <inkml:trace contextRef="#ctx0" brushRef="#br0" timeOffset="173232.62">15987 14025 244 0,'0'8'227'0,"0"-8"-22"0,8 17-14 15,-2-6 1-15,2 0-1 0,2 3-10 0,3 0-8 16,0 2-4-16,2 4-13 0,-2-4-10 0,0 7-14 16,-2-5-3-16,-6 0-9 0,0-2-7 15,-1 2-8-15,-1 1-3 0,-2-1 6 0,-2-1-9 16,-1 2 1-16,-3-1-10 0,-3-3-1 0,-2 0-11 16,-1 1 0-16,-3-1-10 0,-2-1-4 0,1 0-5 0,0-4-5 15,-1 2-9-15,1-5 3 0,2 5-12 0,1-5-19 16,3 1-24-16,0-3-31 0,0-2-32 0,-2-1-32 15,4 0-49-15,7-2-53 0,-12-3-46 0,12 3-249 16,-9-5-538-16,9 5 238 0</inkml:trace>
  <inkml:trace contextRef="#ctx0" brushRef="#br0" timeOffset="173479.52">16271 14141 65 0,'4'-10'211'0,"1"5"-3"0,-3-1 5 15,1-2 5-15,-3 8 4 0,5-7-3 0,-5 7-12 16,5-6-13-16,-5 6-17 0,0 0-19 0,4-5-14 16,-4 5-10-16,0 0 12 0,0 0 4 15,3 26 9-15,-2-15-6 0,-1 7-9 0,-1 0-14 0,1 1-18 16,-2 2-2-16,2 4-20 0,0-6-2 0,-1-1-8 16,1 2-14-16,0-2-7 0,-3-2-4 0,3 1-21 15,0-6-32-15,2 1-28 0,-2-2-30 16,1-3-37-16,0-1-33 0,-1-6-27 0,2 9-22 0,-2-9-28 15,0 0-36-15,2 7-33 0,-2-7-163 0,0 0-470 16,0 0 209-16</inkml:trace>
  <inkml:trace contextRef="#ctx0" brushRef="#br0" timeOffset="173643.23">16054 14087 131 0,'-6'-6'200'0,"6"6"-17"0,0 0-12 0,16-12-11 16,-5 6-15-16,7-1-15 0,1 1-9 0,11 0-25 16,-1-1-34-16,3 3-54 0,1-4-53 15,1-2-59-15,-4 6-106 0,0-5-227 0,-4 3 100 0</inkml:trace>
  <inkml:trace contextRef="#ctx0" brushRef="#br0" timeOffset="173933.42">16710 13853 146 0,'0'0'245'0,"17"2"-10"0,-9 1-8 0,3 2-5 16,-2 0-7-16,0 0-17 0,2 4-13 0,-3-1-3 16,-3 0-8-16,-1 3-10 0,1 4-4 0,-1-3-12 15,-1 5 9-15,-5-2 6 0,-1 1-20 0,-2-1-7 16,-2 1-7-16,1-1-13 0,-1-2-3 0,0-3-6 15,2-1-4-15,-1 0-4 0,3-3-8 0,1-1-23 16,2-5-10-16,-4 9 12 0,4-9-11 0,-3 4-2 16,3-4-7-16,0 0 5 0,0 0-7 0,0 0-15 15,12 6 2-15,0-7-19 0,8 0-26 0,1-4-27 16,6-3-36-16,2 2-37 0,2-2-51 0,-1 0-55 16,2 0-45-16,0-1-46 0,1 1-232 0,-1-3-584 15,2 3 259-15</inkml:trace>
  <inkml:trace contextRef="#ctx0" brushRef="#br0" timeOffset="175227.74">18659 13086 161 0,'-5'-10'185'0,"5"10"2"0,-4-8 2 0,4 8-8 16,-5-5-8-16,5 5-13 0,0 0-16 0,-3-5-15 15,3 5-13-15,0 0-15 0,0 0-12 0,0 0-9 16,0 0-1-16,0 0 8 0,-7 27-3 0,7-11-5 16,-1 9 0-16,1 3-6 0,-1-2-3 0,1 3-3 15,0-1-4-15,-4 1 0 0,4 0-6 0,0-2-5 16,1-1-8-16,-4-1-4 0,3-4-3 0,0-4-1 16,0 2-2-16,-2-2-5 0,-1-1-3 0,2 0 1 15,-2-3-9-15,1-3-15 0,-2 2-21 0,2-3-19 16,-2 1-31-16,1-4-28 0,-1 0-36 0,0-1-29 15,4-5-25-15,-10 3-26 0,10-3-144 0,0 0-384 16,-14-6 170-16</inkml:trace>
  <inkml:trace contextRef="#ctx0" brushRef="#br0" timeOffset="175530.9">18615 13107 32 0,'5'-18'151'0,"-2"1"-10"0,4 0-4 16,1 1-6-16,-1 4-1 0,0 3 1 0,2-1 4 15,0 2-16-15,1 1-7 0,-3 2-5 0,2 2-3 16,-1 0-3-16,1 4-13 0,-9-1-7 0,15 6-4 0,-8 0-1 16,2 4-3-16,-4-2-3 0,-1 4-8 15,-3 2-3-15,-1 1-2 0,-3 3-5 0,-3 2-1 16,-4 3-5-16,0-1-4 0,-5-1-4 0,-2-1 3 16,4-6-3-16,-3 2-11 0,2-5 2 0,3 0-2 0,-1-1-6 15,3-3 1-15,1-1 2 0,2-2-5 0,0 1 0 16,2-1 1-16,4-4-4 0,-5 3 1 15,5-3-4-15,-6 7-1 0,6-7 0 0,0 0 0 16,0 0-3-16,0 0 0 0,19 9 1 0,-5-8-12 0,4 0-9 16,2 0-20-16,1 2-28 0,0 0-38 0,2-1-26 15,4 0-33-15,1 0-26 0,-8-1-31 0,-1-1-108 16,-1 0-348-16,1-1 154 0</inkml:trace>
  <inkml:trace contextRef="#ctx0" brushRef="#br0" timeOffset="175806.72">19095 13151 91 0,'0'0'195'0,"3"-6"-8"0,-3 6-7 15,0 0-23-15,5-5-14 0,-5 5-8 0,0 0 1 16,0 0 14-16,4 18 4 0,-4-5 4 0,0 6-9 16,-2 5-6-16,0 2 24 0,-2 3-7 0,-2-2-8 15,3 1-9-15,-1-2-9 0,0 3-11 0,-2-5-8 16,2 1-8-16,2-6-10 0,-1 0-9 0,-1-4-7 15,3-3-7-15,0 0-1 0,1-1-11 0,-2-1-4 16,4-1 4-16,-1 0-5 0,0-3-3 0,3-1-13 16,-1 2-5-16,1-3 0 0,3-1-4 0,-1 0 5 15,5 0-6-15,3-3-8 0,0 0-19 0,6-2-23 16,-2-2-31-16,3 1-43 0,-2 0-42 0,-1-2-45 16,-2 1-47-16,0 0-37 0,-5 1-246 0,-5 0-552 15,2 2 245-15</inkml:trace>
  <inkml:trace contextRef="#ctx0" brushRef="#br0" timeOffset="176114.72">18608 13745 2144 0,'-55'10'103'15,"5"-3"-35"-15,13 2-21 0,-2 0-15 0,4 2-8 16,6 2-7-16,11-4-1 0,0-4-2 0,5 0 1 15,4 2 13-15,4-1 10 0,3-1 17 0,2-5 11 16,9 12-2-16,5-7 1 0,14 2-6 0,6-3 5 16,20-2-3-16,5-1 6 0,33-5 0 0,-4-2-5 15,9-3-1-15,-1-3-1 0,0 4-9 0,-6-2 6 16,-24 1-8-16,-1-1-2 0,23-8-3 0,-32 8-8 16,-3 3 2-16,-1-3-2 0,-16 5 3 0,2 0-15 15,-3 0 0-15,-8 2 1 0,-4-1-5 16,-6 3 5-16,0-1-14 0,-4 0-10 0,-4 2-24 0,-1 2-23 15,-8-2-28-15,10 3-29 0,-8 1-44 0,-2-4-55 16,0 0-46-16,-9 13-250 0,-5-6-538 0,-2-2 239 16</inkml:trace>
  <inkml:trace contextRef="#ctx0" brushRef="#br0" timeOffset="176799.51">18123 14235 33 0,'-4'-6'238'0,"4"6"-5"0,-7-8-11 16,4 4-8-16,3 4-6 0,-6-6-33 0,6 6-15 0,0 0-19 15,-4-6-11-15,4 6-18 0,0 0-9 16,0 0-6-16,0 0-3 0,0 0 7 0,0 19-1 16,0-7 11-16,2 5-5 0,-2 2-9 0,0 5-5 15,0 1-7-15,-2-5-1 0,2 8-6 0,-5-4-9 16,3 1-7-16,1-6-1 0,-1 6-9 0,4-1-4 0,-4-5-3 15,1-1-5-15,0 0-5 0,1 0 0 16,0-6-5-16,0-1-6 0,-1 1-11 0,1-1-17 16,0 1-28-16,-2-5-22 0,2-7-22 0,0 13-20 15,0-7-18-15,0-6-23 0,-1 9-17 0,1-9-10 16,0 0-9-16,0 0-17 0,0 0-17 0,0 0 2 16,0 0-116-16,0 0-347 0,0 0 154 0</inkml:trace>
  <inkml:trace contextRef="#ctx0" brushRef="#br0" timeOffset="177075.17">18123 14296 78 0,'10'-14'116'0,"1"-2"0"0,1 5 0 15,-1 1-8-15,2-1 10 0,-1 6-13 0,-1 0 0 16,-2 3-5-16,0 2-7 0,-9 0-6 0,14 3-2 16,-7 1 7-16,-1 2-9 0,-1 2-6 0,-3 0-7 15,0 2-3-15,-2 1-4 0,-2-1-8 0,0 6 0 16,-6-1-2-16,-1 0-6 0,-1 1 3 0,-1-3-7 15,-1 2 1-15,2-5-4 0,-2-3-1 0,2 1-1 16,1-1 2-16,3 1-1 0,-2-4-3 0,4 1-3 16,-1 0-6-16,3-1 0 0,-1 2-1 0,3-6 1 15,-1 11-7-15,1-11 0 0,4 7 5 0,-1-1-5 16,7 0-4-16,2-1-4 0,0 1-12 0,6-1-26 16,1-1-26-16,0-2-28 0,3 0-24 0,-3-2-25 15,3 0-25-15,-3-2-8 0,-1 0-6 0,-1 1-105 16,0-3-296-16,-3 2 131 0</inkml:trace>
  <inkml:trace contextRef="#ctx0" brushRef="#br0" timeOffset="177301.49">18477 14422 48 0,'5'-9'43'0,"-1"0"9"16,-2-2 10-16,-1 2 4 0,2-2 11 0,-3 11 5 15,-3-20 8-15,3 12 4 0,-2 0 4 0,2 8 9 16,-3-14 5-16,1 9 10 0,2 5-1 0,-3-9-1 16,3 9-14-16,0 0-5 0,-5-7-10 0,5 7-5 15,0 0 18-15,0 0 14 0,-8 16-1 0,3-3-5 16,2 3 2-16,-3 7 0 0,2-2-4 0,-1 5 5 15,-1 1-17-15,2-4-6 0,-1 8-11 0,3-5-8 16,-2 0-4-16,0 1-7 0,1-2-5 0,1 1-4 16,2 0-7-16,-3-7-7 0,3 0-3 0,-3-2-13 15,2 0-14-15,0-2-26 0,0-4-22 0,-1 1-35 16,2-3-40-16,-2 1-43 0,1-4-35 0,1-6-35 16,-4 9-190-16,4-9-452 0,-7 4 200 0</inkml:trace>
  <inkml:trace contextRef="#ctx0" brushRef="#br0" timeOffset="177460.13">18390 14521 32 0,'12'-6'121'0,"-12"6"-15"15,15-3-15-15,-5 0-19 0,-1 2-29 0,1-2-44 16,2 2-36-16,-12 1-35 0,24-2-77 0,-6-3 35 15</inkml:trace>
  <inkml:trace contextRef="#ctx0" brushRef="#br0" timeOffset="177617.23">18685 14466 64 0,'0'0'161'0,"15"-1"-10"16,-7 1-2-16,-1-2 1 0,-7 2-11 0,17-3-3 15,-7 2-13-15,2 1-7 0,6 0-13 0,-2-2-12 16,4-1-5-16,-1 3-19 0,-1-2-22 0,1 0-35 15,-3-1-35-15,2 3-26 0,-5-3-26 0,-1 0-21 16,-1-1-25-16,-1 2-81 0,-3 1-219 0,-7 1 98 16</inkml:trace>
  <inkml:trace contextRef="#ctx0" brushRef="#br0" timeOffset="177796.78">18929 14339 115 0,'-9'-5'115'0,"9"5"4"0,-5-4-7 0,5 4-6 16,0 0-2-16,0 0 12 0,0 0 4 0,-10 10 7 15,7 0 3-15,-1 0-1 0,3 0-6 0,-3 2 7 16,3 4-2-16,1 1-8 0,-1 0-11 0,-1-1-13 16,1 9-4-16,1-5-7 0,0-1-9 0,1-1-8 15,-1-1-15-15,3 1-22 0,-3-6-28 0,1 0-37 16,2 4-39-16,-1 1-44 0,0-6-45 0,-1-3-176 16,0 3-364-16,-1-11 162 0</inkml:trace>
  <inkml:trace contextRef="#ctx0" brushRef="#br0" timeOffset="178051.26">19226 14241 202 0,'1'-5'237'0,"-1"5"-14"15,0 0-15-15,4-9-13 0,-4 9 1 0,0 0 1 0,0 0 2 16,0 0-7-16,1 30-15 0,-1-15-4 0,-1 1-11 15,1 0-15-15,0 3-9 0,0-1-19 16,-2 3-7-16,4-3-16 0,-5 6-5 0,3-5-10 16,0-1-8-16,0 0-6 0,0 0-16 0,1 0-17 15,-1-2-22-15,-1-4-27 0,1 1-35 0,-1-2-38 0,1 0-37 16,0-11-32-16,-1 17-17 0,1-17-27 0,-2 10-21 16,1-6-170-16,1-4-425 0,0 0 189 15</inkml:trace>
  <inkml:trace contextRef="#ctx0" brushRef="#br0" timeOffset="178356.74">19275 14162 69 0,'5'-9'181'0,"2"0"0"0,-1 2-10 16,2 3-4-16,-2 1-2 0,1 1-1 0,-7 2-4 15,15 2-8-15,-7 1-11 0,-1 3-15 0,0 2-4 16,2-1-1-16,-2 2-6 0,0 3-9 0,-5-1-3 15,0 1-12-15,-2 1-5 0,-2 0-7 0,-3 3 5 0,0 1-6 16,-3-2 0-16,-2 1-1 0,0-3-5 0,1 1-2 16,-1-6 0-16,2 1 0 0,0 0-5 15,1 1-4-15,0-4 4 0,1 1-9 0,2-1-11 16,2 0 2-16,-1 0-9 0,3-6-3 0,-5 10-1 16,4-5-2-16,1-5-2 0,0 11-4 0,0-11-2 15,7 7-4-15,0-5 2 0,-1 2-11 0,7-3-26 16,-2-1-22-16,7 0-37 0,0-3-36 0,3-1-39 0,-1 2-40 15,1-4-44-15,0-2-33 0,-2 3-174 16,-2-1-476-16,2-2 211 0</inkml:trace>
  <inkml:trace contextRef="#ctx0" brushRef="#br0" timeOffset="178649.06">19675 14223 129 0,'0'0'197'16,"0"0"1"-16,0 0 6 0,0 0-3 0,0 17 6 15,-1-7 2-15,-2 2 3 0,1 3-1 0,-2 0-7 16,0 4 0-16,-1 6-4 0,1-7 0 0,-1 5-16 16,1-5-14-16,2 3-6 0,-1-2-1 0,-1 6-7 15,-2 0-10-15,5-8-10 0,-3 0-17 0,4 0-8 16,-3-1-10-16,3-3-8 0,0-3-2 0,0 0 2 16,2 1-12-16,-1-3-5 0,0 0-6 0,1-2-10 15,-2-6 8-15,5 10 1 0,0-5-4 0,2-4 2 16,4 1-6-16,1-2-3 0,5 0-5 0,2-3-9 15,2-2-2-15,6-2-4 0,-1-1-30 0,1-1-16 16,-6 1-31-16,-2 1-40 0,-1-1-47 0,-2-1-33 16,1 0-33-16,-2 0-32 0,-2 3-44 0,2-3-21 15,1 0-21-15,-3-3-20 0,2 2-194 0,0 0-567 16,3-2 252-16</inkml:trace>
  <inkml:trace contextRef="#ctx0" brushRef="#br0" timeOffset="178775.53">20165 14386 172 0,'0'0'203'15,"0"0"-14"-15,0 0-12 0,0 0 1 0,0 0-2 16,0 0-6-16,0 0-13 0,0 0-13 0,0 0-13 16,-15 22-13-16,13-17-27 0,2-5-44 0,0 0-34 15,-9 13-58-15,9-13-57 0,-6 8-202 0,6-8-328 16,-10 2 145-16</inkml:trace>
  <inkml:trace contextRef="#ctx0" brushRef="#br0" timeOffset="181795.98">13086 15967 60 0,'0'0'189'0,"0"0"-16"0,0 0-10 15,0 0-4-15,0 0-1 0,0 0-7 0,0 0-11 16,0 0-8-16,32-6-11 0,-20 3-9 0,3 2-9 16,0 0-13-16,5-1-7 0,-1 1-9 0,0-2-6 15,0 1-11-15,-2 1-20 0,4-3-24 0,-3 1-37 16,-1 0-34-16,0 0-48 0,-6 1-38 0,3 1-149 16,-8-1-315-16,3 1 140 0</inkml:trace>
  <inkml:trace contextRef="#ctx0" brushRef="#br0" timeOffset="181992.75">13124 16063 123 0,'-7'6'161'0,"7"-6"-12"0,-4 4 0 15,4-4-11-15,0 0-6 0,0 0-11 0,0 0-13 0,11 13-4 16,-4-13-18-16,7 2-3 0,-1-2-12 15,9 0-25-15,6-2-43 0,-6 2-36 0,4-3-48 16,1-1-46-16,-6 4-79 0,6-6-223 0,-10 3 99 16</inkml:trace>
  <inkml:trace contextRef="#ctx0" brushRef="#br0" timeOffset="182815.07">15523 15437 200 0,'0'0'190'0,"3"-9"4"0,-3 9-5 16,0-8-4-16,0 8-9 0,0 0-11 16,1-9-12-16,-1 9-14 0,0 0-6 0,0 0-11 15,0 0-15-15,0 0-6 0,0 0-6 0,-10-2-3 0,10 2 1 16,-16 11 0-16,6-3-13 0,-1 4-3 0,-2-1-5 16,-1 1-1-16,1 0-6 0,0 2-6 0,2 0-7 15,-1 0 1-15,3 2-11 0,0-2-1 16,2 0-5-16,0 2 0 0,3-1-5 0,1 0 7 15,1-4-10-15,1 6-5 0,2-5-2 0,2-1 3 0,-3 1-5 16,6-1 0-16,1-3-2 0,2 4 34 0,0-5-3 16,3 5-3-16,5-5-5 0,-2 0-6 15,-1-4-3-15,2 3-1 0,-2-4-5 0,4 0 1 16,-3-2-2-16,0 0-6 0,5 0 2 0,-8-3-4 16,2-1 3-16,-1 1 6 0,1-3-16 0,-2 2 8 15,-2-3-6-15,0-2 2 0,-1 2 1 0,-2-3-6 16,0 0 0-16,-2-1 4 0,-1-1-2 0,-1 0-6 0,-2-1 2 15,0-3 0-15,-3 1 1 0,-1-4-7 0,0 8 14 16,-3-7-11-16,0 2-12 0,-3 1 12 16,1 0-2-16,-2 2 3 0,2 3-6 0,-1 2 4 15,0-2-5-15,-1 6 0 0,1-3-6 0,1 2-5 16,0 3-16-16,0 2-11 0,-1-1-28 0,-1 4-26 16,-2 0-26-16,2 3-38 0,-3 1-43 0,4 0-54 0,-4 4-231 15,-2-1-529-15,8-3 234 0</inkml:trace>
  <inkml:trace contextRef="#ctx0" brushRef="#br0" timeOffset="183011.2">15889 15554 18 0,'7'0'204'0,"-7"0"10"0,0 0-3 0,6 4-8 16,-6-4-14-16,0 0-20 0,0 0-10 0,0 0-19 15,-3 12-13-15,3-12-13 0,0 0-10 0,-7 13-17 16,5-7-31-16,-1-1-35 0,3-5-38 0,-2 11-40 16,2-11-55-16,-2 8-30 0,0-3-140 0,2-5-305 15,0 0 135-15</inkml:trace>
  <inkml:trace contextRef="#ctx0" brushRef="#br0" timeOffset="183350.42">16199 15376 183 0,'9'4'236'0,"4"-1"-11"0,-2 1-14 16,5 3-4-16,-5 4-10 0,2 2 3 0,-3-1-7 16,-3 1-13-16,0-1-13 0,0 3-13 0,0 1-10 15,-3 0-9-15,-1 0-2 0,-3 0-8 0,-2-5-15 16,1 6-2-16,-5-2-13 0,-3 1-10 0,0-2-4 15,-3 0-21-15,0-3 10 0,0 2 0 0,2-4-10 16,0-1-3-16,1-2-1 0,1-1-2 16,-1-1 1-16,3 0-4 0,1-1-1 0,5-3-2 0,-8 5 1 15,8-5-6-15,-8 4 4 0,8-4-14 0,0 0-4 16,-5 4-1-16,5-4-3 0,0 0-2 0,0 0-5 16,0 0-2-16,0 0-6 0,0 0 1 15,26 5-30-15,-15-8-27 0,7 2-23 0,0 1-34 16,0-1-25-16,4-1-21 0,-1 0-43 0,6-2-34 15,3-1-27-15,-2-3-35 0,-1 4-156 0,-7-2-480 0,7-3 213 16</inkml:trace>
  <inkml:trace contextRef="#ctx0" brushRef="#br0" timeOffset="183843.42">16774 15393 146 0,'0'0'210'0,"0"0"-7"0,0 0-4 15,0 0-5-15,0 0-1 0,0 0-11 0,0 0-6 16,0 0-1-16,0 0 0 0,0 0-15 0,-15 25-13 0,14-14-8 16,1 0-4-16,1-2-7 0,0 4-10 15,3-2-8-15,0 2-5 0,3 0-7 0,4 4 1 16,0-2-11-16,1-2-1 0,2 2-4 0,2-4-10 16,-1 2 0-16,1-3-13 0,1 2 2 0,-1-2-5 15,-1 1-7-15,-2-1-5 0,2 1-4 0,-5-4-3 16,-1 2-5-16,-3-2-5 0,-1 2 2 0,-1-3-8 15,-3 1 5-15,-2 2-9 0,1-9 5 0,-9 14-7 16,-1-7 1-16,-5 1-8 0,-1-1-3 0,-2 0-8 16,5-3-11-16,0 0 5 0,0-3 2 0,0 2-7 15,0-5-6-15,3 1 3 0,-1-1-2 0,1-2 3 16,4 1-6-16,0-1 3 0,-1-5 0 0,2-1-2 16,5 0-5-16,-1-2 7 0,2-1-9 0,4-3-5 15,5-1-2-15,-2 0 7 0,6-3 3 0,-2 5 4 16,-2-1 2-16,5 1-1 0,-4 2 6 0,-1-4-3 15,1 1 4-15,-3 5 5 0,2-3-2 0,-2 4 2 16,-1 0 0-16,-3-2-2 0,1 3 5 0,-2-1-1 16,-2 1 2-16,2-1-2 0,-3 10-1 0,-3-20 1 15,-1 9-1-15,-2 3 5 0,2 1-3 0,-5 1 9 16,2-1-8-16,-4 3-3 0,1 1 1 0,10 3-4 16,-24-2 7-16,11 2-1 0,0 0-1 0,2 4-13 15,-2-2-18-15,3 4-24 0,-2 0-23 0,5 1-29 16,-1 0-43-16,0 2-50 0,4-2-40 0,-1 4-189 15,0-2-469-15,5-9 209 0</inkml:trace>
  <inkml:trace contextRef="#ctx0" brushRef="#br0" timeOffset="184211.74">17375 15337 253 0,'6'-7'252'0,"-6"7"-17"16,0 0-17-16,5-3-15 0,-5 3-12 0,0 0-11 16,0 0 2-16,-17 16-3 0,8-3-11 0,-4 1-9 15,-4 3-3-15,-1 4-15 0,4 1-3 0,-5 0-15 16,5 5-4-16,-1-4-12 0,1 1-6 0,2 1-16 16,2 0-8-16,3-8-6 0,-1 6-5 0,4-5-7 15,1-1-3-15,2-2-21 0,0-2 14 16,2-3-8-16,2 0 0 0,0-1-10 0,6-4 1 0,0 2-4 15,2-2 0-15,4-3-6 0,0-2 2 16,4 0-4-16,0-4 2 0,-2 1-6 0,1-4 1 0,-3 2-6 16,-2-2 5-16,-3-1-1 0,-1 1 0 15,-1-2 0-15,-2 2-6 0,-1-1 6 0,-2-1-4 0,-2 3-1 16,-3-5 0-16,2 11-5 0,-9-11-3 16,-1 4-6-16,-3 2-28 0,-5 3-5 0,-3 0-18 0,-7 4-26 15,-4 0-29-15,-1 5-36 0,-4-2-35 0,-1 4-51 16,1 2-50-16,1 1-202 0,-4-3-523 0,6 2 232 15</inkml:trace>
  <inkml:trace contextRef="#ctx0" brushRef="#br0" timeOffset="184741.63">14930 16150 114 0,'-19'2'230'0,"6"-1"-6"0,2 0-5 15,0 0-15-15,6-1-15 0,5 0-15 0,-10 5-1 16,10-5 3-16,0 0 3 0,0 0-9 0,28 12-9 16,3-5-13-16,5 0-7 0,12 1-15 0,12-4-6 15,34 3-1-15,-1-7-17 0,5 2-9 0,4-4-10 16,1 2-4-16,-3-3-9 0,8 8-5 0,-7-7-4 15,13 4-1-15,3 0 8 0,7 0-11 0,8 2 24 16,4-7-8-16,5 9-3 0,2-6 0 0,-3 4-2 16,-1-5-3-16,-1 5-4 0,-5-2 0 0,-5-2 2 15,-8-2-6-15,-10 3-2 0,-8 2-9 0,-10-5 1 16,3 2-4-16,-29 2-4 0,-3-1-1 0,-3-2 4 16,-6-1-11-16,-15 4 2 0,-6-4 2 0,-5 0-2 15,-11 1 6-15,-5-1 4 0,-1 1-7 0,-5 0-4 16,-6 1-4-16,2-5-7 0,-2 5-29 0,-17-8-37 15,-2 4-46-15,-14-1-68 0,-18 0-58 0,-7-2-56 16,-1 1-62-16,-1 6-297 0,-1 1-684 0,-3-3 303 16</inkml:trace>
  <inkml:trace contextRef="#ctx0" brushRef="#br0" timeOffset="186123.5">15527 16430 57 0,'0'0'120'16,"0"0"9"-16,-1-9-10 0,1 9 2 0,0 0-3 15,-3-10-9-15,3 10-6 0,0 0-4 0,0 0-5 16,0 0 2-16,0-9-5 0,0 9-7 0,0 0-3 16,0 0-2-16,0 0-6 0,0 0-5 0,0 0-10 15,0 0-6-15,0 0-4 0,0 0-5 0,0 0-3 16,0 0-2-16,0 0-8 0,0 0-6 0,0 0-1 16,0 0 1-16,0 0-2 0,0 0-2 0,0 0-7 15,0 0 3-15,0 0-3 0,0 0-4 0,0 0 3 16,0 0 1-16,0 0-5 0,0 0 1 0,0 0 0 15,0 0 0-15,0 0-4 0,0 0 3 0,0 0-2 16,0 0 0-16,0 0-1 0,0 0-2 0,0 0-1 16,0 0-1-16,0 0 0 0,0 0 1 0,0 0 1 15,9 19-1-15,-9-19 0 0,0 0-2 0,0 0-2 16,0 0 5-16,0 0 0 0,0 0 3 0,0 0-4 16,0 0 4-16,0 0-4 0,0 0-1 0,0 0 2 15,0 0 1-15,0 0 1 0,0 0 3 0,0 0 3 16,0 0 5-16,0 0 3 0,0 0 8 0,0 0 1 15,0 0 3-15,0 0 3 0,0 0 1 0,0 0 6 16,0 0 3-16,0 0-3 0,0 0-5 0,0 0-4 16,0 0-1-16,0 0-3 0,0 0-3 15,0 0-3-15,0 0-1 0,0 0 1 0,0 0-4 16,0 0-1-16,-5-24 0 0,5 24 3 0,0 0 6 16,-4-11 5-16,4 11 2 0,0 0 4 0,0 0-5 15,0 0-2-15,0 0 1 0,-1-10-5 0,1 10-5 16,0 0-1-16,0 0-3 0,0 0-1 0,0 0-3 0,0 0-1 15,0 0 2-15,1 33-4 0,3-16 1 0,-4 0 2 16,3 3 4-16,-2 6 1 0,-2-7-3 16,1 8 2-16,-2-8-1 0,1 6 1 0,0-6 2 15,-3-1 1-15,1 6-1 0,1-7-1 0,-1-1 0 16,1 0 1-16,0-3-2 0,2 0-3 0,-1 2 10 16,-4-4-12-16,4 0 0 0,1-11 1 0,0 18-6 15,0-18-1-15,-2 14 1 0,2-14 3 0,2 11-5 16,-2-11 0-16,1 8-7 0,-1-8-7 0,1 9-17 15,-1-9-23-15,0 0-28 0,4 9-25 0,-4-9-32 16,0 0-27-16,0 0-34 0,0 0-40 0,0 0-203 16,0 0-474-16,0 0 210 0</inkml:trace>
  <inkml:trace contextRef="#ctx0" brushRef="#br0" timeOffset="186342.29">15794 16590 166 0,'0'0'202'0,"14"0"-18"0,-6 0-7 0,2 0-12 0,0 2-13 16,3-2-19-16,0 1-11 0,5 0-8 0,0-2-11 16,3 1-10-16,1 1-15 0,-4-2-22 0,1 1-22 15,-3-3-32-15,-4 3-29 0,6-4-30 16,-4 3-24-16,-2-1-33 0,-2 0-9 0,0-2-108 15,-10 4-248-15,12-6 110 0</inkml:trace>
  <inkml:trace contextRef="#ctx0" brushRef="#br0" timeOffset="186556.93">16005 16462 10 0,'0'0'179'0,"0"0"10"0,0 0-4 0,-14 11 7 15,14-11-1-15,-3 15-3 0,1-5 4 0,-1 0-13 16,1 3-6-16,-1 3-2 0,0-2-10 0,2 1-8 16,0 0-15-16,0-2-14 0,-2 2-11 0,4-2-10 15,1-1-10-15,-1 3-4 0,-1-3-13 0,0-3-16 16,2 2-22-16,-2-11-36 0,2 19-44 0,-1-10-53 16,-1-9-67-16,3 13-56 0,-3-13-196 0,0 0-448 15,0 0 198-15</inkml:trace>
  <inkml:trace contextRef="#ctx0" brushRef="#br0" timeOffset="186978.93">16566 16375 261 0,'-3'-9'260'0,"1"2"-2"0,2 7-7 16,-4-11 0-16,1 6-15 0,3 5-18 15,-5-8-25-15,5 8-16 0,0 0-19 0,0 0-19 16,0 0 5-16,0 0-3 0,0 0 6 0,2 35 5 16,-1-19-8-16,4 10-14 0,-5 0-11 0,1-1-6 15,-1 3-7-15,1 1-12 0,-3-4-11 0,1 0-4 16,-3-5-6-16,1 1-9 0,2-2-12 0,-3-2-1 16,3 0 2-16,-3 2-17 0,2-4-14 0,0 0-12 15,1-2-29-15,-2-3-21 0,1-1-36 0,-1-2-11 16,1-1-27-16,2-6-22 0,-6 9-28 0,6-9-32 15,0 0-38-15,-8 5-41 0,8-5-204 0,0 0-520 16,0 0 231-16</inkml:trace>
  <inkml:trace contextRef="#ctx0" brushRef="#br0" timeOffset="187270.87">16554 16358 115 0,'8'-2'174'0,"-1"2"-10"0,-7 0-11 16,14 0-8-16,-6 1-14 0,-2 3-14 0,3 0-1 16,-5 2-12-16,2 0-9 0,-4 3-7 15,0 2-9-15,-4-1-9 0,1 2-5 0,-5 0-8 0,2 0-2 16,-4-2-7-16,-3 2-4 0,-1 0-2 16,2-3-11-16,1-1 0 0,-2-1-4 0,3-1-2 15,1 0-2-15,4-1-4 0,-1-1-1 0,4-4 1 0,-8 5-2 16,8-5-4-16,-4 7 5 0,4-7 8 0,0 0 0 15,12 9 2-15,-6-7-2 0,1 2-2 0,5 1 1 16,2-2-7-16,2 3 1 0,3-1-13 16,-1 0-18-16,-2 1-39 0,5-4-38 0,-2 2-50 15,3-2-50-15,-4 3-115 0,-6-5-329 0,1 0 146 16</inkml:trace>
  <inkml:trace contextRef="#ctx0" brushRef="#br0" timeOffset="187543.96">17053 16377 197 0,'0'0'225'0,"0"0"-4"0,-12-4-8 16,12 4-2-16,0 0-6 0,0 0-4 0,-21 15-9 16,9-6-13-16,3 5 4 0,0 0-3 0,-2 2-10 15,2 2-13-15,0 0-11 0,4 2-15 0,-3 4-7 16,0-5-16-16,1 6-6 0,3-6-10 0,3 1-7 15,-2-1-6-15,2-1-11 0,-4-1-6 16,4 1-3-16,-1 0-15 0,2 0 2 0,-1-6-5 16,0 5-1-16,-1-1-5 0,0-4-32 0,0-2-27 15,0 1-29-15,-1-3-35 0,3-8-33 0,-5 14-42 0,5-14-31 16,-9 10-43-16,6-6-43 0,3-4-161 16,0 0-476-16,-17 4 212 0</inkml:trace>
  <inkml:trace contextRef="#ctx0" brushRef="#br0" timeOffset="187698.15">16875 16623 126 0,'0'0'175'0,"11"-1"-11"16,-11 1-14-16,0 0-9 0,24 4-16 0,-13-2-6 16,2-1-19-16,5 1-21 0,1 0-37 0,-6-1-41 15,7 0-51-15,-2 1-46 0,-4-1-84 0,-1-1-194 16,-13 0 86-16</inkml:trace>
  <inkml:trace contextRef="#ctx0" brushRef="#br0" timeOffset="187968.8">16277 17019 209 0,'0'0'237'0,"0"0"2"0,15 14-8 0,5-9-12 15,8-4-10-15,6 1-9 0,5 0-18 0,12-6-19 16,4 3-15-16,0-3-16 0,-2-3-4 0,3 1-24 0,-3 0-5 16,-2-4-18-16,-14 4-24 0,-1 0-22 15,-3 1-38-15,-7-2-36 0,1 1-33 0,-8 4-26 16,-4-1-41-16,-4 2-27 0,-3-1-10 0,-8 2-154 15,13-1-358-15,-13 1 158 0</inkml:trace>
  <inkml:trace contextRef="#ctx0" brushRef="#br0" timeOffset="188230.27">16678 17060 52 0,'0'0'215'0,"-6"3"2"0,6-3 6 0,-4 7-2 16,3 0-8-16,1-7-6 0,-4 16-7 16,3-6-8-16,0 2-20 0,1 0-12 0,-3 6-8 15,0-1-21-15,0 1-6 0,1 0-15 0,-4 0-13 16,3 0 19-16,0 2-22 0,-1-3 2 0,1 1-10 16,-2 0-4-16,2-3-12 0,1 1-9 0,-1-3-14 15,-2 1-18-15,4-5-22 0,0 1-29 0,1-3-30 16,-1 0-30-16,1-7-20 0,-2 11-20 0,2-11-28 15,-2 6-26-15,2-6-36 0,-3 7-30 0,3-7-128 0,0 0-399 16,0 0 177-16</inkml:trace>
  <inkml:trace contextRef="#ctx0" brushRef="#br0" timeOffset="188560.77">16625 17112 137 0,'7'-5'236'0,"2"-3"0"16,2 2 6-16,0 1-6 0,-1 0-7 0,3 1-5 16,0 1-18-16,0 0-15 0,-1 3-20 0,-1-1-14 15,-11 1-16-15,20 5-16 0,-13-1-10 0,-1 1-11 16,0 3-8-16,-6-8-7 0,3 14-9 16,-5-3-8-16,-1-1-6 0,-5-1-6 0,0 2-11 0,-1 2-1 15,-1 0-2-15,0-1-23 0,4-2 16 0,-2-3-10 16,-1 1 4-16,3 0-10 0,-2-1-1 0,3-3-2 15,2 3-4-15,-1-1 2 0,2-1-5 16,2-5-4-16,-3 13 6 0,3-13-15 0,2 9 13 16,-2-9 2-16,10 9 0 0,-1-6 0 0,-3 2-1 15,6-3-6-15,4 2 3 0,-2-4-2 0,0 3-12 16,5-1-18-16,1-2-25 0,9-1-36 0,-6-2-42 16,-3 3-44-16,-1-2-55 0,0-2-76 0,-8 3-160 15,3-1-497-15,-2-1 221 0</inkml:trace>
  <inkml:trace contextRef="#ctx0" brushRef="#br0" timeOffset="189078.34">17031 17215 75 0,'0'-11'250'0,"0"11"-1"16,0 0-13-16,0-7-9 0,0 7-14 0,0 0-22 16,0 0-12-16,0 0-17 0,0 0-7 0,0 0-6 15,0 0 6-15,0 0 3 0,0 0 8 0,-2 30-17 16,0-18-11-16,1 6-8 0,-3 0-4 0,2 1-12 16,-2-1-2-16,-2 1-8 0,2-2-3 0,-1 0-11 15,-1-1-8-15,1 1-10 0,1-4-4 0,-1 2-7 16,4-4-5-16,-1 1-6 0,0-1-5 15,0-1 1-15,0 0-5 0,2-10 7 0,-1 13-11 0,1-13-6 16,-2 10 4-16,2-10-12 0,0 0 6 16,0 13-18-16,0-13 24 0,7 9-4 0,-7-9-5 0,10 4 1 15,-10-4-4-15,17 6 4 0,-7-4-7 0,3-1-1 16,0 0-6-16,6-1-13 0,1-1-18 0,1 0-28 16,1-2-28-16,-1-1-46 0,7-1-41 0,-2-3-61 15,-4 4-42-15,3-3-71 0,-8 5-223 16,1-7-604-16,-5 6 268 0</inkml:trace>
  <inkml:trace contextRef="#ctx0" brushRef="#br0" timeOffset="197830.41">20965 16030 67 0,'0'0'118'0,"-7"3"-1"0,7-3 3 15,0 0-22-15,0 0 15 0,0 0-8 0,0 0 10 16,0 0-20-16,0 0-8 0,0 0-4 0,0 0-1 16,0 0-6-16,0 0-5 0,0 0-5 0,0 0 1 15,0 0 6-15,0 0 4 0,0 0 10 16,0 0-14-16,0 0-8 0,0 0 0 0,0 0-9 0,0 0-2 15,13-22-7-15,-9 16 0 0,1-1 0 0,2-1-6 16,1-1-1-16,-2-1-6 0,-1 0-1 16,1 0-4-16,-1-1-2 0,3 2 1 0,-3-1-4 15,-2-2-1-15,2 1-1 0,0-1-4 0,-1-3 3 16,2 0-7-16,-3 2 1 0,-1 1 4 0,2 2-4 16,-3-3 6-16,1 5 2 0,-2-2 1 0,1 4 1 15,-1 6 0-15,2-8-4 0,-2 8 0 0,3-6-5 16,-3 6-3-16,0 0-1 0,0 0-6 0,1-9 1 0,-1 9-4 15,0 0 2-15,0 0-3 0,0 0 1 0,0 0 0 16,-1 28-2-16,0-17 2 0,-2 0 1 16,3 2-1-16,-1-3-3 0,2 7 1 0,0-2 1 15,-1-2-1-15,3 2 2 0,0-4-1 0,0 0 2 0,4-1-1 16,-4-1-1-16,5 1-5 0,0-1-12 0,-2-1-17 16,4-2-19-16,-1-1-24 0,-1 1-30 0,4-2-34 15,-3-3-25-15,-3 1-28 0,5-2-152 16,-4 0-370-16,-7 0 163 0</inkml:trace>
  <inkml:trace contextRef="#ctx0" brushRef="#br0" timeOffset="197982.05">21113 15507 24 0,'0'0'59'0,"0"0"-37"0,0 0-40 16,0 0-19-16,8 46 9 0</inkml:trace>
  <inkml:trace contextRef="#ctx0" brushRef="#br0" timeOffset="198256.71">21427 15561 99 0,'0'0'157'0,"0"0"-8"0,-16 9-5 16,11-3 2-16,1 3 1 0,-3 8 5 0,2-1-5 15,-5 7-11-15,-1 4-5 0,4 2-2 0,1 1 3 16,-2-1-16-16,3 1 25 0,1 2-10 0,0 0-10 16,1-1-10-16,-4 0-11 0,6 0-8 0,-3-2-7 15,-1-1-10-15,2 2-5 0,2-4-9 0,-4-1-6 16,4-6-7-16,-1 6 1 0,4-6-8 0,-5 0-13 15,3-2-25-15,0-1-22 0,0-5-23 0,1-2-33 16,1 1-22-16,-4-2-35 0,2-8-36 0,2 9-18 16,-2-9-33-16,0 0-124 0,0 0-373 0,0 0 165 15</inkml:trace>
  <inkml:trace contextRef="#ctx0" brushRef="#br0" timeOffset="198407.17">21269 15913 74 0,'5'-4'111'0,"5"1"-7"0,3 2-13 16,-1-4-12-16,7 3-6 0,-1 0-6 15,9-3-25-15,1 0-13 0,0 0-51 0,1 1-38 16,-1-1-38-16,-7 0-107 0,7-1 48 0</inkml:trace>
  <inkml:trace contextRef="#ctx0" brushRef="#br0" timeOffset="198651.12">21795 15613 106 0,'3'-5'150'0,"-3"5"23"0,0 0-3 0,0 0 1 16,1 31-7-16,-2-16-3 0,1 4 0 0,-1 9-9 15,-2-1-4-15,3 1-11 0,-1-1-9 0,0-1-10 16,2 3-9-16,0-2-9 0,2-1-10 0,-2-1-8 15,0 2-6-15,2-8-9 0,1 6-9 0,0-8-4 16,0 7-10-16,-4-8-16 0,2-1-23 0,-1-3-32 16,3 3-36-16,-4-2-27 0,0-1-36 0,0-12-19 15,-4 14-35-15,3-8-15 0,-1-1-110 0,2-5-329 16,0 0 145-16</inkml:trace>
  <inkml:trace contextRef="#ctx0" brushRef="#br0" timeOffset="198957.41">21871 15566 139 0,'8'-9'161'0,"2"3"-3"0,-1 3-12 0,1 2-4 16,-10 1 2-16,22 6 9 0,-13 0-5 0,1 4-8 16,-1 4-5-16,-3 1-9 0,-2 2-9 0,-3 3-12 15,-1 4-2-15,-1-4-9 0,-5 6-6 0,-2-2-9 16,-1 0-7-16,0-5-6 0,0-2-5 0,-1 1-8 15,-3-3 0-15,4 1-2 0,-1-3 2 0,0-4-6 16,5-2 0-16,-3 1 1 0,3-2-5 16,1 1 2-16,-1-4-8 0,5-3 2 0,-5 7-5 15,5-7-4-15,-3 5-4 0,3-5-2 0,0 0-2 16,0 0-2-16,0 0-1 0,6 12-1 0,-6-12-2 16,16 5-5-16,-3-1-18 0,1-2-21 0,4 3-28 0,0-2-36 15,2 0-37-15,-2-3-30 0,1 2-17 0,-1-1-38 16,1 0-162-16,-6 1-406 0,1-2 179 15</inkml:trace>
  <inkml:trace contextRef="#ctx0" brushRef="#br0" timeOffset="199236.5">22262 15800 1 0,'3'-10'173'16,"-2"3"8"-16,0-3 6 0,2 1-6 0,-3 9-3 0,0-12-3 15,0 12 3-15,-3-8-3 0,3 8-8 16,-4-7-10-16,4 7-4 0,0 0 3 0,0 0-2 15,-20 11 2-15,13-2-2 0,-2 4-2 0,-1 0-4 16,3 4-4-16,-1 0-9 0,0 0-14 0,-1 2-27 16,3 4 17-16,0 1-12 0,0 1-10 0,4-1 4 15,-2-6-22-15,0 1-11 0,4 0 2 16,-1-2-6-16,2 1-17 0,-1 0 9 0,0 1-11 0,4-1 0 16,-4-1 1-16,1 0-4 0,1 1-4 0,-1-3-1 15,-1-1-20-15,1-2-9 0,-1-1-23 0,1-1-24 16,1 0-42-16,-1 0-31 0,-2-4-35 0,2 2-29 15,-1-8-35-15,1 10-32 0,-1-10-38 0,2 5-193 16,-2-5-520-16,0 0 231 0</inkml:trace>
  <inkml:trace contextRef="#ctx0" brushRef="#br0" timeOffset="199395.23">22102 16027 11 0,'0'0'178'0,"0"0"-5"0,0 0-15 0,0 0-3 16,0 0-17-16,0 0-11 0,11-7-13 0,-11 7-6 16,20 0-32-16,-7 0-42 0,1-2-50 15,5-1-69-15,3 3-111 0,-1-4-211 0,5-1 94 16</inkml:trace>
  <inkml:trace contextRef="#ctx0" brushRef="#br0" timeOffset="199755.78">22543 15902 120 0,'0'0'181'15,"0"0"-7"-15,0 0-8 0,0 0-6 0,8-4-10 16,-8 4-9-16,15 1-11 0,-2-1-12 0,6-1-14 0,2-2-8 16,7 2-12-16,2-4-6 0,2 0-9 15,4-2-2-15,-3 1-11 0,0 0-5 0,2-1-3 16,-2-1-5-16,-1 2-4 0,-1-2-6 0,-3 2 0 15,-2-3-5-15,-7 3 2 0,1-1 5 0,-1 2 3 16,-7 1 4-16,0-1 1 0,-5 3 4 0,1-1 1 16,-3 0 0-16,-5 3 0 0,9 0 2 0,-9 0-4 15,10-5 0-15,-10 5-7 0,0 0-4 0,0 0-1 16,0 0-4-16,0 0-1 0,0 0 9 0,0 0 4 16,0 0 2-16,-14 24 4 0,8-14 10 0,-1 1-3 15,-4 1-6-15,0 4 8 0,1 0-7 0,-1 2-6 16,-3 3 6-16,-2 1-11 0,2-2-5 0,-1 1-10 15,5-6-2-15,1 0-14 0,0 1-27 0,-3-1-25 16,5-1-31-16,-1-4-42 0,0-1-42 0,3-3-43 16,5-6-60-16,-6 12-179 0,6-12-476 0,0 0 210 15</inkml:trace>
  <inkml:trace contextRef="#ctx0" brushRef="#br0" timeOffset="199936.33">23058 15735 143 0,'-7'-26'209'0,"-4"3"-1"16,0 1-11-16,1 6-2 0,-2 0-3 0,1 2-16 16,-5 1-6-16,5 2-12 0,-2 0-7 0,5 5-13 15,2 1-11-15,-1 0-15 0,7 5-13 0,-10-6-15 16,10 6-8-16,0 0-25 0,0 0-26 0,0 0-42 16,0 0-46-16,0 0-62 0,0 0-64 0,17 28-165 15,1-20-382-15,2-2 170 0</inkml:trace>
  <inkml:trace contextRef="#ctx0" brushRef="#br0" timeOffset="200486.79">24124 15562 87 0,'-6'-5'214'0,"6"5"-11"16,-9-5-8-16,2 2-12 0,7 3-4 0,-16 0-11 15,4 0-2-15,0 3-4 0,0 0 0 0,-6 2-14 16,0 2-5-16,2 3-3 0,-1 1-8 16,-1 2-4-16,-2 4-9 0,0 0-8 0,3 2-9 0,4-3-7 15,-5 3 4-15,5 3-20 0,2-4-7 0,-1 4-1 16,2-6-11-16,1 3-3 0,4-2-9 0,1 2-7 16,3-3-4-16,1 0 2 0,0-1-4 0,5 0-2 15,4-1-4-15,2-1 0 0,2-2-5 16,4-1 4-16,8-2-6 0,-6-3 2 0,10 1-4 15,-1-3-5-15,1-3 5 0,-2-3-3 0,2 0-2 0,1-2 1 16,-2-4 1-16,0 0-3 0,-1-3-8 16,-2-2 5-16,-2 0-1 0,2 1 2 0,-5-5-5 15,2 0 1-15,-3-2 3 0,-6-3-3 0,-4 5 2 16,1-6 2-16,-2 0-5 0,-7-2-2 0,-1 1-5 16,-3 6 7-16,-6-4-4 0,0 5 2 0,-5 3-4 0,-5-4 0 15,-8 4-1-15,-3 6-1 0,1 3-8 0,-2 2-17 16,-1 4-26-16,-2 5-24 0,-5 4-53 0,7 2-46 15,-3 2-61-15,2 2-69 0,0 2-181 16,1 0-526-16,2-1 233 0</inkml:trace>
  <inkml:trace contextRef="#ctx0" brushRef="#br0" timeOffset="202998.77">19899 16886 34 0,'0'0'129'0,"0"0"14"0,0 0-8 0,0 0 2 0,0 0-12 15,0 0 1-15,0 0-9 0,0 0-7 16,0 0-3-16,0 0-7 0,4-6 3 0,-4 6-11 15,0 0-7-15,0 0-4 0,0 0-5 0,0 0-9 16,0 0-7-16,0 0-9 0,0 0-4 0,0 0 0 16,0 0-7-16,0 0-4 0,0 0-1 0,-22 7-4 15,22-7-3-15,0 0 0 0,0 0-2 0,0 0-2 16,0 0-6-16,-11 0 1 0,11 0-6 0,0 0 8 16,0 0 8-16,0 0 4 0,30 2-2 0,-8-5-1 15,6 1-3-15,4-2-4 0,5 0-4 0,0-1-1 16,16 0 1-16,-18 1-3 0,5 0-2 0,-7 2-19 15,2 0-18-15,-8 5-17 0,1-6-38 0,-8 3-20 16,1-2-25-16,-5 1-28 0,-1-1-22 0,-2 1-138 16,-4 2-334-16,-9-1 147 0</inkml:trace>
  <inkml:trace contextRef="#ctx0" brushRef="#br0" timeOffset="203240.68">20212 16840 149 0,'-4'1'144'0,"4"-1"5"0,-7 3-1 16,7-3-4-16,-6 12 2 0,3-2 7 0,0 3-11 15,-1-2-3-15,3 8-3 0,0 1-4 0,-2 5-5 16,1 0-17-16,0-1 1 0,1 3-14 16,2-3-6-16,-2-4-11 0,-1 4-4 0,-1-4-11 0,2 6 26 15,-1-8-10-15,1 0-6 0,0-1-6 0,1 2-6 16,0-1-15-16,1 2-28 0,-2-9-31 0,3 7-31 15,-2-6-34-15,3 0-42 0,-3-2-38 16,3-2-49-16,-3-8-158 0,0 16-394 0,2-9 174 16</inkml:trace>
  <inkml:trace contextRef="#ctx0" brushRef="#br0" timeOffset="203621.22">20441 16989 116 0,'0'0'220'0,"0"0"-19"0,5-10-12 16,-5 10 4-16,5-3-6 0,-5 3-6 0,0 0-9 15,0 0-18-15,8 22-12 0,-4-11-11 0,-1 4-16 16,0 4-5-16,1-1-10 0,-4 0-9 0,2 8-9 16,-2-9-7-16,0 4-9 0,2-3-5 0,0 0-6 15,-2-5-7-15,3 4-4 0,-2-6-4 0,2 0-5 16,-1-1-2-16,1 0-4 0,-1-3-2 15,2-1 2-15,1-1-3 0,-1 0 0 0,-4-5-3 0,12 3-4 16,-5-1 1-16,-7-2-3 0,22-8 1 0,-8 3-1 16,0-4-4-16,1 0 3 0,-3-2-4 0,1-3 0 15,1 0 2-15,-5-2-10 0,5-7 10 16,-4 1-3-16,-2 4 4 0,-1-1-3 0,2-4-2 0,-2-2 3 16,-4 0-5-16,0 6 3 0,-2 0-2 0,-1-1-4 15,0 2 1-15,-1 5 0 0,1 13-1 16,-1-23 0-16,1 23-1 0,-4-14-4 0,4 14-6 15,-4-9-20-15,4 9-25 0,0 0-26 0,0 0-28 16,-16-5-33-16,16 5-32 0,0 0-46 0,0 0-202 0,0 0-454 16,-19 15 201-16</inkml:trace>
  <inkml:trace contextRef="#ctx0" brushRef="#br0" timeOffset="204025.58">20906 16892 196 0,'12'-3'191'0,"-12"3"-5"0,0 0 1 0,16-4-6 16,-16 4-4-16,18-1-10 0,-7-2-9 0,-11 3-19 15,26-1-10-15,-13 0-13 0,5 1-9 0,-5-3-13 16,6 3-8-16,-3-1-18 0,-16 1-29 0,27-2-27 16,-16 2-35-16,-11 0-28 0,0 0-26 0,25 2-14 15,-25-2-25-15,0 0-4 0,0 0-16 0,10-5 1 16,-10 5 13-16,0 0 16 0,0 0 11 0,0 0 8 15,0 0 9-15,0 0 14 0,0 0 6 16,-41-12 9-16,41 12 12 0,-18-2 9 0,18 2 10 16,-23-4 13-16,23 4 20 0,-19-1 4 0,19 1 9 15,0 0 16-15,-20 3-1 0,20-3 2 0,-12 7 26 16,12-7-3-16,-10 12 13 0,5-1 12 0,2 0 12 16,-2 5 13-16,0 2 3 0,1 7-8 0,1-6-1 15,0 6 3-15,0-4-3 0,2 4-11 0,-3 1-1 0,3 0-3 16,-4 0-6-16,4 0-9 0,-2-6-17 0,1 5 0 15,-1-5 2-15,-1 0-13 0,3-1-2 16,-2-1-12-16,1-2-19 0,-1 0-27 0,2-5-31 16,-2 1-32-16,1-3-42 0,-2 0-22 0,4-9-33 0,-1 11-18 15,0-7-27-15,1-4-116 0,0 0-354 16,0 0 158-16</inkml:trace>
  <inkml:trace contextRef="#ctx0" brushRef="#br0" timeOffset="204170.11">20962 17126 8 0,'0'0'142'0,"0"0"-7"0,7-8-3 16,-7 8-9-16,0 0-10 0,0 0-8 0,15-2-10 15,-15 2-8-15,0 0-13 0,27 4-14 0,-27-4-31 16,24 2-30-16,-6-3-35 0,0 0-50 0,2 2-78 16,8-6-176-16,1 4 78 0</inkml:trace>
  <inkml:trace contextRef="#ctx0" brushRef="#br0" timeOffset="204482.08">21454 16722 1614 0,'0'-17'88'0,"2"-2"-24"0,-2 8 31 0,0 11 5 16,-2-19-10-16,2 19-16 0,-1-13-17 0,1 13-16 15,0 0-9-15,0 0 3 0,0 0 6 0,0 0 20 16,0 0 7-16,0 0 5 0,4 51-5 0,-3-20 3 16,-1 15 2-16,1 1 3 0,-1 2-11 15,-1 2-1-15,-8-4-7 0,7 0 0 0,-2 2-6 0,1-13-4 16,1 0-8-16,-1 11 0 0,2-15-9 0,-2 4 1 16,2-3-3-16,0-2-5 0,-1 0 0 0,0-2-3 15,2-4-3-15,0 0 1 0,-1-6-4 0,2 0-20 16,-2-4-31-16,-1 0-28 0,1-3-39 15,1-12-36-15,0 17-44 0,0-17-32 0,0 0-35 16,0 15-157-16,0-15-440 0,0 0 196 0</inkml:trace>
  <inkml:trace contextRef="#ctx0" brushRef="#br0" timeOffset="204720.25">21591 17087 1785 0,'4'-17'118'0,"0"1"-17"15,-2 5-3-15,-2 11-25 0,5-17-27 0,-5 17-18 16,3-9-1-16,-3 9 9 0,0 0 9 0,0 0 14 16,0 0 14-16,0 0 3 0,19 22 2 0,-15-3-7 15,0 0-6-15,1 0-6 0,-5 6-8 0,0 2-1 16,-3-2-10-16,3 1 3 0,-5 0-14 0,3-7 3 16,-1 0-4-16,1-2-13 0,0 1-21 0,0-7-26 15,-2 5-24-15,1-3-25 0,-1-4-18 0,4-9-33 16,-3 15-4-16,0-8-41 0,3-7-32 0,-7 8-158 15,7-8-397-15,0 0 176 0</inkml:trace>
  <inkml:trace contextRef="#ctx0" brushRef="#br0" timeOffset="205050.68">21601 17197 149 0,'0'0'143'0,"0"0"-8"0,0 0 4 0,9-10-4 15,-9 10-1-15,0 0-9 0,18-6-10 0,-8 2-11 16,3 2-11-16,0-2 0 0,5 0-13 15,0 0-5-15,-2-1-16 0,3 1 1 0,-2 1-7 16,1-4-5-16,-1 1-9 0,-2 0-2 0,0-1-4 0,-3 1-4 16,-1 2-4-16,7-5-1 0,-10 2 3 0,-8 7-10 15,13-11 5-15,-5 2 1 0,-8 9-3 16,10-12 5-16,-10 12-6 0,2-12 10 0,-2 12-2 16,1-14-5-16,-1 14-1 0,0-17 1 0,0 17 4 15,0 0 13-15,-2-18 5 0,2 18 2 0,0 0 8 16,-3-13-4-16,3 13-2 0,0 0-5 0,0 0-6 15,0 0 2-15,0 0 8 0,0 0 3 0,0 0 4 16,0 0-1-16,-11 45-10 0,6-29 8 0,2 4-4 16,-1 0-7-16,0 4-1 0,3-5-3 0,0 0-4 15,1 5-2-15,0-7-16 0,-3 1-27 0,3-3-32 16,0 2-42-16,2-5-44 0,-2-12-53 0,1 22-68 16,0-13-157-16,-1-9-443 0,0 0 197 0</inkml:trace>
  <inkml:trace contextRef="#ctx0" brushRef="#br0" timeOffset="205530.83">21999 17138 16 0,'0'0'175'0,"0"0"16"0,0 0 8 16,0 0 0-16,0 0-5 0,0 0-10 0,0 0-11 15,0 0-15-15,-8 45-4 0,8-45-18 0,-2 20-9 16,2-8-6-16,0-12-4 0,3 20-9 0,1-10-2 0,1 1-4 15,2-2-6-15,0-1-6 0,4-2-8 0,1-2-7 16,5 1-5-16,1-3-1 0,-1-2-1 16,2 0-13-16,1 0-1 0,-1-4-8 0,-1-1-7 15,-1 1 3-15,-5-2-22 0,-1 1 16 0,-2 0-13 16,0-2 9-16,-2 0-12 0,0 1 10 0,-2-2-5 16,-5 8-3-16,5-16-13 0,-1 5 6 0,-4 11 1 15,2-19-5-15,-2 19 0 0,3-16-4 0,-3 16 0 16,0 0-6-16,-3-15-2 0,3 15-1 0,0 0-2 15,0 0 1-15,0 0 1 0,0 0-2 0,0 0 4 16,0 0-4-16,-16 29 0 0,12-20-1 0,4 3 5 16,0-12-5-16,-1 20 6 0,1-20-6 0,3 16 5 15,3-7-2-15,-1-4 2 0,2 2 0 0,4-4-3 16,1-2 5-16,6 1-3 0,-5-4 4 0,9-2 2 16,-1-1-4-16,5-6 0 0,-7 4-8 0,2-3 11 15,2-4-4-15,-8 4 6 0,0 1-2 16,-3-1-3-16,-2-4 6 0,-1 3-1 0,-4 1 3 0,0-1-4 15,-2 0 3-15,1-4-7 0,-2 2 12 16,-2 13-13-16,-1-25-3 0,-3 15-3 0,0-2-11 16,-1 2-14-16,5 10-17 0,-11-18-18 0,7 13-26 0,4 5-21 15,0 0-31-15,-16-10-26 0,16 10-57 0,0 0-214 16,0 0-476-16,0 0 212 0</inkml:trace>
  <inkml:trace contextRef="#ctx0" brushRef="#br0" timeOffset="205797.59">22630 16990 182 0,'0'0'212'0,"0"0"-3"0,0 0-12 16,0 0-15-16,8-7-14 0,-8 7-4 0,0 0-3 15,0 0-5-15,0 0-7 0,11 25-4 0,-8-11-12 16,1 3-1-16,-3 2-18 0,0 7-1 0,-1-5-11 15,0 4-6-15,-2 1-11 0,-2-6-10 0,1 6-6 16,1-7-6-16,1-1-6 0,-2 1-6 0,2-2-7 16,-1 0 0-16,0-2-19 0,0-3-17 0,0-1-25 15,1-2-28-15,-1 1-28 0,2-10-32 16,0 0-19-16,-2 18-30 0,2-18-21 0,0 0-41 16,-3 10-156-16,3-10-402 0,0 0 179 0</inkml:trace>
  <inkml:trace contextRef="#ctx0" brushRef="#br0" timeOffset="206104.62">22667 17035 61 0,'9'-5'210'0,"-9"5"5"0,21-6-12 16,-21 6-7-16,19 0-11 0,-19 0-10 0,15 2-13 15,-15-2-12-15,15 9-7 0,-15-9-5 0,9 13-10 16,-5-4-14-16,-4-9-7 0,7 16-4 0,-7-6-7 15,0-10-10-15,-8 20-6 0,3-10-10 0,-2 1-6 16,0-2-3-16,-1 1-7 0,0-2-3 0,2-1-5 16,0 0-6-16,6-7 1 0,-8 8-9 0,8-8 0 15,-5 7-15-15,5-7 14 0,0 0-7 0,-5 10-3 16,5-10-1-16,0 0 1 0,-4 9 9 0,4-9 6 16,0 0-5-16,6 12 3 0,-6-12-4 0,16 11-3 15,-6-4-1-15,0-1-3 0,7 3-3 0,-1-5-10 16,11 6-22-16,-5-4-36 0,-3-3-38 0,11 3-47 15,-2-2-53-15,4-2-53 0,-2 0-218 0,0 0-495 16,2-4 219-16</inkml:trace>
  <inkml:trace contextRef="#ctx0" brushRef="#br0" timeOffset="206376.72">23223 17189 24 0,'0'0'280'0,"0"0"-13"16,0 0-2-16,-9-6-16 0,9 6-11 0,0 0-14 16,0 0-20-16,0 0-17 0,0 0-18 0,0 0-15 15,0 0-16-15,0 0-8 0,0 0-15 0,21-15-6 16,-9 13-14-16,5-3-9 0,1 1-8 0,1 1-21 15,0 0-25-15,-5 1-38 0,-1 0-35 0,-13 2-44 16,26-3-45-16,-17 0-54 0,-9 3-54 0,0 0-166 16,16 0-435-16,-16 0 192 0</inkml:trace>
  <inkml:trace contextRef="#ctx0" brushRef="#br0" timeOffset="206566.47">23219 17259 59 0,'0'0'218'0,"-6"7"-3"0,6-7-6 0,-5 9-4 0,5-9-8 16,0 0-7-16,-3 12-2 0,3-12-6 16,0 0-9-16,12 11-18 0,-12-11-3 0,18 2-12 15,-4 0-15-15,0-1-17 0,4-2-11 0,1 4-7 16,-4-5-17-16,0 1-26 0,-2-1-31 0,0 0-43 16,-13 2-40-16,27-5-43 0,-13 1-45 0,-3 1-61 15,-11 3-162-15,16-6-409 0,-16 6 181 0</inkml:trace>
  <inkml:trace contextRef="#ctx0" brushRef="#br0" timeOffset="207742.08">24419 16806 30 0,'0'0'183'0,"0"0"-8"0,0 0-19 16,0 0-8-16,0 0-15 0,0 0-11 0,0 0-4 15,-15 0-11-15,15 0 1 0,-13 9-9 0,5-3 2 16,-1 2-9-16,-4 2-2 0,0 2 2 0,-3-1-11 15,5 4-5-15,-4 1-8 0,3 0-1 0,-1-2-3 0,3 3 0 16,1-1-6-16,1 1 1 0,0 2-5 16,2-4-4-16,0 2-7 0,1 0-1 0,4-4 29 0,1 3-4 15,1-3 1-15,0 1-3 0,4 2 0 16,0-4-8-16,2-2 1 0,4 3-10 0,0-4 2 16,5 1 1-16,-3-4-8 0,5 0 1 0,0-2-6 15,-1-2-2-15,2-2 1 0,0 0-4 0,0 0-4 16,-3-4-4-16,-4 0-1 0,2 0-3 0,2-3 4 15,-1-2-8-15,-8 1 5 0,10-2-3 0,-11 0-1 16,3-4-1-16,-2-2 0 0,-2 5-3 0,-3-6 1 16,1-1-2-16,-3 0-5 0,1 0 6 0,-3-1-2 15,-5 0 1-15,0-6-7 0,0 6-6 0,1 2 9 16,-3 0 3-16,-3-1-13 0,1 2 7 0,-6-3-2 16,6 6-4-16,-3 2 7 0,2 6-8 0,1-1-1 15,-2 1-2-15,13 5 2 0,-25-1 0 0,12 1-5 16,0 1-16-16,1 6-9 0,-3 2-25 15,3-2-24-15,2 7-38 0,1-5-54 0,7 3-53 0,-1-1-63 16,-2 4-155-16,5-15-480 0,1 24 213 16</inkml:trace>
  <inkml:trace contextRef="#ctx0" brushRef="#br0" timeOffset="207936.77">24727 16977 1773 0,'12'-4'88'0,"1"-3"-38"0,-13 7 12 15,14-7-14-15,-8 4-2 0,-6 3 21 0,10-5 3 16,-10 5 6-16,8-3 2 0,-8 3 2 0,0 0-1 16,6-5-9-16,-6 5-2 0,0 0-12 0,0 0-8 15,0 0-1-15,0 0-4 0,0 0-4 0,0 0-20 16,0 0-13-16,12 13-28 0,-12-13-32 0,0 0-43 16,0 0-28-16,7 14-25 0,-3-11-36 0,-4-3-195 15,11 8-411-15,-11-8 183 0</inkml:trace>
  <inkml:trace contextRef="#ctx0" brushRef="#br0" timeOffset="208257.06">25181 16770 90 0,'13'-5'224'0,"-13"5"-3"0,0 0-8 0,18 1-4 16,-18-1-4-16,15 10-12 0,-6-3-7 0,1 3-13 15,-1-1-15-15,-4 4-6 0,0-1-12 0,4 5-10 16,-5-1-9-16,0 1-12 0,-7-1-7 0,-1 0-3 16,-3 3-9-16,-1-2-8 0,-2 0-6 0,0-2-14 15,-3 1-3-15,0-2-8 0,2-2-4 0,-2 0 1 0,2-4-9 16,0 0-4-16,5-2-5 0,0-1 3 16,6-5-8-16,-8 7-1 0,8-7-1 0,-8 6-5 15,8-6 8-15,0 0-7 0,0 0-4 0,-5 6 2 16,5-6-3-16,0 0 1 0,0 0-5 0,30 0-4 15,-12-1-8-15,2-2-23 0,0 2-26 0,3-1-39 16,4 1-34-16,4-1-38 0,-3-4-34 0,-8 0-32 16,8 3-38-16,-5-1-142 0,-6 0-441 0,2-1 195 15</inkml:trace>
  <inkml:trace contextRef="#ctx0" brushRef="#br0" timeOffset="208717.16">25627 16897 192 0,'0'0'188'0,"0"0"-4"0,0 0-13 0,0 0 0 16,0 0-2-16,0 0-6 0,0 0-7 0,-12 36-3 15,12-24-12-15,2 0-16 0,0 4-3 0,2 1-4 16,1-1 1-16,3 0-4 0,0 0-7 16,3 0-5-16,-2 0-3 0,6-2-9 0,1-1-7 15,2 1-5-15,-4-3-6 0,2 0-8 0,-3 0-5 0,-2-4-8 16,0 2-4-16,-6-2-3 0,1-1-6 15,2 0-2-15,-6-1-1 0,0 1-5 0,-2-6-2 16,0 0 4-16,-10 16-7 0,-1-13-6 0,0 1-1 16,-3-1-11-16,1 2 0 0,-1-4-10 0,1-1-13 0,3 1 14 15,-4-1-5-15,5-1 3 0,9 1-5 16,-19-6-4-16,15 2-4 0,4 4 2 0,-9-10-7 16,9 10 2-16,-4-15-2 0,4 4-1 0,0 11 5 15,8-27-1-15,-1 16 3 0,3-5-4 0,1 2 0 16,2-7 5-16,-1 6-1 0,3-5 4 0,1-1-1 15,-5 7-2-15,0-3 3 0,1 3 7 0,-2-3-3 16,-3-3 3-16,3 4-1 0,-4-1 3 0,-4 5 1 16,3 0-2-16,-3 0 1 0,-4 2 2 0,2 10-2 15,-3-21-3-15,-3 10 1 0,2 3-7 0,-6 0 8 16,-1 2-2-16,2 2 2 0,-4 1 1 0,2 1-5 16,-2 2 3-16,13 0-1 0,-26 5 1 0,11 1 2 15,3 2-16-15,4 0-25 0,-4 3-33 0,3 0-34 16,1 3-52-16,2-4-53 0,2 5-194 15,4-2-441-15,0-13 196 0</inkml:trace>
  <inkml:trace contextRef="#ctx0" brushRef="#br0" timeOffset="209064.07">26149 16781 105 0,'4'-7'227'0,"-4"7"-13"0,0 0-9 0,0 0-5 16,0 0-8-16,0 0-4 0,0 0-5 0,-38 28-11 16,20-8-9-16,5 3-8 0,-8 0-17 0,4 3-8 15,-1 0-10-15,4 2-7 0,-2-1-14 0,5 0-11 16,-1-2-7-16,4-1-6 0,3-5-8 0,1-3-7 16,2 3-5-16,4-4-7 0,-2-2-1 0,4-3-9 15,1-1 2-15,1 1-5 0,4-2-3 0,1-5-1 16,0 1-4-16,3-2-2 0,-1-2-4 0,3-2 5 15,-3 0-4-15,-1-2-8 0,1 0 7 0,-4-3-7 16,3 1 4-16,-4-1-2 0,1-5 0 0,-5 4 0 16,2-1-1-16,-2 0-3 0,-2-1 2 0,-2 10-5 15,-4-19-23-15,-2 12 9 0,-2 1-11 16,-3 0-14-16,-1 3-15 0,-6 3-21 0,-2 0-26 0,-7 4-29 16,-2 4-43-16,5-1-47 0,-8 2-61 15,-2-1-154-15,3 0-460 0,4 1 203 0</inkml:trace>
  <inkml:trace contextRef="#ctx0" brushRef="#br0" timeOffset="210004.72">19578 17622 131 0,'0'0'142'0,"-11"0"-5"0,11 0-18 15,0 0-7-15,-13 4-16 0,13-4 0 16,0 0-1-16,-8 7 1 0,8-7-9 0,0 0 2 0,0 0 3 15,7 12-1-15,-7-12 1 0,15 8-8 0,-1-4 1 16,3-1-4-16,10 4 1 0,2-4-5 0,2 1-2 16,3-4 2-16,6 2-5 0,10 2 7 0,8-4-5 15,0 3-7-15,6-6 0 0,1 4-7 0,30-1-7 16,-6-1 3-16,-22 1-10 0,28-3 0 16,2 5-5-16,-3-1-4 0,3-2 2 0,0 2-5 15,3-2-4-15,-7-2-4 0,2 6 2 0,9 2 3 16,0-5-5-16,2 4-1 0,1-11-3 0,1 10 0 15,0-4 1-15,7 6-3 0,3-6 0 0,-8 0 2 0,9 5 2 16,2-5 2-16,-2 1-2 0,0 0 4 16,2-1-3-16,-7 3 7 0,7-8-2 0,-2 5-2 15,1 4 0-15,2-9-7 0,2 5-2 0,-3-1-4 16,-5 1 4-16,4-5 4 0,3-3-7 0,-1 2 4 16,-1 5-3-16,0-9-3 0,5 4 3 0,-6-2 0 15,1 3-3-15,-2-7-9 0,1 9 6 0,-4-10-3 16,-2 5 7-16,0 3-6 0,1-2 5 0,-10 2 2 15,-6-6 1-15,-2 6-1 0,-5 3 2 0,2 0 6 16,-30 1-3-16,0-2 1 0,26 3-2 0,-31-1-1 16,4-1-4-16,-7 2-2 0,-3 0 6 0,-1 0-8 15,-14 1-2-15,-2 1-12 0,1 0 12 0,-4-1-13 16,-3 0 12-16,-3 0 4 0,-6 0-4 0,-2 0 0 16,-2 3-5-16,1-3-2 0,-7 0 8 0,1-2-4 15,-12 2 1-15,11 2 4 0,-11-2 3 0,0 0-2 16,16 0-4-16,-16 0 1 0,0 0-3 15,0 0-16-15,7-8-20 0,-7 8-10 0,0 0-31 16,0 0-30-16,0 0-40 0,-36-15-38 0,15 11-42 16,-6-4-68-16,-6 5-191 0,-1-4-522 0,-4 0 231 15</inkml:trace>
  <inkml:trace contextRef="#ctx0" brushRef="#br0" timeOffset="212519.62">19528 17622 76 0,'0'0'135'16,"-5"7"-6"-16,5-7 6 0,0 0-4 0,0 0 4 0,0 0-1 15,0 0-13-15,0 0-8 0,0 0-6 0,0 0-3 16,0 0-5-16,0 0-8 0,-2-26-9 0,2 26-8 16,2-17-10-16,1 6-1 0,-1 0-4 15,1-1-5-15,0 0 4 0,-1-3-5 0,1-2-7 16,0 1-3-16,0-3-4 0,-1 0 3 0,-2 0-3 16,0-4-5-16,2-3-4 0,2 0 6 0,-2-3-12 15,0 1 0-15,0 0-4 0,-2-2-1 0,0 4-8 16,3-4 6-16,-5 1-3 0,5 2 0 0,-3-1 0 0,3 3 2 15,-2-1-9-15,0 8 5 0,0-2 0 16,3 2 0-16,-1-7-3 0,-1 8 0 0,-1 0-1 16,2-1 1-16,1 3-2 0,-2-1 1 0,0-1-7 15,-1 5 5-15,-1 12-2 0,3-24-2 0,-1 12 5 16,-2 0 2-16,0 12 1 0,0-23 1 0,3 13-1 16,-5-1-3-16,2 0 2 0,0 11-1 0,-1-23-11 15,1 10 10-15,-2 3 0 0,2-3-3 0,-3 2 4 16,3-1-2-16,0 12-1 0,-4-22 2 0,3 11-5 15,1 11 3-15,-1-16 2 0,-1 9 8 0,2 7-1 16,0 0-1-16,-1-14 1 0,1 14-1 0,0 0 0 16,0-13-5-16,0 13 0 0,0 0 0 0,0 0-2 15,0 0-1-15,0 0 1 0,0-13-3 0,0 13-3 16,0 0 6-16,0 0-5 0,0 0-1 0,0 0 0 16,0 0 0-16,0 0 0 0,0 0-4 0,0 0 5 15,0 0 0-15,0 0-4 0,13 0 6 0,-13 0-2 16,0 0-11-16,22 4 12 0,-22-4 0 0,21 3-1 15,-9-3 3-15,1 3-2 0,1-3 2 16,5 0 1-16,-6 2-1 0,7-2-2 0,1-2-1 0,7 2 1 16,-7 0 0-16,2 0-1 0,7 0 0 15,-1 0 1-15,2-3 1 0,2 1-1 0,3-3-2 16,0 1 2-16,2-1-9 0,13 1 10 0,-13 2 2 16,15-5-1-16,-2 2-2 0,1 0-4 0,2-3 7 15,1 2-4-15,0 1 1 0,2 0 3 0,4-1-4 16,-1-1 2-16,1 3-1 0,0-2-2 0,2 1 3 15,1 3 1-15,-3-1-3 0,1-2 3 0,4 2 1 16,23-3 0-16,-30 5 4 0,4-2-3 0,-2 2 2 16,3-1 1-16,26-5-1 0,-27 5-3 0,1-1 0 15,26-1 0-15,-26 2 0 0,29-7 1 0,-4 4 2 16,-25 1-2-16,28-3-1 0,-2 2-1 0,-24 2 2 16,26-8-1-16,-1 5 0 0,-28 3 4 0,27-3-2 15,-26 6-6-15,33-4 5 0,-32-1-3 16,26 0 0-16,-26 3 2 0,29 1-1 0,-4-2-2 0,1 3 4 15,-30-4-4-15,5 4-1 0,27-2 2 16,-30 1-1-16,31 2 3 0,-30-2 1 0,0 1-6 16,1 0 1-16,26-3 1 0,-26 4 2 0,26-1 0 15,-31-1-3-15,5 0-1 0,-2 0 2 0,4 1-1 16,22-2 1-16,-23 1 1 0,-2 0-1 0,28 3-1 0,-32-3-1 16,2 0 2-16,1 2-2 0,4-2-6 0,-2 3 8 15,-4-3 2-15,2 0-2 0,-3 1-4 16,3-1-1-16,-2-1 4 0,-1 2 2 0,3-3-1 15,-4 3 2-15,-5-1-3 0,-1-2 0 0,-1 3-4 16,-2 1 9-16,-12-1-6 0,2 2-1 0,12-4 2 16,-14 2-1-16,0 0 2 0,1-1 0 0,-3 1-4 15,2-2 8-15,-2 4-7 0,-1-5 0 0,1 3 1 16,-2-1 4-16,0-2-7 0,-2 2 7 0,3-1-6 16,-3-1 4-16,-3 3-3 0,2-1 0 0,-3 1 4 15,-7-2-4-15,7 1 1 0,-6-1 1 0,-1 1 0 16,1 0 2-16,5-2-4 0,-3 1 4 15,-3 2-4-15,-1-1 3 0,0 1-3 0,3-2 3 0,-4 0-1 16,2-1 0-16,-3 3 0 0,0 0-1 0,2-1 3 16,-1 0-1-16,2 1-1 0,-2-2 0 15,-4 1-2-15,6-1 2 0,-5 2 1 0,-16 0-5 16,24-2 4-16,-12 2 1 0,-12 0-3 0,17-1 3 16,-17 1-7-16,0 0 9 0,16 0-2 0,-16 0 3 15,0 0 1-15,0 0-4 0,13-2-7 0,-13 2 10 16,0 0-4-16,0 0 2 0,0 0-1 0,0 0-8 15,14-3 9-15,-14 3 1 0,0 0-1 0,0 0 0 16,0 0-2-16,0 0 3 0,0 0-4 0,0 0 2 16,0 0 3-16,0 0-6 0,0 0 3 0,0 0 0 15,0 0-4-15,0 0 1 0,0 0-2 0,0 0-1 16,0 0 5-16,0 0 0 0,0 0-3 0,13 8-2 16,-13-8 2-16,0 0 5 0,0 0-4 0,2 13 3 15,-2-13-4-15,0 0 2 0,2 14-1 0,-2-14-6 16,3 15 15-16,-3-15 3 0,2 19-4 0,-2-7 6 15,5-2 4-15,-5-10-4 0,2 24 2 0,-2-11-1 16,0 2-2-16,2-1 5 0,-1 3-1 0,-2-3 2 16,2 5-2-16,-2-4-1 0,-3 0-4 0,6 1 4 15,-4 3 1-15,2-5-11 0,0-1 15 0,-3 3-7 16,1 1 8-16,0 0 0 0,0-1-3 0,-1 0 2 16,1 0-6-16,2 1 1 0,-4-5-3 15,4 5 6-15,-2-4-6 0,0 4 6 0,1 1 1 0,-3-1-1 16,0-1-7-16,-1 1 1 0,4 1-12 15,-3-4 11-15,2 5 1 0,-2-6 2 0,4-1-5 0,-3-1 5 16,-1 2-9-16,4 2 6 0,-2-3-5 0,0 3-1 16,0-4 1-16,-2 0-3 0,4 1 7 15,-2-2-9-15,0 3 5 0,0-4-5 0,-2 1 2 16,4-10 1-16,-3 19 2 0,1-9-5 0,2-1 1 16,-4 1 1-16,4-10 2 0,-4 19-10 0,3-10 5 15,-3-1 2-15,4-8-1 0,-5 15 0 0,3-9-2 16,2-6 6-16,-3 15-3 0,3-5 1 0,0-10-5 15,-2 19-12-15,0-13 15 0,2 4 1 0,0-10-5 16,0 19 6-16,0-12 2 0,2 4-4 0,-2-4 5 16,2 3-12-16,-2-2 8 0,2 0-5 0,-1-1 9 15,-1-7-3-15,0 12 2 0,2-6 1 0,-2 1-6 16,0-7 0-16,0 11-2 0,0-11 3 0,2 10-1 16,1-4 0-16,-3-6 2 0,0 0-4 0,2 12 3 15,1-6 1-15,-3-6-3 0,0 10 5 0,0-10-4 16,2 8-1-16,-2-8 3 0,2 7-14 0,-2-7 18 15,2 5-7-15,-2-5 5 0,0 0-3 0,2 7 3 16,-2-7-18-16,0 0 17 0,0 0 0 0,0 0 0 16,0 0 0-16,0 0 2 0,0 0-2 0,2 7-3 15,-2-7-1-15,0 0-1 0,0 0 3 0,0 0 2 16,0 0-1-16,0 0-2 0,0 0 1 0,0 0 1 16,0 0-1-16,-6 12-8 0,6-12 9 0,0 0-5 15,-2 5 5-15,2-5-2 0,0 0-1 0,0 0 1 16,0 0-2-16,-2 7-2 0,2-7 10 0,0 0-19 15,0 0 18-15,0 0-4 0,0 10-1 16,0-10-2-16,0 0 3 0,0 0-3 0,0 0 7 16,0 0-6-16,0 0 3 0,0 0-1 0,0 0-1 0,0 0 2 15,0 0 0-15,0 0-2 0,0 0-1 0,0 0-7 16,-5 4 9-16,5-4 6 0,0 0-4 16,0 0-2-16,0 0-2 0,0 0-5 0,0 0 6 15,0 0 0-15,0 0 3 0,0 0-6 0,0 0 2 16,0 0 3-16,0 0-3 0,0 0 7 0,0 0-3 15,0 0 1-15,0 0-3 0,0 0 3 0,0 0 0 16,0 0 2-16,0 0-14 0,0 0 7 0,0 0 3 16,0 0-12-16,0 0 14 0,-10 0-12 0,10 0 16 0,-10 3-9 15,10-3 10-15,-9 0-8 0,9 0 4 16,-12 2-4-16,12-2 2 0,-13 1 4 0,3-2-7 16,4 2 8-16,6-1-6 0,-16-1-14 0,7 1 8 15,-2-2 0-15,0 2 5 0,-1 0-3 0,1-2 10 16,-2 2-8-16,1-1-3 0,-1-1 6 0,-5 1-13 15,1-3 13-15,-2 4-3 0,-1-3-5 0,0 1-9 16,-7 1-31-16,4 1 0 0,-6 1-27 0,-5-1-22 16,1-1-32-16,-3 4-49 0,-2-3-53 0,-1 0-79 15,-14 6-158-15,-5-5-504 0,1 2 223 16</inkml:trace>
  <inkml:trace contextRef="#ctx0" brushRef="#br0" timeOffset="-176787.99">27330 12062 53 0,'0'0'90'0,"0"0"-6"0,0 0-9 15,0 0-9-15,0 0-7 0,5-25 3 0,-5 25-10 16,0 0-8-16,0 0 0 0,0 0-11 0,0 0-4 16,0 0-9-16,0 0-2 0,0 0-11 0,0 0-10 15,0 0 4-15,0 0-15 0,0 0-13 0,0 0-14 16,0 0-15-16,0 0-44 0,0 0-107 0,0 0 47 0</inkml:trace>
  <inkml:trace contextRef="#ctx0" brushRef="#br0" timeOffset="-176076.16">27245 12186 6 0,'0'0'53'0,"0"0"-9"16,7-1-16-16,-7 1-17 0,0 0-18 0,0 0-16 16,9-1-24-16,-9 1 11 0</inkml:trace>
  <inkml:trace contextRef="#ctx0" brushRef="#br0" timeOffset="-175381.64">27097 12195 29 0,'0'0'46'0,"0"0"-12"0,0 0-24 16,0 0-31-16,0 0-21 0,2-8 11 0</inkml:trace>
  <inkml:trace contextRef="#ctx0" brushRef="#br0" timeOffset="-174919.92">30110 12137 2 0,'0'0'28'0,"0"0"-5"0,0 0-4 0,0 0-13 0,0 0-6 15,0 0-3-15,0 0-3 0,0 0-6 16,0 0-12-16,0 0 5 0</inkml:trace>
  <inkml:trace contextRef="#ctx0" brushRef="#br0" timeOffset="-174461.08">27020 12091 14 0,'0'0'16'0,"0"0"-9"0,0 0-8 0,0 0-3 16,0 0-2-16,0 0-6 0,0 0 3 0</inkml:trace>
  <inkml:trace contextRef="#ctx0" brushRef="#br0" timeOffset="-167962.2">16865 13121 16 0,'0'0'22'0,"0"0"4"16,0 0-9-16,-9-3 6 0,9 3-5 0,0 0-2 15,0 0-5-15,0 0 3 0,0 0 0 16,-9-1 0-16,9 1 5 0,0 0 0 0,0 0-2 0,0 0 1 15,-6-4-1-15,6 4 1 0,0 0 3 0,-7-4-1 16,7 4-1-16,0 0-5 0,0 0 4 0,0 0 3 16,0 0-14-16,-8-4 9 0,8 4-8 15,0 0-1-15,0 0 1 0,0 0 2 0,0 0 0 0,0 0-5 16,0 0 1-16,-8-2-3 0,8 2-3 0,0 0 3 16,0 0 2-16,0 0-7 0,-7-3 5 0,7 3 0 15,0 0 0-15,0 0 4 0,0 0-1 0,0 0-6 16,0 0-6-16,0 0 10 0,0 0-4 0,-15 1 4 15,15-1-10-15,0 0 12 0,0 0-5 0,0 0-1 16,-8-1 0-16,8 1 6 0,0 0-1 0,0 0 2 16,0 0 3-16,0 0 1 0,0 0 2 0,0 0-2 15,0 0 0-15,0 0 5 0,0 0-2 0,-7-2-2 16,7 2 4-16,0 0-1 0,0 0-2 0,0 0 13 16,0 0-10-16,0 0 8 0,0 0 1 0,0 0-10 15,0 0 9-15,0 0-4 0,0 0-1 0,0 0-5 16,0 0 1-16,0 0 2 0,0 0-3 0,0 0-4 15,0 0 16-15,0 0-17 0,0 0 1 0,0 0-8 16,0 0 9-16,1-13 0 0,-1 13 1 0,0 0-5 16,0 0 8-16,0 0-4 0,0 0-3 0,0 0 1 15,0 0 2-15,0 0-5 0,0 0 7 0,0 0-6 16,0 0 2-16,0 0-13 0,0-9 3 0,0 9 9 16,0 0-1-16,0 0 1 0,0 0 2 0,0 0-13 15,0 0 9-15,0 0-2 0,0 0-8 0,0 0 3 16,0 0 8-16,0 0-3 0,0 0-5 0,0 0 4 0,0 0-5 15,0 0 3-15,0 0-1 0,0 0-2 0,0 0-2 16,0 0 5-16,0 0-3 0,0 0-3 16,6-7 9-16,-6 7-3 0,0 0-1 0,0 0 0 0,0 0 6 15,0 0-6-15,11-1-4 0,-11 1 3 0,0 0 5 16,0 0-6-16,0 0 4 0,0 0-6 0,0 0 3 16,0 0-2-16,11 0 1 0,-11 0 2 0,0 0 3 15,0 0 3-15,0 0-4 0,8 4 3 0,-8-4-9 16,0 0 0-16,0 0 5 0,6 4 1 0,-6-4-11 15,0 0 9-15,0 0 2 0,4 5-4 16,-4-5 6-16,0 0-5 0,0 0-4 0,6 3 2 0,-6-3 6 16,0 0-8-16,5 3 9 0,-5-3-9 0,0 0 8 15,0 0-4-15,0 0 18 0,3 9-36 0,-3-9 25 16,0 0-4-16,1 8-2 0,-1-8 0 0,0 0 1 16,3 7-12-16,-3-7 3 0,2 4 7 0,-2-4 9 15,4 6-11-15,-4-6 3 0,0 0 2 0,2 9-15 16,-2-9 16-16,1 10 0 0,-1-10 0 0,0 10 2 15,0-10 1-15,1 9 2 0,-1-9 5 0,0 12 0 16,-1-5-8-16,1-7 4 0,1 13-2 0,-2-6 0 16,1-7 4-16,-1 13-8 0,-1-6 5 0,2-7 4 15,-2 13-7-15,2-8 7 0,0-5-6 0,-2 14 10 16,1-7-2-16,1-7 3 0,-4 11-6 0,3-6 5 16,1-5-7-16,-5 12 4 0,2-7 1 0,1 1 3 0,2-6-5 15,-5 11-11-15,2-6 3 0,1 1 13 16,-2-1-2-16,4-5-16 0,-5 9 5 0,1-5 8 15,0 3-7-15,4-7 3 0,-8 7-6 0,6-2 14 16,2-5-14-16,-7 8 6 0,7-8-1 0,-6 8 1 16,6-8-5-16,-5 6 5 0,5-6-8 0,-4 5 1 15,4-5-1-15,0 0 1 0,-5 8-1 0,5-8 3 16,-5 8 2-16,5-8-2 0,-4 5-3 0,4-5 1 16,-5 6 2-16,5-6-4 0,-4 5 2 0,4-5 5 0,0 0-6 15,-3 6 2-15,3-6-4 0,0 0 10 0,0 0-11 16,-5 6 7-16,5-6-1 0,0 0-8 0,0 0 11 15,0 0-11-15,-2 7 6 0,2-7 0 0,0 0 2 16,0 0 0-16,0 0-8 0,0 0 6 0,0 0 1 16,0 0 2-16,0 0-3 0,0 0 2 0,-5 6-4 15,5-6 3-15,0 0 1 0,0 0-1 0,0 0-7 16,0 0 6-16,0 0-1 0,0 0 4 0,0 0-2 16,0 0 1-16,0 0 3 0,0 0-3 0,0 0-3 15,0 0 3-15,0 0-8 0,0 0 12 0,0 0-11 16,0 0 7-16,0 0 9 0,0 0-12 0,0 0-2 15,0 0-6-15,0 0 8 0,0 0-2 0,0 0 1 16,0 0 7-16,0 0-2 0,0 0 0 0,0 0-7 16,0 0 3-16,0 0 3 0,0 0-5 0,0 0 4 15,0 0-4-15,0 0 1 0,0 0 0 0,0 0 3 16,0 0 2-16,0 0-4 0,0 0 9 0,0 0-7 16,0 0 4-16,0 0-7 0,0 0 2 0,0 0-2 15,0 0 0-15,0 0 5 0,0 0-6 0,0 0-1 16,0 0 0-16,0 0 1 0,0 0 0 0,0 0 4 15,0 0-7-15,0 0 7 0,0 0-2 0,0 0-2 0,0 0 1 16,11-18-1-16,-11 18 5 0,0 0-18 16,0 0 17-16,0 0-5 0,5-6 7 0,-5 6-1 15,0 0 3-15,4-4-12 0,-4 4 10 0,0 0-1 16,0 0-3-16,0 0-1 0,0 0 1 0,5-6 7 0,-5 6-4 16,0 0-1-16,0 0 5 0,0 0-4 0,0 0 9 15,0 0-6-15,0 0-3 0,0 0-7 0,0 0 6 16,0 0 1-16,0 0 2 0,0 0-6 15,0 0 9-15,5-4-2 0,-5 4 8 0,0 0-5 0,0 0 10 16,0 0-6-16,0 0-6 0,0 0 7 0,0 0 1 16,0 0-2-16,0 0-3 0,0 0-1 15,0 0 0-15,8-3-3 0,-8 3-2 0,0 0 2 16,0 0-4-16,0 0 2 0,8 0 0 0,-8 0 0 0,0 0 4 16,0 0-10-16,9 0 8 0,-9 0 4 0,0 0-11 15,0 0 4-15,11 0-6 0,-11 0 3 0,6 3 4 16,-6-3-3-16,8 0 2 0,-8 0-3 0,9 4 3 15,-9-4-3-15,12 6-1 0,-7-4 6 0,-5-2-4 16,14 5-1-16,-4-2-1 0,0-1 1 0,1 2 4 16,-1-1 0-16,0 1-2 0,0-1 0 0,-2 0-4 15,2 0 9-15,-1 1 0 0,0-2-5 0,-1-1 2 16,-2 2 0-16,2-1-1 0,-8-2 0 0,12 2 1 16,-7 0-2-16,-5-2 1 0,10 3 2 0,-5-1 0 15,-5-2 1-15,10 4-3 0,-10-4 4 0,7 1-4 16,-7-1-1-16,7 3 8 0,-7-3 3 0,0 0-5 15,8 3 2-15,-8-3 4 0,0 0 2 0,0 0-4 16,0 0 4-16,7 0 1 0,-7 0-3 0,0 0 0 16,0 0-1-16,0 0 1 0,0 0-2 0,0 0 0 15,0 0-1-15,0 0 3 0,0 0-5 0,0 0-1 16,0 0 3-16,0 0-4 0,0 0-3 0,0 0-1 0,0 0 1 16,0 0-4-16,0 0 6 0,0 0-5 15,0 0 3-15,0 0 1 0,0 0-1 0,0 0-5 16,0 0 1-16,0 0 2 0,0 0 0 0,0 0-4 15,0 0 1-15,0 0-5 0,0 0-6 0,0 0-9 16,0 0-5-16,0 0-8 0,0 0-10 0,0 0 0 16,0 0-6-16,0 0-7 0,0 0-12 0,0 0-16 15,0 0-1-15,0 0-12 0,0 0-10 0,0 0-8 0,-15 15-16 16,15-15-73-16,-8 3-221 0,8-3 98 0</inkml:trace>
  <inkml:trace contextRef="#ctx0" brushRef="#br0" timeOffset="-147383.75">21798 11353 2 0,'0'0'22'0,"0"0"-4"0,0 0-11 16,0 0-16-16,0 0-8 0,0 0 3 0</inkml:trace>
  <inkml:trace contextRef="#ctx0" brushRef="#br0" timeOffset="-144928.39">21889 11609 1724 0,'-2'1'-6'0,"2"-1"230"0,2 0-437 0,-2 0 258 0,0 0-73 0,1 0 44 0,-1 0-42 0,1 0 34 15,-1 0-13-15,0 0 22 0,0 0 9 0,0 0 31 16,0 0-83-16,0 0 5 0,0 0 25 0,0 0-25 16,0 0 37-16,0 0 7 0,0 0-74 0,0 0 21 15,0 0 72-15,0 0-73 0,0 0-21 0,0 0 23 16,0 0-26-16,0 0-1 0,0 0-37 0,0 0 64 16,-11 13-77-16,11-13-31 0,-4 5-15 0,4-5-17 15,-4 9 5-15,4-9-15 0,-4 6-118 16</inkml:trace>
  <inkml:trace contextRef="#ctx0" brushRef="#br0" timeOffset="-144894.46">21868 11643 1877 0</inkml:trace>
  <inkml:trace contextRef="#ctx0" brushRef="#br0" timeOffset="-141314.08">22137 11565 3 0,'0'0'82'0,"-10"0"-5"0,10 0 0 0,0 0-7 15,-8-1-13-15,8 1-1 0,0 0-1 0,-13-2 1 16,13 2-7-16,0 0-4 0,-14 2-4 0,14-2-3 16,-10 1-3-16,10-1 1 0,-10 3-1 0,10-3-6 15,-11 1-6-15,11-1 3 0,-6 3-10 16,6-3 4-16,0 0 5 0,0 0 9 0,-8 3-7 0,8-3 1 16,0 0 4-16,0 0 2 0,0 0-11 0,0 0 2 15,0 0 0-15,-10 2-5 0,10-2 10 0,0 0-10 16,0 0-1-16,-9 0 0 0,9 0 6 0,0 0 0 0,0 0-2 15,0 0 3-15,-13-2-2 0,13 2 2 16,0 0-3-16,0 0 1 0,-5-6-3 0,5 6-3 16,0 0-2-16,0 0 0 0,3-10 4 0,-3 10 2 15,0 0-4-15,13-10-5 0,-8 7-2 0,4-3 2 16,1 3 0-16,-1-1 1 0,2 2-1 0,0 0-4 16,-1-1 0-16,1 1-6 0,0 1 1 0,0 2 0 15,0 1 1-15,-2-1-2 0,-1 3 7 0,1 2-6 0,0 0-1 16,-1 2 7-16,-2 3-6 0,3 2 2 0,-4-1 1 15,-2 5 0-15,-1 0-1 0,0 2-2 16,-2 0-1-16,-3 0 6 0,-1 0 0 0,-1 0 6 16,-1-2-10-16,-1 1-2 0,0-2 2 0,0-1-3 0,2-3-6 15,-2 4 11-15,-1-3 1 0,3-3 0 0,-2 2-3 16,-2-1-1-16,4-2 2 0,-2 1 3 0,0-1-2 16,1-1-2-16,-1-2 3 0,2-1-3 0,1 0 1 15,-1-2 3-15,5-3 3 0,-9 7-1 0,3-4 0 16,6-3 0-16,-10 4-2 0,2-2-2 0,0-1 1 15,8-1 2-15,-17 4-3 0,10-3-3 0,1 1 2 16,6-2-4-16,-14 1 4 0,14-1-3 0,-11 3 2 16,6-2-5-16,5-1 3 0,-10 1 6 0,10-1-4 15,-8 2-5-15,8-2 3 0,0 0 1 0,0 0-5 16,-9 2-1-16,9-2-1 0,0 0 3 0,0 0-1 16,0 0 2-16,-6 2-2 0,6-2 0 0,0 0-1 15,0 0 2-15,0 0 0 0,0 0-3 0,0 0-5 16,0 0 13-16,0 0-4 0,0 0 0 0,0 0 1 15,0 0 2-15,0 0 3 0,0 0-5 0,15 9 7 16,-15-9-6-16,0 0 1 0,12-2 2 0,-12 2-3 16,0 0-3-16,13-3 7 0,-13 3-2 0,10-4-2 15,-2 2 4-15,2-2-3 0,-1 2-1 0,1-2 0 16,1-1 2-16,1 2-4 0,2-1-1 0,-1 1 3 16,5-2 4-16,-2 1-5 0,3 1 5 0,0-2 2 15,3 2 3-15,5-3 0 0,1 3-1 0,3 1 4 16,-2 0-5-16,-1 0 3 0,1 2-2 0,-1-3 0 15,-3 5-2-15,-3-1-1 0,0-1-2 0,1 1-2 16,-3 0 2-16,-1 1-1 0,-1-1 2 0,0-1-4 16,-5 2 1-16,1 0-2 0,-2-2-4 0,-1 2-8 15,-5-2-12-15,-6 0-16 0,11 1-5 0,-11-1-8 16,9 1-13-16,-9-1-13 0,0 0-17 0,0 0-20 16,8-2-7-16,-8 2-20 0,0 0-9 0,0 0-80 15,0 0-247-15,-16-14 110 0</inkml:trace>
  <inkml:trace contextRef="#ctx0" brushRef="#br0" timeOffset="-140840.22">22069 11510 28 0,'3'-12'100'0,"-1"8"5"16,-2 4-12-16,5-8 3 0,3 1-9 0,-2 5-19 15,4-2 9-15,1 3-8 0,-2 1-1 16,1 5 2-16,0 0 1 0,-1 2-8 0,1 1-9 0,1 7-4 16,-6-3 2-16,-1 4-6 0,-2 0 1 0,-1 3-1 15,-3 0 1-15,-3 0-8 0,-2 0-3 16,0-1-5-16,-5 4 4 0,2-6-9 0,-3 0-5 0,-5 3 5 15,3-3-4-15,0-3 0 0,-6 3-7 0,4-6 4 16,1 1-4-16,0-2-1 0,0 0-2 0,3-3 1 16,0-1-1-16,4 0-4 0,0-2 1 0,3 1 5 15,0-2-3-15,6-2-5 0,-11 3 0 16,11-3 3-16,-6 2-6 0,6-2 1 0,0 0 4 0,0 0-1 16,0 0-3-16,0 0-1 0,0 0 6 0,18 9 6 15,-7-6 2-15,6 2-3 0,1 0 2 0,0-1-4 16,0 2 0-16,0 0-11 0,-2 1 12 0,3-2-1 15,-1 0-1-15,3 1-3 0,-2 0-3 0,2-1 5 16,-2 0-1-16,1 0 1 0,-1 1 2 0,2-3-11 16,-2 2-16-16,-1-1-24 0,-2-2-21 0,-3 0-8 15,2 1-24-15,-2-2-13 0,-2-1-13 0,0 2-10 16,-3-3-98-16,-8 1-243 0,10-3 108 0</inkml:trace>
  <inkml:trace contextRef="#ctx0" brushRef="#br0" timeOffset="-140463.6">22092 11598 28 0,'0'0'118'0,"11"-7"-2"0,-4 5-4 0,3-1-13 0,3 3 16 15,-2-1-18-15,1 5-13 0,1 1-3 16,-2 2 1-16,1 0-6 0,-3 6-4 0,0 1 5 15,-5-3-15-15,-1 4-3 0,-4 2 5 0,-1 0-14 0,-2 2-6 16,-4-1-6-16,-2 5 1 0,-7 0-3 0,2-1-4 16,-3-3-6-16,3-6 2 0,1 1-5 15,-1 0-2-15,-1-2 6 0,-3-2-9 0,5 0-2 16,3-2 3-16,0-3-10 0,2 1-1 0,1 0 1 0,2-3 1 16,1-1 10-16,5-2-16 0,-8 5 6 0,8-5-8 15,0 0 8-15,0 0-7 0,0 0 2 0,0 0 3 16,19 3 1-16,-8-3-4 0,4 0 5 0,3 0-3 15,1 0-4-15,1 0 1 0,2 0 0 0,0 2 0 16,7-1-4-16,-1 1 8 0,0 0-3 0,-7 0-5 16,1-1-19-16,4 2-22 0,-5-1-26 0,-1-1-25 15,1 2-19-15,-5-1-24 0,-2-2-108 0,-3 0-261 16,-1-1 116-16</inkml:trace>
  <inkml:trace contextRef="#ctx0" brushRef="#br0" timeOffset="-140101.22">22125 11526 76 0,'21'-3'133'0,"-10"4"-3"0,3 1-20 15,5 4-10-15,-2 3-9 0,0 0 4 0,-2 3-12 16,-1 1-4-16,-2 1-7 0,-5 2-6 0,0 0-5 15,-5 2-2-15,1 1-7 0,-7-2-7 0,-1 2-4 16,-4-2 0-16,-4 5-9 0,-5-1 2 0,0-3-2 16,4-3-5-16,-5 3-11 0,-1-2 4 0,3-6 1 15,2 2-3-15,-3-4-8 0,6-1 16 0,-4 0-8 16,4-3-7-16,2 0 6 0,2 0 3 0,3-2 2 16,-1 1 6-16,6-3 7 0,-9 2-2 0,9-2-1 15,0 0-8-15,0 0-1 0,0 0-1 0,0 0-2 16,0 0-3-16,29-2 1 0,-16 2-2 0,1 0-1 15,5-1-7-15,2 2 2 0,-1-1 7 0,8 2-8 16,2-1 1-16,-2 1-6 0,2 0 0 0,1 1-20 16,-2-1-23-16,-2-2-21 0,-5 2-26 0,-3-1-28 15,0 2-24-15,-7-3-121 0,-4 1-280 0,2-2 125 16</inkml:trace>
  <inkml:trace contextRef="#ctx0" brushRef="#br0" timeOffset="-139751.36">22120 11572 33 0,'19'9'147'0,"-10"-3"-13"0,0 3 0 16,5 5-10-16,-5 1-11 0,-1 2-8 15,-2 0-8-15,-2 2-4 0,-1 0-9 0,-3 5-14 16,-4-4-5-16,-3-1-3 0,-3 4-3 0,0-6-9 0,-6 5-4 15,-1-3-3-15,-4 2-2 0,5-8-9 0,-5 3 2 16,0-3 2-16,5-3-8 0,2-5 6 0,5 2 5 16,4-3 7-16,-1-2 2 0,-1 1-2 0,7-3 0 15,-9 4-1-15,9-4 0 0,0 0 0 0,0 0-11 16,0 0-5-16,0 0-5 0,0 0 0 0,23-16-3 16,-10 13 0-16,5 0-1 0,4-1-6 0,-3 2 2 15,3-1-2-15,8 0-2 0,-2 2-2 0,2-2 6 16,-1 3-4-16,2 0 4 0,1 0-10 0,-3 0-21 15,1 0-23-15,-5 3-21 0,-3-2-30 0,0 1-31 16,-2-4-20-16,-7 4-21 0,1-1-122 0,-3-2-304 16,-4 1 135-16</inkml:trace>
  <inkml:trace contextRef="#ctx0" brushRef="#br0" timeOffset="-139433.37">22198 11591 17 0,'18'3'138'0,"-7"3"-1"0,0 1-8 15,3 4-10-15,-4 1-14 0,-2-2-6 0,-1 5-8 16,0 3-5-16,-6-1-2 0,-5 0-8 0,-2 9-9 16,-7-2-5-16,-5 0-17 0,-2-1 8 0,-5 0-1 15,-1 0-13-15,-4-2 1 0,-11 5-9 0,7-8 0 16,2-3-2-16,-1 1-3 0,7-4-2 0,7-2-2 15,1-3 0-15,6-4 4 0,2 1 0 0,1 0 3 0,4-2-4 16,5-2 2-16,0 0-8 0,0 0-1 16,0 0 6-16,0 0 2 0,41-1 0 0,-8-1-5 15,6-3 2-15,-1 3-4 0,17-3 3 0,0 0-4 16,2-1-5-16,0 1-19 0,-1 1-13 0,0-2-27 0,-1 4-16 16,-1-3-27-16,-17 2-33 0,0 1-23 0,-6-1-105 15,-3-1-271-15,0-1 121 0</inkml:trace>
  <inkml:trace contextRef="#ctx0" brushRef="#br0" timeOffset="-139000.22">21999 11585 65 0,'0'0'126'0,"0"-8"-10"0,0 8-17 16,0 0-10-16,12-5-7 0,-4 5 0 0,-8 0-2 15,21 5-9-15,-10 0-9 0,-1 3-2 0,4 3-6 16,-5-2-7-16,0 4-2 0,1 1 0 0,-4 2-4 15,-6-1-3-15,0 0-2 0,0 3-6 16,-6-1 11-16,-1 1-24 0,-2-1-1 0,-3-1 8 0,0 2-8 16,0-2-6-16,-1-2 3 0,-2 0 3 0,2 0-3 15,-1-3-6-15,5-2-2 0,2-1 8 0,-4-3 3 16,6 1-5-16,1-3-1 0,-1 1 0 0,5-4-6 16,-5 7 2-16,5-7 6 0,0 0 6 0,1 9-12 15,-1-9 8-15,12 1 4 0,2-2 2 0,4 2-5 16,2-1-1-16,10-4 0 0,-1 3-2 0,4-1-5 15,1-2-2-15,3 1-15 0,1 0-24 0,13-3-26 16,-15 3-32-16,2 0-17 0,-2-1-20 0,-3 1-78 16,-3-4-223-16,-5 4 100 0</inkml:trace>
  <inkml:trace contextRef="#ctx0" brushRef="#br0" timeOffset="-138634.09">22178 11531 4 0,'0'0'93'0,"15"1"-4"0,-15-1-9 0,15 9 3 15,-8-1-3-15,0 2-1 0,-3 4-7 0,0 4-9 16,-4 0-21-16,-5 1 20 0,-5 4 1 0,0 2-12 15,-3 0-8-15,-4 1 7 0,-3-2-7 0,0 1-2 16,-4-3-4-16,0 2-3 0,-2-3-5 0,2-2-9 16,-2-2 4-16,9-5-18 0,0 0 25 0,3-4-11 15,4 1-4-15,2-4 5 0,-1 0 0 0,3 0-4 16,2-1 7-16,4-4 6 0,-5 2-2 0,5-2-6 0,0 0 2 16,0 0 3-16,23 0-2 0,-7-2-4 0,11-1 4 15,1-3-5-15,3 2 3 0,0 0 2 16,1-1-12-16,1 1 3 0,0-1-12 0,0 0-18 15,-1 0-19-15,2 1-18 0,-1-3-21 0,-2 2-25 0,-2 1-30 16,-9 1-82-16,1-4-224 0,-5 2 100 0</inkml:trace>
  <inkml:trace contextRef="#ctx0" brushRef="#br0" timeOffset="-138296.41">22161 11521 105 0,'17'0'116'0,"4"-2"-11"0,2 6-6 0,-2 0-6 16,-3 2-14-16,-2 6-4 0,-2-1-13 0,-2 1 5 16,-3 4-12-16,-4 1-3 0,-6 1-4 0,-3 0-2 15,-2 6-7-15,-6 0 6 0,-5 0-7 0,-1 0 3 16,-2-2-15-16,-3 2 5 0,-1-2 0 0,-3-1-3 15,-4-2-6-15,3 0 4 0,-3-2-6 0,2 0 5 16,0-3-6-16,4-2-2 0,10-4-8 0,2-1 5 16,4-3-1-16,2 1 2 0,-1-2-6 0,3 0 4 15,5-3 1-15,-8 4-3 0,8-4-2 0,0 0 5 16,0 0-2-16,19 4-2 0,-2-4-1 0,5-2-1 16,8-1-2-16,1 0 2 0,5-3-7 0,4 1-18 15,14-4-30-15,1 1-18 0,0-3-40 0,0 1-121 16,-5 0-243-16,0 0 108 0</inkml:trace>
  <inkml:trace contextRef="#ctx0" brushRef="#br0" timeOffset="-134922.99">22658 17366 72 0,'0'0'90'0,"0"0"-17"0,0 0-30 15,0 0-29-15,-25 23-63 0,16-17-53 16,-7 2 24-16</inkml:trace>
  <inkml:trace contextRef="#ctx0" brushRef="#br0" timeOffset="16900.86">12414 7411 17 0,'0'0'31'0,"-13"3"-1"0,9-2 5 15,4-1-5-15,-14 0-5 0,14 0-2 0,-9 2 4 16,9-2 6-16,-11 2 2 0,11-2-2 0,-7 0 3 16,7 0 6-16,0 0-7 0,-7 3 4 0,7-3-1 15,0 0 2-15,0 0 2 0,0 0-8 0,0 0-1 16,-10 0 2-16,10 0-7 0,0 0-6 0,0 0-2 16,0 0-1-16,0 0-2 0,0 0-8 0,0 0 6 15,0 0 2-15,0 0-4 0,0 0-4 0,0 0-1 16,0 0 11-16,0 0-9 0,0 0 7 0,31 2-9 15,-23-1 3-15,4 1 2 0,0-1 8 0,1 0 2 0,1 1 1 16,0-1-12-16,5 0 4 0,-2 1-1 16,2 0 4-16,3-1-8 0,-4 0 11 0,11 1 2 15,-2-1-3-15,4 1 3 0,1-1-5 0,1-1 1 16,3 0-10-16,-2 0 2 0,3 0 5 0,3 0-2 0,-2 0 7 16,14 0-14-16,-14 0 6 0,14 1 1 0,-12 1-1 15,0-2 1-15,12 1 0 0,-14 2-2 0,18-1-2 16,-4-2-8-16,1 3 7 0,-3 0-6 15,-10-2 15-15,17-1-19 0,-5 0 8 0,4 0 3 0,-5 3-5 16,5-2-3-16,-2 1 9 0,3-2-8 0,-1 0-1 16,-1 0 4-16,1-3-1 0,1 3-7 15,4 0 18-15,-3 0-4 0,3-1 4 0,-5 1-11 16,5 1 0-16,-1-2 8 0,-1 3-5 0,0-2 5 0,-2 2-6 16,2-2 3-16,-1 3 0 0,0 0-3 0,-1-3 5 15,-3 0-2-15,2 1 1 0,-4 1 1 0,2 1 6 16,-1-3-6-16,1 2 2 0,-3 2 0 0,-11-4-3 15,12 2-1-15,1-3-1 0,-3 2 5 0,-11-1-5 16,14 1-1-16,-13 0 3 0,-2-2 0 0,15 1-2 16,-16 0 4-16,1-1-2 0,1 2 1 0,-2-1 0 15,0-2-6-15,-1-2 11 0,-4 4-2 0,-2-1-5 16,2-3 0-16,-4 5 8 0,0-5-4 0,-8 3 0 16,-1-2 0-16,0 1 6 0,-7 2-15 0,-1-1 10 15,0 1-10-15,-3 0 0 0,0-2-1 0,-8 2 5 16,13-1-1-16,-13 1-4 0,0 0 2 0,11-1 0 15,-11 1-5-15,0 0 3 0,8 1-2 0,-8-1-11 16,0 0 3-16,6 3-7 0,-6-3-22 0,0 0-7 16,0 0-17-16,0 0-26 0,0 0-28 0,0 0-27 15,0 0-19-15,0 0-89 0,-27-6-266 0,10 5 118 16</inkml:trace>
  <inkml:trace contextRef="#ctx0" brushRef="#br0" timeOffset="23914.97">2396 8714 16 0,'0'0'42'0,"0"0"-10"0,0 0-19 16,0 0-20-16,0 0-9 0,0 0-18 0,0 0 8 0</inkml:trace>
  <inkml:trace contextRef="#ctx0" brushRef="#br0" timeOffset="24590.19">1708 8919 31 0,'0'0'38'0,"0"0"-3"0,0 0 4 0,0 0-2 0,0 0-1 16,0 0 1-16,0 0-11 0,0 0 1 0,0 0 0 16,0 0-1-16,19-16-6 0,-8 10 0 15,8-1 2-15,6-2-8 0,6-4 5 0,0 0-5 16,3 3 4-16,14-6-3 0,0-1-7 0,2 2 6 0,-1 0-6 16,3-2 1-16,1 1-6 0,0 2 5 0,1 1-10 15,2-2-5-15,1 0-7 0,-2 4-11 16,-4 1-3-16,2 0-14 0,0 1-31 0,-14 4-77 15,-2 1 34-15</inkml:trace>
  <inkml:trace contextRef="#ctx0" brushRef="#br0" timeOffset="25048.62">1665 8374 50 0,'-5'-9'82'0,"-1"2"-19"0,3 0 2 0,3 7-15 16,-8-7-2-16,5 4-2 0,3 3-2 0,0 0-11 15,0 0-5-15,-5-8-6 0,5 8 1 0,0 0-3 16,0 0-4-16,0 0 2 0,0 0-5 0,12 38 6 15,-2-14-1-15,-2 5-6 0,2 6 4 0,1 16-10 16,0 6 3-16,0 23-5 0,0 1 1 0,-5-22 12 16,-1 23-10-16,-1 0 1 0,1 2-2 0,0-2 5 15,-1 1-13-15,0 0-9 0,-2-1-14 0,3-21 2 16,2 20-13-16,0-27-3 0,1 3-16 16,0-3-40-16,1 0-103 0,2-5 46 0</inkml:trace>
  <inkml:trace contextRef="#ctx0" brushRef="#br0" timeOffset="33051.86">1809 8967 8 0,'0'0'32'0,"0"0"-2"0,0 0 3 0,0 0-8 16,0 0 9-16,0 0-7 0,0 0-3 0,0 0-1 15,0 0-2-15,0 0 1 0,0 0-2 0,0 0 2 0,0 0 4 16,0 0-9-16,0 0-1 0,0 0 3 0,0 0-3 16,0 0-4-16,0 0 2 0,0 0-1 0,0 0-4 15,0 0 3-15,0 0-6 0,0 0-3 0,0 0 2 16,0 0 17-16,0 0-15 0,-9-15 1 15,9 15-1-15,0 0 2 0,0 0-1 0,-5-6-4 16,5 6 6-16,0 0-9 0,0 0 11 0,0 0-5 16,-4-5-5-16,4 5 8 0,0 0-2 0,0 0-4 0,-4-6 8 15,4 6-2-15,0 0 1 0,0 0 5 16,0 0-3-16,-3-10 1 0,3 10-2 0,0 0 7 16,-2-6-2-16,2 6 2 0,0 0 9 0,0 0-2 15,-1-11-9-15,1 11 6 0,-3-8-6 0,3 8 9 16,0-9-3-16,0 9-6 0,0-10-3 0,0 10 4 0,0-13-7 15,-1 8 8-15,1 5-5 0,1-14-7 0,-1 8-6 16,0-2 11-16,2 1-5 0,-1-3 3 16,0 1 6-16,1 0-4 0,-2-1-6 0,2 2 3 0,-1 0 10 15,-1-1-17-15,0-1 7 0,0 10-6 16,-1-16 6-16,1 16-4 0,0-13-3 0,-2 5 9 16,4-1-11-16,-2-1 7 0,1-2-6 0,1 3 7 15,-2-2 1-15,2-1-3 0,0-4-19 0,0 4 22 0,1-4-2 16,-2 0-1-16,3 4-4 0,-2 0-1 15,0-6-3-15,3 6 9 0,-1-5-6 0,-1 0 2 16,0 0 7-16,1 4-9 0,-2-3-1 0,3 5 4 16,-2-1-3-16,2-1-3 0,-2 2-2 0,0-2 6 15,1 2 0-15,-1-1-2 0,1-1 8 0,0 1-8 16,1-3-5-16,-2 4 5 0,4-6-9 0,-2 3 13 16,0 2-9-16,0 1 6 0,2-1 10 0,-1 1-13 15,0-4 1-15,0 5 2 0,-1-1-1 0,2-3 5 16,-3 4-7-16,2-3-7 0,-3 3 14 0,5-5-7 15,-4 5 4-15,1 0-4 0,0-2 0 0,-1 3 5 0,1-1-12 16,-3 0 9-16,2 2-4 0,-1-1-6 16,-1 2 10-16,3 1 4 0,-1 1-13 0,0 0 4 15,-4 5-1-15,7-10 5 0,-2 4-1 0,-5 6 9 16,10-7-8-16,-7 2-1 0,1 2-3 0,-4 3 3 16,9-6-5-16,-5 3 5 0,-4 3 7 0,10-3-6 15,-10 3-3-15,9-2 10 0,-2 0-7 0,-7 2 15 0,11-1-12 16,-11 1-6-16,14 0 4 0,-14 0-7 15,13 1-2-15,-5 1 29 0,-2-2-19 0,1 3-9 16,0-2 0-16,1 3 10 0,-1-3-7 0,2 6 0 16,-1-4-3-16,-1 3 6 0,1-2 0 0,1 3 1 15,-1 1-1-15,0-1 7 0,0 1-2 0,0 1-9 16,0-1 4-16,1 0 4 0,0 2-9 0,0 0 7 16,-1-1 7-16,2 0-12 0,1 4 6 0,2 0 0 15,-3 0-3-15,1-1 1 0,-4-1-1 0,3 0 5 16,2 1 4-16,-1 0-5 0,1 1-2 0,-3 0-5 15,4 0 7-15,-6 1 2 0,2-1 0 0,0 2 1 16,1-1-1-16,-1 4-6 0,0-7 12 0,1 4-7 16,-1 3-2-16,-3-3-2 0,3 2 3 0,1-2-2 15,1 7-1-15,-2-4 2 0,1-1 1 0,1 0-2 16,0 5 7-16,1 1-5 0,-5-4 16 0,4 3-13 16,1 0-10-16,-3-4 8 0,3 5 0 0,-6 2-3 15,4-3 3-15,1 1-7 0,-3-6 7 0,0 2-3 16,0-3-2-16,1 3 11 0,-2-2-14 0,1 2 1 15,3 3 8-15,-1 1 5 0,-3-6-5 0,1 1 0 16,1-1-3-16,0 1-4 0,0-1 0 0,0 0 6 16,0 2 1-16,-2-1 1 0,4 5 0 0,-2-6 6 15,1-1-15-15,0 3 10 0,4 1-5 0,-4-4 3 16,2 1-6-16,-1-2 4 0,1 0-1 0,-2 1-2 0,3 1 0 16,3 2 1-16,-3-3-3 0,-3-3 3 15,2 0 0-15,-1-2 8 0,1 5-12 0,-3-7 3 16,4 2 4-16,-2 1-3 0,2 0 3 0,-2 0-3 15,1-2 0-15,1 2 0 0,-4-3 8 0,0 0-10 16,1-2 4-16,-1 1-1 0,0-1-5 0,2-2 5 0,-4-2 2 16,0 5-3-16,1-5-3 0,-8-3 6 15,14 5-6-15,-8-2 4 0,-6-3-2 0,16 6-3 16,-16-6-1-16,14 3 20 0,-8-2-12 0,-6-1-1 16,14 1 3-16,-14-1-7 0,14-1 0 0,-14 1 3 15,14-3 6-15,-14 3-2 0,17-7-1 0,-8 3-11 16,-2-2 7-16,3 1 3 0,-3 0-6 0,3-4-6 15,-1 4 24-15,-1-4-20 0,0 3-2 0,3-7 3 16,-4 5-1-16,0-2 2 0,0 1 2 0,4-5 3 16,-4 4 1-16,-1-3 2 0,0-3-5 0,1 6 0 15,-2 0 6-15,-1-3-11 0,1 1 12 0,-1-4-20 16,-2-1 13-16,1 4 3 0,-1 0-9 0,3-2 9 0,-5 2 1 16,2 2-1-16,-1-2-9 0,0-4 3 15,0 0 4-15,-1 1-7 0,0-1 0 0,0 2 2 16,-1 2-4-16,2-2 4 0,-1-1 3 0,-2-2-3 15,1 3 4-15,-4-3-9 0,2 0 4 0,1 0 5 16,-2-7 0-16,1 6 2 0,-1-7-2 0,-1 7-2 16,2-7 1-16,1 0-3 0,1 0-1 0,-4 7 2 15,2-1-1-15,2-5 3 0,-3 7-5 0,4 0-1 16,-3 2 1-16,1-2 9 0,1 1-3 0,-1 0 6 16,1 2-9-16,0-2 6 0,-2 1-3 0,0-3-1 15,0 0-2-15,-2-5 4 0,2 6 5 0,-2-1-4 16,1 4 2-16,0-2 1 0,-2-1 3 0,3 2 6 15,0-1 1-15,-4 0-7 0,3 0 1 0,0 2-1 16,1 4-3-16,1-6 12 0,-2 4-17 0,2 3 9 16,-4-3-7-16,3 1 0 0,1 2 7 0,-1 0-5 15,0-1-7-15,1 1 5 0,-2 1 3 0,4 9-3 16,-4-15 0-16,4 15 1 0,-4-14 4 0,4 14-3 16,-2-10-1-16,2 10 3 0,-4-13-11 0,4 13 1 15,-4-14 7-15,3 6-3 0,-2-2 2 0,3 10-3 16,0-19 3-16,0 8-3 0,0 11 8 0,0-22 1 15,3 11-1-15,-3-2-6 0,4 0 2 0,-2 1 8 16,-2 0-7-16,3 0 0 0,-2 0-8 0,0 2 6 16,-1 10 0-16,3-16-1 0,-1 7 3 0,1 1-7 15,-3 8-1-15,4-15 4 0,-3 8-5 0,-1 7 4 16,5-12 3-16,-5 12-4 0,5-12 5 0,2 5-6 16,-4-3 0-16,-3 10 4 0,7-10-3 0,-2 1-2 15,-5 9-4-15,7-11 19 0,-7 11-10 0,3-13-4 16,2 7 0-16,-5 6-1 0,5-10-5 0,-5 10 8 15,4-12 6-15,-4 12-3 0,5-9-6 0,-5 9-2 16,6-6 5-16,-6 6 0 0,0 0-3 0,7-6 3 16,-7 6 3-16,0 0-9 0,12-5 9 0,-12 5-7 15,0 0 4-15,9-5 0 0,-9 5-6 0,9-5 0 16,-9 5 9-16,12-8-7 0,-12 8 0 0,12-6 4 16,-12 6-1-16,13-5-5 0,-7 2 10 0,-6 3-6 15,10-3 1-15,-10 3 13 0,9-2-19 0,-9 2 11 16,10-3-4-16,-10 3-1 0,9-6 1 0,-9 6-7 15,9-3 5-15,-9 3 4 0,10-6-5 0,-10 6 5 16,11-6-13-16,-11 6 8 0,11-6 5 0,-2 4-6 16,0-3 2-16,-9 5 5 0,21-3-9 0,-14 3 9 15,-7 0-2-15,14-5 2 0,-5 4-9 0,-9 1 4 16,16-3 5-16,-16 3-8 0,19-1-3 0,-10 1 5 16,-9 0 4-16,23 1-11 0,-12 3 11 0,2 0 2 15,-1-2 1-15,-1 3 0 0,3 2-6 0,2-1 1 16,0 0 1-16,-2 4 4 0,3-4 6 0,-3 3-12 15,1-1 8-15,-1 0-6 0,1 3-3 0,0 0-2 16,0 0 9-16,0 3 3 0,4 4-3 0,-4-4-5 16,4 8-4-16,1-2 11 0,-1 3-8 0,2 2 4 15,0 2-5-15,-3 1 9 0,0-1-14 0,0 4 12 16,1-3 0-16,-2 4 14 0,1-5-19 0,-3 5 1 16,-2-3 3-16,0 2 3 0,1-3-6 0,-1 5 10 0,-1-4-2 15,-3 2-20-15,4 3 16 0,0-4-6 16,-3 2 8-16,4 0 0 0,0-2-9 0,-1-1 1 15,2 3 8-15,1-4 4 0,0 0-13 0,-2-1 11 16,4-3-7-16,3 2-9 0,-3-4 9 0,2 2-6 16,-1-3-2-16,2-1-3 0,0-6 1 0,-4-2-2 15,2-2-5-15,1-3 11 0,1-2-16 0,7-1-9 16,-6-5-13-16,6 1 3 0,-1 0-18 0,2-3-23 16,-8 0-74-16,0 1-169 0,-2-1 75 0</inkml:trace>
  <inkml:trace contextRef="#ctx0" brushRef="#br0" timeOffset="33694.11">2415 8765 36 0,'0'0'56'15,"0"0"0"-15,0 0-3 0,-5-6-2 0,5 6-9 16,0 0 0-16,0 0-1 0,0 0 9 16,-4-5-24-16,4 5-1 0,0 0-8 0,0 0-1 15,14-9 9-15,-4 5 4 0,7-4 5 0,2-1-3 0,9-4-1 16,3-1 0-16,5 0-5 0,12-5-2 16,3 0 0-16,4-3 4 0,4 2-13 0,-3-1 6 0,29-11 7 15,-25 13-13-15,24-15 1 0,0 5-3 16,3 1 7-16,0 1 1 0,5-5-18 0,0 2 10 15,1 1-9-15,3 0 9 0,-5 0-10 0,-2 3-1 16,-3 0 6-16,-26 5-6 0,26-3 2 0,-26 3 7 0,-1 1-10 16,2 1-5-16,-2 2 9 0,-3 1-7 15,-1 0 1-15,-6 3-8 0,-11 1-1 0,-1 2-7 16,-3 1-8-16,-3 1-7 0,0-2 12 0,-3 1-6 16,-4 2 0-16,-3 1-3 0,-5 2-3 0,2-1-12 15,-5 3-9-15,-4-3-54 0,-3 3-115 0,1 2 52 0</inkml:trace>
  <inkml:trace contextRef="#ctx0" brushRef="#br0" timeOffset="42686.31">2599 9023 5 0,'-9'-5'24'0,"9"5"-3"16,-8-2-1-16,8 2 3 0,-9-3 5 0,9 3 1 15,-8-3-6-15,8 3-2 0,-11-3-1 0,11 3-4 16,-10-2-1-16,10 2 0 0,-11-2 1 0,11 2-4 15,-12-3-5-15,7 2 3 0,5 1 0 0,-13-2-2 16,13 2-4-16,-11-4 8 0,11 4-3 16,-11-1 6-16,11 1-3 0,-12-2 2 0,12 2 2 0,-7-4-9 15,1 1 11-15,6 3-1 0,-10-3 0 0,10 3 9 16,-9-6 0-16,9 6-10 0,-6-6 0 0,6 6 1 16,-6-7-2-16,6 7-1 0,-4-6 0 15,4 6-6-15,0-9 1 0,0 9-3 0,3-11-1 0,2 2 2 16,3-1-1-16,7-2-2 0,6-6-1 0,5-1 2 15,2 0 3-15,6-1-2 0,12-8-9 0,-5 2 9 16,5 3 1-16,-2 1-3 0,-11 6-4 0,1 2 1 16,2-4-1-16,-3 2 2 0,1 2-2 0,-2 0 0 15,-1 0-1-15,2 1 3 0,-2 2 3 0,-1-2-2 16,-4-2-4-16,3 4 2 0,2-1 0 0,-5 1 3 16,0-1-5-16,1 1 5 0,-6 4-5 0,-2-1-1 15,0 5 2-15,-2 0 0 0,-3 0 0 0,2 1 1 16,-2 1 6-16,-1 0-6 0,1 1-2 0,-2 1 3 15,-1 0-5-15,3 1 3 0,-3 1 2 0,1 0-5 16,-1-2 3-16,-1 3-3 0,2-1 3 0,-1 3 3 16,0-3-4-16,1 3 3 0,-1 0 3 0,5 2-6 15,-6 0 18-15,4 1-13 0,-3-1-2 0,0 1-1 16,1 2 1-16,-1-2-1 0,0 4 3 0,2 1 3 16,-3 1-3-16,-1 2-1 0,2 0 0 15,0 1 0-15,-1 4 1 0,0-4 6 0,-2 0-13 16,0 1 6-16,1 4-3 0,-3-4 11 0,2 5-6 0,-3-5-7 15,0 1 3-15,0 3-2 0,0-3 5 0,-2 0 1 16,0 4-6-16,0 3-1 0,0-8-1 0,0 6 0 16,0-6 9-16,0 1-2 0,0 4-5 0,0 1 4 15,1-5 2-15,-2 4-2 0,-2 1 8 16,0 1-5-16,0-7 8 0,-1 8-8 0,-3-2 2 16,2-6-6-16,-3 6 3 0,-2-2-1 0,-2 2-1 0,-1-2 3 15,-2 0 7-15,-2 0-4 0,-2-1-5 0,-2 1 2 16,0 0-2-16,-4-1 5 0,-3-2-3 15,0 1 8-15,-2-1-9 0,-1 0 11 0,-1 1-1 16,-3-2-4-16,0-1-3 0,1 1-1 0,-2 0-2 0,-11 4 9 16,10-4-10-16,2-3 2 0,-1 1-2 0,1-1 3 15,-2-1-7-15,3-1 4 0,-1-2-3 0,0-3 2 16,-1 2-3-16,1-3 1 0,4-2 0 0,-3-2 3 16,0-2 3-16,2 0-3 0,1-2-6 0,0-2-2 15,0 1 4-15,-2-2 6 0,4-1-4 16,4 0-10-16,-8-1 4 0,0-2 5 0,1-2 1 0,-1-1-5 15,-2-3-1-15,1 1 0 0,3-5 4 0,-1 0 2 16,-1-1-3-16,1-1 0 0,-2 3 10 0,4-3-9 16,2 0-3-16,-2 1 5 0,4-1-3 0,0 0 6 15,4 0-11-15,-3 0 11 0,9 5-7 0,1-1-2 16,0-2-3-16,1 2 11 0,3-2-6 0,-2 0 7 16,3 1 2-16,1-1-7 0,1 0-3 15,1 2 12-15,3-6-13 0,-3 4 3 0,6-4-7 0,0 3 7 16,1-1-4-16,5-9 9 0,0 2-9 0,5 3 2 15,-1-3 2-15,4 3 2 0,-2-1-2 0,4 0 0 16,0 2-1-16,3 1 3 0,-3-1 4 0,1 3 1 16,0-1-6-16,1 1-2 0,1 1-4 0,4 0 7 15,0-1-6-15,1 0 3 0,1-1 2 0,0-1 3 16,1 2-5-16,1-1 0 0,2-1-3 0,-2 0 2 16,2 0 7-16,1 0-6 0,-2 0 2 0,0-1-3 15,0 3 2-15,0-1 1 0,-1 0-3 0,1 3 12 16,-1-1-15-16,-1 1 5 0,0 1-6 0,0 0 6 15,-2 2-5-15,2 1 5 0,0-1-3 0,2 2 4 16,-2 0 1-16,2-1-3 0,1-1-3 0,0 5 6 16,2-2-1-16,-1 2 2 0,1-2 1 0,-2 1 0 15,1 1-6-15,-3-2 6 0,2 3-1 0,-3 0 1 16,-5 6-7-16,4-6 5 0,-8 4 1 0,10 0 0 16,-7-1 6-16,0 2-9 0,-2 0-3 0,3 2 3 15,-2-2-1-15,0 3 2 0,-1-1-6 16,-1 2 13-16,1-1-6 0,-1 1-3 0,0 1 2 0,0-1 3 15,0 4-5-15,-4 0 3 0,2 0-7 0,-2 1 8 16,-2 0 3-16,1 1-7 0,-2 5-2 0,-3-4 3 16,3 5 0-16,-1-1 3 0,-4-2-3 0,2 7 1 15,0 0-1-15,-2 2 2 0,0-1 3 0,-2 0 1 16,-2 6 4-16,2 1-11 0,0-1 7 0,-2 0-10 16,3 0 3-16,-3-1 3 0,0-2-2 0,-3-3 2 15,1 1 2-15,2 7-2 0,-3-3 3 0,-1 2-1 16,-1 0-3-16,2 0-1 0,-2 0 2 0,-5 0 2 15,-2 0-7-15,-2 1-3 0,-1 3-4 0,-2-3 0 16,2 3-1-16,-4 1 4 0,2-2-4 0,-5 4 2 16,2-5-5-16,-2 5 4 0,-5 8-7 15,0 0-4-15,-1-11 0 0,-5 11-1 0,-2 1-4 0,-2-1 1 16,-4 2-8-16,1-4 0 0,-2-2-3 0,0 2-2 16,-2-5-10-16,-3-1-6 0,-2 1-39 0,-2-1-101 15,-1 3 45-15</inkml:trace>
  <inkml:trace contextRef="#ctx0" brushRef="#br0" timeOffset="46270.95">1793 8865 15 0,'0'0'46'0,"0"0"-2"0,0 0-5 16,-3-10-8-16,3 10 2 0,0 0-3 0,0 0-2 15,1-10-2-15,-1 10 5 0,0 0-14 0,-1-8 3 16,1 8-5-16,0 0-2 0,0 0 4 0,0-11-10 15,0 11 6-15,0-8-5 0,0 8 6 0,0 0 4 16,0-11 3-16,0 11-1 0,0 0 0 0,0-12-5 16,0 12-4-16,-1-11 2 0,2 5 0 0,-1 6-3 15,0-17-3-15,3 8 1 0,-3-1-5 0,2 1-4 16,-2-2 3-16,3 2 0 0,-2-1 7 0,0 0-2 16,3-1-2-16,-1 3 0 0,-3-5-4 0,2 3 1 15,2 1-3-15,-1-1 8 0,-1 0-4 0,0 1-3 16,0-1-3-16,-2-2 10 0,4 0-7 0,-3 4-4 15,2-5 3-15,0 3 2 0,0-2 0 0,-1 1-4 16,1 0 4-16,0-2 2 0,-1 2 1 0,2-1-2 16,-3 2-10-16,3-1 3 0,-2 3 3 0,-1-3 1 15,3-2-2-15,-1 4 3 0,0 0 5 0,-1 2 4 16,0-1 0-16,3-2-1 0,-3 2 0 0,2-1-5 16,-2 2 5-16,0-1-7 0,2 0 2 0,0 4-1 15,-3-5 10-15,2 3 11 0,-1-1-24 0,1-2 15 16,-1 2-10-16,2-2 0 0,-2 0 0 0,1 1 2 15,0-1-19-15,1 1 28 0,-3 2-17 0,5-3 0 16,-3 2 5-16,1 1-2 0,-1-1 8 0,1 2-2 16,-1-2-9-16,-3 7 5 0,4-10 4 15,0 3-2-15,1 2-5 0,-5 5-3 0,5-11 0 0,0 7-1 16,-3-1-1-16,-2 5 7 0,6-10-1 0,-1 6 4 16,0-2-2-16,-5 6-3 0,4-9-2 0,1 5 7 15,-1-2-5-15,-2 1-11 0,-2 5 8 0,9-8 3 16,-5 5 10-16,3-3-11 0,-3 2-3 0,2-2 6 15,-6 6-7-15,8-8 15 0,-6 6-14 16,-2 2 2-16,10-6 10 0,-10 6-5 0,4-5-6 16,-4 5 8-16,6-6-2 0,-6 6 2 0,5-7-2 15,-1 4-5-15,-4 3 5 0,5-6-3 0,-5 6-2 0,5-4 7 16,-5 4 9-16,0 0-19 0,8-5 4 0,-8 5 14 16,5-3-20-16,-5 3 1 0,9-3-1 15,-9 3 0-15,12-2 4 0,-8 0 2 0,-4 2-2 16,13-4 5-16,-6 2-2 0,2 1 2 0,-2-2-8 15,1 2 8-15,-1-1-1 0,-7 2-5 0,14-2 0 0,-7 2 9 16,-7 0-6-16,14-1 2 0,-14 1-5 0,12 1 5 16,-7 1 4-16,1-1-9 0,2 1 5 0,-8-2-8 15,12 7 8-15,-6-4 0 0,0 1-6 16,2 1 2-16,0-1-2 0,-2 4 8 0,2-3-4 16,-1 4 2-16,-3-2 3 0,5 2-5 0,-2 0 6 15,0-1 1-15,-1 2-5 0,4-1 1 0,-4 2-3 16,3 2 10-16,1 0-5 0,-1 2 6 0,-1 1-1 0,3-3 0 15,-3 4 4-15,0-2-2 0,0-1-3 16,1 0 24-16,0 1-26 0,0-1 0 0,0 0 0 16,-2-3-2-16,-2-1 9 0,1 1-7 0,4 2 1 15,-5 0-2-15,3 1 1 0,0-2-3 0,-3 1 4 16,4-3 6-16,0 2-8 0,0 3 8 0,-3-5 1 16,3 0-4-16,0 4 0 0,-2-4 6 0,3 3-6 0,-4-1 8 15,0-2-1-15,1 0-6 0,-1 2-1 16,2-2-1-16,0 3 11 0,-2-2-1 0,2 3-5 15,-1-3-8-15,-2-3 10 0,1 3-2 0,-1-3-2 16,1 4-8-16,0-5 9 0,-2 2 1 0,1-1 1 16,0 0-7-16,-1-1 9 0,0-2-5 0,3 2 9 15,-2 0-13-15,-2-1-2 0,0 0-7 0,0 0 7 16,0 0-5-16,0-1 2 0,1 4-4 0,-2-5-3 16,2 3 13-16,0-1-5 0,-1 1 0 0,0 1 1 15,1-1 3-15,-1 1-5 0,1 0-4 0,-2-2 6 16,2 1 12-16,-1-1-12 0,0-1-3 0,0 1 5 15,1 0 1-15,-4-6-6 0,4 11 5 0,-1-6-8 16,0 1 7-16,-3-6-12 0,3 10-20 0,-1-5-11 16,-2-5-8-16,2 11-18 0,-1-6-16 0,-1-5-15 15,-1 11-87-15,-2-4-197 0,3-7 87 0</inkml:trace>
  <inkml:trace contextRef="#ctx0" brushRef="#br0" timeOffset="47280.71">3209 8369 27 0,'0'-18'30'0,"1"2"-2"0,-1-2 2 0,1 4-5 15,2-3 0-15,-1-2-5 0,2 2 3 16,2 0-5-16,-2-1-5 0,0 0 3 0,-1 0 2 0,1 0-10 16,1 2 8-16,0-1 0 0,-4-2-2 0,1 1-3 15,0 1 2-15,0 0-7 0,2-1 1 0,0 1 6 16,0-1-5-16,0 0-2 0,0-1 4 0,1 2-9 16,-2 2 8-16,0 2-1 0,3-1-4 15,-3 2-1-15,2 0 3 0,-1 1-2 0,1 1-3 0,-2-1 1 16,2 2 2-16,-3-2 5 0,2 2-5 0,1-1-2 15,0 0 4-15,2 0-8 0,0 1 5 0,-1 2-2 16,1-1 4-16,-2-1-7 0,4 3 5 0,-2-1 0 16,-1 0-5-16,3 0-2 0,-3 3 4 0,2 0 4 15,0-3-5-15,-2 4 4 0,6-3 1 16,-2 3 2-16,-1-3-2 0,3-1 2 0,-1 2-3 0,2 3 5 16,2-6-8-16,-2 2 0 0,3-1 12 0,0 1-12 15,0 2 9-15,0-4-8 0,0 3 8 0,-4-1-6 16,2 2 3-16,-3-3 2 0,3 4 6 0,-1-3-8 15,-3 1 8-15,2 3 4 0,-3-2-2 16,2 0-13-16,-2-1 3 0,-1 2 6 0,0 2-1 16,3-1-7-16,-5-1 5 0,1 1 2 0,-7 2-7 0,19-2-5 15,-9 2 7-15,-2 0-2 0,0 0 4 0,-8 0-8 16,15 0 4-16,-7 0 8 0,-8 0-10 0,15 0-3 16,-7 2 0-16,-8-2 5 0,19 7 0 15,-10-3 8-15,0 1-10 0,1 1-2 0,1 1 5 0,0 1 3 16,3 2-10-16,-2 2 4 0,1 0 3 15,1-1 5-15,0 0-5 0,0 6 2 0,-1-5-4 0,5 3-5 16,-5 0 9-16,2-2-3 0,-3 0 1 0,2 1-5 16,-1-4 1-16,-2 3 8 0,2 0 0 0,0-1-2 15,3-1-7-15,-3 3 7 0,3-1 1 16,1-2 4-16,0 1-1 0,0 1-4 0,-1 0 0 0,1-1-5 16,1 0 5-16,-1 1 4 0,-1-1-8 15,-1 1 5-15,0 0-2 0,-2 2-6 0,3-2 3 0,-5 3 14 16,2-1-17-16,-3 0-3 0,0 0 4 0,-1 0 3 15,-1 1-4-15,1 1 1 0,0-2 8 16,-3 1-4-16,1 2 1 0,-1-1-12 0,-2-2 14 16,1 0-6-16,0-3-7 0,0 4-1 0,0-5-18 15,-1 1-7-15,0-1-20 0,1 2-15 0,-2-2-64 0,0 2-139 16,0-3 62-16</inkml:trace>
  <inkml:trace contextRef="#ctx0" brushRef="#br0" timeOffset="51785.62">4678 11717 5 0,'-2'-6'110'0,"2"6"-12"16,2-12-11-16,2 7-11 0,4-4-3 16,2-1-7-16,3-1-10 0,3-2-6 0,6-1-11 15,-4 4-15-15,6-3-9 0,-7 4-8 0,2 2-8 16,-2 0-12-16,-5 3 0 0,0 1-7 0,1 1-5 0,-4 1-2 15,-2 1 1-15,-7 0 5 0,11-3 2 0,-11 3 0 16,10 0 1-16,-10 0 6 0,0 0-2 0,0 0 5 16,0 0 1-16,0 0-1 0,0 0 3 15,0 0-2-15,0 0 8 0,0 0-2 0,-23 7 5 16,23-7 2-16,-12 4 5 0,6-2-1 0,6-2 1 0,-9 3 1 16,5 0-4-16,4-3 1 0,-6 6 7 15,2 0 1-15,1 4 6 0,2 1 3 0,-1 3 3 16,0 1-3-16,2 4-4 0,0 0 5 0,5 7 2 15,-3 3 2-15,0-2 4 0,2 2-9 0,-1-1 11 16,0-2-13-16,1 1-6 0,1-1 5 0,-1-2-5 0,1 1 1 16,0-6 2-16,-1 1-3 0,-2-1-4 15,0 0-8-15,1-2 14 0,-3 2-8 0,-2-3 1 16,1-4-6-16,0 0 1 0,-3 0-3 0,0-2 2 0,0-3 2 16,-2 2 0-16,2-2-4 0,-1-4 0 15,-1 3 0-15,0-2 4 0,6-4 1 0,-12 2-6 16,12-2 1-16,-11 0 2 0,11 0-9 0,-9-5 7 0,9 5-4 15,-3-5 5-15,3 5-5 0,0 0-2 0,1-13 1 16,-1 13 0-16,10-11-13 0,-1 1 5 16,5 1-8-16,0-2-3 0,3 2-5 0,-2 0 1 0,2 0-7 15,0-1 3-15,0 2 3 0,-1-1-10 0,0 2 8 16,-4 1 2-16,-1 0 0 0,-1-1 2 16,-2 4 2-16,-1-3 6 0,0 1 13 0,0 2 3 0,-2 0 0 15,-5 3 9-15,7-9-11 0,-4 4 3 0,-3 5-2 16,6-8 6-16,-6 8 10 0,3-8-6 0,-3 8-5 15,4-7 0-15,-4 7 2 0,2-7-2 0,-2 7-3 16,0 0 0-16,2-8 1 0,-2 8-3 0,0 0 2 16,0 0 2-16,5-5-3 0,-5 5 2 15,0 0 5-15,0 0-8 0,15 16 6 0,-9-10-1 0,0 3 0 16,1-2 4-16,-3 4 2 0,4-2-3 0,-3 3-5 16,-3-3-4-16,1 1 9 0,-1-5-1 0,1 0 7 15,-3-5 11-15,4 10 13 0,-4-10 1 0,0 6-1 16,0-6 0-16,0 0-5 0,0 0 8 0,0 0-3 15,-16 0-1-15,16 0 6 0,-10-7-10 0,10 7-5 16,-7-10 2-16,2 2-2 0,2-1-8 0,0 2 2 16,2-4-4-16,2-4-4 0,2-2 6 0,1 1-14 15,2-4-2-15,1 2-1 0,8-2-1 16,-5 3-5-16,2 2 0 0,0 1 3 0,4 1 0 0,-6 5-1 16,2 2-6-16,0 1 2 0,0 2 2 0,1 4-3 15,-1 2 11-15,0 4-7 0,3 0-2 0,-2 5 1 16,0 1-2-16,-3 2 4 0,-2 2-3 0,-1-1-1 15,-2 0 0-15,0-1 6 0,-3-4 1 0,-1 2-2 16,0-4 1-16,-2 1 3 0,0-3 11 0,1-7 1 16,-3 12 4-16,1-7 6 0,2-5 4 0,-8 5-5 15,8-5 0-15,-5 4 0 0,5-4-7 0,0 0 3 16,0 0-5-16,0 0 0 0,-13-12-2 0,13 12-4 16,-1-13-4-16,2 3-3 0,3 0-4 0,1 0-1 15,2-7-8-15,4 2-4 0,-3 2 0 0,1 0 1 16,1 3-1-16,-1 0 3 0,-2 2-2 0,2 1 3 15,1 2 5-15,1 1-7 0,-2 2 9 0,2 0-5 16,1 2 1-16,-2 3 2 0,1 2-1 0,-2 0-1 16,0 3 3-16,-1 2-1 0,2 1-3 0,-5 5-10 15,2 1-29-15,-2 1-20 0,-1 6-18 0,-6 1-21 16,-1 3-104-16,-5-1-226 0,-2 1 101 0</inkml:trace>
  <inkml:trace contextRef="#ctx0" brushRef="#br0" timeOffset="51965.86">5000 12462 62 0,'0'0'126'0,"0"0"-3"16,0 0-6-16,31-19-9 0,-11 8-7 15,9-3-17-15,5-6-13 0,13-2-18 0,1-2-31 16,-11 9-31-16,9-4-43 0,-14 8-83 0,-2 2-146 15,-9 3 66-15</inkml:trace>
  <inkml:trace contextRef="#ctx0" brushRef="#br0" timeOffset="52249.28">5283 12454 98 0,'10'-3'144'0,"0"1"-24"0,3-1-4 0,-2 5-17 16,1-1-2-16,1 4-17 0,-2 1-3 0,5 3-7 16,-6 4-7-16,-4 1-8 0,1 11-5 0,-5 0-4 15,-2 4-2-15,-1-1-4 0,-4-1-5 0,-4 2-3 16,-1-2-6-16,-2-4-4 0,4-5 1 0,1-2-3 16,-3-1 1-16,5-6 2 0,-1 0-5 0,4-3-3 15,-2 1-4-15,1-2 3 0,3-5-1 0,0 9-6 16,0-9 9-16,7 6-4 0,1-4-1 0,3-2-6 15,3 0 1-15,6-6-19 0,10-1-24 0,-2-1-22 16,3-3-38-16,-3 1-30 0,-3 0-73 0,-7 0-215 16,-2 1 95-16</inkml:trace>
  <inkml:trace contextRef="#ctx0" brushRef="#br0" timeOffset="96243.65">1571 11078 22 0,'0'0'84'0,"-2"-13"-1"0,-1 9-6 0,3 4-7 15,-2-8 3-15,2 8-14 0,-4-7-4 0,4 7-10 16,-4-6-8-16,4 6-2 0,0 0-7 0,0 0 2 16,0 0-4-16,0 0 1 0,-8 23-5 15,5-4 1-15,-1 6-7 0,0 8 1 0,-3 15-6 0,0-3 5 16,4 9 3-16,-7 5-9 0,4 25 8 0,-3 1-9 16,4 3-1-16,-4 6 5 0,4 4 1 0,-3 1-4 15,2 1 1-15,-7 2-1 0,1 2-3 0,2 0 0 16,3 0 9-16,0-1-23 0,1-14-8 0,3-4-3 15,2-27-10-15,-3 24-12 0,0-22-10 0,7-2-6 16,-3 0-16-16,2 1-49 0,-3-2-130 0,-3-5 58 16</inkml:trace>
  <inkml:trace contextRef="#ctx0" brushRef="#br0" timeOffset="96823.73">923 12039 78 0,'0'0'89'0,"-6"-6"1"16,6 6-20-16,-4-5-3 0,4 5-5 0,0 0-3 16,-5-6-15-16,5 6-6 0,0 0 8 0,-5-6-2 15,5 6-11-15,0 0-10 0,0 0-2 0,0 0 6 16,0 0-13-16,-6-5-2 0,6 5-2 0,0 0-4 15,0 0 7-15,0 0-6 0,0 0-2 0,0 0-2 16,20-2 3-16,-11 2-1 0,13 0 0 0,6-2-2 16,5 2 9-16,5-3-6 0,19-2 0 0,4 0-2 15,31-2 5-15,-3-5 0 0,5 3 4 0,3-1 2 16,-1-2-9-16,7 3-8 0,-1-5-10 0,-3 2-11 16,-7 1-1-16,3-1-7 0,-32 5-7 0,28-7-21 15,-1-1-8-15,-33 8-51 0,-1 3-127 0,-6-3 57 16</inkml:trace>
  <inkml:trace contextRef="#ctx0" brushRef="#br0" timeOffset="-196888.73">20778 13128 49 0,'1'8'105'0,"-1"-8"8"16,4 4-4-16,-4-4 2 0,3 6-15 16,-3-6-9-16,4 7-1 0,-4-7-1 0,2 5-7 0,-2-5-6 15,4 8 2-15,-4-8-13 0,3 6-12 0,-3-6 0 16,0 0-3-16,6 7-2 0,-6-7-4 0,4 4-4 16,-4-4 2-16,2 6-2 0,-2-6-8 0,0 0-3 15,8 3-4-15,-8-3 0 0,10-1 1 0,-10 1-3 16,18-8-3-16,-7 3-13 0,5-7-37 0,7-5-17 15,2-2-36-15,15-13-25 0,-3-4-111 0,7-3-241 16,21-22 107-16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6T03:35:45.0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27079 6311 8 0,'0'0'21'0,"0"0"-1"16,0 0 0-16,0 0 3 0,0 0-3 0,0 0-3 16,0 0 3-16,0 0-5 0,0 0 3 0,0 0-4 15,0 0 1-15,0 0 2 0,0 0 3 0,0 0 1 16,4 4-9-16,-4-4 4 0,0 0 1 0,0 0-6 16,0 0 1-16,0 0-1 0,0 0 1 0,0 0 6 15,0 0-5-15,0 0-5 0,0 0 0 0,0 0 2 16,0 0-3-16,-2-19 1 0,2 19-4 0,0 0 4 15,0 0 1-15,4-8-4 0,-4 8 1 16,0 0 2-16,0 0 1 0,0 0 2 0,0-9-4 0,0 9 1 16,0 0 8-16,0 0-5 0,0 0-2 0,0 0-1 15,0 0 1-15,3-7-1 0,-3 7 3 0,0 0-7 16,0 0 5-16,0 0 0 0,0 0-4 16,0 0 5-16,0 0-4 0,0 0 3 0,0 0-1 0,0 0-1 15,0 0 0-15,2-5-2 0,-2 5 6 0,0 0-9 16,0 0-1-16,0 0 5 0,0 0 0 0,0 0 3 15,0 0-4-15,0 0 0 0,0 0 4 0,0 0-7 16,0 0 2-16,0 0-3 0,0 0 3 0,0 0-2 16,0 0 5-16,0 0-7 0,0 0-5 0,0 0-1 15,0 0-19-15,0 0 2 0,0 0-11 0,0 0-11 16,0 0-2-16,0 0-45 0,0 0-99 0,0 0 45 16</inkml:trace>
  <inkml:trace contextRef="#ctx0" brushRef="#br0" timeOffset="2787.84">28943 8119 31 0,'4'4'39'0,"-4"-4"-12"0,0 0-3 0,0 0 4 0,4 5-2 16,-4-5-4-16,0 0 0 0,0 0 1 0,6 3-4 16,-6-3 1-16,0 0 0 0,0 0-9 0,7 2 2 15,-7-2 1-15,0 0 2 0,0 0-3 0,0 0-6 16,0 0 6-16,0 0-2 0,0 0-1 0,0 0 0 16,0 0-4-16,0 0-7 0,0 0 11 0,0 0-4 15,0 0-6-15,0 0 6 0,0 0-3 0,0 0 4 16,6 3 1-16,-6-3-2 0,0 0-4 0,0 0-3 15,0 0 5-15,0 0-1 0,0 0 0 0,0 0-1 16,0 0-2-16,0 0-2 0,0 0-1 0,0 0 4 16,0 0 3-16,0 0-3 0,0 0-1 0,0 0 2 15,0 0-7-15,0 0 12 0,0 0-7 0,0 0-4 16,0 0 0-16,0 0 10 0,0 0-9 0,0 0-4 16,0 0-5-16,0 0 1 0,0 0 7 0,0 0-8 15,0 0 0-15,0 0-15 0,0 0-8 0,0 0-26 16,0 0-66-16,0 0 30 0</inkml:trace>
  <inkml:trace contextRef="#ctx0" brushRef="#br0" timeOffset="5117.84">16321 7768 24 0,'0'0'45'0,"0"0"-12"0,0 0 0 0,0 0-2 16,0 0-12-16,0 0 0 0,0 0 0 0,0 0-3 15,0 0-3-15,0 0 3 0,3 5-6 0,-3-5-1 16,0 0-1-16,0 0-6 0,3 7-4 0,-3-7 6 15,0 0-11-15,0 0 7 0,0 0 1 0,1 7 1 16,-1-7-3-16,0 0-2 0,0 0 2 0,0 0 0 16,0 0 0-16,3 6-2 0,-3-6 4 0,0 0-1 15,0 0-2-15,0 0 2 0,0 0 0 0,0 0 3 16,0 0-2-16,0 0-5 0,0 0 8 16,0 0 4-16,0 0-5 0,0 0-4 0,0 0 1 0,0 0 0 15,0 0 3-15,0 0 7 0,0 0-3 0,0 0-1 16,0 0-2-16,0 0 3 0,0 0-8 0,0 0 2 15,0 0 4-15,0 0-3 0,0 0 2 0,0 0-3 16,0 0-5-16,0 0 5 0,0 0 2 0,0 0-7 16,-8 7 7-16,8-7 0 0,0 0-3 0,0 0 2 15,-5 6-11-15,5-6-3 0,-3 6-8 0,3-6-10 16,-3 6-17-16,3-6-51 0,-7 7 23 0</inkml:trace>
  <inkml:trace contextRef="#ctx0" brushRef="#br0" timeOffset="10954.17">14117 9354 36 0,'7'3'23'0,"-7"-3"-13"0,0 0-22 0,5 4-12 16,-5-4 5-16</inkml:trace>
  <inkml:trace contextRef="#ctx0" brushRef="#br0" timeOffset="11437.05">14887 9446 65 0,'0'0'71'16,"0"0"-12"-16,0 0 4 0,0 0-3 0,0 0-12 15,0 0-2-15,7 3 9 0,-7-3-10 0,0 0 0 0,0 0-5 16,0 0-7-16,7 4-9 0,-7-4 5 16,0 0-3-16,0 0 9 0,9 1-12 0,-9-1 0 15,0 0-3-15,0 0 6 0,7 1-11 0,-7-1-5 16,0 0 2-16,0 0-1 0,0 0 8 0,0 0-12 0,0 0 9 15,8 1-3-15,-8-1-12 0,0 0 10 16,0 0 1-16,0 0-11 0,0 0 3 0,0 0 3 16,0 0-5-16,0 0-2 0,0 0 4 0,0 0 0 15,0 0-3-15,0 0 6 0,0 0-4 0,0 0 0 0,0 0 1 16,1 7-4-16,-1-7 7 0,0 0-9 0,0 0-2 16,0 0 4-16,0 0-8 0,0 0-15 0,0 0 14 15,0 0-9-15,4 5-7 0,-4-5 2 16,0 0-6-16,0 0 5 0,1 7-8 0,-1-7-5 0,0 0-16 15,0 0-7-15,0 9-51 0,0-9-119 0,0 0 52 16</inkml:trace>
  <inkml:trace contextRef="#ctx0" brushRef="#br0" timeOffset="15510.05">13354 11130 6 0,'0'0'37'0,"0"0"-5"16,0 0-6-16,0 0-14 0,0 0-11 0,0 0-20 16,0 0-22-16,2 10 10 0</inkml:trace>
  <inkml:trace contextRef="#ctx0" brushRef="#br0" timeOffset="16067.17">14870 11223 16 0,'0'0'11'0,"0"0"-8"0,0 0-8 0,0 0-6 16,0 0 2-16</inkml:trace>
  <inkml:trace contextRef="#ctx0" brushRef="#br0" timeOffset="16833.89">16404 11275 45 0,'0'0'55'0,"0"0"8"16,0 0-5-16,0 0-1 0,0 0-15 0,0 0-2 15,0 0-4-15,0 0-3 0,0 0-3 0,0 0-3 16,0 0-4-16,0 0-15 0,0 0-8 0,0 0-10 15,0 0-4-15,0 0-8 0,0 0 4 0,5 4-4 16,-5-4-4-16,0 0-1 0,0 0-36 0,0 0-69 16,0 0 30-16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8T10:52:58.7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14572 9724 16 0,'0'0'17'0,"0"0"-1"0,0 0-6 15,0 0 3-15,0 0-4 0,0 0 4 16,0 0-4-16,0 0 0 0,0 0-3 0,0 0-1 0,0 0 3 16,0 0-3-16,0 0 2 0,0 0-7 0,0 0 6 15,0 0-5-15,0 0 3 0,0 0-9 0,0 0 11 16,0 0-5-16,0 0 0 0,0 0 4 15,0 0-5-15,0 0 6 0,0 0-5 0,0 0 0 0,0 0-2 16,0 0 6-16,0 0-8 0,0 0 9 0,0 0-7 16,0 0 5-16,0 0-2 0,0 0-2 0,0 0-2 15,0 0-1-15,0 0-5 0,0 0 1 0,0 0 7 16,0 0-7-16,0 0 5 0,0 0-5 0,0 0 4 16,0 0-3-16,0 0 4 0,0 0 0 0,0 0 1 15,0 0 0-15,0 0-2 0,0 0 5 0,0 0-3 16,0 0 1-16,0 0 1 0,0 0-2 0,0 0 2 15,0 0 3-15,0 0-3 0,0 0 4 0,0 0-3 16,0 0 2-16,0 0 0 0,0 0-2 0,0 0 5 16,0 0-5-16,0 0 0 0,0 0 0 0,0 0 1 15,0 0 0-15,0 0 2 0,0 0-8 0,0 0 2 16,0 0 4-16,0 0 0 0,0 0-6 0,0 0 5 16,0 0 1-16,0 0-6 0,0 0 4 0,0 0-2 15,0 0 7-15,0 0-6 0,0 0-6 0,0 0 0 16,0 0 4-16,0 0-1 0,0 0-5 0,0 0 4 15,0 0 0-15,0 0-4 0,0 0-4 0,0 0-10 16,0 0-23-16,0 0 9 0</inkml:trace>
  <inkml:trace contextRef="#ctx0" brushRef="#br0" timeOffset="2005.21">12736 11213 17 0,'0'0'79'0,"0"0"-19"0,0 0 2 16,4-5-5-16,-4 5-9 0,0 0-4 0,0 0-13 15,0 0-14-15,9-1-13 0,-9 1-23 16,0 0-48-16,0 0-72 0,9 5 31 0</inkml:trace>
  <inkml:trace contextRef="#ctx0" brushRef="#br0" timeOffset="27577.75">26165 9639 41 0,'0'0'60'0,"5"-4"2"0,-5 4-7 0,0 0-2 15,8-3-4-15,-8 3-12 0,0 0 4 0,0 0-6 16,0 0-5-16,5-3-10 0,-5 3 1 0,0 0-7 16,0 0-19-16,0 0-7 0,0 0-18 0,0 0-49 0,0 0-85 15,0 0 38-15</inkml:trace>
  <inkml:trace contextRef="#ctx0" brushRef="#br0" timeOffset="30310.19">19934 10969 35 0,'0'0'38'0,"0"0"-8"16,0 0-15-16,0 0-16 0,0 0-19 0,0 0-21 16,0 0 10-16</inkml:trace>
  <inkml:trace contextRef="#ctx0" brushRef="#br0" timeOffset="31550.02">27571 11194 47 0,'0'0'50'15,"9"-1"-15"-15,-9 1-13 0,0 0-24 0,15 3-24 16,-10-2-27-16,4 0 12 0</inkml:trace>
  <inkml:trace contextRef="#ctx0" brushRef="#br0" timeOffset="32043.18">28026 11798 53 0,'0'0'49'15,"0"0"-22"-15,0 0-15 0,0 0-36 0,0 0-25 16,0 0 11-16</inkml:trace>
  <inkml:trace contextRef="#ctx0" brushRef="#br0" timeOffset="32342.06">29077 11496 32 0,'0'0'68'0,"0"0"-19"0,0 0-19 15,0 0-4-15,0 0-26 0,0 0-35 0,0 0-37 16,0 0 17-16</inkml:trace>
  <inkml:trace contextRef="#ctx0" brushRef="#br0" timeOffset="41336.36">30529 11653 50 0,'0'0'54'16,"10"-4"-6"-16,-10 4-13 0,0 0 1 0,0 0-1 15,0 0-10-15,0 0-9 0,0 0-3 0,0 0-3 16,0 0 2-16,0 0-6 0,0 0-5 0,0 0 2 16,0 0-5-16,0 0 3 0,0 0 2 0,0 0-1 15,0 0-1-15,0 0 2 0,0 0-1 0,0 0 0 16,0 0-1-16,0 0-1 0,0 0-1 0,0 0 4 15,0 0 3-15,0 0-1 0,0 0-7 0,0 0 6 16,0 0-2-16,0 0 1 0,0 0-4 0,0 0 2 16,0 0-1-16,0 0 3 0,0 0-1 0,4-6 3 15,-4 6-7-15,0 0 2 0,0 0-1 0,0 0 7 16,0 0 1-16,0 0-7 0,0 0 0 0,0 0 2 0,0 0-3 16,0 0-4-16,0 0-8 0,0 0-8 0,0 0-9 15,0 0-26-15,0 0-58 0,0 0 25 16</inkml:trace>
  <inkml:trace contextRef="#ctx0" brushRef="#br0" timeOffset="48510.46">16832 17526 4 0,'0'0'49'0,"0"0"-13"0,0 0 4 0,0 0-9 0,0 0-3 15,0 0-1-15,0 0-9 0,0 0 0 0,0 0 0 16,0 0 0-16,0 0-4 0,0 0 0 0,0 0-1 16,0 0-7-16,0 0-2 0,0 0 4 15,0 0-5-15,0 0 1 0,0 0-9 0,0 0 8 16,0 0-3-16,0 0-1 0,0 0-3 0,0 0-5 16,0 0 5-16,0 0-1 0,0 0 0 0,0 0 1 15,0 0 5-15,0 0-9 0,0 0 0 0,0 0 2 16,0 0-6-16,0 0 6 0,0 0-7 0,0 0 3 15,0 0 0-15,0 0 1 0,0 0 1 0,0 0-11 16,0 0 4-16,0 0-18 0,0 0-36 0,0 0 16 16</inkml:trace>
  <inkml:trace contextRef="#ctx0" brushRef="#br0" timeOffset="58963.72">24658 17212 68 0,'0'0'74'0,"8"-3"-1"0,-8 3-7 15,0 0 2-15,8-1-15 0,-8 1-3 0,0 0-5 16,0 0 0-16,0 0-2 0,6-4-8 0,-6 4-14 16,0 0-20-16,0 0-10 0,0 0-13 0,0 0-19 15,9-1-11-15,-9 1-35 0,9 3-94 0,-9-3 43 16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5T10:11:40.9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5857 3375 101 0,'0'0'87'0,"0"0"3"0,0 0-11 0,1-7-4 15,-1 7-10-15,0 0-2 0,0 0-11 0,0 0 0 16,0 0-5-16,0 0-13 0,0 0 0 0,0 0 1 0,0 0-7 16,0 0 0-16,0 0-8 0,0 0 3 15,0 0-16-15,0 0 11 0,0 0-10 0,0 0 7 16,0 0 17-16,0 0-22 0,0 0-5 0,0 0 3 15,-4-7 11-15,4 7-15 0,0 0-3 0,0 0 2 16,0 0 2-16,0 0 3 0,0 0-5 0,0 0 2 16,0 0-8-16,0 0 6 0,0 0-2 0,0 0-1 15,0 0 4-15,0 0 4 0,0 0-4 0,0 0 1 16,0 0-5-16,0 0 6 0,0 0-7 0,0 0 5 16,0 0-7-16,0 0 5 0,0 0-2 0,0 0-1 15,0 0 6-15,0 0-11 0,0 0 8 0,0 0-2 16,0 0 1-16,0 0-2 0,0 0-4 0,0 0 8 15,0 0-2-15,0 0-8 0,0 0 29 0,0 0-24 16,0 0 1-16,0 0-6 0,0 0 3 0,0 0 2 16,0 0-1-16,0 0 7 0,0 0-2 0,0 0-4 15,0 0-1-15,0 0 2 0,0 0 1 0,0 0-2 16,0 0 6-16,0 0-9 0,0 0 3 0,0 0 3 16,0 0-4-16,0 0 8 0,0 0-8 0,0 0 6 15,18 4-4-15,-18-4 3 0,0 0 2 0,0 0-4 16,0 0 0-16,0 0 2 0,0 0 1 0,0 0 2 15,0 0-1-15,0 0 0 0,0 0-5 0,0 0 7 16,0 0-4-16,0 0 6 0,0 0 1 0,0 0-6 16,0 0 2-16,0 0 5 0,0 0 5 0,0 0 2 15,0 0 0-15,0 0-4 0,0 0 9 16,0 0 4-16,0 0 1 0,0 0 4 0,0 0 0 0,0 0-8 16,0 0-1-16,0 0 1 0,0 0-3 0,2-8 2 15,-2 8-7-15,0 0 7 0,3-8-1 0,-3 8 6 16,0 0-1-16,0 0-4 0,0 0 0 0,3-8 3 15,-3 8-8-15,1-7 3 0,-1 7-1 0,0 0-3 16,0 0 2-16,2-9-4 0,-2 9 3 0,0 0-1 16,0 0 3-16,0 0 14 0,0 0 0 0,0 0-7 15,0 0-6-15,6-4 0 0,-6 4 0 0,0 0-4 16,0 0-2-16,0 0-3 0,0 0 2 0,12 9 0 16,-12-9-8-16,9 8 3 0,-5-2 1 0,1 1-6 15,0 1 2-15,3 1 0 0,-2 2 3 0,3 1-8 16,-1-1 4-16,2 3 2 0,-1 2-2 0,1-1 0 15,1 2-2-15,-4-2 1 0,1 3 6 0,1-1-5 16,0-2-2-16,1 1 3 0,-2-1-3 0,1-1-1 16,-2 3 2-16,1-2 0 0,-2-1 1 0,2 0-1 15,-4-2-1-15,2-2-3 0,-2 2 3 0,1-1 2 16,0 1 0-16,-1-1-1 0,2 0 1 0,-2-1 0 16,2-1-3-16,-3 0 2 0,0-3-4 0,2 4 2 15,-2-5-1-15,3 2 2 0,-4-1-3 0,1-2 1 16,0 2-1-16,-3-6 4 0,5 8-2 0,-1-5 2 15,-4-3 0-15,4 6-1 0,-4-6 7 0,3 4-7 16,-3-4 5-16,0 0 0 0,0 0-2 0,0 0 0 16,0 0 4-16,13-17-3 0,-9 6 1 0,2-5-5 15,-1-1 5-15,3-8-1 0,-2 0-2 16,1-1-3-16,3 0 3 0,-1-3-3 0,1 2 10 16,1-3-11-16,-1 1 1 0,-1-1 2 0,2 0-6 15,-1 1 7-15,-3 1-1 0,-2 2-3 0,0 2 1 0,-2 5-1 16,0 2 3-16,0 0 6 0,1 0-2 0,-2 5-1 15,-1 0-2-15,1 1 1 0,2 2 6 0,-4 1-1 16,0 8-9-16,1-10 11 0,0 5-8 0,-1 5-1 16,2-9-6-16,-2 9-2 0,0 0-4 15,0 0-16-15,0 0-12 0,1-6 6 0,-1 6-27 16,0 0-16-16,0 0-26 0,0 0-30 0,11 15-18 16,-6-6-138-16,0 0-310 0,-3 1 138 0</inkml:trace>
  <inkml:trace contextRef="#ctx0" brushRef="#br0" timeOffset="382.3">6554 3539 5 0,'-2'11'107'0,"-1"1"-5"15,2-2-4-15,0 1-7 0,1 1-12 0,1-1-8 16,0 0 6-16,3-1-8 0,-1 0-3 0,2-1-1 16,0 0 7-16,1-1-6 0,3-2-1 0,-1-1-10 15,3-1-2-15,2 0 2 0,-1-4 4 0,3 0 3 16,2-2-2-16,3-3-2 0,-2-2-2 0,1-2-11 16,7-4 8-16,-8 4-12 0,1-3 15 0,2-4-11 15,-4 5 0-15,-2-3-4 0,-2 1-6 0,-1-3-1 16,-5 2 2-16,-2 2-5 0,1-3 5 0,-5-2-9 15,0 1-3-15,-5-2 5 0,0 2-10 0,-3 2-5 16,-3 0 0-16,-1 0-2 0,0 3-4 0,-4 1-2 16,0 3-1-16,3 3 0 0,-1 0-1 15,-1 5-6-15,1 1 4 0,-6 5-8 0,1-1-9 16,0 4-12-16,1 0-14 0,0 1-25 0,2 1-27 16,3 0-27-16,4-1-18 0,3 0-137 0,1 1-299 0,3-3 133 15</inkml:trace>
  <inkml:trace contextRef="#ctx0" brushRef="#br0" timeOffset="658.66">7003 3185 59 0,'0'-11'187'16,"0"11"-11"-16,0-8-10 0,0 8-20 0,0 0-17 15,0 0-13-15,0 0-12 0,0 0-9 0,0 0-11 16,0 0 2-16,6 26-10 0,-6-3 5 0,3 5-13 16,-2 2-8-16,0 2-4 0,3 0-6 0,-4 0-1 15,2-2-7-15,3 1-8 0,-4-2 2 0,3-3-5 16,1 3-3-16,-4-5 3 0,3 1 0 16,-3-6-8-16,3 0-10 0,-3-1-22 0,1 1-19 0,0-1-19 15,1-1-18-15,-2-5-33 0,2 0-23 0,-1 4-27 16,1-8-110-16,-1-1-278 0,-2-7 124 0</inkml:trace>
  <inkml:trace contextRef="#ctx0" brushRef="#br0" timeOffset="910.05">7268 3225 183 0,'0'-6'175'16,"0"6"-18"-16,0-10-14 0,0 10-17 0,0 0-11 15,0 0-8-15,0 0 4 0,0 0-5 0,5 24 9 16,-4-5-4-16,3 8 1 0,-2 4-5 0,1-2-13 16,2 1-4-16,-1 2-10 0,-2-3-8 0,1 1-7 15,-2-3-6-15,3 0-2 0,-3-7-7 16,1 3-2-16,-2-3-8 0,1-2 1 0,0-3-8 16,0 3-12-16,1-5-26 0,-2-1-28 0,1-2-18 0,-1-10-17 15,1 16-47-15,2-10-17 0,-3-6-30 0,1 11-17 16,-1-11-101-16,0 0-301 0,0 0 134 0</inkml:trace>
  <inkml:trace contextRef="#ctx0" brushRef="#br0" timeOffset="2070.05">7117 3447 61 0,'0'0'130'0,"15"-4"-26"0,-2 2-11 16,5 2 0-16,4-1-16 0,4 0-7 15,1-1-5-15,4 2-8 0,1-2 1 0,-3 1-8 16,2 0-2-16,2-2-8 0,-4 1-1 0,2-2-5 16,-3 1-3-16,-6-1-6 0,-2 1 3 0,0-1-7 15,-8 1 3-15,2 1-4 0,-2 0 5 0,-1 1-2 16,-3-2 2-16,-8 3 9 0,12-1 8 0,-7 0 4 0,-5 1-13 16,6-5-8-16,-6 5 5 0,0 0-7 15,0 0 1-15,0 0-10 0,0 0 1 0,0 0-2 16,0 0 4-16,-29 10 0 0,19-3-2 0,-2 4 0 15,-1 2 4-15,2 3 1 0,-3-1 3 0,-3 6 2 16,2 0-4-16,6-4 0 0,1-1-6 0,2 0 10 16,2-1-8-16,1-3-5 0,1-3 1 0,2 2-1 15,0-11-2-15,2 15 3 0,3-5 0 0,-1-7 1 16,4 4 0-16,-8-7 4 0,18 6-1 0,-8-3-1 16,3-5-3-16,-2 0-2 0,2-2 0 0,0-1 2 15,0-1 1-15,2-2-2 0,0-1-1 0,-1 0-4 16,-1-1 0-16,-5 0-1 0,1 0-5 0,-2-1 3 15,-1 0 0-15,-3 0 2 0,1 0 0 0,-1 1-3 16,-1 2 3-16,0 1 3 0,-2 7-3 16,0-13 1-16,0 13-5 0,0-7 7 0,0 7-7 0,0 0-4 15,0 0 1-15,0 0 4 0,0 0-3 0,-11 18 4 16,9-8-2-16,1 1 0 0,-1 1-2 0,1 0 0 16,2-2 5-16,3 1-2 0,-1 0 1 0,2 1-6 15,0-3 6-15,4 0-1 0,1-2 2 16,0-2 1-16,8 1 2 0,0-4-5 0,1 1 0 0,3-5 5 15,-2 1-4-15,1-2 1 0,1-4 2 0,3-1-3 16,-6 1 2-16,7-2-3 0,-6 1 4 0,-2-2-5 16,-1 1-2-16,1 0 8 0,-4-1-9 0,-1-3 6 15,-1 0 6-15,-4 3 2 0,-2-1 4 0,1-1 3 16,-2 0 5-16,-3 0 4 0,0 1-1 0,-2-1-5 16,1 1 6-16,-4 2 2 0,2 3-5 15,1 6-1-15,-6-10-5 0,1 7-3 0,5 3 0 16,-13 0-6-16,13 0 1 0,-22 9-1 0,9 1-2 15,-2 2 2-15,1 0-3 0,1 2 4 0,3-2-6 0,1 2 1 16,3-4-2-16,-1 0-1 0,5-3 1 0,2 2 0 16,0-9-1-16,0 13 0 0,5-6-4 0,-1-2-6 15,2-2-4-15,0 0-3 0,5-2-2 16,0-1 0-16,1-1-1 0,0-2-4 0,-1 1-1 16,-1-2 0-16,1 2 3 0,-3-3-2 0,1 2 5 15,-3-1 3-15,1 0 2 0,-2 0-3 0,0 0 4 16,-5 4-1-16,6-3 3 0,-6 3-5 0,7-3 4 15,-7 3-5-15,0 0 2 0,0 0-1 0,0 0 13 0,12 12 6 16,-8-1 6-16,0 5 9 0,1 9 2 16,2 7 6-16,2 3-2 0,0 14 0 0,-2 0 4 15,2 4 3-15,-1-5 0 0,-2 3 0 0,-1-2 0 16,3-3-2-16,-5 4 1 0,-2-14-3 0,3 12 1 16,-2-2 1-16,-2-11-3 0,-5-1-1 0,1 1 0 15,-2-1-4-15,-3-1-1 0,-4-5 0 0,2-2-2 16,-3-3-1-16,-3-1-1 0,3-6-4 0,-1-2-1 0,-2-2-5 15,0-2-3-15,2-3-5 0,-3-2 0 16,5-5-5-16,-2 0-4 0,3-3-3 0,0-4 0 16,0-3-2-16,2-5 0 0,2-1 6 0,3-3-7 15,4-10 0-15,2-2 1 0,7 0-2 0,6-13-2 16,4-1 2-16,4 2-4 0,2-1-3 0,-5 13 2 16,9-13-5-16,0 2 1 0,1-1-1 0,0 2-3 15,3 2 2-15,-9 10-4 0,9-14 0 0,-5 3 2 16,-7 11 2-16,1-1-1 0,8-7 8 0,-9 8-2 15,2 2 1-15,-5-3 3 0,-2 3-1 0,-4-2 5 16,-1 4-1-16,-2 1 0 0,-4 9 5 0,-3-2 2 16,-1 3-1-16,0 5 5 0,-1-2 1 0,-1 1 12 15,-3 4-11-15,5 6-2 0,-8-8 1 0,1 8 0 16,7 0 3-16,-21 7 3 0,4 3-3 0,-2 8 1 16,-1 1 1-16,4 3 4 0,0 0-2 15,3 0 3-15,2-5-4 0,3 2 1 0,3-2 1 16,2 2-3-16,4 1 4 0,3-1-13 0,5 0-27 0,-1-3-24 15,5-2-12-15,3-4-30 0,5 6-22 0,-1-6-25 16,7 1-27-16,-8-5-144 0,2 0-341 0,0-1 151 16</inkml:trace>
  <inkml:trace contextRef="#ctx0" brushRef="#br0" timeOffset="2516.46">9147 3428 146 0,'-2'-13'189'0,"-1"3"-1"0,1 0-2 0,-1 2-3 15,3 8-11-15,-2-12-16 0,2 12-15 0,-3-9-19 16,3 9-13-16,0 0-12 0,0 0-7 0,0 0-12 15,-2 30 0-15,2-10-3 0,3 9-9 0,-1 4-3 16,-1-1-5-16,0 1-4 0,-1 1-3 0,0-1-9 16,3 0-2-16,-5-2-3 0,2-1-4 15,-2 0-1-15,3 2-3 0,-1-3 1 0,-1-5-10 0,1 4-23 16,-1-9-25-16,1-1-17 0,-3 0-31 0,-1-1-29 16,2-2-39-16,1-3-28 0,-2-1-22 15,-1-2-106-15,4-9-325 0,-9 16 144 0</inkml:trace>
  <inkml:trace contextRef="#ctx0" brushRef="#br0" timeOffset="2873.81">9165 3399 104 0,'9'-4'144'0,"4"1"-1"16,0 2-17-16,0 1-5 0,1 3-13 0,-3-1-7 15,1 3-12-15,0 0-11 0,-1 4-3 0,-2 0-7 16,1 5-7-16,-4 0-4 0,-1 2-7 0,-3 1 0 16,-1-1 0-16,-6 0-11 0,0 3-6 0,-7-2-1 15,-1-1-2-15,-2 3-1 0,-7-2-4 0,8-7-6 16,2-1-2-16,0-3-4 0,1 2-1 0,2-2-3 16,-2-1 2-16,4-1 1 0,7-4 8 0,-12 2-7 15,12-2-7-15,0 0 11 0,-14 0-10 0,14 0 1 16,0 0-3-16,0 0-2 0,-14 2-3 0,14-2 1 15,0 0-7-15,0 0 2 0,0 0 1 0,0 0 4 16,0 0 9-16,20 21-3 0,-11-14 5 16,2-1-2-16,1 5 0 0,3 0 0 0,0-1-5 0,-1 1 5 15,4 1-6-15,-3 1-3 0,3-4-25 16,-4 1-21-16,4 0-57 0,-4 0-43 0,1 2-112 0,-6-5-277 16,0 1 123-16</inkml:trace>
  <inkml:trace contextRef="#ctx0" brushRef="#br0" timeOffset="3553.08">9523 3829 152 0,'8'-10'197'0,"3"1"-9"16,0-5-9-16,-2 6-11 0,2-7-8 0,1 1-15 0,-1-2-8 15,2 3-15-15,-3-1-8 0,3-1-11 16,-3-1-8-16,0-1-7 0,-1-1-8 0,-1 2-11 15,-3-1-6-15,-1 1-4 0,-3 4-8 0,-1-2 3 16,1 5-1-16,-2-1 0 0,-1 3-6 0,2 7-3 16,-6-11-7-16,4 7-4 0,2 4-4 0,-8-4-5 15,8 4-3-15,-12 3-1 0,2 1-4 0,1 4-2 16,-1 0-4-16,0 6 2 0,1 1-3 0,0-1-2 16,3 1 1-16,1 2 1 0,3-1 1 0,2 0-4 15,3-1-3-15,1-3 5 0,1 3-2 0,2-1-2 16,4 0 3-16,-1-6 3 0,5 0-5 0,3-2 3 15,0 1 0-15,4-4-4 0,-2-2 3 0,2-2-3 16,1 1 1-16,4-6 0 0,-7 2-1 0,2 1 1 16,4-5-2-16,-6 1-1 0,-2-2 1 0,0 1 3 15,0-3-5-15,0 0 3 0,-4-2-2 0,1-1 2 16,-5-1-2-16,2 0-1 0,-7 4 2 0,0-6-1 16,-1 7-2-16,-4-2-1 0,1 1 0 0,-2 0 3 15,0 2-3-15,-3 2 0 0,4 7-3 0,-5-11-3 16,1 9 4-16,4 2-3 0,-16-1 2 0,16 1-2 15,-19 10 2-15,8-3 1 0,-1 5-1 0,-3 0 0 16,5 2 0-16,-2-2 2 0,3 2 0 0,2 1-2 16,1-3 3-16,4-1-2 0,-1-1 2 0,3-10 1 15,-1 15 0-15,1-15-4 0,3 11 4 16,-3-11-3-16,6 11 1 0,-3-6-2 0,-3-5 2 0,7 8-2 16,-7-8 1-16,13 3-1 0,-13-3 3 0,13 3 0 15,-13-3-2-15,10 0 6 0,-10 0-8 0,11 2 2 16,-11-2-3-16,0 0 3 0,15 4-5 0,-15-4 2 15,9 10 0-15,-3-1 1 0,-1 4 2 0,0 4 0 16,3 8 0-16,-2 1 1 0,-2-6 4 16,0 4-3-16,-2 5 2 0,-2-2 4 0,2-1 4 15,-4 0-2-15,0 0 3 0,-2 1 2 0,-1-2 5 0,-3 0 1 16,1 0 2-16,-4-1-3 0,-3 0 3 0,-4 0-3 16,1-1 0-16,-1-4-6 0,-3 1 5 0,1-5-3 15,2-3 0-15,-4 2-6 0,3-7-17 16,0 1-22-16,-8 0-35 0,5-3-36 0,1-2-51 15,1-1-52-15,-1-1-182 0,0-3-420 0,3-2 186 16</inkml:trace>
  <inkml:trace contextRef="#ctx0" brushRef="#br0" timeOffset="4100.51">10313 3471 101 0,'0'0'186'0,"0"0"-16"0,3-9-19 0,-3 9-19 0,0 0-11 16,0 0-6-16,0 0 12 0,0 0-10 0,1 20-6 15,-1-7-1-15,1 3-16 0,0 1-9 0,1 0-5 16,-2 1-6-16,4-3-9 0,-3 0-4 0,1 1 1 16,1-2-12-16,2-3-7 0,0-1-1 0,-1 1-2 15,2-3-4-15,0-1-2 0,1-2 3 0,-1-1-9 16,1-1 1-16,-1 0-3 0,6-1-2 0,-3-2-1 15,1-2-5-15,3-1 0 0,-4-1-1 0,1-2 7 16,1-3-9-16,-2-1-4 0,0-2 0 0,0-2-1 16,1-2 0-16,-1 3-1 0,-2-1-3 0,-3-1 0 15,2-2 3-15,-4 6-4 0,0-1 0 0,-1 3-2 16,3 1 4-16,-4 2 1 0,0 6 6 0,1-11-9 16,-1 11-2-16,2-7-4 0,-2 7 2 15,0 0-1-15,0 0-1 0,0 0-1 0,0 26 1 0,1-13 3 16,-2-2 0-16,3 4-1 0,-2 4 4 0,4-2 0 15,-1 0-1-15,0-4-1 0,2 4 1 0,2-2 1 16,0 0-2-16,0-4-13 0,1 3-15 0,2-3-26 16,-1 0-36-16,0-3-38 0,2-1-40 0,-1-1-34 15,1-2-127-15,-3-2-354 0,-8-2 157 0</inkml:trace>
  <inkml:trace contextRef="#ctx0" brushRef="#br0" timeOffset="4322.3">10783 3324 40 0,'-2'-14'200'0,"0"6"-1"0,1 0-16 0,1 8-16 15,-1-11-20-15,1 11-14 0,0 0-8 0,0 0 0 16,0 0 1-16,0 0 8 0,8 47-7 0,-3-18-9 0,0 1-11 16,-1 2-9-16,-1 3-7 0,3-4-7 0,-3-1-7 15,1 2-7-15,1 0-5 0,-1-4-8 16,4 2-2-16,-4-3-10 0,-2 2-13 0,2-10-27 15,0 5-30-15,0-6-31 0,1 0-39 0,1-3-47 16,-1-4-30-16,0 1-27 0,-1-1-122 0,0-3-346 16,1 1 153-16</inkml:trace>
  <inkml:trace contextRef="#ctx0" brushRef="#br0" timeOffset="4690.46">11172 3456 42 0,'0'0'206'0,"-10"-7"-19"16,10 7-6-16,-16 2-10 0,5 3 3 0,-3 8-10 16,-3 0-7-16,-1 6-12 0,-2-1-12 0,3 2-12 15,5-3-11-15,0 0-12 0,2 1-8 0,1-2-10 16,2 0-1-16,3-5-13 0,2 1-4 0,2 1-6 16,0-4-6-16,2 1-2 0,4-3-3 0,-3 0-6 15,4-2-6-15,0 3 1 0,2-4-5 0,1-2-1 16,1-3 1-16,-1 0-3 0,0-1-6 0,3-1 0 15,-4-3-4-15,4-1 1 0,-2 1-2 0,-3-4-1 16,0 1-1-16,3-4-3 0,-4 3-1 0,-1-3-2 16,-2 3-1-16,1 0 2 0,-1 1-1 0,-1-1 1 15,0 6 3-15,-2-2 1 0,-1 6-3 0,3-9-8 16,-3 9 3-16,0 0-1 0,0 0-3 0,0 0 6 16,0 0 0-16,0 0 0 0,8 23 2 0,-7-12-3 15,-2 0-1-15,3 5 2 0,1 0-1 0,1 0 4 16,1-1-6-16,-2 1-7 0,1-5-29 0,0 2-33 15,3 1-36-15,-2-2-29 0,5-3-45 0,-1 2-35 16,0-3-161-16,0 0-402 0,1-3 178 0</inkml:trace>
  <inkml:trace contextRef="#ctx0" brushRef="#br0" timeOffset="4965.56">11500 3301 214 0,'-1'-12'250'0,"2"1"-5"16,-2 2-3-16,1 9-18 0,0-16-20 0,-1 11-20 16,1 5-21-16,0 0-14 0,0 0-11 0,0 0-3 15,4 27 12-15,-1-2-8 0,1 5 3 16,-3 3-15-16,-1 2-10 0,3-1-9 0,-3 0-12 16,-1 1-9-16,2-2-5 0,-2 0-22 0,-2-2 13 15,1-2-9-15,2-1-11 0,-2 1-3 0,-3 0-2 0,3-12-9 16,1 2-1-16,-1-2 0 0,0 2-26 0,2-2 7 15,-2-5-36-15,2 1-32 0,0-4-22 0,-4 1-25 16,3-3-26-16,1-7-16 0,0 0-12 0,-2 13-19 16,2-13-32-16,0 0-38 0,0 0-168 0,0 0-438 15,0 0 193-15</inkml:trace>
  <inkml:trace contextRef="#ctx0" brushRef="#br0" timeOffset="5268.54">11384 3589 5 0,'-5'-4'184'0,"5"4"-16"0,-4-6-16 16,4 6-15-16,0 0-7 0,-5-7-14 0,5 7-11 16,0 0-11-16,0 0-10 0,0 0 0 0,0 0 0 15,0 0 4-15,19 1-3 0,-6-1 1 0,7 1-7 16,-2-1-8-16,10-1-3 0,-1-1-9 0,3-2-6 16,-4 1-3-16,-4 3-6 0,-3-2-6 0,-2 0-3 15,1-1-3-15,-5 3-4 0,-3-2-3 0,1 0-1 16,-3 2-2-16,1-1-3 0,2-1-6 0,-11 2-3 15,12 2 0-15,-12-2 5 0,10 3-4 0,-5 2-1 16,2-1 4-16,-2 3 3 0,0 3 9 0,0 0 9 16,-1 6 1-16,-2-4-2 0,6 3-3 0,-6 0-6 15,0 2 1-15,3-1-3 0,-5-3 2 0,2 5-3 16,0-1-5-16,-1-2 3 0,0 0-6 0,-1-1-17 16,0 1-29-16,3-3-40 0,-2 1-53 0,2-7-54 15,-3 4-200-15,2-2-410 0,-2-8 181 0</inkml:trace>
  <inkml:trace contextRef="#ctx0" brushRef="#br0" timeOffset="5459.94">11716 3352 64 0,'-2'-6'203'0,"2"6"-20"0,-1-9-23 0,1 9-25 15,0 0-26-15,0-9-22 0,0 9-37 0,0 0-26 16,0 0-40-16,0 0-37 0,23 16-38 0,-17-8-52 16,4 1-154-16,-1-2 68 0</inkml:trace>
  <inkml:trace contextRef="#ctx0" brushRef="#br0" timeOffset="6056.1">12033 3517 180 0,'-2'7'183'0,"0"2"1"16,0-1 3-16,-2 4-6 0,0-1-7 0,-1 3-14 16,1 3-11-16,0-2-16 0,0-2-12 15,2 1-9-15,-1-2-12 0,3 0-11 0,0 0-9 0,0 0-5 16,2-1-8-16,-1 0-5 0,1 0-6 16,2-2-7-16,3 1-1 0,-1-4-3 0,3 2-5 15,-2-3-3-15,-1-1 0 0,3-2-10 0,-3 0 5 16,6 0-8-16,-2 0 2 0,1-4-1 0,-11 2-7 0,14-6 3 15,-6 3-5-15,1-3 5 0,0 0-8 16,-4-1-5-16,3-1-5 0,0-2-6 0,-4-1-1 0,2-1-5 16,-5 0 0-16,3-4-4 0,-4 4 2 15,2-4 1-15,-2 3 1 0,0 2-3 0,0 0 6 16,0-2 3-16,2 3-6 0,-2 0 1 0,1 4 5 16,-1 6 0-16,1-12-1 0,4 7 3 0,-5 5 1 0,9-4 1 15,0 4 1-15,-9 0 6 0,19 4 2 16,-7 2 0-16,4 3-2 0,0 1 2 0,-3 4 2 15,1-1 6-15,-3-1-3 0,-1 1 4 0,1 1-2 16,-2-2-1-16,-3 0-1 0,0-2-3 0,0 0 0 16,-2 0 7-16,0-3-6 0,-1 0-4 0,-1-2 7 15,-2-5-2-15,4 7 11 0,-4-7 12 0,2 6 1 16,-2-6-3-16,0 0-4 0,0 0-2 0,0 0 1 16,0 0 0-16,0 0-4 0,0 0-3 0,0 0 0 15,-19-14-5-15,16 3-2 0,3 1-1 0,1-2-3 16,3-5-3-16,0 0-3 0,1-2 0 0,4 1-2 15,4-3-3-15,0-1 1 0,2 2-3 0,4 2 3 16,-5 5-5-16,1 3 0 0,1 0 1 0,-5 2 2 16,6 2-2-16,-4 3-4 0,5 0 0 0,-5 4 2 15,5 2 1-15,-2 3-4 0,0 4 4 0,-3 0 1 16,1 2 5-16,-6 2 0 0,1 0 9 0,1 1-5 16,-6 0-1-16,3 1 0 0,-3-1-2 0,0 0 2 15,-1 2 2-15,1-2-5 0,-4 2 4 0,2-2-7 16,-2 2-25-16,0-4-33 0,0-1-38 0,3 0-46 15,-6-1-62-15,3-11-64 0,-2 20-161 0,2-20-464 16,-2 12 206-16</inkml:trace>
  <inkml:trace contextRef="#ctx0" brushRef="#br0" timeOffset="6239.27">12883 3506 1824 0,'3'-9'79'0,"-3"1"6"0,2 2-7 0,-2 6-19 15,0-10-12-15,0 10 14 0,3-9-7 0,-3 9-4 16,0 0-14-16,2-8-2 0,-2 8-6 0,0 0-3 16,0 0 0-16,0 0-4 0,0 0-19 0,0 0-26 15,0 0-30-15,0 0-29 0,0 0-50 0,4 29-43 16,1-21-164-16,-5 3-368 0,0-1 163 0</inkml:trace>
  <inkml:trace contextRef="#ctx0" brushRef="#br0" timeOffset="6387.52">12909 3738 34 0,'0'0'193'0,"-1"4"-9"16,1-4-4-16,0 0 2 0,0 0-4 0,0 0-6 15,-2 10-14-15,2-10-16 0,0 0-16 0,0 0-7 16,0 0-18-16,0 0-22 0,0 0-37 0,0 0-46 16,0 0-59-16,19-1-59 0,-19 1-162 15,10-9-307-15,1 4 136 0</inkml:trace>
  <inkml:trace contextRef="#ctx0" brushRef="#br0" timeOffset="6557.64">13187 3607 239 0,'9'-1'243'0,"-9"1"-10"0,0 0 0 16,9-4 1-16,-9 4-9 0,0 0 0 0,5-2-14 16,-5 2-13-16,0 0-22 0,0 0-19 0,0 0-13 15,10-2-13-15,-10 2-13 0,10-3-24 0,-3 1-29 0,-7 2-41 16,11-2-46-16,-11 2-47 0,14-2-51 0,-6 1-55 15,-8 1-49-15,9-1-166 0,-9 1-423 16,0 0 187-16</inkml:trace>
  <inkml:trace contextRef="#ctx0" brushRef="#br0" timeOffset="7824.27">5936 4456 18 0,'-9'-4'124'0,"9"4"-5"0,-8-4-1 0,8 4-2 15,-5-3-6-15,5 3-5 0,-8-3-6 0,8 3-16 16,0 0 4-16,0 0-8 0,0 0-13 0,0 0 0 16,0 0-12-16,-10-4-5 0,10 4-5 0,0 0-7 15,0 0-1-15,0 0-2 0,0 0-5 0,0 0 4 16,0 0 9-16,0 0 3 0,37 5 1 0,-20-2 5 15,3-2-2-15,10 0-3 0,2-1 1 16,1 2-3-16,0-4-3 0,4 1-1 0,16-1-3 0,-15 0-7 16,2 0-6-16,11 1 6 0,-12-2-8 0,16 0 3 15,-4 2-4-15,-1 1-2 0,3-4 3 0,-15 4 1 16,16-2-5-16,-1 2 7 0,1 2-5 0,-2 0 0 16,1 0-3-16,-2 2-1 0,4 0-1 0,1-2 0 15,0 5 1-15,1-4 2 0,-4 1-1 0,0 2-1 16,7 0-2-16,-5 0 4 0,2 7-4 0,3-9 1 15,0-1-4-15,0 3 2 0,4-5-1 0,3 5 0 16,25-1-2-16,-32 0 4 0,1-3-5 0,0 1 1 16,2-2-2-16,0 3 5 0,-1-1-7 0,1-2 7 15,0-1-1-15,2 0 3 0,24 4-2 0,-26-2 9 16,3-3-9-16,28 1 1 0,-28 0 0 0,-2-3-1 16,1 7 3-16,27 0-3 0,-28-2 1 0,1 0 2 15,30 3-2-15,-31-3 1 0,25 1-2 0,-24 0-2 16,25-2-2-16,-26 2 1 0,2 0-1 0,-3 0 12 15,33-3-15-15,-30 6 2 0,24-3 4 0,0-1-4 16,0 0 2-16,-24-4 0 0,30 4-3 0,-5 1 4 16,-3-3-2-16,-25 0-1 0,3 2 1 0,26-2 1 15,1 0-3-15,-30 1 3 0,31 2 0 0,-2-3-4 16,-26 2 4-16,28-3-1 0,-3 0 1 0,-27 3-5 16,1 1-1-16,31-3 4 0,-29 1-4 0,28 1 2 15,-3-10 4-15,0 12-4 0,0-11 1 0,2 4-1 16,4-4 2-16,-9 3-4 0,1-1 3 0,0 2-2 15,-27-3-3-15,31 1 7 0,-28 0-7 0,28-1 5 16,-1 1-2-16,-4 0 1 0,-24 3-3 0,27-3 2 16,-27 3-2-16,1 0-2 0,1 0 4 0,-4-1 0 15,2 0-1-15,-1 1-2 0,-5-4 0 0,-3 6-3 16,-1 0 8-16,-5-1-1 0,-10 0 0 0,-3 2-1 16,1-1-2-16,-4 0 2 0,-5 0 2 0,0 0-4 15,-10 1-1-15,0-1 3 0,-4 1-3 16,-5-1-3-16,2 0 1 0,-6 0-5 0,-6 0-12 0,11 0-8 15,-11 0-18-15,0 0-27 0,0 0-36 0,0 0-42 16,0 0-38-16,0 0-48 0,0 0-169 0,0 0-438 16,0 0 194-16</inkml:trace>
  <inkml:trace contextRef="#ctx0" brushRef="#br0" timeOffset="18833.96">4328 5414 13 0,'-11'0'147'16,"0"-4"-3"-16,4 3 0 0,-3-1-4 0,10 2 6 15,-19 0 3-15,12-1-6 0,7 1-4 0,-10-3-5 16,10 3-12-16,0 0-8 0,-12-1-8 0,12 1-13 16,0 0-10-16,0 0-3 0,0 0-5 0,0 0-3 15,0 0-3-15,37-3-6 0,-5 3-5 0,1-1-5 16,21-6-4-16,-3 4-7 0,-10-1-5 0,10-2-4 15,0 0-6-15,-11 3-14 0,-2-2-24 0,-2 0-22 16,-3 2-35-16,-1 2-21 0,-4-1-28 0,-7 2-26 16,-2 0-22-16,-5 3-146 0,-5-2-336 0,1-1 149 15</inkml:trace>
  <inkml:trace contextRef="#ctx0" brushRef="#br0" timeOffset="19073.64">4589 5309 154 0,'0'0'157'0,"-8"5"0"15,8-5 4-15,-3 15 10 0,2-3 4 0,-4 3-13 16,3 11-10-16,-2 1-11 0,-1 5-14 0,0 2-26 16,-4 12-10-16,0-10-5 0,0 12-10 0,0-13-7 15,2-2-6-15,-1 1-5 0,0-2-5 0,0 2-8 16,-1-3-9-16,2-3-25 0,1 0-27 0,0-2-22 15,2-2-31-15,0-6-36 0,2-1-41 16,2-1-22-16,-4-4-116 0,1-1-308 0,3-2 136 16</inkml:trace>
  <inkml:trace contextRef="#ctx0" brushRef="#br0" timeOffset="19542.93">4724 5486 101 0,'2'-7'221'0,"1"2"-30"0,-3 5-15 16,0 0-17-16,0 0-11 0,0 0-12 0,0 0-9 15,8 27-1-15,-9-10-13 0,-3 8-4 0,0 2-10 16,-1 2-13-16,0 1-7 0,-2-2-8 0,1 1-8 16,0-2-1-16,-3-3-9 0,4-6-5 15,0 0-3-15,-1-2-6 0,4-3-2 0,1-2-4 0,-1-3-4 16,1 3-2-16,0-5-3 0,1-6-6 0,-3 11-5 15,3-11-8-15,0 7-5 0,0-7-4 0,0 0-12 16,0 0 2-16,5 5 1 0,-5-5-10 0,0 0 2 16,14-4 2-16,-3 1 0 0,0 0-1 0,1 1 0 15,5-1 3-15,-4 0 3 0,5 2-1 16,0-1 0-16,-4 3 2 0,5-1 3 0,0 0 0 0,3 1 3 16,6-1 2-16,0 3 7 0,-1-3-6 0,0 1 5 15,1-5-1-15,-1 3 2 0,-5-3 1 0,-2-1 0 16,6-3 6-16,-4 2-5 0,-3-3 1 15,0-1 1-15,-1 0 1 0,-4 1 6 0,1-1 6 0,-6 1-3 16,0-6 1-16,1 3-2 0,-3 0 5 0,-4 1-4 16,0 0 2-16,-2-1-1 0,-2 0-1 0,0 1-2 15,-3-1 1-15,1 5 1 0,-2-1 3 0,-1 2-7 16,1 2-1-16,-2 1-5 0,7 3 0 0,-19 6-1 16,5 1 1-16,-7 8-2 0,4 5 0 0,-2 2 0 15,-2 2 3-15,6 0-7 0,1 3-24 16,2-2-42-16,7-6-44 0,4 5-45 0,2-5-202 0,3-2-387 15,4-2 171-15</inkml:trace>
  <inkml:trace contextRef="#ctx0" brushRef="#br0" timeOffset="19964.54">5679 5651 47 0,'-4'-6'253'0,"-1"-1"-19"0,2 3-20 15,3 4-24-15,-6-7-21 0,6 7-21 0,0 0-11 16,0 0-14-16,0 0-10 0,0 0-7 0,15 28-10 15,-2-11-6-15,3 7-9 0,-1 1-1 0,0 1-11 16,-1 4-4-16,-2-2-5 0,3-2-7 0,-3 0-5 16,-3-4-3-16,-2-2-6 0,-1-5 0 0,0 2-7 15,-1-7 0-15,-1 2-3 0,0-2-1 0,-2-4-3 16,2-1 5-16,-2 0 13 0,-2-5 17 0,4 7 14 16,-4-7 18-16,0 0-5 0,0 0-2 0,0 0-14 15,0 0-5-15,18-17-8 0,-9 1-5 0,0-3-9 16,3-4-4-16,3-2-5 0,-2-4-7 0,4 0-20 15,5-13-7-15,1 1-17 0,-5 10-16 0,4-10-14 16,-4 13-16-16,-4 2-17 0,2 6-22 0,-5 6-41 16,-4 5-54-16,1 3-40 0,-2 3-199 0,-2 2-472 15,-4 1 209-15</inkml:trace>
  <inkml:trace contextRef="#ctx0" brushRef="#br0" timeOffset="20778.62">6434 5774 1740 0,'12'-11'64'0,"-2"-3"-33"0,-2 4-8 16,-3-1 6-16,-3 0 5 0,0 1-6 0,-2-1 11 15,-3 1-2-15,-1 0 1 0,-2 3 5 0,-3-2 7 16,-1 2 4-16,-3 4 3 0,-5-1 1 0,-1 1-4 16,-9 7 1-16,1 5-4 0,-1 4-5 0,0 4-4 15,-1-1-22-15,4 6 2 0,-1 1-3 0,3 3-1 16,3-3-3-16,5-1 3 0,3 0-7 0,6-5 2 15,0 0-5-15,6-2 0 0,2-2 2 0,3 2 3 16,1-4-3-16,2-2-1 0,5-3-5 0,4 1-1 16,3-6-4-16,8 2-6 0,-6-3-5 0,5-4 3 15,1-1 2-15,-1-4-6 0,-2 0 6 0,-6-1-4 16,2-5-1-16,-6 4 3 0,0-2 3 0,-2-1 0 16,-1 1-1-16,-3-1 0 0,1-4-3 0,-5 3 8 15,0-2-2-15,-2 0-2 0,-1 6 1 0,-2-1 10 16,2 3 5-16,0 0 5 0,-2 4-1 0,0 5-2 15,0-10-7-15,0 10-1 0,0 0-2 0,0 0 2 16,0 0-3-16,0 0 5 0,-4 24-1 0,2-7-1 16,-1 2 2-16,0 6-2 0,3-8 1 0,2 4 2 15,-2-4-1-15,1 3-1 0,4-2-1 0,0-3 0 16,3 2 1-16,-2-1 0 0,1-5 2 0,2 2 0 16,1-5-1-16,0 1 4 0,2-2-3 0,2-3 1 15,2 1 1-15,-2-2 4 0,3-3-3 0,0-1-3 16,-5-3 8-16,5-2-7 0,-5 1-3 0,4-5 1 15,-3 1 0-15,-3-1 2 0,3-3-6 0,-4 0 1 16,2-2-2-16,-3 3 3 0,0-4 0 0,-3 1-1 16,4-2-3-16,-4 1 4 0,1 1-5 0,-2-2 4 15,4 3 5-15,-2 4-7 0,-2 0-7 0,1 1 0 16,-1 3-2-16,2 2 3 0,1 2-3 0,0 0 1 16,-7 2 0-16,17 4-1 0,-4 0 0 0,-3 3 10 15,3 6-10-15,-1-1-3 0,-1 1 7 0,-4 3 1 16,1 1-1-16,-3 0 1 0,0 0 0 0,-1 1 0 15,-1-1 3-15,-2 0 0 0,-1-6-1 0,4 2 4 16,-2-1-4-16,1-2 2 0,3 0-1 0,-1-1 3 16,2-2-4-16,-1 1 2 0,1-3 2 0,3-2 2 15,1-2-1-15,3 2-1 0,3-3-3 0,2-3 10 16,0-1-7-16,2-2-2 0,-1-3 0 0,7 0 2 16,-5-3-2-16,-4 1 2 0,-3 0 0 0,0-1 0 15,-1-1-3-15,-2 1-1 0,-2-2 3 0,-2-1-3 16,-2 0 3-16,-2 1 0 0,0 2-1 0,-4 0 0 15,1 1 1-15,-1 1 1 0,0 3-2 0,0 7 1 16,0-12-5-16,0 12 0 0,0-7-2 0,0 7 0 16,0 0 1-16,0 0 3 0,0 0-3 0,-6 26 1 15,2-10 1-15,1 1 1 0,1 1 0 0,-1-1 2 16,2 2 0-16,-2 0 0 0,3 1-1 0,-1-4-2 16,2 3-12-16,2-2-23 0,-2-1-37 0,1-3-47 15,0-1-41-15,-1-2-49 0,2-2-164 0,-3-8-405 16,5 10 179-16</inkml:trace>
  <inkml:trace contextRef="#ctx0" brushRef="#br0" timeOffset="20942.09">7175 5535 115 0,'-2'-6'124'0,"2"6"-30"0,0 0-12 15,0 0-19-15,0 0-32 0,0 0-34 0,0 0-32 16,6 22-44-16,-3-12-85 0,3 2 38 0</inkml:trace>
  <inkml:trace contextRef="#ctx0" brushRef="#br0" timeOffset="21324.97">7521 5753 119 0,'6'-4'199'0,"0"0"-9"15,-6 4-11-15,7-9-5 0,-7 9 4 0,4-8 2 16,-4 8 0-16,2-6-2 0,-2 6-14 0,0 0-7 16,0 0-18-16,0 0-13 0,0 0-14 0,0 0-11 15,0 0-8-15,-27 14-9 0,13-3-2 0,-1 5-4 16,-4 4-12-16,0 1-4 0,-1 0-10 0,6 0 0 16,5-4-3-16,1-2-9 0,2 2-2 0,1-6-5 15,4 0-2-15,0 1-11 0,2 0-4 0,3-3-9 16,0-2-7-16,1 0-6 0,4-1-5 0,0-2-6 15,1 0-6-15,4-5 1 0,3 1-7 0,-5-4 7 16,6 1-1-16,-4-2 7 0,-2 0-4 0,-2-2 0 16,3 0 0-16,-3-2 6 0,-1 0-2 0,0 0 4 15,-4-1-2-15,0 1 2 0,0 0 0 0,-1 1 1 16,0 2 1-16,-4 6 2 0,6-9-1 0,-6 9 0 16,0-8-5-16,0 8 1 0,0 0 2 0,0 0 2 15,0 0 0-15,0 0 4 0,5 19-1 0,-5-6 1 16,-1-3 2-16,1 2 0 0,1 1 0 0,1-2-19 15,-1 2-34-15,3 3-25 0,-2-2-26 0,1-3-36 16,-1 0-30-16,2-3-40 0,3 1-112 0,-7-9-352 16,10 7 157-16</inkml:trace>
  <inkml:trace contextRef="#ctx0" brushRef="#br0" timeOffset="21560.7">7956 5519 146 0,'2'-5'228'0,"-2"5"-18"16,2-10-20-16,-2 10-26 0,0 0-9 0,0 0-1 15,0 0-1-15,6 27 0 0,-4-8-3 0,-2 8 2 16,-3 6-3-16,3 2-21 0,-5 9-12 0,3-8-8 16,-2-2-10-16,0-2-10 0,0-2-8 0,2 2-5 15,-2-3-9-15,0-1-7 0,-1-1-16 0,2-1-22 16,-1-8-38-16,3 0-29 0,-1-2-24 0,-1-4-33 15,2-2-32-15,-1-1-29 0,1-1-25 0,-1-1-172 16,2-7-390-16,0 0 173 0</inkml:trace>
  <inkml:trace contextRef="#ctx0" brushRef="#br0" timeOffset="21830.1">7738 5750 89 0,'0'0'153'0,"18"1"-22"0,-4 1-2 0,6 0-15 0,7 3-7 16,5-2-13-16,-3 1-2 0,5-1-8 0,-1-1 0 16,-1 0-2-16,-2-1-10 0,0 2-4 0,-2 1-3 15,-6-3-1-15,-2 1-6 0,-1 0-6 0,-6 2 2 16,1-2 0-16,-4 2-9 0,-1 0 1 0,0 1 0 16,0 0 6-16,-2 3-1 0,-3 1 5 0,1 1 9 15,-3 2-3-15,-1-1-6 0,-2 6-5 0,-3 0-2 16,2 0-5-16,1-1-5 0,-3 1-1 0,-1 1-5 15,2-2-2-15,-1 2-6 0,-1-2-21 0,0-5-35 16,2-1-38-16,1 2-33 0,-1-3-33 0,1 0-31 16,0-1-157-16,2-8-350 0,-2 11 156 0</inkml:trace>
  <inkml:trace contextRef="#ctx0" brushRef="#br0" timeOffset="21981.91">8169 5621 5 0,'0'0'-2'0,"0"0"0"0</inkml:trace>
  <inkml:trace contextRef="#ctx0" brushRef="#br0" timeOffset="22496.96">8383 5797 114 0,'4'7'142'0,"-4"-7"13"0,-1 12-6 0,0-3-9 15,-2 4-8-15,-2 2 1 0,-2 0-6 16,1 3-6-16,2-2-4 0,0 1-10 0,-1 0-11 0,0 1-2 16,3-2-17-16,-1-2-5 0,2 3-9 0,-1-7 1 15,2 3-8-15,0-13-4 0,3 18-4 0,1-10-8 16,1-3 5-16,1 3-2 0,1-5-3 0,2 1 2 15,1-4-5-15,1 2-1 0,-2-4-8 0,3-4 3 16,-1 1-10-16,0-3-4 0,-1 1-4 0,0-1-8 16,0-6-2-16,1 1-12 0,-4-1 2 0,1-2-2 15,-2 0-8-15,1-2-2 0,-3 0-2 0,-1-2 8 16,4 2-8-16,-4 0 5 0,0 0 5 0,2 3-3 16,-1 4 0-16,0 2 1 0,-2 1 6 15,5 4-4-15,-2 0 5 0,-5 4 7 0,0 0 4 0,19 14 3 16,-10-6-2-16,0 6 8 0,1 1-4 0,-3 0 2 15,0-1-1-15,1 3 1 0,-3-3-4 0,-1-2 1 16,0 0 1-16,0-1-3 0,1-2 1 16,-3-3 0-16,1 1 2 0,-1-3 3 0,-2-4 7 15,3 9 13-15,-3-9 1 0,2 3-1 0,-2-3-2 0,0 0-7 16,0 0 2-16,0 0 0 0,0 0-6 0,7-19-1 16,-5 11-5-16,5-1 2 0,-2-3-6 0,4-2 2 15,2 0 1-15,7-5-6 0,-5 3-1 0,7-2 2 16,-3 4-5-16,-2 5 5 0,3-1-10 0,-2 4 7 15,-4 1-1-15,5 1-2 0,-4 4-3 0,0 2 5 16,-2 3 1-16,0 0-2 0,0 5-2 0,-1-3 3 16,1 7-2-16,-2 1 0 0,-1 1 1 0,1 0-18 15,-1 0-24-15,-3 3-40 0,0-3-45 0,0 3-50 16,4-2-1-16,-1 2-25 0,6 1-133 0,0-4-359 16,5 2 159-16</inkml:trace>
  <inkml:trace contextRef="#ctx0" brushRef="#br0" timeOffset="23100.35">9485 5913 115 0,'0'0'242'0,"-4"-6"-27"0,4 6-19 16,0 0-19-16,0 0-12 0,-14 11-21 0,9-2-8 15,0 1-6-15,-2 4-12 0,0 2-8 0,2 0-9 16,2 1-13-16,1-2-7 0,2 1-6 0,2 0-1 16,1 0-5-16,2-2-6 0,0 0-5 0,0-6-3 15,4 1-2-15,0-1-1 0,0-3-7 0,2 2 5 16,3-6-8-16,3 3 0 0,-1-5-6 0,-1-3-2 16,1-1-3-16,-3 0-4 0,0-2 0 0,0-4-4 15,-2-2-6-15,-1 0-4 0,-2-2-3 0,-3-1-7 16,-2-5-9-16,-2 2-1 0,-2-7-1 0,-2-1 0 15,-2 2-2-15,-2 2-2 0,0 4 1 0,1 2 6 16,2 4-2-16,0 3 8 0,-1 1 4 0,3 2 0 16,0 1-4-16,2 6-2 0,-4-10-4 0,4 10 1 15,0 0 0-15,-1-6 2 0,1 6-4 0,0 0 5 16,0 0-1-16,0 0 2 0,20 13-2 0,-7-10 0 16,0-1-1-16,6-1 2 0,0-1 8 0,3-3-6 15,5 1-4-15,1-2 4 0,1-1-2 0,-2-3 1 16,-1-1-1-16,-7 2 0 0,5-6 1 15,-9 3 1-15,2-2 0 0,-4-2 2 0,-1-1-2 0,-1-1-2 16,-5-1 3-16,3 0-3 0,-1 0 0 0,-4-1-3 16,-1 0 3-16,0 1 0 0,-2 4-2 0,-1 2 10 15,2 1 2-15,-1 2 6 0,-1 8-6 16,1-10-1-16,-1 10-7 0,-1-9-1 0,1 9 0 0,0 0 0 16,0 0 2-16,-4 38 9 0,-1-7 3 0,-4 14 6 15,-4 3 2-15,4 5 2 0,-2 0 3 0,1-2-1 16,1 6 1-16,-2-4-3 0,1 8 11 0,1-6-12 15,1-3-6-15,3-4 3 0,-2-3 0 0,3-9-1 16,0-1-6-16,1-1-7 0,0 0-17 16,-3-5-26-16,-1 0-36 0,3-3-34 0,-4-1-51 0,6-9-44 15,-2-3-37-15,0-3-161 0,1-4-431 0,3-6 191 16</inkml:trace>
  <inkml:trace contextRef="#ctx0" brushRef="#br0" timeOffset="23272.53">9734 6188 2156 0,'3'-7'45'0,"-1"-1"-20"16,0 2-7-16,-2 6-8 0,5-10-6 0,0 7-1 15,1 0-6-15,-6 3-2 0,17-4 2 0,-2 3-15 16,2-1-12-16,4-1-11 0,9 3-20 0,4-1-19 16,2-1-36-16,4 1-30 0,-1-1 4 0,16 2 7 15,5 0 8-15,3-3-99 0,-1 0-244 0,5-3 107 16</inkml:trace>
  <inkml:trace contextRef="#ctx0" brushRef="#br0" timeOffset="23763.17">10992 6077 129 0,'-9'-14'163'0,"1"5"1"15,5 1-9-15,-4 1 2 0,2-1-5 0,-1-1-2 16,4 4-4-16,-3-1-1 0,5 6-5 16,-9-10-6-16,4 6-1 0,1-1-15 0,4 5-11 0,-13-3-18 15,13 3-6-15,-16 7-6 0,4-1-11 0,-2 6-4 16,-5 6-5-16,0 1-3 0,-4 2-7 0,6-2-5 16,4-5-1-16,2 2-7 0,1 0-4 0,3-2-3 15,0 1-2-15,4-5-3 0,2 1-1 16,2-1-4-16,0-2 3 0,2-2-10 0,1-2 1 0,5 2-5 15,1-3-2-15,1-3 0 0,3-1-2 0,7-3-2 16,6-4 0-16,1-4-5 0,-9 2-2 0,4-5-7 16,0-2 6-16,-4-2-1 0,-2-3 1 0,-1 1 1 15,0-1 2-15,-2-2-3 0,-4-1 2 0,-1 1 1 16,-2-3-1-16,1 0 0 0,-3 0 0 16,1-3 1-16,-3 0-2 0,5-1 0 0,-4 2 7 0,-2-2-5 15,2 1 9-15,0 5-10 0,-1 4 7 0,-1 3-3 16,-1 5 14-16,1 3 7 0,-1 2-2 0,0 1-7 15,-1 7-1-15,0 0 0 0,0 0-4 16,0 0 4-16,3 24 4 0,-7 2 3 0,1 6 7 16,-3 13-3-16,0 2 1 0,-1-12-4 0,-4 12 0 0,1 1 1 15,2-15-3-15,0 2 2 0,3 0-2 0,1 0-10 16,-1-5-13-16,3-1-32 0,0-5-35 0,0-4-34 16,0-2-52-16,2-3-29 0,2-2-214 0,-2-4-437 15,4 0 194-15</inkml:trace>
  <inkml:trace contextRef="#ctx0" brushRef="#br0" timeOffset="23998.56">11444 5902 156 0,'0'0'198'0,"0"0"-10"0,-9-9-9 15,9 9 2-15,-18 6-2 0,5 0 0 0,-5 8-17 16,-6 4-6-16,1 2-11 0,0 0 4 0,1 3-11 15,1 1-11-15,3 1-8 0,4 0-13 0,4-2-8 16,3-6-7-16,5 1-8 0,-1-1-10 0,4-5-9 16,7 3-2-16,0 0-9 0,5-4-22 0,2 0-23 15,5-1-31-15,8-2-37 0,3-1-40 0,4-5-41 16,0-1-30-16,1-2-54 0,1 1-143 0,2 0-398 16,13-2 176-16</inkml:trace>
  <inkml:trace contextRef="#ctx0" brushRef="#br0" timeOffset="24460.16">12356 5972 103 0,'0'0'234'0,"2"-8"-25"0,-2 8-17 16,0-7-24-16,0 7-8 0,0 0-5 0,0 0-1 15,0 0-6-15,-17 25-16 0,7-12-12 0,1 1-10 16,1 4-5-16,-1 0-12 0,2 1-6 0,0-1-7 15,4-3-7-15,0 1-7 0,3-5-4 0,0 0-7 16,3 0-1-16,0 0-2 0,4-2-5 0,2-2-4 16,2-3 0-16,8 0 1 0,0-3-6 0,2-4 0 15,1 0-3-15,4-4-4 0,1-2 8 0,-6 0-2 0,-5-4 2 16,-1 0-5-16,2 2 0 0,-5-4 8 16,-1-2-10-16,-3 1 1 0,-4-1-8 0,-4-1-5 15,-4 0-1-15,-4 0-8 0,-9-3-5 0,-4 4-3 16,-3 0 1-16,-2 2-11 0,1 4-2 0,-5 4 2 15,3 2-13-15,-2 5-11 0,0 4-14 0,-1 2-18 0,3 3-26 16,0 2-27-16,7-1-50 0,5 1-33 16,2 3-26-16,5 0-164 0,6-4-422 0,4-1 188 15</inkml:trace>
  <inkml:trace contextRef="#ctx0" brushRef="#br0" timeOffset="24700.05">12828 5824 209 0,'3'-11'230'16,"-1"0"-3"-16,2 1-1 0,0 0-12 0,-4 5-4 15,0 5-18-15,4-11-20 0,-4 11-22 0,3-6-12 16,-3 6-14-16,0 0-11 0,0 0 2 0,6 26-6 16,-4-7-7-16,-2 11-4 0,0 3-7 0,-4 1-12 15,-5 14-4-15,3-1-4 0,-3 0-10 0,0-2-4 16,4-11-2-16,-4 0-9 0,-2 0-3 0,4-3-17 15,1-3-21-15,-1 3-30 0,1-6-28 0,2 0-38 16,0-7-53-16,2-1-48 0,2-5-47 0,0 1-177 16,2-5-451-16,2-1 200 0</inkml:trace>
  <inkml:trace contextRef="#ctx0" brushRef="#br0" timeOffset="24922.1">13095 6018 89 0,'8'-12'240'0,"-6"2"-1"0,2 3-20 0,0 2-19 16,0 2-19-16,-4 3-9 0,0 0-8 0,0 0 6 16,0 0-7-16,0 29-7 0,-2-3-10 0,-2 5-7 15,-2-1-13-15,4 1-9 0,-4 1-12 0,-1 1-9 16,3-1-6-16,-2 0-14 0,-2-1-5 0,4-1-7 16,1-4-16-16,1 0-16 0,-2-5-20 0,6-6-27 15,-4 0-39-15,2-1-19 0,0-4-29 0,0-1-42 16,0-3-20-16,0-6-26 0,0 11-24 0,0-11-147 15,0 0-389-15,0 0 173 0</inkml:trace>
  <inkml:trace contextRef="#ctx0" brushRef="#br0" timeOffset="25118.39">13160 5928 27 0,'9'-7'173'0,"0"3"-4"0,2 0-4 16,3 3-5-16,-1 1-7 0,1 1-12 0,-1 3-12 15,-2 0-4-15,1 3-5 0,-3-1-6 0,1 3-8 16,-2 1-8-16,-4 2-7 0,1 0-8 0,-3 3-6 16,-6 2-7-16,-1-1-2 0,-5 2-10 0,0 0-13 15,-1 4-30-15,-8-1-35 0,6-7-35 0,-3-1-56 16,1 0-27-16,-1-1-46 0,0-1-97 0,2-3-302 16,1-4 134-16</inkml:trace>
  <inkml:trace contextRef="#ctx0" brushRef="#br0" timeOffset="25563.27">13930 6043 150 0,'0'0'266'0,"-4"-9"-12"15,4 9-15-15,-4-7-20 0,4 7-20 16,0 0-20-16,-3-7-21 0,3 7-15 0,0 0-15 16,0 0-14-16,0 0-11 0,16 23 5 0,-7-6-15 0,0 0-8 15,2 5-8-15,-1-3-8 0,-2 5-7 0,-2 2-6 16,1-2-5-16,0-6-7 0,-4 0-2 0,3 0-7 15,-3-3 23-15,1-4-9 0,0 0-4 0,-2-2-5 16,-2-2-1-16,3-1 14 0,-3-6 8 0,3 9 17 16,-1-4 19-16,-2-5-5 0,0 0-6 0,0 0-9 15,0 0-6-15,20-17-3 0,-11 6 4 0,0-3-5 16,4-6-36-16,6-5 8 0,-5 2-10 0,1-5 2 16,2 1-1-16,1-2-5 0,1 0-1 0,2 0-5 15,-4 0-17-15,-2-1-22 0,1 3-18 0,0 0-10 16,-5 4-14-16,-2 5-19 0,-3 7-27 0,-1 2-37 15,2 1-61-15,-4 2-45 0,-1 2-27 0,-2 4-209 16,0 0-527-16,0 0 232 0</inkml:trace>
  <inkml:trace contextRef="#ctx0" brushRef="#br0" timeOffset="25847.55">14310 6141 168 0,'3'8'190'0,"-1"-3"-14"15,0 2-14-15,2 0-7 0,-2 0 5 0,-2-7-3 16,7 12-1-16,-5-6 7 0,4 0-12 0,-2 0-14 16,0-1-8-16,2-1-6 0,1 0-5 0,-1-1-4 15,6-1-5-15,-2-1-11 0,0-1-8 0,4-2-10 16,2-2-5-16,-4-1-8 0,4-3-2 0,-2-4-7 16,-4 4-9-16,-2-1 5 0,-2-1-5 0,2-5-11 15,-6 2 0-15,-2-2-7 0,-2 0-1 0,-2-2-5 16,-6 3-1-16,1 0-7 0,-4 4-3 0,4 1-4 15,-2 4 0-15,-2 0-2 0,-1 5-4 0,-3-2-15 0,-2 4-16 16,1 1-21-16,0 2-20 0,-2 3-23 16,5 3-24-16,-2 1-39 0,8 0-43 0,-3 0-27 15,2 2-171-15,6-4-427 0,-1 1 189 0</inkml:trace>
  <inkml:trace contextRef="#ctx0" brushRef="#br0" timeOffset="26081.79">14677 5902 232 0,'4'-10'241'0,"0"1"-3"0,-2 2-11 0,0 1-17 16,-2 6-20-16,5-9-26 0,-5 9-14 0,0 0 0 16,0 0-5-16,0 0 4 0,11 22-3 0,-8-6-9 15,-1 4-9-15,1 7-9 0,-3 3-9 0,0 0-8 16,0 2-3-16,-3 0-13 0,-2 0-7 0,3-2-7 15,-1-1-6-15,-1 1-9 0,-2-4-22 0,5-1-31 16,-2-4-35-16,2-5-50 0,-1 1-47 0,0-2-27 16,2-2-72-16,0-2-226 0,-2-3-490 0,2-8 217 0</inkml:trace>
  <inkml:trace contextRef="#ctx0" brushRef="#br0" timeOffset="26317.9">15021 5878 80 0,'4'-8'252'0,"-2"2"-26"0,-2 6-24 16,4-7-11-16,-4 7-4 0,0 0 9 0,0 0-6 15,0 22-9-15,-2-5-1 0,0 1-10 16,-3 9-15-16,-1 1-9 0,-2 0-16 0,2 2-5 16,1 0-16-16,-3-1-9 0,4 1-13 0,-4-5-8 0,2 2-5 15,1-3-17-15,2-6-26 0,-1 0-28 16,2-1-26-16,-2-2-24 0,-1-3-28 0,3-1-35 15,-1-3-49-15,1-2-25 0,2-6-26 0,-2 9-22 0,2-9-121 16,-4 5-380-16,4-5 169 0</inkml:trace>
  <inkml:trace contextRef="#ctx0" brushRef="#br0" timeOffset="27388.04">14866 6038 158 0,'0'0'149'16,"5"-11"-17"-16,2 9-8 0,2-1-8 0,5 3-10 0,2 2 3 15,4-2-9-15,2 1-9 0,9 1-4 0,1-2-6 16,0 2 2-16,0 0-10 0,0 1-3 16,0-1-10-16,-3-1-5 0,1 1-5 0,-9 0-5 15,-3-2-3-15,1 0 1 0,-7 1 4 0,2-1-4 0,-6 1 10 16,1-1 3-16,-9 0 6 0,10-2 10 0,-10 2 0 16,0 0 3-16,8 1-9 0,-8-1-8 0,0 0-3 15,0 0-9-15,0 0-3 0,0 0 1 16,-17 19 4-16,7-7-4 0,-5 1-4 0,3 3-1 0,1 0-3 15,-1-1-5-15,2-1 0 0,1-1-10 0,0 1 0 16,4-2 0-16,0-3-2 0,1 2 1 0,1-2-4 16,3 0 0-16,3-2 1 0,-1 0-5 0,2-3 3 15,-4-4-4-15,9 8 0 0,-3-7 1 0,2 1 4 16,-1-1-7-16,-7-1 2 0,16-3-3 16,-7 0-2-16,1 1-1 0,-3-2 0 0,3-2 3 0,-2-1-3 15,-1 0-2-15,0-3 2 0,0 0-2 0,1 0 2 16,-3-1-2-16,0 3 0 0,-1-1-2 0,-1 2 4 15,1 2-1-15,-4 5-3 0,3-7-4 0,-3 7 1 16,0 0-4-16,4-7 0 0,-4 7-1 0,0 0 0 16,0 0-1-16,0 0 5 0,4 18-3 0,-4-18 3 15,0 14-1-15,5-7 3 0,-2 2 1 0,1 0 0 16,2-2 1-16,0 1 4 0,3-1-3 0,3-1 2 16,8-1-2-16,10-1 2 0,1-2-2 0,5-2 5 15,17 0-6-15,-15 0 2 0,16-3-2 0,-17 0 1 16,1-3 4-16,-1-1-3 0,-5 1-1 0,-1-1 6 15,-12 0-5-15,8-2 0 0,-8 1 1 0,-4-1 1 16,-1 0-2-16,-3 1 2 0,0-6 4 16,-3 5 6-16,-2-2 4 0,-1-1 0 0,-2 2-2 0,-1-1 3 15,0 3 8-15,-2-2-2 0,0 10 3 0,-3-12-10 16,0 7-3-16,3 5-1 0,-10-7 1 0,-1 6-3 16,11 1-2-16,-18 5 0 0,3 3 0 0,-1 1-3 15,1 5-2-15,1-5-3 0,-1 3 1 0,3 0 1 16,2 0 1-16,1-1-3 0,4-1 0 0,0-2-3 15,1 1-1-15,1-1-6 0,3-8 2 0,0 12-4 16,0-6 0-16,0-6-2 0,0 0 1 0,1 10 1 16,-1-10 2-16,4 5 3 0,-4-5-3 0,0 0-1 15,0 0 3-15,7 3 1 0,-7-3 0 0,0 0-1 16,0 0 2-16,0 0 3 0,14-8-7 0,-14 8 4 16,0 0-3-16,0 0-5 0,0 0 0 0,0 0 1 15,7 5 0-15,-5 3-1 0,-1 3 2 0,0 6 8 16,3 6 5-16,-3 5-2 0,2 4 6 0,1 1-1 15,-4 2 1-15,0 13 4 0,1-3 2 0,-2 2-3 16,0-12 1-16,-3 1-1 0,2-1 1 0,1-1-1 16,-3-1-3-16,-1-2 5 0,-3 0 0 0,1-2 0 15,-3 0-2-15,-1-6 0 0,0 0-1 0,-3-2-1 16,-1-5 1-16,0-3 1 0,-2-2 1 0,-1-2-1 16,1-4-3-16,0-1 3 0,-2-1 0 0,1-3-1 15,1-3-9-15,5 0 8 0,-1-2-12 0,3 0 5 16,-1-4-10-16,0-2-5 0,3-4-4 0,5-3 0 15,1 0-6-15,7-1 4 0,6-6-8 0,3-2 4 16,2-2-4-16,7 1-3 0,11-10 1 0,0 2-4 0,6 0-2 16,3 0-1-16,1 0 11 0,3 0-8 15,-1 0 1-15,4 0 7 0,-4 4 0 0,-3 1 5 16,-2-1-4-16,-1 3 3 0,-11 7 3 0,-2 0 3 16,-1-1 2-16,-5 1 8 0,-3 1 1 0,-1-1 11 15,-4 7 5-15,-6-2 5 0,2 2 11 0,-5 7 7 0,1-2 2 16,-2 4 7-16,-2-2 2 0,-1 8-6 0,-3-11-1 15,3 11-3-15,-11 0-9 0,11 0 3 16,-24 12-4-16,6-2 0 0,2 4 1 0,-1 5-2 16,-1 3-5-16,0-2 0 0,7-3-3 0,5 2 0 0,0 0-3 15,6-1-2-15,1-1-13 0,2 0-21 16,5-1-18-16,5 0-22 0,8 2-32 0,3-4-38 16,8 1-30-16,0-6-49 0,5 2-39 0,-1-5-191 15,-2 0-477-15,1-2 211 0</inkml:trace>
  <inkml:trace contextRef="#ctx0" brushRef="#br0" timeOffset="29633.43">17531 6232 79 0,'-3'-9'192'0,"3"-2"-12"0,-2 3-15 0,-2 0-13 16,-1-1-4-16,2 4-7 0,-6-2-15 16,0 2-11-16,-1 2-8 0,-1 2-15 0,-2 3-1 0,-5 2-6 15,-5 7 1-15,-1 5-1 0,-1-1-2 0,0 5-3 16,-1 3-9-16,2-1-1 0,2 4-6 0,2-2-13 15,4 1 3-15,3 1-8 0,5-7-5 0,3 0-4 16,1-2-6-16,2-1 0 0,4 0 1 16,2-4-6-16,1-2-3 0,3-2-1 0,4 1-3 0,-2-4-1 15,3-3-3-15,6-2-2 0,0-1-2 0,0-2-4 16,0-4-1-16,1-2 2 0,-3-1-5 0,2 0 5 16,-4-3-3-16,2 0 1 0,-3-2-5 0,-1-2 3 15,2-3 2-15,-2-3-3 0,-6 6 0 0,1-1 1 16,0-6-3-16,-1 7 2 0,-3-1 2 0,-3 0 5 15,1 1 0-15,-1 5 6 0,2 2 3 0,-5-1 1 16,2 2 2-16,0 9-5 0,0-13-5 0,2 8-4 16,-2 5-1-16,0 0 0 0,0 0-2 0,0 0 6 15,0 0-6-15,-14 24-2 0,11-7-1 0,1 0 0 16,-2 3 4-16,-1-2-3 0,3 0-1 0,1 3-1 16,0-3 3-16,2 0-2 0,2-2-1 0,-2-3 2 15,3-3 0-15,1 2 1 0,2-3 0 0,1-2 1 16,2 0 2-16,2 0-2 0,-3-5 1 0,2-1-3 15,2 1 0-15,-3-4 1 0,7-1-3 0,-3 0 1 16,4-5-3-16,-7 2 2 0,0 0-2 0,-4-4 5 16,2 1-4-16,3-5-1 0,-3 1-3 0,-3 1 1 15,3-2 3-15,-1-4-2 0,-2 2 0 0,2-1-1 16,-5 0-3-16,1 2 0 0,-2 1 4 0,-1 2-1 16,1 2-1-16,-2 3 1 0,3 2-2 0,-3 5 2 15,3-10-5-15,-3 10-3 0,0 0 1 0,0-8 3 16,0 8-2-16,0 0 2 0,0 0-1 0,0 0 2 15,-11 32 3-15,9-15-1 0,-2 0-1 0,-4 2 4 16,3 1-2-16,0 3 3 0,-3 2-2 0,2 1 3 16,0-9 0-16,2 2-1 0,0 0 3 0,-1 1-1 15,2-1 2-15,-1-1 0 0,-1 0-1 0,0-3-7 16,1-2-24-16,2-3-29 0,-1 3-30 0,-1-3-35 16,4-1-39-16,0-2-42 0,-2 0-169 0,2-7-402 15,0 0 178-15</inkml:trace>
  <inkml:trace contextRef="#ctx0" brushRef="#br0" timeOffset="30026.47">18446 6205 171 0,'4'-4'235'0,"0"0"-17"0,-4 4-22 16,0 0-11-16,0 0-15 0,0 0-8 0,0 0-5 15,-28 5-3-15,12 5-6 0,0 3-16 0,-5 5-11 16,-1-1-14-16,3 2-6 0,1 1-14 0,3-6-7 16,3 1-9-16,2 1-4 0,1-1-6 0,4-1-10 15,1-2-3-15,3 0-7 0,2-1 0 0,2-1-5 16,1-3-5-16,0 0-3 0,-1-1-4 0,5-2-5 16,-2 0-4-16,5-3-2 0,-2 1-2 0,3-5 1 15,0 1-1-15,-1-4-5 0,1 0 1 0,1-5 0 16,-3 2-3-16,1-4 0 0,-2-1 1 0,0 1 0 15,-2-4-1-15,-1 2-1 0,1 0 1 0,-4 3 3 16,1 2 4-16,-1 0 2 0,-2 3-3 0,1 0 0 0,-2 7-3 16,3-9-5-16,-3 9-4 0,0 0 1 15,0 0-1-15,0 0 6 0,0 0-2 0,8 21 4 16,-7-9-6-16,0 5 9 0,1 1-6 0,0 0 0 16,-2 1-7-16,3-1-17 0,2 2-34 0,-1-1-38 15,2-1-48-15,4-2-59 0,2 0-238 0,-3-2-473 16,6-4 211-16</inkml:trace>
  <inkml:trace contextRef="#ctx0" brushRef="#br0" timeOffset="30407.59">19743 5915 173 0,'1'-10'260'16,"-1"-2"-12"-16,0 2-21 0,-1 1-12 0,1 9-18 16,0-11-16-16,0 11-20 0,-1-10-16 0,1 10-21 15,0 0-11-15,0 0-12 0,0 0-9 0,-14 28-5 16,4-3-5-16,-2 6-5 0,-3 15-4 0,1 7-5 15,0 0-3-15,2 0-9 0,2 1 2 0,0 1-7 16,1 0-2-16,2-4-3 0,1 4-3 0,-2-8-6 16,2-1 4-16,1-11-6 0,-2-1-5 0,1-2-3 15,-2-1-1-15,1 1-4 0,-1-2 1 16,0-1-5-16,1-3 2 0,0-9-6 0,1 3-8 0,-2-1-15 16,3-4-21-16,-4 0-24 0,1-5-25 0,3-3-35 15,1 0-36-15,4-7-37 0,-7 6-49 0,7-6-170 16,0 0-439-16,0 0 195 0</inkml:trace>
  <inkml:trace contextRef="#ctx0" brushRef="#br0" timeOffset="30860.02">19311 6340 143 0,'13'-4'184'0,"5"0"-19"0,10 1-18 16,4 1-13-16,0-1-12 0,2 1-13 0,1 0-11 15,-1 1-9-15,0 1-7 0,0 0-11 0,-3-1-1 16,-2 1-8-16,-2 0-4 0,-5-3-2 16,-2 2-5-16,-2 1-4 0,0-1-5 0,-6 1 1 0,-1-2 5 15,-1 2 11-15,-3-1 6 0,-7 1 9 0,0 0 7 16,14 0 6-16,-14 0-1 0,9-2-3 0,-9 2-8 16,0 0-7-16,0 0-7 0,7 2-11 0,-7-2-8 15,0 0-5-15,0 9-2 0,0-9-3 0,-4 17-4 16,1-3-2-16,-1 3-4 0,-1 1-2 0,2-1-2 15,2-1-1-15,1 1 1 0,-3-1-4 0,6-3-4 16,-3-4-1-16,1 1-2 0,0 0-3 0,2-4-5 16,1 0-2-16,0-1-1 0,-4-5-1 0,9 4-1 15,-4-3 0-15,-5-1 0 0,15-3-1 0,-7 0 1 16,3-4 4-16,-3-2-7 0,-2-1 9 0,2 0-2 16,2-4 0-16,-5-1-2 0,2-1 1 0,-1 1 0 15,-1-1 0-15,1 2 1 0,-3 1 3 0,1 4-2 16,-3 1 3-16,0 0-2 0,1 3 2 0,-2 5-6 0,2-9 0 15,-2 9 2-15,0 0-7 0,0 0 3 16,0 0 2-16,0 0 0 0,3 32 1 0,-4-15 0 16,-1 2 1-16,1 0 2 0,0 0-18 0,1 0-34 15,0 6-35-15,0-7-43 0,1-2-39 0,2 0-43 16,-3 0-150-16,0-6-392 0,1 0 173 0</inkml:trace>
  <inkml:trace contextRef="#ctx0" brushRef="#br0" timeOffset="31216.85">20124 6382 161 0,'0'0'181'0,"0"0"0"0,0 0-4 0,13 10-4 16,-13-2-10-16,2 1-9 0,0 1-6 0,-2 3-8 15,0-3-8-15,0 2-11 0,0 0-8 0,0-2-9 0,0 1-11 16,-2-3-8-16,2-8-7 0,2 13-2 15,-2-8 1-15,0-5 6 0,0 0 10 0,-2 8 7 16,2-8-1-16,0 0-8 0,0 0-8 0,0 0-9 16,0 0-5-16,0 0-8 0,0 0-7 0,9-24-1 15,-6 15-6-15,2-3-6 0,1 0-8 0,3-3 1 16,2 0-6-16,0-1-5 0,0-2-2 0,2 4-6 16,4 1-3-16,-3 3 0 0,0-2 2 0,-2 5-5 15,-1 0-1-15,-1 2-6 0,-3 4-2 0,0 1 2 16,-7 0-3-16,16 4-1 0,-10 2 4 0,-1-1-4 0,3 4 1 15,-3 2-2-15,0 0 3 0,-1-1-13 0,1 5-10 16,-2 1-25-16,-1 1-23 0,-1-2-44 16,1 1-53-16,0-3-47 0,1-3-56 0,-3 1-161 15,0-11-467-15,0 17 208 0</inkml:trace>
  <inkml:trace contextRef="#ctx0" brushRef="#br0" timeOffset="31634.36">20716 6305 172 0,'0'0'230'0,"0"-12"-3"15,0 12-16-15,-2-9-16 0,2 9-20 16,-6-6-11-16,6 6-15 0,-9-4-15 0,9 4-11 15,-17 4-11-15,6 2-3 0,-5 6-10 0,-1 0-9 16,-4 5-7-16,3 3-8 0,2-1-2 0,4-1-11 16,1-1-1-16,2-1-11 0,2 4-1 0,2-4 2 0,3 1-12 15,3-2-9-15,4 1-15 0,0-2-23 16,5 0-21-16,3-3-37 0,1-1-32 0,7-1-47 16,9-3-42-16,1-2-37 0,0-4-114 0,-2-2-364 15,-1-4 162-15</inkml:trace>
  <inkml:trace contextRef="#ctx0" brushRef="#br0" timeOffset="31864.15">21044 6074 95 0,'3'-7'217'16,"-1"3"-8"-16,-2 4-25 0,0 0-19 0,0 0-15 15,0 0 7-15,0 0 8 0,0 28 5 0,-4-1-2 16,1 6-12-16,-1-2-11 0,-3 4-8 0,2-1-14 15,-6 11-11-15,6-12-6 0,-2 1-10 16,3-1-8-16,2-4-12 0,-1 0-8 0,-1-4-5 0,1-4-19 16,3-2-26-16,-3-2-25 0,1-1-28 15,-1-4-37-15,2-2-33 0,-3 0-38 0,3-3-23 16,1-7-22-16,-4 9-178 0,-2-6-397 0,6-3 175 0</inkml:trace>
  <inkml:trace contextRef="#ctx0" brushRef="#br0" timeOffset="32127.09">20893 6297 88 0,'13'-1'134'0,"9"-4"-13"0,8 0-2 0,1 5-10 0,1-2-12 16,4 0 0-16,0-1-2 0,-2 3 4 0,-1 0-9 16,-3 0-3-16,-3-1-1 0,-6 2 4 0,-3-1 5 15,1 2 1-15,-1-1 0 0,-5 1-1 16,-3 0-8-16,-2-2-8 0,0 2 3 0,-1-1-1 0,-2 6 2 15,2-2-4-15,-5 0 7 0,2 4 4 0,0 1-7 16,-3 7-4-16,-2-2 5 0,1 2-5 0,-1 2-10 16,-4-2-6-16,1 1-6 0,0 0-1 0,0 0-11 15,-1-3-25-15,0 1-27 0,1-3-39 0,0 0-40 16,1-3-48-16,-1 1-40 0,2-1-41 0,0-2-174 16,-2-1-422-16,4-7 186 0</inkml:trace>
  <inkml:trace contextRef="#ctx0" brushRef="#br0" timeOffset="32294.46">21361 6183 1772 0,'3'-19'-17'0,"-1"4"32"0,1 3-38 0,-2 3 17 16,-1-1-8-16,1 5 13 0,-1 5-12 0,0 0 0 15,0-11-11-15,0 11-8 0,0 0-23 0,0 0-30 16,0 0-23-16,-1 31-28 0,2-19-74 0,-1-1-228 15,4 1 101-15</inkml:trace>
  <inkml:trace contextRef="#ctx0" brushRef="#br0" timeOffset="32818.39">21589 6361 27 0,'-8'17'196'0,"1"-9"-10"0,-1 3-2 16,0 2-7-16,-2 0-6 0,1-1-13 0,1 2-17 15,2 1-4-15,-1 0-8 0,3-4-11 0,-1 5-11 16,3-4-11-16,2-1-8 0,0 0-6 0,1 0-4 16,5-2-8-16,-3 0-9 0,1-1-4 0,2 1-5 15,-1-6-5-15,4 4-2 0,3-3-8 0,-2-1-2 16,4-1-8-16,-2-4-5 0,-2 1-7 0,1-2-8 16,-1-4-5-16,2 2-1 0,-2-1-1 0,0-2-7 15,-2-4-8-15,2-1 7 0,-1-1-10 0,-1-1 1 16,1-2 3-16,-3 1-2 0,-1 0 0 0,-1 0 1 15,0 0 1-15,1 5 2 0,-1 2 8 0,2 1-6 16,-2 3 1-16,-1-1-4 0,-3 6 1 0,7-6 3 16,-7 6 14-16,0 0 1 0,17 9 7 0,-13-5 2 15,1 6 8-15,0-1 1 0,2 4 5 0,-4-4 1 16,2 1-2-16,-2 1 3 0,-1 0-2 0,1-3-2 16,0-2 0-16,-2 3 3 0,2-5 6 0,-3-4 1 15,2 11 0-15,-2-11 5 0,1 6 12 0,-1-6 1 16,4 6 10-16,-4-6 5 0,0 0 5 0,0 0 0 15,0 0-8-15,0 0-6 0,0 0-6 0,14-11-7 16,-10 6-9-16,5-3-4 0,-1-1-9 0,4-1-1 16,0-3-6-16,2 0-7 0,0 0-3 0,1 1-4 15,2 1-9-15,2 3 1 0,-1 2-3 0,0 1-1 16,-6-1 5-16,0 3-5 0,0 3-1 0,2 0 0 16,2 1 4-16,-7 2-2 0,2 3 0 0,-2 0 1 15,0 1-3-15,-1 3 3 0,0-1 1 0,-4 3 4 16,0-1-6-16,-2 1-2 0,1 1-23 0,-2-3-29 15,-1 2-35-15,-1-1-46 0,0-1-42 0,2-1-39 16,0 1-50-16,-1-10-147 0,2 12-451 0,-2-12 199 16</inkml:trace>
  <inkml:trace contextRef="#ctx0" brushRef="#br0" timeOffset="33431.08">22556 6347 185 0,'1'-5'240'16,"2"-1"-20"-16,-3 6-21 0,4-8-23 0,-4 8-14 16,0 0-9-16,0 0-10 0,0 0 0 0,0 0-8 0,-14 27-10 15,11-16 0-15,0 5-9 0,0-1-13 16,1-2-5-16,1-2-8 0,4 6-8 0,-3 1-3 16,2-1-4-16,2-4-10 0,3-4 0 0,0 2-4 15,1-2-4-15,1 1-1 0,1-4-4 0,0 1-5 0,2-2-6 16,2-1-2-16,-3-3-2 0,1-1-5 15,-1 0-4-15,1-3-3 0,-1-1-3 0,-2-3-7 16,-1 0-4-16,-2-3-13 0,-1-2-12 0,-2-4-2 16,-1-2-1-16,-2-1-6 0,-2 1-2 0,-2-3 7 15,-4-5-6-15,2 2 6 0,-2 2 2 0,1 5-3 16,2 1 4-16,1 5 3 0,-1 0 3 0,1 3 3 16,1 0 6-16,1 3 1 0,-1-1-4 0,3 6 0 15,-5-8-3-15,5 8-2 0,0 0 0 0,0 0 5 16,0 0-3-16,0 0 5 0,0 0 0 0,0 0-3 15,0 0 0-15,28 10 0 0,-10-4 5 0,-1-3-5 0,4-1-3 16,7-1 0-16,-7-2 0 0,7-1 2 16,-7 2-1-16,-2-3 1 0,-4-3-1 0,4-1 1 15,-2 0 1-15,-2-2 0 0,0-1-1 0,-3-1 3 16,1-4 0-16,-1 1-2 0,1-2 3 0,-1-2-2 0,-3 2 3 16,4-6 0-16,-5 5 1 0,1 0-3 0,-1 3 6 15,0 0 12-15,-4 4 4 0,3 2 0 16,-3 1 3-16,0 0-1 0,-2 4-2 0,-2 3-3 0,6-10-8 15,-6 10 3-15,0 0 1 0,0 0 1 16,0 0 3-16,-6 30-4 0,1-6 9 0,-4 5 3 0,-2 0 0 16,1 6 2-16,-7 8-3 0,2 1 0 15,-1-10-2-15,2 11-2 0,3-10 0 0,-7 10 6 0,8-12-10 16,-2 0 1-16,3 1-3 0,0-4 1 0,-1-2 1 16,5-1-3-16,-3 0 1 0,7-7-1 0,1 0-12 15,0-4-21-15,0 0-11 0,1-3-24 0,-2-3-28 16,2 1-26-16,1-2-36 0,-2-9-33 0,2 13-20 15,-2-13-25-15,0 0-190 0,0 0-446 0,0 0 198 16</inkml:trace>
  <inkml:trace contextRef="#ctx0" brushRef="#br0" timeOffset="33598.24">22840 6447 122 0,'3'-9'176'0,"-3"9"-12"15,7-4-9-15,-7 4-8 0,10-5-15 0,-1 4-9 16,1 1-3-16,3 0-21 0,8-1-8 0,1 1-11 16,7 0-35-16,-9-2-41 0,11 2-41 0,-2-1-61 15,1 0-123-15,-10-3-239 0,0 1 106 16</inkml:trace>
  <inkml:trace contextRef="#ctx0" brushRef="#br0" timeOffset="34592.06">24165 6370 84 0,'0'0'184'16,"-6"-13"-10"-16,2 7-10 0,0 1-8 0,4 5-8 0,-13-9-8 16,2 4-11-16,0 1-5 0,0 3-11 0,-4 1-3 15,-2 2-9-15,-2 3-11 0,0 1-7 16,2 1-1-16,-7 9-8 0,8-2-8 0,-4 2-2 15,1 4-4-15,6-5-5 0,3 1-10 0,-2 0 1 0,3 0-5 16,3 0-6-16,2 0-1 0,-1-1-6 0,6-3 0 16,-1-2-3-16,5 0-1 0,2 0 0 15,-2-1-7-15,4-1 1 0,-3-4 0 0,6-1-2 16,-1 0 1-16,2-2-4 0,5-2 1 0,-2-2 0 0,1 0-5 16,1-3 4-16,0-5-2 0,0 1-1 0,-2-3-1 15,4-4-3-15,-6 1 17 0,2-5-3 0,0-2-3 16,-4-1 0-16,-1-3-1 0,-1 2-4 0,-3 0 1 15,0-2-3-15,-1-1 0 0,2 1-5 0,-4 1 0 16,-2-2-1-16,2-2-2 0,1-2 7 0,-3 6-5 16,0-2 1-16,-1 3 8 0,1 0-1 0,-1 6 3 15,-2 3 7-15,2 4 3 0,0 2 5 0,-1 3-1 16,3 1-9-16,-3 6-5 0,0-10-4 0,0 10 0 16,0 0-4-16,0 0-3 0,0 0 6 0,0 0-7 15,4 29 0-15,-4-8 2 0,1 6-1 0,-4 2 2 16,2-2 2-16,-3 4-2 0,3-3-4 0,-2 3 2 15,2-2 2-15,1 0 2 0,-2 0 0 0,-1-3-9 16,2 2-17-16,-1 0-27 0,0-7-43 0,1-4-37 16,-2-1-40-16,4 1-30 0,1-6-32 0,-2 0-159 15,1 0-417-15,1-5 185 0</inkml:trace>
  <inkml:trace contextRef="#ctx0" brushRef="#br0" timeOffset="34822.07">24644 6207 37 0,'4'-5'225'0,"-4"5"-23"0,0 0-18 0,0 0-16 15,0 0-2-15,-13-5 9 0,13 5 5 16,-24 18-13-16,8-4-7 0,-6 7-9 0,-1-2-4 16,0 1-7-16,2 4-16 0,1 0-10 0,7-1-9 15,2-5-12-15,0 4-8 0,5-4-8 0,1 2-5 16,2 6-9-16,6-11-15 0,1 2-19 0,5-1-22 15,2-1-26-15,3-1-40 0,10 2-43 0,2-6-42 16,5-3-34-16,5 1-38 0,0-4-152 0,-2-6-396 16,3 1 175-16</inkml:trace>
  <inkml:trace contextRef="#ctx0" brushRef="#br0" timeOffset="35074.41">25313 6067 31 0,'3'-10'253'0,"1"0"-5"16,-2 4-7-16,0-1-21 0,-2 7-21 0,2-9-15 0,-2 9-26 15,0 0-16-15,0 0-14 0,0 0 4 16,0 0 10-16,-2 26-4 0,-2-5-5 0,-2 7-7 16,1 3-8-16,1 1-12 0,0 0-8 15,0 2-8-15,0 0-7 0,1-5-4 0,-1 3-12 0,4-1-6 16,-2-1-4-16,0-5-10 0,2 2-26 0,0-7-28 15,0-1-37-15,0-2-34 0,4 1-38 0,-4-6-38 16,4-1-32-16,1 0-32 0,1-2-20 0,-2-3-140 0,0-1-408 16,2-1 182-16</inkml:trace>
  <inkml:trace contextRef="#ctx0" brushRef="#br0" timeOffset="35351.24">25550 6399 9 0,'0'0'216'15,"0"0"-24"-15,0 0-7 0,0 0-19 0,0 0-12 16,6 14-15-16,-6-14-4 0,-2 12-6 0,2-5-13 16,2-1-6-16,-2-6-6 0,2 13-7 0,1-7-8 15,1 1-9-15,0-2-1 0,3 1-1 0,2 0-5 16,0-1-1-16,2-2-9 0,-1-2-4 0,1 1 2 16,0-4-9-16,2 1-2 0,-4-2 9 15,3-2-4-15,-6-1 1 0,1-2 0 0,-1 0 1 16,-1-2-7-16,-1-1-3 0,-1-2-6 0,-6-2-3 0,1-2-5 15,-3 1-6-15,-1-1-5 0,-2 2-3 0,1 5-16 16,-1-1-12-16,-1 2-16 0,-1 4-15 0,0 0-21 16,0 0-24-16,1 1-20 0,-1 4-33 0,1-3-30 15,9 3-34-15,-10 0-171 0,10 0-405 0,-5 4 179 16</inkml:trace>
  <inkml:trace contextRef="#ctx0" brushRef="#br0" timeOffset="35714.54">26041 6288 216 0,'3'-7'232'0,"-3"7"-16"0,0 0-22 15,0 0-18-15,0 0-14 0,0 0-3 0,0 0-9 16,-25 5-6-16,13 2-14 0,1 5-3 0,-4-2-9 16,3 3-9-16,1 1-7 0,2-1-10 0,0 0-8 15,2-1-10-15,1-1-6 0,2-2-7 0,3 4-5 16,-3-3-7-16,4 1-5 0,0-5 0 0,0 1-4 15,4 0-13-15,-4-7-6 0,7 7-3 0,-1-4-5 16,1-3-5-16,-7 0 2 0,18 0-6 0,-9-5-2 16,3 0 3-16,-6 2-4 0,1-4 1 0,2 0 0 15,0-1 0-15,-2 0 0 0,1-1-4 0,1-4 2 16,-1 5 0-16,-2-1-3 0,1 0 3 0,-3 0-2 16,0 4 6-16,-2-1 1 0,-2 6 1 0,6-8-2 15,-6 8-2-15,4-5-4 0,-4 5-1 0,0 0 3 16,0 0 2-16,0 0 2 0,5 17 2 0,-5-7-3 15,-1 0 4-15,1-1-1 0,1 2-13 0,3 0-21 16,-2 0-30-16,-2 1-29 0,4-2-41 0,3 0-17 16,3-2-47-16,1 0-201 0,1-2-426 0,1-3 189 15</inkml:trace>
  <inkml:trace contextRef="#ctx0" brushRef="#br0" timeOffset="36136.54">26495 6305 100 0,'-3'-6'198'0,"-1"-4"-19"0,-2 7-12 0,1-2-6 16,-5 1-12-16,-1 3 6 0,-2 3-9 0,-5 3-8 0,0 1-7 15,0 4-2-15,-7 2-6 0,1 4-10 16,8-3-11-16,0 0-8 0,3 1-10 0,-1 1 0 16,8-5-13-16,1 3-8 0,1-3-4 0,2 3-5 15,0-3-6-15,4 2-9 0,2-3-8 0,3 0-6 0,4-2-13 16,0-3-8-16,5 3-6 0,4-6-12 0,-1-1-7 15,0 0-3-15,-3-5-4 0,1 1-5 0,2-5 0 16,-6 1 4-16,3-4 3 0,-3-2 4 16,-1-3-1-16,-3-1 4 0,4-5-1 0,-1-1 1 15,-2-4 5-15,-1 3 4 0,-1-3 2 0,0 1 2 0,-3-4 8 16,3 2 3-16,-2-2 1 0,0 2 10 0,-3 4 9 16,3 0 14-16,-2 6 9 0,-1 4 6 0,-1 2 20 15,3 5 3-15,-1 2 0 0,-4 0-10 16,0 6-10-16,3-6-12 0,-3 6 0 0,0 0-5 0,0 0 4 15,0 0 8-15,-7 37 15 0,-3-12-6 0,4 0-1 16,-1 4-7-16,-4 2 0 0,2-1-7 0,2 2 1 16,1 0-1-16,-2-2-7 0,2 0-1 0,3 1-8 15,-3-4 3-15,2-1 4 0,4-5-28 0,0-2-27 16,2-1-25-16,0-3-34 0,-2-1-35 0,2-5-47 16,0 1-54-16,3-1-38 0,-3-2-221 0,2-3-510 15,-4-4 226-15</inkml:trace>
  <inkml:trace contextRef="#ctx0" brushRef="#br0" timeOffset="38003.17">27901 6115 205 0,'-11'-2'206'0,"1"0"-4"15,0 1-10-15,-2 0-16 0,1-2-10 0,-2 6-11 16,1 1-5-16,-2 2-12 0,-3 3-11 16,-1 1-10-16,2 2-8 0,1 1-10 0,-4 5-6 15,4-6-4-15,1 2-2 0,3 3-2 0,3-1 9 0,0-1-7 16,5 3-1-16,0-2-12 0,3 0-4 0,2 0-6 16,2 0-9-16,3-2-3 0,-2-2-4 0,7 0-6 15,3 0-1-15,2-2-5 0,-3-1-14 16,5-2-10-16,0-2-15 0,-1 0-11 0,0 0-9 0,0-2-11 15,-5-2 1-15,2-2-5 0,-2-2-5 0,0-1-9 16,3-1-4-16,1-1 3 0,-5-1-1 0,3-2 3 16,0 1 5-16,-1-2 5 0,-1-1 6 0,-3-1-1 15,1-1 3-15,1-1 14 0,1 0-7 0,-4 1 3 16,5-3 9-16,-4 2 7 0,1-1 11 0,-5 6 14 16,0 2 15-16,0-2 6 0,-3 2 3 0,1 3-5 15,1 0-1-15,-2-1-6 0,-3 5-6 0,0 0-2 16,0 0-2-16,0 0 0 0,0 0 0 0,0 0 9 15,-14 20 1-15,3-6-2 0,-1-1 6 0,1 2-6 16,1 0 0-16,-3-2-2 0,5 3-7 0,2-6 8 16,1 2 0-16,0-2-4 0,0 1 0 0,3-2-6 15,0 1 3-15,2-1-2 0,0-2-1 0,0-7-1 0,4 13 2 16,-1-8-2-16,2-1-1 0,2 1-1 16,1 0-3-16,3-1-4 0,1-1 1 0,-1-3-12 15,1 0 4-15,-1-1-2 0,2-2 2 0,0 0-5 16,-2 0 5-16,1-3 0 0,-1 1-4 0,0-3 1 15,2-2 0-15,-2 0 1 0,0-2 2 0,2-2-1 16,-3 0 2-16,2 2-4 0,-5-3 3 0,0 4 0 16,1 0-1-16,-2 0 0 0,0 1 6 0,-2 1 2 15,0 3 8-15,-2 2-1 0,-2 4 1 0,5-9-2 16,-2 6-6-16,-3 3-3 0,0 0-3 0,0 0 1 16,0 0 2-16,0 0 0 0,0 0-1 0,3 18 6 15,-6-9 0-15,0 1-4 0,1 0 6 0,-1 3 3 16,1 1 4-16,1-2 1 0,-2-1-5 0,1 1 2 15,0-2-1-15,2 1 0 0,2-1 5 0,0 1 4 0,1-1-2 16,-1-2 2-16,1-1 1 0,3 1-3 16,-1-2-5-16,1-3 2 0,0 3 2 0,-1-4-1 15,8 2-3-15,-2 0 3 0,-3-4-4 0,0-2 6 16,6 1-13-16,-4 0-6 0,0-3 0 0,0-1-3 16,-2-1-1-16,1 0-4 0,2-2-4 0,-2-1 0 0,0-1-5 15,3-3-8-15,-3-1 0 0,-3-2-2 16,1 0 5-16,-3-2-3 0,4 3-1 0,-4-4-2 15,0 1 4-15,0 2 1 0,-2 4 2 0,-2 1 1 16,2 2 3-16,-1-1 3 0,-1 5 0 0,0 5 2 0,1-14 1 16,-1 14-3-16,-1-8 4 0,1 8 0 0,0 0-1 15,-5-9 0-15,5 9 1 0,0 0 1 0,-7-3 0 16,7 3-2-16,0 0 0 0,0 0 0 16,0 0 2-16,0 0 0 0,0 0 4 0,0 0-3 15,0 0 2-15,0 0-1 0,0 0 1 0,0 0 1 0,26 11 1 16,-13-9 3-16,-1 0 0 0,1 0-2 0,0 1 1 15,1-3-3-15,-2 1 4 0,0-1-3 0,-1 4 5 16,-1-4-4-16,-1 0 3 0,-2 1-4 16,-7-1 0-16,15 0 1 0,-15 0 1 0,10-1-2 15,-10 1 1-15,6 1-3 0,-6-1 2 0,8 4-4 0,-4 0 2 16,-4-4 1-16,5 9 9 0,-4-1 3 0,0 3 3 16,3-1-4-16,-4 2 6 0,0 0 1 0,-1 5-1 15,1-3-1-15,-4-2 0 0,8 0-3 16,-4 2 0-16,-3-4 2 0,6 2-4 0,-2-2 0 0,0 0 3 15,0-1 0-15,1-2-5 0,0 0-2 0,1 2 2 16,0-5 0-16,0 1 4 0,3 0 1 0,-1 1-5 16,-5-6 3-16,9 6 3 0,-4-5-2 0,-5-1 0 15,10 0-7-15,-10 0-3 0,14-4 0 0,-9 1 0 16,-1-1-1-16,3-4-9 0,-1 0-4 0,0-1-9 16,-1-2 4-16,0-5-4 0,2 0-1 0,-3-2 6 15,-3 1-4-15,-1 0 3 0,3 2 1 0,-6-3 4 16,3 7-1-16,1-2 2 0,1 1 1 0,-4 2 0 15,2 3 2-15,-1-1 5 0,1 8-2 0,-1-10 3 16,1 10-2-16,0 0 4 0,1-12 0 0,-1 12-1 16,4-6 1-16,-4 6 1 0,9-2-7 0,-9 2 6 15,12 2-3-15,-12-2-1 0,17 6 2 0,-7 0 0 16,-1-3-2-16,0 3 2 0,-1 1-1 0,2 0 2 16,-3 1-1-16,1 0-4 0,-1 2 4 0,-2 0 1 15,0 0 6-15,-1 1 2 0,1-1 0 0,0 1 2 16,-1 0-2-16,-2 1 4 0,1-2-2 0,0 0-1 15,-1 1 1-15,2-1 1 0,-1 1-4 0,-1-1 1 16,3-1 0-16,-1 0 5 0,2-1-1 0,1-2 3 16,-1 0-2-16,4 1 0 0,-2-1 0 0,2-3 0 15,3 2 3-15,0-2-2 0,-3-2-2 0,3-1 3 16,-2-3-1-16,2 2-2 0,-3-1-1 0,2-2 2 16,-1-1-5-16,1-3 1 0,-3 0-1 0,2-1 1 15,-2-4-2-15,-4 1 5 0,3-3-3 0,-3-1-1 16,-1 0-3-16,0 3 10 0,-3 2-10 0,0-1 1 15,-1 2 1-15,0 4 3 0,2-2 0 0,-2 8-7 16,0 0-2-16,-6-11 3 0,6 11-1 0,-12 3-1 16,2 1-4-16,-2 3 7 0,1 1-7 0,-4 0-3 0,3 3-15 15,0 2-17-15,4-2-32 0,-3 1-44 16,5 0-36-16,2 0-42 0,3 0-24 0,1 0-24 16,0-2-198-16,1 2-475 0,3-3 211 0</inkml:trace>
  <inkml:trace contextRef="#ctx0" brushRef="#br0" timeOffset="38220.35">29270 6454 11 0,'8'-10'197'0,"4"-3"-6"0,-5 3-13 15,3-3 3-15,1-2-13 0,-2 0-5 0,2 0 3 16,-1 3-4-16,2-2-2 0,-3 4-5 0,1-3-7 16,-2 5-20-16,2 1-11 0,-3-1-10 0,-1 5-11 15,-1-2-9-15,-5 5-7 0,11-2-10 0,-11 2-3 16,0 0-3-16,12 8-7 0,-8-1-1 0,-2 3-5 15,2 2-6-15,-1-1-1 0,-1 5-4 0,-1-1-5 16,-1 2 0-16,2-5-11 0,-1 4-33 0,-1-5-36 16,2 2-36-16,0-2-37 0,-1 0-47 0,0-5-45 15,2 4-200-15,-2-3-443 0,-1-7 197 0</inkml:trace>
  <inkml:trace contextRef="#ctx0" brushRef="#br0" timeOffset="38474.11">29760 6123 37 0,'2'-10'259'0,"0"-3"5"0,1 8-2 0,-1-1-21 0,-2 6-26 16,0-9-26-16,0 9-19 0,0 0-16 0,0 0-13 16,0 0-4-16,0 0 1 0,-8 39-8 15,4-20-7-15,-1 7 4 0,0-1 0 0,0 3-9 16,0 0-9-16,2-3-11 0,0 2-9 0,0 1-8 15,0-2-8-15,3-7-2 0,-1 2-6 0,0-4-10 0,1-2-12 16,1 2-17-16,0-5-30 0,-1-3-49 0,-1 0-45 16,1 0-57-16,0-9-51 0,1 10-27 15,-1-10-44-15,0 0-143 0,0 0-454 0,0 0 201 16</inkml:trace>
  <inkml:trace contextRef="#ctx0" brushRef="#br0" timeOffset="38627.28">29614 6260 174 0,'0'0'211'0,"6"-5"-21"16,1 3-19-16,1-1-18 0,4-1-16 0,6 1-12 0,3 1-14 15,-1-1-11-15,1 3-14 0,2 2-34 0,-3-2-37 16,2 0-45-16,-1 1-49 0,2-1-54 16,-6-1-82-16,4 1-230 0,-2-2 101 0</inkml:trace>
  <inkml:trace contextRef="#ctx0" brushRef="#br0" timeOffset="39369.56">30688 6104 116 0,'0'0'202'0,"-8"-2"-9"15,8 2-5-15,-5-3-17 0,5 3-18 0,0 0-16 16,0 0-13-16,0 0-11 0,29-6-15 0,-6 6-10 16,5 2 6-16,6-1-23 0,-3-2-30 0,1 1-26 15,-2 0-35-15,-3-2-26 0,-9 2-31 0,1-1-10 16,-9-2-18-16,-1 3-23 0,0 0-96 0,-9 0-242 16,6-7 107-16</inkml:trace>
  <inkml:trace contextRef="#ctx0" brushRef="#br0" timeOffset="39708.75">30891 6036 66 0,'0'0'108'0,"0"0"-2"16,-12-2-15-16,12 2-5 0,0 0-15 0,0 0-2 16,-9 0 0-16,9 0 13 0,0 0 6 0,-3 13 13 15,1-5 0-15,0 5 13 0,-1 5-1 0,3 0-6 16,-2 10-4-16,0-1 1 0,-3 1 3 0,1-1-2 16,2 0-9-16,-2 2-22 0,2-2-8 0,-1-2-6 15,-1 0 1-15,3-5-11 0,-2-1-7 0,1 0-1 16,2-3-5-16,-3 1 0 0,2-6-4 0,-1-1-5 15,1 0 0-15,0-1-3 0,1-1-5 0,0-8-3 16,-4 9-3-16,0-2-3 0,4-7-8 0,-6 4-3 16,6-4-6-16,-10 2 0 0,10-2-6 0,-13-4 0 15,4 0 2-15,1-3 6 0,1 3-5 0,-2-3 0 16,2 0 7-16,1 3 0 0,1 0 1 0,5 4 1 16,-12-7 3-16,9 3 3 0,3 4 5 0,-6-5 0 15,6 5-2-15,0 0-6 0,-6-5 0 0,6 5-2 16,0 0 1-16,0 0-1 0,0 0 6 0,0 0-2 15,0 0-2-15,0 0-8 0,36 8-12 0,-15-5-29 16,-3 4-24-16,11-5-36 0,-3-1-28 0,-4-1-19 16,7 2-17-16,-2-1-135 0,-6 0-330 0,-1 1 146 15</inkml:trace>
  <inkml:trace contextRef="#ctx0" brushRef="#br0" timeOffset="40120.08">31231 6419 155 0,'4'-3'188'0,"-4"3"-2"15,4-8-6-15,-4 8 0 0,2-8-5 0,-2 8-4 16,0 0-11-16,0-8-15 0,0 8-7 0,0 0-17 16,0 0-6-16,-18 1-8 0,7 5-4 0,0-3-9 15,-4 5-6-15,1 1-7 0,1 1-12 0,2-1-6 16,-1 3-2-16,4-5-9 0,0 3 5 0,1-1-14 16,2 1-3-16,3-3-5 0,-1 2-3 0,2-2-4 15,1-7 2-15,4 12-5 0,-2-4-2 0,6-1-1 16,-4-2 1-16,4 1-6 0,-2-2 0 0,1-2-3 15,1-2-6-15,-8 0-1 0,18-2 3 0,-10-2 1 16,2-1-3-16,-1-2-1 0,-2 0 3 0,0-4-4 16,7-2 0-16,-8-2-3 0,2-1-4 0,-2-1 1 0,1-1 5 15,-4-2-2-15,1 1-2 0,1 2 1 16,1-8 0-16,-2 0-2 0,-1 6 4 0,1-2 2 16,-1 5 3-16,0 4-9 0,-3-1 14 0,6 3-4 15,-6 1 4-15,2 2 1 0,-2 7-4 0,1-11-7 0,-1 11-1 16,0 0-6-16,0 0 2 0,0 0 1 15,0 0 0-15,0 0-1 0,0 0 2 0,-5 40 2 16,3-24-1-16,-1 3 4 0,1 0-3 0,-1 7 1 16,-1-7 11-16,3 0-11 0,0 0-3 0,0 0-16 15,-2 0-23-15,0-1-37 0,3-1-33 0,-1-3-42 0,4-3-50 16,-1-1-39-16,-2 2-166 0,2-5-437 16,-2-7 193-16</inkml:trace>
  <inkml:trace contextRef="#ctx0" brushRef="#br0" timeOffset="40326.51">31507 6375 125 0,'0'-8'201'16,"0"8"-19"-16,0 0-15 0,0 0 1 0,0 0 0 16,0 0-8-16,-24 11 0 0,12 0-7 0,2-1-14 15,-2 4-11-15,2 0-10 0,1 0-11 0,2 1-11 0,0 0-10 16,2 0-5-16,0 1-9 0,5-5-6 15,1 3-27-15,2-3-33 0,-1-1-33 0,5 1-37 16,0-5-54-16,5 2-41 0,3-2-43 0,-2-3-107 16,5 1-335-16,-3-4 148 0</inkml:trace>
  <inkml:trace contextRef="#ctx0" brushRef="#br0" timeOffset="40557.61">31857 6110 27 0,'17'9'192'0,"-11"1"-13"0,1 7 16 0,3 9-11 16,-5-1-6-16,1 7-9 0,-2 0-17 0,0 3 0 0,-5 10-9 16,1-12-17-16,-2 1-12 0,-2-2-9 0,1 2-9 15,-1-6-15-15,-3 2-2 0,-1-3-21 16,-3-3-22-16,0-1-23 0,-5-1-31 0,-2 0-41 0,-5-3-42 15,4-10-44-15,-11 4-43 0,-2-2-107 16,0-3-319-16,-3-3 140 0</inkml:trace>
  <inkml:trace contextRef="#ctx0" brushRef="#br0" timeOffset="40848.41">30552 5934 171 0,'0'0'225'0,"-14"19"-22"15,1 5-20-15,2 2-9 0,-4 7-13 16,0 1-14-16,-4 11-14 0,3 1-7 0,-1 3-14 15,7 0-8-15,3-2-7 0,5 1-15 0,2-2-2 0,4-11-7 16,7 9-6-16,1-11-5 0,4-2-10 16,11 8-28-16,-3-12-36 0,13 7-42 0,-6-13-46 0,11 7-41 15,-8-10-188-15,-2 0-355 0,15-1 158 16</inkml:trace>
  <inkml:trace contextRef="#ctx0" brushRef="#br0" timeOffset="43855.47">16494 5234 122 0,'2'-9'190'0,"-2"9"-18"0,0 0-14 0,-3-9-16 16,3 9-12-16,0 0-11 0,0 0 2 0,-19 7-3 15,10 1 1-15,-6 2-3 0,2 6-7 0,-2 5-7 16,0 5-7-16,2 1-7 0,2-2-2 0,2 3-12 15,3-1-7-15,2 0-2 0,0-1-11 0,6-1-3 16,0-6-7-16,2 5-2 0,2-6-2 0,2 0-12 16,1-1-15-16,2-3-24 0,2 1-30 0,1-4-36 15,2 0-36-15,1-2-41 0,0-4-46 0,-7-2-112 16,3 0-337-16,-3-2 149 0</inkml:trace>
  <inkml:trace contextRef="#ctx0" brushRef="#br0" timeOffset="44213.03">16611 5292 49 0,'1'-7'139'0,"-1"7"-4"0,0 0 7 0,0 0 6 16,0 0 10-16,0 0-17 0,0 0-12 0,18 21-7 15,-13-6-2-15,0 4 0 0,0-2-5 0,3 10-10 0,-4-8-7 16,1 1-9-16,1 3-8 0,-2-3-7 15,-1-1-8-15,0-2-3 0,2 0-3 0,-3 1-4 16,2-6-8-16,0-1-5 0,-3-1-2 0,4-1-1 16,-4-1-3-16,1-2-1 0,-1 0 0 0,-1-6 4 15,2 7 7-15,-2-7 12 0,4 8 12 0,-4-8 8 16,0 0-7-16,0 0-4 0,0 0-9 0,0 0-1 16,15-21-11-16,-9 11-5 0,0-6-2 0,3 0-3 15,-1-2-2-15,-1-7-11 0,6 2 1 0,-5-3-3 16,5 1-4-16,-5-3-9 0,4 0-11 0,1 3-2 0,-6 8-11 15,0-1-16-15,2 2-21 0,-5 5-20 0,1 1-23 16,1 2-34-16,-2 1-47 0,-2 2-22 16,-2 5-13-16,8-2-5 0,-8 2-141 0,0 0-387 15,0 0 171-15</inkml:trace>
  <inkml:trace contextRef="#ctx0" brushRef="#br0" timeOffset="44662.9">17018 5445 168 0,'-1'-8'212'0,"1"8"-10"0,0 0-10 0,-11-9-5 15,11 9-11-15,-9-5-8 0,2 3-17 0,-4 4-6 16,11-2-19-16,-18 4-12 0,6 1-10 16,1 1-8-16,-2 3-11 0,-4 4-3 0,3 0-10 0,0 1-8 15,1 1-1-15,3 1-11 0,3 0-3 0,2-4-6 16,2-1-4-16,-1 2-3 0,0-1-2 0,6-1-3 15,-1 0-3-15,3-1-5 0,0-3 2 0,3 1-2 16,1-3-3-16,2 1-2 0,-2-5 3 0,3 1-4 16,2-3 0-16,0-1 1 0,1-2-5 0,-3-1-3 15,0-2 5-15,0-2-6 0,1-4 2 0,-3 0-3 16,2-1-1-16,-1-1 0 0,-2 0 2 0,1-2-1 16,-1 0-1-16,-3 1-1 0,4-9 1 0,-4 6 1 15,-4-1 1-15,4-6-3 0,-2 2 2 0,-1 6 4 16,0 0 6-16,0 1 1 0,-1 1 1 0,-1 6 1 15,4 0 4-15,-2 1-3 0,-1 2-1 0,-1 7-4 16,1-10-3-16,-1 10-5 0,0 0-1 0,1-7-6 16,-1 7 3-16,0 0-3 0,0 0-1 0,3 24 1 15,-4-8 0-15,1 2 0 0,1 6-1 0,-1 1 4 16,-1-2 3-16,1-2-1 0,1 3 1 0,-1-5-7 16,-1 7-10-16,-1-9-12 0,4 1-21 0,-4-1-30 15,2-3-32-15,0 1-31 0,-1-4-47 0,1 1-37 16,0-3-28-16,-1 1-132 0,1-10-410 0,1 10 182 15</inkml:trace>
  <inkml:trace contextRef="#ctx0" brushRef="#br0" timeOffset="44886.42">17306 5461 183 0,'0'0'224'15,"3"-8"-9"-15,-3 8-8 0,0 0-12 0,0 0-12 16,-4-11-13-16,4 11-10 0,0 0-9 0,-16 3-9 15,16-3-10-15,-16 10-8 0,7-2 0 0,-4 3-15 16,1 1-10-16,0 1-8 0,3-2-7 0,4 0-12 16,-4 3-3-16,2-2-11 0,4 1-5 0,-1 2-6 15,2-2-3-15,4-1 0 0,0-2-20 0,2-1-24 16,2 1-35-16,2-2-27 0,0 0-33 0,1-2-43 16,5-1-41-16,2-1-33 0,-2-1-169 0,-1-3-412 15,5-2 182-15</inkml:trace>
  <inkml:trace contextRef="#ctx0" brushRef="#br0" timeOffset="45108.92">17537 5193 146 0,'8'-2'200'0,"0"0"-14"0,-8 2 3 16,15 7 3-16,-4 1-10 0,1 6-13 0,2 1-7 15,-2 9-6-15,-2 5-11 0,-1 3-9 0,-7 1-8 16,-2 2-13-16,-1 0-11 0,-4 1-10 0,-4 9-10 16,-1-10-20-16,-3-2-33 0,-4 11-32 0,1-15-49 15,-2-2-53-15,0-2-57 0,0 0-55 0,-6-3-111 16,1-4-353-16,-1-1 156 0</inkml:trace>
  <inkml:trace contextRef="#ctx0" brushRef="#br0" timeOffset="48206.6">5887 7210 153 0,'23'-8'207'0,"-23"8"-19"0,13-10-23 0,-3 2-11 0,0 2-12 16,1-2-14-16,5-3-12 0,-2 2-16 0,2-3-6 15,-1 1-7-15,2 1-8 0,-4-1-7 16,0-2-3-16,3 4-5 0,-1-4-3 0,-2 1-5 16,-4 4-7-16,0 1-4 0,-1-2 5 0,-2 1 9 0,-1 3 2 15,1 1-2-15,-6 4-1 0,5-7-4 0,-2 2-7 16,-3 5 0-16,0 0-1 0,4-7-7 0,-4 7-1 15,0 0-4-15,0 0-5 0,0 0-2 0,0 0-4 16,-17 14 8-16,10-6-3 0,-1 2-3 0,1 5-3 16,-1 2 13-16,4-2-1 0,0-4-3 0,1 3-4 15,1 0-4-15,2-2 0 0,2 4 0 0,2-4-3 16,0 0-1-16,4-3-3 0,-3-1 1 0,6-1-3 16,7-1 0-16,-1-3-1 0,2-2-6 0,0-2-3 15,2-2-1-15,5-6-5 0,-5 3 1 0,-3-4 3 16,1 1-2-16,-1-3-2 0,-1 0 4 0,-3-1-2 15,0-2 0-15,-2 1 0 0,0 1 5 16,-2-4-4-16,-2 2 3 0,-2-1-1 0,-1-1 1 16,-1 2 3-16,-3 2 7 0,1-6-2 0,-1 4 0 0,-1 2 6 15,1 8 20-15,1-5-1 0,-2 10 5 0,0-12-12 16,0 12-5-16,0 0-5 0,-2-7-1 0,2 7-3 16,0 0 0-16,0 0-1 0,-5 26 5 0,2-11-1 15,-4 4-5-15,1 5 0 0,-1 1 3 0,1-1-3 16,1 0-1-16,-2 3-5 0,2-9 3 0,0 2-4 15,1-3-4-15,-1 3-23 0,0-4-29 0,0 2-28 16,0-1-42-16,1-5-46 0,-1 0-41 0,1-4-44 16,0 3-204-16,0-6-491 0,-2 1 218 0</inkml:trace>
  <inkml:trace contextRef="#ctx0" brushRef="#br0" timeOffset="48389.06">6070 6716 214 0,'-3'-5'205'0,"3"5"-33"0,0 0-15 16,0 0-27-16,0 0-26 0,0 0-31 0,0 0-36 16,0 0-43-16,8 24-34 0,2-14-49 0,-1-1-71 0,5 1-173 15,4 0 77-15</inkml:trace>
  <inkml:trace contextRef="#ctx0" brushRef="#br0" timeOffset="49747.01">7333 7057 11 0,'-9'-3'174'0,"9"3"-9"0,-14 1-12 15,6 3 3-15,-2 5 1 0,0 0-1 0,-10 7-13 16,1 3 0-16,3 1-6 0,-4 1-13 0,3 0-10 16,1 1-12-16,3-1-10 0,1-3-8 0,4-1-9 15,2-1-8-15,2 2-5 0,4-4-7 0,2-1-4 16,2-1-8-16,5 0-20 0,0-2-10 0,9-3-18 16,-1 0-14-16,4-1-17 0,1-3-11 0,9-5-15 15,-2-1-14-15,0-1 1 0,2 0-10 0,-4-3 12 16,4-2-5-16,-2-4 14 0,-2 0-6 0,-1 0 0 15,-2-2 8-15,0 1 25 0,-5-3-3 0,-3 4 7 16,-6-2 13-16,1 1 6 0,-3-1 8 0,-3-2 17 16,-1 0 14-16,-3 2 8 0,-1 3 14 0,-1-1 1 15,-2 2 12-15,-2 3 6 0,1 1 0 0,-2 0-2 16,0 3-5-16,6 4-6 0,-16 1 9 0,6 6 0 16,-7 2-1-16,3 4-2 0,-5 7 3 0,-1 1-6 15,3 2-1-15,-1 1-7 0,4-2-3 0,-1 2-5 16,7-6-3-16,3 1-3 0,-1-2-4 0,1 2-4 15,3-6 1-15,4-1-2 0,0-1-6 0,-1-2 2 16,3-1-4-16,0 0 3 0,4-3-7 0,-2-3-1 0,5 0-5 16,0-1 1-16,0-4-2 0,3 1-1 0,-1-2 0 15,1-1-2-15,-4-1 1 0,2 0 2 16,-1-3-3-16,-2-1 1 0,-1 0-1 0,0-2 2 16,-3 2-2-16,0-6 0 0,-1 4 1 0,-3-2 4 15,2-2-1-15,-1 6 4 0,0 0 5 0,-2 1 8 16,1 1 1-16,1 2-6 0,-2 6-1 0,0-9-1 15,0 9-5-15,0 0-1 0,0 0-5 0,0 0 1 16,0 0-1-16,0 0 0 0,0 0 1 0,0 30-2 16,0-18 1-16,0 4-4 0,0-2 1 0,0-2 0 0,2 1 1 15,1 0 4-15,1-1-4 0,0-1-4 0,-1-2 5 16,3 1-1-16,-2-3-2 0,7-1 5 0,-3 1 0 16,-2-5-1-16,6 0 0 0,1-1 0 15,3-4-3-15,2 0 0 0,1-3-1 0,-2 0-7 0,2-4 3 16,0 1 1-16,0-1-1 0,4-7 0 0,-3 1-1 15,-2-4 4-15,1-2 1 0,-3-3-3 0,3 0 0 16,-4 0 1-16,-3-7-6 0,-1 4 4 16,-1 1-4-16,-4-5 3 0,2 4-1 0,-3-3 3 0,-4-1 1 15,2 4-3-15,-2 9 2 0,2 1 1 0,-2 1 4 16,-1 5 4-16,1 0 1 0,-1 6-1 0,0 6-4 16,0-10-2-16,0 10-4 0,0 0 4 0,0 0-5 15,0 0 6-15,-2 39 2 0,-2-13 5 16,-1 8-4-16,-4 12 0 0,0 1 3 0,1-3-3 0,3-9 22 15,-1 1-5-15,-1-1-4 0,1-6 4 0,1 1-2 16,0 3-7-16,3-5 0 0,4-9-1 16,-2 0-5-16,1-2 3 0,4-2 0 0,-1-4 1 0,1-2 2 15,4-1 0-15,-1-1-2 0,1-2-1 0,3-1-3 16,5-2-2-16,2-4 5 0,-1-2 3 0,9-3-13 16,-9-1 6-16,5-6-1 0,-8 1 0 0,5-4-6 15,0-4 2-15,0 0-3 0,-3-1 5 0,-3-5-6 16,2 0-7-16,-2-3-2 0,-2 0-1 0,1-3 3 15,-6 2 2-15,2-4-5 0,-2 5 2 0,-2-2 1 16,-3 2 2-16,1 11 0 0,-3-2 2 0,1 5 4 16,2 6 5-16,-2-3 3 0,-1 7-2 0,1 0-7 15,-1 6-3-15,0 0 2 0,0 0 0 0,0 0 3 16,-6 22 2-16,1 2-1 0,-3 8 9 0,2-1-6 16,3 5 2-16,-4-3 1 0,1 1-1 0,3 0-1 15,-1-4 2-15,0-1 0 0,4 1-4 0,-1-4 0 16,1-8 2-16,1 2 3 0,4-2-2 0,1-2 0 15,0-5 0-15,1-2 1 0,1-1 2 0,2-2-2 16,2 0-1-16,4-2 8 0,2-1-5 0,0-3-5 16,0-3-2-16,0-1-2 0,1-2 2 0,-1-1-5 15,0-3 3-15,0-1-3 0,2-6-2 0,-3 4-3 16,-1-7 1-16,0 0-3 0,-2-1 1 0,-7 5-2 0,2-2-2 16,-2 2-3-16,-1 1 11 0,-5 3-4 15,1 1-1-15,-2 0 5 0,0 3 3 0,0 8-2 16,-3-10 3-16,3 10-3 0,-6-3 2 0,6 3-1 15,-17 8 1-15,6 2 0 0,-5 4 0 0,0 5 0 16,0 4 3-16,1-3-1 0,6-1-4 0,0-2 1 0,3 1 3 16,1-2-5-16,1 0-9 0,4 1-20 15,2-6-11-15,2 0-34 0,4-1-28 0,2-3-26 16,3 0-44-16,6-3-23 0,0-3-28 0,4 0-153 16,-1-1-412-16,6-4 182 0</inkml:trace>
  <inkml:trace contextRef="#ctx0" brushRef="#br0" timeOffset="50151.24">8884 7222 180 0,'3'-10'194'0,"-2"1"-3"16,-2-1-2-16,1 10-4 0,-5-11-10 0,2 7-9 0,3 4-10 15,-8-4-16-15,8 4-9 0,-14 4-8 16,3 1-6-16,2 4-6 0,-8 4-6 0,1 6-8 0,-1 2-3 16,4-6-9-16,2-1-6 0,-1 1-10 15,3 2-7-15,3-2-6 0,2-3-4 0,0 0-5 16,3-3-5-16,2 0-8 0,1 1 1 0,3-5-5 0,1 4-1 15,-1-5-10-15,4 0-3 0,4-3-1 0,-2-1-8 16,5-1-6-16,-1-2-3 0,4-2-11 16,-3-4 3-16,-1 1-4 0,-1-4 0 0,-1-1-2 15,-2-3 3-15,2 1-1 0,-2-6 4 0,0-5-2 0,-2 2-2 16,-2-2-4-16,0-2 1 0,-1-2 1 0,-1-1 2 16,-1-1 1-16,0-1 2 0,1 2 1 15,-1 0 0-15,-2 2 5 0,2 1 13 0,-2 11 13 16,-1 0 7-16,0 7 15 0,-1-1 5 0,0 3-6 0,1 0 1 15,-1 8-10-15,2-10-6 0,-2 10 2 0,0 0 9 16,0 0 9-16,-2 33 8 0,4-10 2 0,-6 3-5 16,-1 6-1-16,1 1-3 0,-1-1 4 0,1 1-9 15,-1 3-5-15,-2-2 1 0,1 0-7 0,1-5 5 16,-1 1-11-16,1-1-17 0,1-3-28 0,0 0-19 16,1-7-36-16,1 0-44 0,-2-2-46 0,4 0-60 15,-2-5-46-15,1 0-202 0,0-2-509 0,1-10 226 16</inkml:trace>
  <inkml:trace contextRef="#ctx0" brushRef="#br0" timeOffset="50576.8">9960 7160 1638 0,'8'-18'35'0,"0"1"5"0,-2 1-6 0,-1 6 18 16,-2-1 19-16,-1 2-4 0,1 5 3 0,-1-2-5 16,-2 6-10-16,4-10-4 0,-4 10-8 15,3-4-6-15,-3 4-1 0,0 0-2 0,0 0 12 16,0 0 9-16,-2 37 3 0,-3-10 1 0,0 3 2 0,-2 2-3 16,-4 12-1-16,2-12-6 0,-2 14-1 15,3-13-4-15,0-2-7 0,0-2 0 0,-1-3-5 16,2 4-2-16,1-1-3 0,1-4-5 0,-2-6-14 15,2 0-14-15,0-2-37 0,3 1-37 0,-1-6-36 0,-1-2-43 16,3-2-22-16,0-1-29 0,-2-1-175 0,3-6-414 16,-5 6 183-16</inkml:trace>
  <inkml:trace contextRef="#ctx0" brushRef="#br0" timeOffset="51416.45">10036 7070 140 0,'16'-3'161'0,"-3"3"-9"0,1 2-11 0,-1 2-5 16,0 1 5-16,1 5-8 0,-5 1-8 0,1 3-13 15,-2 4-5-15,2 7-7 0,-8-7-5 0,0 7-13 16,-5 0-7-16,-1 1-4 0,-3-2-5 0,-1-5-7 16,0-2-4-16,-3 0-5 0,-2-1-4 0,0-2-4 15,0-3-6-15,1-1-1 0,1-2-4 0,-5-1 0 16,5 0-6-16,0-4-6 0,1 0 0 0,1 0 0 15,1-1-4-15,2 0-3 0,6-2-4 0,-10 1-3 16,10-1-9-16,0 0 1 0,-8 1-4 0,8-1-1 16,0 0 5-16,0 0-1 0,0 0-1 0,0 0-4 15,18 10 3-15,-9-7 1 0,1 4 1 0,0-1 2 16,2-1 4-16,0 1-5 0,3 2-5 0,1-1-9 16,2-1-9-16,-1 3-2 0,2-2-2 0,-1-1-1 15,1-1 6-15,1-2-2 0,1-2 4 0,1 0 2 16,7-3 7-16,0 0 8 0,-1-4 10 0,-1-1 20 15,1 0 4-15,-2-2 3 0,0 1 12 0,0-2 13 0,-7 2 1 16,-1-1 3-16,2-3-4 0,-5 2 7 0,3-2 3 16,-4 0-2-16,1-3-5 0,-2 0 0 15,0 3-3-15,-3-4 3 0,-2 1-1 0,-2 0 3 16,0-1 3-16,-4 5-10 0,-1 0 4 0,-1 0-3 0,0 0-7 16,-1 4-1-16,-2-2-2 0,1 4-2 0,2 5-9 15,-9-7-3-15,9 7-2 0,-16 3-5 16,4 4-1-16,-3 5-4 0,-6 6-3 0,1 1-2 15,4 2 0-15,-2-3-2 0,5-3-3 0,3 4-1 16,4-3-1-16,-2 2 1 0,6-2-5 0,2 1 0 0,2-3 2 16,2-1-4-16,3-4-5 0,1 2-2 0,1-4-5 15,9 3-6-15,-1-2-3 0,2-3-4 0,2 0-5 16,0-4-2-16,7-1-2 0,-1 0-2 16,1-2-1-16,-5 0-1 0,4-3-2 0,2-5-1 0,-3 5 3 15,-7-1 4-15,8-7 0 0,-8 5 1 0,-2 0 1 16,2-2 3-16,-1-3 3 0,-3 2 2 0,-2-1 4 15,-2-2 1-15,-2 3 2 0,-4-2 2 16,-1 5 4-16,0-3 9 0,-2 1 6 0,-1 0 1 0,-1-1-1 16,0 11 8-16,-3-13-1 0,1 3 2 0,-2 5 3 15,4 5-3-15,-9-5 0 0,9 5 2 0,-9-3-2 16,9 3 7-16,-17 6-7 0,9-1-1 16,-4 2-3-16,3 0 1 0,0 3-2 0,0 1-2 0,0 2 3 15,3-1 0-15,2-1-4 0,-3 4 0 0,5-3-3 16,-1 1 3-16,1-3 0 0,3 3 4 0,-1 2-6 15,4-2 3-15,-1-4 4 0,1 8-5 0,2-2-3 16,0 0 0-16,-2-2 1 0,1 1 2 0,-1-3-2 16,-1 1-1-16,1 4-2 0,-2-3 5 0,1-1-3 15,-3 0 1-15,2 0 2 0,-2 0-2 0,-2 2 1 16,-1 3 3-16,-3-5-3 0,1 3 1 0,-2-1 0 16,-1-1 0-16,-1-4-5 0,0 0-14 15,0 2-15-15,-2 2-23 0,-2 0-38 0,5-4-35 0,1-3-36 16,1-2-36-16,1 1-38 0,-2-1-168 0,7-4-436 15,0 0 193-15</inkml:trace>
  <inkml:trace contextRef="#ctx0" brushRef="#br0" timeOffset="51809.13">11024 7383 27 0,'3'-6'227'0,"0"2"-26"0,-3 4-22 0,5-6-7 15,-5 6-7-15,0 0 0 0,0 0-11 0,8 15-3 16,-8-4-18-16,1 0-1 0,-1 5-10 0,0-4-10 16,1 1-5-16,-1-3-13 0,3 3-8 0,-1-2-7 15,0-1-6-15,2 1-10 0,-2 2-5 0,5-6 1 0,-1 1-6 16,1-1-3-16,0-4 0 0,2 0-3 0,1 0 1 16,2 0-6-16,-1-5 6 0,3 1-13 15,-1-1-1-15,3-4-6 0,-3-2-1 0,1 2-2 16,-3-2-2-16,-2 0-3 0,1-3-1 0,0-2-5 0,-1-1 2 15,0 1 0-15,-2-1-3 0,0-2-1 0,-2 1-1 16,-1 5 0-16,0-1-3 0,-2 0 1 16,2 4 5-16,-3 3 3 0,-1 4 0 0,4-12 0 15,-4 12-7-15,1-5-3 0,-1 5 1 0,0 0-1 0,0 0 0 16,0 0 4-16,6 26 1 0,-5-15-1 0,-1 2 0 16,0 2 0-16,1 1 1 0,-1-1-4 0,0 2 2 15,0-6 0-15,3 1-5 0,-2-1-19 0,3 1-23 16,-3-2-24-16,0 0-25 0,2 0-45 0,1 0-36 15,-2-5-41-15,3-2-35 0,-5-3-170 0,0 0-448 16,17 3 199-16</inkml:trace>
  <inkml:trace contextRef="#ctx0" brushRef="#br0" timeOffset="52030.81">11609 7150 84 0,'1'-12'240'0,"2"5"-4"0,-1 1-17 15,-2 6-21-15,2-10-15 0,-2 10-20 0,0 0-4 16,0 0 3-16,0 0-5 0,2 32-2 0,-7-14-9 16,1 6-3-16,0 4-11 0,-2 0-15 0,5-2-7 15,-6 0-9-15,1 2-13 0,1-2-10 0,0-1-6 16,-1 1-8-16,4-6-13 0,-1-5-21 0,1 2-27 16,-1-1-34-16,3 1-34 0,2-7-39 0,-2 3-29 15,6-1-18-15,-2-3-21 0,7 1-33 0,-2-4-167 16,1 1-403-16,3-4 178 0</inkml:trace>
  <inkml:trace contextRef="#ctx0" brushRef="#br0" timeOffset="52393.16">11926 7392 221 0,'1'-12'232'0,"-1"0"-1"0,0-1-7 0,-5 4-9 16,3 2 2-16,-5 0-17 0,2 2-12 0,-3 0-11 15,-1 5-10-15,9 0-16 0,-18 6-10 0,2 2-11 16,-2 3-10-16,1 7-12 0,2-5-4 0,2 2-8 15,-5 6-10-15,7-7-6 0,-1 4-10 0,1-3-6 16,5 1-8-16,0-5-3 0,4 1-6 0,-1-2-7 16,3 2-1-16,0-12-5 0,5 16-9 0,1-10-7 0,0-1-8 15,5 0-2-15,-1-4-3 0,1-1-6 16,3 0-7-16,-3-4 2 0,5 1-6 0,-1-4 2 16,0 1 1-16,-5-4-3 0,3 0-2 0,-3 1 1 0,1-2-6 15,-2-3 1-15,2 0 2 0,-4 2 1 16,-2 2 3-16,-1 0-1 0,2 0 1 0,-2 5 4 15,0-1 2-15,-4 6-2 0,4-10-2 0,-4 10 3 16,0 0 5-16,0 0 11 0,0 0-3 0,0 0 5 16,6 19 0-16,-5-9-3 0,-2 2 1 0,2 4 1 0,-2-1-5 15,-1 0 4-15,2-3-4 0,0 4 5 16,0 0-14-16,2-1-16 0,0-5-25 0,3-2-45 0,-1 3-60 16,0 0-47-16,4-4-30 0,1 1-35 15,-7-3-142-15,-2-5-438 0,16 1 193 0</inkml:trace>
  <inkml:trace contextRef="#ctx0" brushRef="#br0" timeOffset="52643.56">12199 7254 180 0,'4'-18'242'0,"-4"6"-2"16,2 2-2-16,0 2 0 0,-2 1-10 0,1 1-13 15,-1 6-23-15,4-7-10 0,-4 7-19 0,0 0-8 16,0 0 9-16,5 20-6 0,-2-2 0 0,-6 0-6 15,5 8-11-15,-2 2-8 0,-2-2-5 0,-5 4-3 16,4-2-13-16,1-1-9 0,-4 1-4 0,1 0-11 16,-1 0-9-16,2-1-6 0,1-3-8 0,-4 1-2 15,3-1-12-15,1-4-25 0,1-2-31 0,-2-1-25 16,0 0-30-16,1-6-35 0,-1 1-38 0,0-1-40 16,0-2-51-16,4-3-39 0,-4 0-42 0,-1-2-180 15,5-4-523-15,0 0 232 0</inkml:trace>
  <inkml:trace contextRef="#ctx0" brushRef="#br0" timeOffset="52928.89">12012 7464 140 0,'-4'-7'200'0,"4"7"-23"0,0 0-10 16,0 0-12-16,0 0 0 0,0 0-5 0,0 0-8 15,23 4-9-15,-12-4-9 0,9 3-8 0,0 0-16 16,9-3 2-16,2-2-13 0,-2 2-7 0,1-2-6 15,-1 2-8-15,-2 0-5 0,-6-2-7 0,-2 2-2 16,0 0-2-16,-4 0-9 0,1 2-3 0,-5-2-1 16,1 2-3-16,-4 0 1 0,3-1-2 0,-3 1 6 15,0 4 2-15,-3-3-1 0,0 4-1 0,1 0 6 16,-4 3 1-16,3-3 0 0,-4 2-2 0,1 3-5 0,-2-1 1 16,-2 6-4-16,2-6-4 0,-1 6-4 15,-4-5 1-15,5 3-3 0,-5-5-7 0,2 1-26 16,2 0-27-16,-3-1-44 0,2-1-57 0,2-9-63 15,-4 16-66-15,1-11-163 0,3-5-461 0,-11 4 205 16</inkml:trace>
  <inkml:trace contextRef="#ctx0" brushRef="#br0" timeOffset="53114.78">12511 7318 2624 0,'0'0'0'0,"-4"-12"8"0,4 12-5 0,-1-7-19 16,1 7 5-16,0 0-2 0,0 0-8 0,0 0-2 0,0 0-14 16,0 0-19-16,0 0-24 0,0 0-21 0,-6 20-22 15,6-20-29-15,4 17-17 0,-2-7-137 0,3-1-331 16,-1 3 147-16</inkml:trace>
  <inkml:trace contextRef="#ctx0" brushRef="#br0" timeOffset="53639.71">12634 7448 13 0,'0'0'207'0,"0"0"-13"16,0 0-13-16,0 0-9 0,0 0-10 0,-2 12 1 16,2-12-3-16,-6 7-5 0,3-1 6 0,-1 4-3 15,2 0-7-15,-2 2-14 0,1 3-4 0,0-4-14 16,1 2-6-16,0 2-6 0,2-2-1 0,-2-2-19 16,0 6 0-16,4-6-5 0,-4 0-16 0,6-2-2 15,-4-4-6-15,4 5-3 0,-1-3-8 0,2-3 2 16,-1-1-3-16,-4-3-5 0,9 7 2 0,-9-7-6 15,10 1-1-15,-10-1-4 0,17-9-5 0,-11 6-4 16,1-3-6-16,3-4-5 0,-2 3 0 0,-3-2-6 16,3 0-12-16,-2 0-2 0,2-1 10 0,-3-1-15 15,3 0 7-15,-1-4-2 0,0 3-1 0,-2 1 7 16,1 0-6-16,1 1-3 0,-1 1 4 0,0 4-4 16,-2-1 3-16,2 1-4 0,-1 2 0 0,-5 3-1 15,12-1 5-15,-12 1 6 0,15 4-6 0,-9 2 1 16,1 2 6-16,-1 1 3 0,0-2 3 0,-2 4 6 15,-2-1 0-15,1 0 6 0,1 0-4 0,-4-1 5 0,-2 2-2 16,4-2 1-16,-2-9-4 0,-2 13 4 16,2-13 2-16,0 8 1 0,0-8 8 0,0 0-3 0,-3 5 4 15,3-5-5-15,0 0 1 0,0 0-2 16,0 0-6-16,0 0 4 0,0 0-1 0,0 0-2 0,0 0-2 16,7-26-3-16,-3 17 3 0,4 0-3 15,-2-2-4-15,7-2-2 0,1 1 1 0,0 0 4 16,10-3-1-16,-1 1-5 0,2 1-2 0,-7 4 4 15,2 3-4-15,-2 0 4 0,2 2-6 0,-2 1 4 0,-2 1 2 16,-4 4 6-16,0-1 4 0,-1 1 2 0,1 2-2 16,-3 2 3-16,-3 0-1 0,3 2 0 15,-1 0 3-15,-4 2-2 0,2 0-7 0,-5 0 0 16,5 0-2-16,-4-1-3 0,0 1-32 0,-2 3-41 0,2-4-50 16,-1 4-60-16,-2-6-77 0,-1 2-67 0,0-1-216 15,2-8-578-15,0 0 256 0</inkml:trace>
  <inkml:trace contextRef="#ctx0" brushRef="#br0" timeOffset="53814.51">13365 7574 3182 0,'6'-4'112'0,"-6"4"-71"0,7-5-20 16,-7 5 5-16,7-4 1 0,-7 4 31 0,5-1 22 16,-5 1 14-16,0 0-2 0,0 0-3 0,8-5-2 15,-8 5-20-15,0 0-3 0,0 0-16 0,4-5-2 16,-4 5-30-16,0 0-40 0,0 0-42 0,0 0-50 15,0 0-72-15,0 0-75 0,0 0-320 0,0 0-630 16,0 0 279-16</inkml:trace>
  <inkml:trace contextRef="#ctx0" brushRef="#br0" timeOffset="55290.14">8258 8225 32 0,'0'0'180'0,"0"0"2"0,0 0-6 0,0 0 1 15,-9 17-1-15,3-6-11 0,-3 3-6 0,-7 9-7 16,0 3-8-16,-4 3-1 0,-1 13-11 0,-2 0-4 16,6-11-12-16,-8 12-8 0,6-11-7 0,-6 7-7 15,7-7-10-15,2-3-5 0,2 0-13 0,-3-3-3 16,6 1-3-16,-2-1-8 0,1-2-7 0,3-7 5 16,0 2-13-16,-1-3-2 0,1 1-15 0,3-4-17 15,-2 1-25-15,2-3-30 0,1-1-35 0,0-4-37 16,1 0-30-16,1-1-27 0,3-5-210 0,-10 5-421 15,10-5 187-15</inkml:trace>
  <inkml:trace contextRef="#ctx0" brushRef="#br0" timeOffset="55458.92">7861 8416 59 0,'0'-6'262'16,"0"6"-30"-16,1-11-24 0,-1 11-21 0,1-9-18 15,-1 9-17-15,0 0-15 0,0 0-15 0,0 0-18 16,0 0-36-16,0 0-34 0,21 20-48 0,-14-13-53 16,5 7-57-16,-2 1-132 0,3 3-275 0,2 1 122 15</inkml:trace>
  <inkml:trace contextRef="#ctx0" brushRef="#br0" timeOffset="55615.44">8276 8829 31 0,'4'3'236'0,"0"1"-13"16,-4-4-4-16,6 3-11 0,-6-3-17 0,0 0-16 0,6 3-21 16,-6-3-13-16,0 0-16 0,8 5-29 0,-8-5-38 15,5 3-48-15,-5-3-62 0,6 3-55 16,-6-3-178-16,0 0-309 0,15 5 137 0</inkml:trace>
  <inkml:trace contextRef="#ctx0" brushRef="#br0" timeOffset="56876.58">8931 8835 9 0,'10'-16'236'0,"0"0"-9"16,-3-1-16-16,6-5-13 0,-5 4-11 0,1-5-6 15,-2-1-11-15,1 0-15 0,0-1-9 0,-2 0-13 16,0 0-9-16,-4 9-6 0,0-1-5 0,0-2-8 16,-2 3-5-16,-2 5-10 0,2 2-5 0,-1 0-4 15,1 9-9-15,-3-13-11 0,1 7-4 0,2 6-8 16,-8-7-6-16,-1 5-7 0,9 2 9 0,-18 2-18 16,7 3 0-16,1-1-6 0,2 0 3 0,-1 1-6 15,2-3-7-15,1 4-2 0,2 0 0 0,4-6-8 16,-1 9 1-16,1-9 1 0,8 9 2 0,2-3-8 15,0-1-1-15,7-1-4 0,3-1 3 0,-1 0-4 16,2-1 5-16,7 1 0 0,-9-1 2 0,-1-1-5 16,-4 1-5-16,-2 1 2 0,0 0 3 0,4 4-1 0,-5-1 2 15,1 3-1-15,-2 1 3 0,0 4 1 16,-5 1-1-16,1 2 2 0,-3 2 5 0,0 0 0 16,-2 1-2-16,1-1 3 0,0-2-4 0,-4 1 4 15,0 2 2-15,4-4-6 0,1-5 3 0,2 1-2 0,-1-1 2 16,3 0 5-16,0-1-5 0,2-2 0 15,1-1 0-15,1-4 6 0,0 1-7 0,3 0-5 16,5-3-2-16,-2-1-1 0,1-4-5 0,-1 1 0 16,-1-4-1-16,1 2 0 0,2-2 3 0,-4-3-3 0,3 0 2 15,-4-2 3-15,2-1-5 0,-4 0 5 16,2-1-2-16,-1-9 1 0,-6 7 1 0,1-2 1 16,-2 0 1-16,-3 2 0 0,-1 0 2 0,-1 0 3 15,-2 4 0-15,-3-4 2 0,1 7 4 0,1-1 0 0,-2 2 2 16,-2 1 3-16,1 2-4 0,-1 2-6 0,6 3 3 15,-15-2-7-15,4 5 10 0,0 4-5 0,-3 3 1 16,0 4-6-16,0 8 6 0,-3-2-4 16,5 3 1-16,3-1 2 0,4-3 1 0,2-2-1 0,1 1-5 15,3 1-9-15,1-2-7 0,4-2-22 0,0 2-14 16,3-7-16-16,4 1-13 0,2 0-14 0,2-2-16 16,4-4-10-16,7 0-8 0,0-3 3 15,3 0 1-15,1-5 8 0,-1 1 10 0,-1-3 12 0,1-4 14 16,0 1 10-16,-3-3-9 0,1-2 18 0,-3 2 7 15,-2-1 17-15,-7 0 11 0,0-1 8 0,-2-1 3 16,4-4 15-16,-8 1 10 0,-2 4 24 0,-1-4 10 16,-4 3 16-16,1-2 1 0,-4 5 11 0,-2-2 0 15,-2 3 8-15,1 0 10 0,-1 3 2 0,0 0 0 16,-4 4-11-16,7 3-3 0,-20-4 1 0,8 6-3 16,-7 2-5-16,4 4-4 0,-2 2-2 0,2 1 0 15,-2 0-9-15,3 0-4 0,0 2-8 0,2-2 2 16,6-1-9-16,-2 4-2 0,3-5-4 0,2 1-2 15,1 0-12-15,2-3 3 0,0-7-9 0,2 10-2 16,-1-4-11-16,-1-6 1 0,9 10-3 0,-6-8 2 16,3-1-3-16,-6-1 2 0,12 2 0 0,-4-2 2 15,-8 0-1-15,12-2 4 0,-12 2-4 0,11 0 2 16,-11 0-4-16,13 2 3 0,-8 0-4 0,-1 2 1 16,1 2 2-16,3 2 3 0,0 6 0 0,-1 1 0 15,-2 2 2-15,0-1 2 0,-1 4-2 0,1 1 5 16,-1 2 0-16,0 2 0 0,-3-1 0 0,-1-3 2 15,1 4 5-15,-3-1-1 0,-2 4 0 0,0-7 6 16,-6 3-3-16,0-1 4 0,-3 0-2 0,0-1 3 16,-5-3-5-16,0-1 4 0,3-4-7 0,1-1 2 0,-3 2-6 15,2-5-8-15,-3-3-29 0,5 3-31 16,2-5-39-16,-1-1-31 0,3-1-38 0,2-3-36 16,-2 0-151-16,9 0-386 0,-12-4 170 0</inkml:trace>
  <inkml:trace contextRef="#ctx0" brushRef="#br0" timeOffset="57260.21">10059 8685 225 0,'5'-4'221'0,"-5"4"-16"0,0 0-13 16,0 0-9-16,0 0-7 0,0 0 1 15,-3 30-9-15,-2-15-12 0,1 2-14 0,3 0-15 0,0 0-5 16,1-1-12-16,2 1-11 0,2 1-12 0,1-4-5 15,3-3-10-15,-2-1-3 0,2-1-7 0,1 0-9 16,1-4-2-16,0 0-3 0,3-3-1 16,5 2-6-16,0-2-3 0,-1-5-4 0,0-1-4 0,1-2-5 15,-2-1 0-15,-1 0-1 0,-5-2-4 0,3 0-1 16,-3 1-1-16,0-7-2 0,-1 2-2 0,-1-2 2 16,-3-2-4-16,-1 2-1 0,-1-2 1 0,-1-2 3 15,-1 3-5-15,-1 1-1 0,2 4 8 0,-2 0 8 16,0 3 3-16,0 8 0 0,-2-13-6 0,2 13-4 15,2-6-6-15,-2 6-1 0,0 0-3 0,0 0 4 16,0 0 1-16,1 35-2 0,-2-18-1 0,-1 1 3 16,1 0-4-16,0 3 2 0,1-3 1 0,1 3 10 15,0-5-17-15,1 4 0 0,-1-4-13 0,3 1-18 16,0-4-37-16,1-2-28 0,-3 1-40 0,2-4-42 16,1 1-41-16,2-2-42 0,-2-2-177 0,2-3-467 15,1-2 207-15</inkml:trace>
  <inkml:trace contextRef="#ctx0" brushRef="#br0" timeOffset="57480.27">10603 8477 202 0,'0'-12'271'0,"0"2"-12"0,0 5-20 16,0 5-23-16,0-10-23 0,0 10-20 15,0 0-12-15,0 0-5 0,0 0 4 0,-2 27-4 16,0-2-3-16,-2 1-1 0,1 4-26 0,-1 4-5 0,1-2-2 15,-1 3-23-15,-1-3-8 0,0 2-11 0,0-3-2 16,1 0-9-16,0-2-12 0,4-2-28 16,-2 0-20-16,2-8-37 0,0 1-31 0,-2-3-38 15,4-1-41-15,-1-4-39 0,2-1-45 0,-1-1-210 0,1-4-471 16,2 1 210-16</inkml:trace>
  <inkml:trace contextRef="#ctx0" brushRef="#br0" timeOffset="57833.71">10901 8722 42 0,'-1'-11'244'0,"-2"1"-14"16,-2 4-8-16,-4-2-8 0,0 6-6 0,1 0-11 15,-3 4-2-15,-2 3-7 0,-5 2-12 0,4 5-14 16,0 2-14-16,0 2-17 0,-1 4-13 0,3-5-11 16,5 2-10-16,0 1-6 0,2-3-6 0,0 0-11 15,4-3-3-15,1 4-8 0,2-4-9 0,3-1-4 16,2-1-13-16,0-1 2 0,0-2-16 0,3-1-10 15,0-3-5-15,-1-1-4 0,3-2-1 0,0 0 0 16,0-4-4-16,1 1 5 0,-3-3-4 0,3 0 3 16,-3-1-2-16,-4-2-2 0,3 0 3 0,-1-6 1 15,1 1-3-15,-3-1 0 0,-4 2 1 0,3-3 1 16,-3 5-5-16,2 2 4 0,-3-2 7 0,2 6 4 16,-2-2-2-16,-1 7-1 0,3-9-8 0,-3 9 0 15,0 0 2-15,0 0 9 0,0 0 1 0,10 19-2 16,-9-8 1-16,1 1-1 0,0 2-1 0,0 1 0 15,0 3-1-15,2-2 3 0,-1 2-8 0,0-7-16 16,1 1-32-16,0 0-31 0,0 4-47 0,0-6-52 16,3 0-55-16,-3-4-239 0,2 1-505 0,-1-1 225 15</inkml:trace>
  <inkml:trace contextRef="#ctx0" brushRef="#br0" timeOffset="58090.06">11350 8468 77 0,'1'-17'289'0,"-1"7"-5"0,1 4-11 0,-1 6-29 15,0-11-26-15,0 11-22 0,0 0-22 0,0 0-11 16,0 0 5-16,0 0-2 0,4 39-5 0,-4-9-9 0,0 2-9 16,-3 1-15-16,1 4-3 0,-2 7-12 0,0-10-6 15,3 0-8-15,-3 0-11 0,0-1-10 16,2-2-5-16,-1 0-5 0,2-2-9 0,-2-3-3 15,1-2-13-15,0-4-8 0,0-1-21 0,-2-4-28 0,3 3-36 16,-2-8-41-16,-1-1-40 0,2 1-39 0,-1-5-22 16,2 0-26-16,1-5-20 0,0 0-211 0,-8 6-485 15,8-6 214-15</inkml:trace>
  <inkml:trace contextRef="#ctx0" brushRef="#br0" timeOffset="58369.78">11206 8788 112 0,'-4'-6'179'0,"4"6"-14"0,-3-8-18 0,3 8-13 16,0 0-1-16,0 0-12 0,0 0-9 0,11-6-5 16,-11 6-3-16,23 6-5 0,-5-3-5 0,4-1-7 15,7 1-12-15,3-1-3 0,-1 1-4 0,-2 0-2 16,-7-3 0-16,-1 3-4 0,0-3-3 0,1 0-4 16,-4 0 2-16,-4 0-2 0,0 0-1 0,-1 2-6 15,-4-1 2-15,0-1-7 0,-9 0 1 0,13 4 0 16,-9-1 7-16,1-1 6 0,1 2 1 0,-1 0-2 15,-3 2-2-15,3 3 10 0,-1 2-2 0,-1-1-2 16,-1 4-6-16,0-3-1 0,-2 2-7 0,1 0-6 16,-1 3-4-16,-1 0-3 0,-1-3 0 0,2 0-28 15,-2 0-28-15,0-1-41 0,0-1-35 0,-1 5-46 16,-2-7-59-16,2-2-65 0,0 2-143 0,3-9-446 16,-9 7 198-16</inkml:trace>
  <inkml:trace contextRef="#ctx0" brushRef="#br0" timeOffset="58554.41">11660 8577 2587 0,'-5'-19'21'0,"2"3"56"0,3 0-36 0,-2 7-13 16,1 2-16-16,1 7-5 0,-3-9-2 0,3 9-4 0,0 0 3 15,0 0-4-15,0 0 1 0,0 0-8 0,0 0-39 16,-10 25-46-16,11-13-36 0,0-1-42 0,2 1-30 15,-2 1-158-15,3-1-386 0,4 2 171 16</inkml:trace>
  <inkml:trace contextRef="#ctx0" brushRef="#br0" timeOffset="59098.49">11785 8690 160 0,'0'0'192'0,"0"0"-10"0,5 5-16 0,-5-5-2 15,0 0-2-15,0 9 0 0,0-9 4 0,-5 14 8 16,3-3-7-16,-2 1-10 0,3 1-8 0,-3 4-10 15,1 0-7-15,2 2 5 0,0 0-16 0,1-2-13 16,-2 1-4-16,2-6-14 0,3 5-11 0,-2-4-5 16,2 2-7-16,2-4-2 0,1-1-3 0,-1 1-12 15,2-1 2-15,-1-3-8 0,1 0 0 0,0-3-8 16,0-1-3-16,-1-1-3 0,-6-2-8 0,14 0 3 16,-14 0-1-16,14-6-5 0,-8 2-1 0,0-4-4 15,0 3-1-15,0-3 1 0,-2-2-5 0,1-1-8 16,-1-1 2-16,-1-4-3 0,-2 0-1 0,2 3-2 15,0-3-6-15,0 0 3 0,-1-2-7 0,0 6 0 16,0 1 4-16,2 0-4 0,-4 3 1 0,3 2 2 16,-3 6-4-16,6-8 2 0,-6 8 0 0,9 0 1 15,-9 0 7-15,13 9 3 0,-4 1 2 0,3 2 1 16,-1 1 10-16,-2 3-7 0,-2-3 4 0,1-1 1 16,-1 2 2-16,0 0 3 0,1-4-1 0,-2 0-3 15,-1-1 0-15,-1 0 1 0,0-3-4 0,0 0 4 16,-3-1 6-16,-1-5-1 0,4 6-1 0,-4-6 6 15,0 0-5-15,0 0 3 0,0 0 2 0,0 0 3 16,0 0-11-16,0 0-3 0,0 0-2 0,0 0-9 16,7-19 1-16,-3 10 1 0,3-1-5 0,-2 0 3 0,6-2-3 15,-2-2 0-15,6 1 3 0,5-5-2 16,-3 5-5-16,-2 1 5 0,1 1-1 0,-2 0-1 16,3 3 0-16,-4 4 4 0,1 0 2 0,0 3 2 0,-5 2 3 15,1 1-3-15,2 1 4 0,-3 2 12 0,0 2 1 16,0-1-2-16,-2 4-8 0,-3 0 5 15,0-1 3-15,1 1-1 0,-3 2-5 0,1 0 3 16,-3 0 2-16,0 0-9 0,0 0-6 0,-3 0-25 0,1 0-38 16,-1 0-41-16,1-2-54 0,-2-1-73 0,2-2-50 15,-2 2-247-15,1-5-569 0,3-4 252 0</inkml:trace>
  <inkml:trace contextRef="#ctx0" brushRef="#br0" timeOffset="59281.54">12767 8776 116 0,'0'0'300'0,"5"-5"-38"15,-5 5-26-15,8-4-19 0,-8 4-19 0,7-2-18 16,-7 2-21-16,14 6-11 0,-9-6-19 0,3 2-17 16,1-1-27-16,0 2-21 0,0-1-43 0,0 0-45 15,1 1-51-15,-2-1-52 0,3-1-43 0,-6 2-136 16,4-2-330-16,-2 3 146 0</inkml:trace>
  <inkml:trace contextRef="#ctx0" brushRef="#br0" timeOffset="59437.75">12816 8939 117 0,'-8'5'229'16,"1"0"-1"-16,-3-2 0 0,6 3-4 0,0-3-9 16,4-3-8-16,-9 4-9 0,9-4-17 0,-7 6-14 15,7-6-11-15,0 0-16 0,0 0-11 0,0 0-13 16,0 0-22-16,18 7-26 0,-6-10-41 0,1 3-51 15,7-4-55-15,-2 1-50 0,2-2-40 0,0 0-219 16,7-4-419-16,-7 2 186 0</inkml:trace>
  <inkml:trace contextRef="#ctx0" brushRef="#br0" timeOffset="60521.64">14311 8461 64 0,'0'0'244'0,"-1"-9"-11"16,1 9-14-16,0-11-7 0,0 11-9 0,1-9-14 15,-1 9-19-15,0 0-13 0,0-10-20 0,0 10-12 16,2-5-15-16,-2 5-13 0,0 0-8 0,0 0-9 16,0 0-8-16,17 21-1 0,-7-5-1 0,-4 1-3 15,1 2-4-15,2 9 7 0,0 2-8 0,-3-1-3 16,-1 0-10-16,0 2-5 0,-1 0-3 0,0-2-5 15,2-3-2-15,-2 1-1 0,2-3-2 0,-1 2 1 16,-3-8-2-16,4 0-4 0,-2-1-3 0,0-2 0 16,0-1-3-16,-1-4-2 0,1 1-1 0,-2-4-3 0,0 3-1 15,2-4 0-15,-3 0 2 0,-1-6 1 0,4 9-7 16,-4-5 3-16,0-4 4 0,0 0 2 16,5 7 14-16,-5-7-5 0,0 0 2 0,0 0-3 15,0 0 1-15,11-16-4 0,-5 3 13 0,-1-2-14 0,9-7-3 16,-4-3-7-16,2-3 1 0,2 1 3 15,-1-5-5-15,0 3 3 0,0-2-5 0,2-1-1 0,0 1-4 16,-1 0 4-16,-3 2 0 0,0 1 2 0,0 0-2 16,-2 5-3-16,-3 4 4 0,-1 0 1 0,2 3-5 15,-4 4-6-15,1 1 5 0,-1 1-6 0,0 4-1 16,-2 0-6-16,1-1-19 0,-2 7-29 0,2-7-32 16,-2 7-43-16,0 0-25 0,0 0-27 0,0 0-33 15,0 0-30-15,9 14-206 0,-9-4-490 0,0 7 216 16</inkml:trace>
  <inkml:trace contextRef="#ctx0" brushRef="#br0" timeOffset="60909.87">14744 8967 55 0,'-2'11'203'16,"2"-11"-5"-16,-1 10-1 0,1-10-3 0,-3 12-8 15,2-8-9-15,1-4-15 0,-5 10-12 0,5-10-9 16,0 7-9-16,0-7-10 0,-4 8-2 0,4-8-9 16,-2 7-1-16,2-7-6 0,0 0 0 0,-2 7-4 15,2-7 8-15,0 0 2 0,-3 7 2 0,3-7 7 16,0 0-20-16,0 0-11 0,0 0 1 0,0 0 1 16,0 0-9-16,-13-11-10 0,13 11-7 0,-5-13-5 0,5 5-5 15,2-1-5-15,1-7-10 0,1 4-4 0,1-4-2 16,4 0 9-16,-3-1-16 0,6 0-11 15,-1 1 2-15,3 0-8 0,3-4-2 0,-3 8 2 16,1 0-7-16,0 2 6 0,-3 5-12 0,0-1 9 0,0 1-3 16,-2 2-1-16,3 3-1 0,-1 0-5 0,-1 3 2 15,-1 1-1-15,-1 1 3 0,-1 4-2 16,0 1 5-16,2 0-2 0,-4 0-3 0,-1 1 2 0,1 0-1 16,-4 0-12-16,3 5-23 0,-1-4-23 0,-3 1-27 15,-1-3-37-15,0 1-58 0,0 0-39 0,-1-1-37 16,0-1-243-16,-4-2-542 0,5-7 240 0</inkml:trace>
  <inkml:trace contextRef="#ctx0" brushRef="#br0" timeOffset="61225.39">15083 8906 219 0,'3'-3'221'0,"-3"3"-22"0,0 0-15 16,0 0-2-16,0 0 1 0,0 0-12 0,0 0-12 15,1 20-12-15,-1-12-13 0,0-8 0 0,-1 15-15 16,0-3-12-16,-1-3-8 0,4-1-11 0,-1-1-4 16,3 3 2-16,0-2-10 0,1-2-5 0,1 2-6 15,4-4-7-15,-1 2-3 0,3-2-5 0,0-4 1 16,-1 0-8-16,2 1 0 0,1-2-2 0,-3-1-2 16,2 0 3-16,-4-3 2 0,0 0-9 0,0-2 7 15,-3 0-10-15,-1 0 1 0,1-3-2 0,-4 1-6 16,-2-4 8-16,-1 3-13 0,1-5-1 0,-4 4-2 15,2-1-1-15,-1 2-4 0,-2-3-4 0,-1 5 3 16,-1-1-18-16,1 1-14 0,0 3-13 0,0 0-25 16,-2 1-21-16,8 4-29 0,-18 2-33 0,7 0-43 15,2 1-37-15,-1 2-224 0,2 0-481 0,0 0 214 16</inkml:trace>
  <inkml:trace contextRef="#ctx0" brushRef="#br0" timeOffset="61471.78">15413 8750 50 0,'0'-11'304'16,"4"3"-9"-16,-3 1-5 0,-1 7-15 0,2-10-17 16,-2 10-21-16,0-8-27 0,0 8-20 0,0 0-19 15,0 0-11-15,0 0-24 0,0 0-11 0,0 0 1 0,7 26-5 16,-8-8-28-16,2 0 6 0,-1 9 0 0,0-2-19 15,-1 0-9-15,1-1-8 0,-3 0-10 0,2 2-2 16,-1-1-2-16,0-5-33 0,0-2-32 16,-2 0-37-16,0 6-41 0,2-7-58 0,0-4-45 0,0-3-50 15,0 2-231-15,2-5-516 0,0-7 228 0</inkml:trace>
  <inkml:trace contextRef="#ctx0" brushRef="#br0" timeOffset="61795.01">15616 8968 42 0,'0'0'246'0,"0"0"-22"0,3-7-7 0,-3 7-9 15,0 0-2-15,0 0-8 0,0 0-16 0,0 0-13 16,-8 21-20-16,6-15-8 0,-1 3-11 0,1-3-14 16,2-6-12-16,0 14-8 0,0-7-10 0,0-7-4 15,1 14-10-15,3-7-6 0,0-1-9 0,2 1-4 16,3-2-3-16,0-1-7 0,1 0 4 0,0-3-6 15,2 1 6-15,-5-2-10 0,-7 0 7 0,20-3-3 16,-13 1 2-16,1-3-3 0,0 0-1 0,-1 0 2 16,0-4-3-16,-3 0-4 0,-1-1 10 0,0 1-17 15,-3-2-1-15,-1 1-2 0,-1-3 5 0,-1 1-11 16,-1 2 8-16,-1-1-17 0,-2 2-1 0,1 0-8 16,-1 2-8-16,1 1-14 0,0 2-13 0,-2 2-21 15,8 2-22-15,-14-3-21 0,14 3-19 0,-15 4-35 0,10 0-32 16,-2 0-33-16,2 1-25 0,1 1-162 15,4-6-437-15,0 0 193 0</inkml:trace>
  <inkml:trace contextRef="#ctx0" brushRef="#br0" timeOffset="62149.49">15941 8910 191 0,'3'-4'224'0,"-3"4"-2"0,2-7-6 15,-2 7-5-15,0 0-18 0,0 0-11 0,0 0-13 0,-11-8-10 16,11 8-9-16,-16 5-6 0,7 2-9 0,-2 0-10 15,1 2-5-15,-2 3-13 0,1 2-3 16,-1 1-17-16,6-6-7 0,-1 2-11 0,4 1-4 16,-1-3-3-16,1 4-11 0,2-3-3 0,2 1-4 0,0 0 0 15,2-3-5-15,2 1-1 0,1-4-5 0,1-2-9 16,-1 0-9-16,1-1-1 0,-7-2-5 0,15 1-4 16,-15-1 2-16,14-3-1 0,-6 0 0 15,1-3 2-15,0 1-3 0,-4 0 0 0,1-3-2 0,2 0 3 16,-2-2-2-16,2-1 7 0,-3 2-6 0,-2-3-4 15,-1 3 0-15,1 1 4 0,0 1 6 0,-3 7 3 16,4-10-4-16,-4 10-3 0,3-7 0 0,-3 7-2 16,0 0-6-16,0 0 12 0,0 0-11 0,0 0 2 15,9 13-1-15,-5-4 5 0,-4 1-3 0,2-2 2 16,2 0-17-16,0 2-23 0,-2 0-33 0,2 1-28 16,1-3-33-16,2 3-32 0,0-5-21 0,5 2-25 15,-2-2-21-15,2-2-175 0,2 0-436 0,-1-3 193 16</inkml:trace>
  <inkml:trace contextRef="#ctx0" brushRef="#br0" timeOffset="62576.31">16342 9005 124 0,'7'-9'173'0,"-2"-1"4"0,-3-2 4 0,2 3-1 16,-2 2 10-16,-2-2 0 0,0 2-3 0,0 7-3 16,-2-14-10-16,2 14-1 0,-1-8-21 0,1 8-11 15,0 0-14-15,-9-6-12 0,9 6-6 0,0 0-4 16,-26 13-8-16,12-4-11 0,-1 0-4 0,1 4-8 0,-1-3-8 15,2 3-11-15,0 2-1 0,3-2 4 16,2-4-18-16,3 2-1 0,0 0-10 0,3 0 5 16,0-3-4-16,4 1-6 0,-2-9-3 0,7 15-2 0,-3-10-11 15,2 0-7-15,3-2-1 0,3 2-4 16,-1-6-1-16,1 0 1 0,0-2-3 0,1 2 0 16,-1-1 1-16,-2-4 5 0,-1-2-1 0,-1 0 1 15,1-2-7-15,-4 0 6 0,0-2-1 0,1-4 0 0,-1 0 2 16,-2-1 1-16,-1-2 1 0,1-1-3 0,1-4 0 15,-4 3 4-15,1-4-2 0,-1-2-1 0,1 2 1 16,-1 1 6-16,4-2 1 0,-2 10 7 0,-2 4 15 16,1 0 9-16,0 6 14 0,0-4 8 0,-1 10-11 15,3-8-11-15,-3 8 1 0,3-6-13 0,-3 6-3 16,0 0 0-16,0 0 1 0,2 22 3 0,3-6 7 16,-7 4-5-16,4 6 4 0,-4 0-1 15,-1 1-4-15,1-1 6 0,0 2-11 0,1-5 1 0,0-4 1 16,-1 7 1-16,1-2-1 0,1-3-5 0,0-5-19 15,1 1-19-15,-1 1-20 0,0-1-40 0,2-2-51 16,-2-1-62-16,2-4-82 0,0-1-63 0,-2-1-193 16,0-8-571-16,3 12 253 0</inkml:trace>
  <inkml:trace contextRef="#ctx0" brushRef="#br0" timeOffset="62867.42">16953 9018 251 0,'0'0'286'0,"0"0"-15"0,0 0-10 0,0 0-11 16,0 0-8-16,0 0-11 0,17 3-15 0,-7-1-8 16,3-1-2-16,-2 1-18 0,7 0-6 0,0 1 5 15,1-2-8-15,-2 2-5 0,2-3-9 0,0 1 3 16,-2-1-18-16,-4 2 0 0,1-1-10 0,-4 0-5 15,3-1-8-15,-4 1-8 0,-2-1-6 0,-7 0-13 0,13 0-7 16,-13 0-6-16,6 0-9 0,-6 0-7 0,0 0-6 16,10 0-15-16,-10 0-25 0,0 0-33 0,0 0-48 15,0 0-51-15,0 0-55 0,0 0-72 0,0 0-78 16,0 0-69-16,0 0-271 0,0 0-705 0,-25-12 311 16</inkml:trace>
  <inkml:trace contextRef="#ctx0" brushRef="#br0" timeOffset="63439.99">17899 8587 61 0,'1'-10'312'0,"1"0"-22"0,-2-1-21 0,1 4-14 16,-1 7-12-16,2-11-15 0,-2 11-25 0,0-9-20 15,0 9-23-15,0 0-17 0,0 0-16 0,0 0-12 16,0 0-6-16,16 36-18 0,-9-9-10 0,1 6-3 0,1 2-12 16,1 10 0-16,-1 1-4 0,3-2-2 15,-3-11-6-15,-2-3-1 0,3 2-8 0,-2-3-1 16,0-2-8-16,0-2 0 0,-1 1-1 0,-1-7-5 0,1-3 0 16,-1-1-6-16,1 1 2 0,-1-5-8 15,-2-1 1-15,2-1 2 0,-3-2 0 0,1-1 0 0,-3 0 10 16,2-1 9-16,-3-5 11 0,6 3 0 15,-6-3-3-15,0 0 0 0,17-10-9 0,-7 1-2 0,4-4-2 16,5-4 0-16,-1-3-9 0,1-2 1 0,0-3-6 16,3-1-3-16,-3-2 0 0,0 0 2 0,0-3-6 15,-2 0 2-15,2 0-4 0,3-11-1 0,-9 14 8 16,-2 1 9-16,-1 0 5 0,-2 9 2 0,-1 2-2 16,-4 0 4-16,2 4 0 0,-1 4-2 0,0-2-5 15,-4 3 4-15,4 2-11 0,-4 5-6 0,3-9-16 16,-3 9-17-16,3-5-41 0,-3 5-30 0,0 0-33 15,0 0-31-15,0 0-48 0,0 0-54 0,0 0-61 16,7 14-266-16,-7-5-628 0,0-9 278 0</inkml:trace>
  <inkml:trace contextRef="#ctx0" brushRef="#br0" timeOffset="64862.49">18682 9004 24 0,'0'0'126'0,"0"0"-8"0,0 0 3 0,0 0-4 15,0 0-6-15,0 0-4 0,0 0 0 0,0 0-6 16,0 0-3-16,0 0-5 0,0 0 0 0,0 0-11 15,0 0-4-15,0 0-4 0,0 0-8 0,0 0-5 16,0 0-3-16,0 0-4 0,0 0-5 0,0 0-4 16,0 0-8-16,0 0-6 0,0 0 2 0,0 0-4 15,0 0-5-15,0 0-5 0,0 0 0 0,0 0-1 16,0 0 0-16,0 0-2 0,0 0-5 0,0 0 6 16,0 0-5-16,0 0-4 0,0 0 2 0,0 0 1 15,0 0-1-15,0 0-2 0,0 0 1 0,0 0-4 16,0 0 0-16,0 0-1 0,0 0 3 0,0 0 0 15,0 0-3-15,0 0-3 0,0 0 4 0,0 0-2 16,0 0-2-16,0 0 0 0,0 0 1 0,0 0-3 16,0 0 0-16,0 0 0 0,0 0 4 0,0 0-1 15,0 0-1-15,0 0-1 0,0 0 0 0,0 0 4 16,0 0 0-16,0 0 2 0,0 0 0 0,0 0 5 0,0 0 5 16,0 0-4-16,0 0 5 0,0 0-2 15,0 0 2-15,0 0-2 0,0 0-3 0,0 0-1 0,0 0 3 16,0 0-1-16,0 0-1 0,0 0-2 0,0 0-1 15,0 0 1-15,0 0 1 0,0 0 0 0,0 0 0 16,0 0 3-16,0 0-2 0,0 0 2 0,0 0 0 16,0 0 0-16,0 0-5 0,0 0 2 0,-23-8-2 15,23 8 1-15,0 0-1 0,0 0 1 0,-7-6 1 16,7 6-1-16,0 0-1 0,-7-3 0 0,7 3 1 16,0 0-3-16,-5-6 3 0,5 6-5 0,0 0 5 15,-5-7 0-15,5 7 1 0,-4-5-1 0,4 5 0 16,0 0 2-16,-5-8 3 0,5 8 0 0,0 0-2 15,-4-9 3-15,4 9 0 0,-4-5 2 0,4 5-1 16,-3-5 0-16,3 5 0 0,0 0 5 0,0 0 0 16,-3-10 1-16,3 10 3 0,-4-5 1 0,4 5 3 15,0 0 5-15,-1-8-3 0,1 8 0 0,0 0 2 16,-1-10 2-16,1 10-1 0,0 0-4 0,-2-6 4 16,2 6-6-16,0 0 0 0,0 0 0 0,0 0 4 15,-1-12-3-15,1 12-4 0,0 0 2 0,0 0-3 16,0 0-6-16,0 0-1 0,0 0 1 0,0 0-3 15,0 0-4-15,0-8-1 0,0 8 4 0,0 0-6 0,0 0-4 16,0 0-2-16,0 0-2 0,0 0 0 16,0 0 3-16,0 0-5 0,0 0 1 0,0 0-1 15,0 0 0-15,0 0-2 0,-2 32 6 0,-1-16-3 0,-1-3-3 16,-1 4 4-16,0 0 3 0,-1 2-2 0,2 0 2 16,-3-2-2-16,1 2 5 0,-2 0 0 15,-1 6-3-15,5-7 5 0,-3 7-4 0,2-6 4 16,-2-3-3-16,2 1 2 0,3 0 0 0,-2-2-2 0,4-3 2 15,0-1-2-15,0-1-1 0,0 1 4 0,0-1-4 16,1-4-2-16,-1-6-4 0,0 11-12 0,3-5-12 16,-3-6-12-16,5 9-16 0,-4-4-29 0,-1-5-26 15,3 8-33-15,-3-8-38 0,6 4-26 0,-6-4-29 16,10 2-206-16,-10-2-477 0,0 0 212 0</inkml:trace>
  <inkml:trace contextRef="#ctx0" brushRef="#br0" timeOffset="65211.13">18753 9078 112 0,'0'0'203'16,"0"0"-6"-16,0 0-4 0,0 0-8 0,0 0-8 16,-17 15-8-16,11-5-15 0,1-3-9 0,-2 3-12 15,2 1-8-15,-1 0-7 0,2 0-6 0,0 1-9 0,1-3-8 16,2 2-10-16,2 0-7 0,-1-1-4 15,3 2-2-15,0-4-6 0,3 1-4 0,0-5-4 16,1 3-2-16,2-3-3 0,0 1-7 0,2-2-2 16,-1-3-6-16,3 2 3 0,-1-2-3 0,-1-2-8 0,1 2 5 15,-2-4-1-15,-1-3-8 0,2 2 9 0,-3 0 0 16,0-3 2-16,-3-1 2 0,1-1 0 16,-2 0-7-16,-2-1 8 0,-2 0-14 0,-1-3-5 15,-1-2 3-15,-2 4-8 0,-2 2 1 0,-1-6-4 0,2 3-3 16,-3 6 2-16,1-5-4 0,0 5-5 0,0 1-11 15,1 0-14-15,0 2-18 0,6 4-25 16,-13-3-32-16,13 3-34 0,-10 0-34 0,10 0-30 16,0 0-33-16,-8 5-17 0,8-5-150 0,0 0-428 0,0 0 190 15</inkml:trace>
  <inkml:trace contextRef="#ctx0" brushRef="#br0" timeOffset="65607.63">19102 9068 49 0,'2'-5'221'0,"-2"5"-4"16,0 0-9-16,0 0-10 0,0 0-10 0,0 0-9 16,-20-2-7-16,20 2-8 0,-20 10-7 0,9-3-8 15,-4 5-4-15,-1-1-11 0,2 0-7 0,1 1-20 16,3-1-5-16,0 1-10 0,0 1-11 0,5-1-6 16,-2-2-8-16,4 0-7 0,0 1-6 0,2 1-2 15,2-4-5-15,2 2-4 0,-2-4-3 0,1 0-15 16,5 0 5-16,-2-1-9 0,0-1-1 0,1-1-3 15,2-1 2-15,0 0-2 0,-8-2 6 0,12-3-8 0,-1 0-2 16,-4 0-2-16,1-3-1 0,0-1-2 0,-2-1 6 16,3-3-9-16,-1-4 4 0,-3 5-1 0,1-1 0 15,2-5-2-15,-3 0-2 0,0 0 0 0,-2 3 2 16,0 3-5-16,0 1 8 0,0 2 1 0,-2 0 4 16,-1 7-3-16,2-10-3 0,-2 10-2 0,3-7-6 15,-3 7-1-15,0 0 10 0,0 0-6 0,0 0-6 16,0 0 10-16,8 26-3 0,-6-17-4 15,1 5 3-15,-2-1 2 0,2-1-1 0,0 0-10 0,3 4-12 16,-1-6-21-16,1 2-22 0,3 0-21 0,-1-2-30 16,-1 0-23-16,5-3-20 0,3 1-31 0,2-3-1 15,1 0-12-15,2-1-2 0,2 0-6 0,-6-3-114 16,4 1-347-16,-3-4 153 0</inkml:trace>
  <inkml:trace contextRef="#ctx0" brushRef="#br0" timeOffset="66019.95">19442 9237 69 0,'10'-6'57'0,"-1"-2"22"0,0-1 3 16,1-4 4-16,-4-2-2 0,-1 3 13 0,-2 3 11 15,1-2 14-15,-3 0 9 0,0 0 6 0,-1 2 4 16,-1-1-5-16,1 10 7 0,-5-12-4 0,2 6-5 16,-2 2-13-16,-5 0-8 0,10 4-9 0,-17-1-4 15,7 2-8-15,-4 5-3 0,-1 0-9 0,-2 4-4 16,2 0-8-16,-1 3-2 0,1 0-7 0,4 0-7 16,0 2 0-16,4-2-9 0,-1-2-7 0,4 0 4 15,2 0-9-15,0-2 0 0,4 2 3 0,2-1-10 16,1-1-5-16,3-2 4 0,0 1-4 0,1-3 6 15,4-2-13-15,0-1-3 0,6-2-4 0,-1 0-3 16,1-3-5-16,0-2-1 0,-2 1 0 0,-1-6 3 16,0 3-4-16,-2-5 3 0,-1 2 0 0,-2-2 1 15,-1-2-4-15,-1-2 11 0,-1-1-7 0,0-7 2 0,-1-3-2 16,0 2 4-16,-2-1 3 0,-1 0-2 0,-1-2-1 16,1 1 6-16,3-2 7 0,-5 0 10 15,2 3 3-15,0-1 5 0,-2 8 5 0,0 2 21 16,-2 6 14-16,1 1-3 0,0 3-1 0,-1 7-7 15,2-10-7-15,-2 10-8 0,0 0-8 0,0 0-2 16,0 0 0-16,0 0-4 0,-9 48 2 0,3-22 0 16,0 1-1-16,-5 2 0 0,4 0-4 0,1 1-2 0,-2-1 0 15,2-1-1-15,2 2-7 0,0-1-1 0,0 0-13 16,3-3-34-16,0-1-32 0,1-5-17 0,0-1-33 16,0 1-41-16,0-1-51 0,0-1-43 15,0-3-40-15,-2 2-227 0,1-4-555 0,0-2 246 0</inkml:trace>
  <inkml:trace contextRef="#ctx0" brushRef="#br0" timeOffset="66786.2">14672 9471 46 0,'-18'-2'188'0,"2"0"-14"0,3 0-13 16,0 1-8-16,3-2-7 0,2 3-3 0,8 0-3 16,-15-3-3-16,11 1-8 0,4 2-7 0,-9-1-9 0,9 1-12 15,0 0-10-15,0 0-10 0,0 0-6 16,0 0 3-16,0 0-5 0,29-4 0 0,-6 3-4 15,10 0 2-15,6 0-5 0,15 0-3 0,7-1-6 16,-1 3 0-16,3 0-8 0,29 1-2 0,-27-2-2 0,31 5-3 16,-4 1-2-16,-2-1-1 0,4-1-5 0,4 2-1 15,2 3-10-15,1-1 3 0,3 3-3 0,3-3-2 16,3 3 2-16,6 0-6 0,10 0 3 16,6 1-1-16,6 1 3 0,4-1 1 0,5-1 4 0,9 0 0 15,6 0-3-15,2-1 1 0,2-1-4 0,-4-3 13 16,7 1-9-16,-3 0-2 0,-5-1 5 0,2 3 0 15,-9-5 6-15,-5 1 6 0,-5-3 5 0,-7 1 14 16,-6 2-13-16,-8-1-1 0,-8 0 7 0,-5-4-2 16,-15 2-1-16,-5 2-7 0,-27 2-4 0,0-3-1 15,-1 1-7-15,-5 2 7 0,-6-2-10 0,-14-2-5 16,-3 1-3-16,-4 1-1 0,-8 0 1 0,-5-2-17 16,-2 0-28-16,-5-1-20 0,-1 2-13 0,-9-3-13 15,4 1-36-15,-4-1-42 0,0 0-56 0,-22 4-53 16,6-3-275-16,-11 3-578 0,-8-3 256 0</inkml:trace>
  <inkml:trace contextRef="#ctx0" brushRef="#br0" timeOffset="67455.42">16019 9861 108 0,'-3'-9'255'0,"3"9"-22"0,-2-7-23 16,2 7-22-16,0 0-19 0,0 0-13 0,0 0-7 16,0 0-6-16,18 20-6 0,-8-3-10 0,5 8-2 15,-2 0-10-15,1 1-6 0,0 3-11 0,0-1-4 16,-1 0-7-16,-1 2-22 0,0 0 2 0,1-2-9 16,-1-1-1-16,-3-2-5 0,2 2 4 0,-3-4-11 15,-2-4-8-15,3-2-1 0,-1 0-1 0,-3-3-3 16,0-2 2-16,-1 0-4 0,1-3-4 0,0 0 1 15,-1-3-3-15,-2 0-4 0,2-2 0 0,-4-4 0 16,4 7 10-16,-4-7 12 0,5 7 20 0,-5-7 17 16,4 3-5-16,-4-3-12 0,0 0-3 0,10-10-8 15,-6 1-4-15,1-2-8 0,2-5 2 0,0-8 1 16,5 0-4-16,-2-3-7 0,-1 1-5 0,4-5-4 16,2-1-4-16,4-11-5 0,-5 12 5 0,3-2-3 0,-3 3 5 15,0-2-5-15,-1 7-3 0,1 1-5 16,-5 6 1-16,-1 3 2 0,-3 4-1 0,0 0-16 0,-2 2-25 15,0 4-39-15,-2-2-45 0,-1 7-48 16,0 0-31-16,0 0-23 0,0 0-16 0,0 0-27 16,0 0-212-16,-7 46-513 0,-1-21 228 0</inkml:trace>
  <inkml:trace contextRef="#ctx0" brushRef="#br0" timeOffset="68128.82">16539 10485 189 0,'0'0'227'0,"12"-3"1"0,-12 3-2 16,12-7-10-16,-4 3-10 0,1-6-11 0,4 3-12 15,-4-3-13-15,5-4-14 0,1 1-13 0,4-5-8 16,1-2 4-16,-1 1-16 0,-3 0-4 0,2-2-11 16,-4-2-12-16,3 1-3 0,-6-1-5 0,5-1-7 15,-3 3-7-15,-2-4-8 0,-1 1-6 0,-2 1-5 16,1 5 1-16,-5 1 3 0,-1 1-4 0,0 5 3 15,-2 0-11-15,-1 0 6 0,3 2-3 0,-3 9-4 16,-1-13-4-16,1 13-1 0,-2-6-8 0,2 6-2 16,0 0-9-16,0 0-1 0,0 0-3 0,0 0 0 15,-21 25-4-15,15-9-4 0,0 2 5 0,-5 4-3 16,3-4-2-16,0 7-5 0,0 1-1 0,1-2 5 16,3 0-6-16,2-5 7 0,-1 0-5 0,3-1-6 15,1 0 7-15,1-1 0 0,4-2 1 0,-1 0-4 16,4-1-8-16,1-1-11 0,3-1-1 0,-4-4-18 15,3-1-7-15,5 2-12 0,0-4-5 0,1 0-4 16,-3-2-1-16,-2-1-7 0,0-1 0 0,2-1-3 16,2-1 2-16,-3-1-1 0,-1-2 1 0,0 0 2 15,0-1 5-15,4 0 6 0,-6-1 6 0,0-2 6 0,0 0 6 16,-2 1 6-16,-4-2 8 0,3 1 9 16,-2 0 12-16,-2 1 11 0,-3-1 8 0,-1 8 17 15,3-9 16-15,-2 2-2 0,-1 7 5 0,0 0 0 16,-2-12-10-16,2 12-3 0,0 0-5 0,0 0 0 15,-18 6 3-15,11-1-4 0,0 4 1 0,-6 1 1 0,7 2-1 16,-2-3-5-16,3 1-7 0,0 1 4 16,-2 0 4-16,4 0-8 0,1-1 1 0,1 0-2 0,4-1-1 15,-2-2 0-15,4-1-3 0,1 1 0 0,2-2-3 16,1 0 3-16,4-2 16 0,-2 0-18 0,2-2 3 16,4 0-2-16,-3-2 0 0,1 1-1 0,-2-2-1 15,-1-1-2-15,0 1 16 0,-1-3-15 0,0 1 1 16,-4-3 0-16,0 4 0 0,-1-5-2 0,-2 0 0 15,-2 1-4-15,0-2 1 0,-2 0-4 0,-2-2-2 16,-1 1-6-16,-5 2-2 0,3-1-8 0,-1-1-5 16,-2 1-12-16,-1 1-2 0,3 3-6 0,0-1-20 15,0 3-20-15,6 3-25 0,-10-5-22 0,10 5-25 16,-12-2-27-16,12 2-19 0,-9 2-18 0,9-2-10 16,0 0-175-16,-4 6-434 0,4-6 192 0</inkml:trace>
  <inkml:trace contextRef="#ctx0" brushRef="#br0" timeOffset="68919.78">17394 10303 56 0,'0'0'214'0,"4"-7"8"0,-4 7-3 15,0 0-11-15,0 0-10 0,0 0-9 0,-20-6-6 16,20 6-5-16,-20 4-12 0,9-1-2 0,-2 4-4 16,3-1-14-16,-5 3-11 0,0 1-10 0,5 0-13 15,1-3-8-15,0 5-13 0,2-3-11 0,2 1 7 16,-1-1-18-16,4-1-7 0,1 2-2 0,1-3-9 15,0-7-2-15,5 14-7 0,1-7-1 0,2 0-5 16,1-4-5-16,2 0 1 0,1 1-4 0,-2-4 1 16,3 0 4-16,-2-2-11 0,1-1-1 0,-3-1 0 15,3 1-8-15,-4-2 8 0,2-2-4 0,-1 0 0 16,0-2-3-16,-2 0-8 0,-1-2 6 0,0 0-1 0,1-5-2 16,-3 7 0-16,-2-2 1 0,1 1-1 15,-1 1 1-15,0 3 0 0,-2 6-2 0,2-12 9 16,-2 12-8-16,2-6 0 0,-2 6-4 0,0 0 3 0,0 0 1 15,0 0-4-15,0 0-4 0,6 21 4 0,-5-12-1 16,-1 3 0-16,1-2 2 0,2 3 2 0,-2-2-14 16,4-1-16-16,-1-1-19 0,1 2-14 0,3-1-12 15,1-2-11-15,1 1-15 0,7-2-15 0,-3 1-13 16,5-1-12-16,1-3-4 0,2-3 1 0,5-1-1 16,1 3 7-16,-6-4 12 0,0-2 14 15,-1 1 8-15,1-2 11 0,-3 1 9 0,0-4 15 0,-3 1 7 16,-4-1 15-16,0-1 16 0,-1 1 20 0,0-2 11 15,-4 0 22-15,-1-1 8 0,0 1 12 0,-2-1 7 16,-3 1 9-16,-2-1 8 0,1 1 0 16,-4-1 3-16,0 4 4 0,4 6-7 0,-8-10 8 0,2 7-1 15,-1 0-7-15,7 3-6 0,-19 3 0 0,6 0-4 16,-3 4-2-16,3 2-4 0,-5 1-2 0,3-1-8 16,0 3-2-16,0-3-8 0,4 5-2 0,3-3-7 15,2-1 1-15,1 0-1 0,1 1-8 0,4 1 2 16,0-3 2-16,0-1-1 0,3 0 0 0,-1-1-4 15,5-1-5-15,2-1 0 0,2-2 1 0,-1 0-2 16,3-4-2-16,2-1 1 0,-2 1-1 0,1-3 3 16,-2-1-2-16,2-1-7 0,-1-3 3 0,-3 0 1 15,0 0-7-15,1-4 5 0,1-1 3 0,-2 0-11 16,-2-2 21-16,-2-3-16 0,-1 0-3 0,4-6 1 16,-4 0 0-16,-1 1 0 0,1-4 3 0,1 2 4 15,-3 3-6-15,-1-4-3 0,3 2 3 0,-4 8 0 16,1 1 10-16,0 3 14 0,-1 2 11 0,2 1 5 15,-2 3 10-15,-1 7-5 0,1-10-9 0,-1 10-13 16,3-5-1-16,-3 5 15 0,0 0-3 0,0 0 23 16,4 21-14-16,-4-9 2 0,1 6 4 0,-2 0-2 15,1 2-6-15,1-3-2 0,0 9-1 0,-1-2-11 16,0-5 3-16,0 0-3 0,2-1-11 0,0 0 11 16,3 0-11-16,-4-1-12 0,1-6-25 0,0 2-17 15,5 1-39-15,-4-2-32 0,4-1-37 0,-2-1-33 0,0 0-41 16,0-4-47-16,-1 2-53 0,-1-2-269 0,-1-2-632 15,-2-4 279-15</inkml:trace>
  <inkml:trace contextRef="#ctx0" brushRef="#br0" timeOffset="70015.6">20841 9390 78 0,'0'0'241'0,"-10"-3"-18"0,10 3-17 16,0 0-11-16,-11-1-18 0,11 1 4 0,0 0-7 0,2 11 0 15,-2-11-7-15,9 20-7 0,0-6-5 0,0 1-11 16,2 0-10-16,4 6-12 0,3-2-12 16,0 2-6-16,-5-6-11 0,2-1-9 0,6 2-3 0,-7-1-14 15,2-1-6-15,-4 0-6 0,0-2-23 0,1 1-15 16,0-1-34-16,-4-2-32 0,0 0-41 0,-1-1-47 16,0-1-34-16,-3 1-39 0,0-3-30 0,-4 2-148 15,-1-8-418-15,1 8 185 0</inkml:trace>
  <inkml:trace contextRef="#ctx0" brushRef="#br0" timeOffset="70227.62">21132 9410 218 0,'-1'-10'277'0,"1"3"-17"0,0 7-26 0,1-10-25 15,-1 10-21-15,0 0-17 0,0 0-10 0,0 0-3 16,0 0-4-16,-28 27 0 0,10-6-13 0,-1 4-10 15,0 3-10-15,0-1-15 0,0 1-13 0,1-2-4 16,1 2-12-16,4-3-8 0,-1 0-15 0,3-1-24 16,3-1-31-16,1-6-36 0,1 2-42 0,0-6-59 0,5 1-50 15,-2-2-45-15,2 0-171 0,1-2-437 16,0-3 194-16</inkml:trace>
  <inkml:trace contextRef="#ctx0" brushRef="#br0" timeOffset="70496.81">21606 9285 78 0,'4'-11'313'0,"1"2"-17"0,-1 4-19 16,-1-3-22-16,1 3-27 0,-4 5-22 0,5-6-21 15,-5 6-22-15,0 0-13 0,0 0 5 0,0 0-3 16,9 22 4-16,-7-7-10 0,-1 6-1 0,1 6-9 0,-4 1-15 15,1 1-13-15,-1 0-8 0,-1 2-13 0,-1-1-5 16,2 0-10-16,-2-4-8 0,-1 3-4 16,2-5-5-16,3 1-12 0,-1-6-19 0,0 1-29 0,1-2-32 15,-2 0-28-15,2 0-39 0,0-4-43 0,0 1-36 16,2-2-59-16,0-2-49 0,-1-3-174 0,3 2-502 16,2-4 223-16</inkml:trace>
  <inkml:trace contextRef="#ctx0" brushRef="#br0" timeOffset="71176.14">21991 9492 190 0,'-1'-7'254'0,"1"7"-15"0,-3-10-13 0,3 10-17 16,-6-2-12-16,6 2-9 0,0 0-9 0,-15 11-7 15,8-2-15-15,-1 5-6 0,2 1-10 0,0-1-16 16,1 1-11-16,-2 3-13 0,6-1-10 0,-2-4-8 15,3 3-6-15,3 1-5 0,-1-2-7 0,4-3-8 16,0 3-3-16,5-2 5 0,-2-3-14 0,0 0-6 16,5 0-2-16,1-1-3 0,0-2-2 0,-4-1 5 15,3 0-10-15,-2-5-5 0,1 2-2 0,1-3-1 16,-1-1-2-16,-1-1-2 0,-3 1-3 0,0-5-10 16,3 0-1-16,-3-1-3 0,-2-4-2 0,0 1 0 15,0-1 2-15,0-5-2 0,-3 0-3 0,-3 0-1 16,-1-4-1-16,-1 1 0 0,1 0 3 0,-6 2-2 15,1 1 5-15,-1 0-3 0,0-1 3 0,0 6 3 16,-1-3 2-16,-3 4 2 0,3 1 0 0,0 0 3 0,-1 3 2 16,4-1-1-16,-4 2-1 0,3 2-3 0,5 3-4 15,-5-7 1-15,5 7 3 0,-5-6-6 0,5 6 5 16,0 0-4-16,0 0 5 0,0 0-2 16,0 0-1-16,33 7-2 0,-14-2 5 0,1-1-2 0,0 0-1 15,3-1-2-15,-4 3 2 0,3-3 1 0,-4 1-1 16,-2-1-2-16,-4 2-2 0,-1-1 0 15,1-1-2-15,-4 3 2 0,0-2 3 0,-1 0-3 16,-2 2 4-16,0-1-1 0,-1 2 6 0,2 0 3 0,-3 3 1 16,-1-1 1-16,0 1 0 0,-1-1 0 0,0 1 0 15,-1 0-2-15,2 3-3 0,1-2 1 0,-3-2 0 16,3 1 1-16,0 1-4 0,-1 1 5 16,2-3-3-16,2 2 4 0,2-3-1 0,-2 1 8 0,3-2-10 15,1 0 1-15,1 0-2 0,2-4 0 0,1-1-4 16,1 1 4-16,3 0 3 0,-7-3-6 0,5-1 5 15,-5-3-2-15,3 1 1 0,2-3-3 0,-5-2 5 16,2-2-1-16,-3-2 0 0,-1-3-2 0,-1 2-2 16,-2-2 3-16,1-1-5 0,-4-5 2 0,-1 2-2 15,-1-6 0-15,-2 7 4 0,-4-1-5 0,1 0 9 16,-3 3-9-16,1-1-1 0,1 3 2 0,-3 2-3 0,2 3 6 16,-1 1-6-16,0 2-6 0,-1 1-1 15,2 1-10-15,-5 2-8 0,1 4-19 0,-3 0-22 16,3 3-32-16,-3 0-43 0,1 6-44 0,3-2-44 15,-1 4-49-15,2-3-178 0,1 0-493 0,3 0 219 0</inkml:trace>
  <inkml:trace contextRef="#ctx0" brushRef="#br0" timeOffset="71460.95">23091 9376 194 0,'6'-11'298'16,"-4"0"-6"-16,1 3-9 0,-3 2-13 0,0 6-13 16,5-11-20-16,-5 11-27 0,2-7-17 15,-2 7-24-15,0 0-11 0,0 0-15 0,0 0-2 0,0 0 7 16,-5 33-15-16,0-10-7 0,-4 6-8 0,-1-3-8 16,1 4-17-16,1 0 5 0,-2 0-13 0,-3-1 5 15,3-1-17-15,-1-1-3 0,0 2-7 0,2-5-6 16,2 0-7-16,-1 1-5 0,3-8-6 0,2 2-3 15,0-4-18-15,0 2-21 0,0-2-21 0,1-4-36 16,1 3-35-16,1-4-43 0,-2 0-48 0,2 0-58 16,0-2-32-16,0-8-270 0,-1 10-590 0,1-10 261 15</inkml:trace>
  <inkml:trace contextRef="#ctx0" brushRef="#br0" timeOffset="71659.83">22809 9490 2705 0,'0'-6'38'0,"0"6"-12"0,-1-13-16 0,1 13 1 15,0-8-13-15,0 8 2 0,0 0-5 0,0-10 4 0,0 10 0 16,0 0-1-16,0 0 1 0,0 0-1 16,18 5-34-16,-7 1-41 0,-1-1-61 0,6 4-59 0,0-1-191 15,0 0-421-15,2 1 186 0</inkml:trace>
  <inkml:trace contextRef="#ctx0" brushRef="#br0" timeOffset="71833.55">23201 9849 243 0,'0'0'309'0,"4"5"10"16,-4-5 0-16,0 0 0 0,0 0-18 0,7 4-14 15,-7-4-28-15,0 0-32 0,0 0-16 16,0 0-18-16,0 0-26 0,5 3-33 0,-5-3-47 0,0 0-53 15,0 0-44-15,0 0-53 0,0 0-49 0,0 0-61 16,0 0-50-16,0 0-58 0,0 0-144 0,-8-22-460 16,8 22 204-16</inkml:trace>
  <inkml:trace contextRef="#ctx0" brushRef="#br0" timeOffset="74303.45">8004 10975 1751 0,'1'-11'59'0,"-1"-3"15"0,1 3-30 0,-1 1 13 15,0-2 8-15,0 5-1 0,0-2 4 0,0 9-7 16,1-11-7-16,-1 11-9 0,2-7-5 0,-2 7-5 16,0 0-5-16,0 0-9 0,0 0 9 0,0 0 8 15,10 36 5-15,-7-9 2 0,2 4-6 0,0 0-1 16,-1 4-3-16,-2-1-6 0,-1 0 0 0,2-2-4 15,-2-2-2-15,1-2-2 0,-2 0-2 0,2-3-1 16,1-7-1-16,-2 0 0 0,-1-7 2 0,0 2-7 16,1-4 4-16,2-2 1 0,-3-7 1 0,0 12 10 15,1-7 16-15,-1-5 15 0,0 0 17 0,0 0 0 16,0 0-14-16,0 0 4 0,0 0-2 0,0 0-11 16,0 0-2-16,0 0-3 0,0 0 3 0,-14-19-9 15,13 9-10-15,2-3 1 0,0 2-11 0,2-5 6 16,2-2-9-16,8-6-1 0,-2-2-6 0,4 3-1 15,0-2 2-15,4 0-13 0,0 2 5 0,3 3 2 16,-2 1-3-16,-3 7-1 0,-1 4-2 0,1-1-2 16,-4 5-2-16,0 1-5 0,0 3 3 0,-1 3 3 15,0 1-1-15,0 4-3 0,3 3 2 0,-3 2 0 16,-2 3 4-16,1 1-5 0,0 5 0 0,-6-3 4 16,0 0 2-16,-3-1 0 0,0 1 0 0,1-1-9 15,-1-1 2-15,1 0-14 0,-3-2-23 0,0 1-27 16,0-4-41-16,2 0-37 0,-4-1-37 0,1-1-32 15,2-2-26-15,-1-1-39 0,0-7-147 0,4 11-463 16,-4-11 206-16</inkml:trace>
  <inkml:trace contextRef="#ctx0" brushRef="#br0" timeOffset="74600.75">8540 11207 171 0,'0'0'196'0,"4"-7"-17"0,-4 7-17 0,0 0 6 16,0 0 2-16,0 0-9 0,0 0-13 0,7 26 2 15,-7-17-8-15,0 2-9 0,1 1-13 0,3-1-7 16,2 6-6-16,1-2-8 0,0-2-10 0,5 1-8 16,-2 0-3-16,4-2-6 0,1-3-7 0,3-1 0 15,0-3-7-15,4 1-2 0,1-3-6 0,-3-6-2 16,7-1 1-16,-5 1-5 0,-3 0-3 0,-2-5-5 16,-1 2 5-16,-4-1 2 0,-3 0-2 0,0-4 1 15,-2 1-1-15,-2 1 0 0,-1-2-2 0,-4-2-2 16,-1 1-3-16,-2-2-7 0,-3-4-7 15,-2 4 5-15,-3 0-3 0,-1 0-3 0,0 1-3 0,-2 3 1 16,-4-2-11-16,1 5-15 0,-2 0-14 0,-2 4-19 16,0 3-21-16,-1 1-34 0,-5 6-37 0,2 2-57 15,7-2-51-15,-9 6-219 0,9-1-498 0,3-1 221 16</inkml:trace>
  <inkml:trace contextRef="#ctx0" brushRef="#br0" timeOffset="74992.89">9293 10843 119 0,'4'-8'261'0,"-3"1"-27"15,1 0-21-15,-2 7-21 0,2-7-19 0,-2 7-17 16,0 0-3-16,0 0-4 0,0 0 6 0,-4 40-6 0,-1-12-10 15,1 4-14-15,-6 3-9 0,1 0-15 0,0 10-2 16,0-11-15-16,0-2-5 0,3 2-9 16,-1-3-5-16,2-1-9 0,-3-2-10 0,2-1-22 15,3 0-26-15,-1-9-33 0,1-1-45 0,2 2-51 0,1-6-37 16,2-2-50-16,1 1-170 0,-2-1-419 0,3-3 185 16</inkml:trace>
  <inkml:trace contextRef="#ctx0" brushRef="#br0" timeOffset="75299.75">9421 11249 177 0,'0'0'222'16,"0"0"-6"-16,4 15-18 0,-4-8-9 0,0-7-17 16,-2 15-14-16,4-5-7 0,-2-1-8 0,2 1-8 15,1-2-9-15,2 2-14 0,3-1-3 0,-1-1-6 16,2-2-9-16,5-1 0 0,2 1-10 0,-2-4 0 15,4 0-1-15,2-4-5 0,-2-2-8 0,4-2 5 16,-2 2-8-16,-1-4-1 0,0 3-9 0,-2-2 2 16,-3-2 2-16,-5 1-2 0,3-1-4 0,-5 0 0 15,-2-1-7-15,-1-1-6 0,-2-1-6 0,-4 0-1 16,-2-3-5-16,-2 1-3 0,-3 0-5 0,-4 0-7 16,0 4-6-16,-2 0-4 0,0 3-17 0,1 1-7 15,1 3-21-15,-1 1-16 0,0 4-22 0,2 0-23 0,-2 2-29 16,3 3-40-16,-2 0-34 0,4 0-33 15,1 2-192-15,1 1-465 0,4-3 205 0</inkml:trace>
  <inkml:trace contextRef="#ctx0" brushRef="#br0" timeOffset="75670.42">9936 11172 164 0,'0'0'239'0,"-8"-10"-12"0,8 10-11 0,-10-2-1 0,10 2-11 15,-18 7-10-15,8-1-5 0,-5 4-8 0,-2 2-14 16,3 3-13-16,0-1-15 0,2 2-12 16,1-1-13-16,2 2 2 0,0 0-26 0,3-2-5 15,-1 1-11-15,3-1-2 0,4-3-10 0,2-4-3 0,0 1-5 16,3 2 2-16,3-1-14 0,0-3-2 0,-2-2-3 16,3-2-4-16,3 0-2 0,-2-3-2 0,1 0-6 15,1-3 0-15,-2-2 0 0,1 1 0 0,0 0-7 16,-2-2 1-16,-1 0-2 0,0-4-5 0,-1 1 2 15,-2-2-4-15,0 1-2 0,0-7 0 0,-1 0 3 16,-2 3-4-16,1-2 4 0,-2 4-1 0,2 1-4 16,-2 4 4-16,2 1-1 0,-3 6 10 0,1-12-15 15,-1 12-3-15,0 0-2 0,3-5-1 0,-3 5 2 16,0 0 2-16,0 0-1 0,2 25 5 0,-1-14-5 16,1 2 11-16,0 2-10 0,1-1 0 15,-1 1-20-15,3 2-21 0,-1 0-31 0,1-3-31 0,-1 0-38 16,9-2-43-16,-2 0-30 0,1-6-25 0,7 2-203 15,1-2-479-15,9-5 213 0</inkml:trace>
  <inkml:trace contextRef="#ctx0" brushRef="#br0" timeOffset="76108.61">10474 11237 148 0,'0'0'215'15,"-6"-11"-2"-15,2 4-6 0,-6 3 3 0,-1 1-4 16,0 3-5-16,-3 0-11 0,2 2-7 0,-2 2-18 15,-2 4-11-15,-3 2-8 0,2 2-8 0,-6 5-12 16,2 0-13-16,6-3-14 0,2 3-7 0,0-2-10 16,3 1-8-16,1-2-7 0,7-1-7 0,-1-3-3 15,3 3-2-15,3-3-7 0,2 0-3 0,2-3-6 16,1 0-3-16,1-2-4 0,3-1 0 0,-1-2-5 16,2-1-1-16,1-1-3 0,3-1-4 0,0-3-5 15,-5-1 3-15,5-3-3 0,-5-1-3 0,1 0 11 16,-1-3-18-16,-1 0 4 0,-2 1-3 0,0-3-3 15,-2-4 2-15,-1 2 3 0,0-4-4 0,1-4-5 16,-4 0 5-16,0-3-1 0,-3-1 5 0,1 1-10 0,2-1 5 16,1-2-4-16,-2-3 4 0,3 3-1 15,-2 1 1-15,1 0-2 0,1 2-2 0,-3 10 13 0,0 1 16 16,-1 8 5-16,0-1-9 0,-1 4 2 0,0 5-4 16,4-6-5-16,-4 6 4 0,0 0 0 0,0 0 16 15,8 29-15-15,-7-3 5 0,-6 5 3 0,2 1 2 16,-3 13-3-16,1-12 3 0,-2 0 1 0,1 2 0 15,-2-2 2-15,3 1-12 0,-2-4 2 0,3-1-3 16,-1 2-4-16,0-6-2 0,3-7-1 0,2 1-14 16,0 1-29-16,3-3-25 0,1-1-32 0,-2-3-35 15,2 2-51-15,0-6-64 0,1 0-50 0,1-2-260 16,1 0-591-16,0-4 262 0</inkml:trace>
  <inkml:trace contextRef="#ctx0" brushRef="#br0" timeOffset="76376.2">10910 11314 19 0,'0'0'276'0,"10"0"-14"16,-10 0-11-16,10 3-4 0,-3-2-3 0,-7-1-12 16,16 3-3-16,-6-3-20 0,3 2-8 0,5 1-10 15,1-1-5-15,-1 0-13 0,9-4-10 0,-5 2-8 16,-2-1-4-16,2 0-9 0,0 0-3 0,-3-2-5 15,1 3-2-15,-2-2-12 0,-8 1-4 0,1 0-8 16,-2 0-1-16,-3-1-12 0,-6 2-2 0,12-1-15 16,-12 1 2-16,9-1-12 0,-9 1-12 0,0 0-6 15,0 0-19-15,0 0-36 0,0 0-40 0,0 0-40 16,0 0-53-16,0 0-53 0,0 0-66 0,0 0-66 16,-39 5-293-16,29-4-667 0,-2-1 295 0</inkml:trace>
  <inkml:trace contextRef="#ctx0" brushRef="#br0" timeOffset="77188.8">11895 11764 156 0,'-8'-5'242'0,"1"-2"-15"15,5 0-19-15,-3-2-19 0,5-3-19 0,2 2-11 16,3-7-14-16,1 2-11 0,8-8-13 0,4-1-10 16,1-1-11-16,2-1-6 0,4 1-4 0,-2-2 0 0,2 3-2 15,-5-1-2-15,4 1-5 0,-5 1-2 16,-2 1-3-16,1 2-2 0,-7 4-7 0,-4-1-3 15,3 0 0-15,-4 1 0 0,-4 7-4 0,0-3-6 0,-2 1-5 16,0 0-1-16,-2 4-7 0,2 7-6 16,-7-13-6-16,3 10-4 0,4 3 2 0,-12-6-6 15,6 5 0-15,6 1-10 0,-18 3 3 0,9-1 0 16,-2 3-4-16,2 1-6 0,1 1 3 0,2 1 1 0,2 0-4 16,1 2 1-16,4 0 1 0,3 1 3 0,4-1-5 15,5 1 2-15,4-1-1 0,8 3-2 0,0-4-3 16,4 0 10-16,0-1-8 0,-4 1-1 0,-1 1-5 15,-7-1-2-15,0 1 3 0,-1 0 3 0,-3 1-3 16,-1 3 1-16,-2-1-2 0,-3 0 5 0,-3 0 1 16,2 2-3-16,-2 0-2 0,-2-3-1 0,-1-1 2 15,-1 4-1-15,0-4 2 0,1 0 4 0,1-1-2 16,-1 0-4-16,-1-4 6 0,2 1-1 0,2-1-2 16,0-2 3-16,2 1-1 0,-1-1-1 0,3-2 1 15,1 0 1-15,3-2 0 0,-1 0-3 0,1-3 0 16,0-2 6-16,5 0-6 0,0-5 0 0,3 2 0 15,-6-1 0-15,4-1-3 0,-5-1 2 0,-2-2 3 16,1-1 2-16,-2 0-3 0,-1 0-1 0,-6-1 8 16,0-2-10-16,-1 0 0 0,0 6 6 0,-2-1-7 15,-2 1 1-15,-1 0 1 0,-2 1-5 0,1 3 3 16,-1 0 2-16,1 2-5 0,4 5 0 0,-9-3 1 16,2 2 2-16,7 1-3 0,-15 11 1 0,6 1-1 15,-3 4 0-15,2 2 10 0,3 5-6 0,-1 4 0 16,4-8-6-16,4 7-6 0,2-7-29 0,3 0-24 15,-2-2-28-15,5 2-33 0,3-4-48 0,3-2-45 0,1 1-231 16,2-5-487-16,2-4 215 0</inkml:trace>
  <inkml:trace contextRef="#ctx0" brushRef="#br0" timeOffset="77604.03">12994 11359 188 0,'0'-6'276'0,"0"6"-23"0,4-11-21 0,-4 11-30 0,0 0-16 16,0 0-3-16,0 0 0 0,0 0-16 0,-4 44-12 15,-2-17-9-15,-2 3-11 0,1 4-6 16,-1-1-16-16,1 2-12 0,1-1-7 0,-4-2-12 16,6 0-11-16,-1-2-4 0,1-3-9 0,0 0-2 0,2-2-2 15,2-8-6-15,0 2 2 0,0-7-28 0,2 0-18 16,-2-1-21-16,0-3-25 0,0 0-21 0,0-8-17 15,0 10-14-15,0-10-25 0,0 0-30 0,0 0 2 16,0 0-24-16,0 0 5 0,0 0 16 0,0 0 10 16,-5-38 3-16,2 20 23 0,1 0 7 0,2-8 8 15,0-1 12-15,5-3 10 0,-3-3 7 0,1-1 11 16,1 3 18-16,2-4 7 0,1 0 23 0,3-11 14 16,-1 14 16-16,-1 0 20 0,1 0 15 0,3 5 13 15,-4 4 4-15,-3 4 22 0,3 2 7 0,-2 6 3 16,-2 1-4-16,0 0-5 0,1 4-11 0,3 0-4 15,-2 2-6-15,2 1 0 0,3 3-5 16,3 0-9-16,-1 4-4 0,0-1-4 0,4 2-8 0,-1 2-12 16,-3-1-25-16,0 4-30 0,1 0-45 0,-1 2-37 15,-1-4-33-15,-3 6-46 0,-1 0-136 0,-1-6-346 16,-2 3 153-16</inkml:trace>
  <inkml:trace contextRef="#ctx0" brushRef="#br0" timeOffset="77751.16">13122 11564 115 0,'0'0'173'0,"0"0"-22"15,0 0-13-15,0 0-14 0,0 0-19 0,0 0-33 16,0 0-36-16,27-9-38 0,-16 8-26 0,3 1-29 16,-1 0-82-16,-1 2-148 0,-1 0 66 0</inkml:trace>
  <inkml:trace contextRef="#ctx0" brushRef="#br0" timeOffset="78584.22">13371 11697 73 0,'0'0'183'0,"7"6"4"0,-7-6 2 0,9 4-2 0,-2-4-3 15,-7 0-13-15,0 0-10 0,17-6-14 0,-7 0-10 16,-1 1 1-16,5-5-4 0,-4 5 0 16,3-3-3-16,-3 0-10 0,1 0-5 0,0-4-1 15,1-2-5-15,-3 4-3 0,-1-1-8 0,0 1-5 0,-2-3 3 16,1 0-9-16,-3 1-2 0,-2-3-9 0,2 4-4 15,-3-2-5-15,-1 3-3 0,0-1-1 0,-1 1-7 16,-1 2-4-16,2 8-5 0,-6-11-13 0,4 4 0 16,-5 4-3-16,7 3-2 0,-12-2-7 0,12 2 2 15,-19 12-1-15,5-3-11 0,3 3 1 0,-3 4-2 16,1 6-3-16,6-5 6 0,1 2-4 0,0-2-2 16,2 2 3-16,2 1-4 0,2-3-6 0,4 1 7 15,2 0-2-15,0-3-6 0,7 0 17 0,-4-2-8 16,7 0-8-16,2-3-3 0,0 0 10 0,2-4-3 15,8 1-2-15,-1-5 3 0,1 1-2 0,-1-1 5 16,0-4-8-16,-6-1-3 0,1 0-3 0,-2-3-7 16,0 2-1-16,1-5-2 0,-4 1-3 0,0-1-4 15,2-1-2-15,-7 0 0 0,3-2-4 0,-3-1 3 16,-3-1-1-16,0 0 6 0,-5 0 0 0,-2-2-1 16,0 0 4-16,-2-1-1 0,-2 1 3 0,0-1 0 15,-1 3-2-15,1 3 0 0,-2 0 10 0,0 1-4 16,4 2 0-16,0 8 13 0,-2-10-11 0,2 10-1 15,-1-8 0-15,1 8 1 0,5-6-3 0,-5 6 0 16,11 0 5-16,-11 0 1 0,16 3-2 0,-5 4 3 0,0-2-2 16,1 7 3-16,-4-5 1 0,4 9 2 15,-1-3 1-15,-3-3-1 0,-1 3 1 0,3 4 13 16,-6-2-10-16,1 1-1 0,-1 1 4 0,0 0 0 16,-2-3 3-16,-1-3-2 0,-1 2 0 0,0-1-4 15,2 1 4-15,-2-2-2 0,3 1-1 0,-1-2 8 0,0-4-8 16,2 3 1-16,-1-2-1 0,-1-1 12 0,7-2-10 15,-3 0 0-15,6-2 1 0,1-2 0 16,1 0 7-16,-1-2-6 0,6-3 10 0,-2-2-11 16,-1 0-1-16,2-3 5 0,-3-1-5 0,1-1 4 0,2 1-3 15,-2-3-2-15,0-7 2 0,0 1-5 16,-5 5 6-16,0-8-1 0,0 0-2 0,-4 5-1 16,2-1 16-16,-5 2-16 0,1 0 3 0,0-1 2 15,-3 7 7-15,0 1 8 0,0 4 1 0,1 0-5 0,-3 6 1 16,0-11-8-16,0 11 6 0,1-7-14 0,-1 7 11 15,0 0-12-15,0 0-5 0,0 0 2 0,-18 19 0 16,10-5 4-16,1 1-2 0,1 3 3 16,-2 0-4-16,4-1-4 0,-1 0 2 0,1 2 5 0,4 0 0 15,-4-4-11-15,4 3 0 0,1-2-3 0,0-3-6 16,1 2 8-16,2 0-6 0,-2-3 1 0,1-1 5 16,-1 1-3-16,3-1-3 0,-1 0 1 0,-1-2-5 15,1 2 13-15,-4 0-5 0,2-3 3 0,0-1 0 16,-2-7-2-16,1 13 8 0,-1-8-13 0,0-5-1 15,-5 11-5-15,1-7-7 0,1 1-12 0,-4 0-19 16,-2 2-34-16,1-3-35 0,-1 2-42 0,-5-1-58 16,3-3-53-16,-3 0-222 0,1 0-541 0,-1 0 240 15</inkml:trace>
  <inkml:trace contextRef="#ctx0" brushRef="#br0" timeOffset="79043.25">15138 11296 83 0,'3'-6'275'15,"1"1"-9"-15,-4 5-12 0,5-7-17 0,-5 7-24 16,4-7-21-16,-4 7-21 0,0 0-14 0,0 0-3 0,0 0 6 15,10 21 6-15,-5-5-5 0,-1 9-8 0,0 0-14 16,-2 3-7-16,1 0-6 0,-3 1-6 0,0-1-8 16,-3-1-7-16,1 1-10 0,0-1-2 0,0 1-9 15,1-5-5-15,-2-4-4 0,-1 1-12 0,3-1-11 16,-2 0-2-16,-2-3-5 0,3 1-6 16,-1-5 2-16,-2-1-17 0,2-1-27 0,2 0-25 15,-1 0-39-15,-2-5-24 0,0 1-32 0,4-6-28 0,-5 10-30 16,5-10-39-16,-6 3-39 0,6-3-241 0,0 0-539 15,0 0 238-15</inkml:trace>
  <inkml:trace contextRef="#ctx0" brushRef="#br0" timeOffset="79407.07">15086 11591 70 0,'13'-2'151'0,"1"0"8"0,5 1-7 0,3 1-6 15,-1 1-11-15,-3 3-8 0,4-1-2 0,-3 1-7 16,-2 2 7-16,-3-1-6 0,0 3-8 0,1 2 1 16,-6-1-5-16,-1 0-3 0,1 1-3 0,-1-1-10 15,-2 0-9-15,-1 0-7 0,0 3 1 0,0-3-1 16,1 2-5-16,2-2-4 0,0 1-7 0,-1 0 1 16,4-3-6-16,-2 0 1 0,4-2-4 0,1 0 1 15,1-3-8-15,-1 0 3 0,0-2-7 0,3-2-4 0,-1-2-2 16,-2 1 0-16,-1-1-6 0,-1-1 2 15,-1-1-1-15,-2-2 3 0,1-1-3 0,-2-2 6 16,-3-1-9-16,0-1 1 0,-2 1-4 0,0-5-2 16,-1 2 8-16,-2-2-4 0,-2 2 0 0,-2 2-4 0,-2-2-2 15,1 4-1-15,0 0-2 0,-2 1-4 0,-1 0-2 16,0 2 2-16,-1 1-4 0,-1 4 1 16,1-1-3-16,-1 2-15 0,-3 0-21 0,2 2-32 15,-5-1-32-15,0 4-52 0,-2 4-36 0,6-2-55 0,2 4-229 16,-1-4-505-16,7 0 225 0</inkml:trace>
  <inkml:trace contextRef="#ctx0" brushRef="#br0" timeOffset="81512.28">16174 11451 58 0,'0'0'210'16,"-9"-5"-1"-16,3 2-8 0,6 3-4 0,-7-3-11 16,7 3-11-16,0 0-10 0,-9-3-17 0,9 3-13 15,0 0-9-15,0 0-8 0,0 0-9 0,0 0-1 16,0 0-6-16,0 0-3 0,-9-2-9 0,9 2-4 16,0 0-7-16,0 0-2 0,0 0-8 0,0 0-2 15,0 0-6-15,0 0-1 0,0 0-2 0,0 0-2 16,0 0-2-16,0 0-1 0,0 0-7 0,0 0-2 15,0 0-3-15,0 0-2 0,0 0-6 0,0 0 1 16,0 0-7-16,0 0-2 0,0 0 0 0,0 0-6 16,0 0-1-16,0 0-2 0,0 0-1 0,-6-3-4 0,6 3 4 15,0 0-6-15,0 0-1 0,0 0 2 16,0 0-3-16,0 0-1 0,0 0-1 0,0 0 1 0,0 0 3 16,0 0-7-16,0 0 5 0,0 0-4 0,0 0 0 15,0 0 2-15,0 0-2 0,0 0 0 16,0 0 1-16,0 0 2 0,0 0 0 0,0 0-1 15,0 0-1-15,0 0 0 0,0 0 1 0,0 0-4 0,0 0 4 16,0 0 7-16,0 0-12 0,0 0 3 0,0 0-3 16,0 0 2-16,0 0-4 0,0 0 5 0,0 0 0 15,0 0-4-15,0 0 1 0,0 0-3 0,0 0 1 16,0 0 2-16,0 0-3 0,0 0 3 0,0 0-4 16,0 0 0-16,0 0 6 0,0 0-3 0,0 0 0 15,0 0 2-15,0 0-1 0,0 0-2 0,0 0 0 16,0 0 1-16,0 0 2 0,0 0-6 0,0 0 4 15,0 0 1-15,0 0-2 0,0 0 1 0,0 0 2 16,0 0-1-16,0 0 1 0,0 0-3 0,0 0 6 16,0 0-8-16,0 0 4 0,0 0 2 0,0 0 0 15,0 0-3-15,0 0 2 0,0 0 4 0,0 0 1 16,0 0-7-16,0 0-4 0,0 0 5 0,0 0 3 16,0 0-8-16,0 0 2 0,0 0-3 0,0 0 2 15,0 0 1-15,0 0 1 0,0 0 2 0,0 0-4 16,0 0 5-16,0 0-1 0,0 0 0 0,0 0-1 0,0 0 3 15,0 0-2-15,0 0-2 0,0 0 1 16,0 0 8-16,0 0-8 0,0 0 3 0,0 0-5 0,0 0 1 16,0 0 2-16,0 0-1 0,0 0-1 0,0 0 4 15,0 0-5-15,0 0 4 0,0 0-1 16,0 0 2-16,0 0-2 0,0 0-2 0,0 0 1 0,0 0-1 16,0 0 2-16,0 0 0 0,0 0 5 0,0 0-8 15,0 0 3-15,0 0 3 0,19 11 1 0,-10-11 3 16,0 3-4-16,1-2 0 0,1 1 0 15,1-1-2-15,0 1 1 0,0 0 3 0,2-1-4 0,0 1 5 16,6-1-2-16,0 0-7 0,0 0 4 0,7 1 0 16,-5-2 4-16,6 2-6 0,-6-1 2 0,-2 1-2 15,2-1 2-15,-3-1 4 0,-1 1-5 0,-3-1 6 16,-3 2-9-16,1-2 1 0,-6 1 3 0,2-1-3 16,-9 0 2-16,12 1 2 0,-12-1-5 0,10 2 3 15,-10-2-2-15,8 2 0 0,-8-2 1 0,0 0 1 16,0 0 2-16,0 0-3 0,9 0-1 0,-9 0 2 15,0 0-1-15,0 0-3 0,0 0 5 0,-11 21-2 16,2-7-2-16,-3 1-9 0,-1 1 5 0,-5 5-1 16,0 2 0-16,-1 0 5 0,1 2-1 0,-4-1 0 0,2 3 5 15,1-4 0-15,0-2-6 0,1-1-1 16,4-5 1-16,2-2 4 0,-1-1-1 0,2 1 7 0,2-5-2 16,0 0-1-16,2-1-5 0,2-3 3 15,1-1 4-15,1 1-4 0,3-4 0 0,-8 6 1 0,8-6 3 16,-4 6 5-16,4-6-8 0,0 0-2 0,0 0-2 15,0 0 0-15,0 0-4 0,0 0 4 0,0 0-1 16,26-13 2-16,-17 8-3 0,2 0 1 16,1 1-5-16,-1 0 5 0,1 1-2 0,1 0 7 0,0 1-8 15,-1 0 1-15,0 2 0 0,2 0 0 0,-4 2 0 16,4-1 0-16,-1 3 0 0,-1-1 3 0,1 2 1 16,0-2 3-16,5 2-5 0,-3 0 2 15,3-1 2-15,1 1 7 0,-1-2-7 0,3-2-1 0,-1 1 1 16,-2 0-8-16,4-1 10 0,-4-5 1 0,2 3-6 15,-2-2 1-15,-3 2 2 0,4-1 0 0,-6-4 3 16,4 0 0-16,-6 1-1 0,0 2-2 0,-3-5 3 16,1 3 2-16,-1-1 1 0,1-2-5 0,-1 0 3 15,-4-1-3-15,-1 3 0 0,3-5-2 0,-1 1 1 16,0-1 5-16,-2 0-3 0,-1-2-2 0,2-3-2 16,-3 5 3-16,-1-4-4 0,0 1 1 0,-1 3 4 15,-1-4-4-15,0 5 4 0,-1 0-1 0,-1 0-4 16,1 6 2-16,3 4-3 0,-5-10-4 0,-1 5 3 15,1 1 3-15,5 4-2 0,-14 0-4 0,14 0 1 16,-20 4 0-16,7 2 3 0,-1 3-3 0,-1 3 3 16,1 2 2-16,1 2-1 0,1 0 2 0,1 6-4 15,3-4 5-15,2 0-1 0,2 1 4 0,1-2-1 16,3 2 1-16,2-3-2 0,2 1 3 0,4-1-2 16,0-4 3-16,2 3 0 0,3-3 2 0,1-3-4 0,4 0 2 15,-1-2-5-15,0-1 5 0,3 0 0 0,1-3 0 16,-2-2 0-16,-2-1 1 0,1-1-1 0,-1-2-1 15,-3 0 0-15,1-4 1 0,-1 2-3 16,-4-2 4-16,2 1-6 0,-2-1 9 0,-1-2-6 0,0-1 1 16,-3-1-1-16,2-2 0 0,-3 1 1 0,2 1-4 15,-1-4 1-15,2 1 1 0,-2 0 1 16,-1 2-5-16,2 1 4 0,-2 0-4 0,3 3 2 16,-1-2-5-16,-2 6 5 0,2 1 0 0,0-1-3 0,-7 4-3 15,14 1 2-15,-6 2 8 0,-2 0-10 0,1 4 3 16,0 2 4-16,-2 1 10 0,1 0-13 0,-3 7 4 15,4-3 1-15,-5 1 3 0,1-1-4 16,-2 1 1-16,0 1 3 0,1-4 1 0,-1 0-11 0,2-1-7 16,-1-1-9-16,1 2-16 0,-1-7-14 0,1 1-16 15,-1 0-13-15,3-1-8 0,-5-5-6 0,11 6-10 16,-4-4-3-16,1-2-6 0,3 0 10 0,1 0-2 16,1-3 10-16,0-1 5 0,-2 1 12 0,3 0 4 15,-2-3 7-15,-1 0 8 0,-1-2 5 0,-1 1 2 16,-1-2 14-16,1-3 4 0,-3 3 19 0,-1 0 28 15,1 3 25-15,-4 1 16 0,1-2 8 0,-3 7 0 16,5-7-7-16,-5 7-5 0,3-4-6 0,-3 4-3 16,0 0 2-16,0 0 2 0,0 0-4 0,0 0 10 15,0 0-8-15,4 19 0 0,-1-15-1 0,0 2 0 16,-3-6-1-16,6 11-1 0,-1-5-3 0,3-1 2 16,2 0-4-16,3-2 0 0,1 0-1 0,0-3 4 15,4 2 0-15,-2-2-3 0,-2-2 7 0,-2 0-9 16,1 1 0-16,-3-3 10 0,0-3-2 0,0 2 0 15,-2-2-4-15,-2-1 4 0,-2-1 1 0,0-1-4 16,-1-1-1-16,-2 0-3 0,-1 0-4 0,0-1-4 16,-3-1 3-16,1 2 0 0,-3 1-12 0,0 0 2 0,-1 1-7 15,-1 0-7-15,-1 1-9 0,-1 3-17 16,1-1-16-16,-3 3-21 0,-1 3-31 0,1 0-30 16,-3 4-44-16,1 1-51 0,0 0-50 0,-3 2-219 0,4 0-523 15,2-4 232-15</inkml:trace>
  <inkml:trace contextRef="#ctx0" brushRef="#br0" timeOffset="83062.67">18289 11651 34 0,'-5'-2'220'0,"-6"-3"-4"0,0 4-5 16,-3 2-1-16,-5 2-12 0,-2 3-9 0,3 2-17 15,-5 6-15-15,-1 2-13 0,2 4-10 0,3 1-15 16,1 1-9-16,3 2-10 0,0 1-11 0,3 1-11 0,4-9-4 16,-2 8-7-16,8-7-7 0,0-2-5 15,5 1-3-15,3 0-5 0,6-2-2 0,1-3-7 16,3 0-2-16,1-2-4 0,5-3 6 0,4-1-21 15,2 1-4-15,2-6-2 0,-10 1-1 0,2-4-5 0,-2-2 8 16,0-1-9-16,0 0 0 0,-2-2 1 16,-3 0 0-16,1 1-3 0,-6-3 2 0,-1 0-2 15,2-3 2-15,-3 3 1 0,-2-4-4 0,1-1-1 0,0-3-2 16,0 0 2-16,-3-3 0 0,0 4 4 0,1-2-3 16,-4 5-1-16,2 1-1 0,-1 2 3 15,1 0 7-15,-1 3-2 0,-1 0-1 0,-1 7-4 16,3-5 1-16,-3 5-2 0,0 0 2 0,0 0-4 0,0 0 14 15,4 28-6-15,-4-17 1 0,1 6 0 0,2 2-1 16,-1-1 0-16,2 1 1 0,0-1 0 0,1 0 3 16,3 0-6-16,-2-2 4 0,4-1-2 0,3-1 1 15,-3-4-2-15,1-1 2 0,5 1-3 0,-4-4 4 16,5-2 8-16,-5-2-10 0,2 0-1 0,-2-2 3 16,-1 0-3-16,2-3 0 0,-3 0 2 0,0-1-2 15,2-3 2-15,-3 1 0 0,0-2-5 0,0-1 1 16,-2-1-1-16,-2-2 0 0,2-2-1 0,0-2 2 15,-3-2-2-15,0 1 2 0,0-2-2 0,-1-1 0 16,-1 1 1-16,2 0-2 0,-1 2 0 0,-1 2 8 16,1 4 3-16,-1 1 7 0,-1 3 4 0,1 1-4 15,-2 6 1-15,2-9 1 0,-2 9 4 0,0 0-13 16,0 0 0-16,0 0 3 0,0 0 1 0,3 28 1 16,-3-11-1-16,0 0 10 0,0 2-11 0,-2-2-7 15,2 3 2-15,0-2 3 0,2-1-9 0,-1 2 8 16,2-1 6-16,0-1-8 0,0-2-1 0,4-1-1 15,-1-4 5-15,0 0-1 0,1 0-4 0,2-1 5 16,2-3 2-16,-1-2-6 0,2 1 0 0,0-4-1 16,1 2 1-16,-1-3 3 0,-1 0 0 0,1-2-5 15,1-1-1-15,-3-2 3 0,-1 0 1 0,1-3-7 0,-2-1 6 16,-2-2-8-16,1 1-8 0,1-5-1 16,-3 0-4-16,-2-5 0 0,0 2-7 0,-3-6 3 0,0-2 0 15,-3 7-2-15,-2-5 6 0,-1 6-2 16,1-1 3-16,-1 2-3 0,0 6 13 0,2 0-6 15,-2 2 2-15,-2-1 0 0,4 4-2 0,0 0 4 0,1 1-3 16,3 5-1-16,-7-8-4 0,7 8 9 0,0 0-4 16,0 0-1-16,0 0 14 0,0 0-11 15,0 0-1-15,0 0 4 0,28 15-2 0,-14-8-3 0,7-3 5 16,-1 1-3-16,7 2-1 0,-6-2 4 16,-1 1-4-16,-2 2 3 0,0-2-1 0,-4 3-3 0,-1-2 0 15,-4 1 3-15,0 0-3 0,-1 1 6 0,-1 2-5 16,-1 1 2-16,-3 4 5 0,-1-5-4 0,-2 2 5 15,2 3 1-15,-2 0 0 0,-3-4 1 0,3 3 1 16,-1-3 2-16,-1 2-2 0,2-3 0 0,0 0-2 16,2 1 4-16,-1-2-5 0,0 1-1 15,2-1 9-15,2-1-5 0,1 0-1 0,1-1 7 0,0-2-4 16,2 0-1-16,4-1 1 0,-1-2 14 0,0 0-18 16,3-2 0-16,-3-1 2 0,1 0 0 0,0-2-5 15,5-5 6-15,-9 3 1 0,3-1-3 0,-3-1 1 16,2-2 3-16,-2-1-8 0,2-5 6 0,-5 4-4 15,1-6-3-15,-2 0 3 0,1-1-3 0,-3-2 2 16,-2 1 4-16,-2 0-6 0,1-1 2 0,-3 3 1 16,2 1-5-16,-4 1 0 0,1-2 4 0,2 6-2 0,-2 0 2 15,2 3-3-15,2 7 3 0,-2-11-2 16,2 11-6-16,-1-8-5 0,1 8 6 0,0 0-4 16,7-6-2-16,1 5 2 0,6 2 1 0,-1 0 2 15,5 0 2-15,0 3-2 0,-1 1 4 0,1 1 5 0,0 0-11 16,-1 2 6-16,-2 1-6 0,-1 1 6 15,-2 3-6-15,-2-2 0 0,0 3 5 0,-1 0-2 0,-2-2 2 16,-2 1 0-16,1 3-2 0,-2-4 2 16,0 2 2-16,0-2-5 0,-2-1 4 0,1 2-1 0,1-1 4 15,-2-5-4-15,2 2 4 0,2 0 2 0,-2-1-3 16,3-2 4-16,-1 1-1 0,0-4 0 16,6 1 2-16,-2-2-3 0,0 0-2 0,3-4 9 15,0 2-6-15,0-3 0 0,1-1-3 0,2-1 0 0,-4 0 7 16,-1-3 0-16,1 1-3 0,-1-5-2 15,-2 2 2-15,1-3-1 0,-2-1-1 0,-1-2 0 16,-4 2-2-16,2-4 0 0,-2-1 7 0,-3 2-5 0,-1-2 6 16,-4 2 0-16,2 0-1 0,-1 5 12 0,2 1 3 15,-3 1 0-15,2 2-4 0,-1 2-6 0,-1 1 5 16,-3 3-7-16,8 2 9 0,-14 4-10 0,3 2 2 16,-1 1-7-16,-2 6 6 0,0 0-4 0,1 3 3 15,3 2-4-15,0-3-5 0,2 2-20 0,2 0-27 16,2 0-33-16,0-1-34 0,3 0-42 0,0-2-37 15,2-2-36-15,4-2-20 0,1-1-8 0,3 1-174 16,2-1-466-16,4-2 206 0</inkml:trace>
  <inkml:trace contextRef="#ctx0" brushRef="#br0" timeOffset="83283.8">19859 12035 14 0,'8'0'124'0,"-8"0"9"16,12-3 6-16,-7 1 12 0,0-4 10 0,-5 6-4 16,9-10-7-16,-5 1 7 0,1 2-4 0,0-3-3 15,0 0-3-15,-1-2-5 0,3 0-6 0,0-3-3 16,4-1-4-16,-2 2-2 0,2-3-13 0,5-3-6 15,-3 6-6-15,2-1 4 0,-1 1-5 0,4 0-13 16,-2 6-2-16,0-1-8 0,-4 4-6 0,2 1-7 16,-3 1-13-16,-1 2-2 0,2 2-5 0,-3 1 0 15,0 1-2-15,0 4-4 0,-3 2 2 0,-1-1-15 16,-2 3 1-16,-1 0-3 0,0 1-2 0,-1 1 1 16,-1 0-11-16,0-2-10 0,-1 1-32 0,1 1-36 15,0-3-38-15,-2-1-43 0,1 1-48 0,2-3-44 16,-1-7-244-16,0 12-522 0,0-12 232 0</inkml:trace>
  <inkml:trace contextRef="#ctx0" brushRef="#br0" timeOffset="83566.34">20589 11596 155 0,'1'-5'269'0,"-1"5"-22"0,4-7-17 0,-4 7-4 0,0 0 5 16,0 0 10-16,0 0-10 0,-9 41-13 16,3-17-14-16,-2 0-17 0,-1 0-10 0,-2 1-11 0,4 0-8 15,0-3-6-15,2-2-5 0,-2-1-14 0,1-1-14 16,1 1-15-16,-2-2-2 0,2 0-20 0,0-2-10 16,0 0 7-16,1-3-14 0,0-1-4 15,1-2-16-15,0 1-24 0,2-2-18 0,-1-2-11 16,1 2-38-16,1-8-31 0,-3 9-35 0,3-9-26 0,-3 10-21 15,3-10-25-15,-4 5-30 0,4-5-29 0,0 0-32 16,0 0-171-16,-9 1-481 0,9-1 214 0</inkml:trace>
  <inkml:trace contextRef="#ctx0" brushRef="#br0" timeOffset="83814.81">20335 11807 7 0,'-3'-11'223'16,"3"11"-23"-16,-2-6-12 0,2 6-4 0,0 0-2 15,15-5-1-15,-5 3-1 0,3 2-6 0,7-1-11 16,0 1-5-16,8 1-9 0,-8-1-10 0,3 2-2 16,-1-1-8-16,-2 1 8 0,2-2-20 0,-4 1 0 15,-5 0 3-15,0 0-11 0,-1-1 1 0,0 2 1 16,-2-2-8-16,-2 0 0 0,-8 0-7 0,10 1 3 16,-10-1-17-16,10 0 9 0,-10 0-20 0,0 0-8 15,10 0-9-15,-10 0 7 0,0 0-11 0,0 0-19 16,8-3-24-16,-8 3-38 0,0 0-42 0,5-4-49 15,-5 4-47-15,0 0-47 0,5-9-46 0,-5 9-59 16,4-6-168-16,-4 6-530 0,0 0 235 0</inkml:trace>
  <inkml:trace contextRef="#ctx0" brushRef="#br0" timeOffset="85502.2">8214 12889 75 0,'6'-8'229'0,"0"0"-4"15,3-6-9-15,0 5-1 0,1-7-10 0,2 2-16 0,6-6-8 16,-1 1-11-16,0-3-7 0,1 0-6 0,0 0-6 16,0-2-8-16,-5 2-8 0,3-1-7 0,-4-1-9 15,0-1-10-15,0-1-4 0,-2 1-6 16,-1-1-15-16,-1-2-2 0,1 3-5 0,-3-5-6 0,-1 3-6 16,1-1-9-16,-2 8 1 0,-1 3 1 15,-2-2-1-15,2 2 3 0,-3 2-2 0,0 2-2 16,0 4-2-16,1 1-8 0,-1 8 0 0,0-10-2 0,0 10-14 15,0 0-5-15,0 0-9 0,0 0 2 0,0 0-1 16,0 0 5-16,-5 36-5 0,2-10 10 0,-1 4-14 16,1 1-3-16,0 2-3 0,1 0 17 15,2 1-15-15,-2-3-3 0,2 1 2 0,2-3-5 16,0-1 9-16,4-1-6 0,2-2 7 0,-1-6-8 0,-2-4 1 16,4 2 0-16,-2-2 0 0,4-1-8 0,0-2-10 15,1 0-2-15,-2-3-21 0,0-4 7 0,2 0-23 16,-3-1-7-16,3-1-6 0,-2 0-2 0,2-3-3 15,-1 0 3-15,1 0 7 0,1-1-6 0,-2-1-7 16,1-1-8-16,-1-1-2 0,1-2 2 0,-2-1-3 16,3 1-1-16,-3-3 7 0,3-3 4 0,-6 4 12 15,1-2 3-15,-1-1 5 0,-2-2 7 0,0 2 17 16,0-6 8-16,-1 5 11 0,-3 2 19 16,0 0 13-16,-1 1 9 0,2 2 0 0,-2 7 3 0,0-13 5 15,0 13 0-15,1-7-7 0,-1 7 1 0,0 0-4 16,0 0 0-16,0 0 5 0,0 0-2 0,0 0 3 15,-9 25 3-15,5-11 0 0,-2 0 3 0,2 1-7 16,1 2-5-16,1-1-5 0,2-3 2 0,0-2-1 16,1 4-3-16,2-3-1 0,2-2-6 0,2 0 0 15,2 0 5-15,2-4-3 0,-1 1 0 0,1-1 4 16,1-3-5-16,6-1-3 0,-2-2 3 0,3-2-6 16,-5 0 4-16,3 0-5 0,-5-2 6 0,2 0-3 15,-4 0 5-15,1-1 2 0,-3-1-1 0,1-2-3 16,-3-1 1-16,2 1 2 0,-4 1 0 0,0-5 2 15,-4 3-8-15,1-2-1 0,-5-1 1 0,0-4-5 16,-2 5 5-16,-2-4-6 0,-1 2-3 0,0 3 0 16,0-1-1-16,2 3-7 0,-4-2-3 0,5 3-18 15,-3 2-14-15,5 1-23 0,-2 0-28 0,6 4-31 16,-10-1-30-16,10 1-28 0,-13 2-33 0,13-2-31 16,-6 7-223-16,2-2-503 0,4-5 222 0</inkml:trace>
  <inkml:trace contextRef="#ctx0" brushRef="#br0" timeOffset="85886.03">9266 12566 196 0,'0'0'255'16,"0"0"-9"-16,-2-11-6 0,2 11-9 0,-10-6-11 16,5 2-11-16,5 4-10 0,-17 0-15 0,5 1-2 15,0 4-7-15,-1 1-12 0,-3 2-5 0,4 5-10 16,-5 1-13-16,4 1-10 0,1 0-14 0,0 0-15 15,3 1-4-15,0 0-11 0,4-2-3 0,1 1-10 0,3-4-5 16,2 1-7-16,2-2-5 0,1 0-6 16,1-1 3-16,2-3-10 0,3 1-6 0,1-2-1 15,3-1-6-15,-3-1-11 0,2-3-1 0,0-3 8 16,0 0-12-16,1 1 6 0,-3-2-6 0,2-1-6 0,-4-2 4 16,0 0 1-16,-1 0-2 0,-1-3 0 15,0 1 3-15,-2-2-4 0,0 0 3 0,0 0 0 0,1-5-3 16,-3 7-4-16,-1 1-2 0,1-1 7 15,0 2-4-15,-3 7-3 0,1-10 0 0,-1 10 1 16,2-8-6-16,-2 8 2 0,0 0-3 0,0 0 4 0,0 0 1 16,14 13 1-16,-12-3 10 0,0 2-6 15,2-1-4-15,-1 1-21 0,0-1-17 0,0 2-46 0,0-1-32 16,2 0-30-16,-1-2-35 0,3 0-37 0,0-1-17 16,2 0-23-16,3-4-18 0,0-1-146 0,3 1-459 15,3-2 203-15</inkml:trace>
  <inkml:trace contextRef="#ctx0" brushRef="#br0" timeOffset="86327.04">9709 12685 87 0,'2'-8'169'0,"-2"0"-3"0,0 8 6 15,0-16 15-15,-1 9 8 0,-2 0-3 0,-3 1-6 16,1 0-7-16,-2 1-5 0,-2 1-1 0,0 2-3 16,9 2 1-16,-19 2-6 0,9 3-11 0,0 2-17 15,-5 2-5-15,0 2-16 0,-4 8-6 16,5-5-11-16,-2 6-13 0,4-6-6 0,1 1-8 0,3 1-11 15,3-1-3-15,0-3-2 0,2-1-11 16,3 1-3-16,1-3-2 0,1 1-4 0,3-2-6 0,0-3-3 16,0-1-5-16,6-1-11 0,0-1-2 15,2-1 0-15,1-2-5 0,2-2 1 0,0-1-4 0,-1-3 0 16,1 0-3-16,2-3 0 0,-9 2 1 0,3-2 1 16,-1-3-2-16,0-1 2 0,-4 0-1 0,1-3-1 15,-2 2 5-15,1-4 0 0,-2 0-5 0,1-5 3 16,-2 0 6-16,-1 0-6 0,2-1-1 0,-4 0 3 15,3 0-9-15,0 0 9 0,-3 7 1 0,0 0-4 16,2 3 23-16,-2 3 3 0,0 4 8 0,1 2 14 16,-1 0-3-16,-1 6-9 0,2-10-2 0,-2 10 17 15,0 0-5-15,0 0-4 0,0 0 17 0,8 18 0 16,-7-6-2-16,-1 4 0 0,2 3 1 0,-4 2-1 16,2 4-7-16,-1 0-6 0,-3 0-8 0,0-1 9 15,3 0-5-15,-1-4-3 0,0-1-3 0,2 0 5 16,-5 0-16-16,4-2-15 0,-2 0-25 0,2-2-36 15,-2-2-40-15,1 1-45 0,1-4-39 0,-1 0-35 16,1-3-32-16,-1-1-33 0,2-6-33 0,2 9-258 16,-2-9-614-16,4 7 272 0</inkml:trace>
  <inkml:trace contextRef="#ctx0" brushRef="#br0" timeOffset="86568.12">10208 12700 279 0,'0'0'276'0,"10"3"2"16,-10-3-8-16,9 1-8 0,-9-1-22 15,12 0-9-15,-1 0-19 0,1-1-17 0,2-1-17 16,1-1-10-16,3 3-10 0,-1-3-8 0,-2 2-6 16,-2 0-17-16,1-1-6 0,-3 1-9 0,0 0-5 15,0 1-17-15,-1-2-6 0,-3 2-6 0,-7 0-3 0,12-2-20 16,-12 2-15-16,8-2-19 0,-8 2-22 15,0 0-30-15,7-2-42 0,-7 2-47 0,0 0-59 16,0 0-70-16,0 0-301 0,0 0-595 0,-25-6 262 16</inkml:trace>
  <inkml:trace contextRef="#ctx0" brushRef="#br0" timeOffset="89449.77">11392 12947 174 0,'-4'3'195'15,"4"-3"-5"-15,0 0-1 0,0 0-7 0,0 0-10 16,0 0-8-16,0 0-3 0,0 0-4 0,0 0-7 15,0 0-4-15,0 0-6 0,0 0-15 0,0 0-7 0,0 0-5 16,18-17-9-16,-6 11-11 0,1-4-2 16,4-2-7-16,-4 1-6 0,4-1-6 0,2-4-10 0,-3 4-4 15,-2-3-5-15,2 1-5 0,3-6 0 16,-2 2-3-16,-4 2 9 0,1 0-17 0,-1 1-2 0,-3-1-6 16,2-5-2-16,-4 3 0 0,-2 1-2 0,3-1 0 15,-5 7 1-15,-1 0-9 0,-1 2 2 16,-1 3 3-16,0-4-2 0,-1 10 0 0,4-11 3 0,-4 11-4 15,-1-7-6-15,1 7-4 0,0 0-2 0,0 0 1 16,0 0-2-16,0 0 0 0,-14 16-2 0,5-1-3 16,0 0 3-16,1 4-1 0,-1 4-1 0,1-3-2 15,1-2 1-15,2 1-1 0,2-1 1 0,1 0-2 16,0-2 2-16,4 0 8 0,-2-3-11 0,4-1 3 16,1 2 1-16,1-4-4 0,3 0-1 0,-2-1 0 15,2-3 0-15,1-2 0 0,1 1-4 0,2-4 3 16,5 0-4-16,-7-1 3 0,2-1-1 0,1-1 0 15,-1 0 2-15,-2-1-2 0,0-3 4 0,-1 0-1 16,1 1 1-16,0-2-1 0,-4-1 1 0,2-1 3 16,-2 1-3-16,-1-1 0 0,-2-1 0 0,1 1 1 15,1-2 4-15,-2 5-5 0,-3-2 1 0,2 3-1 16,-3 5-1-16,4-6-5 0,-4 6 5 0,2-8-6 16,-2 8 3-16,0 0-2 0,0 0 3 0,0 0-3 15,0 0 6-15,0 0-2 0,7 19 1 0,-7-13-4 16,0-6 5-16,0 13-5 0,2-7 3 0,-2-6 4 15,-2 13-3-15,2-13 2 0,0 9 7 0,0-9-6 16,0 7-6-16,0-7 4 0,0 0 0 0,0 0 3 16,2 10 3-16,-2-10-1 0,0 0 2 0,7 0-4 15,-7 0 7-15,0 0-8 0,16-4 4 0,-16 4-2 16,14-5-1-16,-7 3 0 0,-1-2-1 0,3 0 0 16,0 3 1-16,-4-3 2 0,-5 4-3 0,10-4-2 0,-10 4 2 15,11-1-1-15,-11 1-5 0,10 3 1 16,-10-3 1-16,9 7 1 0,-7-3-10 0,0 4-10 15,-1-1-25-15,-1-7-34 0,-1 16-25 0,-1-8-29 16,0 2-37-16,2-1-20 0,-4-2-40 0,1 0-192 0,1-1-461 16,2-6 203-16</inkml:trace>
  <inkml:trace contextRef="#ctx0" brushRef="#br0" timeOffset="89623.29">11810 12509 107 0,'0'0'132'0,"0"0"-53"16,0 0-41-16,24 18-40 0,-12-4-57 16,0 2-65-16,6 2 29 0</inkml:trace>
  <inkml:trace contextRef="#ctx0" brushRef="#br0" timeOffset="90220.05">12443 12758 63 0,'0'0'228'0,"0"0"-4"16,-10-12-5-16,5 9-5 0,-8-1-5 0,3-1-4 0,-8 3-12 16,5 1-10-16,-5 1-18 0,1 2-8 0,-2 4-9 15,-1-2-15-15,4 6-8 0,0 0-13 16,1 2-6-16,-3 0-13 0,4 2-10 0,0 2-5 0,2-1-9 15,3-1-7-15,1 3-9 0,4-5-5 0,1 4 0 16,3-4-6-16,3 3-5 0,1-3-5 0,3-1 3 16,2-2-7-16,0-1-10 0,5-2-7 0,3 1 0 15,-1-6-8-15,0-1-3 0,0 0 1 16,1-3-1-16,2-2-2 0,2-1 1 0,-6-2-2 0,1-2 4 16,-5 0-4-16,2-3 2 0,-3-1 1 0,0-4-1 15,-3-1-3-15,1-6 5 0,4 2-7 16,-7-4 10-16,-1-2-4 0,0-1-1 0,2-1 1 0,-4-1-1 15,2 2 2-15,-2-1 2 0,3-1-3 0,-5 2 0 16,0 3-2-16,2 8 4 0,-2 1 6 0,0 5 5 16,2 3 7-16,-2-1 1 0,0 6-11 0,0 5 3 15,2-10-3-15,-2 10-5 0,0 0-1 0,0 0 2 16,0 32-1-16,-2-7 6 0,0 4-1 0,2 5 1 16,0 0-4-16,-7 2 1 0,5-2-3 0,2-2 3 15,0 0-2-15,-2-3 0 0,4 0 4 0,2-7-4 16,3 3 2-16,-1-8-7 0,2-3 3 0,3 1 0 15,-2-2 2-15,1-4 0 0,1 0 2 0,-1-3-5 16,0-1 0-16,3-1 2 0,0-1-6 0,-1-2-3 16,1-4 1-16,-1 2 0 0,1-1-1 0,-3-3 2 15,0-3 0-15,-1-1-2 0,0 1 0 0,0-3 2 16,-2-2-8-16,-1 1 0 0,1-2-6 0,-7 0 3 16,4-1 4-16,-2 3-2 0,-1 2 1 0,0 1 4 15,-1 2 3-15,0 7 3 0,0-10-1 0,0 10-4 16,2-8 1-16,-2 8 3 0,0 0-4 0,0 0 2 15,0 0-1-15,0 0 2 0,-6 28-2 0,4-17 1 16,0 0-11-16,2-1-16 0,0 1-27 0,2 3-28 0,0-5-34 16,0 2-53-16,0-1-35 0,2-3-53 15,-2 0-171-15,2-2-466 0,-4-5 207 0</inkml:trace>
  <inkml:trace contextRef="#ctx0" brushRef="#br0" timeOffset="90391.56">12755 12526 11 0,'-4'-8'221'0,"0"1"-28"0,4 7-18 16,-7-6-20-16,7 6-26 0,0 0-31 16,0 0-37-16,-9 16-38 0,11-5-39 0,3 1-46 0,2 3-103 15,2 2-179-15,7-2 79 0</inkml:trace>
  <inkml:trace contextRef="#ctx0" brushRef="#br0" timeOffset="91631.46">13075 12685 228 0,'-7'-6'253'0,"7"6"-8"16,0 0-24-16,0 0-16 0,0 0-19 0,0 0-17 15,0 0-15-15,0 0-5 0,-9 15-8 0,3-4-9 0,-1 6-16 16,-5 0-7-16,3 0-13 0,-2 4-7 0,0 3-10 16,2-7-10-16,3 1-7 0,-2 4-11 0,4-5-20 15,4-5-7-15,0 0-26 0,4 0-13 16,1-2-16-16,2 0-19 0,2 0-23 0,9-2-17 0,-3-3-18 16,8 3-23-16,6-6-3 0,2 0-3 0,-1 0 10 15,1-6 1-15,5 0 10 0,-7-2 8 0,0-1 11 16,1-4 8-16,-5-2 13 0,0 1 10 0,-10 2 15 15,5 0 5-15,-5-2 11 0,4-5 16 0,-6 2 17 16,-1 1 18-16,-1-4 0 0,-5 1 15 0,-1 1 33 16,-3-1 15-16,0 5 17 0,-6-2 11 0,3 2 8 15,-3 3-2-15,-2-1 7 0,-3 5 2 0,-1-2 2 16,-3 5-6-16,2 3 1 0,-3 2-1 0,-3 4-5 16,-1 2-4-16,-7 3-5 0,4 6-11 0,2 0 3 15,0 1-24-15,6-4-6 0,1 0-4 0,4 1-9 16,3-4-3-16,3 4-9 0,2-5-4 0,0 2 0 15,4-2-10-15,3-2-5 0,3 1-11 0,0-3-1 16,1-2-8-16,6 1-5 0,-2-5-8 0,3 1 8 16,1-4-8-16,-9 0 3 0,3-2 2 0,1-1 1 15,-5 2 1-15,2-2-2 0,-1-3 0 0,-4 1 2 16,1-1 4-16,-1 0-4 0,0-1 2 0,-2-1 2 16,-2 0 2-16,-2 1-4 0,0-1 2 0,0 2-1 15,0 8 1-15,-2-13 1 0,4 7 6 0,-2 6 3 16,2-8-5-16,-2 8-2 0,0 0-3 0,0 0 0 15,0 0 4-15,0 0-1 0,0 0 1 0,0 0-1 16,0 0 3-16,-4 33 2 0,2-22-3 0,2 3 0 0,2-3-2 16,-2 1 1-16,6 4 1 0,-3-4-1 15,-1-2 1-15,4-1 1 0,1 5 0 0,0-5-3 16,0-2 2-16,2-1 1 0,-1-2 1 0,2-1 0 16,3 0 8-16,-1-3-13 0,1 0 2 0,0-3-2 15,5-3-1-15,-5-1 4 0,4 0 2 0,-5 0-1 0,1-5 0 16,-3 1-3-16,4-2 0 0,-5 0-2 15,2-4 0-15,1-7-1 0,-3 5 4 0,3-6-4 16,-7 1 4-16,5-4-2 0,-4 0-2 0,3-3 6 0,0 1-7 16,0-3 2-16,-4 2 2 0,1 4 6 0,-2 8 11 15,2 1 22-15,-4 2 9 0,-2 4 11 16,4 2-5-16,-2 3-7 0,0 1-4 0,-2 6-9 16,0 0 2-16,0 0-1 0,0 0 0 0,0 0-2 15,0 43-1-15,-4-24-6 0,-2 10 4 0,-2 3-1 16,-3-3-1-16,3 3-7 0,-2-1-1 0,3-2 3 15,1 0-8-15,2-3 0 0,2-1 0 0,2-4-1 0,0-2-8 16,4-2 6-16,0-2-2 0,3 2-3 0,4-4-4 16,0-1 9-16,2 0-2 0,3-2 1 0,0-5-3 15,2 0-7-15,3 0-2 0,-4-5-2 0,6 0 3 16,-2-2-4-16,0-1 1 0,0-3-13 0,1-2 10 16,-4 0-2-16,5-6 0 0,-3 6 4 0,-3-4-5 15,-2 0 4-15,-2-2-5 0,1 0 4 0,-2 0 1 16,-2-1 16-16,-1 2-25 0,0-3 6 0,-7 4 2 15,2 2 3-15,-4 0-4 0,0 3 1 0,0 7-2 16,0-13 5-16,0 13-8 0,-4-10 5 0,4 10-10 16,-4-5 4-16,4 5-7 0,0 0 13 0,-21 9-2 15,13-1 4-15,-2 3-4 0,-3 0 13 0,2 3-16 16,1 2 5-16,3 1-1 0,-1-3 2 0,1 2-13 16,3 0 14-16,4-6 1 0,-2 4 3 0,4-3-12 15,2 2 24-15,1-4-15 0,1 1 3 0,3-2-3 16,3 0 0-16,-1-4-1 0,9 0 18 0,-2-3-17 15,0-1 1-15,4-3-4 0,-6 0 4 0,5 0-4 16,-4-3 5-16,1 0-3 0,2-1 1 0,-4-1-1 16,2-2 1-16,-2 1-1 0,-2-3-2 0,1 0-8 0,-3-1 16 15,0 1-2-15,-1-3 2 0,-1 2-12 16,-5-2-1-16,1 4-4 0,-2 0 1 0,-1 1 1 16,1 0 0-16,-2 3-1 0,1 3 3 0,-3 4 0 15,2-9-5-15,-2 9 4 0,0 0 2 0,0 0 6 0,0 0 6 16,0 0 3-16,0 0 4 0,-7 27 1 15,-1-13-2-15,3 4 0 0,-3-3 1 0,-1 3-9 16,1 0 13-16,0-1-8 0,1 2 7 0,-5 4-6 16,6-6-3-16,1-2 1 0,-1 3 0 0,1-3-14 15,0 0-21-15,2-5-24 0,-1 1-22 0,2 0-26 0,0-1-33 16,-2-4-31-16,2-2-38 0,2-4-36 16,-3 12-26-16,-1-8-261 0,4-4-569 0,0 0 252 15</inkml:trace>
  <inkml:trace contextRef="#ctx0" brushRef="#br0" timeOffset="91805.04">13816 12754 2552 0,'-9'-10'32'0,"0"3"-27"0,0 0-2 16,5 2 5-16,-2 2-9 0,6 3 3 0,-8-7-3 15,8 7 0-15,0 0 1 0,-4-3-6 16,4 3-13-16,0 0-18 0,0 0-32 0,22 1-40 0,-4-2-40 15,2 0-56-15,1-2-130 0,-2 0-362 0,9-1 161 16</inkml:trace>
  <inkml:trace contextRef="#ctx0" brushRef="#br0" timeOffset="92368.06">15041 12894 1962 0,'4'-15'2'16,"1"-1"10"-16,-2 7 11 0,0-1 3 0,-1 3-5 15,0 0-9-15,-2 7-4 0,4-8 4 16,-4 8 2-16,0 0 19 0,0 0 9 0,0 0 6 0,13 12 7 16,-10-2 1-16,-2 1 3 0,1 3-2 0,-2 3-1 15,0 0 1-15,-2-2-2 0,4 2 3 0,-2-6-4 16,-2 2 3-16,2-3 0 0,0-2 1 0,0 0-1 15,0-8 9-15,-1 10 9 0,1-10 6 0,0 9 6 16,0-9 4-16,0 0-2 0,-2 8 9 0,2-8 1 16,0 0-11-16,0 0 5 0,0 0-17 0,0 0-12 15,0 0-17-15,0 0 3 0,0 0-6 0,5-26-7 16,2 17 2-16,2 0-10 0,5-2-3 0,1-3-8 16,7-2-1-16,1 1-11 0,0 2-4 0,4 1 10 15,-1 1-12-15,0 1-2 0,-5 5 1 0,-3 1-2 16,1 2-3-16,-5 2 2 0,-2 1 4 0,1 2-4 15,4 4 2-15,-2 2-3 0,-2 2 2 0,-1 1-1 16,-3 1 5-16,1 3 10 0,-4 0-14 0,-2 3-1 16,-1-2-2-16,2 2-8 0,-3-3-42 0,1 2-33 15,-1-1-30-15,0-1-36 0,0-4-39 0,-1 0-34 16,1-5-31-16,-1-2-23 0,-1-5-194 0,2 12-516 16,2-8 229-16</inkml:trace>
  <inkml:trace contextRef="#ctx0" brushRef="#br0" timeOffset="92654.49">15648 12973 132 0,'0'0'188'0,"-8"-5"-7"0,8 5 2 15,-8 0-8-15,8 0-5 0,0 0-5 0,-12 11-11 16,10-7-7-16,2-4-4 0,-3 12-5 0,1-2-12 0,5-1-4 16,0 1 2-16,1 2-11 0,1-4-8 0,4 2-5 15,0-1-10-15,1-1 1 0,3-2-11 16,4-1-9-16,-1-1-5 0,1-1-5 0,3-1-2 0,2-1 0 15,-4 1-2-15,-4-5-4 0,-1 2 2 0,-1-4-4 16,0 1 1-16,-2-4 3 0,-1 1-1 0,-3 0 0 16,-1-2-7-16,-1 0-4 0,-2-1 2 0,-2 0-11 15,-3 0-3-15,0-3-13 0,-4 1-16 0,-2-3-14 16,3 4-27-16,-3 1-16 0,1 3-25 0,-6-3-23 16,5 4-28-16,-3 1-26 0,0 1-28 0,1 3-27 15,0 2-8-15,1 2-25 0,-2 3-132 16,2-2-406-16,2 6 180 0</inkml:trace>
  <inkml:trace contextRef="#ctx0" brushRef="#br0" timeOffset="92994.14">15921 13172 16 0,'7'-6'209'0,"1"-2"-9"15,1 0 5-15,-1-3-5 0,-3 2-7 0,1-7-11 16,2 2-12-16,-2-4-5 0,2 3-11 0,-2-1-11 15,-3-1-1-15,-1-2-10 0,-2 0-13 0,3 2-4 16,-3-2-5-16,-5 2-8 0,2 2-3 0,2-1-10 16,-2 5-4-16,-1 2-2 0,1 0-6 0,1 2-9 15,2 7-6-15,-5-10-6 0,5 10-6 0,-2-9-8 16,2 9-7-16,0 0-4 0,0 0-4 0,0 0-3 16,0 0 2-16,15-1-5 0,-5 3-4 0,4 2-3 15,4 2 0-15,1-1 3 0,2 2 4 0,-3 0-14 16,2 0-1-16,-2 4 2 0,-3 0 0 0,1-3-7 15,-3 3 5-15,-2 1-4 0,-3-1 3 0,-1-1-5 16,1 3 9-16,-3-1-6 0,0 0 2 0,0-2-16 16,-1 1-17-16,-1 0-25 0,-2 0-26 0,0-1-23 0,2-1-22 15,-3-1-19-15,0-1-27 0,0-7-17 16,1 10-22-16,-1-10-6 0,1 9-161 0,-1-9-407 16,3 4 180-16</inkml:trace>
  <inkml:trace contextRef="#ctx0" brushRef="#br0" timeOffset="93518.33">16358 12994 47 0,'0'0'209'0,"4"-8"-21"0,-4 8 7 0,6-1-1 0,-6 1-5 15,0 0 0-15,0 0-7 0,7 11-9 0,-4-2-13 16,-2 1 1-16,1 1-10 0,-1-1-13 0,2-2-13 16,-3 5-11-16,1-4 1 0,-1 2-13 15,1-3-4-15,-1-1-13 0,0-7-3 0,3 11-8 0,-3-11-5 16,-2 8-4-16,2-8 13 0,0 0 0 0,0 0 4 15,0 0-7-15,0 0-8 0,0 0-8 0,0 0-6 16,0 0-5-16,0 0-7 0,0 0-5 0,9-21-2 16,-4 13-2-16,-1-1-3 0,3-2 0 0,-2 0-9 15,4-1-12-15,1-6-4 0,0 2 3 0,0 4-6 16,2-2 7-16,1 4-6 0,-2 1-6 0,-1 2 8 16,2 1-3-16,-1 2-7 0,0 2 17 0,-1 2-15 15,1 2-2-15,-2 1-4 0,0 1 9 0,1 4-1 16,-3 0 0-16,-2 2 2 0,4 2 3 0,-4-2-3 15,0 1-3-15,-1-1 2 0,-2 1 6 0,0-1-1 16,0-1-4-16,0-1 3 0,-1-2-1 0,1 3-3 16,0-2 7-16,-2-7-5 0,1 7 6 0,-1-7-2 15,1 6 3-15,-1-6 1 0,0 0 0 0,0 0 0 16,0 0-2-16,0 0-1 0,0 0 0 0,0 0-2 16,0 0-6-16,0 0 0 0,7-20-7 0,-1 11 1 15,0 0-4-15,3-4-2 0,-2 2-5 0,5-4-4 16,0 0-4-16,2 0 4 0,3-4 2 0,-1 5-2 15,0 3 0-15,0 0 8 0,-2 4-2 0,3 0 3 16,-6 2-2-16,2 5 3 0,-3 0-1 0,1 0 1 0,-5 1 3 16,4 4-1-16,-1 0 3 0,-2 3 0 15,-1 1 12-15,0 1-11 0,-1-1 1 0,-2 2 1 16,0 1-2-16,-3 0-40 0,2-1-25 0,-3-1-33 16,1 0-37-16,0 2-47 0,0-5-45 0,2 0-43 0,-2-7-146 15,4 12-458-15,0-8 204 0</inkml:trace>
  <inkml:trace contextRef="#ctx0" brushRef="#br0" timeOffset="93912.16">17201 12872 218 0,'-7'-11'255'0,"3"7"-10"0,4 4-4 0,-11-3-12 15,11 3-4-15,-15 3-11 0,6 3-17 0,-1 3-9 16,-4 1-21-16,1 3-12 0,0 3-14 0,3-4-9 15,0 4-14-15,-2 0-10 0,5 1-11 0,2-1 5 16,1-1-23-16,2-3-8 0,1-1-4 16,2-4-8-16,3 3-6 0,-1 0-10 0,2-4-6 0,1 0-4 15,3-3-5-15,-1-2-1 0,2-1 0 0,3 0-1 16,-3-1-8-16,1-1 2 0,0-2-3 0,-2-3 0 16,1 2-3-16,-1-2-4 0,-3-2 11 0,0 2-13 15,-3-2 2-15,3 2-5 0,-4-3 6 0,1 4-2 16,0-3-3-16,-1 2-1 0,-2 7-3 0,2-13 5 15,-1 7-4-15,-1 6-1 0,3-8-2 0,-3 8-5 16,3-9 7-16,-3 9-1 0,0 0 3 0,0 0 8 16,0 0-2-16,0 0 3 0,0 0-5 0,9 16 5 15,-9-16-2-15,2 12-1 0,-2-4-2 0,3-2 3 16,-1 2-2-16,2-1-4 0,-1 2-2 0,0 0-14 16,3-3-14-16,-3 1-22 0,1-1-24 0,1-2-28 15,2-1-31-15,-1-1-40 0,1 1-23 0,-7-3-44 16,17 0-44-16,-9 0-156 0,1-3-472 0,1 0 209 15</inkml:trace>
  <inkml:trace contextRef="#ctx0" brushRef="#br0" timeOffset="94159.93">17578 12650 177 0,'4'-5'283'16,"-3"-3"-14"-16,2 2-24 0,-3 6-12 0,0 0 1 0,0 0-10 15,0 0-6-15,6 18-12 0,-7-7-4 16,-3 6-6-16,0 0-5 0,0 2-9 0,-2 7-7 16,1-7-12-16,1 0-18 0,0 0-15 0,0 0 8 0,1-1-27 15,1-1-16-15,0-1-11 0,0 1 2 0,2 1-8 16,-1-5-12-16,1 0-24 0,1-3-19 16,1 0-25-16,-1 0-21 0,-2-1-29 0,1 1-29 15,0-1-39-15,-3-4-31 0,-1 5-48 0,2-5-56 0,-2 2-54 16,-4 0-192-16,3-3-543 0,-1-1 240 0</inkml:trace>
  <inkml:trace contextRef="#ctx0" brushRef="#br0" timeOffset="95050.08">17964 13079 64 0,'0'0'230'0,"-6"-6"-3"0,1 2-8 15,5 4-5-15,-4-6-13 0,4 6-13 0,0 0-14 16,-3-10-15-16,3 10-12 0,4-10-6 0,1-1-9 15,2 3-13-15,0-1-6 0,6-2-4 0,0 0-5 16,1-3-10-16,0 1-8 0,2 0 1 0,1-5-6 16,-2 4-3-16,-3 0-10 0,2-3-6 0,-2 2-6 15,2-9-5-15,-2 1 0 0,-1-1-10 0,-1 2-4 16,-5 3-3-16,1 2 2 0,-3 0-3 0,-1-3-4 16,1 2-1-16,-2 2-3 0,-1 0 4 0,0 4-6 15,-1 0 3-15,0 4-6 0,-1 0 4 0,2 8-4 16,0-11-2-16,0 11-8 0,-1-9-2 0,1 9-3 15,0 0 1-15,0 0-2 0,-10 24 0 0,2-6 0 16,1 7 11-16,-2 2-13 0,3 2 0 0,-2 0 3 16,1 1-1-16,5-2-2 0,-1 0 3 0,2 1-3 15,2-1 1-15,2-3 3 0,1 1 13 0,-1-7-20 16,5-2-7-16,-3 0-14 0,1-1-12 0,2-6-15 16,4 3-15-16,-3-2-11 0,0-2-11 0,2-1-14 15,-1-2-16-15,1 0 0 0,2-1 1 0,3 0-2 0,-3-1 1 16,1-3 6-16,0-1 6 0,0-1 10 15,-1 0 4-15,1-3 11 0,2 0 5 0,-4 1 4 16,-2-5 13-16,-2-1 6 0,-1 0 14 0,-2 0 20 16,-1-1 7-16,-1 1 6 0,1-1 30 0,-4 3 9 0,0 7 5 15,1-13 10-15,-1 13 10 0,0-8 3 16,0 8-5-16,0-8-6 0,0 8-3 0,0 0-2 16,0 0 0-16,0 0 6 0,0 0-4 0,0 0 2 15,0 0 2-15,0 0-8 0,0 0-4 0,-3 25-3 0,3-25 0 16,4 11-4-16,0-4 3 0,2-3-7 0,-1 2 3 15,2-2-10-15,1 1 12 0,-2-3-11 16,5 1 2-16,0-3-2 0,-1 0-1 0,1-2-1 16,-2-1 5-16,-1-1-4 0,2-1-1 0,-3-2-2 0,-3 3 3 15,-1-3 0-15,1 1-2 0,-2-4-1 0,-1 3-1 16,-2-2-1-16,-1-1-6 0,0 1-3 0,-2 0-6 16,1 0-17-16,-3 1-16 0,1 1-12 0,-4 0-18 15,4 2-17-15,0-1-25 0,-1 3-19 0,6 3-30 16,-11-5-17-16,11 5-17 0,-6-1-6 0,6 1-18 15,0 0-135-15,0 0-373 0,0 0 164 0</inkml:trace>
  <inkml:trace contextRef="#ctx0" brushRef="#br0" timeOffset="95398.1">18753 12883 18 0,'2'-8'226'0,"-2"8"-11"0,0 0-1 0,0 0-10 0,0 0 4 16,-18-3-2-16,18 3-9 0,-16 8-13 0,5-3-13 15,-1 1-13-15,-1 2-16 0,-1 4-11 0,2-2-6 16,3-1-10-16,1-2-8 0,0 3-12 0,3 0-13 16,-1 1-5-16,1-2-5 0,0 1-9 0,7-2-8 15,1 2-7-15,1-3-3 0,0-2-16 0,1 1-7 16,4 0-9-16,3-3-1 0,-2-1-9 0,3 0-1 16,1-2-3-16,-1-3-2 0,0 2-1 0,0-2 9 15,0-2-10-15,-1-1 7 0,-2 0-5 0,0-2 2 16,-1-3 1-16,-1 5 0 0,-2-4 0 0,3 1 3 0,-5 0-3 15,0 0 0-15,-2 2-2 0,2-3-2 16,-3 7 7-16,-1 3 7 0,4-11-6 0,-4 11-4 16,4-3 0-16,-4 3 3 0,0 0-4 0,0 0 5 0,0 0-1 15,0 0 0-15,3 23 1 0,-2-12-4 0,1-2 4 16,0 0-9-16,0 6-19 0,1-4-29 16,2-1-34-16,1 0-32 0,2 0-35 0,3-3-21 15,4 1-25-15,4-3-26 0,2 0-144 0,4 0-402 0,7-4 178 16</inkml:trace>
  <inkml:trace contextRef="#ctx0" brushRef="#br0" timeOffset="95810.22">19316 12947 2 0,'0'-7'186'0,"0"7"8"16,-4-18 4-16,1 10-4 0,-3 2-5 0,-1 1-7 16,-1 1-10-16,8 4-11 0,-14-1-9 0,3 1 0 15,-1 3 9-15,-3 5-19 0,-1-3-9 0,1 5-14 16,0 1-10-16,1-1-9 0,1 0-9 0,1 3-9 15,5-2-12-15,-2 1-2 0,4 1-4 0,1-2-3 16,3 1-11-16,1 0-5 0,1-3-5 0,3 1-4 16,1-1-2-16,2-1-1 0,1-4-13 0,2-2-3 15,4-1 0-15,-2-1-8 0,2-1 5 0,-1-1-3 16,2-5-5-16,-1 3 0 0,0-5 2 0,-2 1-3 16,2-2 0-16,-4-2 0 0,1-2 1 0,-2-1-3 15,2 1-2-15,-5-3 2 0,0-2-3 0,-2 2 7 16,4-9-6-16,-2 0 8 0,2 0-6 0,-2-2 0 15,-1-1-3-15,2 2 2 0,-1 0 1 0,4 0-3 16,-4-1 3-16,3 1 14 0,-4 11 12 0,1 0 6 16,2 2 6-16,-4 3 6 0,-2 5-1 0,1 1-5 15,-3 5-7-15,0 0 5 0,0 0 4 0,0 0 18 16,7 20 1-16,-5-4 3 0,-2 4-7 0,-2 5-9 16,-3-2-5-16,3 4-3 0,-1-3-6 0,2 3 8 15,-4-3-12-15,0 1-2 0,3-1-10 0,1-5-17 16,-3 0-32-16,0 5-28 0,-1-7-32 0,0 1-43 15,1 2-52-15,-1-5-49 0,1-1-45 0,-3 3-270 16,2-2-593-16,2-1 262 0</inkml:trace>
  <inkml:trace contextRef="#ctx0" brushRef="#br0" timeOffset="97421.87">20386 12760 194 0,'-7'-10'214'0,"1"3"-8"0,-1 1-16 16,-2 2-18-16,-3 4-11 0,-7 6-11 0,1 1-4 0,-6 9-8 16,-1 4-16-16,1 5-8 0,2 1-9 15,2 0-12-15,-2 0-10 0,9 1-6 0,1 2-8 16,3-2-6-16,5-1-4 0,1-1-9 0,7 0-3 0,3-1-4 16,5-2-6-16,1-5-2 0,1-3-10 0,4-2-8 15,9 2-12-15,-4-3-7 0,4-3-9 16,1-3-9-16,-1-1 4 0,2-4 0 0,-1-2 2 0,-9-2-1 15,-1-2 3-15,0 1-1 0,-2-2 6 0,-1-3-3 16,0-1 4-16,-1-4-5 0,-4 3 4 0,1-4 2 16,-1 2-1-16,-2-2 3 0,-1-1 0 0,0-1 0 15,0 1-1-15,-4-1-1 0,-3-1 8 16,2 3 8-16,0 4 12 0,-1 2 3 0,0 1 2 0,-1 2 3 16,0 7-2-16,0-10-9 0,0 10 0 0,0 0 0 15,0 0-2-15,0 0 1 0,0 0-1 0,0 0 4 16,-10 31-1-16,7-16-6 0,-2 1 1 0,3 3-2 15,-1-1 2-15,5 0-2 0,0-2 1 0,1 1-2 16,0-2-2-16,2-2 1 0,2 3-1 0,1-3 3 16,3-2-4-16,-3-1 0 0,2-2 0 0,0-2-2 15,4-1 3-15,2 0-2 0,-2-2-2 0,-1 0 1 16,6-3-3-16,-6 1-1 0,2-5 2 0,-4 2 2 16,2-2 8-16,-1-4-10 0,-2 2-1 0,0-3 1 15,2-3-1-15,-5 3-4 0,3-5 2 0,-3 1-1 16,2-2-2-16,-3-2 0 0,2 0 0 0,-3 1 0 15,-3 0-1-15,0 0 1 0,-1 3 2 0,0 3-5 16,-1-2 0-16,2 2 3 0,-2 0 3 0,0 10 0 16,0-11 2-16,0 11-5 0,1-7 0 0,-1 7 0 15,0 0 1-15,0 0 1 0,0 0 6 0,0 29 3 16,-3-18-3-16,2 6 1 0,0 0 0 0,-2 2 1 16,3-1 2-16,0-7-3 0,0 8 2 0,0-1-4 15,1 0 3-15,1-4 4 0,-1 0 0 0,4-1 0 16,0 2 4-16,0-5 4 0,3-1 4 0,1-2-4 15,0 0 0-15,2-2-1 0,1-2-3 0,-2 1 2 0,3-3-3 16,0 0-3-16,-3-1 1 0,1-2 1 0,1-2-6 16,1-2 0-16,-4 1 2 0,6-4-4 0,-5-1 3 15,2-1-2-15,-5 0-1 0,4-3 0 16,-4-1-11-16,-2-3 6 0,1 0-1 0,-3 0-6 16,0-1-1-16,-1-1-2 0,0 1 7 0,-2-1-8 0,-4 4-1 15,3-1 7-15,-3 4-1 0,0 2-2 16,-2 2 7-16,2 0-2 0,0 3 1 0,0 0-3 15,-1 1 9-15,5 5-7 0,-8-8 2 0,8 8-4 16,-6-2 1-16,6 2 3 0,0 0-4 0,0 0 2 0,0 0 1 16,0 0-1-16,0 0-3 0,-8 9 0 0,8-9 0 15,0 0 5-15,16 14-4 0,-4-10 2 16,-1-2 1-16,0-1-2 0,3 3 0 0,-1-1 2 16,0 0 8-16,1-3-8 0,1 3-3 0,-5-3 2 0,2 3 8 15,-2-1-14-15,-4 0 1 0,0 0 0 0,1 2 0 16,-7-4 4-16,10 6 1 0,-5-2 7 0,-2 4-5 15,1 0 8-15,-2-2-2 0,1 4-4 0,-3 2 6 16,0 0 2-16,1 0 0 0,1 5 1 0,0-2-2 16,0-3 0-16,-1 1 0 0,0 0-1 0,0-2-4 15,3 1-1-15,-1-1 3 0,-1-2 1 0,-1 3 0 16,3-5-3-16,1 2 4 0,1-4-1 0,2 1 0 16,-1-1 0-16,-1-1-5 0,3-2 3 0,3 1-2 15,-5-3 3-15,-7 0-3 0,18-5 1 0,-6 1-1 16,-2-1-2-16,0-3 5 0,2-1-3 0,-3 1-3 15,0-6 0-15,1 1-3 0,-2-1-3 0,-2-1 4 16,-1-2-5-16,0 1-4 0,-2-2 4 0,2 1-2 16,-3-2 1-16,0 3-2 0,0 5 1 0,1-1-1 15,-1 2 3-15,1 1-2 0,-1 2 4 0,-2 7-1 16,3-12-9-16,-2 8 1 0,-1 4-4 0,12-7 4 16,-6 6 1-16,-6 1-1 0,20 4 2 0,-8 1-1 15,-2 0-1-15,2 2 4 0,-3 2-1 0,0 4 1 16,2-1-5-16,-2 2 6 0,-5-1 12 0,1 3-7 15,-1 3-6-15,0-3 2 0,-3 1 1 0,3-1 0 16,-2 0 3-16,2 0-2 0,-2-5 8 0,0 1-7 16,2-1 0-16,-1-2 2 0,4 1 0 0,-1 0 0 0,2-3-1 15,-1 0 3-15,3-2-1 0,0-2 5 16,2 0-1-16,0-2 2 0,2-2-4 0,5-2 3 16,-3 1-2-16,2-4-1 0,-3-1 3 0,0 0-3 15,-2-3-2-15,1 0 8 0,-3-3-6 0,0 3-1 0,-3-5 2 16,-1-1-1-16,0 2 3 0,-3-1-4 15,-2 1 2-15,0 0 1 0,-1 2 0 0,-1-1 1 16,-3 4 10-16,3-1-1 0,-2 3 0 0,-1-1-3 16,3 8 3-16,-6-9 1 0,0 5-7 0,6 4 4 15,-13 1-1-15,13-1 2 0,-17 9 1 0,7-1-5 16,-2 4-2-16,1 1 5 0,-1 0-4 0,2 2-1 16,3 2-1-16,1-1-11 0,0-2-19 0,3-3-23 15,2 0-29-15,1 2-37 0,0-2-28 0,0 0-32 0,1 1-26 16,3-2-20-16,4-2-12 0,-3 2-13 0,1-3-128 15,2-1-401-15,1 2 179 0</inkml:trace>
  <inkml:trace contextRef="#ctx0" brushRef="#br0" timeOffset="97661.56">21838 13222 15 0,'6'0'75'0,"3"0"9"15,-9 0 12-15,10-1 18 0,-10 1 4 0,9-4 8 0,-5 1 4 16,-4 3 10-16,10-9 23 0,-6 3 10 0,3-2-8 16,-5 0 5-16,2 0 1 0,2-3-4 0,-1 1-21 15,0 0-5-15,1-2-7 0,0-2-2 0,2-1-8 16,1-2-7-16,1 2-8 0,3-1-11 0,-1 4-6 15,0-1-6-15,3 0-5 0,-1 1-10 0,2 5-11 16,-5 3-2-16,-2 0-5 0,3 2-8 0,-2 0 3 16,-1 4-5-16,0 1-10 0,0 1 1 0,-2 5-2 15,0 0-4-15,0 7-1 0,-2-4-6 0,1 0-2 16,-1 3-2-16,-4 2 3 0,3-1-10 0,0 1-21 16,-3-5-23-16,3-3-31 0,-3 3-27 0,-1-4-32 15,0-1-36-15,0 2-40 0,0-9-38 0,3 11-47 16,-3-11-145-16,1 8-466 0,-1-8 207 0</inkml:trace>
  <inkml:trace contextRef="#ctx0" brushRef="#br0" timeOffset="97927.81">22430 12790 261 0,'2'-9'288'0,"1"3"-17"15,0 0-22-15,-3 6-30 0,3-6-18 0,-3 6-1 16,0 0 6-16,0 0-7 0,1 27-4 0,-3-10-15 16,-3 3-8-16,0 4 3 0,-1 0-17 0,-1 1-15 15,-1-2-10-15,2 3-10 0,-1 0-10 0,2-3-8 16,-4 3-7-16,4-7-12 0,1 0-10 0,-1 0-9 16,1-4-1-16,0 0-6 0,1 2-14 0,1-5 10 15,0 1-45-15,0-3-29 0,1 0-39 0,-1-4-38 16,-1 1-32-16,3-7-34 0,-5 11-41 0,5-11-43 15,-1 8-28-15,1-8-224 0,-4 4-538 0,4-4 238 16</inkml:trace>
  <inkml:trace contextRef="#ctx0" brushRef="#br0" timeOffset="98094.01">22230 12966 180 0,'0'0'214'0,"0"0"-14"15,0 0-15-15,14-2-18 0,-14 2-15 16,18 2-13-16,-5-2-23 0,5 0-31 0,0 0-50 16,5 2-36-16,5-1-46 0,1 1-35 0,-7-1-51 0,-2 0-69 15,2-1-218-15,0 3 96 0</inkml:trace>
  <inkml:trace contextRef="#ctx0" brushRef="#br0" timeOffset="98227.81">22685 13096 121 0,'0'0'181'0,"0"0"1"0,4 5 2 0,-4-5-4 16,0 0-6-16,0 0-17 0,0 0-15 16,0 0-22-16,0 0-39 0,0 0-43 0,0 0-45 15,0 0-62-15,14-10-70 0,-14 10-86 0,0 0-242 0,3-12 107 16</inkml:trace>
  <inkml:trace contextRef="#ctx0" brushRef="#br0" timeOffset="110932.01">6282 13847 54 0,'0'0'159'15,"0"0"-12"-15,-6-4-3 0,6 4-7 0,0 0-7 16,0 0-6-16,0 0-6 0,0 0-4 0,0 0-7 16,0 0-7-16,-3-7-6 0,3 7 4 0,0 0-8 15,0 0-10-15,0 0-10 0,0 0-6 0,14-3-6 16,-2 0-4-16,7-1-7 0,8-4-4 0,7-3-6 16,15-5-3-16,0 4-4 0,5-1-2 0,4-2-1 15,-2 3-8-15,-5 1-13 0,0 0-18 0,-13 1-15 16,0 2-21-16,-5 3-19 0,-4 0-10 0,-8 1-29 15,-2 1-24-15,-7 3-23 0,0-2-113 0,-7 1-288 16,-5 1 128-16</inkml:trace>
  <inkml:trace contextRef="#ctx0" brushRef="#br0" timeOffset="111168.59">6186 13800 77 0,'-2'17'169'0,"-1"2"-1"0,3 5-5 0,-1 6-8 16,2 1-9-16,0 2-7 0,3 2-11 0,-2 1-30 15,0 10-9-15,-1-13-11 0,1 2-8 0,-5-2-14 16,3 0 3-16,0-2-2 0,-2 0-6 0,0-2-6 16,-2-2-6-16,1-1-8 0,-5 0-11 0,3-8-31 15,-2 0-26-15,2-2-15 0,-1-2-21 0,-2-3-18 16,2 0-31-16,0-2-21 0,-1-2-76 0,-2 0-236 15,4-4 105-15</inkml:trace>
  <inkml:trace contextRef="#ctx0" brushRef="#br0" timeOffset="111580.35">6262 14205 115 0,'19'0'146'15,"3"-3"-14"-15,-2-1-7 0,10 4-12 0,-1-4-18 16,2 3 2-16,-1-2-13 0,0 1-6 0,-1 2-9 16,2-2-8-16,-3 2-6 0,-7 0-6 0,-3 0-1 15,0 0-5-15,-5 0-2 0,-2 0-9 0,-3 2-3 16,-1-1-2-16,-7-1 1 0,10 1-4 0,-10-1 2 16,10 2-3-16,-10-2 0 0,0 0-1 0,4 4 0 15,-4-4 0-15,-3 9-2 0,-4 0 5 0,-2-1-3 16,-1 5 5-16,-2-1 1 0,-1 2-1 0,0 0-5 15,3 2 5-15,1 0-5 0,2-1-5 0,-2 0-3 16,2 1 0-16,2 0 4 0,4 0-7 0,-2-7 0 16,2 2 0-16,4-1-4 0,1 0 3 0,3-1-4 15,1-3 1-15,3 1 1 0,1-4 5 0,-1-1-5 16,2 0-1-16,2-2 0 0,2-2 5 0,2 0 3 16,0-3 3-16,-3-3 5 0,0 1 4 0,-4 3 0 15,4-6-2-15,-5 3-2 0,-2 0 5 0,-3-3 0 16,0 0 1-16,-1 0-5 0,-3-1-6 0,-2 0-8 15,-3 1-13-15,1-2-25 0,-6 1-22 0,-2-3-27 16,-1 0-35-16,-4 4-10 0,2 1-12 0,-4 3-16 16,-4 2-126-16,2 3-297 0,0 3 133 0</inkml:trace>
  <inkml:trace contextRef="#ctx0" brushRef="#br0" timeOffset="111912.1">6846 14458 100 0,'7'-2'148'0,"4"-4"1"0,-4 0-13 0,1 1-4 15,1 0-12-15,-3-3-7 0,1 0-9 0,0 1-4 16,2-1-7-16,-4-3-5 0,1 1-5 0,-1-3-3 16,1 3-2-16,-1-6-9 0,0-1-3 0,-1 0-11 15,1 2-3-15,0 0-9 0,-1-4-4 0,-1 7 0 16,-1 1-6-16,3 0-1 0,-1 2-5 0,0 1-3 15,0 3-6-15,0-1 0 0,-4 6-4 0,11-8-3 16,-3 6 0-16,0 0 0 0,2 2-1 16,1 2-3-16,0-1-2 0,0 4 0 0,-1 2-1 0,0-3 0 15,1 7-2-15,-2-1 2 0,-2 1 6 0,0 0-8 16,0 5 3-16,-3-1-2 0,1-3 3 0,-2 6-4 16,-1-2 10-16,0 0-8 0,-2-3 7 0,0 3-12 15,-2 2-10-15,0-2-34 0,-1-1-35 0,3 1-31 16,-1-4-44-16,0-1-142 0,-3 0-321 0,5 1 142 15</inkml:trace>
  <inkml:trace contextRef="#ctx0" brushRef="#br0" timeOffset="112281.93">7553 14611 5 0,'0'0'203'0,"17"-26"-11"0,-8 23-4 0,5-3-14 15,-1-5-13-15,4 0-9 0,-2 0-14 16,3 2-6-16,5-4-12 0,-5 0-11 0,-1 2-12 16,0 0-1-16,2 0-8 0,2-6-5 0,-4 4-4 0,-4-2-2 15,0 2-1-15,-1 0-7 0,-2 0-2 0,-1 4-5 16,-2-3 1-16,-4 4-5 0,3-3-4 0,-4 3-1 15,1 1-5-15,-2 1-1 0,-1 6-1 16,5-12-8-16,-5 12-1 0,1-5-11 0,-1 5-1 0,0 0-8 16,0 0-1-16,0 0-3 0,0 0-3 0,-16 15 3 15,7-2-1-15,-4 2 0 0,4 2 0 0,-3 0-3 16,4 1-1-16,1 0 1 0,1 1-2 16,2 1-10-16,0-3-19 0,3 0-27 0,2 1-25 0,0-1-34 15,2-6-41-15,2 1-26 0,0-3-33 0,4-2-162 16,-3 0-399-16,3-5 177 0</inkml:trace>
  <inkml:trace contextRef="#ctx0" brushRef="#br0" timeOffset="112443.3">7806 14131 146 0,'-7'-4'144'0,"2"0"-9"0,0-1-21 0,5 5-23 15,0 0-18-15,-12 8-35 0,9 1-39 0,3 1-36 16,0 7-81-16,0 2-126 0,3 1 56 0</inkml:trace>
  <inkml:trace contextRef="#ctx0" brushRef="#br0" timeOffset="113667.55">8221 14386 143 0,'1'-10'203'0,"-1"10"-20"0,0-7-17 0,0 7-8 16,-6-10-11-16,-1 4-9 0,-3 0-10 0,1 2-12 16,-2 1-7-16,-5 3-10 0,0 0-2 0,-3 1-12 15,0 5-2-15,-1 1-11 0,0 1-1 16,-3 3-8-16,6 1-6 0,-5 5-6 0,10-3-6 16,-1 2-3-16,3-1-4 0,2-2-8 0,3 0-3 0,2-1 2 15,2 0-6-15,4-1 2 0,2 2-4 0,-2-4-1 16,5 0 0-16,0-3-1 0,3 2 1 0,1-5-4 15,1-1-2-15,2-1-2 0,3-2-1 0,2-1-1 16,-2-4 2-16,2 1-2 0,-1-1-3 0,0-5 0 16,-5 0 4-16,4 2-3 0,-4-6 1 0,-1 1-4 15,1-7 2-15,-5 4 0 0,6-6-4 0,-4 0 1 16,0 1 6-16,-3-4-12 0,-1 1 14 0,-3 1-11 16,-2-5 4-16,5 3-6 0,-5-5 3 15,3 2-2-15,-2 0-2 0,-1 3 4 0,1 0-2 16,0 7-2-16,-3 4 7 0,2 4 4 0,-1 3-2 0,3-1-1 15,-1 5-6-15,-3 4-2 0,1-8 0 0,-1 8 1 16,0 0 1-16,0 0-2 0,0 30 7 0,-1-6-8 16,-2 5 5-16,-3 5-2 0,2 0-2 15,1 2 2-15,-4-2 1 0,1-1-2 0,0 1 0 16,4-5-1-16,1-1 2 0,1-2 2 0,-2-6 0 16,4-2 0-16,3 7 1 0,0-6-2 0,2-9 0 0,1 1 4 15,1-2-3-15,0-2 0 0,2 1-4 0,2-4-1 16,1-3 1-16,-1 0-2 0,5 1 4 0,0-5-2 15,1-1 0-15,-1-4 2 0,2 2 1 16,2 0-3-16,-5-3 0 0,-2-3 1 0,0-1 3 0,1 2-2 16,-5-3-4-16,1 1-8 0,-5 0 2 0,1 0-8 15,-4-1 3-15,-1 4 3 0,-2-2-1 0,0 2 0 16,-2 3 9-16,1 7-8 0,-4-12 4 0,1 8-5 16,3 4 3-16,-9-6-4 0,9 6 6 15,0 0-1-15,-17 7 4 0,9 1-1 0,0 0 0 16,-1 4 2-16,2 1 3 0,0 2-2 0,1 0-11 0,2 0-15 15,3-3-19-15,2 6-30 0,1-8-23 0,5 0-18 16,-1-1-15-16,3 0-9 0,7 1-4 0,0-3-6 16,6-1 10-16,6-1-94 0,1-4-256 0,-7-1 113 15,11-1 987-15,-2 0-687 0,0-3 23 0,-2-2 19 16,0-4 29-16,-2 3 9 0,-7 0 5 0,5-2 12 16,-6-1 10-16,-1 1 2 0,-3-1 11 0,-2 0 5 15,-4 0 2-15,1-3 2 0,-3 4 4 0,-3-2 7 16,0 2 12-16,-4-2 5 0,0 3-13 0,0 8-3 15,-4-13-6-15,0 7 3 0,-1 3-7 0,-3-1-1 16,-1 2 4-16,9 2 7 0,-20 6 0 0,7 1-2 16,-1 0-6-16,0 5 0 0,0 3-3 0,1-3-6 15,3 5-4-15,-1 0-3 0,4-1-3 0,0-4-7 16,4-1 1-16,0 2-4 0,4 1 2 0,1-3-6 16,1-1 1-16,4-3 1 0,0 2-11 0,1-3 2 15,1 1-4-15,2-7-3 0,0 2 3 0,2-1-3 16,1-4 1-16,-3 0 2 0,2-3-5 0,0 1 5 15,1-3 2-15,-4-1 2 0,-1 2 1 0,0-1 3 16,0 1 10-16,-3-2-4 0,-1 0-1 0,-1 1-4 16,0 0 1-16,1-3-2 0,-4 2-3 15,-1 0 1-15,0-2-1 0,0 11-2 0,-1-12-2 16,-3 5-3-16,4 7 1 0,0-9-6 0,0 9-5 0,0 0 0 16,0 0 3-16,0 0-3 0,0 0 3 0,0 0 5 15,0 0-2-15,0 0 1 0,-5 27-2 0,7-15 0 16,-2-3 2-16,1 2-1 0,3-3 1 0,1 1-1 15,-2 1 3-15,4-1-2 0,-1-1 3 0,2 1-5 16,3-4 3-16,1 0 0 0,1-1-1 0,-1-2 1 16,8 1 4-16,-4-6-1 0,6-1-2 0,-3-2-1 15,0-2 1-15,0-2 1 0,1 1-3 0,4-4-2 16,-8 3 4-16,0-3 0 0,4-7 3 0,-7 7-1 16,1-2 1-16,-1-7-4 0,2 1 3 15,-3-1-1-15,-7 3 1 0,8-4-3 0,-4-3-1 0,0-2 1 16,-2 1 1-16,1-1 3 0,0 2-5 0,-5 7-2 15,0 3 14-15,-2 0 6 0,2 5 9 0,-2 4-2 16,0 1 1-16,-1 6-9 0,2-10-2 0,-2 10-6 16,0 0-1-16,0 0-1 0,0 0 9 0,-3 29-10 15,-1-10 11-15,0 7-10 0,-1 1-3 0,0-1 4 16,-2 2 5-16,0 1-10 0,2-2 1 0,1 0-3 16,-1 1-21-16,1-8-19 0,3-1-18 0,1 6-18 15,0-5-35-15,1-1-27 0,3-1-36 0,0-1-18 16,5-1-4-16,1-2-24 0,2 1-120 0,4-2-362 15,3-3 160-15</inkml:trace>
  <inkml:trace contextRef="#ctx0" brushRef="#br0" timeOffset="113999.82">10045 14196 108 0,'4'-17'204'0,"-1"-3"2"0,2 4-6 16,0 0-8-16,-3 4-6 0,0 2-10 0,1 0-8 0,-2 7-16 15,-1 3-17-15,1-11-16 0,-1 11-17 0,6-2-8 16,-6 2-1-16,1 19 7 0,1-1-3 0,2 11-5 15,-1 5-8-15,-6 12-6 0,3 1-7 16,-1-11-5-16,-4 12-7 0,0-2-7 0,-2-13-5 0,2 3 0 16,4-2-7-16,0 0-5 0,-4-2-22 0,3-1-14 15,2-3-27-15,-1-1-38 0,4-2-35 0,-1-5-33 16,-1-2-31-16,1-7-16 0,0 2-13 16,-1-2-164-16,1 1-387 0,2-6 170 0</inkml:trace>
  <inkml:trace contextRef="#ctx0" brushRef="#br0" timeOffset="114219.93">10185 14376 41 0,'17'-7'164'0,"2"-1"-9"16,-2 3 15-16,2 3-13 0,-1 1-10 0,-4 2-10 15,0 2-2-15,-3 1-6 0,2 1-16 0,0 1-9 16,-4 2-6-16,-1 1-4 0,-3 0-10 0,-3 2-13 15,1 3-2-15,-8 3-9 0,-2-1-2 0,-2-3-13 16,-6 9-17-16,2-5-32 0,-2-3-24 16,1 0-23-16,-2-3-42 0,1 1-40 0,5-5-33 0,-5 6-98 15,4-7-286-15,1-4 126 0</inkml:trace>
  <inkml:trace contextRef="#ctx0" brushRef="#br0" timeOffset="114476.39">10491 14580 130 0,'6'6'151'0,"-2"1"12"0,0-4-20 16,0 1-4-16,1 0 7 0,-5-4-15 0,8 4 3 16,-1-3-5-16,-7-1-4 0,13-1-2 0,-4-3-5 15,-2 2-5-15,1-2-7 0,1-4-6 0,-1 0 16 16,-1 1-16-16,-2-3-7 0,2 2-8 0,-2-2-12 15,0-1 0-15,0 1-11 0,-4-3-4 0,1 4-6 16,-2-1-12-16,-3 1-15 0,-1-1-19 0,-2 1-29 16,1 3-30-16,-2 3-32 0,-3 0-42 15,-4 1-28-15,0 2-47 0,-5 5-147 0,0 1-376 0,0 0 166 16</inkml:trace>
  <inkml:trace contextRef="#ctx0" brushRef="#br0" timeOffset="115001.97">10738 14448 50 0,'3'-7'247'0,"-3"7"-29"0,0 0-21 16,3-5-27-16,-3 5-12 0,0 0-18 0,0 0-6 0,2 22-10 15,-3-11-1-15,-2 6-11 0,2 2-10 0,0 0-15 16,-1-2-6-16,2 2-8 0,0 0-9 16,0-2-6-16,3 0-3 0,-2-5-7 0,3-1-1 15,-1-2-7-15,-1-1 3 0,4 0-10 0,-3-2-1 0,5-4-2 16,-3 2-2-16,3-2 0 0,2-4-3 0,3-1-5 16,-3-1 0-16,4 0 0 0,-5-1 2 15,5-2-5-15,-1 0 0 0,-4 0-3 0,0-2-2 16,3 3-2-16,-3-7-1 0,-2 4 0 0,-1 0 2 15,2 0-3-15,-2 3 1 0,-2-1-1 0,0 1-2 0,0 1-1 16,0 0-3-16,-4 5 2 0,6-7-4 0,-6 7-7 16,0 0 10-16,2-6-7 0,-2 6 1 0,0 0 3 15,0 0-6-15,0 0 2 0,0 0 0 0,8 15 0 16,-8-15 0-16,4 9-5 0,-1-3 9 0,1 1-1 16,-1-3-1-16,5-2 3 0,-8-2 1 0,11 5 6 15,-3-5-2-15,4-2 0 0,2 1 5 0,-4-2 1 16,4-2 2-16,-4-2 2 0,3 1 7 0,2-1 2 15,1-5-2-15,-7 4 5 0,-2-1-7 16,5-5-1-16,-6 5 1 0,2-2-2 0,0-3-3 0,-5 2-3 16,3 1 1-16,-3 0-6 0,-2 0-12 0,-1-1-18 15,2 2-17-15,-4 1-22 0,2 9-24 0,-1-12-31 16,-1 7-38-16,2 5-15 0,0 0-19 0,0 0-6 16,0 0-140-16,0 0-361 0,-22 13 160 0</inkml:trace>
  <inkml:trace contextRef="#ctx0" brushRef="#br0" timeOffset="115454.86">11315 14524 63 0,'13'-3'151'0,"-4"-3"-2"0,1 2-7 0,1 0-6 16,0-4-1-16,-1 3-5 0,-1-1 5 0,-2 0-5 16,1 0-4-16,-3-1 0 0,0 4-5 0,-5 3-10 15,2-12-9-15,-2 12-2 0,0-10-3 0,0 10-12 16,0 0-6-16,-4-12-7 0,4 12-6 0,-10-4-9 15,10 4-6-15,-15 2-7 0,3 2-3 0,0 2-2 16,-3 4-4-16,0 0-3 0,-1 5-3 0,5-2-1 16,-2 4-6-16,-1 6-1 0,7-7 1 0,0 3-2 15,2-1-1-15,0 1 0 0,5-2-6 0,5-1 4 16,-3-4-4-16,6 2-4 0,-3-1 5 16,7-3-6-16,-1-1 4 0,-1-2-1 0,7-3-6 0,0 1 3 15,3-3 2-15,-3-3-2 0,4-2 3 0,-2 0-3 16,-2-3 0-16,1-3-5 0,-1 2 4 0,0-1-4 15,-2-5-1-15,-1 1 6 0,-3 2-2 0,3-2 6 16,-6-1-7-16,-1-1-2 0,-1-2 5 0,2 6-4 16,-2-4 1-16,-3 4 0 0,3-1-1 0,-2-4-2 15,-1 2-2-15,-1 6 3 0,3-4 1 0,-3 5-2 16,1 0-3-16,-1 0 0 0,-2 6-2 0,4-7-3 16,-4 7 1-16,9 0 5 0,-9 0 4 0,0 0 5 15,14 11-5-15,-10-4-1 0,0 2 6 0,1 3-3 16,0 2 2-16,2 1-3 0,0 3 3 0,-1-2 0 15,-4 1-11-15,0 0-23 0,-2 2-29 0,2-4-42 16,-2 1-51-16,4-3-49 0,-3-1-37 0,1 0-144 16,-2-3-409-16,2 0 181 0</inkml:trace>
  <inkml:trace contextRef="#ctx0" brushRef="#br0" timeOffset="115846.79">11927 14795 221 0,'8'-9'248'0,"-2"-1"-13"15,7-3-15-15,3-1-4 0,0-5-13 0,6-2-20 16,-1 2-14-16,1 2-17 0,2 0-14 0,3-5-3 16,-4-1-21-16,-1-1-10 0,-2 2-10 0,3 0-9 15,-3 1-7-15,0-2-8 0,-3 0-6 0,-2-1-7 16,-1 0-5-16,-1 3-5 0,-4 3-7 0,0 2 5 15,-3 2-11-15,-3 4-2 0,-1 0 0 0,-2 3-9 16,0 7 0-16,-2-11-4 0,2 11-3 0,-9-3-4 16,9 3 0-16,-18 7-3 0,1 2 0 0,2 4 1 15,-3 4-9-15,1-2-8 0,2 5-11 0,-2-1-5 16,8-2 0-16,2 2-8 0,4-4 0 0,1 5-1 16,4-1 2-16,1-4-4 0,6 3 6 0,-2-2-3 15,2 0 2-15,2 1 7 0,0-3 8 0,1 3-4 16,-1-4 4-16,2 0-2 0,-7-4 2 0,3 4 2 15,-4-3 3-15,2 0 0 0,-5 0 0 0,3 2 2 16,-5-5 3-16,0 3-7 0,0-1-12 0,-2 1-31 16,-2-2-38-16,-1 0-39 0,1-2-35 0,-4 0-34 15,2 2-144-15,1-5-371 0,-3 1 164 0</inkml:trace>
  <inkml:trace contextRef="#ctx0" brushRef="#br0" timeOffset="116450.33">12455 14545 135 0,'0'0'171'0,"5"-4"-10"0,-5 4-12 15,0 0-5-15,0 0 10 0,0 0-10 0,0 22-7 16,2-9-9-16,-2 2-2 0,0 1-13 0,0-2-3 16,0 1-14-16,2 1-9 0,2-1-5 0,-3-3-9 15,3 0-5-15,0-3-4 0,1 2-3 0,2-4-8 16,2-2 0-16,0 0-5 0,1 0 0 0,2-4 1 15,-1 0-4-15,5-1 3 0,-5-4-4 0,2 1 6 16,1-2 4-16,-5 0-7 0,5-2 2 0,-5 1 1 16,1-3-2-16,0 0-4 0,-4 2-7 0,1-4 2 15,-3 1-6-15,1 1-1 0,-1-1-3 0,0 1-6 16,-3 0-2-16,0-1-4 0,1 2 2 0,-2 8 4 16,2-11-13-16,-2 11 8 0,2-8-13 0,-2 8-5 15,0 0 2-15,0 0-5 0,0 0 2 0,0 0 2 16,0 0 1-16,0 0 0 0,4 28 2 0,-3-18-1 15,1-2 0-15,2 2 4 0,2-1-3 0,2-2 2 16,-1 2-1-16,4 0 2 0,2-4-5 0,5 1 6 16,-2-1 0-16,7-2-4 0,-4-3 3 0,2-2-3 15,-2 0 0-15,2-2 3 0,-2-1-1 0,0-1-4 16,-3-2 1-16,-1-2 2 0,-5 0-2 0,3-1 0 16,-6 0 2-16,4-2-5 0,-4-3 4 0,2 1-3 15,-1-3-2-15,0 2 4 0,0-9 1 0,1 2 0 16,-4 5-1-16,4-7 0 0,-7 4-1 0,5-3 1 15,-3-2 0-15,1 5 0 0,-1 4 3 0,1-2-1 16,-2 9 9-16,-1-3 5 0,0 4 7 0,-2 2 5 16,2 0-11-16,-2 7-4 0,2-6-5 0,-2 6-1 15,0 0 4-15,0 0 5 0,9 31-2 0,-9-13 7 16,2 8 0-16,-6 5-4 0,2 0 15 0,-3 4-1 16,-1 12-11-16,-1-12 1 0,-5 10-5 0,4-12-4 15,1 2-1-15,-5-2 2 0,1 2-8 0,3-6 2 16,0 0 1-16,2 1-9 0,-3-3-24 0,2-2-35 15,3-6-31-15,1-1-28 0,-1-4-34 0,2-1-40 16,-1-5-35-16,1 3-22 0,0-7-10 0,0 2-164 16,2-6-454-16,-5 7 201 0</inkml:trace>
  <inkml:trace contextRef="#ctx0" brushRef="#br0" timeOffset="116666.43">13099 14513 133 0,'14'-4'187'0,"-3"2"-5"16,1-1-2-16,1 4-5 0,-2 2-4 0,3 0-11 15,-3 3-3-15,0 3-12 0,-2-1-6 0,0 3-14 16,-2 4-7-16,0 1-8 0,-5-3-5 0,0 2-11 16,-2 2-8-16,-4-2-9 0,-4 1-6 0,0 0-14 15,-5-2-16-15,-3 2-30 0,2-2-41 0,-6 4-37 16,1-8-54-16,2 0-46 0,1-3-190 0,1 0-386 15,1-1 170-15</inkml:trace>
  <inkml:trace contextRef="#ctx0" brushRef="#br0" timeOffset="117052.22">13371 14414 160 0,'6'-11'194'0,"2"0"-9"16,-3-1-1-16,3 2-3 0,-4 2-2 0,5 0-15 15,-4 3-18-15,-2 1-15 0,-3 4-6 0,11 0-2 16,-11 0-2-16,18 16 0 0,-9-1 1 0,1 9 2 16,-5 3-2-16,-2 3-11 0,1 3-3 0,-4 4-9 15,-2-4-12-15,-3 3-6 0,-2 1-9 0,1-4-7 16,-1-3-4-16,3 0-4 0,-4-3-10 0,2-1-4 16,-1 0-3-16,5-7-17 0,-2 1-19 0,0-3-15 15,1-3-18-15,-2-1-23 0,3-3-34 0,-2 0-34 16,1 0-33-16,1-5-22 0,2-5-23 0,-4 12-6 15,4-12-17-15,-2 5-118 0,2-5-366 0,0 0 161 16</inkml:trace>
  <inkml:trace contextRef="#ctx0" brushRef="#br0" timeOffset="117248.14">13490 14553 12 0,'13'-12'134'0,"6"5"2"0,-5 0 0 16,-1 2 0-16,0 2-1 0,5 3 1 0,-3 3-1 15,1 5 0-15,-4-4-3 0,2 6 4 0,-1 3-7 16,-2-2-7-16,-4 3-11 0,1 3-11 0,-5-1-7 0,-1-1-7 16,-2 2-12-16,0 1-3 0,-4-3-5 15,-3 3-12-15,1-1-24 0,-8-2-26 0,3-2-38 0,-1-1-48 16,-1 0-41-16,2-2-51 0,-1-1-141 16,3-4-342-16,-4-1 151 0</inkml:trace>
  <inkml:trace contextRef="#ctx0" brushRef="#br0" timeOffset="117465.42">13834 14400 126 0,'0'0'215'0,"0"0"3"0,16 12 1 0,-12-2-9 15,1 2 4-15,-3 6-10 0,4 1-11 16,-8 7-20-16,2-2-12 0,0 3-17 0,2 1-14 15,-4 0-9-15,2-2-14 0,-6-2-22 0,6 1-32 16,-5-6-25-16,1 1-33 0,4-3-52 0,-2 0-45 16,0-5-43-16,1 0-27 0,0-2-17 0,1-1-134 15,1-2-347-15,2-2 153 0</inkml:trace>
  <inkml:trace contextRef="#ctx0" brushRef="#br0" timeOffset="117966.08">13988 14711 49 0,'12'-16'103'16,"-3"1"4"-16,0 1 3 0,-3 5 1 0,-3 2-2 0,4-2-6 15,-7 9-6-15,7-5-1 0,-7 5 8 16,0 0 0-16,0 0-5 0,11 11 11 0,-9-5-5 16,-2-6-5-16,2 15-11 0,0-10-8 0,1 2-3 15,1 0-3-15,1 2-2 0,-1-1-3 0,1-1-2 16,1-1-1-16,2-1-2 0,0-1 10 0,1-2-6 16,0 0 3-16,3-2-3 0,0-3 0 0,1 1-3 15,-2-1-2-15,2-1-4 0,2-3 3 0,-3 1-1 16,0 1-4-16,-4 0 4 0,0-1 0 0,-1-2-3 15,1 3-7-15,-8 5 3 0,10-7-1 0,-10 7-7 16,7-6 0-16,-7 6-14 0,6-5-5 0,-6 5-2 16,0 0 1-16,0 0-2 0,8 15 5 0,-10-5 2 15,-3 9-4-15,2 7 6 0,-1 3-5 0,-5 3 1 16,1 1 1-16,-4 0 0 0,1 2-4 0,-7 9 2 16,2 1-2-16,0-2-3 0,3 1-2 0,5-9-3 15,-5 11-1-15,5-11 0 0,4-2 1 0,-1 2-4 16,1-2-2-16,-2-1-4 0,0-2 0 0,-1-2 3 15,-1-2 1-15,0-1-4 0,0-8 2 0,-1 1 2 16,0-4-6-16,2-4 2 0,-4-3-4 0,0 1 6 16,-1-4-14-16,1-1 5 0,-3-3-11 0,-3-3 6 15,1-4-4-15,-2-2-5 0,0-4-3 0,5 1 0 16,-5-10 1-16,0-5-5 0,4 4 0 0,5-8 2 16,3-1 4-16,2-1-1 0,5-4-1 0,4-8-7 15,4 10 0-15,7 2 1 0,6-8 7 0,-2 9-3 16,10-4 0-16,-4 9 1 0,1 0 1 0,0 4 4 15,2 2 2-15,2 2-5 0,-2 1-12 0,1 5-13 16,-1 0-22-16,3 3-22 0,-4 1-29 0,0 3-45 16,-8 2-40-16,7-1-37 0,-7 3-42 0,-4 0-146 15,2 2-455-15,-4-1 202 0</inkml:trace>
  <inkml:trace contextRef="#ctx0" brushRef="#br0" timeOffset="118133.98">14581 14926 50 0,'4'5'183'16,"-4"-5"-2"-16,1 6-12 0,-1-6-15 0,0 0-7 15,1 8-12-15,-1-8-12 0,0 0-12 0,-2 13-7 16,1-7-27-16,1-6-47 0,-9 9-44 0,6-3-55 16,-3-1-48-16,-1 2-94 0,1-4-228 0,6-3 100 15</inkml:trace>
  <inkml:trace contextRef="#ctx0" brushRef="#br0" timeOffset="118970.02">15215 14530 157 0,'1'-9'210'0,"1"1"-12"0,-2 8-15 16,4-11-14-16,-4 11-19 0,0-8-15 0,0 8-14 15,0 0-3-15,0 0 3 0,16 14 8 0,-5 2-12 16,1 1-5-16,1 7-6 0,-1 4 13 0,-2-3-16 15,-1 2-7-15,0-2 1 0,2 3-11 0,-6-9-2 16,2 4-2-16,-3-5-6 0,3 1-9 0,0-2 1 16,-3-6-21-16,2 1-4 0,-3-2-1 0,1-1-4 15,-1-1 1-15,0-4 5 0,0-1 7 0,-3-3 10 16,7 7 1-16,-7-7-5 0,0 0-2 0,0 0-7 16,12-9-5-16,-4 0 1 0,0-2-10 0,1-4-3 15,1-3-4-15,4-5-2 0,0 0 6 0,3-4-10 16,-3 2 2-16,4-1-6 0,-3-3 5 0,0 4-19 15,-1-3-2-15,0 3-26 0,-3 1-16 0,-4 7-29 16,1 1-13-16,-2 7-21 0,-2 0-36 0,-3 4-46 16,2-1-17-16,-3 6-16 0,5-6-12 0,-5 6 2 15,0 0-152-15,11 9-412 0,-11-9 183 0</inkml:trace>
  <inkml:trace contextRef="#ctx0" brushRef="#br0" timeOffset="119232.08">15759 14723 137 0,'2'10'133'16,"-2"-3"-2"-16,1 1-20 0,2 1 3 0,-1 0 4 16,1 1-7-16,-3 0-2 0,2-1-5 0,2-2-8 15,1 2-2-15,0-4-5 0,2 0-1 0,-2-1-2 16,4 0-5-16,2-3-1 0,-4-1-4 0,-7 0-7 16,14-1-4-16,-5-3-2 0,-2 0-8 0,2-1-4 15,-3-6-2-15,-1 0-11 0,0 0 4 0,-2 0 0 0,-1 0-6 16,-4-5-6-16,-1 2 3 0,-4 1-10 15,-2-3 2-15,-4 3-3 0,-2 1-2 0,1 3-5 16,-4 0-2-16,0 6 0 0,-1 1-3 0,-2 4 0 16,3 1-9-16,-3 3-25 0,1 2-20 0,3 1-36 15,2 3-31-15,2-2-36 0,0 3-43 0,4 0-125 16,2-4-340-16,3 0 150 0</inkml:trace>
  <inkml:trace contextRef="#ctx0" brushRef="#br0" timeOffset="119465.15">16128 14467 122 0,'1'-7'204'0,"1"1"-19"16,-2 6-20-16,2-7-8 0,-2 7-2 0,0 0-9 15,0 0 6-15,0 0-3 0,7 28 9 0,-5-12-14 16,-1 11-6-16,-1 3-11 0,1-1-16 0,-2 1-10 15,-2 2-7-15,2-3-3 0,0 3-16 0,-6-2-6 16,7-3-16-16,0 1-26 0,0-2-37 0,-3-3-37 16,-1-6-51-16,1 0-50 0,3 0-44 0,-2-6-163 15,-1 0-384-15,2-1 169 0</inkml:trace>
  <inkml:trace contextRef="#ctx0" brushRef="#br0" timeOffset="119690.18">16443 14532 19 0,'3'-17'177'0,"1"1"-1"16,-3 6 3-16,0 3-11 0,1 1-19 0,-2 6-16 15,0 0 0-15,0 0 8 0,0 0 11 0,0 0-4 16,-3 29 3-16,0-10-2 0,-2 7-8 0,1 5-11 16,1-1-11-16,-1-1-5 0,-4 3-14 0,4-2-8 15,-1 1-8-15,3-2-11 0,-1-2-6 0,0-1-5 16,2 0-14-16,1-8-28 0,0-1-24 0,0 0-29 15,0-2-34-15,0-5-42 0,0 2-50 0,1-5-44 16,1-1-189-16,-2-6-425 0,1 8 189 0</inkml:trace>
  <inkml:trace contextRef="#ctx0" brushRef="#br0" timeOffset="120717.82">16381 14676 87 0,'5'-9'139'0,"1"5"-7"0,4-1-1 0,2 3-11 16,8-1-12-16,0 0-5 0,8 0-2 0,1-1 0 16,3 2-6-16,-1 1-4 0,1-2-3 0,-2 3-2 15,-2 2-9-15,-1-2-2 0,-6 0 1 0,-7 0-15 16,-3 1 10-16,3 0 1 0,-2-1-8 0,-1 2-8 16,-4-2 3-16,-7 0-5 0,0 0-4 0,15 0-3 15,-15 0-5-15,8 1-8 0,-8-1 4 0,0 9 5 16,0-9 4-16,-9 16-2 0,0-3-3 0,-3 1-1 15,-3 1-3-15,1-1-7 0,0 1 1 0,-2 6-5 16,5-6-2-16,0 0 0 0,1-1-7 0,3-3-1 16,1-2-3-16,0 1 0 0,3 0 1 0,0-5 1 15,2 2-5-15,1-7-1 0,1 10 1 0,-1-10-6 16,9 6 6-16,-3-4-2 0,3-1-6 0,3-2 7 16,-2-2-1-16,3 0-1 0,-2 0 3 15,5-8-5-15,-1 4 2 0,-2 0-1 0,-4-1 3 0,0-1-1 16,-3 0 0-16,3-1-1 0,-3 0-1 0,-1 0 2 15,-1-2-2-15,-2 2-2 0,0-1-3 0,1 2 0 16,-4 1 2-16,1 8-1 0,-2-12-1 0,2 12-4 16,-2-6 5-16,2 6-7 0,0 0 3 0,0 0 2 15,0 0-3-15,0 0 8 0,0 0-7 0,-11 16 0 16,11-16 3-16,8 16-1 0,-4-7 3 0,2 0-1 16,10 1 2-16,-2-1-2 0,4 0 0 0,3-3 2 15,7 1 5-15,-1-1-2 0,9-4-2 0,-4 0-1 16,4-2 1-16,-4 0-1 0,1-2 1 0,-1-2-2 15,-3 0 6-15,-1 0-6 0,-6-1 1 0,-3-1-1 16,0-1 3-16,-3-2-1 0,-4 4 7 0,1-6 3 16,-4 4-1-16,1 0-2 0,-3-3 2 0,-2 1-1 15,-2-1 0-15,-2 0-1 0,-2 1-3 0,1 9-1 16,-7-18-3-16,3 13 2 0,-1-2 0 0,0 4-3 16,5 3-1-16,-18-4-3 0,9 4 4 0,9 0-3 15,-19 5 5-15,9 0-5 0,0 2 1 0,1 0-2 16,0 2 1-16,2 0 0 0,-1-2 1 0,1 0-1 15,2 2 2-15,0-1-5 0,3-2 5 0,2-6-1 16,-5 11-1-16,5-6-1 0,0-5-3 0,0 10 2 16,0-10 3-16,4 6-2 0,-4-6-1 0,4 6 0 15,-4-6 1-15,5 4 0 0,-5-4-2 0,4 6 2 16,-4-6 0-16,5 3-4 0,-5-3 2 0,5 7-3 16,-1-1 0-16,-1 4 2 0,-2 1 7 0,-1 7-8 15,-1 0-2-15,1 8 2 0,-4-1 2 0,-1 2-1 16,-2 3 2-16,0 2-2 0,-2 0 3 0,-1 0 0 15,1 4 0-15,-1-4 0 0,-1 3 9 16,3-2-10-16,-2-1 2 0,0 0 1 0,0-2-1 0,1-2 0 16,-4-4-1-16,2-2 3 0,0-5-2 0,-4-3-1 15,2-2 3-15,-2-3-1 0,3-1 10 0,-3-1-14 16,2-3 7-16,2-2-4 0,-2-2 1 0,5 0 0 16,-1-3 1-16,0 0-1 0,3-3-1 0,0-1-1 15,3-2-3-15,3 1 1 0,4-9-1 0,2-1-6 16,11-4-5-16,0-2-5 0,4-3-1 0,6 1-6 15,10-6-4-15,2 0-4 0,0 2-4 0,-1-2 2 16,3 0-12-16,-1 0 6 0,2 2-5 0,-5-4 4 16,-1 3 8-16,-10 4 1 0,-2 0 4 0,6-11 4 15,-10 9 1-15,-2 1 2 0,-2 1 2 0,-2-2 4 16,-2 3 2-16,0 2 8 0,-4 6 11 0,-3 2 1 16,-1 4 6-16,-1 2 2 0,-1 5 0 0,-2-1-1 15,0 6 0-15,0 0-3 0,0 0-3 0,-16 1-2 16,3 9 2-16,-4 0-3 0,4 5 7 0,-4 5-3 15,0 2-1-15,3-2-3 0,4 2 3 0,2-4-8 16,2 0-26-16,2 1-31 0,2-1-30 0,2-1-34 16,7-2-26-16,7 1-30 0,9-1-24 0,8-1-135 15,6-3-363-15,14 0 161 0</inkml:trace>
  <inkml:trace contextRef="#ctx0" brushRef="#br0" timeOffset="121218.72">17885 14979 64 0,'-5'-6'177'0,"5"6"-7"0,-3-9 3 16,3 9-5-16,0-14-3 0,4 5-6 0,-1 0-11 15,-1-1-4-15,2 1-11 0,2-2-3 16,2-3-8-16,1 3-7 0,-1-3-1 0,1 0-4 16,1 0-7-16,0 0 0 0,2-2-6 0,0 1-6 0,4-6-4 15,-6 6-8-15,7-6-6 0,-8 5-2 0,2-3-4 16,2-2-8-16,-5 2-5 0,2 2-3 15,-3 1-1-15,-2 4 6 0,-1 3-3 0,0-1-4 0,-1 3-3 16,-2 2-12-16,-1 5-7 0,5-6-2 16,-5 6 4-16,0 0-10 0,0 0 9 0,-11 31-14 15,4-13 1-15,-2 7 0 0,-2 2-5 0,2-2 0 0,1 1-2 16,2-7 2-16,3 0 1 0,-1-2-4 0,3 1 2 16,4-7-3-16,2 2 0 0,0-2 11 15,4-2-11-15,1-1 2 0,4-2-2 0,3-1 2 0,2-2 2 16,0-2-2-16,0-2 0 0,3-2-3 15,-2-2 2-15,-2-3-2 0,0 1 6 0,0-3-6 0,-1 0 0 16,-2 1-1-16,0-1 2 0,-6 1-7 0,-1-1-1 16,5-4 3-16,-7 3 0 0,1-3 4 0,-2-2-1 15,1 6 1-15,-4-2-4 0,1 1 4 16,0 3-3-16,-2 0-5 0,0 3-1 0,-1 5-2 0,1-8 0 16,-1 8 0-16,0 0 2 0,0 0 0 0,-12 16 7 15,2-3-5-15,1 4 1 0,-1-2-2 0,-2 3 0 16,0 4-1-16,-2 1 3 0,7-5 1 0,-1 5 0 15,0-4 0-15,2-2 2 0,-2 3-12 0,3-3-22 16,1-1-24-16,0-3-31 0,0-1-31 16,1 0-35-16,-1-3-41 0,0 1-32 0,2-4-38 15,-2 0-157-15,-1-2-455 0,1 0 202 0</inkml:trace>
  <inkml:trace contextRef="#ctx0" brushRef="#br0" timeOffset="121401.14">17983 14517 1801 0,'-7'-15'-8'0,"-1"3"38"0,2 1-9 0,2 3-18 16,0 3 2-16,1-2-13 0,3 7-18 0,0 0-5 0,0 0-14 16,0 0-29-16,0 0-22 0,0 0-42 15,0 0-101-15,0 0-260 0,0 0 116 0</inkml:trace>
  <inkml:trace contextRef="#ctx0" brushRef="#br0" timeOffset="122114.26">18883 15015 217 0,'-5'-2'231'0,"0"-2"-15"0,5 4-15 0,-4-8-17 16,4 8-19-16,2-13-11 0,4 2-16 0,4-4-9 16,1 1-7-16,6-5-5 0,2-1-7 15,0 1-15-15,4-2-6 0,-1 0-6 0,1 0 0 0,-2-1-11 16,-1 2-3-16,-1-1-2 0,-1 0-4 0,0-4-8 15,-1 2-4-15,-4 1-1 0,-1-1-4 0,-4 7 4 16,1-3 5-16,-4 4-5 0,-1-1 0 16,-2 5-1-16,2 0-7 0,-4 7 0 0,1-2-9 15,-1 6-6-15,-1-11 1 0,1 11 4 0,0 0-10 16,0 0 1-16,-18 13-6 0,8 0-1 0,0 1-2 0,-4 9 1 16,1-2-3-16,0 1-1 0,4-4 0 0,1-3-2 15,3 3-2-15,1-2 0 0,4-3-3 0,0 0 4 16,3 1-6-16,0-1 5 0,2-3-1 0,1-1 2 15,4 0 1-15,1-2-5 0,0-2 6 16,2 2-4-16,4-4 1 0,0 0 0 0,0-3-4 0,1 1 9 16,0-2-9-16,-5-2 6 0,4-2-6 15,-3-2-1-15,-2 3 3 0,1-5 1 0,-4 2 6 16,5-6-3-16,-5 5-8 0,1-6 0 0,1 1 0 0,-3-1 0 16,1-1-3-16,-4 3 2 0,0 2-5 15,2 1 4-15,-4 0-4 0,-3 9 3 0,7-11-3 16,-7 11 8-16,4-7-10 0,-4 7-1 0,0 0 1 15,0 0 2-15,0 0-2 0,0 0 3 0,9 13-2 16,-8-6 3-16,-1-7-3 0,-1 16 4 0,1-6-1 0,-2-1 2 16,2-9-1-16,0 13-3 0,0-8 1 15,0-5 1-15,-1 10 0 0,1-10 3 0,0 0 2 16,1 7 5-16,-1-7-4 0,0 0 4 0,4 5-5 16,-4-5 3-16,0 0-2 0,16-5 0 0,-7 0 1 0,1 0 2 15,0 1-8-15,0-1 6 0,2 1-2 0,-2-1-2 16,0 1 1-16,2 0 1 0,-5 2 0 15,0 0 0-15,0 0-4 0,-7 2 7 0,14 2-10 16,-7 0 3-16,-2 1-4 0,0 1 2 0,1 1 1 0,-2-1-6 16,0 3-15-16,1 1-26 0,-2-1-27 15,-2 2-29-15,-1-3-35 0,0 5-31 0,0-11-45 16,-4 11-25-16,0-2-172 0,4-9-448 0,-14 10 199 16</inkml:trace>
  <inkml:trace contextRef="#ctx0" brushRef="#br0" timeOffset="122287.52">19323 14373 19 0,'-3'-7'169'0,"1"3"-14"0,2 4-20 0,0 0-15 15,0 0-15-15,0 0-16 0,0 0-45 0,0 0-46 0,0 0-42 16,0 0-88-16,10 40-143 0,-4-28 63 15</inkml:trace>
  <inkml:trace contextRef="#ctx0" brushRef="#br0" timeOffset="123240.02">19982 14783 61 0,'-3'-8'223'0,"-2"0"-10"0,-2-2 4 0,2 2-14 16,-3-1-24-16,0 0-8 0,-2 4-12 0,0 0-17 16,-4 2-13-16,0 2-11 0,-3 2-12 0,-1 1-10 15,-2 5-7-15,1 0-5 0,-8 4-8 0,9-1-12 16,1 2-5-16,2 0-5 0,2 2-7 0,2-2-6 15,2 5 0-15,4-6-6 0,1 1-4 0,1 1-1 16,2-3-2-16,1 1-3 0,2 0-4 0,1-5-4 16,3 3 3-16,5-5-3 0,0 2 1 0,2-4-5 15,6-2 0-15,-2 0-1 0,2-4-1 0,0-2 5 16,-1-2-6-16,2 2 0 0,-3-5-1 0,1-1 1 0,-3-1 0 16,4-5-2-16,-1 0 9 0,-2-4-2 15,-2-2 1-15,-3-1-2 0,0 0 0 0,0-4 0 16,-3 0 0-16,1-1-2 0,-3 1 0 0,0-2-2 15,-1 1 1-15,-1 2-2 0,-4-1 2 0,3 4 0 16,-3-3 6-16,0 10-4 0,1 1 5 0,-1 5 7 16,-1 1 2-16,1 1-4 0,0 10-1 0,0-10-6 15,0 10-5-15,0 0 2 0,0 0-7 0,0 0 3 16,0 0-1-16,-7 32 10 0,1-5-11 0,-3 2-4 16,3 3 2-16,-1 2 0 0,2 3-3 0,0-3 3 15,4-1-3-15,1-3 0 0,0 0 3 0,1-2-2 16,3-3 2-16,0-6-1 0,0-1-1 0,1-2 2 15,2 0 8-15,1-4-13 0,1 1 3 0,-1-4 1 16,3-2-2-16,-1-2 4 0,3-1 1 0,6 0-2 16,-2-3 1-16,5-4-1 0,-2 0 1 0,-1-4 6 15,2-1-3-15,-2-2-2 0,-1-1-10 0,-2-3 7 16,6-5 2-16,-5-1-2 0,-7 4-3 0,3-7 1 16,-4 5-5-16,-4-2 6 0,0 1-1 0,0 3 1 15,-4-1-2-15,-1 5 0 0,-1 2-5 0,1 10 3 16,-5-15 0-16,5 15-1 0,-6-7 0 0,6 7-5 15,-16 3 3-15,16-3-1 0,-27 13 4 0,13 0-2 16,0 0 0-16,1 3 0 0,2 1 1 0,1-2-3 16,2 1 4-16,0 0-2 0,5-1 2 0,4 1 0 0,0-3 1 15,4 2-1-15,4-3-7 0,3 1-21 16,4-3-14-16,4-4-22 0,9 1-23 0,4-4-14 16,2 0-12-16,3-2-14 0,-2-1-10 0,-3-2-5 15,0-2 11-15,-3-1 8 0,-2-2 9 0,-2-1 22 16,-7 1-4-16,0-3 23 0,5-1 1 0,-7 0 4 15,-1-3 23-15,3-3-4 0,-1-5-2 0,-4-1 16 16,2-1 3-16,-5 1 24 0,-1-2 7 0,-2 0 6 16,-3-1 0-16,0 0 17 0,-2 7 17 0,-2 1 6 15,0-2-3-15,1 4 15 0,0 4 11 0,-2 1 9 16,1 5 4-16,-1 6-8 0,-1-14-9 0,1 14-2 0,0-7-9 16,0 7-5-16,0 0 18 0,0 0 10 15,-11 35 10-15,3-12-5 0,0 7-3 0,-2 1-5 16,-1 13-6-16,2-11-3 0,-4 15-6 0,6-14-4 15,0 1-3-15,-2 11-6 0,3-12-3 0,-1 0 2 16,4 0-12-16,-2-2-5 0,4-2-2 0,-3 1-2 16,2-3-20-16,0-1-18 0,1-2-20 0,-1-6-19 0,0-1-30 15,4-1-33-15,-4-1-30 0,1-6-36 16,0-1-37-16,1-1-184 0,-3-1-439 0,3-7 194 16</inkml:trace>
  <inkml:trace contextRef="#ctx0" brushRef="#br0" timeOffset="123694.36">20845 14662 177 0,'23'-3'197'16,"-3"0"-3"-16,2 4-9 0,-2 4-11 0,0 0-10 15,-4 1-14-15,0 1-17 0,-3 4-12 0,-4-3-9 0,-3 4-12 16,-2-1-5-16,-4 6-11 0,-6-2-6 15,0 1-7-15,-4 0-9 0,-4 2-2 0,-6-2-10 16,0-1-1-16,1-3-9 0,1-2-5 0,0-1-7 16,3-3-1-16,2 1-4 0,3-4-3 0,1 1 0 15,2-1-3-15,1 1-4 0,6-4-1 0,-9 5 0 16,9-5-5-16,0 0 0 0,0 0 1 0,0 0 3 16,0 0 3-16,18 3-3 0,-4-2 1 0,6 0 2 15,0-1-4-15,-1 2 1 0,1-5-1 0,10 3-2 16,-3-3-1-16,3-1-1 0,-2-2 3 15,-1 0 1-15,0-1-3 0,0-3 1 0,-8 3-2 16,-1-2 1-16,1-1-1 0,-1-3 7 0,-3 2 4 0,1-1 4 16,-2-3 0-16,-3-1 4 0,-2 0-2 0,1-2 1 15,-2 2 2-15,-4 0 1 0,0 0 3 0,-3 1 0 16,-2 2 8-16,1 13-1 0,-3-18-2 0,-1 12-6 16,4 6-2-16,-11-6-2 0,2 7 2 15,-1 5-4-15,-6 4-1 0,-6 5-2 0,2 1 3 0,6 1-4 16,-4 3-5-16,4 1-6 0,0 3-21 0,6-6-36 15,3 0-35-15,0 8-37 0,1-7-59 0,7-1-40 16,-2-1-38-16,2-1-138 0,-1-4-428 0,6 1 190 16</inkml:trace>
  <inkml:trace contextRef="#ctx0" brushRef="#br0" timeOffset="123902.07">21392 14920 147 0,'6'-12'160'0,"2"-3"1"15,1 1 7-15,1-3-2 0,0 0 0 0,0 3 6 16,3 3-1-16,-4 2 5 0,0 0-5 0,2 3-10 16,-1 3-10-16,1 0-25 0,0 3-8 15,0 2-7-15,-1 2-15 0,0 2 1 0,-2 3-24 0,-3 0 1 16,0-2-9-16,-2 5-3 0,0-1-6 0,-1 5-16 16,-1-3-31-16,-1-2-32 0,-3 2-44 0,0 0-53 15,1-3-50-15,-1 1-46 0,-1 0-168 0,1-2-415 16,2-3 183-16</inkml:trace>
  <inkml:trace contextRef="#ctx0" brushRef="#br0" timeOffset="124578.37">21941 14741 194 0,'-2'-7'200'0,"-2"-2"-6"16,0 2-7-16,4 7-7 0,-8-10-8 0,2 6-6 16,-2 2-13-16,-1 0-11 0,-2 4-16 0,-2 1-7 15,-4 6-2-15,0 2-12 0,0-1-7 0,-6 5-13 16,8-2-4-16,1 0-9 0,-2 2-5 0,5-1-10 15,0-1-2-15,1 0-5 0,7-1-6 0,-1-1-7 16,2 1 6-16,1-1-3 0,2-3-13 16,2-2 1-16,1 1-3 0,5-2-2 0,-3 0-2 15,4-2-1-15,-1-1 0 0,3-3-3 0,-1-2-1 0,2-1 0 16,-1-3-2-16,2-2-1 0,0-1 0 0,0-3-4 16,0-3 3-16,-4 0-1 0,-1-1-3 15,5-6 1-15,-5-2 3 0,-1 3-5 0,0-7 4 0,-1 1 2 16,-1-3-5-16,0 3 3 0,1-3 0 15,-4 3 4-15,0 3-2 0,-4-1 1 0,2 7 6 0,2 3 10 16,-2 3 6-16,-1 5 3 0,0 8-4 16,2-17-5-16,-2 17-9 0,0 0-2 0,-2-9 10 0,2 9-18 15,0 0 1-15,0 0-4 0,-11 37 3 16,1-11 0-16,-2 4 4 0,1 1-7 0,0 2 1 0,4-2-6 16,3-1 5-16,-1 0 1 0,5 1-3 0,0-4 0 15,3 1 1-15,3-2-1 0,1-8-2 0,1 1 3 16,6 2-3-16,-2-8 2 0,2 0 2 0,1-2 2 15,3 0-4-15,0-4 2 0,2-1-2 0,2-3 4 16,-2-1-3-16,2-3 1 0,-2-3 9 0,0 1-16 16,-2-5 1-16,1 0 5 0,-4-2 0 15,2-3-4-15,-4-1 0 0,3-8-1 0,-6 7-2 0,-2-5 4 16,2-2-1-16,-5 3-6 0,-2 0 1 0,-1 2-1 16,-2 0 4-16,0 0-4 0,-2 5 5 0,-1 3-2 15,1 3-4-15,-3 0 0 0,5 6-1 0,-11-3 2 16,11 3-5-16,-17 8 5 0,6-1-5 0,-3 3-14 15,3 2-29-15,1 1-33 0,-1 2-41 0,3 1-37 16,2 0-47-16,4 1-28 0,0-3-36 0,0 4-147 16,2-2-454-16,2-5 200 0</inkml:trace>
  <inkml:trace contextRef="#ctx0" brushRef="#br0" timeOffset="124773.96">22389 14917 146 0,'10'-5'143'16,"-1"-2"-7"-16,0-2 2 0,-2-1 0 0,4-4-18 15,0 3-7-15,-2-5-7 0,0 2 2 0,1 0 3 16,-2 2 12-16,0 5 4 0,-2-2 4 16,1 1 2-16,-1 2-6 0,-2 3-15 0,-4 3-13 15,7-5-9-15,-7 5-10 0,0 0-7 0,14 2-7 0,-14-2-6 16,5 10-2-16,-1-4-8 0,0 3-18 0,-1 1-28 16,1-2-28-16,-2 2-31 0,-1 1-45 0,2-1-43 15,-3-6-35-15,1 3-176 0,-1 3-384 16,0-10 170-16</inkml:trace>
  <inkml:trace contextRef="#ctx0" brushRef="#br0" timeOffset="125024.05">22823 14545 76 0,'0'-11'231'16,"0"1"-1"-16,0 10-15 0,-2-13-21 0,2 13-23 0,0 0-10 15,0 0 9-15,0 0 2 0,0 0 4 0,-4 36-7 16,1-11-9-16,0 2 0 0,0-1-24 0,1 2-6 16,0-2-12-16,2 3-11 0,-1-4-12 15,1 3-6-15,0-4-14 0,3-4-8 0,-5 4-7 16,4-6-21-16,1-1-21 0,-3-2-34 0,2 1-34 16,-2-4-30-16,2-3-37 0,-2-9-38 0,1 13-22 0,-1-6-16 15,0-7-28-15,-3 8-148 0,3-8-399 16,0 0 177-16</inkml:trace>
  <inkml:trace contextRef="#ctx0" brushRef="#br0" timeOffset="125170.05">22709 14745 143 0,'-1'-12'149'0,"1"12"-20"16,0 0-10-16,0 0-11 0,13-8-12 15,-5 5-20-15,9 3-12 0,1 0-18 0,13 0-11 16,4 1-29-16,18 2-26 0,2-2-62 0,0 2-64 15,-5 2-156-15,2-3 70 0</inkml:trace>
  <inkml:trace contextRef="#ctx0" brushRef="#br0" timeOffset="125696.88">23476 14758 91 0,'0'0'193'0,"0"0"-16"15,-22 8-1-15,17-2-3 0,-2 1-16 0,0 0-7 16,1 3-9-16,1-1-9 0,1 3-10 0,1-2-7 0,1 0-11 15,1 0-10-15,2 0-8 0,0-1-4 16,0-2-10-16,4 2-5 0,-1-1-9 0,1-2 0 16,3 0-2-16,1-1-10 0,5-3-3 0,0 0 2 15,0-4-10-15,3 0-2 0,-1-2-5 0,-3-1 3 16,2-4-7-16,-2-1-1 0,1-1-3 0,-5 2-2 0,-1-1-2 16,-2-2-1-16,3-3 0 0,-4-2 2 15,1 4-5-15,-6-4 0 0,0 1-1 0,-3 6 0 16,2-2-3-16,-3 2 0 0,0 1-2 0,-2 2 10 15,1 0-12-15,-1 2-1 0,6 5 1 0,-9-7 1 16,4 6 0-16,5 1-4 0,0 0 1 0,0 0 1 16,-12 7-2-16,12-7 1 0,-2 9 3 0,2-9 1 15,0 0-1-15,17 13 1 0,-2-8 0 0,4-2 2 16,8-1 0-16,6-2 0 0,2 0-3 0,0-3 7 16,-4-2-1-16,1-2-7 0,-1 0 1 0,-3-3 7 15,-4-2-1-15,-2-2 7 0,-5 0 0 0,-3 1 6 0,0-1 6 16,-2-2 1-16,-1 0-4 0,-2-2 0 15,0 0-2-15,-3 3-3 0,2-2-3 0,-6 5 5 16,2 1-7-16,-1 3 1 0,-1 1-2 0,0 0 1 16,-2 7-4-16,2-9-1 0,-2 9-5 0,0 0 0 15,0 0 1-15,-15 14 6 0,0 7 5 0,-1 6 4 0,0 0-3 16,-1 3 6-16,2 1-9 0,-7 11-1 0,10-11-3 16,-2 2 3-16,0 1 0 0,4-2 0 15,1 2-3-15,-1-1-4 0,5-1 4 0,0-1 2 16,0-2-5-16,1-1-10 0,1-2-10 0,2-7-22 15,-3 0-36-15,3 0-31 0,1-2-29 0,-3 1-43 16,2-5-39-16,-2-2-24 0,1-1-204 0,-3-1-473 16,1 0 209-16</inkml:trace>
  <inkml:trace contextRef="#ctx0" brushRef="#br0" timeOffset="125863.6">23862 14913 98 0,'0'0'190'16,"4"-8"-16"-16,-4 8-17 0,6-4-14 0,-6 4-16 15,13-2-25-15,-13 2-54 0,18 0-66 0,-4 0-55 16,7 2-85-16,9 0-172 0,21-2 77 0</inkml:trace>
  <inkml:trace contextRef="#ctx0" brushRef="#br0" timeOffset="126504.29">24773 15207 138 0,'0'0'211'0,"9"-7"-2"16,-4 4-11-16,0-3-12 0,6-1-15 0,-5-1-12 15,2-2-1-15,-1 0-12 0,4-3-7 0,0-1-9 16,0-3-8-16,5-4 2 0,-3-1-9 0,0 0-4 15,1-7-4-15,-2 1 0 0,2-2-8 0,-1 0-8 16,5-14-3-16,-5 15-10 0,-3-3-3 0,-2 1-5 16,1-2-5-16,-3 3-6 0,2 1 0 0,-3 3-3 15,-3 8 2-15,2 3 7 0,-4-2-2 0,0 6-1 16,0 0-4-16,0 11-9 0,2-11-11 0,-2 11-8 16,0 0-2-16,0 0-2 0,-11 2 3 0,-3 12-4 15,-1 8-4-15,-4 5-3 0,1 2-3 0,3 2 2 16,-2 1 1-16,4 1-1 0,5-1-7 0,-3-2 2 15,5 1-1-15,3-2 0 0,2-3-1 0,2-2 4 16,2-6-1-16,3 6-2 0,2-6-2 0,2-2 5 16,1 0-7-16,3-4 4 0,3 1 1 0,2-5-1 15,0-2-7-15,1 1 1 0,1-5-1 0,-4 2 1 16,4-2-2-16,-3-4 0 0,-1 0 0 0,-3-1-6 16,4-3 5-16,-2 1-1 0,-5-3-1 0,3-1-1 15,-1-3-1-15,-2 3 7 0,-3-1-11 0,3-4-4 16,-2-2-3-16,0 2-1 0,-1 2 0 0,-1-4 0 15,-4 7 6-15,0 3-3 0,2-1 3 0,-2 4-3 16,-3 3-3-16,0 0 0 0,0 0 3 0,0 0 0 16,0 0-1-16,0 0 1 0,7 16 0 0,-7-9 3 15,0 1 0-15,0-8 5 0,0 15-2 0,1-6 4 16,2 1-3-16,-1-1 4 0,0-4-2 0,2 1 0 16,1 0 1-16,-1-1-1 0,1-2 4 0,2 0 1 15,2-2-1-15,5-1 0 0,-3 0 2 0,2-3-4 16,1 2 2-16,-1-2 2 0,-4-1 4 0,0-1-4 15,0-3-2-15,-1 0-1 0,0-2 2 0,-3 2 0 16,-1-1 1-16,-2-3-8 0,0 1 6 0,-4-1-6 16,2 0-5-16,-5 0-11 0,-3-2-3 15,-2 6-16-15,1-2-18 0,1 4-15 0,-2 0-15 0,-2 2-26 16,1 1-31-16,-1 3-38 0,12 0-25 0,-20-2-35 16,12 4-210-16,8-2-489 0,-15 5 217 0</inkml:trace>
  <inkml:trace contextRef="#ctx0" brushRef="#br0" timeOffset="127296.89">25690 14913 43 0,'5'-5'168'0,"-5"5"-10"0,2-9-6 0,-2 9-9 16,0 0 3-16,-2-11-9 0,2 11-4 0,-11-3-7 16,11 3 5-16,-20 3-4 0,7 3-1 0,-2-1-2 15,-4 4-8-15,-4 4-9 0,5 0-6 0,5 0-6 16,4 0-12-16,-5-3-3 0,8 3-10 0,1-3-4 15,-2 2-7-15,5-2-6 0,0 1-6 0,2-2-3 16,-2 1-5-16,4-2-5 0,0-2 0 0,1-1 3 16,3 0-6-16,5-1 0 0,-6-1-3 0,8-3-4 15,-4-1 0-15,5 1-2 0,-3-2-3 0,0-1 0 16,0-1-1-16,-1 2 1 0,-2-3 2 0,2-1 1 16,-2 0-8-16,-1-3 6 0,-1 2-6 0,2-5 0 15,-4 4-2-15,-2-2 2 0,3-1-5 0,-1 0 0 16,-2 1-2-16,1 2 2 0,1 2 1 0,-4 6-3 15,2-11 1-15,-2 11-4 0,2-6-3 0,-2 6 1 16,0 0 0-16,0 0-3 0,0 0 4 0,0 0-1 16,-9 25-1-16,5-15 0 0,4 1-1 0,0-2-5 15,0 1-14-15,0 2-16 0,2-2-24 0,5-1-27 16,0 1-22-16,4-1-26 0,3-2-10 0,2-1-8 16,6 1 1-16,-2 0 3 0,1-3 14 0,1 0 9 15,-2-2 13-15,9-1 18 0,-2 1 19 0,-4-4 16 16,-4 1 7-16,2 0 13 0,-5-2 11 0,1 0 34 15,-3-1-8-15,2-2 10 0,-5 0 4 0,0 1 10 16,-2-3 0-16,-5-1 4 0,4 0-2 0,-2 0-4 16,1-2 2-16,-7 0 2 0,0 1 11 0,2 0 3 15,-4 0 10-15,2 1 9 0,0 9 5 0,-2-12 5 16,2 12 1-16,-5-7-1 0,5 7-1 0,-12-3-1 16,4 4 1-16,8-1-3 0,-23 9-6 0,14-3 0 15,-6 4-4-15,3 2-5 0,-1-2-5 0,-1 3-1 16,8-3-5-16,-1 0-2 0,1 0-6 0,2-4-5 15,3 1 2-15,-2 2-2 0,3 0-4 0,0-9 2 16,4 13 0-16,0-6-2 0,2-4-2 0,1 1-2 16,-1-2 2-16,4 0-7 0,1-4 2 0,0 1 3 15,3-3-2-15,-6 0 7 0,3 0 1 0,1-5 3 16,-3 2-5-16,-3-3 0 0,2-1 1 0,0-4 4 16,-1-2-10-16,-3-2-2 0,3-6-4 0,-2 6 4 15,-3-8-3-15,3 2 1 0,-1-1-1 0,-1-1-2 16,-1-3 5-16,2 1-6 0,-4 2-4 0,4 1 3 15,-4 1-1-15,2 8 4 0,-2 5 21 0,2 1 3 16,-2 11 4-16,1-14-8 0,-1 14-6 0,0-7 2 16,0 7-4-16,0 0 10 0,0 0 12 0,-5 33 9 15,3-14 4-15,-2 0-8 0,-3 10-13 0,1 0 0 16,1-1-1-16,-2 1-1 0,2-3-6 0,-3 3-3 16,1-1-8-16,3-4 9 0,-2-5-21 0,4 1-22 15,0-4-42-15,2 1-45 0,0-2-45 0,0-4-46 16,0 1-50-16,0-3-36 0,0-2-202 0,0-7-524 15,0 11 232-15</inkml:trace>
  <inkml:trace contextRef="#ctx0" brushRef="#br0" timeOffset="127461.98">26156 15029 87 0,'0'0'174'0,"0"0"-14"0,0 0-10 15,-1-8-15-15,1 8-16 0,0 0-21 0,-2-8-16 16,2 8-27-16,0 0-27 0,0 0-31 0,0-14-29 16,0 14-36-16,2-8-97 0,-2 8-177 0,0 0 78 15</inkml:trace>
  <inkml:trace contextRef="#ctx0" brushRef="#br0" timeOffset="130056.24">6772 15209 200 0,'0'0'190'0,"2"-10"-11"0,-2 10-30 0,0-8-20 15,0 8-9-15,0 0-11 0,0 0-10 0,0 0-12 16,0 0 8-16,4 37-4 0,-7-11-5 0,3 4-3 15,-3 4-5-15,0 1 0 0,-2 13-4 0,0-15-10 16,1 3-2-16,0-4-11 0,2-4-1 16,-3 2-7-16,-1-2-4 0,5-8-4 0,0-1-2 15,-1-1-2-15,2 0-6 0,-2-2 1 0,2-6-1 0,0 0-3 16,0-3-2-16,-4-1 0 0,4-6-3 0,-1 10-3 16,1-10 3-16,0 0 7 0,1 8 1 0,-1-8 5 15,0 0 8-15,0 0 2 0,0 0-1 16,0 0-8-16,0 0-2 0,0 0-3 0,0 0-6 15,0 0 0-15,16-21 0 0,-10 11-2 0,7-3 3 16,-1-1-7-16,3 0-4 0,5-3-1 0,2 2 1 0,1 1-2 16,0 1-2-16,-4 7-2 0,1 1 1 0,0 3-3 15,0 4-1-15,0 1-1 0,-2 0-1 0,1 6 0 16,-2 0 0-16,1 1 3 0,-1 2-1 16,-1 1 27-16,0-2-3 0,0 1-2 0,1-1 0 15,-3 0-1-15,0-2-2 0,0-4-2 0,-1 0 0 0,-2 0-2 16,1-3-6-16,-2 2 5 0,1-4-1 15,-3 0 2-15,2-4-5 0,-2 3 2 0,-2-4-6 16,2-1 2-16,-3 2 2 0,3-4 2 0,-3 0-4 16,-1-1-1-16,0-2-2 0,-2 3 1 0,-1-2 0 15,2-1 0-15,-2 3 0 0,-2-3-2 0,-3 1-2 16,2-1 0-16,-2 0-2 0,-1 4 4 0,-2-2-7 16,4 0 1-16,-1 5 0 0,4 4-3 0,-8-6 2 15,8 6-4-15,-10 0 1 0,10 0 3 0,-14 10-3 16,6-1-20-16,-2 4-27 0,-2 1-40 0,2 2-45 15,4-2-65-15,-2 0-47 0,3 3-166 0,1-5-449 0,4 1 199 16</inkml:trace>
  <inkml:trace contextRef="#ctx0" brushRef="#br0" timeOffset="130280.36">7360 15688 107 0,'3'-9'192'0,"1"0"-2"0,0-3-7 15,4-3-3-15,-2 1-5 0,0 3-11 0,5-2-5 16,0-3-5-16,-1 4-3 0,1 4-2 0,-1 0-5 16,-1 2-11-16,0-1-5 0,3 6-17 0,0-1-11 15,-2 5-6-15,2 1-9 0,-1 3-8 0,1 1-7 16,-3 4-6-16,2 1-8 0,-2 2 0 0,-1 0-8 16,0 2-12-16,-5-5-28 0,4 3-31 0,-3 2-34 15,1-2-41-15,-4-2-55 0,3-2-61 0,-2-1-198 16,-2-10-446-16,0 15 197 0</inkml:trace>
  <inkml:trace contextRef="#ctx0" brushRef="#br0" timeOffset="130688.36">7890 15491 123 0,'0'0'220'0,"-9"-5"-11"0,9 5-15 15,-13 0-6-15,13 0-7 0,-16 12-10 0,5 1-6 16,-1 3-12-16,1 6-11 0,-3-1-13 0,4 6-9 16,1-4-8-16,5-3-9 0,2-1-7 0,-2-1-11 15,4 0-1-15,2 2-6 0,3-5-8 0,1 0-8 16,4-1-2-16,3-2-7 0,-2-3-2 0,3-1-3 16,4-2-4-16,1-1-3 0,1-2-4 15,0-2 1-15,2 0-4 0,-2-3-2 0,2-1 2 16,-2-2-7-16,-3-1 2 0,1-1-9 0,-4-1 6 0,2 1-5 15,-3-3-1-15,0-2 0 0,-4 2-8 0,0-4 6 16,2-1-4-16,-4-1 0 0,-2 2 4 0,-1-3-4 16,-4 3-3-16,-2-3-2 0,0 5 3 0,1 0-1 15,-3 2-2-15,1 0-2 0,1 4 3 0,-3 1 0 16,5 5-1-16,-9-6-8 0,9 6 5 16,-16 4-2-16,4 3 2 0,-1 2-5 0,0 3 5 0,1 1-2 15,2 2 2-15,1-1-11 0,4 3-14 0,1-4-15 16,4 2-20-16,0-3-25 0,3 0-33 15,2 1-34-15,3-4-34 0,1 1-28 0,5-1-27 0,1 0-175 16,-3-2-445-16,7-1 197 0</inkml:trace>
  <inkml:trace contextRef="#ctx0" brushRef="#br0" timeOffset="130932.46">8663 15816 120 0,'0'0'239'16,"0"0"-7"-16,0 0-5 0,-9 9-9 0,8-2-18 15,-2 2-18-15,-1 3-20 0,-1-2-14 0,-2 4-17 16,0 4-22-16,2-2-47 0,-3-1-51 0,0-1-65 15,3 0-78-15,-2-2-178 0,3-3-334 0,-4 1 148 16</inkml:trace>
  <inkml:trace contextRef="#ctx0" brushRef="#br0" timeOffset="131292.1">10059 15407 78 0,'2'-11'271'16,"-1"5"-25"-16,2 1-21 0,-3 5-21 0,0 0-18 16,0 0-6-16,0 0 6 0,0 0-4 0,-14 40-6 15,4-11-11-15,-2 3-11 0,-6 12-13 0,-3 3-12 16,-2-3-9-16,1-1-15 0,5-10-7 0,2-1-15 16,-4-1-8-16,3 1-16 0,1-2-20 0,1-4-30 15,0-3-38-15,0 0-34 0,0-8-43 0,2 1-43 16,1-3-52-16,-2-1-45 0,-2-4-141 0,2-1-418 15,-5-1 186-15</inkml:trace>
  <inkml:trace contextRef="#ctx0" brushRef="#br0" timeOffset="131457.25">9680 15573 179 0,'0'0'164'0,"0"0"-12"0,0 0-17 0,0 0-4 16,26 13-30-16,-16-5-47 0,5 3-43 0,3 0-68 16,-2 2-88-16,0-3-158 0,0 2 70 0</inkml:trace>
  <inkml:trace contextRef="#ctx0" brushRef="#br0" timeOffset="131598.84">10250 15890 68 0,'4'6'175'0,"-4"-6"-5"16,5 6-26-16,-5-6-18 0,6 3-3 0,-6-3-18 16,3 6-19-16,-3-6-59 0,5 5-54 0,-5-5-59 15,0 0-67-15,0 0-164 0,0 0 74 0</inkml:trace>
  <inkml:trace contextRef="#ctx0" brushRef="#br0" timeOffset="132651.68">10907 16093 245 0,'7'-10'245'0,"3"2"-12"0,1-5-10 16,1 1-14-16,0-1-8 0,-1 0-13 15,0 0-14-15,-2-3-15 0,0 4-15 0,0-3-11 16,0 1-16-16,-1-3-8 0,1 0-8 0,-3 2-2 0,2-2-13 15,-3 0-2-15,0-1-4 0,-5-1-6 0,0 2-6 16,0 2-2-16,-1 2 2 0,-2 1-5 16,2 5-3-16,0-3-4 0,-2 6-5 0,3 4-3 15,-6-9-7-15,1 6-7 0,5 3-8 0,-8-4 6 16,8 4-5-16,0 0 0 0,-13 7-8 0,13-7-4 16,-5 9-1-16,5-9-1 0,1 11-2 0,4-2 2 0,2-1-8 15,-1 1 9-15,6-2-12 0,2 4 0 0,5-3-5 16,-4 0 1-16,4-1 2 0,-2 0-4 0,4 2 2 15,-2-1 0-15,-3 1-1 0,0 0-2 16,-5-2 3-16,2 5-3 0,0-1-1 0,-5 1 1 16,-3-1 0-16,0 0 1 0,1 3 7 0,-5-1-5 15,2-3 2-15,2 2 0 0,-5-2-3 0,4 0 3 0,0-1-3 16,1 0 4-16,-1-1 0 0,1-2 0 0,2 1-1 16,1-1 5-16,1-4-5 0,4 0-1 15,-2-1 1-15,3-2-2 0,3-1-2 0,-1-2 6 16,0-3-4-16,0 0 7 0,0-1-5 0,-1-2 0 15,0-1 10-15,-1 0-11 0,-1-1 0 0,1 1-1 0,-6-2-1 16,1-1 5-16,0 0-2 0,-1 0 0 16,-3 3 0-16,0-4-2 0,0 4 1 0,-3-1 1 15,-1 2 0-15,1 1-6 0,-3 1 1 0,1 8 3 16,-1-12-2-16,1 12-3 0,-7-7 4 0,7 7-3 16,-9 1-2-16,9-1 0 0,-16 8 4 0,9 1 0 15,-4 1-3-15,-1 3 11 0,3 1-11 0,1 1 4 16,3-4 0-16,3 3 1 0,1-2 4 0,2-1-9 0,6 0-1 15,-3 1-8-15,8 1-2 0,-1-5-3 16,13 3-1-16,-4-4 5 0,7-1-4 0,6-4-3 16,0 0-2-16,-1-4 4 0,0 1 3 0,0-2 1 15,-1-3 4-15,-1 2 0 0,-1-6 3 0,-1 1-1 16,-8 1-1-16,1 2 4 0,-4-3 4 0,0-1-1 16,-1 0 6-16,-3-1-3 0,1 0 2 0,-2-1 2 15,-1-1-1-15,-3 2 3 0,-1 1-3 0,-4 0 3 16,3 1 11-16,-4 0 5 0,-2 0 7 0,0 9-1 15,0-11 6-15,0 11-3 0,-4-8-4 0,4 8 0 16,-7-6-4-16,7 6-4 0,-13 1 1 0,13-1 0 16,-16 8-2-16,5-3-2 0,1 3-2 0,1 1-1 15,-1 0-1-15,2 0 2 0,-1 1-1 0,3 0 0 16,0 0-6-16,2 0 4 0,1-1-2 0,1-1-2 16,2 0 1-16,0-8 0 0,2 13-2 0,-1-7-4 15,0 2 0-15,3-2-2 0,1-1 3 0,-1 2-3 16,3-1 0-16,1 2 3 0,0-2 4 0,1 2-8 15,0 1 0-15,0 1 0 0,-3 1 10 0,3 4-10 16,1 0 0-16,-5 1 2 0,3 0-3 0,-4 0 1 16,-3 1 0-16,1 0 4 0,-2 2-4 0,0-2 22 15,-3 4 16-15,-1-3-17 0,0-2-4 0,-3 1-3 16,-1 1-7-16,0-1-7 0,-1-2-7 0,-3 2-27 16,0-1-21-16,-2-2-32 0,0 1-36 0,0-1-41 15,-1-1-55-15,-2-3-50 0,-1-1-176 0,6-2-484 16,-6 0 215-16</inkml:trace>
  <inkml:trace contextRef="#ctx0" brushRef="#br0" timeOffset="133139.5">12226 16009 2041 0,'-4'-6'52'0,"-1"-2"-39"0,0 0 35 0,1 4 0 16,4 4-10-16,-5-8-9 0,5 8-4 0,-4-5-10 0,4 5-1 16,0 0 6-16,0 0 11 0,0 0 7 0,0 0 12 15,-5 20 0-15,1-10-4 0,4 2-4 0,0 4-7 16,0 1 2-16,0 2-4 0,0-2-2 0,4-3-3 15,-3-2 3-15,5 0-8 0,0-1-3 0,-1-1-3 16,3 0 25-16,0-2 7 0,-1-1-8 16,4-1-2-16,-4-4-5 0,1 0-3 0,3-1-5 0,2-4 0 15,-3 0-3-15,0-4-1 0,3 4-3 0,-5-5-1 16,5 3-1-16,-3-4 1 0,1 0-1 0,-1-4-4 16,-3 2 1-16,3-2-4 0,-6 2 1 0,4-1-2 15,-2-4-4-15,-1 4-1 0,0-2 2 16,-2 5 1-16,2 0 0 0,-5 2 8 0,5 0 9 15,-4 2-5-15,-1 5-5 0,2-9 0 0,-2 9-9 16,0 0 1-16,0 0 0 0,0 0 2 0,0 0-2 0,6 21-1 16,-8-11 0-16,2 0 2 0,2 7 1 0,0 1-4 15,0 0 3-15,0-1-10 0,1-4-5 0,3 3-19 16,-3-4-33-16,2-2-37 0,1 2-34 16,-2-2-41-16,5-3-45 0,1 0-35 0,-3 0-174 15,-7-7-460-15,10 4 205 0</inkml:trace>
  <inkml:trace contextRef="#ctx0" brushRef="#br0" timeOffset="133348.74">12781 15812 13 0,'0'-13'225'16,"2"3"3"-16,-2 2-4 0,0 0-14 0,0 8-24 15,0-7-17-15,0 7-14 0,0 0 0 0,0 0 3 16,0 0 0-16,0 29-6 0,0-3-6 0,-3-2-6 15,1 4-15-15,-2 1-13 0,0 3-13 0,1-3-9 16,0 2-6-16,1-1-24 0,4-1-33 0,-6 1-52 16,2-6-46-16,2 2-38 0,2-8-63 0,2-2-42 15,-1-4-174-15,-2-1-420 0,5 1 186 0</inkml:trace>
  <inkml:trace contextRef="#ctx0" brushRef="#br0" timeOffset="133680.03">13128 16003 82 0,'-11'-8'187'0,"3"7"-2"0,8 1 2 0,-21 6-3 15,10-1-13-15,-7 3-10 0,5 5-12 0,-1 0-13 16,3 0-6-16,1 2-14 0,0 1-7 0,3-3-14 16,0 2-11-16,5-4 1 0,-3 1-17 15,5-5-1-15,0 5-8 0,0-2-5 0,5 0-6 0,-2-3-4 16,1-1-3-16,2-2-4 0,-1 0-1 0,-5-4-5 15,14 3-2-15,-14-3-3 0,15-2-4 0,-9 0-4 16,4-2 1-16,-3-2-2 0,1 0 3 0,-1-1-6 16,0-1 2-16,0 0-1 0,-3 2-4 0,-1-3 3 15,3 0-3-15,-2 4 0 0,0-2-4 0,-4 7 7 16,6-7-6-16,-6 7-4 0,4-9 3 0,-4 9 5 16,5 0-7-16,-5 0-1 0,0 0 1 0,6 13-3 15,-4-6 6-15,-2 2-4 0,0 0 1 0,2 3-7 16,-2 3-29-16,0-3-27 0,1-1-36 0,1 0-46 15,1 0-56-15,-3-3-197 0,0 2-424 0,0-5 187 16</inkml:trace>
  <inkml:trace contextRef="#ctx0" brushRef="#br0" timeOffset="133931.16">13438 15817 105 0,'0'0'256'16,"0"0"4"-16,0 0-1 0,0 0-6 0,0 0 4 15,6 34-7-15,-6-18-18 0,2 5-10 16,-2-1-10-16,-2 6-17 0,-2 1-36 0,4-7 9 0,-2 7-18 16,4 0-14-16,-4-1-20 0,2-1-13 15,-4-9-1-15,4 3-18 0,-2-2-32 0,-3-1-36 16,5 0-36-16,-2-5-40 0,2 2-47 0,-4-5-59 0,2-2-57 15,2-6-49-15,-2 10-185 0,2-10-495 0,0 0 220 16</inkml:trace>
  <inkml:trace contextRef="#ctx0" brushRef="#br0" timeOffset="134182.29">13327 16013 128 0,'0'0'186'0,"0"0"-5"0,10-5-7 0,-1 2-15 15,-1 2-8-15,5-1-13 0,0 2-12 0,5-3-7 16,3 3-9-16,0-2-8 0,-2 3-4 0,4-2-8 16,6-2-1-16,0 2-4 0,-9-2-4 0,0 3-1 15,-2 0-4-15,-7 3-8 0,2-2-3 0,-3 0 5 16,-3 2-3-16,1 1-1 0,-1 0 1 0,3 5 9 16,-6-3-4-16,2 3 0 0,-3 2-11 0,-1 4-2 15,-2 1-2-15,-2 4-6 0,0-5-7 0,-3 2-6 16,3 0-26-16,-5-1-36 0,0-2-41 0,0-2-53 15,3 2-53-15,0-4-54 0,-1-2-195 0,1 1-454 16,-2-3 202-16</inkml:trace>
  <inkml:trace contextRef="#ctx0" brushRef="#br0" timeOffset="134851.63">13840 16037 166 0,'-6'15'211'0,"6"-15"-1"0,-7 14-10 15,5-7-12-15,-2 3-8 0,4 0-17 0,-3 0-15 16,1 2-13-16,2-2-13 0,0 0-12 0,2-1-10 16,-4 1-11-16,7-1-3 0,-3 0-12 0,2-4-7 15,-2-1 2-15,7 3-11 0,-2-5-5 0,-2 2-1 16,4-4-5-16,3-1-3 0,-12 1-6 15,17-4 1-15,-8 1 6 0,-3-2 0 0,4 0-5 0,-2-1-6 16,-3 2 1-16,-1-5-5 0,3 3-1 0,-2-2-3 16,-1 3-7-16,-1-7 3 0,1 4-3 0,0-1-1 15,1 2-2-15,-3-1 0 0,3 0-3 16,-5 3-4-16,0 5-4 0,7-9-1 0,-7 9-2 16,8-1 0-16,-8 1 5 0,0 0 12 0,16 6 8 15,-13 0 4-15,1-1 5 0,2 6 6 0,-3-3 0 0,1 4-5 16,0-4-1-16,-1 8 3 0,2-6-8 0,-3 2-2 15,2-4-3-15,-3-1 0 0,1 1-4 0,0-2 1 16,-2-6-1-16,2 9 0 0,-2-9 0 0,5 5 8 16,-5-5-3-16,0 0 3 0,0 0-5 15,0 0-4-15,14-10-4 0,-10 6 3 0,4-4-9 16,1-1-12-16,-1 2 16 0,2-1-1 0,-1 0 3 0,3-5-11 16,-1 6 7-16,2-5 0 0,-3 5-2 0,2-1 5 15,-2 1-5-15,-1 2 1 0,-2 0 2 16,4 3-10-16,-4 0 12 0,-7 2 2 0,0 0 5 15,17 9-3-15,-12-4-6 0,-1 0-8 0,1 2 17 16,-4 6-9-16,-1-2 1 0,-1 1-9 0,1 0-33 16,-5-1-34-16,3 1-47 0,4-2-53 0,-4 0-41 0,4 3-26 15,4-3-57-15,0-1-220 0,5-1-546 16,11 0 242-16</inkml:trace>
  <inkml:trace contextRef="#ctx0" brushRef="#br0" timeOffset="135370.46">14757 16257 106 0,'16'-8'250'0,"3"2"-12"15,0-3-18-15,6-3-19 0,0 1-16 0,-6 3-6 16,7-6-16-16,-6 5-13 0,3-4-11 0,2 0-10 15,-9 2-7-15,0 1-3 0,-2-2-1 0,-3-4-8 16,-1 3-4-16,-1-2-9 0,-1 1 2 0,-2-2-7 16,-1 0-7-16,-2 6-2 0,1-2-2 0,-3 2 5 15,-1 3-12-15,0 7-9 0,1-11-6 0,-1 11-1 16,-2-8-9-16,2 8-7 0,0 0-3 0,0 0 0 16,-23 19-5-16,15-3 6 0,-3-2-6 0,0 9 0 15,1-5 8-15,3 0-8 0,3 0-7 0,-1-2-1 16,1 0-4-16,4 0-4 0,0-4 2 0,4 0 2 15,3-3-5-15,-3 0 4 0,6 0 10 0,1-2-10 16,-1-4 1-16,2 1-24 0,3-4 19 0,-1-3 0 16,0-1-11-16,2 1 4 0,4-2 14 0,-2-2-12 15,-2 0-2-15,-5 1 6 0,0-1 4 0,-2-1-2 16,0 0 2-16,-2-3-12 0,0 1 20 0,-2-1-20 16,0 1 1-16,1 0 0 0,-2 0 1 15,-4-1-2-15,7 0-4 0,-7 11 0 0,4-12 0 16,-4 12-2-16,2-8-4 0,-2 8-8 0,0 0 2 0,0 0 6 15,0 0-6-15,0 0 0 0,0 0 1 0,-4 33-5 16,-1-17 4-16,-2 2 11 0,2 0 7 0,-2 0-6 16,3 0 5-16,-2 6-6 0,2-7-3 0,2 2-7 15,-1-3-17-15,1 0-43 0,0-4-46 0,-2 5-54 16,1-5-55-16,3-3-58 0,-3 1-286 16,-3 0-613-16,6-10 271 0</inkml:trace>
  <inkml:trace contextRef="#ctx0" brushRef="#br0" timeOffset="135556.84">14963 15899 2629 0,'-5'-16'26'15,"0"4"-7"-15,2 2-10 0,0 2-6 0,0 2-15 0,3 6-20 16,-1-9-10-16,1 9-24 0,0 0-20 15,0 0-36-15,0 0-56 0,0 0-180 0,0 0-389 16,0 0 172-16</inkml:trace>
  <inkml:trace contextRef="#ctx0" brushRef="#br0" timeOffset="136650.57">15759 16000 2261 0,'11'-1'105'16,"-11"1"-54"-16,0 0-25 0,10-2-6 0,-10 2-14 15,10 0-3-15,-10 0 5 0,12 3-11 0,-6-1 9 16,3-1-4-16,-1 0 2 0,-1 0-2 0,4 3 1 16,1-4 0-16,-1 2 0 0,-5-1 1 0,3 2-3 15,2-3 5-15,1 0-3 0,-2 0 4 0,0 0 0 16,-10 0 6-16,11 0 5 0,-11 0-3 0,10 3 6 15,-10-3-6-15,8 0-2 0,-8 0-3 0,0 0-2 16,7 4 6-16,-5 3 8 0,-2-7 4 0,-2 15 2 16,-3 0 3-16,0 2-3 0,-1 0-5 0,-3 2 2 15,-3 4-3-15,-1 2 2 0,-2-4-5 0,-2 3 31 16,1-2-9-16,2-6 4 0,2-1-11 0,-2 0-2 16,0 1-4-16,3-3-1 0,3-4-3 0,0 1-5 15,1-2-2-15,2 1-2 0,2-3 0 0,-1-2-1 16,4-4-2-16,-5 6 2 0,5-6 1 0,-5 4-4 15,5-4 2-15,0 0 0 0,0 0 0 0,22 1 0 16,-7-3 1-16,3-1-11 0,2 0 10 0,2 0 1 16,6 0-2-16,0-2 3 0,3 0-5 0,2 1 2 15,-6 2 0-15,5-1-2 0,-3 0 2 0,0-1 1 16,-1-3-5-16,-7 4 1 0,1-3-4 0,6-2 1 16,-7 3-1-16,5-4-2 0,-7 1 0 0,-2-2 11 15,1 3-8-15,-1-4 0 0,-6 3-8 0,1-4 7 16,-2-1 4-16,1 0 3 0,-4-3-5 0,-1 3 5 15,-2 1-4-15,-1-2 3 0,-3-1-3 0,-2 3 1 16,0 0 0-16,-1 3-1 0,-2 1-1 16,-1-1-1-16,-3 2 0 0,-1 4 3 0,-1 0-2 15,-3 3-1-15,14 0 0 0,-23 7-1 0,8 3 4 0,1 5 3 16,1-1 4-16,3 3-4 0,0-2-1 0,1 2-3 16,4 1 8-16,2 0-1 0,3 0 1 0,3 1-7 15,1-2 5-15,3-4-6 0,2 4 4 0,-1-4-7 16,6 2 5-16,0-3-3 0,2-4 3 15,0 2-2-15,3-2-9 0,-2-4 8 0,4-2 3 16,0 1-3-16,6-3 2 0,-6 0-4 0,-3-3 0 0,-1 1-1 16,1-2 1-16,-3-2 3 0,-1 2-1 0,-2 0 1 15,-2-2-3-15,0 0-4 0,-2-3 4 0,-1 1 0 16,1-1-2-16,-2 0-2 0,3-2 1 0,-2 2-3 16,4-4 3-16,-2 0-12 0,-1 4 15 0,2-1-6 15,0 4-1-15,1-2 0 0,-1 2-1 16,0 2 1-16,-1-3 1 0,2 7-4 0,0 0 2 0,-1 3 0 15,-4 0 1-15,4 3-1 0,-3 0 0 0,-1 4 12 16,-2 1 0-16,0 0-2 0,-3 0-1 16,3 2-20-16,-3-1 22 0,-1 1-2 0,2 0 3 0,-1-2-4 15,-1-1 0-15,1 0-1 0,-2 0 2 0,2-3-6 16,0 0 5-16,2 0 0 0,-3-7 5 16,4 9 0-16,-4-9-15 0,6 6-11 0,-6-6 15 15,10 1 0-15,-5 2-1 0,-5-3-4 0,15-3-2 0,-4-1 3 16,-2 1 1-16,1-3-1 0,3 1-1 0,-3-1 14 15,-1 0-16-15,1-1 4 0,-2-3-1 0,2 2-5 16,-3 1 5-16,2-2 4 0,-4 4-4 0,0 0 4 16,-5 5-2-16,6-5-2 0,-6 5 5 0,0 0 4 15,0 0 8-15,0 0 7 0,9 10-4 16,-9-10 6-16,4 11 6 0,-3-5-11 0,1 1 3 0,0-1-3 16,-2-6 2-16,3 13 6 0,-1-9-7 15,2 1 2-15,0 0 5 0,2-3 5 0,3-1 0 16,4-2-5-16,5-1 8 0,0-2-3 0,1-2 0 15,0-1-4-15,-1 0 8 0,-1-4-4 0,-3 1 20 16,-1-3-15-16,-2 0 11 0,-2 4 6 0,-1-4-2 16,-2 1-2-16,-1 1 1 0,-1 0-3 0,-1-2-3 0,-2 1-11 15,0 2 1-15,-1 10-5 0,-5-22-7 16,0 15 2-16,0-1-8 0,-5 4-21 0,-1 0-18 16,-1 0-34-16,-1 1-56 0,-3 1-58 0,-3 2-66 15,1 2-67-15,4-1-78 0,-3 2-239 0,17-3-672 16,-22 3 297-16</inkml:trace>
  <inkml:trace contextRef="#ctx0" brushRef="#br0" timeOffset="136806.81">17194 16240 216 0,'7'1'279'0,"-7"-1"-15"0,10 3-7 0,-10-3-3 16,7 3-4-16,-7-3-8 0,0 0-21 0,6 1-16 15,-6-1-32-15,0 0-9 0,0 0-15 0,0 0-39 16,0 0-43-16,0 0-72 0,0 0-73 0,0 0-72 15,0 0-83-15,0 0-165 0,0 0-431 0,0 0 191 16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8T10:54:24.0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13661 7467 109 0,'0'0'104'0,"0"0"-8"0,0 0-5 0,0 0-8 0,0 0-12 16,0 0 8-16,0 0-8 0,0 0 10 0,0 0 4 16,0 0 2-16,9 11-12 0,-9-11 5 15,0 9-10-15,0-9-6 0,2 8-7 0,-2-8-9 0,2 9-6 16,-2-9-4-16,1 6-3 0,-1-6 2 0,0 0-6 16,2 8-1-16,-2-8 8 0,0 0-1 0,6 4-1 15,-6-4 3-15,0 0-8 0,18-6-14 16,-2-3-8-16,11-3-34 0,18-10-23 0,11-4-33 0,25-16-61 15,6-3-105-15,2-4-265 0,4-7 118 0</inkml:trace>
  <inkml:trace contextRef="#ctx0" brushRef="#br0" timeOffset="14651.16">18975 9374 6 0,'0'0'39'0,"0"0"-8"0,0 0-15 0,0 0-4 0,0 0-5 16,0 0-9-16,0 0-2 0,0 0-14 0,0 0-19 16,0 0 9-16</inkml:trace>
  <inkml:trace contextRef="#ctx0" brushRef="#br0" timeOffset="16280.3">17372 10605 17 0,'0'0'41'0,"0"0"-4"15,0 0 1-15,0 0-10 0,0 0 0 0,0 0-3 16,0 0-11-16,0 0 2 0,0 0 1 0,0 0-1 16,0 0 0-16,0 0-3 0,0 0-1 0,0 0-1 15,0 0-4-15,0 0 1 0,0 0 1 0,0 0-2 16,0 0-4-16,0 0 5 0,0 0-3 0,0 0-4 16,0 0 2-16,0 0-3 0,0 0 8 0,0 0-8 15,0 0 1-15,0 0 0 0,0 0 0 0,0 0 2 16,0 0-2-16,0 0-1 0,0 0-1 0,0 0-1 15,0 0 2-15,0 0-4 0,0 0-2 0,0 0-1 16,0 0-10-16,0 0-7 0,0 0-1 0,0 0-3 16,0 0-20-16,0 0-50 0,0 0 23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5T10:14:07.9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7742 3195 28 0,'0'0'82'0,"0"0"-1"0,0 0-2 0,0 0-6 16,0 0-2-16,0 0-1 0,0 0-2 0,0 0-15 0,0 0 7 16,0 0-3-16,0 0-3 0,0 0-3 15,0 0-3-15,0 0 3 0,0 0-9 0,0 0 14 16,0 0-11-16,0 0-1 0,0 0-3 0,0 0 0 15,0 0 2-15,0 0-16 0,0 0 0 0,0 0-1 16,0 0-9-16,0 0 8 0,0 0-6 0,0 0-1 16,0 0-2-16,0 0-5 0,0 0 4 0,0 0-7 15,0 0 0-15,0 0-8 0,0 0-2 0,0 0-22 16,0 0-22-16,0 0 8 0,0 0-21 0,0 0-2 16,0 0-12-16,0 0-22 0,0 0-82 0,-14 25-190 15,7-16 84-15</inkml:trace>
  <inkml:trace contextRef="#ctx0" brushRef="#br0" timeOffset="669.57">7826 3956 14 0,'4'-12'163'0,"-2"1"5"0,2 1 2 0,-1 2 3 16,-1 0-5-16,0 1-4 0,-2 7-9 0,2-12-3 15,-2 12-15-15,1-7-9 0,-1 7-13 0,0 0-9 16,0-9-11-16,0 9-8 0,0 0-6 0,0 0-4 15,0 0 0-15,-7 23-3 0,0-7 5 0,-2 9-4 16,-3 0-2-16,-4 2-3 0,2 2-5 0,-2 4-6 16,-2-4 0-16,-1 2-5 0,-2 0-3 0,2-1-6 15,-4-1 4-15,3 1-11 0,2-4-4 0,-2 0-3 16,8-1-6-16,-5-2-2 0,3-2-1 0,-4-1 0 16,8-6-3-16,-3 1-2 0,4-4-7 0,3-1-10 15,-2 0-17-15,-1-1-18 0,4-1-25 0,0 0-20 16,0 0-20-16,5-8-28 0,-10 10-17 0,10-10-21 15,-7 8-31-15,7-8-186 0,-10 2-415 0,10-2 184 16</inkml:trace>
  <inkml:trace contextRef="#ctx0" brushRef="#br0" timeOffset="840.39">7414 4051 2094 0,'7'-5'51'0,"1"0"-37"0,-8 5-14 15,12-4 3-15,-12 4 0 0,11 0-2 0,-11 0-3 16,19 4 3-16,-9 0 3 0,2 2 3 0,0-1-8 16,2 5-12-16,0-2-29 0,4 3-31 0,0-1-35 15,-1 1-39-15,4 4-152 0,-5-2-324 0,-3-1 144 16</inkml:trace>
  <inkml:trace contextRef="#ctx0" brushRef="#br0" timeOffset="1005.87">7821 4398 136 0,'0'0'204'0,"2"4"-4"0,-2-4-10 0,0 0-12 0,0 0-21 15,3 8-15-15,-3-8-16 0,4 5-12 0,-4-5-4 16,5 6-23-16,-5-6-40 0,0 0-54 0,10 7-45 16,-10-7-49-16,10 3-155 0,-10-3-276 15,9 3 122-15</inkml:trace>
  <inkml:trace contextRef="#ctx0" brushRef="#br0" timeOffset="1436.66">8652 3860 6 0,'2'-7'244'0,"2"4"-19"16,-1-5-23-16,-3 8-15 0,3-9-26 0,-3 9-17 0,0 0-12 16,0 0-1-16,0 0 2 0,8 29 2 0,-7-9 5 15,0 5-6-15,-1 5-8 0,-1 2 1 16,0-2-21-16,0 4-11 0,-2-1-9 0,2 1-4 0,0 0-8 16,-2-1-2-16,3-2-12 0,0-2-7 15,-1 0-8-15,0-2 0 0,2-3-10 0,0-4-11 16,0-2-16-16,-1 0-22 0,0-2-25 0,2-2-34 15,-1-3-22-15,-1-1-39 0,1 1-22 0,-1-11-23 0,0 16-16 16,0-16-16-16,-1 9-109 0,1-9-345 0,0 0 152 16</inkml:trace>
  <inkml:trace contextRef="#ctx0" brushRef="#br0" timeOffset="1766.7">8715 3817 97 0,'20'0'153'0,"-2"0"-4"0,1 2-14 0,-3 2 0 15,1 2-8-15,-3 3-11 0,0 3-13 0,-1 2-7 16,-3 0-8-16,-4 0-7 0,0 2-7 0,-4 3-5 16,-2 0-11-16,-1 1-2 0,-3-1 0 0,-5 7-8 0,-2-3-5 15,0-5-8-15,1-2 0 0,-4-1 3 16,-5 3-9-16,6-5 1 0,-2-3-6 0,-2-1-5 15,6-2 1-15,-1-2-2 0,3 0 3 0,1-2-8 16,1 0 11-16,2 0-4 0,5-3 2 0,-8 4-7 16,8-4 1-16,-6 3-3 0,6-3-5 0,-6 4 0 15,6-4-3-15,0 0-1 0,0 0 1 0,12 15 0 16,-2-7 1-16,4 2-3 0,2 1-21 0,-1 0-21 16,3-2-19-16,-1 3-26 0,2-5-26 0,-1 3-14 15,1 0-15-15,-4 0-9 0,2-1-86 0,-7-2-253 16,4 3 112-16</inkml:trace>
  <inkml:trace contextRef="#ctx0" brushRef="#br0" timeOffset="2385.07">8985 4388 47 0,'12'0'150'0,"-12"0"5"0,0 0-4 16,17-6 2-16,-10 2-7 0,1 0-2 0,-1-1-6 16,5-3-10-16,2-2-6 0,0 1-4 0,0-1 0 15,0-1-8-15,-1 0 1 0,3 2-8 0,-3-3-4 16,1 3-6-16,0-3-5 0,-3 0-6 0,1-1-3 15,-1 1-6-15,-1 0-6 0,-3 0-1 0,1-3 0 16,-3 1-11-16,0 3 0 0,-3 0-7 0,0 2 6 16,-2-1 8-16,2 4-12 0,-2 6-2 0,1-12-3 15,-1 12-7-15,-4-8-3 0,4 8-10 0,-7-6 3 16,7 6-9-16,0 0-1 0,-21 12 1 16,13-4-4-16,-4 7-2 0,1-2 2 0,0 3-4 0,2-1-3 15,1 1-3-15,2 1-2 0,0-2-9 0,4-1-4 16,2 3-6-16,1-5-2 0,3-2-1 0,2 6 1 15,6-4 3-15,-1-5 0 0,6 1 4 0,1-2-2 16,4-2 3-16,6 1-1 0,1-1 5 0,6-5-1 16,-5-3 7-16,1 2-4 0,1-4-4 0,-3 0 0 15,1-1-4-15,-1 0 6 0,-2-1 0 0,-6 1-2 16,4-3 0-16,-5 3-4 0,0-4 2 0,-1 0 2 16,-1 0-1-16,-3-2 0 0,0-2-3 0,-2 2 1 15,-4-2 3-15,1 1 2 0,-2 1 4 0,-6 2 1 16,1 2-5-16,-3 1 3 0,1 1 2 0,-1 7 4 15,-4-11-4-15,4 11 2 0,-9-6 1 0,9 6-4 16,-15 0 3-16,5 3 2 0,1 3-2 0,-2 2 1 16,-4 2 1-16,2 2 0 0,0 0-3 0,-1-2 3 15,6 2-1-15,2-3-4 0,-1 1 0 0,2-1 1 16,0 1 1-16,1-1 3 0,4 3-1 0,-1-5-4 16,1-7-1-16,2 15-2 0,2-6 0 0,2-1 1 15,-2 2-4-15,2-3 3 0,-3 4 2 0,1-1-1 16,0 1 3-16,0 1-2 0,1 1 0 15,0 2 1-15,0 2 0 0,-2 1-1 0,-2-2 3 0,3 4 0 16,-3 0-2-16,1-1 4 0,-2 2 2 0,-3 4-2 16,0 0 0-16,1-7 1 0,-5 1 4 15,2-1 0-15,-9 5-1 0,3 0 0 0,-5-2-3 0,0 0 4 16,-2-1-3-16,-1-1-6 0,-3-1-27 0,0-3-25 16,-1 1-44-16,1 0-42 0,5-7-49 0,0 3-56 15,-3-4-123-15,-1-1-398 0,4-3 176 0</inkml:trace>
  <inkml:trace contextRef="#ctx0" brushRef="#br0" timeOffset="2962.25">9857 4125 152 0,'6'-10'169'0,"3"4"-3"0,-3-2-7 16,-2 2-9-16,1 0-5 0,1 2-9 0,-3 1-15 15,-3 3-7-15,7-7-10 0,-7 7-11 0,3-5-9 0,-3 5-3 16,0 0-13-16,0 0-11 0,0 0-4 0,0 0-6 15,0 0-3-15,0 0-5 0,0 0-4 0,0 0-5 16,10 15 3-16,-9-9-5 0,0 1-4 16,0 1 1-16,1 3-4 0,0 1-1 0,-2 0-1 15,3-1 1-15,-2 1-8 0,2-1 6 0,2 1-5 0,-2-1 1 16,3 0-2-16,0 0 1 0,2-1 0 0,-2-1 0 16,2-1-2-16,2 0 9 0,-2-2-11 0,3-1 5 15,-1 1-3-15,2-3 0 0,2-1-1 16,-1-2-1-16,5-3 0 0,-3 0 0 0,-1-2 1 15,4 0 1-15,-3-3-6 0,-2-2 5 0,2 1-1 16,-4-4-4-16,-4 3 3 0,5-3 0 0,-6-2 4 0,-1-1-2 16,-1-1-2-16,-1 0 1 0,-3-1 1 15,0 1-1-15,1 0 5 0,-2 2-1 0,-1 2-1 0,1 2 3 16,0 3 1-16,1 8 6 0,-1-13-1 0,1 13 1 16,-2-8-7-16,2 8 1 0,0 0-4 0,0 0 8 15,0 0-1-15,0 0 3 0,-5 34 0 0,3-13 1 16,-1 4-5-16,3-1 1 0,0 4-3 0,-1-2 0 15,1-8-4-15,2 2 3 0,3 5 1 0,1-8-1 16,0 1-8-16,1-2-15 0,3 1-25 16,1-3-30-16,-1-2-46 0,2 0-40 0,-2-5-32 0,1-1-45 15,0 0-147-15,-1-4-402 0,4-2 178 16</inkml:trace>
  <inkml:trace contextRef="#ctx0" brushRef="#br0" timeOffset="3166.76">10494 3920 63 0,'0'-10'198'0,"2"3"-11"0,-1 0-16 0,-1 7-13 15,3-11-19-15,-3 11 0 0,0 0-3 0,0 0 1 16,0 25 7-16,1 1-8 0,-2 3-11 0,1 3-9 16,-3 3-3-16,4 11-17 0,-1-12-7 15,2 1-7-15,-2-1-10 0,1-1-12 0,4-3-21 16,-1 0-28-16,0-2-43 0,1-3-44 0,-2-6-43 15,5-1-44-15,0-3-175 0,-3-2-364 0,3-3 162 0</inkml:trace>
  <inkml:trace contextRef="#ctx0" brushRef="#br0" timeOffset="3530.37">10859 4106 76 0,'-9'-4'211'0,"1"4"-5"0,8 0-9 16,-27 12-7-16,12-1-14 0,-4 7-5 0,1 2-20 16,1 0-13-16,7-3-14 0,-4 6-8 0,5-5-14 15,0 0-12-15,3-2-6 0,2 0-7 0,3-5-3 16,3 3-11-16,1-2-7 0,2-2-3 0,0-2-13 16,3-1-6-16,-1-1-11 0,0-2-8 0,7-3-9 15,-4 1-5-15,-10-2 2 0,22-2-8 0,-11-3-1 16,1 1 0-16,-3-2 4 0,0-2 2 0,-2-1-3 15,1-2 4-15,-2 0-3 0,-1 0 0 0,-1-1-5 16,-1 0 6-16,2 0 2 0,0 2 0 0,-3 1 8 16,1 2 8-16,-2 1-3 0,-1 6 0 0,5-10 0 15,-5 10-2-15,0 0 7 0,0 0 9 0,0 0-1 16,0 0 0-16,13 25-4 0,-13-12-1 0,4 2-3 16,-1 0 2-16,0 2-5 0,1-2 1 0,0 3-7 15,-4-2-23-15,5-1-34 0,-3-3-50 0,0 1-43 16,2-3-59-16,4 0-178 0,-8-10-408 0,9 16 181 15</inkml:trace>
  <inkml:trace contextRef="#ctx0" brushRef="#br0" timeOffset="3785.24">11220 3932 89 0,'0'-12'265'0,"0"1"-2"15,-1 0-4-15,1 5-30 0,0 6-25 0,0 0-21 16,0 0 0-16,0 0 2 0,0 0-6 0,0 29-7 16,0-1-10-16,1 2-2 0,-1 5-19 0,0 0-10 15,0-1-11-15,2 2-10 0,-2-2-13 0,0 0-8 16,0-6-7-16,0 3-9 0,0-3-3 0,0-3-12 16,1 0-14-16,0-8-17 0,-1 2-27 0,3-3-28 15,-3-3-33-15,0-2-41 0,0-1-38 0,0-10-38 16,0 14-36-16,0-14-28 0,0 0-193 0,-7 9-472 15,7-9 209-15</inkml:trace>
  <inkml:trace contextRef="#ctx0" brushRef="#br0" timeOffset="4046.54">11110 4157 147 0,'8'-1'154'0,"5"1"-5"16,1 0-12-16,4-1-3 0,4 1-5 0,6 0-5 15,1 1-7-15,0 0-5 0,-2-2-10 16,-4 1-9-16,-2 3-2 0,11-3-9 0,-13 0-4 16,1 3-8-16,-3-1-3 0,1 0-6 0,-5-1-1 0,-3 2 4 15,1-2 0-15,-2 2-5 0,-2 1 0 16,0 0-7-16,-2 1-2 0,1 0-5 0,-3 1 3 0,3 3 1 16,-2 1-2-16,-2 0-1 0,2 2-4 0,-3 2-3 15,2-2 0-15,-1-2-8 0,-2 6-1 0,0-5-9 16,2 2-25-16,-1 3-38 0,-1-7-49 0,0 2-52 15,1-2-50-15,-1-9-178 0,-1 14-399 16,1-14 176-16</inkml:trace>
  <inkml:trace contextRef="#ctx0" brushRef="#br0" timeOffset="4220.49">11487 4082 1714 0,'-3'-23'62'0,"-1"4"32"0,2 7-38 0,-3 1-21 16,3 1-13-16,1 4-6 0,1 6-13 0,-4-12-19 16,4 12-29-16,0 0-32 0,0-10-23 0,0 10 1 0,0 0-15 15,0 0-19-15,0 0-104 0,12 17-256 16,-12-17 114-16</inkml:trace>
  <inkml:trace contextRef="#ctx0" brushRef="#br0" timeOffset="4748.95">11673 4138 104 0,'1'12'180'0,"-2"-2"-8"0,1 2 5 0,-5 4-2 15,2-6-15-15,0 6-9 0,2 0-13 0,-2 0-11 16,3 1-8-16,0-6-11 0,-3 0-7 0,3 6-11 16,3-4-6-16,-3 3-7 0,2-6-8 0,-1 0-1 15,3 0-9-15,0-1-6 0,2-1-2 0,1 1-6 16,0-4-4-16,-7-5-1 0,13 8-3 0,-4-4 0 15,-9-4-6-15,17-2-4 0,-17 2-2 0,15-4-2 16,-15 4-1-16,14-7 0 0,-8 1-5 0,0-1-1 16,1-1 1-16,-2-2-8 0,0 1 0 0,1-2-2 15,-1-1-7-15,-1 0-4 0,2 1-3 0,2-5 4 16,-2 1 0-16,-1 1-2 0,2-3-5 0,-1 5-4 16,0 2 3-16,2 0-1 0,0 4 2 0,-1 1 5 15,0 3 1-15,0 2 4 0,-7 0 1 0,16 8-1 16,-6-1 9-16,-2 4 3 0,-2 1 0 0,1 2 2 15,-1 2 10-15,-1 0 3 0,-2-3 2 0,-1-1-5 16,0 1 4-16,-1-1 2 0,1-2-6 0,-1 0-1 16,-1-3-3-16,2 0-2 0,-2-7 15 15,0 0 6-15,3 13 4 0,-3-13 6 0,0 0-4 0,0 0-4 16,0 0-3-16,0 0-3 0,0 0-4 0,0 0-3 16,0 0-7-16,12-20-2 0,-7 12-1 0,0-1-4 15,2 1 2-15,0-2-5 0,5-1 3 0,1 0-8 16,-1-2 2-16,2 3-3 0,3 0 1 0,-4 2-7 15,-2 0 2-15,3 4-3 0,-3 1 4 16,1 1-7-16,-3 2-2 0,3 2 4 0,-2 1 1 0,-4 3-1 16,3 0-1-16,-5 2 2 0,1 2 3 0,0 0-1 15,-5 2 3-15,2 0-4 0,-2-2-5 0,0 2-26 16,-2 2-27-16,2-2-43 0,-3 0-58 0,1-3-40 16,2-9-74-16,-6 18-153 0,3-12-462 0,3-6 204 15</inkml:trace>
  <inkml:trace contextRef="#ctx0" brushRef="#br0" timeOffset="4948.58">12716 4166 120 0,'0'0'265'0,"6"-2"-18"0,-6 2-22 0,0 0 1 16,11 2-5-16,-11-2-7 0,16 4-12 0,-7-2-21 0,7 0-20 15,1 1-8-15,2-1-33 0,1 1-30 0,0-1-44 16,-2-1-58-16,2 2-65 0,-2-2-75 16,-4 1-70-16,-1-1-113 0,-4 0-363 0,-9-1 161 15</inkml:trace>
  <inkml:trace contextRef="#ctx0" brushRef="#br0" timeOffset="5114.51">12740 4347 143 0,'0'0'276'0,"-14"8"-25"0,14-8-5 0,-8 4-10 16,8-4-3-16,-5 5-16 0,5-5-13 0,0 0-16 16,0 0-2-16,0 0-13 0,0 0-12 0,16 9-21 15,0-9-13-15,-1 0-25 0,8-3-35 0,10-1-50 16,-1 2-67-16,3-2-78 0,2-1-91 0,-5-1-210 16,1-3-464-16,-7 2 206 0</inkml:trace>
  <inkml:trace contextRef="#ctx0" brushRef="#br0" timeOffset="81039.02">14847 3385 74 0,'0'0'90'0,"0"0"-1"15,0-8 7-15,0 8-9 0,0 0-3 0,0 0-3 16,0 0-7-16,0 0-4 0,-1-9-9 0,1 9-4 16,0 0-4-16,0 0 3 0,0 0-9 0,0 0-4 15,0 0 3-15,0 0-3 0,0 0 7 16,0 0-8-16,0 0-3 0,0 0-4 0,0 0-1 0,0 0 0 16,0 0-3-16,0 0 0 0,0 0 3 0,0 0-1 15,0 0 5-15,0 0-3 0,0 0 2 0,0 0-11 16,0 0 2-16,-1-9-5 0,1 9 4 0,0 0-5 15,1-10 4-15,-1 10-1 0,0-7-5 0,0 7 2 16,-1-10 4-16,1 10 3 0,-3-7-2 0,3 7 0 16,-1-11-3-16,1 11-4 0,-3-9 5 0,3 9 12 15,0-7-8-15,0 7 1 0,0 0-5 0,-2-11-2 16,2 11 5-16,0 0-3 0,0 0-3 0,-2-9-4 16,2 9-4-16,0 0-3 0,0 0-4 0,0 0 1 15,0 0 2-15,0 0-5 0,0 0-1 16,0 0 0-16,9 25 3 0,-5-9-1 0,5 1 1 0,-2 0 0 15,0 3-6-15,3 4 4 0,2 0-1 0,-3 0 0 16,1 1 2-16,-4-6 0 0,5 4 0 0,-5-6-2 16,1 0 1-16,0-1 0 0,-2-1-1 0,0-3 0 15,0 2 0-15,0-3-2 0,-1 2 2 0,0-6 1 16,-1 3-1-16,3-1-1 0,-3-5-3 16,-1 2 4-16,-2-6-3 0,3 9 3 0,-3-9 4 15,5 7-6-15,-5-7 13 0,4 5 10 0,-4-5 11 0,0 0 0 16,0 0-4-16,0 0 1 0,0 0-6 0,0 0-5 15,11-18 2-15,-4 8-4 0,-4-2-1 0,3-4-1 16,-1-2-1-16,-1-1-4 0,3-7-5 0,-1-1 0 16,1-1-3-16,1 1 4 0,-3 3-3 15,2-5-2-15,0 2 2 0,-2 1-3 0,1 1-3 0,1 0-2 16,-2 6 3-16,-1 2-2 0,-1 1 1 0,1 6-2 16,-2-2-2-16,0 6-8 0,1 0-15 0,-1-1-21 15,-2 7-23-15,0 0-5 0,3-6-7 16,-3 6-15-16,0 0-29 0,0 0-33 0,11 24-31 15,-11-9-131-15,-4 1-348 0,0 3 155 0</inkml:trace>
  <inkml:trace contextRef="#ctx0" brushRef="#br0" timeOffset="81663">15257 3581 15 0,'8'8'171'0,"-8"-4"-6"0,0-4-10 16,6 13-7-16,-4-5 0 0,-1 2-10 0,0-2-10 15,0 3-11-15,1-1-9 0,-4 0-7 0,1-1-6 16,2 1-9-16,-1-1-2 0,-1-2-7 0,1-7-6 16,0 13-3-16,-1-7-6 0,1-6-2 0,-1 13 1 15,1-13-2-15,-2 8 0 0,2-8 6 0,-1 7 5 16,1-7 1-16,0 0 6 0,0 0 6 0,0 0 6 15,0 0-11-15,0 0-5 0,0 0-5 0,0 0-7 16,0 0-10-16,0 0 2 0,-5-24-2 0,5 12-12 16,0 0-5-16,2-3-4 0,2-4-4 0,0 2 0 15,3-2-7-15,-1 0-1 0,4-6-4 0,-1 1-4 16,-2 6-1-16,9-6-7 0,-5 9 3 0,3 0-6 16,-1 3 2-16,-2 0-5 0,1 4-5 0,-1 2 4 15,-1 0-3-15,1 5 0 0,-1 1 1 0,0 4 1 16,2 2 0-16,1 4-1 0,1 2 3 0,-2 2 2 15,-2 2-3-15,1 0 2 0,-3 0 0 0,-1 1 3 16,-2-1 0-16,1 0-1 0,-2-3-1 0,-1-2 0 16,0 0 1-16,-1-1 1 0,-1-3 1 0,0 0 0 15,-1 0 3-15,0-7 0 0,1 10 2 0,-1-10 3 16,3 7 5-16,-3-7 4 0,0 0 4 0,0 0-11 16,0 0 2-16,0 0-1 0,0 0-3 0,0 0 0 15,0 0-4-15,-11-22 6 0,13 13-4 0,-2-1-2 16,3-3 0-16,0-3 0 0,1-1-4 0,1 1-4 15,5-2-2-15,-1 0-2 0,1 3 0 0,1 1 1 16,-1 1 3-16,-2 2-4 0,2 5 1 0,-5 2-1 16,2 0 0-16,0 2-4 0,-7 2 4 0,19 0-2 15,-12 3 1-15,3 2 0 0,1 2 4 16,-2 3-6-16,-1-2 8 0,2 3-1 0,-1 2-1 0,-1 1 3 16,0 1-1-16,0-2 2 0,-1 0 0 0,-2 3-17 15,-1-4-22-15,0 3-33 0,-3 0-15 0,-1-1-39 16,0 2-37-16,0-4-37 0,-2 3-36 0,-4 2-151 15,0-6-419-15,-1-1 185 0</inkml:trace>
  <inkml:trace contextRef="#ctx0" brushRef="#br0" timeOffset="81964.3">14869 4015 106 0,'0'0'167'0,"0"0"-7"0,0 0 2 15,15 8-2-15,0-6-3 0,6 0-5 0,15-2-10 0,1-3 0 16,18 3-7-16,-5-3-5 0,5-1-1 0,2 0-5 16,0-3-10-16,0 3-8 0,-5-1-10 0,2-3 1 15,-16 4-6-15,16 1-12 0,-17-1-5 16,-4 1-9-16,0 0-1 0,-3 1-11 0,-9 1-2 15,1-2-6-15,-3 2-10 0,1-1 1 0,-9-2-3 16,2 4-4-16,-5-2-17 0,-1 2-23 0,-7 0-25 16,12-1-25-16,-12 1-37 0,0 0-40 0,0 0-34 15,14 4-30-15,-14-4-170 0,0 0-402 0,0 0 178 16</inkml:trace>
  <inkml:trace contextRef="#ctx0" brushRef="#br0" timeOffset="82303.53">15067 4352 72 0,'0'0'240'0,"-9"1"-14"15,9-1-21-15,0 0-20 0,0 0-11 0,0 0-12 16,0 0-10-16,0 0-5 0,0 0-5 0,0 0-14 15,19 11-10-15,-19-11-11 0,17 13-13 0,-1-2-6 16,-7-1-10-16,0 2-3 0,-1-3-11 0,1 5-1 16,-3-2-10-16,-1-1-2 0,-3-1-6 15,-1 2-4-15,-1 1-1 0,-3-1-3 0,2-1-5 0,-6 0 2 16,0 2-6-16,-2-2 0 0,1-1-3 0,-1-3 1 16,-1 2-2-16,-4 1-2 0,4-3-2 0,1-2-1 15,0 0-7-15,0-1 5 0,0-1-8 16,9-3-20-16,-11 4-18 0,11-4-29 0,-11 2-33 0,11-2-40 15,0 0-45-15,0 0-41 0,0 0-178 0,0 0-429 16,0 0 190-16</inkml:trace>
  <inkml:trace contextRef="#ctx0" brushRef="#br0" timeOffset="82562.62">15370 4332 216 0,'0'0'244'15,"6"-5"-22"-15,-6 5-15 0,3-4-15 0,-3 4-17 16,0 0-1-16,0 0 3 0,0 0 6 16,0 0-1-16,9 16-5 0,-8-8 6 0,-1 4-9 15,1 4-8-15,-1-4-14 0,0 1-16 0,0 4-11 16,0-1-13-16,0 1-8 0,0 0-11 0,0 1-10 16,-1-1-4-16,1-2-12 0,1 2-7 0,-1-7-4 0,-1 2-4 15,0 0-6-15,2-1-12 0,-1-11-25 0,0 17-20 16,0-17-30-16,1 13-23 0,-1-13-25 15,0 9-23-15,0-9-23 0,0 0-21 0,0 12-25 16,0-12-27-16,0 0-48 0,0 0-183 0,0 0-473 16,0 0 210-16</inkml:trace>
  <inkml:trace contextRef="#ctx0" brushRef="#br0" timeOffset="82750.35">15124 4330 117 0,'-9'-5'198'0,"9"5"-17"0,0 0-11 0,0 0-11 16,0 0-4-16,0 0-6 0,0 0-5 0,0 0-8 15,43-1-5-15,-20-2-21 0,7 3-10 0,2-3-10 16,1 1-8-16,-2 0-28 0,1 2-43 0,0-1-50 16,0-2-68-16,-2 0-72 0,-6 1-98 0,2-2-301 15,-5-1 133-15</inkml:trace>
  <inkml:trace contextRef="#ctx0" brushRef="#br0" timeOffset="83168.09">16597 4009 73 0,'0'0'227'0,"-9"-7"-10"0,9 7-4 0,-12-3-8 15,6 2-7-15,-2-1-6 0,8 2-3 0,-15-3-7 16,15 3-12-16,-8-2-10 0,8 2-19 0,-6-3-18 16,6 3-10-16,0 0-11 0,0 0-11 0,0 0-4 15,0 0-11-15,0 0-1 0,30 4-4 0,-8-4-9 16,6-1-3-16,4 1-3 0,1-2-7 0,2 0-7 15,-1-2 3-15,2 3-6 0,-3-2 6 0,-1-1-12 16,-5 2-4-16,-5-1 3 0,-4 1-2 0,0 0 1 16,-8 2 0-16,4-1 3 0,-6-1-3 0,-1 4 5 15,-7-2 6-15,0 0 0 0,17-2 5 0,-17 2 11 16,0 0-11-16,0 0 2 0,0 0-8 0,12 0 5 16,-12 0-6-16,0 0-9 0,0 0 3 0,0 0-14 15,0 0-1-15,5 0-20 0,-5 0-26 0,0 0-38 16,0 0-47-16,0 0-49 0,0 0-59 0,0 0-71 15,0 0-247-15,0 0-584 0,0 0 259 0</inkml:trace>
  <inkml:trace contextRef="#ctx0" brushRef="#br0" timeOffset="84047.33">18066 3538 109 0,'0'0'139'0,"-15"4"-3"0,10-4-6 16,5 0-3-16,-12 0-5 0,12 0-13 0,-10 0-3 15,10 0-12-15,0 0-5 0,-7 1-7 0,7-1-10 16,0 0-2-16,0 0-11 0,0 0-5 0,0 0-3 16,0 0-7-16,35-4-1 0,-13 2-3 0,9-1-5 15,-1-1-7-15,1 3-15 0,-3-1-21 0,-9-1-24 16,2 2-14-16,-1 1-20 0,-7-2-22 0,0 2-15 15,-3-1-18-15,-1 1-94 0,-9 0-233 0,14 1 104 16</inkml:trace>
  <inkml:trace contextRef="#ctx0" brushRef="#br0" timeOffset="84460.38">18207 3524 47 0,'0'0'127'0,"-10"-1"-9"0,10 1 6 0,0 0-23 16,0 0-12-16,-9 1-2 0,9-1 12 0,-3 7 13 15,3-7 3-15,3 16-9 0,-6 0 2 0,3 3 7 16,-2 5-5-16,2 3-6 0,-2 1-11 0,2-4-9 16,0 5-6-16,0-2-3 0,0 1-2 0,0-1-8 15,2-8 0-15,-4 8-6 0,4-7-5 0,-4-1-2 16,1 0-7-16,1-2-3 0,3-2-4 0,-3-3-4 16,-2 0-4-16,4-2 5 0,-4 1-9 0,2-5-3 15,0-6 0-15,-1 13-2 0,1-13-2 16,-4 9 0-16,4-9-1 0,-1 8 0 0,1-8-2 0,-1 7 3 15,1-7-2-15,0 0 0 0,0 0-3 0,-7 3-2 16,7-3-1-16,0 0 1 0,-14-2-3 0,14 2-3 16,-10-4 4-16,4 2-2 0,6 2-2 15,-12-6-1-15,5 3 1 0,1-1-1 0,6 4 1 16,-7-5-2-16,7 5 0 0,-8-4-2 0,8 4 0 0,0 0-1 16,-8-2-1-16,8 2-2 0,0 0 0 0,0 0-1 15,0 0 4-15,0 0 2 0,0 0-7 0,21-6 6 16,-11 6-4-16,8-2 1 0,1 1-5 0,0 1-7 15,9-2-10-15,-6 2-20 0,5 0-17 0,-5-1-30 16,-1 0-24-16,8 0-20 0,-1-1-17 0,-8 1-11 16,-1 1 0-16,2-1-1 0,-3 1 3 0,1 0-99 15,-1-1-282-15,-7 1 125 0</inkml:trace>
  <inkml:trace contextRef="#ctx0" brushRef="#br0" timeOffset="84882.7">18538 3961 708 0,'12'-2'-55'0,"-1"-1"27"16,-3 0 21-16,-8 3 21 0,12-7 12 0,-5 2 11 15,-7 5 20-15,7-11 13 0,-7 11 15 16,6-9 18-16,-6 9-1 0,2-11-1 0,-2 11-1 15,0 0 8-15,-1-14-6 0,1 14-3 0,0 0-3 16,-7-9-3-16,7 9-4 0,0 0-4 0,-10-6-10 16,4 6-6-16,6 0-2 0,0 0-5 0,-19 7-2 0,9-2-8 15,-1 3-2-15,2 0-2 0,-5 2 4 0,5-1-7 16,0 0-6-16,0 0-5 0,2 0-2 0,2 1-2 16,1-2-4-16,0-2-5 0,1 2 4 15,1-2-7-15,2-6 2 0,0 13-1 0,0-13-1 16,5 9-2-16,-1-6 2 0,2 0 1 0,2-3-5 15,-8 0 0-15,18 2 1 0,-7-4-2 0,2-2-2 16,-3 1 3-16,7-4-5 0,-6 2 2 0,3-2 2 0,2-5-3 16,-5 1-2-16,2-1 6 0,-3-2-3 15,-2-2 1-15,2-1-1 0,-2-1 11 0,-2 0-4 16,1-6 5-16,-1-1-2 0,-1-1-2 0,-5 2-1 16,4-2-1-16,-2 2 0 0,-2 5 14 0,2-1 0 15,-5 6 8-15,2 2-2 0,1 2 5 0,0 0 2 16,0 1 1-16,0 9-5 0,0-10-6 0,0 10-4 15,0 0-7-15,0 0-7 0,0 0-3 0,0 0 4 16,0 0-5-16,-5 27-2 0,1-10 1 0,2 8 2 16,-1 0 0-16,0 2-2 0,1 1 0 0,0-3 1 15,0 1-2-15,-2 0-1 0,8-2-5 0,-4 2-9 16,-3-7-33-16,3-1-33 0,0 1-28 0,0-1-27 16,0-1-33-16,2-1-31 0,0-3-41 0,-2-1-37 15,3-2-167-15,-3 1-471 0,0-11 210 0</inkml:trace>
  <inkml:trace contextRef="#ctx0" brushRef="#br0" timeOffset="85339.31">18929 3841 222 0,'0'0'220'16,"-6"-7"-9"-16,6 7-17 0,0 0-14 0,0 0-19 16,-13 0-12-16,13 0-13 0,-10 9-10 0,1-2-8 15,1 0-7-15,0 5-7 0,-2 2-9 0,0-1-2 16,3 2-14-16,1 1-6 0,2-1-6 0,0-4-5 0,1 2-8 15,3 0 0-15,1-1-10 0,3-1-4 16,-1 0-11-16,4-1-16 0,1 0-24 0,2-1-29 16,0 0-31-16,4-1-45 0,4-3-49 0,0 0-32 15,-1 0-143-15,-3-4-367 0,3-1 163 0</inkml:trace>
  <inkml:trace contextRef="#ctx0" brushRef="#br0" timeOffset="85630.68">19242 3801 28 0,'-3'-9'282'0,"3"9"-10"0,-2-7-7 0,2 7-16 16,0 0-11-16,0 0-22 0,0 0-26 0,0 0-17 15,0 0-20-15,0 0-12 0,0 0-14 0,0 0-10 16,0 0-1-16,22 13-9 0,-15-2-2 0,2-1-20 16,2 2-3-16,1 2-7 0,-1-2-11 0,0 5-6 15,2-2-4-15,-3 2-2 0,4-3-10 16,0 0-17-16,-3-1-36 0,-3-1-23 0,0-2-34 0,-2 0-32 16,2-1-33-16,0 0-41 0,-1-1-46 0,-1-3-210 15,-6-5-465-15,6 11 206 0</inkml:trace>
  <inkml:trace contextRef="#ctx0" brushRef="#br0" timeOffset="85834.69">19494 3815 170 0,'0'0'219'0,"0"0"-10"0,-20 5-5 15,20-5-2-15,-20 18-7 0,8-6-7 0,0 1-13 16,2-1-15-16,-3 1-12 0,1 0-16 0,1 3-12 15,1 0-9-15,1-2-13 0,-1 2-11 16,3 0-8-16,-2-2-25 0,4 0-27 0,0-1-33 16,0-3-48-16,4 1-57 0,-1-1-58 0,0-2-51 0,2-8-117 15,-4 12-364-15,4-12 162 0</inkml:trace>
  <inkml:trace contextRef="#ctx0" brushRef="#br0" timeOffset="86103.04">19794 3697 52 0,'4'-8'286'0,"1"3"-15"15,-1 1-22-15,-4 4-20 0,6-7-22 0,-2 4-18 16,-4 3-13-16,0 0 1 0,0 0 14 0,5 14-1 16,-5-2-6-16,-1 1-9 0,-3 11-17 0,3-5-7 15,-2 7-22-15,1 0-6 0,1-1-7 0,-1-1-11 16,1 1-12-16,1-5-8 0,-3 5-4 0,3-7-13 15,-1 1-6-15,2-1 6 0,-1 0-16 0,2-3-7 16,-1-2-17-16,2 3-26 0,-3-5-25 0,1 0-30 16,0-2-33-16,2 1-28 0,-3 0-24 0,1-5-24 15,-1-5-32-15,1 8-13 0,-1-8-31 0,0 0-29 16,0 0-143-16,0 0-445 0,0 0 197 0</inkml:trace>
  <inkml:trace contextRef="#ctx0" brushRef="#br0" timeOffset="86386.32">19909 3633 104 0,'8'-10'189'0,"-3"-2"-4"0,3 4-5 0,-3 0-22 15,0 4-14-15,0 0-15 0,-5 4-1 0,10 1-3 16,-10-1-3-16,12 10-5 0,-3-3-4 0,-4 3-8 16,0 7 0-16,0 0 4 0,-2 0-10 0,-3 9-7 15,-2-5-7-15,0-4-9 0,-3 2 0 0,-3 5-8 16,0-6 2-16,1-2-4 0,-1 2 0 0,-1-3 2 15,0-2 0-15,3-3-5 0,1-1-3 0,1-3-4 16,-1-1-9-16,5-5 3 0,-4 10-1 0,1-5-2 16,3-5-3-16,0 0-5 0,-4 8-5 15,4-8-5-15,-2 4-2 0,2-4-3 0,0 0 0 16,9 7-3-16,-2-5-20 0,4 0-32 0,1-2-38 16,6 3-41-16,0-2-40 0,3-1-43 0,0-2-37 0,8 0-37 15,-9 1-135-15,-1-2-436 0,3 0 193 0</inkml:trace>
  <inkml:trace contextRef="#ctx0" brushRef="#br0" timeOffset="86672.54">20362 3806 30 0,'0'0'274'0,"6"-6"-18"0,-6 6-17 16,9-5-14-16,-9 5-14 0,0 0-19 0,0 0-13 0,6-4-20 16,-6 4-7-16,0 0 9 0,0 0 5 0,3 21 13 15,-4-9-1-15,-1 2-13 0,0 0-8 0,-1 4-1 16,1 0-17-16,-3 0-7 0,0 0-10 0,1 0-24 15,-3 6 17-15,5-7-9 0,-2 1-9 16,1-2-10-16,1 1-4 0,-2-1-8 0,1-6-10 16,0 3 0-16,0-3-11 0,6 2 1 0,-3-12-3 0,2 19-5 15,2-9-2-15,2-1 5 0,1-2-5 16,2-1-8-16,0 0 3 0,8-1-4 0,1 0 1 16,3-2-3-16,1-2-8 0,6-1-4 0,-2-1-20 15,-4-1-23-15,0 1-30 0,1-2-23 0,-4-1-33 16,0-1-42-16,-1 1-43 0,-5 0-41 0,1 2-44 15,-4-4-47-15,-3 5-246 0,-7 1-617 0,11-6 274 0</inkml:trace>
  <inkml:trace contextRef="#ctx0" brushRef="#br0" timeOffset="87692.4">14931 4901 73 0,'-20'1'130'16,"-2"-1"-11"-16,0 2 9 0,2-1-17 0,-3 0-3 15,5 2-6-15,-4-2 2 0,3 2-9 0,0-1 2 16,0 1 4-16,2-3-7 0,5 2 4 0,0-2-8 0,3 0-3 15,-3 1-8-15,6-1-4 0,6 0-5 16,-13 0-2-16,13 0-9 0,-10 0 0 0,10 0-4 16,0 0-7-16,-7 2-3 0,7-2-3 0,0 0-3 15,0 0-3-15,0 0 4 0,0 0 6 0,0 0-3 16,42 1 2-16,-12-2-4 0,3-2 0 0,6 3-4 16,18-4-1-16,2 2 2 0,1-1-5 0,7 5-2 15,25-9-1-15,-3 3 0 0,-23 4-2 0,30-3-2 16,-1 1-4-16,-2 0 0 0,-2 2-5 0,1 1 1 15,-1 4-1-15,-2-1-1 0,6 0 1 0,1 1-3 16,2-3 5-16,5 3 4 0,1 1 5 0,4-2 0 16,0 3 2-16,5-4-1 0,4 2 6 0,3-1-2 0,7-3-1 15,1-1 2-15,3 2 8 0,2 1-5 16,4-3 3-16,6 1 6 0,1 1-4 0,2-1 0 16,-3 0 5-16,2 4-4 0,-1-5 3 0,2 0-1 15,-2 2-8-15,-6 0-5 0,2-3 0 0,-7 2-2 16,1-3-14-16,-5 0-5 0,-1 2 18 0,1-7-13 15,-5 7 5-15,-3-2 2 0,2 1-2 0,1-1 2 16,-2 2 1-16,2-2-6 0,-5 1 9 0,-4 3-8 16,-3-3-2-16,-5 2-2 0,-8-1-3 0,-4 0 8 15,-4 1-4-15,-27 1 3 0,2-2-11 0,-1-2-1 16,-2 4 8-16,-3-1-9 0,-5-1 3 0,-17 0 3 16,-2-1-7-16,-3-1-2 0,-12 2 5 0,-2-1 1 15,-7 1 0-15,-1 0 2 0,-3 0 0 0,-1 0 6 16,-7 0-5-16,9-2-2 0,-4-2-27 0,-5 4-19 15,2-9-28-15,-2 9-36 0,-11-14-35 0,4 8-36 16,-7-3-35-16,-3 2-35 0,-2-2-35 0,-7 1-226 16,-6-2-542-16,0 3 240 0</inkml:trace>
  <inkml:trace contextRef="#ctx0" brushRef="#br0" timeOffset="93216.62">17357 5324 109 0,'-10'0'109'0,"10"0"1"0,-12 0 4 0,12 0-6 0,-9-1 6 15,9 1-4-15,-11-2-2 0,11 2 3 16,0 0-9-16,-9-2-4 0,9 2-19 0,0 0-7 0,0 0-5 15,0 0-13-15,0 0 4 0,0 0-10 0,0 0-5 16,31-7-4-16,-11 6-9 0,7-3-21 0,0 1-12 16,-4 3-25-16,5-4-29 0,3 2-16 0,-11-1-22 15,-2 3-21-15,-3 0-104 0,-3 0-239 0,-2 0 106 16</inkml:trace>
  <inkml:trace contextRef="#ctx0" brushRef="#br0" timeOffset="93587.47">17461 5276 71 0,'-7'7'121'0,"7"-7"1"15,-2 15 8-15,0-3-9 0,2 5 1 0,-1 3 0 16,0 5-13-16,2 1-3 0,-6 1-7 0,3 1 3 16,2 1-9-16,-3-1-6 0,2 0-8 0,-1-2-8 15,1 1-2-15,0-8-7 0,-1 0-8 0,0-1-7 16,2-1-1-16,0-2-6 0,-1 1-4 0,-1-5-3 15,2-2-4-15,0 0 1 0,0-2-1 0,-2 0-5 16,2-7-1-16,-3 12-2 0,1-7 1 0,2-5-8 16,-5 8 2-16,1-5-7 0,4-3-6 0,-10 2-5 15,10-2-2-15,-12 2-1 0,12-2 0 0,-14-4 3 16,8 1-3-16,-3 0 3 0,0-1-2 16,2 1 4-16,1-1-2 0,6 4 2 0,-10-6 8 15,2 5 2-15,8 1 3 0,-6-5-5 0,6 5 2 0,-7-3-3 16,7 3 1-16,0 0-6 0,0 0 9 0,0 0-8 15,0 0 3-15,14-9-5 0,-14 9 1 0,23 0 0 16,-9 0-5-16,4-1-10 0,3 1-13 0,-3 0-18 16,2-3-25-16,7 3-21 0,1 0-23 0,1-1-37 15,-2-1-136-15,-6 2-309 0,7-7 136 0</inkml:trace>
  <inkml:trace contextRef="#ctx0" brushRef="#br0" timeOffset="94014.03">17862 5667 27 0,'0'0'187'0,"0"0"-9"16,0 0-10-16,0 0-13 0,-12-14-13 0,12 14-10 15,0 0-4-15,0 0-12 0,-19 10-9 0,14-6-7 16,-3 1-8-16,0 4-3 0,0-1-10 0,1 2-8 16,-2-1-4-16,2 1-8 0,0-1-5 0,2 0-4 15,0-1-5-15,3 1-6 0,-1-1-2 0,-1-1-5 16,3-1-3-16,1-6-2 0,0 12-1 0,0-12 0 15,4 9-2-15,-4-9-3 0,4 6 3 0,-4-6-6 16,6 4-3-16,-1-3 3 0,-5-1 0 0,10-1-5 16,-10 1 1-16,12-6 0 0,-7 0-6 0,-1 0 2 15,1-2 0-15,-1-1 0 0,2-2-1 0,-2-1 1 16,0 1 3-16,0-5-4 0,1-3-1 0,-3 0-3 16,1 1 1-16,-2-8 6 0,2 9 14 0,-2 0 6 15,0-1-5-15,2 0 0 0,-2 2 10 0,2 1 8 16,-2 5 9-16,-1 2 4 0,0 8-5 0,2-11-4 15,0 5-9-15,-2 6-5 0,0-7-6 0,0 7-6 16,0 0-2-16,0 0-2 0,0 0-6 0,0 0 2 16,-4 34-4-16,3-16 3 0,-2 8 1 0,-1-7-4 15,2 6-1-15,-2 0 3 0,1-4-4 0,2-3 0 0,-2 1-8 16,1-1-17-16,2-2-24 0,-1 0-27 16,1 0-28-16,2 0-35 0,-1-5-30 0,5 1-27 15,0-2-20-15,0-1-21 0,-1 0-126 0,1-4-382 16,-1-1 170-16</inkml:trace>
  <inkml:trace contextRef="#ctx0" brushRef="#br0" timeOffset="94222.59">18107 5700 106 0,'0'0'223'0,"-1"-12"-15"0,1 12-8 15,0 0-17-15,-8-4-15 0,8 4-8 0,0 0-8 16,-16 7-11-16,7 2-13 0,0-2-9 0,-1 1-7 15,-2 5-11-15,1 1-10 0,0-1-7 0,5-2-8 16,1 1-6-16,0 2-9 0,0 2-4 0,3-3-14 0,2-1-30 16,2-2-21-16,3 1-22 0,0-1-37 15,3 0-30-15,1-3-41 0,3-1-31 0,0 0-163 16,2-3-359-16,0 1 160 0</inkml:trace>
  <inkml:trace contextRef="#ctx0" brushRef="#br0" timeOffset="94444.76">18397 5611 47 0,'0'0'218'0,"7"-7"-24"0,-7 7-20 16,3-4-19-16,-3 4-3 0,0 0 2 16,0 0-12-16,13 11-5 0,-9-5-10 0,1 2-3 0,2 1-3 15,-1 2-10-15,-2-1-10 0,2 2-9 16,0-2-9-16,1 1-8 0,2 2-11 0,0 0-17 15,-3-3-20-15,2 0-29 0,0-2-37 0,-1 0-30 0,1 1-32 16,-2-1-31-16,1-2-23 0,-2-1-28 16,-1-1-95-16,-4-4-300 0,5 7 133 0</inkml:trace>
  <inkml:trace contextRef="#ctx0" brushRef="#br0" timeOffset="94632.8">18604 5614 168 0,'0'0'203'16,"0"0"-22"-16,0 0-16 0,0 0-7 0,0 0-4 16,0 0 6-16,-19 14-4 0,9 1-8 0,0 2-14 0,-7 5-9 15,3-1-7-15,-1 1-17 0,1 0-6 0,-2 1-12 16,1-4-22-16,2-2-33 0,2-2-39 0,-1 1-43 16,2 0-41-16,2-5-43 0,2 0-45 15,-3 2-111-15,4-5-317 0,0-2 142 0</inkml:trace>
  <inkml:trace contextRef="#ctx0" brushRef="#br0" timeOffset="94916.6">18952 5545 177 0,'0'0'248'0,"8"-7"-23"0,-8 7-23 0,5-1-21 0,-5 1-13 15,0 0 0-15,0 0 5 0,6 13-6 16,-5-6 0-16,-1 5-3 0,0 5-13 0,-1 2-9 0,0 0-15 16,1 2-5-16,-3 3-15 0,3-4-8 0,-1 4-10 15,0-5-10-15,-1 0-9 0,2-2-2 0,-1 1-9 16,2-2-3-16,-1 1-4 0,2-1-8 0,-1 0-10 16,0-4-12-16,2 0-24 0,-2-1-22 15,-1-2-26-15,1 0-26 0,1 0-28 0,-2-9-30 0,0 12-23 16,0-12-30-16,0 9-9 0,0-9-2 0,0 0-22 15,0 0-116-15,0 0-363 0,0 0 160 0</inkml:trace>
  <inkml:trace contextRef="#ctx0" brushRef="#br0" timeOffset="95212.67">18999 5478 31 0,'5'-10'148'16,"1"5"-7"-16,-4-3-13 0,2 6-6 0,-4 2-8 15,11-2 10-15,-11 2 0 0,15 10-6 0,-8-1-8 16,1 1-9-16,-2 5-10 0,1 0-5 0,-3 3-4 16,-2 0-1-16,-1 2-4 0,-3-1-6 15,-2 6-2-15,0-4-4 0,-2-4-4 0,-1-1-1 0,0 1 2 16,-5-3 0-16,6-3-3 0,-1-2 0 0,0 0-2 16,0-1 0-16,2 1-6 0,0-4-3 0,1-1 0 15,0 1-10-15,4-5-3 0,-7 8-2 0,7-8-6 16,0 5 2-16,0-5-4 0,0 0-1 0,0 0-3 15,11 11 1-15,-1-8 1 0,4-3-6 0,-1 1-7 16,6-1-13-16,3 2-21 0,0-4-27 0,0 2-31 16,7-1-35-16,2-1-27 0,-3 0-22 0,-9 1-22 15,9-3-152-15,-8 1-367 0,-3 0 162 0</inkml:trace>
  <inkml:trace contextRef="#ctx0" brushRef="#br0" timeOffset="95512.49">19447 5684 15 0,'5'-3'222'0,"-5"3"-10"16,0 0-11-16,0 0-12 0,0 0-11 0,0 0-14 16,0 0-19-16,0 0-13 0,0 0-2 0,0 0-1 15,0 0 4-15,3 15 2 0,-3-4-5 0,-2-1 0 16,-1 2-7-16,2 4 1 0,-5 2 3 0,3-3-5 16,-1 0-4-16,2 1-18 0,-3-1 7 0,0 1-10 15,2-4-3-15,-2 3-6 0,2-3-7 0,2-2-6 16,0 3-11-16,1-3 11 0,-1-1-17 0,1 2 0 15,-3-2-8-15,3 0 0 0,0-9-6 0,-1 11-3 16,-1-3-4-16,2-8-2 0,-1 10 2 0,1-10-7 16,4 9-3-16,-4-9 2 0,1 7-6 0,-1-7 2 15,3 6 7-15,-3-6-12 0,0 0-18 0,11 8-12 16,-3-7-18-16,1 0-29 0,4 1-30 0,-1-4-30 16,8-3-40-16,0 4-38 0,8-4-41 0,0-4-16 15,3 0-30-15,-2 3-188 0,0-5-509 0,1-1 226 16</inkml:trace>
  <inkml:trace contextRef="#ctx0" brushRef="#br0" timeOffset="95651.15">19988 5859 80 0,'8'-2'213'16,"-8"2"-21"-16,0 0-15 0,8-1-16 0,-8 1-17 16,0 0-23-16,6-5-29 0,-6 5-46 0,0 0-42 15,7-6-46-15,-7 6-50 0,5-4-91 0,-5 4-198 16,4-4 88-16</inkml:trace>
  <inkml:trace contextRef="#ctx0" brushRef="#br0" timeOffset="98471.06">23592 4985 42 0,'0'0'167'0,"0"0"-22"0,0 0-16 0,0 0-11 0,0 0-14 16,0 0-12-16,0 0-5 0,0 0-9 16,0 0-14-16,43-2-19 0,-23 0-29 0,0 2-25 0,2-2-39 15,0 2-42-15,0-1-67 0,-4 0-170 16,1 1 76-16</inkml:trace>
  <inkml:trace contextRef="#ctx0" brushRef="#br0" timeOffset="98655.8">23617 5125 89 0,'-5'4'113'0,"5"-4"0"16,0 0-23-16,0 0-1 0,0 0-15 15,19 3-4-15,-8-1-9 0,6-2-28 0,2-2-17 16,0 1-38-16,3-3-36 0,0 2-54 0,-2-3-120 15,1-1 53-15</inkml:trace>
  <inkml:trace contextRef="#ctx0" brushRef="#br0" timeOffset="98984.35">23842 4729 160 0,'0'0'168'0,"-7"-5"-15"0,7 5-16 15,0 0-15-15,0 0-15 0,0 0-8 0,0 0-4 0,0 0-9 16,0 0-5-16,24 7-7 0,-11-4-2 0,5 3-6 16,1-3-6-16,2 5-4 0,-1 1-9 0,5 1-5 15,-6 2 0-15,-1 1-10 0,1 3 9 16,-4 0-3-16,-1 4-8 0,-4-3 0 0,-3 2 1 15,-5 0-5-15,2 7 2 0,-5 0-3 0,0 1 1 16,-7-3 5-16,-2-1-4 0,0 0-3 0,-2 0 0 16,-1-6 1-16,0 0-3 0,-3 3-2 0,-2-1-4 15,3-3-13-15,-1-4-30 0,1-1-21 0,2 2-43 16,-1-3-37-16,5-1-47 0,0 0-109 0,5-4-305 16,4-5 135-16</inkml:trace>
  <inkml:trace contextRef="#ctx0" brushRef="#br0" timeOffset="100011.85">25342 4551 9 0,'-4'-5'224'0,"-2"2"-24"0,6 3-20 0,-6-5-15 0,6 5-22 16,0 0-12-16,0 0-16 0,-2-7-7 16,2 7-12-16,0 0-8 0,23-4-11 0,-10 4-10 0,6-4-9 15,5 2-24-15,-3 0-23 0,-2 1-19 0,2 1-26 16,-1-1-20-16,-2-2-16 0,-4 3-7 15,-1-1-13-15,-2-1 5 0,-6 2 7 0,-5 0 11 16,13 0 6-16,-13 0 8 0,5-2 6 0,-5 2 2 16,0 0 9-16,0 0 11 0,0 0 8 0,0 0 14 0,-18-13 11 15,18 13 12-15,-10-3 8 0,4 2 3 0,6 1 8 16,-11 0-5-16,11 0-3 0,-14 1 1 16,10 4 4-16,-1-1 2 0,1 4 2 0,-3 3 22 15,3 9 3-15,-1 5 0 0,2 2-5 0,-1 1 8 0,2 1-5 16,0-1-4-16,0 3-4 0,2-4-7 0,0 0-3 15,-2-7-2-15,2 5-5 0,2-1-1 0,-2-5-1 16,4-1-10-16,-4-2 3 0,2 0 6 16,-2-4-13-16,-2-2-2 0,4 0-1 0,-2-3 1 0,0-7-1 15,0 12-4-15,0-12-1 0,0 8-2 0,0-8-7 16,-6 6-8-16,6-6-8 0,-14 0-3 0,5 0-7 16,9 0 0-16,-21-9 1 0,9 8 8 0,3-4 2 15,-1-1-3-15,0 1 5 0,2 0 5 0,2 2 2 16,6 3 2-16,-11-5 3 0,6 2-5 0,5 3 2 15,0 0-6-15,-6-3-5 0,6 3 11 0,0 0-1 16,0 0 0-16,0 0 4 0,0 0 3 0,0 0-1 16,25 16-6-16,-12-13-3 0,5 0 0 0,0 3-11 15,2-3-17-15,2 1-20 0,5-3-13 0,5-1-25 16,-4 2-14-16,1-2-9 0,1-2 4 0,-1 2-1 16,-2-4 0-16,-4 3 12 0,6-4 4 0,-2 1 14 15,-8 0 5-15,2-1 13 0,-2 1 15 0,-2-3 10 16,-5 4 9-16,-1-4 21 0,-2 0 11 15,2 0 22-15,-7 1 20 0,1 0 7 0,-1 1 17 0,-3-2 11 16,3 1 6-16,-4 6 8 0,0-9-10 0,0 9-3 16,0-10-1-16,0 10-2 0,-7-4 0 0,7 4-10 15,-10-3-2-15,10 3-9 0,-13 1 3 0,13-1-2 16,-19 9-4-16,5-2 0 0,3 1-1 16,-1-1-3-16,1 3-7 0,0 0-8 0,1-3-4 0,4 2 0 15,-3-2-8-15,5 2 2 0,-5-1-5 0,7-1-1 16,-1-2-2-16,3-5-2 0,0 10 0 0,0-10-3 15,0 0 2-15,3 12-3 0,4-10-1 0,1 1-7 16,3-3 0-16,1 0-8 0,1-3-2 0,-2 0 0 16,3-2-1-16,-1-1 5 0,1-1-4 0,-1-4-2 15,-4 3 3-15,5-5-4 0,-8-1 8 0,3-1-1 16,-4 0-3-16,0-2 1 0,-1-1 1 0,-2-1 2 16,-1 0 3-16,0 0-3 0,-3-7-3 0,2 1 6 15,-2 0 5-15,2 6 12 0,0 3 11 0,0 5 5 16,0 2 4-16,-2 1 1 0,0 2 2 0,2 6-10 15,0-10-7-15,0 10-5 0,0 0-8 0,-2-9-1 16,2 9 0-16,0 0 1 0,0 0-4 0,4 32 4 16,-2-16-1-16,-2 3 2 0,2 7-4 0,-1-3 1 15,0 3 0-15,2 0-3 0,-3-5 0 0,2-3 0 16,-2 8-1-16,2-8 2 0,0 0-20 16,0 1-31-16,-1-2-30 0,1-1-34 0,0-3-31 0,1-2-35 15,-1 1-40-15,0-2-151 0,-2-2-392 0,1-1 173 16</inkml:trace>
  <inkml:trace contextRef="#ctx0" brushRef="#br0" timeOffset="100239.71">26295 4807 190 0,'-6'-9'184'0,"6"9"-9"0,0 0-4 16,-15 2-2-16,15-2-10 0,-17 7-5 0,3 3-8 15,-1 0-9-15,1 2-6 0,-1 2-2 0,3-1-10 16,-1 1-12-16,-1 2-9 0,5-3-10 0,3-1-8 16,1-1-10-16,1-2-8 0,1 2-4 0,2 0-5 15,2 0-9-15,2-2-18 0,3-1-23 0,1-1-46 16,4-1-47-16,3-3-49 0,6-1-61 16,7 1-148-16,2-4-375 0,0-3 167 0</inkml:trace>
  <inkml:trace contextRef="#ctx0" brushRef="#br0" timeOffset="100389.77">26850 4821 31 0,'9'3'0'0,"-9"-3"-6"0,8 3-5 0,-8-3 2 16</inkml:trace>
  <inkml:trace contextRef="#ctx0" brushRef="#br0" timeOffset="100523.65">26800 4906 117 0,'0'0'131'0,"0"0"-5"0,0 0-15 16,0 0-8-16,14 5-14 0,-5-3-2 0,-1-1-22 15,2 0-50-15,3-2-37 0,-4 0-40 0,3 2-65 16,1-4-137-16,1 1 60 0</inkml:trace>
  <inkml:trace contextRef="#ctx0" brushRef="#br0" timeOffset="100981.02">27939 4536 117 0,'-4'-5'174'15,"4"5"-18"-15,0 0-11 0,0 0-11 0,0 0-10 0,25-7-9 16,-12 6-11-16,7-4-1 0,2 2-9 0,5-3-6 16,0 5-16-16,0-1-15 0,-3-1-31 15,-2 2-34-15,-3 0-38 0,0-2-24 0,-1 3-32 16,-5-2-21-16,-4 2-71 0,0-1-209 0,-9 1 92 0</inkml:trace>
  <inkml:trace contextRef="#ctx0" brushRef="#br0" timeOffset="101766.71">28112 4491 85 0,'0'0'101'16,"-2"9"2"-16,2-9-5 0,0 18 16 0,0-2 10 0,0 1-5 15,0 2-16-15,0 6 3 0,-2 0-1 0,1 2-8 16,-1-1-3-16,-1-7-11 0,3 0 1 16,-1 7-10-16,-2-8-1 0,1 0-6 0,0 0-6 15,0-1-6-15,-5-2-3 0,5-4-11 0,-1-1-1 16,2 1 0-16,-1-3 2 0,0-2-8 0,1 2 0 0,1-8-6 15,-7 10-2-15,4-5 2 0,3-5-4 0,-12 5-3 16,7-3 1-16,5-2-5 0,-14 0-1 16,14 0 0-16,-11-2-1 0,11 2 1 0,-14-5-5 15,10 2 3-15,4 3-9 0,-5-7 3 0,5 7-2 16,-8-7 0-16,8 7 0 0,0 0-2 0,0 0-1 0,0 0-2 16,10-12-3-16,-10 12 2 0,14-2-12 0,-2 4-5 15,-1-2-18-15,9 0-13 0,-1 1-7 16,0-1-20-16,8 2-21 0,0 0-15 0,2-2-18 15,-1-2-4-15,-1 4 7 0,-8-2 5 0,4-2-3 16,-4 2 13-16,-2 0 15 0,-2-2 12 0,-5 1 17 16,1-3 12-16,-4 2 19 0,1-2 15 0,-3 1 14 0,-5 3 12 15,11-7 15-15,-6 3 6 0,-5 4 21 0,7-7 9 16,-3 5 8-16,-4 2 7 0,4-6 0 16,-4 6 9-16,0 0-11 0,0 0-8 0,6-4-4 15,-6 4-16-15,0 0 4 0,0 0-7 0,0 0 10 16,0 0 7-16,3 14-1 0,-3-14-9 0,0 10 3 0,0-3 6 15,0-7 0-15,0 13 0 0,0-13-2 0,-2 14 1 16,2-14-5-16,0 7 2 0,0-7 1 16,-2 6 12-16,2-6 12 0,0 0 7 0,-1 8 9 15,1-8 11-15,0 0-5 0,0 0-9 0,0 0-11 0,0 0-10 16,0 0 0-16,0 0-4 0,0 0-2 0,0 0-10 16,0-27-5-16,0 27-7 0,5-17-7 0,1 6-2 15,0 1-3-15,3-5-7 0,0 5-3 16,3-3 5-16,-2 5-15 0,4-1-2 0,-1 3 2 15,0 0-7-15,1 4 1 0,-1 0-4 0,1 2 3 16,-3 2-7-16,-2 0 2 0,4 4 1 0,-4 0 1 16,1 3 0-16,1-1-2 0,-4 2 1 0,1-1 3 0,-5 0-4 15,4 1 2-15,-2-1 0 0,-3-2 1 0,1-1-1 16,-2 1 13-16,-1-7-8 0,2 7-1 16,-2-7 3-16,3 9 2 0,-3-9-1 0,0 0 2 15,0 0 1-15,0 0-1 0,0 0-5 0,0 0-7 16,0 0 3-16,0 0-12 0,0 0 2 0,0 0-3 0,0 0 4 15,3-24-4-15,1 16 4 0,2 2 1 0,0-3 1 16,2 2-3-16,-1 1 0 0,3 0-1 16,0 0 4-16,-4 2 0 0,3 2 2 0,2 0-1 15,-4 1-5-15,-7 1 0 0,18 1 1 0,-6 3 7 16,-4 0-10-16,3 3 1 0,-4 0-8 0,0 3-4 16,1 0-20-16,-3 0-17 0,2 2-36 0,-3 2-39 0,-3-4-30 15,1 2-37-15,-5 5-196 0,-1-6-434 16,2 1 192-16</inkml:trace>
  <inkml:trace contextRef="#ctx0" brushRef="#br0" timeOffset="101977.99">28148 5111 2462 0,'-16'3'172'0,"3"0"-109"0,2 0-27 15,4-2-72-15,-1 2-10 0,8-3 5 16,-5 3 22-16,5-3-2 0,0 0 15 0,0 0 7 15,24 11 9-15,-6-8 7 0,11-1 3 0,5-2-2 16,4 1 2-16,20 0-5 0,-4-1-3 0,0-1-1 0,0 2 1 16,-16-1-13-16,1 1-27 0,-4-2-32 0,-4 1-32 15,-3 0-45-15,1 0-33 0,-10-1-34 16,-6 2-131-16,0-1-363 0,-4-2 161 0</inkml:trace>
  <inkml:trace contextRef="#ctx0" brushRef="#br0" timeOffset="102235.26">28261 5314 126 0,'-2'14'189'0,"2"-14"-15"16,3 20-16-16,0-9-5 0,-1 2-2 0,3-1-13 0,-1 4 2 15,0-5-4-15,-1 2-14 0,0 2-5 16,1-3-7-16,-5 5-5 0,2-3-5 0,-2-3-7 15,-3 1 1-15,-1 4-4 0,0-4 1 0,-3 2-5 16,2 0-7-16,-4-2-4 0,-1-2-7 0,1-1-9 16,-1-2-2-16,0 1-5 0,0-1-3 0,0 0-9 15,0-4-20-15,3 2-27 0,0-2-31 0,8-3-37 0,-9 5-56 16,9-5-55-16,0 0-221 0,0 0-438 16,0 0 193-16</inkml:trace>
  <inkml:trace contextRef="#ctx0" brushRef="#br0" timeOffset="102468.43">28496 5413 5 0,'0'0'281'15,"10"-4"-31"-15,-10 4-26 0,6-2-22 0,-6 2-21 16,0 0-19-16,0 0-12 0,11 7-4 0,-7-2-7 16,-3 1-1-16,0 5 10 0,-1-2-4 0,0 3-14 15,0 4-8-15,0-4-7 0,-2 0-13 0,0 5-11 16,0 0-7-16,2-6-7 0,-2 6-5 0,2-6-10 15,-1 1-6-15,1-1-11 0,-1-2 3 0,0 1-8 16,1-10-16-16,-2 12-21 0,2-12-20 0,0 8-29 16,0-8-26-16,-1 8-26 0,1-8-28 0,0 0-30 15,0 0-39-15,-5 5-39 0,5-5-150 0,0 0-414 0,0 0 184 16</inkml:trace>
  <inkml:trace contextRef="#ctx0" brushRef="#br0" timeOffset="102644.28">28330 5372 26 0,'0'0'195'0,"0"0"-20"0,-4-8-20 0,4 8-8 15,0 0-8-15,11-3-8 0,2-1-8 0,0 2-7 16,6 0-9-16,10-1-14 0,5 0-8 0,-1-1-6 16,1-1-12-16,1 3-17 0,-2-2-24 0,-2 3-20 15,-2-5-42-15,-7 4-41 0,-4-2-38 0,2 2-134 16,-8-1-270-16,1-1 120 0</inkml:trace>
  <inkml:trace contextRef="#ctx0" brushRef="#br0" timeOffset="104709.69">29325 5156 44 0,'0'0'187'0,"0"0"2"0,0 0-6 15,0 0-8-15,-7-1-13 0,7 1-15 0,0 0-16 16,0 0-11-16,0 0-16 0,0 0-10 0,0 0-9 15,0 0-8-15,0 0-9 0,0 0-13 0,0 0-27 16,24 8-29-16,-18-7-29 0,2 1-32 0,0 0-27 16,2 0-20-16,-4 2-15 0,2 0-14 0,-3-2-78 15,1 1-234-15,-6-3 103 0</inkml:trace>
  <inkml:trace contextRef="#ctx0" brushRef="#br0" timeOffset="104862.43">29297 5263 7 0,'-6'3'108'16,"6"-3"-10"-16,0 0-10 0,0 0 1 0,0 0-10 15,10 11-12-15,-2-7-2 0,-8-4-8 0,23 4-26 16,-2-2-27-16,6-1-31 0,3 0-84 0,-9 1-121 16,11-4 53-16</inkml:trace>
  <inkml:trace contextRef="#ctx0" brushRef="#br0" timeOffset="105297.3">30051 4764 177 0,'-5'-7'232'0,"0"3"-22"0,5 4-17 16,-6-8-19-16,6 8-19 0,-4-5-22 0,4 5-9 16,0 0-20-16,0 0-4 0,0 0-15 0,0 0-8 15,0 0-8-15,6 27-3 0,2-11-4 0,1 7-5 16,1 2-6-16,0 1-5 0,-1-1-4 0,0 3-1 16,-1-4-4-16,1 2-1 0,-4-8-8 0,1 2-1 15,-1-4-5-15,1 1 2 0,0-2-4 0,-4-4 2 16,1 1-4-16,1-3-4 0,0 1-2 0,-3-3 2 15,1-1 0-15,0 0 2 0,-2-6 1 0,2 7-5 16,-2-7 6-16,0 0 19 0,2 7 12 0,-2-7 17 16,0 0-4-16,0 0-7 0,0 0-5 0,0 0-1 15,16-21-10-15,-11 10 4 0,3-5-12 0,2-2-4 16,2-4-3-16,-1-4-2 0,4 0-3 0,0-1-3 16,0-2-1-16,2 3-6 0,-1-1-8 15,0 1-4-15,0 5-3 0,-8 3-10 0,1 3-17 16,0 5-22-16,-4 1-33 0,1 1-28 0,-2 2-55 0,0 0-35 15,-4 6-15-15,9-2-154 0,-9 2-406 16,0 0 180-16</inkml:trace>
  <inkml:trace contextRef="#ctx0" brushRef="#br0" timeOffset="105826.32">30304 5118 45 0,'-1'9'132'0,"1"-9"-6"0,0 0 1 0,-1 10-11 16,1-10 10-16,0 0-19 0,0 0-4 0,0 9-6 16,0-9-5-16,0 0-3 0,0 0-11 0,1 9 2 15,-1-9 2-15,0 0 4 0,0 0 7 0,0 0 10 16,0 0 16-16,0 0 0 0,0 0-10 0,0 0-7 16,0 0-2-16,0 0-8 0,0 0-10 0,0 0-7 15,4-30-10-15,0 18-3 0,1-3-7 0,1 0-3 16,2-3-10-16,2 1 8 0,0 2-15 0,2-3-4 15,-2 1 4-15,3 0-8 0,-3 4 1 0,5 1-12 16,-5 3-1-16,5 0-3 0,-5 3-2 0,-1-1-6 16,1 6 1-16,-2 1-3 0,4 3 1 0,-1 2-3 15,0 3-3-15,1 3 2 0,-6-1 1 0,4 5-3 16,-2 1 5-16,-4 1-1 0,2-2-1 0,-3 2 3 16,1-5-4-16,-3-2 5 0,1 0-2 15,-2-1 0-15,2-2 2 0,-2 0 0 0,0-7-6 0,3 10 7 16,-3-10 1-16,0 7 5 0,0-7-1 0,0 0 4 15,0 0-5-15,0 0 4 0,0 0-1 0,0 0-1 16,0 0-2-16,0 0 1 0,0 0-3 0,0 0 0 16,0 0-8-16,4-25 4 0,1 15-7 15,1 2 2-15,3-2-5 0,-1 0 1 0,1 0-4 0,3-1-3 16,-2 3 0-16,0 1 2 0,1-1 0 16,-1 1 0-16,-4 3-2 0,1 4 2 0,0-2-4 0,-7 2 3 15,15 0-4-15,-9 2 0 0,0 2 3 16,2 2 3-16,1 0 2 0,-4 2-4 0,0 1 2 15,1 1 1-15,0 0 2 0,0 2-9 0,-4 0-17 0,2-1-21 16,1 2-19-16,-2 1-30 0,-2 3-36 0,0-7-41 16,-1 8-37-16,-3-7-135 0,0 5-382 0,-5-1 169 15</inkml:trace>
  <inkml:trace contextRef="#ctx0" brushRef="#br0" timeOffset="106059.15">29921 5499 169 0,'-5'3'217'16,"5"-3"-25"-16,0 0-14 0,12 9-8 0,0-6-4 0,8-1-7 16,15 0-8-16,2-2-13 0,17 0-6 0,4 0-13 15,2 1-12-15,3 1-12 0,-4 1-10 0,-7 0-8 16,2-3-10-16,-16 0-25 0,-1 0-27 15,-5 1-33-15,-4 0-39 0,-8 1-43 0,-1-1-44 0,-6 1-32 16,-3 2-122-16,-4-4-322 0,-1 2 143 0</inkml:trace>
  <inkml:trace contextRef="#ctx0" brushRef="#br0" timeOffset="106347.09">29844 5789 2621 0,'-13'3'81'16,"2"0"-44"-16,3-1-30 0,2 0-36 0,1 1-4 16,5-3 10-16,-7 6 4 0,7-6 6 0,3 10 4 15,-3-10 7-15,10 11 5 0,-5-2 3 0,3 2-1 16,1-3 5-16,0 6 1 0,-3-3-1 0,3 2-1 16,-1 3 3-16,-2-2-2 0,-1-2 4 0,2 4-4 15,-5-2 0-15,-3-4 1 0,2 2 6 0,-5-1 3 16,2-1 5-16,-2 0 3 0,-1-3 13 15,-4 3-5-15,-1-3-3 0,-4 3-1 0,2-4-2 0,-2 2-3 16,1-3-1-16,2 1 0 0,-1-2-16 0,-2-1-20 16,1 0-28-16,2 0-25 0,1 1-33 0,-1-3-42 15,11-1-34-15,0 0-36 0,-16-2-187 16,16 2-427-16,-5-9 190 0</inkml:trace>
  <inkml:trace contextRef="#ctx0" brushRef="#br0" timeOffset="106576.42">29962 5927 2019 0,'7'-6'179'16,"1"0"-55"-16,-3 3-63 0,0 0-25 0,-5 3-7 16,8-5-9-16,-8 5-8 0,6-4 0 0,-6 4 1 15,0 0-2-15,7-4-1 0,-7 4-1 0,0 0 9 16,0 0 19-16,9 13 11 0,-8-8 1 0,1 5-4 16,-3-2-4-16,1 2 10 0,0 3-2 0,-2-1-5 15,0-2-1-15,4-1-7 0,-4 4 0 16,1-3-5-16,0 2-3 0,-2-1-2 0,3 0 0 0,-2-1-4 15,2 0-14-15,0-3-22 0,-1 1-31 0,1-8-28 16,-2 9-33-16,2-9-31 0,0 0-26 0,-1 9-17 16,1-9-49-16,0 0-142 0,0 0-403 0,0 0 179 15</inkml:trace>
  <inkml:trace contextRef="#ctx0" brushRef="#br0" timeOffset="106737.35">29810 5791 50 0,'0'0'152'0,"0"0"-12"16,0 0-13-16,0 0-14 0,23 1-6 0,-11 0-12 15,9 1-15-15,8 2-21 0,-1-1-27 0,9 0-25 16,2 0-37-16,-1 0-26 0,3-1-90 0,-3 1-159 16,-1-3 71-16</inkml:trace>
  <inkml:trace contextRef="#ctx0" brushRef="#br0" timeOffset="106946.79">30426 5802 133 0,'0'0'196'0,"5"-1"-5"0,-5 1-7 16,0 0-10-16,6-2-7 0,-6 2-12 0,0 0-11 15,0 0-17-15,0 0-12 0,0 0-13 0,0 0-13 16,0 0-3-16,-23 19-6 0,10-10-7 0,0 5-6 16,0 1 0-16,-5 3 1 0,0 3-10 0,4-1 4 15,1-3-7-15,1 1-3 0,3-3-6 0,2-1-3 16,0 2-9-16,2-1 3 0,3-3-8 15,2-2-7-15,0 2-14 0,2 0-17 0,3-4-28 0,3 7-25 16,2-5-31-16,-1-3-29 0,5-1-39 0,-1 1-27 16,0-2-144-16,1-1-360 0,1-3 159 0</inkml:trace>
  <inkml:trace contextRef="#ctx0" brushRef="#br0" timeOffset="107172.85">30579 5923 102 0,'1'-5'226'16,"-1"5"1"-16,2-11-5 0,-2 11-13 0,2-7-16 16,-2 7-20-16,0 0-22 0,0 0-16 0,0 0-11 15,0 0-12-15,0 0-5 0,0 0-8 0,4 34-4 16,-5-17-4-16,-1 2-15 0,-1 0-5 0,0 6-7 16,0-7-4-16,3 9-4 0,-2-11-8 0,-1 2-1 15,2-6-15-15,-2 4-17 0,3 1-18 0,0-1-32 16,0-4-19-16,0-3-29 0,0-9-17 0,-2 17-35 15,2-17-22-15,2 13-32 0,-2-13-142 0,-5 9-356 16,5-9 158-16</inkml:trace>
  <inkml:trace contextRef="#ctx0" brushRef="#br0" timeOffset="107446.42">30653 5857 16 0,'9'-6'167'0,"1"2"-14"0,-3 2-2 0,0 2-9 16,-7 0-6-16,17 4-6 0,-12 1 4 0,3 1-11 16,-1 3-11-16,-3 0-4 0,0 1-5 0,-4-1-5 15,0 4-10-15,0-2 1 0,-3-1-6 0,-2 6-5 16,0-6 0-16,2 2 0 0,-3-3-6 0,0 1-4 16,-1-1-4-16,4-4 0 0,-4 1-7 0,5-1-1 15,2-5-9-15,-5 8 2 0,2-4-16 0,3-4 4 16,0 0-10-16,-4 11 1 0,4-11-5 15,0 0 2-15,9 11-18 0,-5-8-10 0,6 1-31 0,1 1-21 16,6-1-38-16,1-3-54 0,4-1-24 0,-2-1-30 16,0 2-136-16,0-2-365 0,-2-3 162 0</inkml:trace>
  <inkml:trace contextRef="#ctx0" brushRef="#br0" timeOffset="107673.49">31014 5984 143 0,'3'-11'224'0,"-3"11"-7"0,2-8 3 15,-2 8 1-15,2-5-2 0,-2 5-8 0,0 0-13 16,0 0-22-16,0 0-15 0,3-9-12 0,-3 9-22 16,0 0-13-16,0 0-2 0,-13 19-7 0,5-8-5 15,-4 5-2-15,-3 6-6 0,0 0-10 0,0 0-7 16,0 1-3-16,0-1-8 0,5-6-6 0,-1 0-5 16,2 1-7-16,4 2-6 0,-3-2 1 0,3 1-4 15,1-2-12-15,3-1-16 0,-1-3-24 0,1 1-19 16,2-3-33-16,-1 1-26 0,-1-2-31 0,1 0-26 15,1-1-46-15,-1-8-38 0,-1 11-196 0,-1-5-465 16,2-6 206-16</inkml:trace>
  <inkml:trace contextRef="#ctx0" brushRef="#br0" timeOffset="107848.11">30868 6161 214 0,'0'0'205'16,"0"0"-29"-16,0 0-10 0,11-2-18 0,-11 2-21 16,13-2-22-16,-3 2-33 0,4 0-41 0,4 0-51 15,3-1-41-15,0-1-24 0,1 0-95 0,-3 0-195 16,2 1 86-16</inkml:trace>
  <inkml:trace contextRef="#ctx0" brushRef="#br0" timeOffset="108002.87">31228 6157 124 0,'0'0'190'0,"7"2"-7"15,-7-2-10-15,0 0-4 0,0 0-9 0,10-2-3 16,-10 2-10-16,0 0-11 0,10 0-10 0,-10 0-13 16,10 0-13-16,2-1-10 0,1 1-8 0,6-2-13 15,-5-1-10-15,4-2-23 0,-6 4-25 0,6-2-25 16,-5 2-29-16,0-2-25 0,2 0-29 16,-3 1-23-16,-1-3-21 0,-1 1-13 0,-2 3-94 0,-3-3-269 15,4-2 118-15</inkml:trace>
  <inkml:trace contextRef="#ctx0" brushRef="#br0" timeOffset="108172.7">31474 6087 268 0,'-3'-12'27'0,"3"12"9"15,-4-12 30-15,4 12 1 0,-2-16 5 0,-1 7 6 16,2 5 17-16,1 4 9 0,-5-9 1 0,5 9 3 16,-4-6 0-16,4 6-3 0,0 0-7 0,-4-6-12 15,4 6-6-15,0 0-7 0,0 0-5 0,0 0 11 16,0 0 8-16,-8 14-5 0,7-4 1 0,-3 0-3 16,0 6 6-16,-1-1-8 0,0 4-4 0,1-2-2 15,-2 0-11-15,2-1-5 0,-2 0-5 0,1-4-8 16,2 1-19-16,-2 1-29 0,1 1-36 0,0-3-47 15,2-3-42-15,2 1-51 0,-3-4-179 0,3-6-389 16,0 0 173-16</inkml:trace>
  <inkml:trace contextRef="#ctx0" brushRef="#br0" timeOffset="108429.81">31741 6006 84 0,'5'-5'282'0,"-3"0"-2"16,2 0-16-16,-4 5-12 0,3-7-24 0,-3 7-19 16,0 0-17-16,0 0-23 0,0 0-9 0,0 0-6 15,0 0-4-15,4 25-12 0,-7-10-5 0,0 0-13 16,0 5-10-16,0-1-10 0,-1-2-8 0,2 2-11 16,-3-1-8-16,3 0 1 0,0 0-17 0,1-1-2 15,-2 0-5-15,2-2-8 0,1-1-18 0,0-4-18 16,0 0-21-16,1 2-30 0,0-3-31 0,-1 1-34 15,0-4-33-15,0-6-47 0,2 11-29 0,-2-11-26 16,0 0-178-16,0 0-458 0,0 0 203 0</inkml:trace>
  <inkml:trace contextRef="#ctx0" brushRef="#br0" timeOffset="108724.75">31870 5951 90 0,'5'-1'152'0,"-5"1"-8"0,5-5 1 0,-5 5-8 16,0 0-5-16,0 0 2 0,0 0-2 0,9 8-9 16,-9-8-9-16,5 11-7 0,-5-5-3 0,1 5-2 15,1-3-11-15,-2 2-3 0,0-1-9 0,-2 0 2 16,2-9-1-16,-1 17-1 0,0-12-5 0,-3 1 1 16,2 3-4-16,-1-2 0 0,0-1-7 0,1 1-5 15,-1 1-3-15,-1-1-2 0,0 1-5 0,2-3-1 16,-1 2-2-16,2 0-6 0,1-7 0 0,-5 13-4 15,4-7-2-15,1-6-2 0,-1 11-4 0,1-11-2 16,1 11-2-16,1-5-1 0,3 0-10 0,-1-1-9 16,5-2-22-16,0 2-19 0,4-2-30 15,0 0-46-15,1-3-45 0,2 0-30 0,3 0-40 0,-4 0-151 16,-1-1-410-16,-2 0 181 0</inkml:trace>
  <inkml:trace contextRef="#ctx0" brushRef="#br0" timeOffset="108966.88">32119 6129 133 0,'0'0'230'0,"0"0"-21"16,0 0-24-16,0 0-13 0,0 0-14 0,0 0-7 16,0 0-13-16,0 0-8 0,0 0-8 0,0 0 2 15,0 0 10-15,0 0 1 0,1 18-8 0,-1-18-6 16,-2 19-2-16,0-9-15 0,0 0 1 0,-1 0 0 16,2 1-3-16,-2-1-8 0,0 1-10 15,0-1-7-15,1 0-7 0,0-1-4 0,2 1-8 0,-1-3 0 16,1-7-11-16,1 14-1 0,1-9-4 0,-1 2 0 15,1-1-3-15,3-1 1 0,-1 2-10 0,3-4-10 16,3 1-15-16,3-1-26 0,5 1-27 0,3-2-28 16,0-2-39-16,-1 0-31 0,10 0-27 0,-1-7-43 15,-1 0-36-15,-7 2-178 0,2-5-464 0,2-3 205 16</inkml:trace>
  <inkml:trace contextRef="#ctx0" brushRef="#br0" timeOffset="109190.37">32555 5959 144 0,'0'0'157'15,"0"0"-3"-15,0 0 11 0,0 0 1 0,0 0 12 16,8 25-11-16,-6-9 0 0,-1 2-10 16,3 7-7-16,-3 0-13 0,1 0-1 0,0 0-20 15,-2 2-5-15,0-3-3 0,-1 0-18 0,0-5-9 0,-2 1-5 16,3-1 23-16,-5-1-5 0,3-1-13 0,-2 3-16 15,-4-4-24-15,-1 3-32 0,-5-4-43 0,1 1-55 16,-10 1-38-16,-1-4-70 0,-7 3-204 0,-1-7-433 16,0 1 191-16</inkml:trace>
  <inkml:trace contextRef="#ctx0" brushRef="#br0" timeOffset="111558.65">26432 6905 190 0,'0'0'198'0,"-5"-9"-2"0,1 5-9 16,4 4-11-16,0 0-9 0,-7-6-18 0,7 6-12 16,0 0-19-16,0 0-4 0,-6-3-22 0,6 3-15 15,0 0-5-15,0 0-1 0,-10 13 4 0,6-2-4 16,-1 6-2-16,1 1-7 0,-2 7-5 0,-2 3-3 16,2-2-4-16,1-1-6 0,-3 0-5 0,3 1 1 15,0-2-11-15,0-5 2 0,5 0-3 0,-2 0-1 16,0-2-4-16,2 0-17 0,-2-2-26 0,4-3-26 15,-2 1-24-15,0-4-33 0,0 3-25 0,2-6-29 16,0 1-29-16,-2-7-138 0,0 13-350 0,0-13 156 16</inkml:trace>
  <inkml:trace contextRef="#ctx0" brushRef="#br0" timeOffset="111860.59">26444 6885 126 0,'12'-6'140'0,"-3"5"-13"0,3 1-11 0,-1 3-8 0,-2-1-16 16,-4 3 1-16,4 3 4 0,-3 1-8 0,-1 0-3 15,-5 2-6-15,2 5 1 0,-2-3-10 16,-5 3 6-16,1 2-10 0,-3 0-6 0,-2-2-8 16,2-3-6-16,-3 2 0 0,1-1-2 0,1-4-3 0,-1-1-5 15,5-3-1-15,0 1 4 0,2-3 1 0,-3 1-3 16,5-5 9-16,-5 5-4 0,5-5 0 0,-4 5-7 15,4-5-1-15,0 0-5 0,-3 8-2 16,3-8-2-16,0 0-5 0,5 8 0 0,-5-8-3 0,9 9 3 16,-2-4-5-16,4 0-2 0,3-1-12 0,1 2-23 15,4 3-16-15,0-4-27 0,0 2-27 16,3-2-18-16,5-1-24 0,-7 1-24 0,7-1-131 16,-7-1-312-16,-2-3 138 0</inkml:trace>
  <inkml:trace contextRef="#ctx0" brushRef="#br0" timeOffset="112082.17">26791 7089 53 0,'0'0'197'0,"0"-11"-13"0,-2 2-1 0,2 9-3 15,-2-9-6-15,2 9-14 0,0 0-10 0,-2-7-19 16,2 7-15-16,0 0-10 0,0 0-10 0,0 0-8 16,0 0 5-16,-16 25 3 0,7-7-7 0,0 5-3 15,-1 3-10-15,0-1-4 0,1 1-2 0,-1 0-10 16,2-1 5-16,3-7-14 0,1 0-6 0,2 2-1 15,-6-2-6-15,8 0-3 0,-2-2-6 0,2 3-12 16,-2-6-19-16,2 0-26 0,0-2-34 0,0 2-23 16,0 0-36-16,0-4-36 0,0 0-37 0,-2-1-163 15,0 1-385-15,-1-4 172 0</inkml:trace>
  <inkml:trace contextRef="#ctx0" brushRef="#br0" timeOffset="112236.18">26726 7323 41 0,'11'-4'167'0,"1"-2"-24"0,-1 1-11 15,2 1-21-15,-1 0-24 0,3-1-44 16,1 3-42-16,-3-4-39 0,1 5-77 0,-1-4-124 16,4 1 55-16</inkml:trace>
  <inkml:trace contextRef="#ctx0" brushRef="#br0" timeOffset="112561.29">27016 7278 135 0,'0'0'171'0,"14"0"-16"0,-6 0-15 0,1-1-8 16,3 0-16-16,1-1-11 0,5 2-12 0,0-1-11 16,-4-1-4-16,5 1-24 0,-2-1-23 15,-4 1-25-15,1 2-11 0,-3-2-16 0,-1-1-16 16,-2 2-1-16,-8 0-6 0,13-1 11 0,-13 1 1 0,8-4 16 15,-8 4 0-15,1-6 8 0,-1 6 7 0,2-9 9 16,-2 9 6-16,0 0-1 0,-11-17 14 16,9 12 7-16,-1-1 11 0,-5-3 6 0,4 3 8 15,-2 0 12-15,6 6 7 0,-7-7-3 0,7 7-2 0,-4-6-11 16,4 6-9-16,0 0-6 0,0 0-10 0,0 0 2 16,0 0-3-16,-10 17 6 0,7-8-6 0,0 4-1 15,1 3-1-15,2 0 0 0,0 4-1 16,-2-3-8-16,0 1-1 0,2 0-1 0,0 1 1 0,4-2-11 15,-4 0-29-15,2-5-24 0,1 6-44 16,0-6-26-16,1-3-36 0,0 1-154 0,0-2-324 0,-1-2 144 16</inkml:trace>
  <inkml:trace contextRef="#ctx0" brushRef="#br0" timeOffset="112800.52">27416 7196 159 0,'1'-6'230'0,"-1"6"-21"0,3-8-22 16,-3 8-24-16,0 0-13 0,0 0-8 0,0 0 4 15,0 0 0-15,4 24-9 0,-4-7 0 0,0 2-2 16,0-1-16-16,-4 2-7 0,2-1-11 0,2 5-9 16,-1-2-10-16,0-6-6 0,0 1-6 0,-1 0-12 15,0 1-6-15,2-8-19 0,0 6-16 0,0-3-19 16,-2-2-25-16,2-2-33 0,0-2-48 0,0-7-25 15,2 11-21-15,-2-11-23 0,0 7-20 0,0-7-120 16,0 0-341-16,0 0 152 0</inkml:trace>
  <inkml:trace contextRef="#ctx0" brushRef="#br0" timeOffset="113077.01">27524 7111 48 0,'6'-8'144'0,"-2"2"-16"0,-1 1-7 15,3 2-3-15,-6 3-7 0,10 0 0 0,-10 0 0 16,9 10 2-16,-5-3-6 0,1 4-3 0,-3 0-12 0,0 1-1 16,0 7-1-16,-2-9-3 0,0 7-6 15,0 0-3-15,-2-6 1 0,2 4 0 0,-2-3-4 16,1-2 0-16,-3-1 0 0,4-2-1 0,-2 0-2 16,2-7-2-16,-2 9-1 0,2-9-7 0,0 10-5 0,0-10-3 15,0 0-3-15,0 7-10 0,0-7-3 0,4 8-2 16,-4-8-1-16,7 7-2 0,0-3-15 15,0-2-13-15,4-1-20 0,2 0-29 0,-2 3-31 16,8-4-32-16,-2 0-20 0,2 0-15 0,3 0-13 16,-2-5-16-16,-1 2-23 0,-2-1-107 0,-3 2-326 0,-1-2 145 15</inkml:trace>
  <inkml:trace contextRef="#ctx0" brushRef="#br0" timeOffset="113286.97">27880 7250 58 0,'0'0'164'0,"0"0"-10"0,4-8-2 0,-4 8-7 16,4-4-10-16,-4 4-13 0,0 0-7 0,0 0-14 15,0 0-2-15,0 0 5 0,0 0-1 0,0 0-1 16,-8 23 11-16,4-11-7 0,1-2-3 0,0 3 0 16,-4 5 1-16,5-5-1 0,-1 3-5 0,-1-4-7 15,3 4 0-15,-1 2-5 0,0-7-6 0,0 0-8 16,2 0-4-16,0-2-9 0,4-1-2 0,-4 0-4 16,3-1-5-16,2 0-9 0,1-1-2 0,0 0-11 15,-1 0-16-15,9 0-23 0,-3-3-23 0,7-1-39 16,-5-2-41-16,8 0-43 0,2-1-55 0,-4-2-201 15,1 0-449-15,-4-4 198 0</inkml:trace>
  <inkml:trace contextRef="#ctx0" brushRef="#br0" timeOffset="113518.75">28215 7053 157 0,'0'0'189'0,"14"6"-17"15,-8 2-4-15,2 3-3 0,0 0 3 0,2 6 4 16,1 8-8-16,-2-3-13 0,0 4-8 0,1 0-8 16,-3 1-11-16,-3-4-12 0,1 2-9 0,-5 1-9 0,0-7-5 15,-2 5-11-15,-1-6-6 0,-1 1-5 16,-5 6-6-16,0-7-4 0,-5 5-2 0,-3-2-23 16,-5-1-19-16,-3-3-23 0,2 2-25 0,-4-3-34 15,1-1-45-15,-3-3-43 0,-2-1-34 0,-4-2-171 16,-4 2-390-16,4-7 173 0</inkml:trace>
  <inkml:trace contextRef="#ctx0" brushRef="#br0" timeOffset="114025.72">26569 6876 69 0,'0'0'96'16,"0"0"0"-16,0 0-3 0,0 0-9 0,-4-6-2 15,4 6 20-15,0 0-7 0,0 0 1 0,-8-5-7 16,8 5-9-16,0 0-8 0,-15 2-5 0,15-2-5 15,-18 0-2-15,7 5 0 0,-5 2-6 0,-2 5-6 16,-2 4 11-16,-3 4 8 0,1 3-11 0,-5 2 1 16,-6 15-9-16,-1 0 5 0,2 1 0 0,1 1 0 15,0 2-5-15,4-3-10 0,8-10-1 0,4 1 1 16,-1 1-6-16,5 0-1 0,1 0-6 0,4-1 2 16,4-2-9-16,6 0-1 0,5 0-1 0,3-2-5 15,8-2-21-15,4 0-40 0,17 0-27 0,6-4-55 16,3-6-49-16,4-3-110 0,6-5-313 0,5-5 139 15</inkml:trace>
  <inkml:trace contextRef="#ctx0" brushRef="#br0" timeOffset="114294.45">28613 7254 2921 0,'12'-3'131'0,"-12"3"-46"0,9-4-48 0,-9 4-22 16,6-5 6-16,-6 5-18 0,7-5 1 0,-7 5-7 16,0 0 4-16,5-3 2 0,-5 3-4 0,0 0-3 15,9-6 2-15,-9 6-3 0,10-1-23 0,-1-1-17 16,3 4-34-16,3-1-43 0,-3 0-45 0,1 2-41 15,0-1-29-15,-5 0-150 0,-2 0-419 0,1 1 185 16</inkml:trace>
  <inkml:trace contextRef="#ctx0" brushRef="#br0" timeOffset="114453.92">28662 7368 46 0,'-4'6'223'0,"4"-6"-23"0,0 0-19 0,0 0-20 16,-5 6-13-16,5-6-9 0,0 0-15 0,0 0-12 0,0 0-5 15,21 5-14-15,-12-5-11 0,2 1-18 0,6 0-29 16,-3 1-44-16,2-1-50 0,5-4-43 16,-1 2-156-16,-1 1-279 0,2-4 124 0</inkml:trace>
  <inkml:trace contextRef="#ctx0" brushRef="#br0" timeOffset="115102.45">30097 7013 190 0,'-4'-7'218'0,"2"0"-8"0,2 7-4 15,-4-9-9-15,4 9-12 0,-3-7-17 0,3 7-17 0,0 0-21 16,0 0-14-16,0 0-11 0,0 0-11 0,0 0-13 15,0 0-7-15,0 0-3 0,6 36-4 0,-4-17-4 16,-2 7-8-16,3-2 1 0,-1 3 9 16,1-2-8-16,-2 0-1 0,3 2-13 0,-2-10 2 0,2 1-5 15,-1 1-2-15,-1-4-5 0,1-2-1 0,-2-4-4 16,2 1-1-16,-2-3-4 0,0 1 1 0,-1-8-2 16,4 9 0-16,-2-5 7 0,-2-4 7 0,1 7 7 15,-1-7 10-15,0 0 6 0,5 7 10 0,-5-7 3 16,0 0-7-16,0 0-1 0,0 0-13 0,0 0-6 15,9-16 4-15,-5 7-11 0,1-2-5 0,1-2-3 16,3-2-8-16,-1-2-19 0,5-5-19 0,0-2-20 16,2 0-16-16,-1 1-19 0,0 2-27 0,-4 4-31 15,3 3-19-15,-4 4-24 0,-2 0-35 0,3 4-33 16,-3 0-191-16,-3 3-467 0,-4 3 207 0</inkml:trace>
  <inkml:trace contextRef="#ctx0" brushRef="#br0" timeOffset="115596.52">30307 7403 42 0,'0'8'171'16,"0"-8"2"-16,-3 9 10 0,3-9-1 0,0 0-1 16,-1 8 2-16,1-8-9 0,0 0-2 0,0 0-8 15,0 0-5-15,0 0-1 0,0 0 6 0,0 0-12 16,0 0-8-16,0 0-13 0,0 0-12 0,0 0-1 15,0 0-11-15,0 0-13 0,0 0-5 0,13-28-13 16,-7 19-8-16,-1 0-6 0,3 0-5 0,2-3-4 16,0 2-5-16,3 0-14 0,-4 1-3 0,2 4-2 15,2-2-8-15,0 2 0 0,-4 4-6 0,-1-2-3 16,1 3-1-16,2 3 0 0,-1-2 0 0,2 3-6 16,-4-2 1-16,1 4 0 0,-3-4-5 0,-1 4 3 15,1-3 0-15,1 1-4 0,-3 0 8 0,1 0-9 16,-5-4 5-16,8 5-6 0,-5-2 16 0,-3-3-14 15,0 0 7-15,7 5 2 0,-7-5 3 0,0 0 4 16,0 0 6-16,5 4 4 0,-5-4 2 0,0 0-8 16,0 0 1-16,0 0-3 0,0 0-1 0,0 0-4 0,0 0-2 15,0 0 5-15,0-18-10 0,0 18-9 16,4-12-4-16,-2 6-6 0,-1-2 9 0,5 0-8 16,-1-1 5-16,4 0-4 0,0 1 3 0,-2-1-4 15,5 3 2-15,-9-1-1 0,7 0-4 0,-3 3 1 16,2 2 1-16,-3 0 3 0,-6 2 1 0,12 2-11 15,-12-2 9-15,13 6 0 0,-8-1-5 0,1 1 5 16,-2 0 3-16,1 3 1 0,-1-2 0 0,1 3-9 16,-4 1-19-16,2 0-19 0,-2-1-31 0,-1 1-32 15,0-3-33-15,0 3-50 0,0-5-38 0,0-6-223 0,0 11-500 16,0-11 221-16</inkml:trace>
  <inkml:trace contextRef="#ctx0" brushRef="#br0" timeOffset="115842.43">30979 7167 161 0,'1'-4'236'0,"-1"4"-12"16,3-9-19-16,-3 9-18 0,2-7-19 0,-2 7-15 16,0 0-1-16,0 0 10 0,0 0-4 0,-3 33-1 0,-1-14-3 15,1 5-13-15,-2 3-6 0,-1 1-6 16,2-3-12-16,-1-6-1 0,0 9 1 0,-1-1-18 0,1-1-5 15,0-2-15-15,0-6-5 0,1 1-9 16,2 0-3-16,-2-2 0 0,1 1-14 0,1-1-37 16,-1-4-33-16,2-1-35 0,-2 0-46 0,2-2-42 0,1-10-52 15,-2 17-49-15,2-7-204 0,0-10-487 0,0 0 216 16</inkml:trace>
  <inkml:trace contextRef="#ctx0" brushRef="#br0" timeOffset="116076.5">31240 7315 71 0,'7'-4'218'0,"-2"1"-18"0,1-1-11 0,-6 4-10 16,11 0-2-16,-11 0-2 0,12 6 1 0,-7 2 3 0,1 1-6 16,1 2-13-16,-2 0-2 0,0 0-15 0,-2 0-11 15,1 4-5-15,0 1-1 0,-2-3-2 16,-2-1-16-16,1-2-9 0,-2 0-9 0,-2 0-9 15,0 0-10-15,1 0-3 0,-2-1-12 0,3-2-31 16,-4 1-28-16,0-2-33 0,1 0-49 0,-1-3-51 0,5-3-60 16,-9 6-38-16,2-1-203 0,7-5-471 0,-10 1 209 15</inkml:trace>
  <inkml:trace contextRef="#ctx0" brushRef="#br0" timeOffset="116294.32">31412 7327 205 0,'4'-6'225'0,"0"3"-21"0,-4 3-17 16,8-5-17-16,-8 5-21 0,0 0-3 16,0 0 7-16,0 0 4 0,11 10 4 0,-10-2-1 0,4 2 1 15,-5 3-4-15,2 0-5 0,2 2-8 0,-4 0-1 16,0 3-13-16,1-2-15 0,-2-1-7 0,2 0-10 16,-2 2-16-16,1-5-4 0,-3 1-7 0,3-1-8 15,0-2-8-15,-1 1-20 0,1-11-29 0,-4 14-36 16,4-14-40-16,-1 11-42 0,1-11-49 0,0 0-43 15,-2 11-66-15,2-11-175 0,0 0-482 0,0 0 214 16</inkml:trace>
  <inkml:trace contextRef="#ctx0" brushRef="#br0" timeOffset="116468.81">31423 7286 2111 0,'1'-10'117'0,"-1"2"-23"0,0 8-46 0,0-12-22 16,0 12-7-16,1-9-17 0,-1 9 12 0,5-6-11 15,-5 6-1-15,6-6 3 0,-6 6-2 0,8-3-5 16,-8 3 3-16,18 0 0 0,-6 2-1 0,-1 1-13 16,3 1-35-16,-1 0-35 0,3-2-61 0,-1 1-47 15,-4 1-137-15,2-2-355 0,-3 2 157 0</inkml:trace>
  <inkml:trace contextRef="#ctx0" brushRef="#br0" timeOffset="116810.05">30548 7738 2759 0,'-34'2'160'0,"4"-1"-64"15,10 0-51-15,2-1-21 0,4 2-17 0,5-4-19 16,4 5-3-16,5-3 7 0,0 0 4 0,0 0 11 15,17 14 5-15,12-8 7 0,8 3 13 0,23-3 1 16,31 2 1-16,-25-3 12 0,33 1 13 0,0-2 2 0,-3-2-11 16,-5-1-2-16,4-1-2 0,-38 2-2 15,6-2-4-15,-5 0-1 0,1 2-4 0,-9 0-1 16,-13 0-3-16,-1 2 3 0,-5-3-8 0,-3 1-3 16,-9-1-2-16,-1-1-1 0,-5 2-3 0,-1-3-3 0,-3 1-3 15,-2 1 6-15,-7-1-5 0,9 1 0 16,-9-1-4-16,11 0 0 0,-11 0-9 0,0 0-21 0,9 0-28 15,-9 0-25-15,0 0-31 0,0 0-38 16,0 0-42-16,0 0-59 0,0 0-275 0,0 0-562 0,-45-2 248 16</inkml:trace>
  <inkml:trace contextRef="#ctx0" brushRef="#br0" timeOffset="119909.09">30500 8314 205 0,'-10'-8'237'0,"10"8"-9"0,0 0-5 0,0 0-10 16,0 0-12-16,0 0-19 0,0 0-21 0,0 0-17 15,0 0-11-15,14-11-14 0,-3 7-14 0,2 3-10 16,6-3-9-16,-1 2-10 0,2 0-15 0,2-2-16 16,-3 3-19-16,3-2-18 0,-2 0-18 0,-2 2-20 15,2-1-23-15,-3 1-38 0,-4-1-16 0,-1 1-16 16,-1 0-31-16,-3-1-17 0,-2 0-131 0,-6 2-327 15,10-1 145-15</inkml:trace>
  <inkml:trace contextRef="#ctx0" brushRef="#br0" timeOffset="120654.53">30695 8247 22 0,'0'0'122'16,"-7"9"-1"-16,4-2 2 0,-1 1 0 0,0-1 7 15,1 5-1-15,-3 1-2 0,3 3-8 0,-5 0 1 0,4 0 4 16,0 0-7-16,-1 2-7 0,1-3-15 15,0 1 0-15,1-4-8 0,-1 2-1 0,0 2-2 16,0-3-9-16,2-3-7 0,-3 2-7 0,5-4-4 16,-3 1-10-16,2-2-2 0,1-7-3 0,-3 11-5 0,2-3-3 15,1-8-2-15,-3 10-4 0,3-10-8 0,-4 7-3 16,4-7-11-16,-1 7-7 0,1-7-10 16,-5 5-4-16,5-5-3 0,-5 5-5 0,5-5 1 15,-8 1-4-15,8-1 3 0,0 0-2 0,-10 0 6 0,10 0 2 16,0 0 6-16,-9 2-4 0,9-2 1 0,0 0 0 15,0 0 7-15,0 0 4 0,0 0 2 0,0 0-5 16,0 0 4-16,0 0-1 0,-8 1 3 16,8-1 2-16,0 0-4 0,0 0 0 0,0 0 5 0,35 1-2 15,-22 1-19-15,5-2-14 0,1 0-12 0,1 1-23 16,3-2-13-16,4-1-21 0,1 2 8 0,0-2-14 16,-6 2 2-16,-1 0-8 0,0-2 2 0,1 2 3 15,-2-1 9-15,1 1 8 0,-3-3 10 0,-2 1 11 16,0 0 17-16,-5-3 22 0,1 2 14 0,-1-1 28 15,-2 1 7-15,-1 1 23 0,-1-2 13 0,0 1 7 16,-2 0 20-16,-5 3 12 0,8-7 15 0,-8 7 7 16,6-4 4-16,-6 4-1 0,4-6-8 0,-4 6-6 15,0 0-3-15,0 0-9 0,-3-9-5 0,3 9-3 16,0 0-7-16,0 0-6 0,-15-1-9 0,15 1-3 16,-17 6-4-16,8 0-2 0,-1 1-6 0,-1 1-1 0,2 1-4 15,1-1-3-15,-1-3-3 0,0 5-6 16,3-3-3-16,-2 2 18 0,4 0-5 0,0 1-4 15,1-7-3-15,3-3-2 0,-3 13-5 0,3-13 2 16,1 6-5-16,-1-6-4 0,7 8-5 0,-7-8-3 16,7 4-2-16,-7-4-6 0,12 0 0 0,-12 0 4 0,11-4-4 15,-11 4-4-15,13-10 4 0,-6 5-4 16,0-4 1-16,2 0 2 0,-4 0 1 0,2-5-4 16,-1-2 0-16,0 1 4 0,-1-3-3 0,1 2-2 0,-1-9 1 15,-1 9 2-15,1-4-4 0,0 0 3 0,0 3 13 16,-3 0-1-16,1 1-2 0,-2 4 8 15,2 2 6-15,-2 2 8 0,0 1 3 0,-1 7 0 16,0-11-7-16,0 11 0 0,3-8-13 0,-3 8-6 0,0 0 1 16,0 0 3-16,0 0-6 0,0 0 6 0,-1 31-2 15,-4-13 2-15,2 5 4 0,-2 2 0 0,1-6-2 16,-1 5-4-16,3-5 0 0,-1 0 0 0,0 4 2 16,1-3-3-16,2-2-5 0,0-3-22 0,-1 2-28 15,1-4-36-15,-3 0-37 0,4-2-55 0,2-1-52 16,-2-3-62-16,-3 1-159 0,2-8-482 0,0 0 213 15</inkml:trace>
  <inkml:trace contextRef="#ctx0" brushRef="#br0" timeOffset="120873.32">31396 8455 159 0,'-9'-6'246'0,"9"6"-9"0,-13-3-8 0,0 8-1 15,-1 2 0-15,-1 4-8 0,-1-1-17 0,-1 4-11 16,2 0-21-16,-5 3-15 0,6-3-11 0,0 1-16 16,4 0-9-16,2 1-12 0,4 0-6 0,2-5-14 15,2 0-8-15,3 2-21 0,1-2-21 16,7 1-26-16,-4-2-45 0,6-3-45 0,4 0-62 0,8-2-67 16,6 0-56-16,-12-4-143 0,9 1-438 0,-2-4 194 15</inkml:trace>
  <inkml:trace contextRef="#ctx0" brushRef="#br0" timeOffset="124763.99">26014 8872 124 0,'-4'-7'216'0,"4"7"-17"0,-5-4-9 0,5 4-10 16,0 0-13-16,0 0-21 0,-5-6-14 0,5 6-16 15,0 0-12-15,0 0-15 0,0 0-11 0,0 0-5 16,-2 26-3-16,0-10 0 0,4 9-6 0,-4-1-6 15,0 1-1-15,0 3-6 0,-1 1 0 0,-1 0-6 16,2 1-1-16,0-4-6 0,-3-7-4 0,4 5 0 16,-1-5-6-16,0 0-3 0,2-3 0 0,-2 2-5 0,0-5 0 15,2-3-3-15,0 2-1 0,0-1-6 16,-4-3-2-16,3-2-6 0,1-6-17 0,0 13-23 16,-2-7-24-16,2-6-31 0,-2 10-28 0,2-10-14 15,0 0-26-15,-2 7-31 0,2-7-106 0,0 0-322 0,0 0 143 16</inkml:trace>
  <inkml:trace contextRef="#ctx0" brushRef="#br0" timeOffset="125082.53">26054 8803 40 0,'7'-2'130'0,"5"-2"-17"16,-4 3 1-16,3 2-1 0,-1 3 6 0,-1 4-5 15,0 1-4-15,1 4-7 0,-2 3-5 0,-4 0-15 16,1 3-4-16,-1-1-1 0,-6 1-6 0,2-1-5 16,-4 0-3-16,-3 1 1 0,-1-3-6 0,0 4-4 15,-3-4-3-15,2-1 0 0,-3 2-1 0,1-6 0 16,3-3-2-16,-2 1-2 0,2-2-1 0,1 1-1 16,1-3 2-16,0-1-2 0,0-1-1 0,6-3-5 15,-5 6 3-15,5-6-3 0,-6 5-2 0,6-5-5 16,0 0-3-16,-3 5-4 0,3-5-1 0,0 0-4 15,0 0-4-15,11 4 2 0,-4-1-2 0,2-2-9 16,3 1-12-16,0 0-18 0,2-1-26 0,-3 0-28 16,8 2-29-16,0-3-42 0,0-1-21 0,1 1-160 15,-7-2-357-15,1 4 159 0</inkml:trace>
  <inkml:trace contextRef="#ctx0" brushRef="#br0" timeOffset="125344.06">26358 9103 68 0,'0'0'165'0,"0"0"-7"0,9 3 2 0,-9-3-2 15,0 11 4-15,-3-2 2 0,1 4 6 0,2-2-11 16,-4 7-9-16,-3 1-5 0,0-2-5 0,2 2 3 0,-5 5-13 16,3-6-3-16,-2 7-5 0,6-8-13 0,-3 0-5 15,4-1-6-15,-1-5-12 0,1 1-8 16,0-1-6-16,2 1-4 0,0-3-4 0,0 1-7 15,2-1-7-15,0-1-6 0,1-1-2 0,-1-1-2 0,2-2-3 16,6 3-6-16,-2-3-4 0,-1-1-16 0,6 0-20 16,-1-1-28-16,5-2-35 0,-3 0-30 15,0 0-45-15,6-2-41 0,-2-3-40 0,-3 2-198 0,2-3-462 16,-2-1 204-16</inkml:trace>
  <inkml:trace contextRef="#ctx0" brushRef="#br0" timeOffset="125513.65">26846 9227 115 0,'0'0'177'16,"17"-2"-16"-16,-7 0-14 0,0 4-13 0,-1-4-18 16,3 2-26-16,-1 0-34 0,2 2-43 0,-3-2-40 15,3 1-42-15,-5 1-84 0,0-2-164 0,-8 0 72 16</inkml:trace>
  <inkml:trace contextRef="#ctx0" brushRef="#br0" timeOffset="125685.31">26865 9318 128 0,'0'0'179'0,"-4"8"-5"16,4-8-8-16,0 0-6 0,0 0-7 15,2 9-11-15,-2-9-12 0,6 5-11 0,2-3-9 16,3-1-12-16,-2-1-23 0,5 2-31 0,5-4-42 0,2 0-43 15,-1 0-53-15,0-1-54 0,0 0-86 0,-1 1-252 16,0-1 113-16</inkml:trace>
  <inkml:trace contextRef="#ctx0" brushRef="#br0" timeOffset="126574.73">28350 8849 160 0,'-5'-6'214'0,"3"0"-1"0,2 6-9 16,-4-11-7-16,4 11-12 0,-4-8-10 0,4 8-12 15,-1-6-16-15,1 6-17 0,0 0-12 0,0 0-21 0,0 0-8 16,0 0-9-16,0 0-8 0,0 0-6 0,7 30-5 16,-3-12-3-16,5 6-5 0,-3 5-1 15,1-1-1-15,-1-1-9 0,3-1 0 0,-4 2-5 16,1-1 2-16,0 1-6 0,-1-9-2 0,-1 5-4 0,2-5-1 15,-2-2-2-15,0 1-5 0,0-2 4 0,-3-5-4 16,3-1-2-16,-2 1-2 0,0-5-1 0,0-1-1 16,1 1 0-16,-3-6 0 0,2 8 1 0,-2-8 1 15,1 8 6-15,-1-8 8 0,0 0 5 0,0 0 15 16,4 3-11-16,-4-3-3 0,0 0-2 0,0 0-3 16,11-16-6-16,-5 6 6 0,0 0-10 15,6-4-1-15,-3-2-4 0,0 1 3 0,1-1 4 0,3-8-11 16,-3 7-2-16,0 0-5 0,-1 0-1 0,-2 2-14 15,1-2-12-15,-1 2-19 0,-1 0-16 0,-1 5-16 16,-2 0-26-16,1 2-33 0,-2 2-36 0,3-1-29 16,-5 7-41-16,3-6-171 0,-3 6-444 0,0 0 196 15</inkml:trace>
  <inkml:trace contextRef="#ctx0" brushRef="#br0" timeOffset="127101.22">28658 9333 132 0,'-5'9'188'0,"5"-9"8"0,-1 9 6 0,1-9 2 15,-3 4 1-15,3-4-8 0,0 0-7 0,0 0-4 16,0 0-10-16,0 0-4 0,0 0-12 0,0 0-5 16,0 0-12-16,0 0-11 0,0 0-16 0,0 0-6 15,0 0-7-15,0 0-15 0,0 0-7 0,0 0 0 0,2-31-12 16,-1 22-12-16,0-3-2 0,5-4-6 15,-1-3-5-15,3 3-10 0,0 0-3 0,1 2-6 16,0 0 0-16,1 0 1 0,-1 2-7 0,1 3-2 16,0 1-3-16,-2 3-2 0,4-1-3 0,-5 3-4 0,1 2-11 15,3-1 5-15,-2 5-2 0,2 2 3 16,-1 2-3-16,-3-2 2 0,1 2 0 0,-1 2 1 0,1-2-6 16,-4-1 6-16,1 0-2 0,-2 0-3 0,1 3 4 15,-2-4 2-15,2 0 0 0,0 0-2 0,-4-5 0 16,1 8 4-16,-1-8 0 0,0 0 9 0,4 5-4 15,-4-5 0-15,0 0 4 0,0 0-4 0,0 0 0 16,0 0-2-16,0 0 0 0,0 0-2 0,0 0 10 16,0 0-12-16,0 0 2 0,0 0-11 0,0 0-2 15,4-21 1-15,-2 10-3 0,5 1-1 0,-1 0-4 16,6-3 8-16,-1-3-8 0,0 4-4 0,8-8 0 16,-5 9 0-16,0 1 1 0,0 1 3 0,-1 2-1 15,-3 1-1-15,-1 2 3 0,1 1 3 0,-2 1-2 16,-8 2 0-16,14 2-1 0,-5 2-1 0,-3-1 1 15,-1 2 2-15,0 3 2 0,2 2 4 0,-1 1 1 16,-1 4-3-16,-2-4 3 0,-1 4 3 0,-2 2-5 16,2-5-8-16,-4 4-17 0,1 0-22 0,-2 0-27 15,0 0-42-15,-1-3-37 0,0-2-52 0,0 0-29 16,-1 1-170-16,1-3-446 0,-2 1 198 0</inkml:trace>
  <inkml:trace contextRef="#ctx0" brushRef="#br0" timeOffset="128869.4">29275 8988 25 0,'2'-6'172'0,"-2"6"-9"0,3-13-19 16,-3 8 0-16,0 5-6 0,3-10-1 0,-3 10-15 15,3-9-2-15,-3 9-4 0,0-8-8 0,0 8-3 16,0 0-5-16,1-9-3 0,-1 9-6 0,0 0-7 15,4-6-9-15,-4 6-3 0,0 0-5 0,0 0-10 16,0 0-3-16,0 0-4 0,0 0-8 0,0 0-3 16,0 0-6-16,0 0-1 0,0 0 0 0,0 0-5 15,4-7-4-15,-4 7-2 0,0 0-4 0,0 0 1 16,0 0-4-16,0 0-3 0,0 0 0 0,0 0-4 16,0 0-2-16,0 0 1 0,0 0-1 0,0 0 1 15,0 0-3-15,0 0-1 0,0 0-1 0,0 0 1 16,0 0 0-16,0 0-2 0,0 0 1 0,0 0 2 15,0 0 0-15,0 0-2 0,0 0 1 0,0 0 3 16,0 0-5-16,0 0 0 0,0 0 4 0,0 0-3 0,0 0 1 16,0 0 0-16,0 0-9 0,0 0 7 0,0 0 1 15,0 0-1-15,0 0 3 0,0 0 2 16,0 0-4-16,0 0-1 0,0 0 3 0,0 0-4 16,0 0-2-16,0 0 6 0,0 0-4 0,0 0 1 0,0 0 1 15,0 0-2-15,0 0 4 0,0 0 0 16,0 0 1-16,0 0-7 0,6-4 5 0,-6 4-1 0,0 0-1 15,0 0 0-15,0 0 2 0,0 0-2 16,0 0 3-16,0 0-3 0,0 0 0 0,0 0 3 0,0 0-1 16,0 0-4-16,0 0 3 0,0 0-1 0,0 0-2 15,0 0-6-15,0 0-2 0,0 0-6 0,0 0-2 16,0 0-3-16,0 0-1 0,0 0 3 16,0 0-4-16,0 0 6 0,0 0-1 0,0 0-3 0,0 0 7 15,0 0 1-15,0 0 0 0,0 0-1 0,0 0 3 16,0 0 1-16,0 0-1 0,0 0 4 0,0 0 3 15,0 0-3-15,0 0 1 0,0 0 1 0,0 0 2 16,0 0 0-16,0 0 0 0,0 0 2 0,0 0 2 16,0 0-1-16,0 0 0 0,0 0 0 0,0 0 3 15,0 0 0-15,0 0-5 0,0 0 5 0,0 0 2 16,0 0-3-16,0 0 7 0,0 0-1 0,0 0 0 16,0 0 1-16,0 0-1 0,0 0 7 0,0 0-1 15,-1-8 0-15,1 8-1 0,0 0 1 0,0 0 2 16,0 0-2-16,0 0 2 0,0 0-3 0,0 0-5 15,0 0 5-15,0 0-4 0,0 0-1 0,0 0-4 16,0 0-3-16,0 0 5 0,0 0-2 0,0 0-3 16,0 0 2-16,0 0-1 0,0 0-1 0,0 0-1 15,0 0 1-15,0 0 1 0,0 0 0 0,0 0 0 16,0 0 0-16,0 0-2 0,0 0 2 0,0 0-2 0,0 0 0 16,0 0-1-16,0 0 2 0,0 0 1 15,0 0-3-15,0 0-2 0,0 0 0 0,0 0 5 16,0 0-4-16,0 0 2 0,0 0 2 0,0 0-5 15,0 0-1-15,0 0 3 0,0 0-1 0,0 0 0 0,0 0 3 16,0 0-3-16,0 0-1 0,0 0 3 0,0 0-1 16,0 0 0-16,0 0-6 0,0 0 10 15,0 0-6-15,0 0 1 0,0 0-1 0,0 0-1 0,0 0 2 16,0 0-3-16,0 0 4 0,0 0-6 0,0 0 6 16,0 0-2-16,0 0 3 0,0 0-1 0,0 0 1 15,0 0-8-15,0 0 0 0,0 0-2 16,0 0 0-16,0 0 2 0,0 0-1 0,0 0-1 0,0 0 2 15,0 0 1-15,0 0-1 0,0 0-6 0,0 0-4 16,0 0-2-16,0 0-6 0,0 0-2 0,0 0 1 16,0 0-6-16,0 0-12 0,0 0 5 0,0 0-17 15,0 0-5-15,0 0-11 0,0 0-9 0,16 7-2 16,-16-7-22-16,0 0-4 0,0 0-11 0,0 0-7 16,0 0-101-16,0 0-246 0,0 0 109 0</inkml:trace>
  <inkml:trace contextRef="#ctx0" brushRef="#br0" timeOffset="130426.4">28400 9510 47 0,'0'0'97'0,"0"0"-5"0,0 0-14 0,0 0-12 16,0 0-2-16,0 0 0 0,0 0-2 0,0 0-7 15,-24 3-6-15,24-3-8 0,0 0 1 0,-10-2 0 16,10 2-3-16,-11 0 10 0,11 0-10 0,-10 2-2 16,10-2 7-16,-11-3-4 0,11 3 2 0,-12-2 2 15,12 2-5-15,-14 0-3 0,14 0 0 0,-13-1 6 16,13 1-1-16,-15 0 0 0,6-3 1 0,9 3 1 15,-14 0-1-15,6-1 5 0,8 1-4 0,-13 0 5 16,13 0 1-16,-12-2 1 0,12 2 0 0,-9-2 1 0,9 2 0 16,0 0-4-16,-9 0-4 0,9 0-4 0,0 0-3 15,0 0-10-15,0 0 1 0,0 0-3 16,0 0 1-16,0 0 2 0,0 0-6 0,0 0 5 16,43 5 5-16,-11-1-4 0,6-2-2 0,13-1 1 0,6 3-1 15,1 0-2-15,0-3 5 0,3 1-6 16,-1-1 1-16,1 1 2 0,1-2-2 0,-3 2 0 15,0 0 0-15,-4 0-2 0,-3 0 2 0,3 0-1 0,-17 0 4 16,0 0-5-16,-5-2 7 0,-2 2-3 0,-10-1-3 16,1-1 0-16,-2 2-1 0,-4 0-3 0,-5 1-1 15,-1-1-2-15,1-2 4 0,-5 1-2 0,-6-1 3 16,11 2 0-16,-11-2 2 0,8 2 0 0,-8-2-1 16,8 2 1-16,-8-2 0 0,0 0-5 0,0 0 0 15,0 0-2-15,0 0 1 0,0 0-13 0,0 0-9 16,0 0-19-16,0 0-23 0,0 0-30 0,0 0-36 15,-36 1-30-15,21-1-33 0,-3 0-32 0,-3 2-172 16,-7-4-412-16,8 1 183 0</inkml:trace>
  <inkml:trace contextRef="#ctx0" brushRef="#br0" timeOffset="130979.04">28215 9695 110 0,'0'0'118'15,"-8"-5"-5"-15,8 5 6 0,-5-2 3 0,5 2 7 0,0 0-1 16,0 0 1-16,-8-4-5 0,8 4-9 0,0 0-14 15,0 0-5-15,0 0-3 0,0 0-6 16,0 0 2-16,0 0 3 0,30 2-8 0,-16 2 7 16,-3-3-5-16,2 3-9 0,0 0-4 0,-2 1-2 0,1 1 1 15,-3 2-7-15,0 0-5 0,1 1-7 0,-2-1-2 16,-2 2-6-16,-1-1 0 0,0 1 0 16,-4 0-1-16,-2 0-1 0,-1-1-3 0,-3 3-1 0,1 0-2 15,-3-1 2-15,-4 2 0 0,-3-3 2 0,1 2-7 16,-3-2-1-16,1-1-6 0,0 0 2 0,0 1-5 15,2-4 0-15,1-3-5 0,2 1-2 0,0-2 0 16,1 3-1-16,2-3-6 0,1 0-10 0,6-2-20 16,-11 2-16-16,11-2-28 0,-7 4-33 0,7-4-32 15,0 0-35-15,0 0-22 0,0 0-26 0,0 0-21 16,0 0-120-16,15-24-381 0,-3 16 168 0</inkml:trace>
  <inkml:trace contextRef="#ctx0" brushRef="#br0" timeOffset="131198.14">28456 9741 29 0,'0'0'198'0,"8"-5"-12"0,-8 5-8 0,6-4-6 15,-6 4-19-15,8-1 0 0,-8 1-3 0,0 0-6 16,9 6-3-16,-7-1-1 0,1 1 15 0,0 1-8 16,-2 3-10-16,0 0-13 0,-1 2 6 0,0 1-17 15,1 0-10-15,1 2-7 0,-4 1-11 0,1-4-8 16,0 1-5-16,0-1-10 0,-2-1 3 0,0 1-15 15,1-2-16-15,0 0-15 0,2-10-27 0,0 12-34 16,-1-6-26-16,1-6-43 0,-2 11-31 0,2-11-34 0,0 0-31 16,-2 8-187-16,2-8-425 0,0 0 188 15</inkml:trace>
  <inkml:trace contextRef="#ctx0" brushRef="#br0" timeOffset="131373.87">28432 9635 67 0,'5'-4'180'0,"-5"4"-18"0,10-2-20 0,-10 2-21 16,17 2-26-16,-7-1-27 0,3 0-49 0,0-1-28 16,5 2-39-16,1-1-86 0,-6-1-143 0,6-1 64 15</inkml:trace>
  <inkml:trace contextRef="#ctx0" brushRef="#br0" timeOffset="131750.31">28762 9697 262 0,'0'0'269'0,"0"0"-19"0,-6-4-12 15,6 4-20-15,0 0-14 0,0 0-21 0,0 0-11 16,0 0-18-16,0 0-20 0,0 0-12 0,30-2-11 16,-19 2-11-16,11 0-17 0,0-1-18 0,5 1-17 15,1 0-23-15,-10-2-30 0,1 4-29 0,0-2-25 16,-5 0-31-16,-2 0-28 0,1 0-20 0,-3 0-21 16,-3 0-13-16,-7 0-5 0,12 0-104 0,-12 0-305 15,0 0 134-15</inkml:trace>
  <inkml:trace contextRef="#ctx0" brushRef="#br0" timeOffset="132065.87">28991 9683 55 0,'-9'-1'102'0,"9"1"1"0,0 0 3 16,-12-1 1-16,12 1-1 0,0 0-13 16,0 0 5-16,-11 2 7 0,11-2 6 0,-4 10 2 0,1-4 6 15,1 2 13-15,-1 3 0 0,-1 2-11 0,0 4 4 16,0 0-4-16,-1 3-6 0,0-1-4 16,1 6-7-16,2-7-5 0,-3 0-4 0,2 2-7 15,-1-1-4-15,2-2-10 0,-3-2-7 0,2 3-4 0,2-1-2 16,-2-7-10-16,2 0-6 0,-2-1-6 0,1 1-3 15,-1-5 1-15,1 2-5 0,2-7-3 0,-5 9-4 16,1-4-2-16,4-5-5 0,-12 6-11 0,6-3-8 16,-2-3-4-16,8 0-4 0,-14 0-3 0,14 0 4 15,-13-8 3-15,8 4-7 0,-2 0 3 0,3 1-2 16,4 3 2-16,-5-9-3 0,1 5 3 16,4 4-4-16,0 0 5 0,-1-10 0 0,1 10 0 0,0 0 1 15,6-10-2-15,-6 10 0 0,8 0 1 0,-8 0 3 16,18 2-3-16,-7-1 4 0,3 0-3 0,0 2-18 15,3 0-23-15,0 1-25 0,3-2-30 0,0 1-31 16,0-1-20-16,1-2-21 0,0 0-14 0,-3 0-154 16,1 3-371-16,1-3 164 0</inkml:trace>
  <inkml:trace contextRef="#ctx0" brushRef="#br0" timeOffset="132478.34">29254 9977 70 0,'0'0'205'0,"-4"-13"1"0,4 13-3 0,-9-10-4 15,3 7-6-15,-1 1-6 0,-3-2-5 0,-1 1-7 16,0 4-7-16,0-1-16 0,-3 2-7 0,2 0-9 16,-4 3-4-16,3-2-9 0,-1 10-6 0,1-4-7 15,0 2-6-15,3-4-14 0,1 5-11 0,0-4-8 16,2 3-1-16,3-1-10 0,1 0-5 0,2-2-6 16,1 2 8-16,0-10-16 0,4 11-4 0,0-5-4 15,4-3-2-15,1 2-6 0,2-3-3 0,1 1 3 16,1-3-13-16,0 0-4 0,5-2-7 0,-4 0 11 0,-3-1-7 15,0-1-3-15,0-1 0 0,-1-1 2 0,-1-1-4 16,1-2 14-16,-2-1-13 0,-2 1-1 16,0-2-1-16,-1-5 1 0,1 5-2 0,-2-5 11 0,0 0-8 15,-3-1-2-15,2 4 1 0,-2-5 1 16,1 6-5-16,0-1 6 0,-2-1 1 0,1 3 4 0,0 3 2 16,1 3 2-16,-2 5 4 0,1-10-5 0,-1 10-5 15,1-7-1-15,-1 7-2 0,0 0 7 0,0 0-3 16,0 0 11-16,0 0 4 0,6 22 4 0,-4-8 0 15,-2 2-3-15,0-6-9 0,0 7 5 16,-2 7-1-16,2-6-2 0,0 0 12 0,-1-1-13 0,2-2-19 16,-1 1-33-16,2-5-35 0,-1 0-33 0,-1 1-30 15,2 0-37-15,0-2-27 0,2-5-35 0,2 4-32 16,1-2-180-16,-1-2-484 0,4 0 214 0</inkml:trace>
  <inkml:trace contextRef="#ctx0" brushRef="#br0" timeOffset="132677.94">29553 9995 211 0,'2'-9'245'0,"0"1"-6"16,-2 8-12-16,1-7-8 0,-1 7-9 0,0 0-10 15,-1-13-14-15,1 13-11 0,0 0-4 0,-13 1-4 16,13-1-9-16,-14 12-5 0,5-6-5 0,-1 3-11 16,1 1-16-16,-2 3-8 0,3-5-14 0,1 3-5 15,1 0-9-15,0-4-11 0,4 2-6 0,-1 1-8 16,5-1-17-16,1-2-18 0,1-1-25 0,4-1-38 15,1 2-46-15,5-3-50 0,3-3-53 0,4-1-49 16,1-1-256-16,-3-1-532 0,4-2 235 0</inkml:trace>
  <inkml:trace contextRef="#ctx0" brushRef="#br0" timeOffset="133016.41">30029 9617 2404 0,'0'0'143'0,"-3"-10"-34"16,-1 4-44-16,4 6-18 0,-4-8-9 0,4 8 0 15,0 0 7-15,-4-7 4 0,4 7 0 0,0 0 5 16,0 0 7-16,0 0 10 0,17-5-2 16,-3 5 7-16,5 1 4 0,3-1-10 0,10 0-2 0,-3 0 14 15,-1 3-11-15,0-1 5 0,-7-1 2 0,-1-1 4 16,-1-2-1-16,1 2 12 0,-8 0-8 0,0 1 2 15,-2-1 3-15,-1-1-2 0,-9 1 11 16,11 0-4-16,-11 0 3 0,8 0-1 0,-8 0-5 16,9 1-2-16,-9-1-8 0,0 0-7 0,0 0-6 0,0 0-8 15,0 0-7-15,12-1-6 0,-12 1-6 0,0 0-4 16,0 0-12-16,0 0-24 0,0 0-29 0,0 0-35 16,7-3-39-16,-7 3-46 0,0 0-43 0,0 0-56 15,0 0-68-15,0 0-92 0,0 0-265 0,0 0-727 16,0 0 322-16</inkml:trace>
  <inkml:trace contextRef="#ctx0" brushRef="#br0" timeOffset="133596.75">30868 9374 239 0,'-1'-9'264'16,"1"9"-15"-16,0-8-10 0,0 8-10 0,0 0-8 15,-3-7-13-15,3 7-13 0,0 0-13 0,0 0-18 16,0 0-15-16,0 0-21 0,0 0-11 0,0 0-15 16,0 0-10-16,0 0-3 0,0 0-1 0,0 0-2 0,-3 34-5 15,3-17-5-15,-2 1-3 0,-2 6 23 16,3-6-1-16,-1 3-7 0,0-3 14 0,-1 1-23 16,1-1-4-16,-2 1-4 0,0-1-1 0,3 0-20 15,-3-3 1-15,2-4-4 0,0 2-9 0,0-2-4 16,-1 0 5-16,3-3-7 0,-1 0-3 0,1 0-1 15,-2 1-3-15,2-9-7 0,-1 10-4 0,1-10-14 16,-1 11-25-16,1-11-26 0,-1 7-27 0,1-7-26 16,0 0-22-16,-3 10-19 0,3-10-26 0,-5 4-35 0,5-4-28 15,0 0-28-15,-10-2-31 0,10 2-151 0,-12-7-479 16,12 7 213-16</inkml:trace>
  <inkml:trace contextRef="#ctx0" brushRef="#br0" timeOffset="133935.03">30923 9285 26 0,'14'-11'199'15,"-1"0"-8"-15,0 0-4 0,-2 4-2 0,-2 3-11 0,0 2-10 16,0 0-9-16,-9 2-12 0,16 4-11 0,-8-3-8 16,2 2-4-16,-3 1-6 0,2 2-4 0,-2 0-9 15,0 1-8-15,-2 2-8 0,0 0-7 0,-3 2-10 16,-2-1-7-16,0 0-2 0,0-1-5 0,-2 3-5 15,-2-1-3-15,3-5-2 0,-4 3-5 0,-2-1-4 16,2 1-4-16,-1-3-1 0,1 0-1 0,-1-2-4 16,1 2-3-16,0-2-1 0,5-4-2 0,-7 5-3 15,7-5-2-15,-5 3-5 0,5-3 2 0,-4 7-4 16,4-7-2-16,-6 6-2 0,6-6 4 0,-1 8-4 16,1-8 2-16,0 12-3 0,-1-5 3 0,1-7 0 15,2 16-1-15,2-5 3 0,0-1-2 0,0 1-1 16,0-3 3-16,2 3-2 0,3-1-10 0,-1 0-16 15,4 3-22-15,-2-5-36 0,1 0-39 0,4 3-37 16,-3-5-52-16,3 2-212 0,-2-4-453 0,4 1 201 16</inkml:trace>
  <inkml:trace contextRef="#ctx0" brushRef="#br0" timeOffset="134287.41">31543 9449 219 0,'0'0'254'0,"-2"-8"-7"0,2 8-7 0,0 0-15 16,-5-8-15-16,5 8-17 0,0 0-15 0,0 0-12 16,-10 2-9-16,10-2-12 0,-14 14-6 0,4-2-6 15,-1 2-4-15,-1 2-3 0,1 1-15 0,-4 6 4 16,7-5-20-16,-1 4-9 0,-1 4 3 0,4-7-8 15,-2 4 2-15,2 0 1 0,1-4-15 0,0 0 0 16,0 5 6-16,1-7-6 0,0 2-4 0,1-2-9 16,1-2 5-16,-1 2-1 0,2-4-3 0,0 0 1 15,-2-4-13-15,2 2-2 0,1 1-15 0,0-12 14 16,-3 18-8-16,3-18 5 0,0 12-8 0,0-12-4 16,3 10-6-16,-3-10-26 0,0 0-14 0,-3 9-33 15,3-9-27-15,-3 6-29 0,3-6-35 0,0 0-46 16,-12 4-50-16,12-4-48 0,-12-3-269 0,12 3-602 15,-17-8 266-15</inkml:trace>
  <inkml:trace contextRef="#ctx0" brushRef="#br0" timeOffset="134431.25">31315 9748 2343 0,'4'-3'121'16,"0"-3"-80"-16,2 3-22 0,-6 3-5 0,8-5-13 15,-1 3 5-15,1 2-6 0,-8 0 6 0,17-1-2 16,-7-1-3-16,2 0 8 0,2 1-7 0,4 1-7 15,2-1-29-15,0 1-31 0,10-3-45 0,-3 2-53 16,6-2-50-16,-13 1-117 0,11-4-357 0,-3 3 159 16</inkml:trace>
  <inkml:trace contextRef="#ctx0" brushRef="#br0" timeOffset="134564.04">31771 9686 89 0,'0'0'57'0,"0"0"-44"0,0 0-40 0,0 0-28 16,0 0 12-16</inkml:trace>
  <inkml:trace contextRef="#ctx0" brushRef="#br0" timeOffset="146990.16">25110 10636 139 0,'0'0'176'0,"-3"-12"-6"0,3 12-5 16,-1-10-7-16,1 10-9 0,-2-7-19 0,2 7-10 16,0 0-13-16,0-8-11 0,0 8-11 0,0 0-9 15,0 0-9-15,0 0-9 0,0 0-3 0,0 0-1 16,14 15-7-16,-10-3 1 0,1-1-6 0,4 3-4 16,-2 2-4-16,2 2-1 0,-2 5-3 15,1 2-4-15,1 0-2 0,0-2-1 16,-2 3-3-16,-3-9-7 0,5 2 4 0,-2 0-3 0,0 0 0 0,-3-1 0 15,1-3-4-15,0 0 0 0,4 1-3 0,-5-5 1 16,-3 0 2-16,3 0 0 0,0-2-4 0,-2 0 2 16,0-4-2-16,1 3 2 0,-1-2 1 0,2-1-1 15,-4-5 1-15,5 6 2 0,-5-6 15 0,0 0 7 16,0 0 6-16,5 3-5 0,-5-3-3 0,0 0-4 16,13-14 0-16,-7 3-4 0,2-2 2 0,1-3-6 15,3-5 1-15,0-4-5 0,-3 3-1 0,-1-3 2 16,3-2-2-16,-3 2-1 0,1 2-1 0,-1-6 0 15,0 4 0-15,-1 0-2 0,1 0-4 0,-3 6 0 16,0 0 3-16,0 0-3 0,-3 8 0 0,1-1-2 0,0 1-1 16,-1 4-9-16,0 2-16 0,-2 5-22 15,2-10-25-15,-2 10-14 0,0 0-17 0,0 0-7 16,0 0-29-16,0 0-10 0,0 0-3 0,0 0-29 16,5 32-120-16,-5-21-322 0,2 6 143 0</inkml:trace>
  <inkml:trace contextRef="#ctx0" brushRef="#br0" timeOffset="147473.71">25690 10910 129 0,'0'0'149'0,"0"0"-15"0,0 0 5 0,-22-14-12 15,13 12-2-15,-2 1-3 0,-1 1-9 0,2 1-5 16,-2 1-9-16,-2 1-2 0,3 2-1 0,1 1-14 15,-6 3-5-15,3 1-2 0,1 2-7 0,1 0-6 16,4-1-2-16,-2 2-6 0,4-1-7 0,1 0-4 16,0 0-8-16,3 0 1 0,-1-1-2 0,4-1-5 15,1 0 1-15,-1-2-7 0,4 0 1 0,2-2-3 16,-1-1 1-16,4 0-5 0,0-3 4 0,2-1-3 16,0-4-3-16,-1 1-1 0,1-3 1 0,1 2 0 15,-1-6-4-15,0-2 2 0,-3 3 6 0,1-3-2 16,-3 0 0-16,2-3-3 0,1-3 1 0,-5 1 1 15,4-1-6-15,-5-1 3 0,3-6-5 0,-3-2 3 16,1 8-2-16,0-7-3 0,0-2 7 0,-3 0-1 16,-1 3-2-16,2 5 4 0,0-7 0 0,-2 9 1 15,-1 0 5-15,0 0 2 0,0 5-1 0,-1 3 6 0,4-1 1 16,-4 4-2-16,0 6-4 0,0-13-3 16,0 13-4-16,0-6-2 0,0 6-5 0,0 0-1 15,0 0 0-15,0 0 0 0,0 0-1 0,0 0 0 16,0 35-1-16,0-11-2 0,0-5 0 0,-4 6 3 0,3-1-4 15,-1 3 6-15,0-8 0 0,-2 7-3 0,0-7-3 16,3 2-1-16,-1-2-9 0,2 7-19 0,-2-7-21 16,-2-2-19-16,4 0-18 0,-5 0-21 0,4 0-27 15,1-1-24-15,-1 0-17 0,0-3-31 0,1-2-116 16,0-3-346-16,1-1 154 0</inkml:trace>
  <inkml:trace contextRef="#ctx0" brushRef="#br0" timeOffset="147690.28">26007 10832 163 0,'0'0'172'16,"0"0"-9"-16,-7-6 6 0,7 6-7 0,0 0-3 16,-17 11 0-16,5-1-13 0,3 2-11 0,-4 3-9 15,-1 1-9-15,4 1-13 0,-2 2-10 0,3 3-10 16,2-6-6-16,3 2-9 0,4-3-7 0,-2 2-11 15,2-1-16-15,2-3-29 0,2 2-30 0,3-1-33 16,1-6-50-16,3 0-22 0,1-2-40 0,7 0-126 16,0-3-319-16,8-5 140 0</inkml:trace>
  <inkml:trace contextRef="#ctx0" brushRef="#br0" timeOffset="147843.54">26383 10900 100 0,'8'-4'163'0,"-8"4"-18"0,9-2-8 0,-9 2-18 16,10 1-13-16,-10-1-26 0,13 1-40 0,-7 0-28 0,-6-1-33 15,14 4-35-15,-7-1-82 0,-3 0-149 0,1 0 67 16</inkml:trace>
  <inkml:trace contextRef="#ctx0" brushRef="#br0" timeOffset="147979.31">26423 10994 33 0,'-6'6'144'0,"6"-6"-15"0,0 0-3 0,-5 7-8 0,5-7-1 16,0 0-6-16,2 10-10 0,-2-10-14 0,11 4-4 15,0 0-17-15,7-2-30 0,1-1-49 0,10-1-49 16,-3 0-118-16,6-1-194 0,4-1 86 0</inkml:trace>
  <inkml:trace contextRef="#ctx0" brushRef="#br0" timeOffset="148500.84">27074 10736 130 0,'0'0'191'0,"0"0"-23"0,7-4-14 15,-7 4-13-15,14 1-17 0,-4-2-10 0,3 1-8 16,4 0-17-16,1-3-8 0,0 4-17 0,0-2-19 15,1 0-11-15,-5 1-28 0,-3-1-8 0,1 0-7 16,-3 0-8-16,0 2-3 0,-9-1-8 0,12 0-9 16,-12 0 3-16,8-4-13 0,-8 4 10 0,0 0 9 0,4-5 2 15,-4 5-1-15,0 0-2 0,0 0 18 16,0 0-4-16,-14-10 8 0,14 10 5 0,-10-3 8 16,10 3-2-16,-7-3-4 0,7 3 5 0,0 0-2 0,0 0 11 15,-13 7 7-15,11-1 6 0,-1 1 10 16,1 2 13-16,-1 3 4 0,1 1 10 0,2 5-3 15,-4 0 4-15,4 0 3 0,-4-1 1 0,3 3 2 16,-1-1-4-16,0-1-5 0,-2 2-4 0,2-3-2 0,0 0-2 16,2-4-4-16,0 2-6 0,-4-1-1 0,2-3-3 15,2 0 0-15,-2-1-6 0,0-1 0 0,2 0 0 16,-3-2-6-16,1-1-1 0,2-6 2 16,-6 11-6-16,2-6 1 0,-4-2-4 0,2-1-1 0,-3 0 0 15,9-2-2-15,-18 0-4 0,9 0 2 16,0-2-1-16,-3 1-6 0,12 1 1 0,-17-4 0 0,10 1-2 15,7 3 3-15,-10-4-2 0,10 4 2 0,-10-4 4 16,10 4-5-16,0 0 0 0,-4-3-1 0,4 3-2 16,0 0 3-16,0 0-8 0,0 0 2 0,0 0 0 15,0 0-1-15,29 7-7 0,-18-3-6 0,9-3-17 16,0 1-20-16,9 1-30 0,0-1-32 0,3-2-28 16,1 1-39-16,4 0-171 0,-6-2-376 0,1-1 167 15</inkml:trace>
  <inkml:trace contextRef="#ctx0" brushRef="#br0" timeOffset="148945.13">27635 10950 202 0,'0'0'210'0,"-12"-4"-14"0,3 4-3 0,-1-1-11 15,1 1-9-15,9 0-12 0,-22 3-7 0,11 0-11 16,0 2-12-16,-5 4-12 0,3-2-7 0,-2 3-9 0,4-2-9 15,0 1-8-15,2 0-8 0,3 2-5 16,-1-2-12-16,1 0-4 0,2 0-2 0,2 1-6 16,2-4-7-16,0-6 0 0,3 13-5 0,4-8-2 15,-3 1-2-15,5-2-4 0,2 0-1 0,3-4-1 0,-3 3-2 16,3-5-3-16,5 1-7 0,-7-2-1 16,1-2 0-16,1 0-4 0,-3-1-2 0,-2 0 0 0,5-5-1 15,-4 2-2-15,-3-1 0 0,3-6 1 0,-3 1-1 16,-3 1 0-16,3-2 0 0,-1 0-2 0,-4-3-1 15,3 0 0-15,-1-1 7 0,-3-6-5 0,3 8-4 16,0-9-4-16,-2 4 4 0,1 7 1 0,-3-3 1 16,2 2 3-16,0 4 6 0,-2 3 8 0,4-2 2 15,-3 8-5-15,-1 4 1 0,2-14 0 0,-2 14-8 16,1-4-1-16,-1 4 0 0,0 0 6 0,0 0-2 16,0 0 0-16,2 31 2 0,-2-14-1 0,-2 2 0 15,1 0-3-15,-1 5 1 0,1 1-4 0,-1-6 2 16,0 1 1-16,2-2-1 0,0-1-3 0,-2 2 4 15,4 0-18-15,-2-2-24 0,0 1-30 0,2-2-33 16,1-5-38-16,0 1-42 0,1-2-36 0,0 1-50 0,-1-1-136 16,1-5-431-16,4 1 191 0</inkml:trace>
  <inkml:trace contextRef="#ctx0" brushRef="#br0" timeOffset="149170.31">27963 10885 18 0,'-8'-9'219'0,"8"9"-12"0,-5-5-6 16,5 5-10-16,-11 0-11 0,11 0-3 0,-11 7-12 15,2 1-9-15,-1 1-9 0,2 1-18 0,-3 3-13 16,4 1-8-16,-2 0-13 0,5-1-9 0,-3 5-8 16,5-3 2-16,2 2-16 0,-2-5-2 0,4 0-10 15,2 0-11-15,2 1-21 0,-1-3-23 0,2 2-38 16,0-4-33-16,2 1-25 0,3-1-43 0,-1-4-28 15,-1 1-28-15,-1-1-114 0,3-1-336 0,-1-2 150 16</inkml:trace>
  <inkml:trace contextRef="#ctx0" brushRef="#br0" timeOffset="149698.1">28376 10882 28 0,'0'0'235'0,"-4"-6"-16"0,4 6-17 0,0 0-8 0,-5-5-15 16,5 5-15-16,0 0-3 0,0 0 2 0,0 0-10 16,0 0-10-16,11 19-7 0,-3-9-13 0,-1 0-10 15,3 6-7-15,-2 1-12 0,3-1-8 0,0 2-7 16,3 2-8-16,-1 3-6 0,-2-7-6 0,2-1-8 15,-1 1-5-15,-1-2-31 0,-2 0-21 0,2-2-38 16,-5-3-29-16,2 1-40 0,-3-3-26 0,1 1-32 16,-1-4-34-16,-1 2-151 0,-4-6-386 0,5 4 172 0</inkml:trace>
  <inkml:trace contextRef="#ctx0" brushRef="#br0" timeOffset="149900.75">28613 10949 99 0,'0'-6'205'0,"0"6"6"0,2-12-7 0,-2 12-8 16,2-8-17-16,-2 8-17 0,0 0-11 0,0 0 10 0,0 0-1 15,0 0-8-15,-19 20-9 0,6-3-12 0,-2 4-17 16,-2-1-5-16,-1 0-14 0,1 2-8 16,0-3-6-16,1 2-10 0,2-7-19 0,1 2-22 15,0-3-35-15,1 1-44 0,1-1-49 0,2 1-54 0,1-6-45 16,0 0-185-16,3 0-415 0,1-3 184 0</inkml:trace>
  <inkml:trace contextRef="#ctx0" brushRef="#br0" timeOffset="150166.91">28865 10859 37 0,'5'-6'251'0,"-1"3"-24"15,-4 3-20-15,8-1-3 0,-8 1 8 0,0 0 16 16,5 13-12-16,-5-1-13 0,0-1-14 0,0 7-16 16,-3-1-7-16,1 2-12 0,-1 7-17 0,1 0-10 15,-5-7-15-15,5 0-11 0,-1 1 2 0,2-4-19 16,1 4-9-16,-2-4-4 0,2 1-10 0,2 0-6 16,-1-2 0-16,1-3-14 0,-1-3-21 0,4 2-15 15,-4-2-25-15,2-3-30 0,-1 2-31 0,1-3-37 16,-3-5-37-16,1 9-30 0,-1-9-29 0,4 5-49 15,-4-5-142-15,0 0-439 0,0 0 194 0</inkml:trace>
  <inkml:trace contextRef="#ctx0" brushRef="#br0" timeOffset="150455.69">28948 10833 137 0,'3'-7'192'0,"1"0"-6"16,1-1-14-16,-1 2-11 0,-4 6-7 15,8-4-4-15,-8 4-13 0,12 6 7 0,-4 1-4 16,-1 1-4-16,0 3-14 0,-2-1-8 0,0 2-10 0,0 5-12 16,-1 1-6-16,-2 0-9 0,-2 0-6 15,0-1-2-15,-2 0-5 0,-1-2-6 0,0-3-2 16,-1 4 4-16,1-6 3 0,-1 0 2 0,0-1-3 0,-1-1-2 16,0 2-3-16,2-4-5 0,0 0-5 0,3-6-4 15,-4 10-3-15,2-4-7 0,2-6 1 0,-4 9-6 16,4-2 0-16,0-7 0 0,0 13 4 15,2-7-11-15,2-1-3 0,-1 1-9 0,4 0-16 0,0-1-32 16,3 1-33-16,0-1-34 0,8-1-37 0,-2-2-38 16,6-1-18-16,6 0-31 0,-7-2-175 0,-1 0-437 15,3-2 193-15</inkml:trace>
  <inkml:trace contextRef="#ctx0" brushRef="#br0" timeOffset="150694.81">29392 11049 53 0,'6'-9'166'0,"-2"4"5"16,0-2-1-16,0 4 8 0,-4 3-2 0,6-6-4 15,-6 6-11-15,4-8-13 0,-4 8-15 0,0 0-5 0,0 0 4 16,0 0 13-16,10 14-1 0,-9-4 6 16,1 0 4-16,-4 6-7 0,0 1-1 0,-4 0 0 15,3 2-5-15,0 0 3 0,-3 1-9 0,1 4-18 16,-2 0-11-16,1-7-6 0,2 1-3 0,0-1-11 16,2-5-6-16,1 1-1 0,-1-1-6 0,2-1-13 15,3 1 0-15,-1-3-1 0,2 1-6 0,5-2 0 16,0-1-5-16,1 2-3 0,8-4-15 0,3-3-24 15,-2-1-37-15,2 0-38 0,9-4-33 0,-2 2-42 0,1-4-48 16,1 0-38-16,0-2-47 0,2 0-29 0,-5 0-202 16,4-1-548-16,0 0 243 0</inkml:trace>
  <inkml:trace contextRef="#ctx0" brushRef="#br0" timeOffset="150832.72">29946 11265 163 0,'9'-1'259'0,"-9"1"-14"15,0 0-9-15,9-2-11 0,-9 2-2 16,0 0-4-16,0 0-1 0,0 0-13 0,7-4-14 0,-7 4-17 15,0 0-21-15,0 0-14 0,0 0-17 0,0 0-18 16,0 0-34-16,0 0-38 0,5-4-49 0,-5 4-72 16,0 0-84-16,0 0-67 0,0 0-171 0,0 0-443 15,-28-6 196-15</inkml:trace>
  <inkml:trace contextRef="#ctx0" brushRef="#br0" timeOffset="155467.44">24837 10910 116 0,'0'0'157'0,"0"0"-15"0,0 0-6 16,0 0-25-16,-9-6 6 0,9 6-18 16,-15 0 0-16,15 0-8 0,-19 0-4 0,6 3-4 0,-5 0-8 15,0-3-6-15,0 3 1 0,-6 1-10 0,4-3-2 16,-1 1-6-16,-6 1-1 0,4 0-1 0,6-3-5 15,-4 1-9-15,3 1 4 0,0 1-7 0,4-2-6 16,3-1 0-16,-1 3-6 0,2-2-5 0,2 1-21 16,8-2-13-16,-13 0-18 0,6 0-29 0,7 0-26 15,0 0-35-15,-12 0-146 0,12 0-294 0,-9-4 131 16</inkml:trace>
  <inkml:trace contextRef="#ctx0" brushRef="#br0" timeOffset="155753.51">24559 10755 122 0,'6'-4'147'0,"-6"4"-1"0,0 0-10 16,5-6-3-16,-5 6-6 0,0 0-11 0,0 0-11 16,0 0-5-16,0 0-8 0,0 0 6 0,0 0-11 15,-31 17 2-15,20-8-1 0,-2-2-8 0,0 6-11 16,2-1-5-16,-2-1-5 0,2 3-7 0,2-2-5 15,1-2-2-15,0 0-3 0,-2-1-5 0,4 0-5 0,2 0-4 16,0-2 2-16,1-1-2 0,1 2-6 0,1-2 3 16,1-6-5-16,1 15 0 0,1-8-4 0,2 0-2 15,1 0-4-15,2 1-6 0,2-2-12 16,2-1-18-16,1-1-26 0,0 1-22 0,1-1-21 0,6-2-21 16,-2 0-30-16,2 1-23 0,-6-1-105 0,-3-1-298 15,2 1 132-15</inkml:trace>
  <inkml:trace contextRef="#ctx0" brushRef="#br0" timeOffset="156402.6">22445 10590 53 0,'-5'-5'213'15,"2"1"-17"-15,3 4-14 0,-9-6-15 0,9 6-19 16,-6-4-12-16,6 4-19 0,0 0-9 0,0 0-9 15,0 0-6-15,0 0-6 0,0 0-2 0,4 24-1 16,0-9 3-16,-1 8-9 0,4-5-5 0,-2 10-4 16,1 0-2-16,-1 2 2 0,2-3-11 0,0-3-3 15,1 4-6-15,-3-11-3 0,0 2-2 0,0 0-5 16,2 0-1-16,-2-2-2 0,-1-1-2 0,0-4-1 16,-1-1-5-16,1-3 0 0,0 2-2 0,-1-3-1 15,-1-3 1-15,1 3 9 0,-3-7 8 0,3 5 6 16,-3-5 4-16,6 3 9 0,-6-3-12 0,0 0-7 15,11-8-3-15,-3 1 0 0,1-3-5 0,1-2-5 16,-1-2-6-16,4-2 3 0,2-7-3 0,-2 9-3 16,-2-3-3-16,5-7 10 0,-2 3-15 0,1 0-1 15,-5 4-1-15,4-6 0 0,-2 6-2 0,-3 0-3 16,-3 7-3-16,3-5-6 0,-5 5-5 0,0 0-18 16,1 1-20-16,-3 5-22 0,-2 4-34 0,4-9-31 0,-4 9-37 15,6-3-16-15,-6 3-2 0,0 0-11 16,0 0-9-16,0 0-147 0,0 0-384 0,0 0 171 15</inkml:trace>
  <inkml:trace contextRef="#ctx0" brushRef="#br0" timeOffset="156696.25">22826 10828 67 0,'-3'8'139'0,"2"-1"6"15,-2 3 5-15,2-1-2 0,-3 1-6 0,3 1-7 0,-2-1-5 16,2-2-4-16,0-1-6 0,1 2-7 15,0-9-8-15,1 14-12 0,0-8-3 0,2 0-3 16,-1-1-2-16,2 0 0 0,1-2-4 0,3 1-6 16,1-2-1-16,0 0-6 0,1-4-4 0,3 2-6 0,0-4-3 15,1 0-2-15,-3-2-5 0,5 1 0 0,-5-3 3 16,-1 0-7-16,3-2-7 0,-5 0 0 16,-2 2-8-16,-2-1 4 0,1-3-7 0,-1 2-4 15,-4-1-2-15,1 0 2 0,-2 0-8 0,-2 2 4 0,0-3-11 16,-1 5 0-16,-1-3-8 0,-3 1-8 0,-1 2-11 15,3 1-14-15,-3 2-15 0,-2 1-21 0,-1 3-12 16,1 0-30-16,-3 4-19 0,5-1-18 0,-2-1-36 16,-2 3-167-16,3 0-381 0,2-1 169 0</inkml:trace>
  <inkml:trace contextRef="#ctx0" brushRef="#br0" timeOffset="156942.34">23138 10575 186 0,'2'-4'218'0,"-2"4"-20"15,1-9-15-15,-1 9-21 0,0 0-19 0,7-4-15 16,-7 4 5-16,0 0-6 0,3 17-6 0,-1-6 3 16,-4 8-5-16,2 8-8 0,-1 1-6 0,-3 1-12 15,-1 0-9-15,2 3-9 0,-1-1-7 0,0 1-5 16,0-4-4-16,1 0-17 0,-1-2-14 0,2 2-23 15,-1-8-24-15,0-1-38 0,-1-2-32 0,3-2-21 16,1-2-28-16,0-2-21 0,1-4-30 0,1 1-114 16,3-2-328-16,0-3 147 0</inkml:trace>
  <inkml:trace contextRef="#ctx0" brushRef="#br0" timeOffset="157293.81">23330 10805 51 0,'0'0'199'0,"0"-9"-15"0,0 9-11 16,0 0-17-16,0 0-2 0,0 0 1 0,0 0-13 16,0 0-11-16,-21 17-10 0,12-4-5 0,-3 1-12 15,3 0-8-15,2 3-9 0,-3-2-5 0,4 0-12 16,2 1-4-16,2-4-8 0,-1-2-5 0,2 0-5 0,2 1-2 16,-1-4-7-16,3 1-1 0,-1-2-6 15,1 0 1-15,1-1-4 0,-4-5-4 0,10 5-7 16,-2-3-3-16,-8-2-4 0,11-3-1 0,-11 3-4 15,14-5 2-15,-7 1-5 0,0-2 3 0,-1-2 0 0,0 0 2 16,-2-2-6-16,1 1 3 0,-3 0-3 0,1 1 5 16,0-2-4-16,-2 3 0 0,0-2-3 15,0 1 6-15,-1 8-1 0,2-10-2 0,-2 10-3 16,1-8 0-16,-1 8-3 0,0 0 0 0,0 0-2 0,0 0 2 16,0 0 0-16,0 0 0 0,0 0 1 15,4 24 1-15,-3-15-3 0,-1 1 0 0,1 1-21 16,1 1-14-16,0-1-20 0,1 0-37 0,-1-1-25 0,2 0-25 15,1-1-39-15,0-2-135 0,1-1-344 0,2-2 152 16</inkml:trace>
  <inkml:trace contextRef="#ctx0" brushRef="#br0" timeOffset="157724.56">23605 10867 54 0,'-6'-3'188'0,"6"3"-1"15,-16-5-14-15,9 8-6 0,7-3-9 0,-19 2-8 16,10 3-12-16,-3 1-8 0,2 1-9 0,0 2-10 16,0 4-8-16,-1 0-7 0,4-4-11 0,-1 4-9 15,3-2-9-15,1 1-5 0,0-2-8 0,2 1-2 16,2-2-5-16,1 0-4 0,1 1-4 0,1-1-3 16,0-3-2-16,1 0-3 0,-1-1-3 0,5-2-2 15,-8-3-3-15,13 3-2 0,-6-4-4 0,-7 1 1 16,18-3-2-16,-7-4 0 0,-1 2-2 0,-1-1 0 15,-2-5-3-15,0 2 0 0,0-2 0 0,-2 2-2 16,1-7-2-16,-1 0-2 0,-1 0 1 0,-1 0-1 16,1 0 1-16,-4-2 0 0,4-7-3 0,-1 8-1 15,-2-3 0-15,0 0 5 0,-1 0 0 0,1 2-2 16,1 0-3-16,-2 6 12 0,1-1 8 0,0 3 4 16,2 1 2-16,-2 4-5 0,-1 5-6 0,3-7-4 15,-3 7-4-15,0 0 10 0,0 0-7 0,0 0 4 16,0 0 1-16,4 34 4 0,-6-15 6 0,1 10-3 15,-2-3-2-15,0 3-1 0,0-3-2 0,0 1 0 0,2-2-3 16,-3 0-1-16,3-8-4 0,0 2 0 0,-2 1-7 16,6-1-19-16,-6-1-30 0,3-1-34 15,0-2-40-15,0-4-41 0,4-1-31 0,-3 1-41 0,-2-3-150 16,4-3-412-16,-3-5 183 0</inkml:trace>
  <inkml:trace contextRef="#ctx0" brushRef="#br0" timeOffset="157913.91">23881 10933 209 0,'4'-4'194'0,"-4"4"-15"0,5-3-15 16,-5 3-11-16,0 0-20 0,10-3-8 0,-10 3-17 15,9-1-22-15,-9 1-27 0,14 4-40 0,-7-4-38 16,-7 0-32-16,10 1-25 0,-10-1-31 0,9 2-89 15,-9-2-213-15,0 0 94 0</inkml:trace>
  <inkml:trace contextRef="#ctx0" brushRef="#br0" timeOffset="158056.17">23861 11008 137 0,'0'0'169'15,"0"0"-14"-15,0 0-16 0,-7 3-4 0,7-3-9 16,0 0-11-16,0 0-15 0,0 0-5 0,0 0-13 15,18 9-24-15,-11-7-34 0,2-1-59 0,3 1-46 16,-1-1-123-16,4 1-220 0,2-3 98 0</inkml:trace>
  <inkml:trace contextRef="#ctx0" brushRef="#br0" timeOffset="160436.51">30294 11623 45 0,'0'0'73'0,"0"0"-8"0,0 0 3 0,0 0-11 16,0 0-2-16,0 0-4 0,9-2-4 0,-9 2-11 15,0 0 3-15,0 0-1 0,0 0 0 0,0 0-11 16,0 0 2-16,0 0 5 0,0 0-8 0,0 0 0 15,0 0-9-15,0 0 7 0,0 0-6 0,0 0 4 16,0 0-4-16,0 0-2 0,0 0-2 0,0 0 2 16,0 0 2-16,8 2-1 0,-8-2-3 0,0 0-2 15,0 0 8-15,0 0 4 0,0 0-4 0,0 0 3 16,0 0-6-16,0 0 2 0,0 0-3 0,0 0 2 16,0 0-2-16,0 0-4 0,0 0 7 0,0 0-6 15,0 0 0-15,0 0-10 0,0 0 10 0,0 0-2 16,0 0 8-16,0 0-3 0,0 0-6 0,0 0-3 15,0 0-3-15,0 0 6 0,0 0-7 0,0 0 1 16,0 0 0-16,0 0 5 0,0 0-7 0,0 0 5 16,0 0-2-16,0 0 5 0,0 0 2 0,0 0-11 0,0 0 3 15,0 0-2-15,0 0 7 0,0 0-2 0,0 0-1 16,0 0-4-16,0 0 7 0,0 0 1 0,0 0 6 16,0 0-10-16,0 0 7 0,0 0-4 15,0 0 3-15,0 0 4 0,0 0-10 0,0 0 6 0,0 0-7 16,0 0-13-16,0 0-7 0,0 0-10 0,0 0-22 15,0 0-17-15,0 0-25 0,0 0-32 0,0 0-66 16,0 0-200-16,0 0 89 0</inkml:trace>
  <inkml:trace contextRef="#ctx0" brushRef="#br0" timeOffset="173768.81">25012 12390 79 0,'-6'-7'171'0,"-1"1"-5"0,2 0-3 0,0 0-9 16,1 0-8-16,-1 1-4 0,5 5-9 0,-5-8-7 15,5 8-9-15,-5-7-8 0,5 7-9 0,-4-6-9 16,4 6-12-16,0 0-11 0,-4-5-9 0,4 5-2 16,0 0-12-16,0 0-9 0,0 0 3 0,0 0-6 15,0 0-1-15,13 22-2 0,-8-10-1 0,3 2 0 16,3 1-1-16,-3 2-6 0,1 1-4 0,1 0-1 15,-1 0 0-15,-2 1-3 0,-1-2-1 0,3 0-3 16,-4 0 0-16,0 0 0 0,1-3 2 0,-1-2-1 16,0 3-8-16,1-4 5 0,-2-1 1 0,0 0-1 15,-1-1-10-15,1-4 6 0,-2 0 1 0,-1 1 0 16,-1-6-2-16,1 8 2 0,-1-8-1 0,5 6 5 16,-5-6-4-16,0 0 5 0,3 8 2 0,-3-8 5 15,0 0-4-15,0 0 5 0,0 0-6 0,13-18 1 16,-7 9-2-16,2-4-2 0,3-2 2 0,-3-3 0 15,2 2-2-15,4-7 0 0,-1 2-2 0,1-3 2 16,-3 0-3-16,1 2 2 0,-1 0-2 0,-1 3-1 0,-2 2 1 16,0-3 0-16,-2 2-1 0,1 3 0 15,-3 4 0-15,1-2 2 0,-3 2-4 0,2 5 2 16,-3-2-1-16,2 2-12 0,-3 6-26 0,2-7-18 16,-2 7-24-16,0 0-13 0,0 0-12 0,0 0-19 15,0 0-16-15,13 11-3 0,-7-3-30 0,0 2-132 16,0 1-324-16,-2-2 144 0</inkml:trace>
  <inkml:trace contextRef="#ctx0" brushRef="#br0" timeOffset="174234.68">25594 12565 18 0,'0'0'149'0,"0"0"-2"15,0 0 1-15,0 0-4 0,0 0-7 0,-25-11-8 16,15 8-3-16,0 2-6 0,1 1-10 0,-4 0-4 15,-1 1-7-15,3 1-9 0,-8 0-3 0,4 4-2 16,2-2-9-16,-3 6-7 0,3-4-4 0,-1 5-8 16,1 0-7-16,3-1-3 0,1 3-6 0,3-3-4 15,-2 1-4-15,5 0 0 0,0 0-3 0,1-1-5 16,0-3 0-16,2 2-3 0,2-1-2 16,0-3-2-16,3 0-4 0,2-1 2 0,0 0-1 0,-7-4-1 15,20 0-4-15,-9-2 4 0,3-2-2 0,1-2-1 16,1 1-2-16,-1-4 1 0,-1 0-2 0,4-4-1 15,-4 0 1-15,-1-2 1 0,-2-2-3 0,-2 2 1 16,1-3 2-16,-2 1 3 0,4-6 0 0,-8 5 1 16,3-1-2-16,-3 1-4 0,0-3 2 0,1-3-3 15,-3 5 2-15,3 0-4 0,-3 0 6 0,-1 2-2 16,-1 1 2-16,0 4 1 0,1 2-1 0,-1 2 0 16,0 1 4-16,1 0-1 0,-1 7-1 0,2-10-5 15,-2 10 1-15,0 0-3 0,0 0-2 0,0 0-2 16,0 0 4-16,0 0-5 0,0 0 5 0,2 39-4 15,-6-20 2-15,6 5 0 0,-2-5 3 0,-3 0-5 16,2 6 2-16,1 1 0 0,-1-7 0 0,1 2 1 16,0-2-2-16,0 1-10 0,1-2-15 0,0-2-22 0,-1 2-24 15,1-7-33-15,1 1-30 0,0 1-13 16,2-4-35-16,-1-1-21 0,-2 2-109 0,4-5-337 16,-1 0 149-16</inkml:trace>
  <inkml:trace contextRef="#ctx0" brushRef="#br0" timeOffset="174453.13">26050 12444 125 0,'-12'-8'183'0,"12"8"-2"16,-15 4-6-16,6-1-3 0,-5 3-12 0,4 1-5 15,-7 4-9-15,6 3-8 0,-2-1-8 0,-1-2-12 0,2 5-15 16,2-2-5-16,1 1-11 0,3-1-11 0,1-2-11 15,3 1-14-15,0-3-18 0,2 2-19 0,2-2-31 16,2 0-25-16,3 0-46 0,3-4-27 0,5-3-27 16,2 2-34-16,6-2-96 0,4-3-295 0,-6-3 131 15</inkml:trace>
  <inkml:trace contextRef="#ctx0" brushRef="#br0" timeOffset="174700.33">26414 12454 64 0,'0'0'79'0,"0"0"-11"0,0 0-12 15,0 0-17-15,9 8-16 0,-9-8-20 0,0 0 0 16,-4 13-8-16,4-13-6 0,-7 12 6 16,2-5-2-16,1-3 3 0,1 2 9 0,-1-1 13 0,2 1 8 15,2-6 11-15,-7 10 4 0,5-7 6 0,2-3 3 16,-4 9 8-16,4-9 3 0,0 7-6 0,0-7 1 15,-4 9-3-15,4-9-5 0,-2 9 0 0,2-9-4 16,6 11-20-16,-2-6-14 0,0-1-22 0,5 1-36 16,3 2-35-16,-3-4-58 0,8 0-151 0,3 0 67 15</inkml:trace>
  <inkml:trace contextRef="#ctx0" brushRef="#br0" timeOffset="175191.48">27546 12251 228 0,'-2'-11'208'0,"-1"6"-21"0,1-5-16 0,-2 5-13 16,4 5-7-16,-4-11-10 0,3 6-12 0,1 5-13 16,-4-6-12-16,4 6-12 0,0 0-8 0,0 0-9 15,0 0-8-15,0 0-12 0,-12 23 6 0,10-8-2 16,2 3-5-16,-3 6-4 0,1-3-4 0,0 4-3 16,5 1-2-16,-2 1-5 0,2-1-2 0,1-6-1 15,2 0 0-15,-2-3-2 0,1 0 1 0,-1 0-6 16,0-4 6-16,1-1-9 0,0-1 0 0,1-1 0 15,-2-1-3-15,1 0 0 0,-1-3 2 0,-4 1 1 16,5-3 11-16,-5-4 5 0,4 6 9 0,-4-6 0 16,9 0-3-16,-9 0-4 0,10-6-6 0,-4-3-1 15,3 0-5-15,-2-2-2 0,4 0 3 0,-2-6-9 16,1 0-1-16,3-5-1 0,0-2-2 0,-4 0-1 16,4 0-5-16,1-2 2 0,-1 3-5 0,3-2 3 15,-2 3 2-15,2-3-15 0,-6 8-12 0,-1 2-11 16,3 1-12-16,-4 4-16 0,-1 2-23 0,0 3-29 15,1 1-30-15,-2 2-11 0,2 2-20 0,-8 0-8 16,15 6-12-16,-7 2-20 0,-2 2-122 0,-1-1-355 16,2 4 157-16</inkml:trace>
  <inkml:trace contextRef="#ctx0" brushRef="#br0" timeOffset="175698.07">27953 12547 30 0,'-2'7'143'0,"2"-7"-5"15,-3 9 16-15,3-9-8 0,-3 9 3 16,3-9-3-16,-4 7-6 0,4-7 2 0,-2 4-3 0,2-4-4 16,0 0-1-16,-3 7 1 0,3-7 1 0,0 0-1 15,0 0 4-15,0 0-14 0,0 0-8 16,0 0-5-16,0 0-13 0,0 0-7 0,0 0-6 16,-8-17-9-16,8 8-5 0,0 9-5 0,0-19-9 15,0 9-4-15,2-3-5 0,3 2-3 0,-1-6-6 0,-2 2-1 16,3-2-8-16,2 1-4 0,2 1-2 0,-3 2-6 15,2 2-3-15,1 2 1 0,-3 2-2 0,2 1-6 16,1 0 0-16,1 3 0 0,1 4-6 16,0 1 4-16,1 4-6 0,3 0 5 0,-1 4-3 0,-1 2-3 15,0 1 2-15,-2 2-1 0,-2-2-2 0,-1 1 5 16,-1 0-4-16,-3-1 2 0,2-1-1 0,-1-1-1 16,-3-1 0-16,0-2-3 0,0-3 2 0,1 1 2 15,-3-6 4-15,3 8 2 0,-3-8 5 0,0 0-4 16,2 7 8-16,-2-7-4 0,0 0-6 0,0 0 3 15,0 0 1-15,0 0 0 0,0 0-6 0,1-25 1 16,-1 18 0-16,3-3 10 0,1-1-13 0,-2 0-1 16,3 0-7-16,1-3 0 0,0-3-1 0,4 4-5 15,1-1 1-15,-1-1 1 0,-1 4-5 0,0 1 0 16,2 2 1-16,-2 1 2 0,0 2-4 0,1 1 4 16,2 3 0-16,-3 2 2 0,-2-1-4 0,1 4 7 15,2 4-3-15,-3-1 2 0,0 3-1 0,0-1 1 16,-3 5 2-16,2 0 1 0,-2 1 0 0,-3 2-2 15,-1-2-7-15,0 1-14 0,-2 1-21 0,-2 0-30 16,-1 0-35-16,-1-3-29 0,0-2-43 0,0 3-23 16,-1-5-33-16,-2 4-143 0,0-6-415 0,2 0 184 15</inkml:trace>
  <inkml:trace contextRef="#ctx0" brushRef="#br0" timeOffset="175933.13">27650 12765 90 0,'-10'4'169'0,"3"0"5"0,1 0-5 15,3 1 1-15,3-5 4 0,0 0-8 0,11 14-6 16,1-9-7-16,8 1-6 0,7-2-12 0,4 0-7 0,5-1-14 16,1-1-8-16,18-1-10 0,-3-2-9 0,2 1-10 15,0-2-7-15,-16 1-6 0,2-2-20 16,-6 0-23-16,0 3-21 0,-5-3-23 0,-6 2-32 0,-7 1-29 15,-1 0-30-15,-6 1-28 0,1 2-26 0,-6 0-23 16,-4-3-99-16,2 8-314 0,-2-8 139 0</inkml:trace>
  <inkml:trace contextRef="#ctx0" brushRef="#br0" timeOffset="176196.37">27729 13030 80 0,'0'0'198'16,"0"0"-5"-16,0 0 5 0,0 0-3 0,0 0-5 16,28 10-8-16,-16-7-13 0,-1 0-9 0,0 4-7 15,-2 0-15-15,-1 0-9 0,0-1-6 0,0 3-8 16,-2-1-1-16,-2 3-9 0,-2-1 3 0,0 1-15 16,-4 1-9-16,2-1-7 0,-4-1-9 0,-1 1-6 15,-3-1 0-15,0 0-3 0,0-1-7 0,-1 1-9 16,-1-3-2-16,1 0-4 0,0 0-1 0,-1-3 0 15,4-1-27-15,-2 1-21 0,3-1-29 0,5-3-31 16,-12 3-38-16,6-1-48 0,6-2-36 0,-9 0-43 16,9 0-178-16,0 0-448 0,0 0 198 0</inkml:trace>
  <inkml:trace contextRef="#ctx0" brushRef="#br0" timeOffset="176432.58">28040 13036 185 0,'5'-3'186'0,"-5"3"-3"16,7-4-6-16,-7 4-15 0,0 0 3 0,6-3 1 16,-6 3 5-16,0 0-1 0,7 11-4 0,-5-4-1 15,-2 0-8-15,2 2 3 0,0-2-9 0,4 3-7 16,-4 0-9-16,-1-1-15 0,0 0-8 0,1 3-12 16,-2-3-3-16,2 1-17 0,-2-3-7 0,2 3-3 0,-1-4-7 15,-1-6-8-15,1 14-5 0,-1-8-16 16,0-6-7-16,-2 12-34 0,2-12-25 0,-4 8-30 15,2-3-31-15,2-5-28 0,-4 7-39 0,-4-4-32 16,8-3-37-16,-11 3-209 0,11-3-475 0,-13-1 210 16</inkml:trace>
  <inkml:trace contextRef="#ctx0" brushRef="#br0" timeOffset="176674.56">27819 12979 13 0,'-4'-7'202'16,"4"7"-8"-16,0 0-4 0,7-9 2 0,5 6-2 16,5 0-1-16,3-1-6 0,8-2-5 0,-5 5-11 0,5-5-13 15,-1 3-11-15,0-1-7 0,-5 2-9 16,-1 2-11-16,1-3-7 0,-4 2-4 0,-5-2-9 0,1 2-10 16,-3 1-6-16,1 0-10 0,-3-1-11 15,0 1 0-15,-9 0-7 0,11 1-6 0,-11-1-16 0,9 0-26 16,-9 0-29-16,8 3-29 0,-8-3-39 0,5 4-31 15,-5-4-49-15,0 0-42 0,3 6-200 0,-3-6-449 16,0 0 199-16</inkml:trace>
  <inkml:trace contextRef="#ctx0" brushRef="#br0" timeOffset="177556.56">28856 12717 13 0,'0'0'148'0,"0"0"0"15,0 0-16-15,0 0 1 0,0 0-11 0,0 0-1 16,0 0-7-16,0 0-12 0,0 0-2 0,0 0 0 16,0 0-10-16,0 0-7 0,0 0 1 0,0 0-8 15,0 0-1-15,0 0-2 0,0 0-2 0,0 0-9 16,0 0-2-16,0 0-5 0,0 0-1 0,0 0-5 16,0 0-8-16,0 0 3 0,0 0-8 0,0 0 2 15,0 0-4-15,0 0-3 0,0 0 2 0,0 0 3 16,0 0 4-16,0 0 0 0,-11-2-1 0,11 2 1 0,0 0 3 15,0 0-3-15,-16 3-2 0,16-3 6 16,0 0-7-16,-11 3-1 0,11-3-3 0,-10 1 3 16,10-1 3-16,0 0-2 0,-7 1-4 0,7-1 4 15,0 0-9-15,0 0 2 0,0 0-4 0,0 0 2 0,-7 2-3 16,7-2 1-16,0 0-2 0,0 0 2 0,0 0 1 16,32 1-6-16,-12 2 3 0,1-2-8 15,-1-2 3-15,12 3 1 0,-4-2 2 0,-1 1 1 16,-4 0-5-16,-3-1 7 0,-1 0 0 0,-1-1 6 0,-3 1 1 15,-1 0-5-15,-1 0 1 0,-2 0-1 0,-1 0 1 16,-1 0 3-16,-9 0-3 0,14 0 14 0,-14 0-12 16,11 0 8-16,-11 0-1 0,8 0 8 15,-8 0-4-15,0 0 6 0,0 0-7 0,10 0-6 0,-10 0 2 16,0 0-4-16,0 0-2 0,0 0-4 0,0 0-8 16,0 0 17-16,0 0-17 0,0 0-5 0,0 0 2 15,0 0 1-15,8 1-7 0,-8-1-8 0,0 0-14 16,0 0-19-16,0 0-30 0,0 0-32 0,0 0-34 15,0 0-37-15,0 0-46 0,0 0-51 0,0 0-37 16,0 0-200-16,0 0-540 0,-14 13 238 0</inkml:trace>
  <inkml:trace contextRef="#ctx0" brushRef="#br0" timeOffset="180042.33">29643 12460 119 0,'-5'-4'168'0,"5"4"-4"0,0 0-7 16,0 0-14-16,0 0-1 0,0 0-11 0,-6-3-14 15,6 3-11-15,0 0-8 0,0 0-12 0,0 0-10 16,0 0-4-16,0 0-8 0,27-4-4 0,-12 1-9 16,3 3-5-16,2-2-5 0,0 1-3 0,-1 1-5 15,0 0-7-15,0-2-22 0,-5 1-6 0,-2 2-24 16,-1-1-28-16,-2 2-8 0,-9-2-5 0,14-2-14 15,-14 2 3-15,10-1-10 0,-10 1-8 0,0 0 8 16,6-3 12-16,-6 3 1 0,0 0 15 0,0 0-2 16,0 0 12-16,0 0 7 0,0 0 10 0,-23-11 8 15,16 11 10-15,7 0 0 0,-11-2 14 0,11 2 11 0,0 0 3 16,-13 2 5-16,13-2 4 0,-8 4 10 0,4-1 3 16,4-3 8-16,-7 13 15 0,6-1 1 15,-2-2 5-15,-1 4 0 0,2 4 1 0,0-3 0 16,0 3-2-16,-1-1 0 0,0 1-9 0,2-1 3 0,0-2-1 15,0 2 4-15,-1-4-7 0,2 3-2 0,-2-5-3 16,1 1 2-16,-1 0-5 0,1-2-4 0,0 2-6 16,0-4 1-16,-2 2-3 0,2-4-1 0,-2 1-2 15,1 0-5-15,2-7-1 0,-7 10 0 0,3-5-3 16,-1-1 2-16,5-4-9 0,-9 5 4 0,4-3-8 16,5-2-2-16,-10 4-7 0,0-3-3 0,10-1-7 15,-13 0-2-15,5 0 1 0,-2-3-4 0,10 3 0 16,-14-2-1-16,8 0-1 0,6 2 5 0,-11-3 0 15,5 1-1-15,6 2-1 0,-8-2 8 0,8 2-1 16,0 0-2-16,-7-5-2 0,7 5-9 0,0 0-4 16,0 0 3-16,0 0 4 0,0 0-1 0,0 0 0 15,0 0-3-15,28-2-3 0,-14 2-16 0,5 2-17 16,-5-2-8-16,6 1-16 0,0 0-18 0,1-2-12 16,0 1-8-16,-1-3 2 0,2 2 1 0,6 0 4 15,-7 0 13-15,-2-1 3 0,1 0 21 0,-1-2 10 16,-2 1 15-16,1 0 13 0,-5 0 15 0,-1 1 10 15,-1-1 22-15,-2 0 4 0,1-2 11 0,-5 2 8 16,0 0 3-16,0-2 10 0,-5 5 15 0,7-9 19 16,-5 6-1-16,-2 3-3 0,3-7 2 0,-3 7 1 15,0 0-2-15,0 0 0 0,-4-12-1 0,4 12-3 16,-7-4 7-16,7 4 1 0,-9-1-6 0,9 1-4 16,-15 2-2-16,6 2 2 0,0 1-4 0,-2 1-1 15,-1 0-11-15,3 3 0 0,-2-3-1 0,2 3-10 16,-5 2-2-16,4-4-5 0,2 1-2 0,1 2-5 15,5-2-3-15,-4-1-7 0,3 3 5 0,4-4-2 16,-1-6 0-16,4 13-5 0,-1-10 1 0,2 1-4 16,4 2 4-16,0-3-5 0,3-2-2 0,0 1 0 15,1-2-2-15,0-2 2 0,-2 0-3 0,2-2-3 16,-2-1 2-16,2-1 1 0,-4-1 0 0,0-2-2 0,0-1-1 16,1-2-2-16,-3-4 3 0,0 1-3 15,-3-1-3-15,1 1 1 0,-2-4 2 0,-3 2-1 16,1 0 0-16,0-9 0 0,-2 7 2 0,2 1-1 15,-2 2 0-15,1 1 12 0,0 5 7 0,-1 1 2 0,1 2-1 16,0 7-3-16,0-11 1 0,0 11-10 0,0 0-3 16,0-9-4-16,0 9 4 0,0 0 1 0,0 0-3 15,5 25 4-15,-5-6-3 0,0-3 4 16,0 9-1-16,0-4-3 0,-3-2 0 0,2 1 3 16,0-1-2-16,-1-1 0 0,1 2-6 0,-1-1 3 0,2-2-3 15,0-1-19-15,-2 2-17 0,2-4-29 0,0-2-32 16,2 0-31-16,-2-1-42 0,2-1-27 15,-2-2-38-15,0-1-160 0,0-7-425 0,3 10 188 16</inkml:trace>
  <inkml:trace contextRef="#ctx0" brushRef="#br0" timeOffset="180282.37">30347 12712 126 0,'0'0'245'0,"0"-11"-12"15,0 11-15-15,0 0-18 0,-7-11-9 0,7 11-11 16,-10-1-11-16,10 1 0 0,-17 5-17 0,7-1-5 16,0 2-18-16,-2 1-11 0,1 0-6 15,-3 4-12-15,5-3-10 0,0 1-7 0,1 0-10 0,2 1-7 16,1 0-8-16,2-1-4 0,1-1-3 0,2 0-5 16,1 1-8-16,1-3-17 0,5 4-18 0,2-5-23 15,0 2-34-15,2 0-21 0,2-2-55 0,0 0-37 16,4-2-27-16,-2-2-48 0,2-1-123 0,2-1-396 15,-2 0 175-15</inkml:trace>
  <inkml:trace contextRef="#ctx0" brushRef="#br0" timeOffset="180517.36">30533 12624 19 0,'1'-7'230'0,"-1"7"-18"0,0 0-13 15,0 0-17-15,0 0 0 0,7-3 2 0,-7 3-7 16,0 0-15-16,10 16-6 0,-6-7-10 0,1 2-11 16,0 1-14-16,0-2-8 0,3 4-9 0,-2-2-13 15,1-2-7-15,-4 3-10 0,6-1-5 0,-4-2-9 16,2 0-18-16,1-1-18 0,-1-2-25 16,-1 1-18-16,0 0-34 0,-3-2-33 0,3-1-26 15,0 0-38-15,-1-3-32 0,0 2-32 0,-5-4-112 0,5 4-351 16,-5-4 156-16</inkml:trace>
  <inkml:trace contextRef="#ctx0" brushRef="#br0" timeOffset="180717.45">30667 12657 188 0,'0'0'186'0,"0"0"-12"0,0 0 3 0,-9-2 3 0,9 2-8 16,-11 11-11-16,3-2-13 0,-5 2-11 0,2 1-7 15,-2 2-17-15,-2-1-9 0,3 1-11 0,-3 0-9 16,1 0-7-16,0 0-9 0,1-1-17 0,0-2-20 16,2 2-36-16,2-4-43 0,-2 0-41 0,4-1-42 15,0-1-35-15,1 0-141 0,6-7-330 0,-8 8 146 16</inkml:trace>
  <inkml:trace contextRef="#ctx0" brushRef="#br0" timeOffset="180988.27">30900 12563 87 0,'4'-4'253'0,"-4"4"-25"0,3-6-18 0,-3 6-16 16,0 0 4-16,0 0 3 0,0 0 0 0,0 0-11 15,-1 29-13-15,-1-12-11 0,-2 0-12 0,0 0-6 0,3 3-10 16,-2-4-11-16,2 4-13 0,0-2-10 15,-1-1-3-15,2 0-17 0,-4 0-6 0,3-3-3 16,1 1-5-16,1-2-13 0,-1-2-6 0,0-1-5 16,0-1-10-16,2-2-22 0,-2-7-20 0,-2 14-22 15,4-8-26-15,-2-6-38 0,1 12-32 0,-1-12-39 16,0 0-37-16,-1 12-26 0,1-12-32 0,-4 4-135 16,4-4-424-16,0 0 189 0</inkml:trace>
  <inkml:trace contextRef="#ctx0" brushRef="#br0" timeOffset="181250.06">30882 12575 5 0,'4'-11'175'0,"1"6"-5"0,1 0-11 16,-1 1-1-16,7 3-11 0,-2 2 0 0,-2 2-6 16,2 1-11-16,-2 4 3 0,-2 2-9 0,1 1-8 15,-1 1-8-15,-4 4-10 0,1 0-6 0,-2 0-8 16,-1 0-4-16,-2-1-6 0,-1-2-8 0,-1 0-1 15,2-4-4-15,-2 2-7 0,3-4-6 0,-1 0 0 16,0-1-6-16,2-6 0 0,-4 11-3 0,1-6-2 16,3-5-2-16,2 9 0 0,-2-9-6 0,5 8-3 0,0-5-1 15,-5-3-6-15,13 6-14 0,-4-4-28 16,2-2-35-16,0 3-39 0,2-3-34 0,5-1-52 16,0-2-36-16,1 1-132 0,-2-1-381 0,3-2 168 15</inkml:trace>
  <inkml:trace contextRef="#ctx0" brushRef="#br0" timeOffset="181496.46">31291 12679 152 0,'2'-10'174'0,"-2"10"2"0,2-9-6 15,-2 9 1-15,0 0-4 0,0-10-6 0,0 10-12 16,0 0-11-16,0 0-3 0,0 0-2 0,0 0-4 16,0 0-8-16,0 0-2 0,-22 25 6 0,17-13 3 15,-4 2-6-15,4 3-6 0,-2-2-8 0,0 2-1 16,2 0-5-16,-2 2-7 0,2-2-6 0,0 1-6 15,1-2-4-15,-1 1-1 0,3-2-10 0,0-3-5 16,0-1-6-16,0 2-5 0,1-2-6 0,-1 0-5 16,5-1-6-16,-3 0-5 0,0 1 4 0,2-1-6 15,-4-3-12-15,2-7-21 0,2 11-17 0,-2-6-35 16,0-5-29-16,0 10-39 0,0-10-42 0,0 0-46 16,0 0-54-16,-8 6-210 0,8-6-515 0,0 0 229 15</inkml:trace>
  <inkml:trace contextRef="#ctx0" brushRef="#br0" timeOffset="181657.16">31204 12855 124 0,'0'0'200'0,"6"-6"-2"0,-6 6-9 0,12-2-14 16,-6 1-17-16,-6 1-16 0,21-2-15 0,-10 1-35 15,8-2-32-15,-2 3-79 0,11-3-50 0,0 0-67 16,-6 1-72-16,7-3-223 0,2 1 99 0</inkml:trace>
  <inkml:trace contextRef="#ctx0" brushRef="#br0" timeOffset="181808.78">31713 12798 16 0,'0'0'195'16,"0"0"2"-16,0 0 3 0,0 0-8 0,0 0-12 15,0 0-14-15,0 0-16 0,-21 10-17 0,21-10-14 0,0 0-9 16,0 0-11-16,0 0-21 0,-1 9-27 0,1-9-37 15,0 0-51-15,0 0-42 0,4 10-40 16,-4-10-37-16,0 0-96 0,0 7-272 0,0-7 120 16</inkml:trace>
  <inkml:trace contextRef="#ctx0" brushRef="#br0" timeOffset="200516.47">21991 13514 101 0,'0'0'158'0,"-2"-7"-6"0,2 7 2 16,0 0-15-16,-3-8-12 0,3 8-11 0,0 0-10 15,0 0-14-15,0 0-11 0,0 0-11 16,0 0 1-16,0 0-6 0,0 0-4 0,0 0-2 16,8 27-3-16,-6-17-6 0,2 7-5 0,0-1 5 0,1 1-7 15,-1-2-1-15,-2 1-8 0,0-3 0 0,-1 0 0 16,-1 2-8-16,1-5 3 0,1 2-5 15,-2-1-2-15,0-3 0 0,0 2-6 0,0-4-1 16,0-6-1-16,1 11-2 0,-1-11 2 0,0 10 3 0,0-10-7 16,0 0 12-16,0 8 0 0,0-8 5 0,0 0 4 15,0 0 6-15,0 0-3 0,0 0-3 0,0 0 0 16,0 0-9-16,0 0 2 0,0 0-3 16,0 0-1-16,0-31-3 0,4 19-8 0,2 1 2 0,4-2 5 15,2-2-9-15,-1 0 0 0,3 2-1 0,0-3-3 16,0 2 0-16,2 1 0 0,-1 3-3 0,2-2 0 15,-2 6-3-15,2-2 0 0,-5 5-2 16,0-2 8-16,1 5 10 0,-2 0-4 0,2 0-3 0,5 3 3 16,-5 2-2-16,-1 3-3 0,0-2 4 0,1 2-6 15,-4 1 4-15,2 3-3 0,-3-3-2 0,-1 1 10 16,0 2-9-16,-2-1 6 0,1 3-5 0,-3-2-3 16,1-2-19-16,-2 0-19 0,1 2-32 0,-3-3-40 15,1 2-43-15,0-1-37 0,-1-1-156 0,-2-1-373 16,2-8 166-16</inkml:trace>
  <inkml:trace contextRef="#ctx0" brushRef="#br0" timeOffset="200807.84">22570 13721 108 0,'1'5'145'0,"-1"-5"10"0,7 10-10 15,-3-5-1-15,1 3-8 0,2-4-5 0,2 0-9 16,0 0-15-16,4-2-5 0,-2-2-4 0,1 1 2 16,2-2-9-16,-1 0-6 0,1-2-2 0,-4 1-2 15,3-2 0-15,-2-2-5 0,0 0 1 0,-2-1-4 16,-2 0-5-16,0 0 3 0,-4 1-11 0,-1-1-6 16,-2 7-2-16,2-17-3 0,-4 7-8 0,-3 1-3 15,-1 0-6-15,-4 1-4 0,1 2-3 0,-2 1 0 16,-2-1-12-16,0 3-7 0,-1 1-17 0,1 2-11 15,-1 0-26-15,0 2-24 0,-1 5-36 0,2-4-39 16,3 2-30-16,2 1-177 0,-2 1-382 0,4-1 170 16</inkml:trace>
  <inkml:trace contextRef="#ctx0" brushRef="#br0" timeOffset="201042.11">22957 13377 182 0,'0'0'212'0,"3"-10"-21"15,-3 10-20-15,2-5-18 0,-2 5-4 0,0 0 2 16,0 0-9-16,12 17-3 0,-8-5-8 0,0 5-10 16,-2 1-12-16,2 9-10 0,1-3-8 0,-2 3-13 15,0-1-3-15,0-2-11 0,-3-5-17 0,0 6-25 16,0-4-27-16,0-4-35 0,0 2-38 0,0-3-49 15,1-1-41-15,1-2-151 0,-2-3-344 0,0-10 152 16</inkml:trace>
  <inkml:trace contextRef="#ctx0" brushRef="#br0" timeOffset="201447.08">23260 13566 66 0,'0'0'206'16,"0"0"2"-16,0 0-7 0,0 0-15 0,-20 19-14 0,12-13-19 16,3 4-13-16,0 0-11 0,0 0-13 15,1 0-11-15,1 2-11 0,1-5-10 0,-1 3-9 16,2 1-5-16,1-3-9 0,1-2-3 0,2 1-7 16,-3-7-2-16,5 11-4 0,-3-6-6 0,4 0 0 15,-1-1-4-15,-5-4 0 0,15 1-8 0,-9-2 0 0,-6 1-4 16,18-6 4-16,-10 2-8 0,0-2-2 0,-1-3 0 15,1 2-1-15,0 1-2 0,-3-5-1 16,1 2-1-16,-2-2-3 0,0 0 1 0,0 0 0 16,1 0-3-16,-3 0-3 0,-1 1 3 0,1 2-2 0,-1 1 5 15,-1 7-1-15,3-10-1 0,-3 10-1 0,1-6 1 16,-1 6-7-16,0 0 0 0,0 0-5 16,0 0 5-16,0 0-1 0,0 0 0 0,0 0 0 15,0 0 0-15,5 22 0 0,-4-14 2 0,2 1-1 16,-2 1-1-16,3 0 1 0,-3-1-3 0,4 1 1 0,-2-2 1 15,-1 0-17-15,0 1-9 0,-1-2-30 0,0-1-30 16,-1-6-42-16,3 11-34 0,-2-6-35 16,-1-5-146-16,0 8-369 0,0-8 164 0</inkml:trace>
  <inkml:trace contextRef="#ctx0" brushRef="#br0" timeOffset="202134.26">23640 13569 20 0,'-7'-3'146'0,"7"3"-6"0,-7-4 9 16,7 4-14-16,-8-3-6 0,8 3-4 0,-9-1 1 0,9 1-10 15,-14 1-8-15,8 2-2 0,6-3-6 0,-16 6-5 16,7 1-4-16,0 0-5 0,2 2 1 16,-2 0-6-16,2 0-7 0,2 4-2 0,0-3-7 15,1 2-7-15,-1-1 1 0,3 2-9 0,0-1-6 16,4-2-2-16,-4-1-3 0,6 1-2 0,-1-2-5 0,-1-2-3 16,2 1-1-16,0-3-2 0,1 3-1 15,0-4-2-15,-1 0-2 0,-4-3 4 0,13 4-4 16,-13-4-1-16,10-4 3 0,-10 4 4 0,10-6-6 15,-3 2 0-15,-4-1 0 0,1-1-3 0,0-2 3 0,1-1-7 16,-2-1 0-16,-2 3-1 0,0-1-1 0,1 1-2 16,-2-2-2-16,-2-2 0 0,1 2-2 0,-1 1-3 15,-1-2-3-15,0 4-1 0,3 6-8 16,-6-13-8-16,2 7-11 0,0 2-17 0,-2-1-18 0,6 5-20 16,-9-5-24-16,9 5-21 0,-6-2-29 0,6 2-29 15,0 0-155-15,0 0-370 0,-13 5 163 0</inkml:trace>
  <inkml:trace contextRef="#ctx0" brushRef="#br0" timeOffset="202590.4">23880 13559 122 0,'-13'-2'215'0,"7"0"-10"16,6 2-10-16,-17 0-14 0,17 0-16 0,-16 5-14 15,3 3-5-15,3-3-14 0,-6 5-11 0,2 1-10 16,1 0-11-16,-1 2-10 0,4 0-9 0,0 0-5 16,4-2-9-16,0 2-7 0,1-2-4 15,3-1-3-15,0 0-9 0,2 0-5 0,2-2-2 0,2-3-3 16,-1 0-4-16,4 0 0 0,2-3-6 0,-3 1 4 16,3-3-14-16,1 0-3 0,2-3-4 0,-2 0-6 15,0-2-2-15,0-1 0 0,-1-1-1 0,-1-5-2 16,1 5 4-16,-1-8-2 0,-3 1 2 0,3-2-1 15,-5 1 1-15,4-1-2 0,-5 0 2 0,1 0-1 16,-3-4 1-16,1 3-2 0,2-9 2 0,-3 8-1 16,0 0 1-16,0-1-2 0,0-6 10 0,-3 5-10 15,2 1 2-15,-1 1 10 0,0 7 5 0,2-2 1 0,-1 2 10 16,-1 4 2-16,2 7 0 0,0-11-4 16,0 11-5-16,-3-6-2 0,3 6-5 0,0 0 2 15,0 0 7-15,5 24 2 0,-5-4 3 0,1 4 3 16,1 4-2-16,-2 0 7 0,-1 0-7 0,1-3 0 15,-5 2-6-15,3-3 0 0,2 2-5 0,-2-7 1 16,1 0-2-16,1 1 0 0,-2 6-9 0,-1-9-36 16,3-1-28-16,-1-1-46 0,-2 0-59 0,4-2-39 15,-1-1-56-15,0-12-131 0,-2 13-422 0,2-13 188 16</inkml:trace>
  <inkml:trace contextRef="#ctx0" brushRef="#br0" timeOffset="203159.28">24529 13545 41 0,'0'0'249'0,"0"0"-16"0,-5-8-17 0,5 8-18 15,0 0-22-15,0 0-20 0,-2-6-13 0,2 6-14 16,0 0-12-16,0 0-13 0,0 0-11 0,26 2-23 16,-12-2-21-16,-1 1-30 0,0 0-32 15,1 0-29-15,-1 0-26 0,1-1-15 0,-4 2-27 0,0-1-15 16,-1 0-6-16,-9-1-7 0,12 2-77 0,-12-2-230 15,10 0 101-15</inkml:trace>
  <inkml:trace contextRef="#ctx0" brushRef="#br0" timeOffset="203454.26">24693 13540 637 0,'0'0'-28'0,"0"0"20"0,7-4 9 0,-7 4 10 16,0 0 5-16,0 0 0 0,0 0-2 0,0 0 3 15,0 0-5-15,0 0 2 0,0 0 2 0,0 0 9 16,0 0 17-16,0 0 9 0,-9 23 10 0,7-13 16 16,-2 6 2-16,0 0 10 0,-1 2-2 0,-1 6 5 15,3-5 4-15,-2 5-1 0,1 1-3 0,0-6-6 16,-1 0 13-16,2 0-16 0,0-1-3 0,0-2-2 15,1 1-5-15,-1 0-8 0,-2-6-7 0,3 0-1 16,-2 0-7-16,1-1-7 0,-1 0-2 0,-2-1 0 16,1-2-8-16,1-3 0 0,4-4-4 0,-9 9-3 15,3-5 2-15,-1-3-11 0,7-1 3 0,-10 0-7 16,10 0-4-16,0 0 2 0,-13-8-2 0,13 8 1 16,-5-7-4-16,5 7 0 0,-4-12-3 0,4 6 1 15,0 6-1-15,-1-9-2 0,1 9-3 0,0 0 0 16,1-12 4-16,-1 12-8 0,6-3 4 0,-6 3 0 15,0 0 0-15,13 0 4 0,-13 0-10 0,17 3-19 16,-4-1-20-16,-4 2-22 0,4-2-23 0,1 0-38 16,4 4-24-16,0-5-34 0,2 1-144 0,-2 0-360 15,4-3 159-15</inkml:trace>
  <inkml:trace contextRef="#ctx0" brushRef="#br0" timeOffset="203857.79">25012 13814 45 0,'0'0'126'0,"0"0"7"0,-5-13 6 0,5 13 3 0,-8-7 7 16,2 4 5-16,6 3-3 0,-15-2-3 0,4 2-9 16,0 1-5-16,2 1-1 0,-2 3-13 0,-2 2-3 15,1 0-7-15,0 4-12 0,-1 0-6 0,2 1-12 16,4-2-7-16,-4 3-5 0,4-2-7 0,2-2-8 0,-3 1-2 16,6 0-7-16,0 0-3 0,1-2-4 15,1 0-3-15,0-8-3 0,4 10-3 0,2-6-3 0,-1 0-2 16,3-1-1-16,3-1-8 0,-3-2-2 15,3-2-5-15,0 0 2 0,0-2-3 0,0-2 3 0,-1-1-4 16,0-3 0-16,-1 1-1 0,2-3-1 16,-2-4 1-16,-1 2 0 0,0-4 0 0,-5 2 0 15,0-2-4-15,1 2 5 0,-4-4-1 0,0 1-1 16,0 1 0-16,-2 2-1 0,0-4-2 0,1 3-1 16,0 0 2-16,1 6 8 0,-1 2 8 0,1 0 5 15,-1 2 6-15,1 7-4 0,1-8-6 0,-1 8-2 16,0 0 0-16,0 0 1 0,0 0 4 0,0 0 2 15,1 26-3-15,1-11 4 0,-2 3 3 0,2 2 1 16,-2 6 0-16,-2-3-5 0,2-2-2 0,2 5-5 0,0-7 0 16,-1 0-2-16,2 1-14 0,-3-3-24 0,2 1-25 15,0-3-39-15,-2-3-32 0,2 0-44 16,1-2-38-16,-2-1-28 0,2-2-181 0,-1 0-443 16,2-4 196-16</inkml:trace>
  <inkml:trace contextRef="#ctx0" brushRef="#br0" timeOffset="204070.45">25212 13814 126 0,'0'0'218'0,"0"0"1"16,-17 5-3-16,12 1-4 0,-3 0-8 0,-1 2 6 16,3 3-14-16,0-2-17 0,-1 3-13 0,-2 2-20 15,4-4-12-15,-1 3-13 0,3-2-13 0,1 1-8 16,0 0-13-16,2-1-18 0,2-2-23 15,-1 1-29-15,1-2-32 0,2 0-29 0,0-2-36 0,6-2-36 16,-1 1-44-16,3-2-23 0,0-2-28 16,1-1-117-16,-2-1-355 0,8-2 157 0</inkml:trace>
  <inkml:trace contextRef="#ctx0" brushRef="#br0" timeOffset="204229.34">25472 13827 128 0,'5'-5'194'0,"-5"5"-5"0,0 0-5 0,6-6-12 16,-6 6-14-16,10-2-14 0,-10 2-12 0,11 0-12 16,-11 0-16-16,18 0-19 0,-7 0-25 0,0 3-42 15,-1-3-44-15,3 0-43 0,-5-1-38 0,3 2-37 16,-3 0-80-16,-8-1-243 0,8 1 108 0</inkml:trace>
  <inkml:trace contextRef="#ctx0" brushRef="#br0" timeOffset="204365.44">25558 13901 147 0,'-4'4'156'0,"-2"2"-6"16,0-2 2-16,2 0-2 0,4-4-6 0,-7 8-7 16,3-3-13-16,0 0-8 0,4-5-11 0,0 0-7 15,4 11-10-15,-4-11-23 0,8 4-33 0,1-2-38 16,1-2-49-16,1-1-41 0,3-2-35 0,3 0-99 16,2-1-248-16,10-3 110 0</inkml:trace>
  <inkml:trace contextRef="#ctx0" brushRef="#br0" timeOffset="204680.45">25958 13782 77 0,'0'0'179'0,"0"0"1"0,0 0 2 15,0 0-8-15,0 0 4 0,0 0 0 0,-25 16-9 16,19-7-3-16,1 1-8 0,-2 1 0 0,4 0-7 16,-1 0-9-16,0 1-12 0,2 3-6 0,2-4-4 15,0-1-1-15,2 1-3 0,2-1-9 0,1 1-3 16,4-1-4-16,0-3-1 0,2-1 0 0,1 0 0 15,1-3-16-15,1 0 3 0,-1-2-3 0,7 0-7 16,-7-1 1-16,6-1-8 0,-6-2-7 0,1 2 1 16,-1-4-2-16,-2-2 1 0,3 1-5 0,-7-2-9 15,3-1 3-15,-2-1-4 0,1-2-4 0,-3 1-6 16,3-4 1-16,-4 1 8 0,-1-2-18 0,-4 3-3 16,1-4-5-16,-2 7-5 0,1-1 1 0,-4 2-2 0,-5-3 0 15,0 4-5-15,0 1-1 0,-7 1-18 16,3 1-29-16,-4 1-25 0,-4 4-25 0,0 2-31 15,-2 2-38-15,1-1-48 0,4 3-58 0,2 0-62 16,3-1-220-16,4 1-590 0,0 0 261 0</inkml:trace>
  <inkml:trace contextRef="#ctx0" brushRef="#br0" timeOffset="206430.72">26685 13830 53 0,'0'0'127'0,"0"0"-6"0,0 0-2 0,0 0 7 0,0 0-2 15,0 0 0-15,0 0 5 0,-6-4-6 0,6 4 1 16,0 0-8-16,0 0-8 0,0 0-13 0,0 0-5 15,-3-5-4-15,3 5 0 0,0 0-3 0,0 0-4 16,0 0-8-16,-6-5-3 0,6 5-6 0,0 0-5 16,0 0-3-16,0 0-6 0,0 0-2 0,0 0-3 15,0 0-4-15,0 0 0 0,0 0-10 0,0 0 1 16,0 0-4-16,0 0-3 0,0 0-1 0,0 0-5 16,0 0-2-16,0 0 1 0,0 0-4 0,0 0 0 15,0 0-2-15,0 0-2 0,0 0 2 0,-7-3 0 16,7 3-4-16,0 0 2 0,0 0-5 0,0 0 5 15,0 0-2-15,0 0-3 0,0 0 0 0,0 0 2 16,0 0-2-16,0 0 3 0,0 0-5 0,0 0 4 16,0 0-2-16,0 0 1 0,0 0-2 0,0 0 5 15,0 0 1-15,0 0-3 0,0 0 5 0,0 0 1 16,22 6 1-16,-22-6 3 0,16 2 0 0,-7-1-2 16,3 0-2-16,1 2 0 0,1-3-2 0,3 0-1 15,-2 0 2-15,4 1-5 0,-1 0 2 0,2-2-3 16,1 1-15-16,-3-1-18 0,-7 3-28 0,3 0-27 15,-5-2-38-15,3 1-34 0,-7-1-35 0,-5 0-24 16,7 5-126-16,-7-5-368 0,0 0 163 0</inkml:trace>
  <inkml:trace contextRef="#ctx0" brushRef="#br0" timeOffset="206623.41">26636 13998 28 0,'7'7'182'0,"-7"-7"-2"0,9 2-14 16,0-1-5-16,0-1-12 0,4 0-14 0,1 0-16 15,4-1-3-15,2 1-21 0,0 0-4 0,-4 0-27 0,4 1-29 16,-7-2-30-16,1 1-28 0,-1 1-43 16,1-2-32-16,0-1-36 0,0 2-68 0,-1-1-217 15,3-2 97-15</inkml:trace>
  <inkml:trace contextRef="#ctx0" brushRef="#br0" timeOffset="208592.95">22008 14486 106 0,'0'0'193'15,"-8"-5"-17"-15,8 5-18 0,0 0-18 0,-5-5-15 16,5 5-4-16,0 0-6 0,0 0-2 0,19 32 0 16,-9-9 0-16,3 3-10 0,0 3-7 15,2 2 5-15,-1-1-9 0,0 3-9 0,8 9-7 0,-8-10-5 16,1 0-19-16,2-1-6 0,-4-3-7 0,3-3-3 15,1 1-1-15,-2-4-2 0,-4-3-4 0,5 1-1 16,-3-8-4-16,-3 1 2 0,-1-3-3 0,1-3 4 16,-2 1-1-16,-3-2 9 0,2-3 6 15,-1-1 6-15,0-1 0 0,-6-1 2 0,12 0 0 0,-12 0-2 16,13-10 2-16,-7 0 0 0,-1-1-5 0,4-7-5 16,0-5-1-16,1-3-3 0,-2 0-4 0,1-3-1 15,2-3-1-15,-2 2-5 0,2-2-1 16,-1 3 1-16,-1-3 3 0,1 2-11 0,0 3-5 15,-2-1 1-15,-2 2-3 0,1 7 3 0,-2 7-1 16,0-3-8-16,-1 6-18 0,-2 4-35 0,1-1-27 0,1 2-15 16,-4 4-12-16,0 0-22 0,0 0-37 0,0 0-29 15,19 22-39-15,-15-6-153 0,-1 3-415 0,0 7 184 16</inkml:trace>
  <inkml:trace contextRef="#ctx0" brushRef="#br0" timeOffset="209046.42">22772 14923 15 0,'-10'-2'208'0,"-1"1"-5"0,-6 1-10 0,-1 0-7 16,-3 1-10-16,1 3-9 0,2 3-9 0,-3 1-17 0,5-1-5 15,-1 3-19-15,2-1-10 0,0 4-9 0,2 0-13 16,1 3-9-16,2-1-5 0,2 3-7 0,1-3-7 15,3 1-8-15,1 1-3 0,3-1-2 16,3-5 2-16,0 1-9 0,2-3-2 0,2 1-5 16,1 0-1-16,2-5-2 0,2 2-1 0,-2-4-4 15,3 1 1-15,5-5-8 0,-6 1 3 0,6-4-1 0,1-2 0 16,-3 0-2-16,2-3 4 0,-4-1 1 0,1-1-2 16,-2-1-1-16,-2-2 7 0,1-1 0 15,-3-1 2-15,-1 0-3 0,2-4 4 0,-5 1-4 16,1-5 0-16,-1 0-3 0,-2-2 1 0,-2 6 0 15,-1-5-4-15,-1-1 0 0,1 7 3 0,-1 0-1 16,2 2-1-16,-1 2 6 0,-1 4 6 0,-1 1 1 16,1 2-1-16,1 8-4 0,0-10-8 0,0 10-4 15,0 0 8-15,0 0-11 0,0 0-4 0,0 0-1 16,0 0 1-16,3 32 0 0,-3-6 0 0,-2-2-4 16,1 4 4-16,0-2-5 0,1 2 7 0,1-1-6 15,-2-2 4-15,1-1-5 0,2 2-11 0,-3-1-22 0,1-7-32 16,1-1-29-16,1-1-43 0,-1 1-30 15,0-5-48-15,3-1-51 0,0-3-145 0,-4-8-443 16,6 10 196-16</inkml:trace>
  <inkml:trace contextRef="#ctx0" brushRef="#br0" timeOffset="209261.87">23168 14927 162 0,'-15'3'206'0,"5"2"-3"0,-1 0-11 16,-2 5-5-16,2 2-15 0,-3-1-9 0,1 4-12 16,6-2-12-16,-1 1-10 0,3 2-11 0,1 0-11 15,1 0-9-15,2 1-13 0,2-2 0 0,-1-2-16 16,4-2-21-16,1 0-14 0,2 4-30 0,-1-6-32 16,3-2-41-16,0 1-41 0,0-5-42 0,5 1-23 15,-1-3-128-15,0-2-329 0,4-2 145 0</inkml:trace>
  <inkml:trace contextRef="#ctx0" brushRef="#br0" timeOffset="209395.31">23527 14997 23 0,'0'0'95'0,"8"-2"-2"0,-8 2-17 0,9-1-22 15,-9 1-32-15,0 0-29 0,14 3-22 0,-14-3-26 16,4 4-59-16,-4-4 26 0</inkml:trace>
  <inkml:trace contextRef="#ctx0" brushRef="#br0" timeOffset="209532.37">23544 15070 112 0,'0'0'128'0,"-3"10"-6"16,3-10-13-16,-1 10 0 0,1-10-8 0,1 11-8 16,2-5-12-16,3-2-5 0,-2 1-5 0,2-2-21 15,-6-3-25-15,22 7-38 0,-9-6-32 0,6-1-48 16,-1-2-62-16,12-1-167 0,-4-2 74 0</inkml:trace>
  <inkml:trace contextRef="#ctx0" brushRef="#br0" timeOffset="210170.24">23612 14938 106 0,'-12'-1'194'0,"12"1"-9"15,0 0-4-15,0 0-4 0,0 0-10 0,-10-1-3 0,10 1-9 16,0 0-9-16,0 0-13 0,0 0-14 0,0 0-10 16,0 0-10-16,25-15-10 0,-13 12-11 0,10-3-6 15,-1-1-8-15,6 1-8 0,3 2-19 16,-5-1-27-16,-2 1-27 0,5 1-32 0,-10 2-41 15,3-2-41-15,-2 3-29 0,-6 0-156 0,-1 0-342 16,-3 0 152-16</inkml:trace>
  <inkml:trace contextRef="#ctx0" brushRef="#br0" timeOffset="210348.15">23675 15118 39 0,'-2'7'194'0,"2"-7"-8"0,0 0-14 16,15 4-12-16,-1-3-11 0,4-2-14 16,13 3-15-16,1-2-11 0,5 1-25 0,2-2-40 15,11 1-40-15,2-2-49 0,-15 0-53 0,0 1-112 16,1-2-226-16,-4 1 101 0</inkml:trace>
  <inkml:trace contextRef="#ctx0" brushRef="#br0" timeOffset="211166.11">24916 14685 137 0,'-5'-8'206'0,"5"8"-6"15,-4-5-9-15,4 5-14 0,0 0-14 0,-2-6-20 16,2 6-12-16,0 0-12 0,0 0-9 0,0 0-1 16,0 0 3-16,0 0 2 0,11 34-8 0,-4-16-2 15,2-1-8-15,1 7-27 0,0 2-6 0,0 0-8 16,0-3-3-16,-3 2-4 0,2-7-5 0,0 0-2 16,-1-1-6-16,-1 1-1 0,2-1-1 0,-1-3 1 15,0 0-3-15,-3-3 2 0,1-2-4 16,-1 0 2-16,4-1-2 0,-5-3 1 0,-1 0 1 0,1 0 6 15,0 2 5-15,-4-7 14 0,4 3 0 0,-4-3 4 16,0 0-8-16,0 0-3 0,0 0 1 0,17-15-7 16,-11 6-1-16,-2-2 4 0,5-3-13 0,-3-4-3 15,0 2 3-15,0-3-8 0,3-5 0 16,1-1-8-16,-3 1 1 0,-1-1 0 0,0 0-2 0,2 7-2 16,-3 1-1-16,3-1-4 0,-2 4-15 0,1 3-17 15,-1 2-26-15,0 2-28 0,-3 0-45 0,-3 7-47 16,8-7-13-16,-8 7-35 0,0 0-18 0,16 3-18 15,-16-3-146-15,7 11-432 0,-7-11 193 0</inkml:trace>
  <inkml:trace contextRef="#ctx0" brushRef="#br0" timeOffset="211646.18">25314 15035 56 0,'-1'8'171'0,"-1"-3"-4"0,-2 1 6 16,4-6-1-16,-2 10-1 0,2-10-6 0,-4 9-6 15,4-9-1-15,-4 6-3 0,4-6-3 0,0 0 2 16,0 0 5-16,-2 6-2 0,2-6 6 0,0 0-16 16,0 0-13-16,0 0-18 0,0 0-4 0,0 0-11 15,0 0-11-15,-8-22-12 0,7 16-6 16,1 6-8-16,4-22-10 0,-1 13-2 0,1-4-9 16,1-3-2-16,4 2-9 0,-2 0-4 0,4 2-5 15,2-1 3-15,-3 5-7 0,7-2-5 0,-6 4 1 0,3 4-2 16,4 1-6-16,-4 1 4 0,3 1-6 0,2 7 1 15,-4 0-1-15,-1 2 0 0,-1 3-5 0,1-1 1 16,-3 2-3-16,0-2 4 0,-2 4-2 0,-4-5 0 16,0 1 2-16,-2-2 7 0,0-1-12 15,-1 0 13-15,0-2-9 0,-2 0 0 0,0-7 1 0,2 10 5 16,-2-10-2-16,-6 7 1 0,6-7 1 0,-7 2-1 16,7-2 0-16,0 0 0 0,0 0-1 0,-18-6 4 15,18 6-10-15,-5-10 0 0,4 0 2 0,1 10-1 16,1-16 4-16,4 4-3 0,0 2 3 15,2-3-3-15,3-1 0 0,3-1-2 0,1 1 1 0,0 1-4 16,2 4 2-16,1 0-4 0,-2 2 3 0,-2 4 0 16,0 0-1-16,-2 3-3 0,3 1 0 0,-5 1 3 15,2 2-6-15,-1 3 8 0,-1 1-1 0,1 5-1 16,-5-2 3-16,4 5-2 0,-2-1-2 16,-5 2-12-16,2-2-23 0,-4 2-21 0,0-5-30 0,0 5-30 15,-2 2-41-15,0-3-62 0,-4 0-52 0,1-6-170 16,-1 1-483-16,0-3 213 0</inkml:trace>
  <inkml:trace contextRef="#ctx0" brushRef="#br0" timeOffset="211905.76">25052 15415 188 0,'-4'5'217'0,"0"-3"-1"0,4-2-8 16,0 0-10-16,15 12-8 0,5-9-11 16,8 1-9-16,7-1-18 0,17-3-1 0,0 0-13 15,1-1-1-15,6-3-1 0,3-1-20 0,2 4-12 0,-3-3-8 16,-1 1-9-16,-4-1-2 0,-6 3-14 16,-14 1-16-16,-3 0-18 0,-4-1-15 0,-8 2-30 15,-8-1-34-15,-1 1-29 0,-5-1-27 0,1 4-32 16,-8-4-33-16,5 9-35 0,-8-1-177 0,3-8-404 15,-20 15 179-15</inkml:trace>
  <inkml:trace contextRef="#ctx0" brushRef="#br0" timeOffset="212212.54">25183 15632 2570 0,'-7'-9'120'0,"2"-1"-25"0,-1 2-47 0,0 1-9 16,4-1-7-16,-1 1 27 0,3 7 10 0,-2-10 1 15,2 10 1-15,-3-6-6 0,3 6 2 0,0 0-4 16,0 0 9-16,0 0-1 0,0 0-6 0,0 0 6 16,32 15-7-16,-23-4 14 0,0 3-24 0,-1 0-4 15,2 1-6-15,-6 3 2 0,1-2-7 0,-3 0-4 16,2 1 9-16,-1-4-15 0,-3-1 4 0,2 0 8 16,-3-1-4-16,0-1 1 0,-2-1 0 0,3-3 5 15,0-6-14-15,-6 10 8 0,2-4 6 0,4-6-7 16,-7 8-8-16,2-5-6 0,5-3 7 0,-10 5-21 15,4-4-19-15,6-1-24 0,-13 3-21 0,13-3-21 16,-14-1-20-16,6-2-22 0,8 3-24 0,-15-1-28 16,9-2-32-16,6 3-36 0,-9-6-18 0,7 0-27 15,2 6-200-15,-4-12-523 0,4 12 231 0</inkml:trace>
  <inkml:trace contextRef="#ctx0" brushRef="#br0" timeOffset="212486.01">25491 15480 65 0,'7'-7'158'0,"-7"7"18"0,8-5 7 0,-8 5 6 16,7-4 2-16,-7 4 4 0,0 0-17 0,8-6-4 15,-8 6-10-15,0 0-9 0,0 0-13 0,0 0-4 16,0 0 1-16,0 0 0 0,0 0-7 0,0 0-4 16,-3 25-2-16,3-25-5 0,-5 19-10 0,3-9-20 15,1-1-4-15,1 3-6 0,0 0-8 0,-3 1-7 16,2-1-6-16,2 4-6 0,0-4-3 0,1 1-11 15,-4-2 1-15,4 1-3 0,-2-1-2 0,1 1-8 16,-1-3 1-16,2 0-16 0,-2-1-16 0,0-8-11 16,3 11-18-16,-3-4-17 0,2-2-27 0,-2-5-20 15,2 7-22-15,-2-7-21 0,0 0-21 0,0 0-31 16,0 0-28-16,-9 10-28 0,9-10-161 0,0 0-442 16,0 0 195-16</inkml:trace>
  <inkml:trace contextRef="#ctx0" brushRef="#br0" timeOffset="212731.94">25287 15535 180 0,'0'0'194'0,"-5"-2"-17"0,5 2-5 16,0 0 0-16,0 0 11 0,0 0-11 0,27-8-4 16,-9 4-7-16,6 1-4 0,3 1-6 15,2-3-6-15,1-1-9 0,2 0 0 0,1 2-9 0,-2-1-15 16,-3 1-5-16,0 1-6 0,-7 0-11 0,-4 0-3 15,2-1-11-15,-6 4-9 0,-1-3-5 0,-1 3-10 16,-5 0-7-16,-6 0 5 0,14 0-17 0,-14 0-10 16,9-2-18-16,-9 2-16 0,0 0-23 15,11 0-19-15,-11 0-15 0,0 0-25 0,0 0-41 16,0 0-38-16,0 0-43 0,0 0-213 0,0 0-461 16,-27 18 204-16</inkml:trace>
  <inkml:trace contextRef="#ctx0" brushRef="#br0" timeOffset="213509.73">22135 16263 12 0,'-10'-1'125'0,"10"1"-7"0,-5-4-7 0,5 4-12 16,0 0-6-16,0 0-9 0,0 0 5 0,0 0-5 15,0 0-7-15,21 12-1 0,-10-11 0 0,8 1-4 16,2 2 0-16,9 0 7 0,2 0-3 0,4-2 0 15,15 1 6-15,7 0 0 0,1-2 1 16,5 2-4-16,2-5-5 0,30 0-7 0,0-1 3 0,-3 3-4 16,0-1-5-16,6 2-2 0,-4-1 19 0,5 3-6 15,-1-2-5-15,1-1 0 0,1 0-9 0,6 4 2 16,-4-5-6-16,3 1-3 0,1-4-3 0,-2 8 5 16,4-6-2-16,-6 2 1 0,5-2-2 0,-1-1 6 15,-1 3-1-15,-4 0 5 0,-1 2 5 0,-2-2-11 16,-10-2-1-16,-23 2-7 0,0-3 7 0,26 5-10 15,-31-2 2-15,-6 1-1 0,-1 1-5 0,0 0-2 16,-17-2-4-16,-5 4 0 0,-2-4-8 0,0 1-1 16,-12 2 0-16,-1-2 0 0,-5-1-7 0,0 1-14 15,-6-2-22-15,-6 1 13 0,0 0-13 0,0 0-28 16,0 0-29-16,0 0-29 0,0 0-31 0,-55-10-23 16,23 7-40-16,-6 2-24 0,-16-5-20 0,-6 0-175 15,-1 5-452-15,-30-2 201 0</inkml:trace>
  <inkml:trace contextRef="#ctx0" brushRef="#br0" timeOffset="-214603.75">22762 16366 5 0,'-14'-7'84'0,"4"-1"-8"0,2 4-11 16,-3-2-4-16,0 0-1 0,0-1 4 0,-5-1-9 15,3-3 15-15,-2 1-5 0,-2-2 3 0,0-2 2 16,-5-5-1-16,-1 4 12 0,0-4-13 0,1 1 2 16,-4-7-3-16,1 6-1 0,-1-3 3 0,1 1-22 15,-2 0 4-15,-1 0-5 0,1 0 0 0,0-1-9 16,-1 1 1-16,1 1-5 0,0-3-2 0,2 1 0 16,-1-2-3-16,3 0 7 0,-2-2-10 0,-2-1 0 15,-4-9-1-15,1-1-6 0,9 7 10 0,1-2-2 16,-2-10-2-16,5 10 3 0,-1-14-2 0,2 2 4 15,8 11-4-15,-2-15-2 0,1 0 1 0,7 14-2 16,-4-12-2-16,6 11 0 0,4-9 0 0,0 10-3 16,-3-12-3-16,4 11-1 0,2 1 2 0,-2 0-1 15,5-12 0-15,0 13-3 0,1 0 0 0,-2-1 1 16,6 5 4-16,-4-2-9 0,5 4 7 16,-1-2-3-16,3 1-6 0,0-1 3 0,1 3 0 0,-2-3-1 15,1 6-2-15,2 0-5 0,-2 1 1 0,1 3 1 16,1 0-1-16,-4 8 4 0,0-3-2 0,-2 3-1 15,3-2-3-15,-2 5 4 0,2-1-2 0,0-1 3 16,0 1-5-16,3 0 7 0,0 0-6 0,7 0 3 16,-2 0-3-16,2-1 3 0,3 2-1 0,-3-1-2 15,3 3 0-15,1 4 2 0,-2-3-3 0,6 1-5 16,-1-1 8-16,0 0-2 0,1 2-1 0,5 0-8 16,-4 2 1-16,2-5-2 0,0 3-3 0,12-1 4 15,-10 0 2-15,-2 1 5 0,1 1-10 0,0-2 2 16,1 1 1-16,-1 1 1 0,1-1 1 0,10 1-2 15,-12 0 3-15,2-1 0 0,12 2-1 0,-1 1 3 16,-1-3-2-16,-9 3 2 0,10-2 2 16,-11 2-4-16,14-3 4 0,-3 3-3 0,-13-1 3 15,13-2 2-15,-12 3-2 0,13 2-3 0,-1-2 7 16,-13 1 0-16,13-1-5 0,1 0 2 0,-1 1-1 0,0 2 15 16,-1-1-15-16,1 1 3 0,-1-2-3 0,3 4 2 15,4-3-1-15,-5 5-2 0,5-3 2 16,-2-1 3-16,3 0-5 0,-1 1 3 0,3 0 2 15,3-3-1-15,0 4-4 0,-1-4 2 0,2 1 5 16,-2 3-9-16,-1-3 3 0,4 1-2 0,-2-2 9 16,2 0-5-16,1 2-1 0,-1-1 0 0,25 2 2 0,-31-1 1 15,3 2 4-15,1 0-10 0,2-2 6 0,-6 1-2 16,2-2 0-16,-1 2-1 0,-3 0 3 16,0 0-4-16,-1-1 5 0,1 4-3 0,-3-4-1 0,-1 2 2 15,-3-3-1-15,-14 1-2 0,15 1-2 16,-13 3 1-16,-2-5 13 0,3 4-12 0,-3-3-1 15,0-1 1-15,-3 8 6 0,-1-3-6 0,-1-1 5 16,-6 1-6-16,-5-3 5 0,0 1-6 0,-1-1 5 0,-2 0-3 16,-3-1 3-16,-3 3-1 0,0 0 2 0,0-1-2 15,-2 0 5-15,-2 3 3 0,2-1 3 16,-9-7-1-16,11 18 3 0,-8-9-6 0,-1 1 4 16,2 3-3-16,0 2 3 0,-2 1 4 0,2 3-2 15,-4-1-1-15,0 8 0 0,-4 2-1 0,2-1 5 16,-2 0-1-16,0 4 2 0,1 0 0 0,-1-2-1 15,-2 2-1-15,1 1 1 0,2 0 0 0,-1 3-3 16,1-2 1-16,-3 3 0 0,0-2-6 0,1-1 7 16,1 1 3-16,-2 1 0 0,-2-1 5 0,6 1-6 15,-1-2-1-15,-1 3-3 0,2-5 0 0,-2 0-2 16,0 0 0-16,0-1-1 0,2 0-2 0,-2 3-1 16,1-4 1-16,-1 2 0 0,2-4-1 0,2 3 0 15,0-3-3-15,2-2 1 0,-2-6-2 0,2 1-2 16,0-2 4-16,1 1 2 0,1-2-2 0,0-2-2 15,-4-2 0-15,2 1 0 0,2 0 2 0,-2 1-5 16,0 1 2-16,-2-1 0 0,0-2-1 0,0-1 2 16,0 0-3-16,-4 3 3 0,0-2-1 0,2 3 1 15,-4 1 1-15,-3-2 0 0,0-2-3 0,-1 2 2 16,-3 0 1-16,-3-3-1 0,-1 1-1 0,-1-1-3 16,-2-2 1-16,-3 1 4 0,-2 1-2 0,-2-2 1 15,-2 2-1-15,-4-4 1 0,1 1 3 0,-2 1 0 16,-1-4 7-16,-17 4 1 0,14-3-1 0,-16 2-1 15,0 0 4-15,0-4-2 0,-2 2-1 0,0-4-2 16,-1-1 1-16,-6 1-4 0,-2 0 1 0,-27 2-6 16,2-3 5-16,26 2-1 0,-28-7-5 0,1 6 4 15,24-3-1-15,-25 0 0 0,25 2 2 0,-21 1-2 16,26-1 2-16,0 0-5 0,4-2-5 0,1 0-12 16,4-2-11-16,13 2-26 0,-11-5-34 0,16 0-31 15,1-1-42-15,3 0-34 0,2-2-192 0,9 0-416 16,2 0 185-16</inkml:trace>
  <inkml:trace contextRef="#ctx0" brushRef="#br0" timeOffset="-211612.45">25475 15975 151 0,'0'0'150'0,"0"0"-12"16,0 0-12-16,8 0-18 0,-8 0-7 0,0 0-8 15,0 0-10-15,0 0-10 0,0 0-4 0,0 0-6 16,14-4 6-16,-14 4 2 0,0 0 11 0,0 0-15 16,0 0 7-16,0 0-2 0,0 0-5 0,0 0-15 15,7-1-2-15,-7 1-3 0,0 0-4 0,0 0-1 16,0 0-5-16,0 0-3 0,0 0-3 0,0 0-5 16,0 0-3-16,0 0-1 0,0 0-4 0,0 0 3 15,0 0-4-15,0 0 0 0,0 0 0 0,0 0 2 16,0 0 9-16,0 0-4 0,6 6 0 0,-6-6-4 15,0 0 4-15,0 0-6 0,0 0 0 0,0 0-2 16,3 5 0-16,-3-5 1 0,0 0-3 16,0 0-2-16,0 0-4 0,0 0 4 0,0 0-3 0,0 0-3 15,0 0-1-15,0 0 4 0,0 0-3 0,0 0-2 16,0 0-1-16,0 0 3 0,0 0-3 0,0 0 4 16,0 0-4-16,0 0 3 0,0 0-2 0,0 0 0 15,0 9-4-15,0-9 1 0,0 0 4 0,0 0-4 16,0 0-3-16,0 0 6 0,0 0-3 0,0 0 1 15,0 0-1-15,0 0-2 0,0 0 1 0,0 0 0 16,0 0 2-16,0 0 0 0,0 0-4 0,0 0 2 16,0 0-1-16,0 0 0 0,0 0 2 0,0 0-2 15,0 0 3-15,0 0 1 0,0 0-2 0,0 0 1 16,0 0 2-16,0 0-3 0,0 0 1 16,0 0 3-16,0 0-4 0,0 0-4 0,0 0 5 0,0 0-3 15,0 0-1-15,0 0 1 0,0 0 2 0,0 0-1 16,0 0-1-16,0 0-1 0,0 0 2 0,0 0 0 15,0 0 0-15,0 0-1 0,0 0 5 0,0 0-2 16,0 0-4-16,0 0 5 0,0 8 0 0,0-8-4 16,0 0 3-16,0 0-1 0,0 0 0 0,0 0-2 15,0 0 1-15,0 8 1 0,0-8-2 0,0 0 5 16,0 0-4-16,0 0 2 0,0 0-1 0,0 0 0 16,0 0 2-16,0 0-5 0,0 0 4 0,0 0-2 15,3 6 2-15,-3-6-4 0,0 0 3 16,0 0 2-16,0 0-4 0,0 0 0 0,0 0-2 0,0 0 1 15,0 0 0-15,0 0 4 0,0 0-3 0,0 0 0 16,0 0 0-16,0 0 1 0,0 0 1 0,0 0-2 16,0 0 0-16,0 0-3 0,0 0-4 0,0 0-2 15,0 0-12-15,0 0-4 0,0 0-5 0,0 0-13 16,0 0-11-16,0 0-17 0,0 0-11 16,0 0-19-16,0 0-17 0,0 0-10 0,0 0-7 0,0 0-9 15,0 0-114-15,0 0-282 0,0 0 125 0</inkml:trace>
  <inkml:trace contextRef="#ctx0" brushRef="#br0" timeOffset="-203099.52">15292 4095 8 0,'0'0'19'0,"0"0"-3"0,0 0-3 0,0 0-1 15,0 0 5-15,0 0-11 0,0 0 4 0,0 0 2 0,0 0 1 16,0 0-3-16,0 0 0 0,0 0-2 0,0 0 4 16,0 0-4-16,0 0-2 0,0 0 1 0,0 0-2 15,0 0 2-15,0 0-4 0,0 0-3 0,0 0 0 16,0 0 3-16,1-10-2 0,-1 10 2 0,0 0-1 16,0 0-2-16,0 0 3 0,0 0-1 0,0 0-4 15,0 0 1-15,0 0-7 0,0 0-9 0,0 0-15 16,0 0-33-16,0 0 14 0</inkml:trace>
  <inkml:trace contextRef="#ctx0" brushRef="#br0" timeOffset="-202076.07">20371 4395 25 0,'5'6'71'0,"-5"-6"-5"16,0 0-6-16,0 0-7 0,0 0-5 15,0 0-2-15,0 0 1 0,0 0 2 0,0 0-3 0,0 0-5 16,0 0 2-16,0 0-2 0,0 0-1 16,0 0-3-16,0 0-6 0,0 0-1 0,0 0-1 15,0 0-4-15,0 0-1 0,0 0-6 0,0 0 4 0,0 0 2 16,0 0-7-16,0 0 1 0,0 0 2 0,0 0-9 15,0 0 3-15,0 0-1 0,0 0-2 16,1 8-2-16,-1-8 0 0,0 0 4 0,0 0-8 16,0 0 7-16,0 0-8 0,0 0-1 0,0 0 5 15,0 0-4-15,0 0-1 0,0 0 0 0,0 0-1 0,0 0 1 16,0 0 0-16,0 0 3 0,0 0 2 16,0 0 6-16,0 0-14 0,0 0 0 0,0 0 2 15,0 0 3-15,0 0-2 0,0 0-2 0,0 0-7 16,0 0 1-16,0 0-18 0,0 0-13 0,0 0-15 15,0 0-22-15,-4 14-18 0,4-14-52 0,-5 10-154 16,4-5 68-16</inkml:trace>
  <inkml:trace contextRef="#ctx0" brushRef="#br0" timeOffset="-201510.36">17449 6204 19 0,'0'0'47'0,"0"0"1"0,0 0-8 16,0 0-2-16,0 0 5 0,0 0-5 15,0 0 1-15,0 0 3 0,0 0-8 0,0 0 0 16,0 0-3-16,0 0-8 0,0 0 5 0,0 0-10 0,0 0 7 16,0 0-5-16,0 0 4 0,0 0-7 15,0 0-9-15,0 0 2 0,5 5-6 0,-5-5-12 16,3 4-18-16,-3-4-18 0,4 5-48 0,-4-5-100 16,3 6 44-16</inkml:trace>
  <inkml:trace contextRef="#ctx0" brushRef="#br0" timeOffset="-192870.66">4959 7117 28 0,'0'0'171'0,"0"0"-10"0,-10 0-10 0,10 0-16 16,0 0-8-16,0 0-10 0,0 0 1 0,0 0-2 15,0 0 7-15,0 0-8 0,0 0-5 0,0 0-6 16,19 10-4-16,-19-10-10 0,11 5-6 0,-4-2-9 16,1 0-1-16,0-1-9 0,-1 0-9 0,3-1-3 15,0 3-3-15,2-1-9 0,1-2-11 0,-3 1-21 16,4-1-18-16,0 2-24 0,0-1-42 0,-1-2-34 16,1 0-20-16,-2 1-30 0,-3 2-140 0,0-2-323 15,-2 0 144-15</inkml:trace>
  <inkml:trace contextRef="#ctx0" brushRef="#br0" timeOffset="-192672.89">4875 7376 143 0,'-6'4'183'0,"1"-2"-8"15,5-2-7-15,-4 8-8 0,4-8 2 0,0 0-10 16,0 0-9-16,16 10-16 0,-3-7-12 0,6-4-8 15,12-1-11-15,2-1-11 0,2-1-20 0,0 1-26 16,3-1-39-16,1-2-32 0,15-1-48 0,-16 1-33 16,1 0-31-16,-2 2-115 0,-4-1-280 0,1 0 124 15</inkml:trace>
  <inkml:trace contextRef="#ctx0" brushRef="#br0" timeOffset="-189700.54">22541 3863 11 0,'0'0'80'16,"0"0"-4"-16,0 0-1 0,0 0-11 0,0 0 1 16,0 0-9-16,0 0-10 0,0 0-2 0,0 0-5 15,0 0 1-15,0 0-13 0,0 0-1 0,0 0-6 0,0 0 10 16,0 0-3-16,0 0-10 0,0 0-5 0,0 0 3 15,0 0-6-15,0 0 4 0,5 22 0 16,-7-14 4-16,0 4-1 0,-2-2 1 0,-1 3 3 16,-4 3-6-16,-1 1 6 0,-2 4 6 0,-3 1-2 15,0 2 1-15,-2 0 3 0,-1 0-7 0,-1 1 4 0,1-1-4 16,-1 1 12-16,1 2-13 0,1 2-5 16,1-4 9-16,2 0-10 0,-2-1 0 0,2 0 0 15,2 2 7-15,1-3 3 0,1 2-10 0,-1 2 5 16,-2-1-7-16,-1 2 4 0,4 1-1 0,-3 0 3 15,-3 0-3-15,4 3 1 0,-2 0 0 0,1 3 2 0,-4 8-7 16,6-10 5-16,-7 11 1 0,1 0-2 16,3-10-2-16,-5 8 0 0,-1 4-5 0,-2-3 1 15,1-2 5-15,-3 0-4 0,1 3 2 0,-1-1 0 0,2-3 2 16,-2 2-4-16,-3 7 6 0,1-5 4 16,1 1-6-16,-3 2-1 0,2-1 0 0,-2 0-2 0,1 1 1 15,-1-1-4-15,-1 2 5 0,1 1-4 0,-2 0 4 16,-2-1 6-16,2 5-3 0,-4-2-3 15,1-1-1-15,0 0 3 0,1 3 2 0,-15 19-1 16,13-23 1-16,5 2 1 0,-13 20-1 0,15-19-4 16,-4 0 2-16,-12 19-2 0,13-22-1 0,-3 3 4 0,1 1-5 15,-11 18 2-15,13-19-2 0,-11 24 7 0,-1-5-5 16,13-17 3-16,-13 20-1 0,1-2-2 0,11-18 0 16,-12 23-3-16,-1-5 2 0,13-18 1 15,-12 21-2-15,10-23-3 0,-11 27 1 0,3 1 3 16,-2-8-3-16,1 4 4 0,-1-3-3 0,-1 0-1 0,3 2-2 15,9-23 0-15,-11 29-1 0,1-7 1 0,0 5 0 16,0-4-1-16,-1 4 5 0,0-1-4 0,1 3 0 16,2 0-2-16,-4-1 0 0,2-1-2 0,-1-2-1 15,3 0 1-15,-4 4-1 0,-1-1 8 0,4 2 2 16,-7-2-2-16,7-1 2 0,-5 0 0 0,-2-1 1 16,1-2 3-16,-2 3 1 0,4 3 3 0,-2-3-1 15,1 0-2-15,0 2-1 0,-3-2 1 16,2 2-3-16,3 0 1 0,-2-4-1 0,5 2-3 0,1-7 1 15,0 6-2-15,0 0-1 0,6-2 0 16,12-19 1-16,-12 28-4 0,6-7 1 0,7-20-1 0,-7 22-2 16,0 0 3-16,9-24-1 0,-5 22-1 0,8-21-2 15,-2 24-2-15,4-23 0 0,-1 24 1 0,3-2 0 16,2-21 0-16,0 23 1 0,4-23 0 16,1 1-3-16,-1-1 2 0,-3 27-4 0,8-26 4 15,-4 0-3-15,3 20 5 0,4-22-5 0,1 23 2 0,-3-25-1 16,1 2 0-16,2 1-1 0,2 22 2 0,0-25 0 15,-1-2 0-15,-3 4-4 0,2-1 2 0,4 2 3 16,-1 26 0-16,-1-29-5 0,3 28 3 0,-6-26 0 16,2-1-3-16,7 24 2 0,-10-28-1 0,1 5-1 15,1 0 4-15,-4 1-1 0,14 23-3 0,-12-24 2 16,6-3 3-16,-4 3 0 0,4-1-3 0,-1 2 0 16,-2 0 0-16,4 0-2 0,0-2 2 0,5 25-3 15,-7-31 1-15,2 4-1 0,2-5 2 0,-1 5 1 16,1 2-1-16,0-4 3 0,2 3 0 15,-2-2-2-15,2 1 1 0,3 1 0 0,1 2-6 0,0-1 4 16,-3-3 1-16,5 2 1 0,1 1-3 0,-1-4-2 16,0 1 5-16,3-1 2 0,2-1 4 0,13 21-6 15,-12-25 3-15,7 0 0 0,-1-2 4 0,0 5-3 16,2-2 0-16,5-4 0 0,3-3 1 0,-4 3-4 16,6-4 5-16,5 2-2 0,-6-5 2 0,13-5-2 15,-3 3 1-15,0-2 3 0,26 10 2 0,-24-14-3 16,28 9 3-16,-21-13-3 0,19 13 7 0,2-5 1 15,-27-9-4-15,25 11 0 0,-18-15-1 0,21 15 3 16,-23-13 1-16,24 12-3 0,0-6 29 0,1 0-8 16,-1 3-2-16,-1-4 1 0,-20-10-6 0,28 7 0 15,1 1-2-15,-4-7-4 0,2 0 5 0,2 1-8 16,-1 0-1-16,-1-2 1 0,2 3 1 0,5-8-1 16,-6 6-2-16,-3-2-3 0,0-2-3 0,1 0-6 15,-22-7 9-15,25 6-3 0,0 3 0 0,-1 0-2 16,-2-6 0-16,3 7 0 0,-28-5 0 0,1-4 0 15,31 5-2-15,-5 4 2 0,-26-8 0 16,24 0 2-16,-23 1-2 0,27-1-2 0,-28-4 1 16,31 3-5-16,-8 0 2 0,-24 0-2 0,27-1 0 0,-26 1 1 15,-1-6-2-15,29 8 10 0,-29-5-4 0,4 3 1 16,-4-2 1-16,-1-1 3 0,29 8-2 16,-34-6 0-16,-2 0 0 0,1 1-3 0,-4 0-8 15,2-2 8-15,3 6 3 0,-4-7-4 0,-4 6 3 0,-12-5-1 16,16 4-2-16,-2-3-30 0,-14 0 3 0,12 4 1 15,-13-4 1-15,1 0 2 0,-1 2 4 0,13-1 5 16,-13-4-4-16,-1 5 3 0,0-3-3 0,2-1 4 16,-4 0 2-16,2 1 5 0,-4-1-4 0,3 2 3 15,-2-4-2-15,-1 4 1 0,4-3 0 16,-5-2 4-16,3 3-2 0,-7-2-1 0,0 2 2 16,3-3-1-16,1 2 3 0,-2 0-2 0,2-3-12 0,1 3-3 15,-3-3-5-15,5-1-13 0,-1-1-15 16,-1 1-15-16,0 1-30 0,-3-2-34 0,4-3-24 15,-2 0-19-15,-1-1-33 0,-1 2-157 0,-9-3-390 16,1-1 173-16</inkml:trace>
  <inkml:trace contextRef="#ctx0" brushRef="#br0" timeOffset="-184130.94">6531 5946 56 0,'-3'-6'175'0,"3"6"-4"15,-7-12-5-15,5 5-8 0,2 7 0 0,-8-8-9 16,8 8-2-16,-4-8 7 0,4 8-13 0,-2-5-12 16,2 5-17-16,0 0-12 0,0 0-13 0,-6-5-9 15,6 5-7-15,0 0-6 0,0 0-10 0,0 0-3 16,7 32-1-16,-2-16-5 0,0 5-5 0,-1-2-2 15,-2 1-2-15,5 6-3 0,-6 1-3 0,3 0 0 16,0-1-3-16,1-3 0 0,-5-4-5 0,2-1-1 16,1-1-2-16,-1-1-3 0,1-3-3 0,0 0 0 15,-1-3 3-15,1 2-6 0,-1-2 4 0,2-1-4 16,-2-4-2-16,-1 2 1 0,-1-7-2 16,1 8 1-16,-1-8 2 0,3 8 5 0,-3-8 16 0,0 0 5 15,0 0-1-15,0 0-6 0,0 0-2 0,0 0-2 16,14-14-1-16,-9 4 1 0,0 1-2 0,-3-4-3 15,6 0 2-15,1-4-7 0,1-11-4 0,-1 7 2 16,3-2-4-16,-2-2 0 0,1 3 0 0,-4 3-10 16,0 3-16-16,1-2 2 0,-3 3-22 0,-1 3-18 15,0 3-30-15,0-1-32 0,-3 6-38 0,2-2-36 16,-3 6-18-16,5-4 1 0,-5 4 2 0,0 0-115 16,9 10-344-16,-9-10 152 0</inkml:trace>
  <inkml:trace contextRef="#ctx0" brushRef="#br0" timeOffset="-183638.42">6838 6308 17 0,'0'0'166'0,"3"7"-7"16,-3-7 7-16,2 9 0 0,-2-9-3 0,2 5 1 16,-2-5-4-16,0 0 3 0,0 0-3 0,0 0-5 15,-6 12-4-15,6-12-5 0,-5 2-1 0,5-2-4 16,0 0-6-16,0 0-6 0,-11 0-11 0,11 0-6 15,0 0-16-15,-14-8-4 0,10 4-12 0,4 4-7 16,-8-7 1-16,4-2-17 0,3 2-5 0,-4-2-7 16,5-2-3-16,-1-1-4 0,1-4-2 15,1-1-8-15,5 2-5 0,1 0-4 0,-1 4-6 0,2 1 1 16,3-4-7-16,-2 6 4 0,5-2-8 0,-2 6 2 0,-1 2-4 16,2-1 1-16,1 4 1 0,3 1-5 15,-4 3 0-15,2 3 3 0,0 1-3 0,-2 0 1 16,0 1 2-16,-4 0-2 0,-3-1-1 0,4 6 2 15,-5-6 2-15,1 0-1 0,-3-1-1 0,1 1 5 16,-2-3-5-16,0 0 3 0,-1 0-3 0,-1-6 3 16,3 7 3-16,-3-7-1 0,4 7 4 0,-4-7-1 15,0 0-1-15,0 0-1 0,0 0 3 0,0 0-5 16,0 0 3-16,0 0-5 0,0 0 4 0,0 0 5 16,-4-29-9-16,5 17-8 0,3 3 0 0,1-6 1 15,0 3-5-15,3-5-3 0,1 4 3 0,1 5-4 0,0-5 1 16,-1 4-1-16,3 1 1 0,-3-1 1 0,0 5-2 15,2 3 4-15,-1-2-4 0,1 6 4 16,0 0 3-16,-2 3 0 0,3 2-1 0,-4-1 1 16,0 7 1-16,1 2 2 0,-5-5-3 0,5 4-20 0,-7 2-18 15,1 0-25-15,0 2-36 0,-3-1-41 0,-3 0-40 16,2-2-34-16,-2 3-214 0,-3-5-470 0,1 1 209 16</inkml:trace>
  <inkml:trace contextRef="#ctx0" brushRef="#br0" timeOffset="-183357.93">6471 6599 114 0,'0'0'248'0,"-7"1"-18"15,7-1-15-15,0 0-8 0,0 0-11 16,0 0-16-16,39-3-5 0,-11 1-14 0,6-2-11 16,0 2-5-16,6-3-11 0,11 0-18 0,3-1-8 0,-16 2-11 15,-1-1-10-15,2 1-8 0,-3 3-16 0,-2-3-22 16,-1 2-22-16,-5 0-31 0,-6 2-36 16,-6-3-27-16,-1 5-38 0,-2-2-36 0,1 0-17 15,-3 2-21-15,-6-1-12 0,0 3-104 0,-5-4-328 16,0 0 145-16</inkml:trace>
  <inkml:trace contextRef="#ctx0" brushRef="#br0" timeOffset="-183095.99">6584 6822 152 0,'5'6'181'0,"0"1"-1"0,3 3-14 15,1-2-1-15,1 0 4 0,0 1-4 0,0-2-14 16,-2 2-18-16,-2-3-4 0,1 4-6 0,-2-5-9 0,1 6-4 16,-1-4-6-16,-2 5 0 0,-1-5-6 0,1 3-7 15,-8-1-5-15,0 0-8 0,-5 4-4 0,1-3-11 16,-4 1-5-16,1-3-6 0,3 0-2 16,-1 1-6-16,-1-2-7 0,2 0-21 0,0-3-23 15,-1 1-29-15,5-2-20 0,-2 0-66 0,7-3-53 0,-10 4-70 16,10-4-131-16,0 0-406 0,0 0 179 0</inkml:trace>
  <inkml:trace contextRef="#ctx0" brushRef="#br0" timeOffset="-182854.56">6853 6825 174 0,'0'0'268'0,"7"-2"-26"0,-7 2-22 16,0 0-15-16,7-3-13 0,-7 3-15 15,0 0-8-15,8 5-1 0,-8-5 9 0,5 13-1 16,-1-1-12-16,-3-2-13 0,3 2-9 0,-1 3-11 0,-1 1-14 16,0 1-9-16,0-5-9 0,-2 5-9 0,1-5-9 15,-1 1-7-15,0 3-6 0,2-4-7 0,-2-1-10 16,1 0-4-16,-1 0-29 0,0-4-28 16,1 2-30-16,-1-9-35 0,-1 13-37 0,0-7-40 0,1-6-36 15,0 0-37-15,-2 8-39 0,2-8-154 0,-5 5-452 16,5-5 201-16</inkml:trace>
  <inkml:trace contextRef="#ctx0" brushRef="#br0" timeOffset="-182678.53">6612 6864 227 0,'0'0'233'0,"0"0"-15"0,0 0-9 16,0 0-9-16,17-5-20 0,-4 3-16 0,4 1-11 15,4-1-20-15,0-1-14 0,9-2-24 0,-2-1-30 16,1 1-70-16,-1 1-62 0,3-4-74 0,-4 2-157 16,2-1-321-16,-2-4 142 0</inkml:trace>
  <inkml:trace contextRef="#ctx0" brushRef="#br0" timeOffset="-182275.22">7752 6574 196 0,'0'0'206'0,"-26"6"-6"0,26-6-3 0,0 0-5 0,0 0-13 16,0 0-12-16,-7 1-10 0,7-1-10 16,0 0-3-16,0 0-7 0,0 0-1 0,0 0 12 15,24 0-3-15,-11-1-7 0,8-2-5 0,8 0-10 16,0-1-5-16,2 1-3 0,-2-1-14 0,-1 0-5 0,0-2-6 16,-5 4-6-16,-4-1-3 0,-2 1-3 15,1-1-3-15,-5 2-7 0,-3 0-2 0,1 0-5 16,-3 1-1-16,-8 0-12 0,12-2 0 0,-12 2-4 15,10 0 1-15,-10 0-2 0,0 0-7 0,9-2 12 0,-9 2-17 16,0 0 2-16,0 0-15 0,0 0 1 0,0 0-19 16,0 0-34-16,0 0-37 0,0 0-52 15,0 0-57-15,0 0-66 0,0 0-55 0,-18 14-249 16,18-14-595-16,-6 4 264 0</inkml:trace>
  <inkml:trace contextRef="#ctx0" brushRef="#br0" timeOffset="-179482.36">8993 6118 64 0,'0'0'106'0,"0"0"2"0,0 0-3 16,0 0-3-16,-9-8-7 0,9 8-6 0,0 0-4 16,-5-4-3-16,5 4-5 0,0 0-3 0,0 0 2 0,-9-4-11 15,9 4-5-15,-5-3-1 0,5 3-4 16,0 0-3-16,-9-3-3 0,9 3-8 0,0 0-3 15,-10-3 7-15,10 3-2 0,-5-4-3 0,5 4-6 16,0 0 0-16,0 0-1 0,0 0-7 0,0 0-2 0,0 0-1 16,-15 0-5-16,15 0-2 0,0 0 2 15,0 0-5-15,0 0 2 0,-6 0-8 0,6 0 0 16,0 0-2-16,0 0 2 0,0 0 0 0,0 0-1 16,0 0-4-16,0 0 3 0,0 0 3 0,-10 3-6 15,10-3-2-15,0 0 2 0,0 0 6 0,0 0-10 16,0 0 2-16,0 0 2 0,0 0 2 0,0 0 0 0,0 0-2 15,0 0 0-15,0 0 1 0,0 0-6 16,0 0 8-16,0 0-4 0,0 0-1 0,0 0 6 16,0 0-7-16,0 0 0 0,0 0 0 0,0 0-5 0,0 0 6 15,0 0 3-15,0 0-4 0,0 0 0 0,-9 1 4 16,9-1 2-16,0 0-4 0,0 0 2 0,0 0-2 16,0 0-2-16,0 0-1 0,0 0 0 0,0 0 2 15,0 0-2-15,0 0 5 0,0 0-4 0,0 0 2 16,0 0-2-16,0 0 3 0,0 0-6 15,0 0 4-15,0 0 0 0,0 0 2 0,0 0-3 16,0 0 1-16,0 0-2 0,0 0 0 0,0 0 3 0,-9 2 0 16,9-2-1-16,-8 4 3 0,8-4-5 0,0 0 0 15,-6 3 0-15,6-3 10 0,0 0-12 0,0 0 6 16,-8 3-6-16,8-3 8 0,0 0 3 0,0 0 2 16,0 0-3-16,-5 4 5 0,5-4 1 0,0 0 2 15,0 0 3-15,0 0 0 0,0 0 5 0,0 0 0 16,0 0 4-16,0 0-1 0,0 0 1 0,0 0-5 15,0 0 1-15,0 0-5 0,0 0 3 0,0 0-4 16,0 0 2-16,0 0-5 0,0 0 4 0,25 0-4 16,-10-1 1-16,5-1-5 0,7 1 5 0,3-4-8 15,1 5 3-15,0-3-9 0,0 1-18 0,-10 2-14 16,0-2-18-16,8 0-13 0,-8 0-12 0,-6 2-3 16,0 0-6-16,-4 0-6 0,0 0-4 0,0-2 5 15,-3 1 0-15,-8 1 1 0,11 0 5 0,-11 0 10 16,8-1 4-16,-8 1 7 0,0 0 10 0,0 0 2 15,0 0 9-15,0 0 4 0,0 0 14 0,0 0-1 16,0 0 2-16,0 0 10 0,-23-6 4 0,23 6 3 16,-15-4 4-16,7 3-2 0,-2 0 10 0,-1-2 8 15,0 3 1-15,4-2 10 0,7 2 7 0,-16-2 6 16,16 2 2-16,-11-2 3 0,11 2 6 0,-10-1-6 16,10 1-5-16,0 0-4 0,-10 1-5 0,10-1 5 15,-6 6 4-15,6-6 14 0,-4 15 2 0,2-4 4 16,1 4-1-16,1 2-8 0,-3 1-3 0,3 2 2 15,0-1-2-15,-1 1 1 0,1 0-1 0,0 0 3 16,1-2 2-16,-1 0-7 0,-1-3-1 0,-1-1-7 16,4 1-5-16,-4-3-1 0,1-3-2 0,2 2-3 15,-2 0 2-15,1-1-5 0,0-3-1 0,-1 3 1 0,0-3-6 16,1-7 0-16,-4 14 2 0,0-9-3 16,3 1-1-16,1-6-3 0,-8 10-8 0,4-7-6 15,-1 1-6-15,-1-1-7 0,-2 1-3 0,8-4-3 0,-13 3-5 16,7-3 2-16,6 0 2 0,-13-2 4 0,13 2-2 15,-13-3 1-15,7 0 3 0,6 3 3 16,-11-6-1-16,4 3 1 0,3 0 4 0,4 3-2 16,-8-6 6-16,8 6-3 0,0 0 5 0,-8-4 1 15,8 4 1-15,0 0-1 0,0 0-2 0,0 0 1 0,0 0 1 16,0 0-2-16,0 0 4 0,23-5-1 0,-16 5 1 16,6 0-5-16,-3-1-11 0,3 1-21 0,5 0-12 15,-4-2-12-15,3 1-19 0,0-1-6 16,2-2-3-16,0 1 3 0,0 2-3 0,-6-2 9 15,3 0 10-15,-3 1 0 0,0-2 12 0,-1 2 6 0,0-3 1 16,-3 1 18-16,0 1 7 0,-3-1 15 0,1 1 2 16,-7 3 13-16,10-6 13 0,-5 1-5 0,-5 5 26 15,8-5-1-15,-4 2 18 0,-4 3-8 0,0 0 3 16,6-4-6-16,-6 4 7 0,0 0 4 0,0 0 6 16,13 12 4-16,-11-7-7 0,-1 4 9 0,1 1 4 15,-1 1 2-15,0-1 1 0,1 2-7 0,-2-2-3 16,1-3-6-16,-2 3 0 0,1-10-7 0,2 12 0 15,-2-5 4-15,0-7 5 0,0 0 11 0,0 11 8 16,0-11 10-16,0 0 4 0,0 0-11 0,0 0 0 16,0 0-9-16,0 0-5 0,0 0-5 0,0 0-9 15,0 0-7-15,-2-35 0 0,4 26-5 0,1-4-8 16,-1 1 0-16,4 1-3 0,-3-6-3 0,4 2-6 16,2-3-3-16,0 4-4 0,2 1-6 0,-1-2-3 15,2 1 0-15,-1 8-1 0,2-4-5 0,-1 6 2 16,0 0-2-16,0 3 0 0,1 4 1 0,-2 0-4 15,1 0 0-15,-2 5 2 0,0 0 1 0,-1 2-3 16,1-1 1-16,-2 1 25 0,0-3-5 0,-3 4-3 16,-1-3 4-16,1-1-3 0,-2 1 6 0,1-1-11 15,-2-3 1-15,-2-4 2 0,3 9 0 0,-3-9 0 16,2 5-3-16,-2-5 3 0,0 0 0 0,0 0-2 16,0 0 1-16,0 0-3 0,0 0 5 0,0 0-19 15,0 0-3-15,0 0-1 0,-9-21-3 0,9 21-3 0,2-18-5 16,2 10 1-16,-1-4-3 0,2 5 1 15,4-5-2-15,-2 2-4 0,1 0 1 0,1 3 3 16,2 1 3-16,1 2 0 0,2 0 0 0,-2 3-2 0,-1-2 7 16,2 6-3-16,-2 0 3 0,0 4 3 15,-1 0-2-15,-1 1 4 0,0 5-1 0,0-2 3 16,-3 0-1-16,2 3-14 0,-3 2-24 0,-1 0-20 16,-3-1-28-16,-2 0-29 0,-2 1-32 0,1 0-29 0,-4-1-21 15,0-1-24-15,-2 0-159 0,-3-2-420 0,-1 0 186 16</inkml:trace>
  <inkml:trace contextRef="#ctx0" brushRef="#br0" timeOffset="-179285.08">9076 6660 162 0,'0'0'212'0,"0"0"-12"0,24 3-9 16,-2-5-13-16,10 0-6 0,2-2-11 0,17-1-11 0,-12 1-14 15,14-3-8-15,-14 3-18 0,2 1-9 16,-2-2-13-16,-3 1-11 0,-1 3-40 0,-1-2-49 0,-3 2-58 16,-3 1-62-16,-8 1-57 0,-7-1-95 15,0 1-306-15,-7 2 135 0</inkml:trace>
  <inkml:trace contextRef="#ctx0" brushRef="#br0" timeOffset="-179017.68">9269 6822 238 0,'0'0'245'0,"0"0"-12"0,10 13-11 0,-2-10-11 16,-3 2-12-16,4 2-15 0,-3-1-14 0,4 2-11 0,-3 0-11 16,-1 2-7-16,1 0-14 0,-1 1-6 0,2 4-9 15,-2-1-7-15,-3-2-12 0,-1 4 0 0,-1-4-11 16,-3 5 0-16,-2-1-7 0,0-2-8 0,-5 2-4 15,2-2-4-15,-2 0-7 0,-4-3-2 0,3-2-5 16,1-2-11-16,0 2-4 0,0-2-21 16,0-3-23-16,0 0-29 0,0-1-28 0,1-2-38 0,1 0-37 15,7-1-36-15,-13-1-36 0,13 1-37 0,-6-6-148 16,6 6-434-16,-4-10 192 0</inkml:trace>
  <inkml:trace contextRef="#ctx0" brushRef="#br0" timeOffset="-178811.75">9457 6892 46 0,'4'-3'247'0,"1"1"-19"0,-5 2-13 16,7-5-14-16,-7 5-10 0,7-4-12 0,-7 4-4 15,0 0 4-15,0 0-6 0,13 8-7 0,-10-3-7 16,0 5-7-16,2-1-4 0,0 3-9 0,-2-2-12 16,-3 2-8-16,2 1-9 0,1 2-9 0,-1-2-11 15,2 3 3-15,-2-4-21 0,0 0-5 0,-1 0-9 16,1-2-13-16,-1 0-17 0,1-3-31 0,0-1-29 15,-1 2-35-15,-1-8-39 0,0 10-46 0,0-10-43 16,0 0-47-16,0 0-211 0,0 0-489 0,-6 5 218 16</inkml:trace>
  <inkml:trace contextRef="#ctx0" brushRef="#br0" timeOffset="-178652.78">9338 6865 21 0,'6'-9'216'0,"-1"6"-12"16,3 0-15-16,0 0-11 0,1 0-15 0,5 1-19 16,4-2-12-16,1 1-25 0,8-4-39 0,1 2-46 15,1 1-54-15,3-4-69 0,-3 2-118 0,-1 0-236 16,-7 2 104-16</inkml:trace>
  <inkml:trace contextRef="#ctx0" brushRef="#br0" timeOffset="-178382.39">10112 6634 189 0,'0'0'242'0,"0"0"-25"0,0 0-21 16,0 0-18-16,0 0-18 0,0 0-17 0,0 0-14 15,0 0-13-15,0 0-14 0,0 0-37 0,0 0-51 0,0 0-48 16,0 0-57-16,17 15-60 0,-17-15-96 0,5 5-265 16,0-4 118-16</inkml:trace>
  <inkml:trace contextRef="#ctx0" brushRef="#br0" timeOffset="-177848.57">10691 6234 106 0,'0'0'248'0,"-2"-9"-15"0,2 9-12 0,-3-10-3 16,3 10-10-16,-1-8-15 0,1 8-14 0,0 0-15 16,0 0-19-16,0 0-16 0,0 0-16 0,0 0-9 15,0 0-9-15,0 0-3 0,0 0-1 0,6 24-3 16,-4-8-5-16,-1 4-4 0,-1-1 2 0,0 6-9 15,0-5-7-15,-1 5 1 0,1-1-9 0,-3-5-4 16,2 0-4-16,-1-2-4 0,1 2-6 0,-1-4 0 16,-1-2-4-16,2-2-1 0,-1 2-6 0,1-2-3 15,1-1-1-15,0-1-3 0,-1 1 10 0,0-3-27 16,-1 3-14-16,2-10-15 0,-1 11-17 0,-1-5-18 16,2-6-19-16,-3 6-15 0,3-6-20 0,0 0-16 15,0 0-13-15,0 9-35 0,0-9-22 0,0 0-16 16,0 0-162-16,0 0-409 0,0 0 181 0</inkml:trace>
  <inkml:trace contextRef="#ctx0" brushRef="#br0" timeOffset="-177284">10705 6177 102 0,'9'-2'151'0,"2"0"1"0,0 2-5 16,1 1-5-16,-2 1 5 0,1 3-1 0,-2 1-10 15,-1 0-9-15,1 3-6 0,-3 1-9 0,1 1-10 0,-2 0-5 16,-3 2-6-16,0-1-9 0,-2-1-2 16,-3 5-5-16,-1-1-8 0,-2 2-2 0,2-8-6 15,-5 6-3-15,3-4 1 0,-2-1-3 0,0-1 0 16,1-2-4-16,-1 1 1 0,2-3 2 0,-1 2-2 16,3-4-6-16,4-3-6 0,-6 7-3 0,2-3-3 15,4-4-8-15,-5 5-1 0,5-5-3 0,0 0-3 16,0 0 0-16,0 0-2 0,0 0 0 0,6 13-4 15,-6-13-14-15,14 3-13 0,-2-2-24 0,1 2-24 16,3-4-25-16,-2-1-20 0,4 2-13 0,4-3-21 0,-2 0-11 16,-2 2-2-16,1-2 5 0,-2-1 9 15,2 1 13-15,-6-2 13 0,1 0 14 0,-2-1 9 16,-1 1 9-16,-1 0 9 0,2-2 23 0,-2 0 17 16,-1-1 10-16,-1 1 12 0,0-1 27 0,-1-1 17 0,-2 1 8 15,0 1 10-15,0-3 18 0,1 4 15 0,-4 1 17 16,-2 5 6-16,4-9 2 0,2 5-3 15,-6 4-4-15,4-6-3 0,-4 6-9 0,0 0-5 16,0 0 1-16,0 0 12 0,0 0 7 0,6 17 4 16,-6-5 6-16,-1 5-7 0,1 2 7 0,-1 0-5 0,0 1 0 15,-2-1-8-15,0 5-12 0,1-5-2 16,2 0-4-16,-5-2-6 0,4 1-1 0,-2-6-13 16,3 1 1-16,0-1-3 0,0 1-8 0,0-4-3 15,1 1 1-15,-1-4-10 0,3 1 12 0,2 2-7 0,-1-5-5 16,0 0-7-16,1 1 0 0,2-1-2 0,4 0-1 15,0-3-2-15,2-1-8 0,6 0-12 0,0-1-19 16,1-2-26-16,0-2-30 0,0 1-35 0,-4-1-36 16,1 2-41-16,0-1-32 0,1-3-41 0,-5 1-38 15,-2 3-214-15,-4 1-544 0,-1-2 241 0</inkml:trace>
  <inkml:trace contextRef="#ctx0" brushRef="#br0" timeOffset="-176337.89">6538 7442 11 0,'-30'0'144'0,"1"0"-4"0,3 0-6 0,-2 3 0 15,0-1-10-15,-1 1 10 0,2 2-7 0,7-3-6 16,3-2 6-16,-2 0 3 0,8 3-5 0,0-3-5 16,5 0-8-16,6 0-15 0,-12 3-11 0,12-3-8 15,-8 2-6-15,8-2-7 0,0 0-4 0,0 0-2 16,0 0 2-16,26 5-2 0,-4-2-1 0,11-3-2 15,4 0 0-15,18 0 0 0,6-1-5 0,29-1 1 16,-24-1-7-16,31-1 1 0,-2 2-6 0,-2-2-3 16,11 2-3-16,-5 1 0 0,4-1-2 0,1-1-6 0,4 1 1 15,2-1 0-15,1 5-2 0,4 0-2 16,1-1 0-16,3-1 0 0,0 0 0 0,0 3 7 16,5-3 2-16,2 2-3 0,3-2-3 0,0 0-2 15,-1 0-1-15,-1-2 3 0,-1-1 1 0,5 6-3 0,2-5-3 16,-2 1-2-16,-2 1 1 0,-6 3-2 0,1-3-1 15,-8-3 3-15,-2 3-4 0,-2 0 5 16,2-1-7-16,-15-2 7 0,-1 2-8 0,-6-1 4 16,-31 2-9-16,3 2 12 0,-1-4-10 0,-4 2 4 15,-4 0-4-15,-2 0 0 0,-17 0 0 0,0 3 1 16,0-2-6-16,-8 1 0 0,-9-1 1 0,-1 0 0 0,-7-1-2 16,0 0-5-16,-3 2-4 0,-8-2-7 15,11 2-9-15,-11-2-20 0,0 0-32 0,0 0-43 0,0 0-45 16,0 0-52-16,-43 11-30 0,15-6-225 0,-5 1-507 15,-17 3 224-15</inkml:trace>
  <inkml:trace contextRef="#ctx0" brushRef="#br0" timeOffset="-175191.82">7982 7887 180 0,'-8'-1'205'0,"8"1"-11"0,-11-2-13 0,11 2-16 16,-10 0-15-16,10 0-15 0,0 0-12 0,0 0-8 15,0 0 0-15,0 0-9 0,0 0-7 0,0 0-8 16,37-2-8-16,-16-1-12 0,9 1-5 0,-1-1-9 16,2 2-15-16,-4-3-32 0,-1 2-23 0,-6 0-26 15,-2 1-30-15,-6 1-26 0,2-1-6 0,-1-1-23 16,-1 2 2-16,-6 0-7 0,-6 0 6 0,10 0 11 15,-10 0 11-15,0 0 13 0,0 0 7 0,0 0 5 16,0 0 16-16,0 0 7 0,0 0 20 0,0 0 16 16,0 0 7-16,-29 4 16 0,21-4 18 0,8 0 18 15,-14 0 12-15,5 0 7 0,9 0 11 0,-11 2 6 16,11-2-11-16,-9 0 0 0,9 0-12 0,-7 4 11 16,7-4 13-16,-6 12 8 0,5-2 1 0,-2 0-2 15,3 6-3-15,0 0-2 0,-1 0-2 0,0 4 0 16,2-2-3-16,0-1-1 0,0 1-1 0,3 0-9 15,-4 0-5-15,-1-4-5 0,0-1-4 0,1-1-5 16,-2 0-5-16,2 0-4 0,-2 0-1 0,-2-2-2 16,1-1-2-16,-3-2-3 0,-2 2-3 0,-1-2-3 0,0-1-9 15,-3 1-5-15,1-1-5 0,-1-3-7 0,-1 1-1 16,1-2-8-16,-2-2 4 0,4 1 0 16,0-1 1-16,10 0 2 0,-15-1 0 0,15 1 0 15,-11-2-1-15,11 2 1 0,-6-3-2 0,6 3-3 16,0 0 4-16,0 0-3 0,0 0 2 0,0 0-1 0,14-13 0 15,-2 11-5-15,-1-1 0 0,6-1-11 16,2 2-9-16,0-1-16 0,2-2-8 0,-2 1-17 16,2 1-16-16,-1 1 4 0,1-2-26 0,1 1-7 15,-3-2 1-15,0 1 4 0,-2 0 11 0,1 0 1 0,0 1 11 16,-7-1 11-16,0 0 4 0,-1 0 14 16,-3 2 17-16,0-1 19 0,-2 1 18 0,-5 2 8 0,10-7 3 15,-6 5 18-15,-4 2 6 0,4-7 16 16,-4 7 13-16,0 0 6 0,5-6 1 0,-5 6-6 0,0 0-3 15,0 0 3-15,0 0 18 0,0 0 8 0,9 15 0 16,-5-10 2-16,-3 4 2 0,-1-1-5 0,4 2-1 16,-2-1-7-16,1 1-4 0,-3-4-2 0,-2 5-4 15,5-6-4-15,-3-5 2 0,3 13-7 0,-3-8 2 16,0-5 10-16,0 0 1 0,0 9 11 0,0-9 3 16,0 0-3-16,0 0-12 0,0 0-1 0,0 0-7 15,0 0-9-15,0 0-3 0,0 0-1 0,-7-23-4 16,7 23-1-16,3-15-7 0,-2 4-7 0,3-1-2 15,1-2-1-15,-1 1-6 0,1 1 1 0,3-3-8 16,-3 4-4-16,2 1-5 0,0 1 1 0,-1 0-3 16,2 4-6-16,-3 2-2 0,5 0 2 0,-3 1-2 15,-7 2-1-15,16 3 2 0,-5 2-1 16,-3 0 3-16,1 3 3 0,-1-1-5 0,0 3 3 0,-2-1 1 16,0 0 0-16,-2 0-3 0,1-2 4 0,-2 0 1 15,-2 0 1-15,3-1 0 0,-4-6 1 0,5 7 3 16,-1-3-2-16,-4-4 0 0,0 0 14 0,2 6-12 15,-2-6 0-15,0 0 3 0,0 0-2 0,0 0 1 16,0 0 0-16,0 0-6 0,0 0 0 0,0 0-3 16,7-17 1-16,-4 10-3 0,2-1-3 0,0-1-2 15,4-1-1-15,-2 0 5 0,5-1-7 0,-1 3 5 16,0 1-2-16,0 0 3 0,6 1-3 0,-7 2 2 16,3 2-2-16,-1-1 1 0,0 5-3 0,1-1 4 15,0 3 4-15,-1 1-7 0,-1 2 6 0,-2 2 0 16,-2 0-4-16,2 2 4 0,0 3-27 0,-4 2-28 15,-3 0-43-15,-1 2-49 0,-1-1-50 0,-3-2-53 16,-2 3-186-16,0-1-478 0,-3-3 211 0</inkml:trace>
  <inkml:trace contextRef="#ctx0" brushRef="#br0" timeOffset="-174893.86">8094 8459 188 0,'-7'1'248'16,"7"-1"-23"-16,-9 4-19 0,9-4-7 0,0 0 2 0,0 0-7 15,20 9-5-15,2-8-4 0,9 0-10 0,6-2-17 16,16-5-11-16,7 1-13 0,-1 0-11 15,-1 1-13-15,-2-4-9 0,-2 4-10 0,-16 2-15 0,0-3-2 16,-2 1-8-16,-2 1-8 0,-2 0-13 0,-2-3-20 16,-11 5-16-16,3 0-27 0,-7 0-33 0,-1 1-38 15,-2 0-44-15,-3 1-44 0,-3 1-26 0,-1 3-36 16,-5-5-148-16,0 8-418 0,0-8 186 0</inkml:trace>
  <inkml:trace contextRef="#ctx0" brushRef="#br0" timeOffset="-174634.78">8332 8642 92 0,'0'0'251'0,"0"10"-20"16,0-10-15-16,6 15-21 0,1-5-12 0,-2 0-6 16,0 2-12-16,4 2-14 0,-3 1-14 0,1 0-12 15,-1 0-8-15,-3 1-6 0,1 0-4 0,-3-5-6 16,3 5-8-16,-6-4-2 0,0 0 4 0,-2 0-8 15,2-2-2-15,-5 1-4 0,-3 1-5 0,-3 1-6 16,3-4-2-16,-2 1-8 0,-4 0-12 0,5-2-6 16,-2-2 3-16,2-1-6 0,0 2-28 0,-1-3-24 15,2-1-25-15,2-3-32 0,-1 0-25 0,2 2-35 16,7-2-37-16,-11-3-27 0,11 3-31 0,-5-9-178 0,5 9-438 16,2-15 194-16</inkml:trace>
  <inkml:trace contextRef="#ctx0" brushRef="#br0" timeOffset="-174423.92">8441 8752 78 0,'4'-3'243'0,"1"-1"-15"16,-5 4-15-16,9-4-15 0,-9 4-10 15,6-2-3-15,-6 2-3 0,0 0 5 0,10 7-1 16,-6-2-9-16,0 1-8 0,1 0-10 0,0 2-10 0,0 2-4 16,-1 0-14-16,-1 2-6 0,1-1-13 0,-3 1-9 15,0 3-10-15,-1-2-15 0,0 1-5 0,-2-1-7 16,2-3-15-16,-2 0-4 0,2-3-38 0,0-7-23 15,0 14-25-15,0-14-21 0,-1 10-32 0,0-5-18 16,1-5-28-16,-5 5-48 0,5-5-21 0,0 0-40 16,0 0-167-16,0 0-448 0,0 0 198 0</inkml:trace>
  <inkml:trace contextRef="#ctx0" brushRef="#br0" timeOffset="-174269.45">8381 8674 121 0,'-3'-5'239'16,"3"5"-22"-16,0 0-17 0,0 0-14 0,9-8-18 16,-9 8-18-16,13-3-17 0,-3 1-11 0,4 1-16 15,-2-2-26-15,2 3-47 0,5-1-54 0,2-1-64 16,-2 0-191-16,2-2-297 0,0 0 133 0</inkml:trace>
  <inkml:trace contextRef="#ctx0" brushRef="#br0" timeOffset="-174083.12">8928 8586 50 0,'0'0'266'0,"0"0"-17"0,10 0-36 15,-10 0-37-15,0 0-39 0,8 4-32 0,-8-4-48 16,0 0-46-16,5 9-45 0,-5-9-43 0,0 0-116 15,-2 7-207-15,2-7 92 0</inkml:trace>
  <inkml:trace contextRef="#ctx0" brushRef="#br0" timeOffset="-173660.25">9531 8157 89 0,'4'-5'261'16,"-4"5"-5"-16,2-10-9 0,-2 10-6 0,1-6-14 16,-1 6-8-16,0 0-22 0,0 0-14 0,4-7-20 15,-4 7-20-15,0 0-15 0,0 0-2 0,0 0 4 16,0 0-12-16,-4 28 0 0,2-12-11 0,-1 1-5 16,-2 0 0-16,4 2-17 0,-1 1-13 0,-2-2 0 15,0 2-13-15,1 3-2 0,-1-5 0 0,3 8-16 16,-2-8 1-16,3-1-8 0,-1 0-11 0,1-1-17 0,0-4-15 15,1-1-22-15,1 1-25 0,-1-3-29 16,0 1-25-16,-1-4-25 0,0-6-23 0,0 14-20 16,0-14-4-16,3 10-17 0,-3-6-12 0,0-4-16 15,0 0-127-15,0 0-384 0,0 0 170 0</inkml:trace>
  <inkml:trace contextRef="#ctx0" brushRef="#br0" timeOffset="-173378.69">9544 8155 137 0,'10'-6'168'0,"3"2"-4"16,-2 1-7-16,2 2 0 0,0 1-6 15,0 2-3-15,0 1-11 0,-4 2-12 0,1-1-9 16,-2 2-8-16,-1 3-4 0,-1-1-9 0,-3 2-2 0,-1 1-8 16,-2 0-2-16,-1-1-3 0,-3 1-1 0,-2 0-1 15,-1-2-8-15,-1 1 2 0,0 0 3 0,-1-3-4 16,-1 2-3-16,1 0-7 0,0-2-4 0,1-3-8 15,0 4-6-15,5-4-3 0,-1-1-5 0,4-3-5 16,-7 7-3-16,7-7-2 0,0 7-1 0,0-7-1 16,0 0 0-16,9 13-4 0,0-11-6 0,4 5-11 15,4-6-17-15,-3 1-24 0,6-3-32 0,-2 2-33 16,2-1-29-16,0-1-24 0,0-1-27 0,-2 2-18 16,0-5-163-16,-4 3-395 0,-4-2 175 0</inkml:trace>
  <inkml:trace contextRef="#ctx0" brushRef="#br0" timeOffset="-173109.93">9942 8238 8 0,'5'-9'160'0,"2"2"4"0,-1 0 1 16,1 2 1-16,-2 1 1 0,0-1-6 0,-1 1-11 15,-4 4-3-15,10-4-7 0,-10 4 1 0,0 0-6 16,13 8-4-16,-9-2 2 0,1 1 6 0,-1 4-5 16,-2 0-1-16,2 7-3 0,-4-1-5 0,1-1 9 15,-1 3-6-15,-2-2-1 0,-1 1-12 0,2 0-4 16,0 1-6-16,1-1-5 0,0-5-2 0,0-1-9 15,1-1-9-15,0-1 2 0,-1-10-4 0,1 18 7 16,-1-10-9-16,0-8 0 0,7 15-5 0,-2-8 9 16,-1-2-16-16,3-3-6 0,-7-2 1 0,19 7-5 15,-6-4-1-15,5-4-33 0,-1 1-14 0,5-3-27 16,8-3-34-16,0-1-36 0,2-5-31 0,-3 5-42 16,0-5-42-16,2-1-37 0,0 0-35 0,-2 1-17 15,-2-3-8-15,-4 5-164 0,-4-3-506 0,3-2 225 16</inkml:trace>
  <inkml:trace contextRef="#ctx0" brushRef="#br0" timeOffset="-172968.94">10578 8296 36 0,'0'0'234'0,"8"-5"-7"16,-8 5-10-16,0 0-8 0,7-3-12 0,-7 3 0 15,0 0 1-15,5-2 3 0,-5 2-11 0,0 0-8 16,0 0-14-16,0 0-15 0,0 0-18 0,0 0-12 16,0 0-14-16,8-4-17 0,-8 4-32 0,0 0-24 15,0 0-45-15,0 0-42 0,0 0-50 0,0 0-67 0,0 0-52 16,-21 17-183-16,21-17-436 0,-19 7 193 0</inkml:trace>
  <inkml:trace contextRef="#ctx0" brushRef="#br0" timeOffset="-170959.8">4071 10577 13 0,'0'0'272'16,"-7"-1"-10"-16,7 1-13 0,0 0-15 0,0 0-13 15,0 0-12-15,0 0-25 0,0 0-17 0,0 0-13 16,0 0-18-16,0 0-11 0,25-5-13 0,-13 2-8 16,5 0-19-16,-1 0-22 0,2-1-28 0,-2 1-31 15,2 1-43-15,-6 1-31 0,2 1-45 0,-3-1-33 16,2 1-32-16,-5 0-18 0,-8 0-116 0,9 6-339 15,-7-4 151-15</inkml:trace>
  <inkml:trace contextRef="#ctx0" brushRef="#br0" timeOffset="-170806.6">4079 10730 67 0,'-4'6'206'0,"4"-6"-3"0,-6 6-9 0,6-6-9 15,-7 3-9-15,7-3-8 0,0 0-10 16,-4 8-13-16,4-8-12 0,0 0-11 0,18 5-9 15,-6-5-16-15,1-2-29 0,6 0-34 0,0-1-47 16,1 2-49-16,7-5-36 0,0 1-44 0,-8 1-151 0,3-1-316 16,-2 1 140-16</inkml:trace>
  <inkml:trace contextRef="#ctx0" brushRef="#br0" timeOffset="-168874.37">6122 9726 202 0,'0'0'220'0,"0"0"-22"0,3-11-19 15,-3 11-19-15,3-5-19 0,-3 5-19 0,0 0-5 16,0 0-15-16,0 0-6 0,0 0-10 15,14 18-5-15,-8-7-8 0,-2 0-3 0,1 4-2 16,-1 4-2-16,2 0-6 0,1 4-1 0,-4-4-7 0,0 0 0 16,1 0-6-16,0 1 1 0,-2-1-6 15,1 0-3-15,-1-3-5 0,1-4-1 0,-2 1-1 16,2-2-5-16,-1-1-5 0,2-1 2 0,-3-2-2 16,1-2-2-16,-2-5-1 0,1 9 9 0,-1-9 4 0,1 6 15 15,-1-6 6-15,0 0 7 0,0 0-6 16,0 0-4-16,0 0-4 0,0 0-2 0,16-15-10 15,-11 4-2-15,6-3-3 0,-3-3-3 0,1 0-1 16,1 1 0-16,-2-2-6 0,3-6-2 0,-2 5-1 0,0-4-2 16,0 0-6-16,0 6-12 0,-2 1-7 0,0 1-12 15,-2 5-21-15,-1 1-29 0,-1 2-37 0,-1 3-36 16,-2 4-40-16,6-6-3 0,-6 6-2 16,0 0 7-16,0 0-15 0,0 0-112 0,8 15-337 0,-7-4 150 15</inkml:trace>
  <inkml:trace contextRef="#ctx0" brushRef="#br0" timeOffset="-168374.15">6451 10051 124 0,'2'5'137'0,"1"1"-2"0,-3-6 3 16,2 10-2-16,-2-10-9 0,4 6-2 0,-4-6 3 16,0 0 0-16,3 6-3 0,-3-6-2 0,0 0 1 15,0 0-2-15,0 0 0 0,0 0 4 0,1 7-6 16,-1-7 1-16,0 0-4 0,0 0-5 0,0 0-2 15,0 0-10-15,0 0-9 0,0 0 4 0,0 0-20 16,0 0-5-16,0 0-12 0,0 0 3 0,-6-26-11 16,6 16-7-16,1 1-5 0,2-2 2 0,0 0-10 15,3-3-1-15,-1 1-3 0,1 3-6 0,2-3-6 16,1 3 0-16,0 1-2 0,6 0-1 0,-5 3-1 16,4 1-5-16,-1 5 4 0,2 0-9 0,2 0 4 0,-3 5 3 15,1 2-7-15,-3-2 0 0,3 4 3 16,-3 4-6-16,2-1 3 0,-4-1 0 0,-1 4 2 15,-1-3-3-15,-3-1 4 0,1-1 1 0,-1 0-5 16,-1-1 0-16,-3-1 11 0,1-2-10 0,0 0-2 0,-2-6 5 16,5 8 9-16,-5-8-7 0,1 7 6 15,-1-7-1-15,0 0-4 0,0 0 7 0,0 0-5 16,0 0-2-16,0 0-3 0,0 0 3 0,0 0 2 16,0 0 0-16,0 0-2 0,-1-31-4 0,4 23 1 15,-1-4-1-15,4 3-4 0,-3-2-1 0,3 1 6 0,4-3-7 16,-4 5 1-16,3 1 1 0,0-2 1 15,0 2-2-15,0 2 2 0,0 0-5 0,0 2 2 16,-2 2 2-16,2 2-3 0,2 3-3 0,-1 2 16 16,-1-1-11-16,-3 2 2 0,4 1-2 0,-2 2-1 0,-2-1-15 15,-2 4-11-15,0-1-21 0,-1-1-20 0,-2 4-29 16,0 1-30-16,-2-1-32 0,-2 1-19 0,1-4-27 16,-1 4-22-16,-2-5-156 0,1 0-417 15,0 0 184-15</inkml:trace>
  <inkml:trace contextRef="#ctx0" brushRef="#br0" timeOffset="-167818.51">6180 10413 118 0,'0'0'194'16,"0"0"-11"-16,0 0-14 0,0 0-13 0,0 0 3 16,0 0-1-16,0 0-1 0,0 0-6 0,31 7-7 15,-13-5-13-15,10-4-11 0,-7 2-8 0,11-2-9 16,-1-1-10-16,1 2-11 0,-3-2-6 0,2 0-6 16,-2 0-7-16,-2 1-8 0,-6-1-4 0,8 0-7 0,-9 2-5 15,2 1-6-15,-1-2-5 0,-2 4-20 16,0-1-16-16,-6 2-35 0,1 0-27 0,-3-1-25 15,0 2-30-15,-1 1-11 0,-5 1-18 0,1 0-15 16,-4 1-148-16,-2 0-342 0,0 2 152 0</inkml:trace>
  <inkml:trace contextRef="#ctx0" brushRef="#br0" timeOffset="-167563.18">6373 10591 140 0,'-8'3'166'0,"8"-3"3"0,-2 7 8 16,2-7-13-16,1 11-9 0,-1-11-7 16,2 14-6-16,1-5-7 0,-2 2-11 0,3-1-8 0,-1 1-3 15,1 0-5-15,-3 0-4 0,1 0-4 0,0-1-2 16,-1 2-6-16,0-1-6 0,-2-2-11 16,0 3-2-16,-2-3-9 0,-1 0 0 0,-1 0-7 15,0 1-4-15,-3-2-6 0,0 0-5 0,-1 1-8 0,1-3-3 16,-1 0-13-16,1-2-22 0,2-1-26 0,-1 1-21 15,1-2-47-15,-2 0-34 0,8-2-38 16,-10 2-39-16,10-2-159 0,0 0-396 0,-11-8 175 16</inkml:trace>
  <inkml:trace contextRef="#ctx0" brushRef="#br0" timeOffset="-167332.72">6525 10635 120 0,'0'0'214'0,"8"-3"-6"15,-8 3-3-15,0 0 1 0,0 0 1 0,14 5-8 16,-9-3-7-16,-5-2-9 0,4 11-9 0,-2-3-4 16,1-1-10-16,-1 6 1 0,1-2-15 0,-2 0-8 15,1 2-11-15,-1-1-14 0,-1 0-7 0,0 0-10 16,1-2-9-16,-2 3-18 0,0-2 1 0,1 0-12 16,-2-1 4-16,2-3-14 0,-1 0-10 0,1-7-23 15,-1 12-22-15,1-12-20 0,-4 10-26 0,1-5-29 16,3-5-37-16,-5 8-37 0,1-4-37 0,4-4-40 15,-10 3-218-15,10-3-488 0,-11-1 217 0</inkml:trace>
  <inkml:trace contextRef="#ctx0" brushRef="#br0" timeOffset="-167156.15">6346 10597 31 0,'0'0'221'0,"0"0"-22"15,0 0-12-15,0 0-20 0,0 0-10 0,0 0-10 0,18-1-12 16,-5 1-11-16,6 1-14 0,0 1-12 16,4-2-37-16,6 0-37 0,-2-2-44 0,5-1-56 15,-2 0-57-15,-1-2-106 0,2-2-259 0,1-1 115 16</inkml:trace>
  <inkml:trace contextRef="#ctx0" brushRef="#br0" timeOffset="-166894.68">7310 10381 181 0,'0'0'249'0,"11"-2"-9"0,-11 2-5 0,0 0-4 0,8 0-11 16,-8 0-11-16,0 0-10 0,13 3-4 0,-6-2-6 15,-7-1-8-15,13 2-4 0,-4-1-13 0,-1 0-5 16,-1 1-16-16,2-1-5 0,2 0-11 0,-3-1-14 15,4 1-8-15,-2-1-7 0,3 2-17 0,-1-4-4 16,1 2-5-16,0 2-6 0,0-4-26 0,-3 2-33 16,-1 0-18-16,-9 0-37 0,19-1-36 15,-12 1-53-15,-7 0-48 0,13 0-58 0,-5-1-47 16,-8 1-193-16,10-1-524 0,-10 1 232 0</inkml:trace>
  <inkml:trace contextRef="#ctx0" brushRef="#br0" timeOffset="-165466.15">8719 9726 21 0,'-2'-11'218'0,"2"11"-15"16,-3-8 0-16,3 8-4 0,-1-7-14 0,1 7-6 15,0 0-21-15,0 0-18 0,0 0-22 0,0 0-5 16,0 0-13-16,0 0-9 0,0 0-6 0,17 19-3 16,-7-6-6-16,-3 5-4 0,4-1-1 0,0 0-4 15,2 5-10-15,-4-6-1 0,1 2-1 0,-2 0-6 16,0-2-7-16,-1 1 0 0,1-1 0 0,-3-6 2 16,1 5-3-16,-2-5 2 0,4 2-7 0,-4-2-7 15,-1 0 1-15,1-3-3 0,-1-1-5 0,-2 0 1 16,-1-6-2-16,5 8-3 0,-5-8 1 0,3 6 5 15,-3-6 6-15,0 0 9 0,4 6 18 0,-4-6 1 16,0 0-5-16,0 0-2 0,0 0-8 0,0 0-4 16,12-17-5-16,-6 7-5 0,-1-2 0 0,4-3-2 15,-1-3-7-15,0 1 0 0,3 0-5 0,0-7 0 16,-3 5-10-16,2-3-11 0,4 2-14 0,-6 1-10 16,-1 3-19-16,1 2-17 0,-2 3-27 0,-3 5-24 15,-1-1-36-15,1 1-32 0,-3 6-12 0,0 0-5 0,4-4 0 16,-4 4-11-16,0 0-143 0,0 0-384 0,-3 23 170 15</inkml:trace>
  <inkml:trace contextRef="#ctx0" brushRef="#br0" timeOffset="-164977.59">9057 10020 61 0,'0'0'159'0,"0"12"-2"0,0-12 2 15,0 9-2-15,0-9 0 0,0 0-2 0,0 8 0 0,0-8-6 16,0 0-2-16,0 0 4 0,-2 9-5 0,2-9-2 15,0 0-1-15,0 0-5 0,0 0 0 0,0 0-3 16,0 0 4-16,0 0-4 0,0 0-14 0,0 0-14 16,0 0-8-16,0 0-11 0,0 0 2 0,0 0-16 15,0 0-12-15,0 0-3 0,3-32-4 0,0 23-11 16,0-1 8-16,4-2-13 0,-2 0-5 0,4-2-6 16,-1 4-2-16,-1 1-9 0,5 1 3 0,-3 1-2 15,0 0-4-15,1 1-5 0,-3 3-3 0,4 1-1 16,0 2-3-16,1 1 0 0,-3 3 1 0,3 2-3 15,-3-1 5-15,0 4-3 0,0 2 4 0,0 3-2 16,-2-4-2-16,-1 0 4 0,0-1 1 0,-1 2-6 16,-1-1 2-16,-1-4-2 0,-2 0 2 0,0 2-2 15,-1-8-1-15,2 11 6 0,-2-11-4 0,1 8 0 16,-1-8 5-16,1 5 3 0,-1-5-3 0,0 0-4 16,0 0 1-16,0 0 2 0,0 0 2 0,0 0-7 15,0 0-2-15,0 0 2 0,-1-26-9 0,4 20 1 0,0-4-4 16,1 0 1-16,4-2-2 0,-2-2-1 15,3 2-2-15,-1 0 1 0,3 0 0 0,-3 5 2 16,1-1 3-16,1 0-4 0,-2 3 0 0,1 1-4 16,0 2 6-16,0 2-1 0,0 2 3 0,-3 0-1 0,4 3 2 15,-1 2 1-15,2 3 1 0,-3 0-1 16,0 0 1-16,-2 5-4 0,1-3-11 0,-2 2-18 16,1 3-27-16,-1-3-27 0,-2 1-45 0,0-1-31 15,-3-3-42-15,0 1-28 0,-2 1-206 0,1-2-481 16,-3 0 213-16</inkml:trace>
  <inkml:trace contextRef="#ctx0" brushRef="#br0" timeOffset="-164733.48">8988 10277 163 0,'0'0'200'0,"-7"5"-4"0,7-5 4 0,0 0 0 15,0 0-2-15,0 0-11 0,25 11-9 0,-10-10-14 16,5-1-6-16,10-3-9 0,2 3-13 0,0-1-5 16,0-1-12-16,-1-1-7 0,0 1-11 0,1-2-16 15,-1 2-8-15,-3 0-2 0,-7 1-11 0,1 1-7 16,0-2-9-16,-4 4-14 0,0-4-20 16,-4 4-24-16,0-1-36 0,-2 1-33 0,0 0-40 0,-4 4-48 15,0-4-30-15,-3 2-208 0,-4 1-439 0,-1-5 194 16</inkml:trace>
  <inkml:trace contextRef="#ctx0" brushRef="#br0" timeOffset="-164332.49">8800 10624 76 0,'0'-7'272'0,"0"7"-12"0,-3-12-8 16,3 12-14-16,-1-10-17 0,1 10-21 0,0 0-21 15,-1-7-21-15,1 7-16 0,0 0-7 0,0 0-6 16,0 0-6-16,7 26-8 0,-4-11-5 0,0 5-10 16,-1 4-3-16,-1 2-12 0,-2 0-3 0,0-1-8 15,-2 0-4-15,3 0-4 0,-2-6-10 0,0-1-2 16,0 0-7-16,-1 1 5 0,3-2-16 0,-2-1-5 16,-1-4-3-16,2 0-17 0,-2 0-26 0,2-2-22 15,0-1-29-15,-2 0-31 0,-1-3-20 0,2 0-31 16,-2 0-30-16,4-6-12 0,-5 5-15 0,5-5-8 15,0 0-160-15,0 0-402 0,0 0 178 0</inkml:trace>
  <inkml:trace contextRef="#ctx0" brushRef="#br0" timeOffset="-164068.99">8815 10658 30 0,'7'-12'144'0,"0"3"7"0,-2 1-12 15,0 1-12-15,1 0-4 0,-3 2-4 0,4 3 10 16,-7 2-2-16,0 0-5 0,14 2-4 0,-14-2-8 15,6 9-6-15,-3-2-9 0,-2-2-7 0,-2 5-8 16,1-10-5-16,-4 21-13 0,0-10 3 0,0-1-9 16,0 1-1-16,-1-2-12 0,-2 1-2 0,2-2-1 15,1-1-4-15,0 0-6 0,1-3 0 0,3-4-4 16,-4 8 5-16,4-8-3 0,-2 7 0 0,2-7-2 16,0 0 0-16,-1 7 1 0,1-7-4 0,0 0 4 15,10 6-1-15,-2-6-6 0,-1 1-5 0,6-2 0 16,-1 3-15-16,1 0-26 0,0-1-30 0,1-1-37 15,0 1-27-15,-1-1-29 0,5-1-23 0,-4 1-26 16,0 0-110-16,-2 0-333 0,3-1 148 0</inkml:trace>
  <inkml:trace contextRef="#ctx0" brushRef="#br0" timeOffset="-163838.33">9185 10694 70 0,'0'0'178'15,"0"-10"1"-15,0 10-6 0,-2-9 1 0,2 9-3 16,-4-8-11-16,4 8-4 0,-5-5-5 0,5 5-11 15,-5-6-3-15,5 6 0 0,0 0-4 16,0 0 2-16,-18 11 0 0,11-1-5 0,1-1 0 0,-2 6-4 16,0 2-10-16,0 0-6 0,3 1-14 0,0 0-1 15,-4 5-13-15,5-6-8 0,0 2-4 0,2 0-6 16,-1-1-6-16,3-3-6 0,0 0-3 16,-1-2-5-16,2 0-9 0,1-1-21 0,0-1-26 0,-1 2-29 15,-1-3-34-15,0-1-43 0,0 0-48 0,2-2-60 16,-2-7-24-16,-2 14-198 0,1-8-485 0,1-6 215 15</inkml:trace>
  <inkml:trace contextRef="#ctx0" brushRef="#br0" timeOffset="-163689.04">9071 10846 24 0,'5'-4'166'0,"3"1"-19"15,-1-3-32-15,5 5-41 0,-3-3-57 0,1 0-60 16,0-2-41-16,-10 6-90 0,17-4 40 0</inkml:trace>
  <inkml:trace contextRef="#ctx0" brushRef="#br0" timeOffset="-163525.9">9326 10826 44 0,'0'0'211'0,"15"-2"-5"15,-8 1-7-15,-7 1-12 0,13-4-15 0,-2 2-17 16,0-1-17-16,0 0-17 0,2-1-10 0,0 4-30 16,0-4-27-16,-1 1-41 0,0-1-36 0,-2-1-39 15,-1 4-38-15,-3 1-26 0,-6 0-105 0,11-4-249 16,-11 4 111-16</inkml:trace>
  <inkml:trace contextRef="#ctx0" brushRef="#br0" timeOffset="-163337.12">9454 10708 163 0,'0'0'199'0,"0"0"-8"16,0 0-19-16,0 0 2 0,0 0-2 0,0 0 7 15,0 0-2-15,0 0-5 0,0 31-12 0,1-20-13 0,-1 0-14 16,0 1-10-16,-1 1-10 0,1 1-10 0,0 0-14 16,0 1-4-16,0-3-10 0,0 1-25 15,0 0-31-15,1-2-26 0,-1 1-37 0,2-1-48 16,-1-2-34-16,0-2-52 0,2 0-32 0,-1-2-131 0,-2-5-367 15,8 10 163-15</inkml:trace>
  <inkml:trace contextRef="#ctx0" brushRef="#br0" timeOffset="-163112.4">9671 10684 80 0,'2'-6'272'0,"-1"0"-16"16,-1 6-23-16,1-8-20 0,-1 8-12 0,0 0 1 15,0 0 0-15,0 0-2 0,0 0-10 0,3 20-17 16,-2-10-16-16,-2 4-14 0,2-2-8 0,-2 4-16 16,0 1-14-16,-1-2-8 0,2 0-11 0,-1-1-5 15,0 0-10-15,1-1-4 0,0-1-8 0,-2-2-22 16,2 1-18-16,0 1-26 0,0-3-28 0,0-1-34 16,0-8-37-16,-2 13-46 0,2-13-42 0,0 8-40 15,-1-2-200-15,1-6-470 0,-6 6 208 0</inkml:trace>
  <inkml:trace contextRef="#ctx0" brushRef="#br0" timeOffset="-162792.1">9739 10599 78 0,'0'0'200'0,"12"-2"3"0,-12 2-6 0,11 4-12 16,-6 2-8-16,0-3-9 0,2 2-14 0,-2 0-15 15,-3 4 0-15,5 1-15 0,-1-1-10 0,-3-1-10 16,-2 3-10-16,-1-1-5 0,0 2 2 0,-2-2-7 16,-1-4-3-16,0 4-5 0,0-2-3 0,-1-2-4 15,0 2-3-15,0-3-2 0,-1 0-1 0,0 2-4 16,1-3-2-16,0 0-1 0,4-4-1 0,-5 10-4 16,2-7-7-16,3-3-1 0,-6 8-8 0,6-8-1 0,-5 8 10 15,5-8-10-15,-1 8-5 0,1-8-1 16,0 8-3-16,0-8 1 0,0 0-4 0,9 7-3 15,-4-4-2-15,-5-3-24 0,13 2-25 0,-6 0-35 0,3-2-29 16,-1-2-41-16,2 2-30 0,1-1-36 16,-1 0-12-16,1-2-28 0,0 2-148 0,-3-2-423 15,-9 3 187-15</inkml:trace>
  <inkml:trace contextRef="#ctx0" brushRef="#br0" timeOffset="-162538.08">9983 10746 92 0,'7'-2'222'0,"-7"2"-9"16,0 0-1-16,0 0-5 0,0 0-8 0,6-5-10 15,-6 5-11-15,0 0-12 0,0 0-9 0,0 0 4 16,0 0 7-16,0 0 5 0,1 17-7 0,-1-17 12 16,-2 16-7-16,-1-6-6 0,1 2-12 0,0-2-17 15,0 0-4-15,1 4-14 0,-1-2-11 0,1-1-3 16,1 0-11-16,-1-1-11 0,-1 0-6 0,4-2-17 16,-2 2 8-16,1-3-13 0,-1-7-4 0,1 12 7 15,2-7-6-15,-1 0-7 0,-2-5 1 0,8 10-7 16,-3-8-5-16,0 2-10 0,-5-4-6 0,13 3-29 15,-3-3-28-15,0 0-26 0,1-2-32 0,0 1-22 16,-1-1-36-16,1 0-31 0,-4 0-39 0,4-4-20 16,-1 0-19-16,0 1-30 0,-1-2-180 0,0-1-513 15,2 1 227-15</inkml:trace>
  <inkml:trace contextRef="#ctx0" brushRef="#br0" timeOffset="-162326.12">10359 10586 95 0,'0'0'223'0,"5"-5"-13"16,-5 5 12-16,0 0-4 0,0 0-3 16,13 2 2-16,-13-2 4 0,5 12-14 0,-1-3-11 15,-2 1-19-15,1 3-8 0,2 5-12 0,-4-1-16 16,2 0-8-16,-2 1-16 0,0-1-9 0,1-4-8 0,0 2-8 16,-2 2-12-16,0 1-2 0,0-7-15 15,0 1-8-15,-1 1-8 0,-3-3-24 0,2 2-29 0,-2-1-24 16,-6 3-35-16,1-3-41 0,-3 0-49 15,-3 1-39-15,1-3-43 0,-3 0-226 0,-2 1-499 0,2-3 221 16</inkml:trace>
  <inkml:trace contextRef="#ctx0" brushRef="#br0" timeOffset="-161528.75">8755 10719 102 0,'0'0'180'0,"-11"-6"-1"15,11 6-4-15,-9-4-2 0,9 4 0 0,-14-1-4 16,6 1-7-16,8 0-3 0,-18 7-3 0,7-1-2 16,0 2-7-16,-4 5-5 0,-5 6-1 0,3 1-5 15,-1 3-9-15,0 1-4 0,0 1-11 0,3 4-10 16,1-3-12-16,0 3-8 0,0-1-7 0,4-1-14 15,0 0 0-15,7-7-3 0,-1-1-3 0,4 0-10 16,5-2-3-16,-1-2-2 0,5 0-24 0,2-3-27 16,5 1-36-16,3-5-36 0,0-1-46 0,9-2-43 15,4-3-42-15,0-2-41 0,-3 0-166 0,3-3-457 0,0-1 202 16</inkml:trace>
  <inkml:trace contextRef="#ctx0" brushRef="#br0" timeOffset="-159378.4">10615 10643 19 0,'3'-6'242'0,"1"0"-13"0,1 1-9 0,1 1-6 0,-1 0-9 16,3 0-11-16,0 2-15 0,1-2-16 16,1 4-15-16,-10 0-8 0,16 2-11 0,-9 0-10 0,5 1-5 15,-4 4-10-15,-1 0-2 0,0 0-10 0,0 2-4 16,-3 0-8-16,1 2-3 0,-1 2-4 0,-1-4-6 15,-2 3-4-15,0-1-6 0,-2 2-5 16,-2-1-1-16,0-2-7 0,-1 3 3 0,-2-2-10 0,-2-2-3 16,1 1 0-16,1-1-5 0,-2 1-16 15,2-3-14-15,-2 0-12 0,2-2-23 0,1 1-22 0,-1-3-28 16,1 1-29-16,-1-1-34 0,6-3-37 0,-8 5-30 16,8-5-218-16,0 0-469 0,0 0 208 0</inkml:trace>
  <inkml:trace contextRef="#ctx0" brushRef="#br0" timeOffset="-159126.48">10881 10603 157 0,'3'-7'230'0,"2"2"-1"16,-5 5-6-16,5-6-12 0,-5 6-14 0,3-7-17 16,-3 7-17-16,6-2-16 0,-6 2-10 0,0 0 2 15,0 0 5-15,11 14-4 0,-9-5 10 0,1 2-13 16,-3-1-8-16,-3 6-10 0,1 1-1 0,0 1-12 15,0 1-12-15,-1-1-9 0,3-1-6 0,-2-2-7 16,2 3-9-16,-3-3-5 0,3-3-7 0,-1 0-6 16,1 0-2-16,-1-3-10 0,-1 2-11 0,1-3-21 15,0 0-18-15,1-8-26 0,-2 10-28 0,-1-5-26 0,3-5-27 16,-2 9-27-16,2-9-24 0,-5 6-28 16,5-6-39-16,0 0-189 0,-10-1-464 0,10 1 205 15</inkml:trace>
  <inkml:trace contextRef="#ctx0" brushRef="#br0" timeOffset="-158946.43">10696 10575 123 0,'-5'-7'220'0,"5"7"-20"16,0 0-10-16,0 0-7 0,5-11-12 0,3 8-11 15,-8 3-14-15,17-3-14 0,-6 2-13 0,5 0-16 16,1-2-27-16,0 2-35 0,-3-2-40 0,-2 3-41 15,-1-2-36-15,2-1-60 0,-5 3-134 0,-1-2-291 16,1 0 130-16</inkml:trace>
  <inkml:trace contextRef="#ctx0" brushRef="#br0" timeOffset="-158642.72">10962 10108 163 0,'0'0'297'0,"7"-4"-23"0,-7 4-17 15,0 0-10-15,6-4-8 0,-6 4-11 0,6-4-18 16,-6 4-23-16,0 0-19 0,0 0-16 0,0 0-23 16,0 0-9-16,0 0-43 0,0 0-32 0,0 0-31 15,0 0-42-15,0 0-56 0,0 0-67 0,9 10-62 16,-9-10-176-16,2 8-421 0,-2-8 187 0</inkml:trace>
  <inkml:trace contextRef="#ctx0" brushRef="#br0" timeOffset="-158108.06">11709 9894 212 0,'-3'-6'230'16,"3"6"-9"-16,-3-7-13 0,3 7-19 0,0 0-19 16,0 0-21-16,0 0-17 0,0 0-12 0,0 0-8 0,0 0 2 15,0 0-6-15,0 0 2 0,-1 28-1 16,2-11-4-16,-2 2 2 0,1 7 1 0,0-7-11 0,-2 1-3 15,2 6 1-15,-2 0-11 0,-3-6-6 16,3 1-4-16,0 2-6 0,-1-4-7 0,1-3-10 0,2 3-5 16,0-2 1-16,0 0-6 0,-3 0-3 0,3-6-2 15,-3 0-21-15,2 1 1 0,1-1-12 0,0-1-13 16,0-1-14-16,0-1-21 0,0-8-26 0,-2 12-24 16,1-5-21-16,1-7-25 0,-1 9-18 0,1-9-28 15,-4 5-29-15,4-5-185 0,0 0-432 0,-9 0 191 16</inkml:trace>
  <inkml:trace contextRef="#ctx0" brushRef="#br0" timeOffset="-157778.6">11719 9854 191 0,'17'-5'191'16,"0"1"-7"-16,0 4-13 0,-2 1 3 0,3 0-10 15,-3 6-15-15,0 0-13 0,-4 0-10 0,1 3-9 16,-2 2-10-16,-3 1-7 0,2 2-5 0,-6 0-5 16,-1-2-9-16,-2 3-7 0,0 0 0 0,-1 2-3 15,-3-5 1-15,0-3-1 0,-1 0-2 0,-2 0 1 16,0 2 6-16,1-2-8 0,-3-3-5 0,1 0 2 16,2 1-5-16,2-4-5 0,0 0 0 0,4-4-8 15,-5 8-5-15,5-8-7 0,-4 4-1 0,4-4-3 16,0 0-4-16,-3 6 4 0,3-6-5 0,0 0 0 15,11 8-8-15,-1-8-9 0,3 0-21 0,0 1-21 0,5-1-27 16,0-1-33-16,1-2-27 0,0 2-28 0,1-2-17 16,1 1-15-16,-3-2-6 0,2 3-3 15,-1-3-4-15,2-1 6 0,-5 2-110 0,2-3-321 16,0-1 142-16</inkml:trace>
  <inkml:trace contextRef="#ctx0" brushRef="#br0" timeOffset="-157532.39">12174 10046 564 0,'10'-7'-1'0,"0"-3"13"0,-3 1 4 15,2-1 24-15,-2 1 16 0,0-1 8 0,-1 2 15 16,0 1 14-16,-1 2 22 0,0-2 7 0,-2 3-1 15,-3 4-1-15,6-9-11 0,-6 9-1 0,4-1 4 16,-4 1 2-16,0 0 3 0,9 10 6 0,-5 1 5 16,0-1 3-16,-2 6 2 0,0 2-1 0,-2 2 5 15,-2 5 5-15,0-1 0 0,1-4-8 0,-4 4-3 16,3 2-3-16,-3-2 1 0,3-8 4 0,-2 1-25 16,2 0-6-16,0-2-7 0,-1-3-10 0,2 2-4 15,0-4-4-15,0 1-8 0,1-1-8 0,1 0-5 16,0-3-2-16,3-1-7 0,0 0-2 0,0 0 2 15,3-2-10-15,2-1-3 0,2 1-12 0,1-2-22 16,8-2-28-16,-1-2-34 0,0 1-26 0,1-2-29 16,1-3-29-16,-3-1-49 0,2 2-43 0,-5-2-31 15,3-1-43-15,-6 3-230 0,-1-3-587 0,-2 2 260 16</inkml:trace>
  <inkml:trace contextRef="#ctx0" brushRef="#br0" timeOffset="-156139.72">8740 10310 42 0,'-10'-3'139'0,"10"3"-3"15,-8-3-3-15,1 0-6 0,7 3 2 0,-6-4-3 16,6 4-8-16,-10-4-4 0,10 4-2 0,-6-3-13 16,6 3-2-16,-9-4-7 0,2 3-9 0,7 1-8 15,-13-4-4-15,6 4-9 0,7 0-3 0,-14-3-4 16,2 6 0-16,2-5-9 0,0 5 4 0,-2 0-6 0,2-1-5 16,-3 1-3-16,4-3-2 0,-1 4 1 15,0-1-1-15,2-1 2 0,8-2-1 0,-13 4-2 16,9-2-1-16,4-2 0 0,-11 2 0 0,11-2-1 15,-8 2-4-15,8-2 0 0,0 0 1 0,0 0-2 0,0 0 1 16,0 0 5-16,0 0 3 0,0 0 1 16,0 0 6-16,22 8 4 0,-9-7-1 0,7 0-3 15,11 0-1-15,2-3-1 0,4 2-5 0,14 0 2 0,-1 0-4 16,4-1-5-16,2-1-1 0,2-1 2 0,2 3-5 16,2-2 0-16,0 1 0 0,3 1 6 15,-4-2-9-15,1 2-5 0,-2 3 1 0,2-3 0 16,1 0-2-16,-1 4-5 0,-1-3 2 0,-3 2 1 15,-2-2-5-15,1-2 0 0,-6 7 1 0,-13-3-1 0,16-1 0 16,-16 1-1-16,2 0-3 0,-1-1 3 0,-1 0-1 16,-3-2-1-16,2 4 1 0,-3-4 1 0,-4 3 0 15,0-3-2-15,-3 3 3 0,-7-3-2 16,-1 0 3-16,0 0-1 0,-5 1-1 0,1-1 1 0,-2 0 4 16,0 0-2-16,0 0 1 0,0 1 1 0,-2-1-5 15,2 0 4-15,1 2 0 0,-1-1-3 0,-2-2 4 16,1 2-3-16,2-1 2 0,-1 0 0 0,-1-1-4 15,1 1 2-15,-1 0-2 0,1 1-2 0,-2 0 5 16,-2-1-2-16,1 1-3 0,-10-1 0 0,13 2 0 16,-5-2-1-16,-8 0 4 0,9 0-6 0,-9 0 3 15,7 2 0-15,-7-2 1 0,0 0-4 0,9 0 9 16,-9 0-8-16,0 0 3 0,0 0 0 0,0 0 4 16,0 0-2-16,10 0 0 0,-10 0 2 0,0 0 1 15,0 0-1-15,0 0-2 0,0 0-2 0,0 0 0 16,0 0 1-16,0 0-1 0,0 0-1 0,0 0 10 15,0 0-14-15,0 0 1 0,0 0 2 0,8 1 3 16,-8-1-5-16,0 0 2 0,0 0-3 0,0 0 12 16,0 0-16-16,0 0 4 0,0 0-2 0,0 0 4 15,0 0-4-15,0 0 2 0,9 0 6 0,-9 0-2 16,0 0-4-16,10 1-3 0,-10-1 4 0,0 0-1 16,13 0 2-16,-13 0 0 0,10 0-1 0,-10 0 0 15,11 0 0-15,-11 0 3 0,11-1-2 0,-4 2-2 16,-7-1 1-16,13 0 2 0,-3 0-3 0,-10 0 5 15,14-2-2-15,-7 0-2 0,3 2-2 0,1-2 2 0,0 1-1 16,-3 0 0-16,1 0 0 0,2 1 1 0,-2-2 0 16,-9 2 2-16,13-1-4 0,-5 0 4 15,-8 1-2-15,12 0-3 0,-4-1 3 0,-8 1 1 16,15 0-3-16,-15 0-2 0,9 0 5 0,-9 0 3 0,11-2-2 16,-11 2-5-16,9 2 3 0,-9-2 5 0,9 0-4 15,-9 0 6-15,0 0-5 0,9 0-1 16,-9 0 4-16,0 0 1 0,0 0 2 0,6 1 12 0,-6-1-11 15,0 0-1-15,0 0 3 0,0 0-2 0,0 0 5 16,0 0 3-16,0 0-9 0,0 0 3 0,0 0 5 16,0 0-5-16,0 0-4 0,0 0-7 0,0 0-17 15,0 0-26-15,0 0-43 0,0 0-49 0,0 0-53 16,0 0-67-16,0 0-262 0,-26 4-560 0,26-4 249 16</inkml:trace>
  <inkml:trace contextRef="#ctx0" brushRef="#br0" timeOffset="-154857.5">6156 11565 30 0,'-18'0'150'0,"5"0"-13"0,-2 0 0 16,-2 3-4-16,4-2 0 0,2 1-5 0,-1-2-2 15,0 1-5-15,0 0-9 0,2-1-2 0,-2-1-2 16,12 1 1-16,-14-1-8 0,14 1 1 0,-11 0-3 15,11 0-7-15,-9 0-10 0,9 0-5 0,0 0-11 16,0 0-7-16,-11 1-6 0,11-1-5 0,0 0-6 16,0 0 1-16,0 0-3 0,0 0-1 0,0 0-2 15,30 3 0-15,-19-1-6 0,10-2-2 0,-2 1-2 16,3 0-1-16,8 2-2 0,2-1-1 0,-2 1-2 16,3 0-3-16,0 1-2 0,1-1 1 0,0 0-3 15,3 0-1-15,-1 1-2 0,2-1 8 0,17 4-2 16,1-3 3-16,6-4 2 0,3 0-4 0,1 4 1 15,26-3-3-15,-25-1-1 0,27 0 2 0,-3 1-5 16,-26 0 1-16,29 4-5 0,-4-2 4 0,2 1-3 16,2-1 3-16,-2 1-2 0,1-1 1 0,4 0-2 15,-2-1-1-15,3-4 1 0,0 3 4 0,0 1 0 16,-4-4 1-16,7 4-1 0,0 0 0 0,3 2 0 16,-2-2 1-16,1 3-1 0,0-1 1 0,1 1-2 15,-1-2 5-15,-4 3-3 0,1-5 0 0,2 2-2 16,2 3 2-16,-1 2-3 0,-3-2 2 0,-2-3-2 15,1 2-1-15,-1-1 0 0,-2 3 3 0,3-4 0 0,3 0-1 16,-3 4-2-16,1-3-4 0,-1 0 6 0,-6-3-2 16,1 0-2-16,6 1 5 0,-1 1-5 15,-4-3 1-15,5 1-1 0,-2-3 3 0,0 2-7 16,-4 0 1-16,-1-5 0 0,5 2 3 0,-8-1-6 0,2 2 5 16,-1-1 2-16,-29-1 1 0,32 0-4 0,-31 0 2 15,2 3 3-15,0-3 0 0,-4 0-1 16,-3 2 7-16,-3-1-1 0,-3 2 1 0,-14-1-2 0,-1 2 2 15,-1 0-1-15,-5-2-3 0,1 0 0 0,-5 2 1 16,-6 2-6-16,1 0 3 0,-2-2-7 0,-3 2 4 16,0-4-1-16,-6 2-1 0,2 2-5 0,-4-1 2 15,-4-1-5-15,-5 0-9 0,12 0 4 0,-12 0-15 16,10-1-14-16,-10 1-18 0,0 0-20 0,7-2-36 16,-7 2-44-16,0 0-46 0,0 0-31 15,0 0-46-15,0 0-155 0,0 0-468 0,-47-4 207 0</inkml:trace>
  <inkml:trace contextRef="#ctx0" brushRef="#br0" timeOffset="-153441.86">7873 12115 31 0,'0'-8'207'0,"0"8"4"0,0-14-6 0,-1 8-6 16,1 6-6-16,-1-14-6 0,1 14-8 0,0-9-8 15,0 9-12-15,-3-9-13 0,3 9-20 0,0 0-15 16,3-8-10-16,-3 8-10 0,0 0-12 0,0 0-6 16,14 12-3-16,-6-3-2 0,4 5-9 0,-3 0-2 15,4 9-6-15,2 1-4 0,-6-5-5 0,4 4-1 16,0 1-6-16,0-1-4 0,-2 1-1 0,-2-7-1 16,0 0-5-16,1-2 3 0,-1 1-4 0,-1-2-3 15,1 0-1-15,-2-1-1 0,1-4 4 0,-1 1-3 16,-1-2 1-16,1-1-3 0,-1 1 0 0,-1-2 0 15,0-3 0-15,-2 2 5 0,-3-5 1 0,8 5 7 16,-8-5 13-16,7 3 4 0,-7-3-5 0,0 0 2 16,9-9-3-16,-4 3 1 0,0-2-13 0,1-2-1 15,-2-1 4-15,3-6 7 0,-2 2-15 0,1-2-3 16,4-9 1-16,-2 1-6 0,-2 1-4 0,3-1 2 16,-1 6 5-16,3-4-5 0,-2 5-11 0,0 0-13 15,-1 2-17-15,0 0-14 0,-2 6-20 0,2 1-25 16,-5 3-29-16,0-1-39 0,0 3-39 0,-3 4-18 0,5-6-8 15,-5 6-6-15,0 0 1 0,0 0-9 16,11 9-117-16,-8-4-379 0,-1 5 168 0</inkml:trace>
  <inkml:trace contextRef="#ctx0" brushRef="#br0" timeOffset="-152941.84">8395 12388 32 0,'0'10'159'0,"0"-1"-4"0,0-3 15 0,0-6-2 15,1 13 6-15,-1-13-7 0,-1 11-4 0,1-11-3 0,0 9-2 16,0-9-3-16,0 0-2 0,-4 8 8 0,4-8-4 16,0 0 3-16,-3 6 7 0,3-6-18 15,0 0-12-15,0 0-6 0,0 0-9 0,0 0-9 16,0 0-6-16,-12-14-4 0,12 14-12 0,-4-10-10 0,4 3-12 16,-3-3-1-16,3 1-12 0,0-3-6 0,3 2 1 15,-2-2-14-15,3 1-1 0,2-4-4 16,2 0-3-16,1 7-11 0,-3-1 3 0,1 0-7 0,0 1-1 15,3 2-3-15,-2 5-4 0,1-2 3 0,3 4-2 16,-12-1-4-16,18 3-2 0,-7 2 2 0,-1 2-4 16,1 0 5-16,-3 3-2 0,0 1-7 0,0-1 8 15,-2 0-3-15,-1 1 0 0,2-1 5 0,-6-3-2 16,1 1-4-16,1-1-4 0,0 0 8 0,-3-7 0 16,2 9-3-16,1-5 4 0,-3-4 12 0,2 8-12 15,-2-8-2-15,0 0 3 0,4 5 5 0,-4-5-10 16,0 0 1-16,0 0 5 0,0 0 2 0,0 0-8 15,3-18 0-15,-3 18 0 0,6-15-3 0,0 6 2 16,1-2-7-16,2-3 1 0,2-1 4 0,-1-1-7 16,2 1-6-16,2 4 3 0,1-2 4 0,1-1-5 15,-1 6 4-15,0-2-5 0,-3 6 1 0,-1 2 1 16,0 0 6-16,-1 2 4 0,1 2-9 0,-2 4 1 16,0 0-2-16,0 2 3 0,0 2 3 0,-2 1 3 15,0 3 2-15,0 3-3 0,0-2 4 0,-2 1-12 16,-2 0-27-16,-1-3-26 0,-2 3-29 0,-1-3-31 15,1-1-40-15,-1 2-32 0,-2-4-35 0,1 0-32 16,-1 2-182-16,-1-5-484 0,-1 2 214 0</inkml:trace>
  <inkml:trace contextRef="#ctx0" brushRef="#br0" timeOffset="-152569.95">7993 12753 9 0,'-14'3'211'0,"3"3"-14"0,-1-3-14 16,3 1-12-16,4-1-2 0,5-3-4 0,-5 7-1 0,5-7-2 15,0 0-5-15,18 8-5 0,0-6-8 16,11 0-6-16,7-1-8 0,15 1-10 0,7-4-5 0,4-3-5 15,1 2 1-15,29-2 3 0,-31 1-16 16,1-2-6-16,2 2-11 0,-1 1-5 0,3-1-6 0,-5 0-8 16,-1 0-8-16,-6 3 2 0,0-2-9 0,-14 3-4 15,-3-3-2-15,-2 3-3 0,-2-2-5 0,-2 4-5 16,-2-2 1-16,-8 0-3 0,-2 0-5 0,-4 1-1 16,-2-1-3-16,0 0-3 0,-2 0 1 0,-2 0-2 15,1 2 1-15,2-2-5 0,-12 0-20 0,10 2-9 16,-10-2-14-16,9-2-22 0,-9 2-30 0,0 0-36 15,0 0-50-15,0 0-51 0,0 0-41 0,0 0-192 16,0 0-493-16,0 0 219 0</inkml:trace>
  <inkml:trace contextRef="#ctx0" brushRef="#br0" timeOffset="-151572.87">7517 13034 99 0,'0'0'239'0,"-7"-8"-10"0,7 8-12 15,-6-4-19-15,6 4-19 0,-9-3-22 0,9 3-12 16,0 0-13-16,-12 12-2 0,6-3-6 16,-4 6-4-16,1 3-7 0,-3 7-5 0,2-2-9 0,3 3-7 15,-1 2-7-15,4-3-7 0,1 1-6 0,3-2-3 16,0-5-1-16,0 2-11 0,6-3-7 16,-1 1-3-16,1 0-6 0,4-3-3 0,-2 1-3 0,2-5-5 15,5 1-10-15,-2 0-15 0,0-7-21 0,2 5-17 16,3 0-31-16,-6-6-29 0,7 1-33 0,-7-3-29 15,0 1-26-15,4-1-33 0,-5-1-152 0,-2-2-396 16,0 1 175-16</inkml:trace>
  <inkml:trace contextRef="#ctx0" brushRef="#br0" timeOffset="-151308">7757 13172 176 0,'0'0'232'0,"1"-11"-28"16,-1 11-11-16,4-3-5 0,-4 3-8 0,0 0-12 15,0 0-17-15,9 17 2 0,-6-5-6 0,-2 2 9 16,1 3-18-16,1 1-11 0,-2 0-17 0,-1 1-7 16,0-2-9-16,1 1-8 0,-1-1-10 0,-1 1-8 15,1-2-3-15,-1 1-8 0,0-2-5 0,-1-3-7 16,2-2-20-16,-2 0-18 0,-1 0-24 0,2 0-28 15,-1-3-34-15,2-7-25 0,-3 11-35 0,0-6-27 16,3-5-25-16,-3 9-29 0,3-9-120 0,-8 5-369 16,8-5 163-16</inkml:trace>
  <inkml:trace contextRef="#ctx0" brushRef="#br0" timeOffset="-151012.25">7814 13118 64 0,'12'-4'194'16,"2"1"-16"-16,-1 1-6 0,-3 2-16 0,1 2-8 16,-3 0-9-16,1 0-9 0,-2 6-11 0,1-1-7 15,-4-1-6-15,-1 3-8 0,-2 1-8 0,0-1-8 16,-3 2-8-16,-2-1-8 0,0-1-5 0,-3 1-5 16,-1 0-6-16,0 0-4 0,2-1 0 0,-2-1-6 15,1-2 1-15,-1-1-1 0,1 0-1 16,2 0 7-16,-1-1-1 0,6-4-2 0,-8 5 4 0,8-5 3 15,-6 5-3-15,6-5-3 0,-5 3-5 0,5-3-6 16,0 0-3-16,0 0-2 0,0 9-3 0,0-9-2 16,7 8-4-16,0 0 5 0,-2-4-5 0,3 1-11 15,-1-3-19-15,2 5-27 0,3-2-40 0,-2 0-40 16,2 0-37-16,1-1-36 0,-1-2-197 0,1 1-420 16,-2-2 186-16</inkml:trace>
  <inkml:trace contextRef="#ctx0" brushRef="#br0" timeOffset="-150769.86">8192 13194 68 0,'0'0'244'0,"0"0"7"0,-2-14-6 0,2 14-8 16,-4-5-11-16,4 5-13 0,0 0-14 0,-10-2-9 16,10 2 1-16,-9 8-17 0,3 2-6 0,-2-1-3 0,-1 8-16 15,2 1 4-15,-2 7-23 0,-2-2-11 16,4-3-9-16,0 4-6 0,1 2-19 0,2-8-2 15,1 1-8-15,0 2 5 0,-1-4-22 0,1 2-7 16,2-4-6-16,0 0-5 0,1-1-18 0,1-3-23 0,-2-1-25 16,1 1-35-16,0-1-35 0,0-2-43 15,-3 0-43-15,2-2-38 0,1-6-27 0,0 9-35 16,0-9-156-16,-5 7-473 0,5-7 211 0</inkml:trace>
  <inkml:trace contextRef="#ctx0" brushRef="#br0" timeOffset="-150604.52">8030 13413 51 0,'7'-6'227'0,"-2"3"1"0,-5 3-25 16,10-6-17-16,-1 4-17 0,-1-3-14 0,2 1-29 16,0 2-38-16,2-1-54 0,-3 2-49 15,5-3-47-15,-4 0-35 0,3-1-119 0,-3 3-233 16,0-2 103-16</inkml:trace>
  <inkml:trace contextRef="#ctx0" brushRef="#br0" timeOffset="-150457.04">8286 13353 155 0,'8'1'169'0,"-8"-1"0"16,10 3-4-16,-10-3-4 0,13-2-6 0,-4 1-3 16,2 0-18-16,1-1-12 0,2-1-11 0,-1 2-12 15,1 0-14-15,0-2-28 0,-1-1-36 0,0 1-42 16,-1 1-35-16,1 1-40 0,-4-2-39 15,-2 2-107-15,-7 1-261 0,12-3 116 0</inkml:trace>
  <inkml:trace contextRef="#ctx0" brushRef="#br0" timeOffset="-150259.02">8462 13241 222 0,'0'0'231'0,"-2"-8"-7"0,2 8-11 0,0 0-21 0,0 0-17 16,0 0-18-16,0 0-3 0,0 0 12 0,0 0 6 15,0 0-1-15,4 25-7 0,-3-14-1 0,3 6-13 16,-3 0-11-16,-1-2-18 0,0 4-12 16,1-1-8-16,-1 0-8 0,0-1-11 0,2 1-15 0,-2 0-28 15,0-3-32-15,-2 1-35 0,2 0-46 0,0-4-51 16,-1 1-58-16,2-4-47 0,-2-2-216 0,0 0-482 16,1-7 213-16</inkml:trace>
  <inkml:trace contextRef="#ctx0" brushRef="#br0" timeOffset="-150012.18">8704 13203 240 0,'1'-5'304'16,"-1"5"-10"-16,3-9-23 0,-3 9-25 0,1-7-23 15,-1 7-11-15,0 0-6 0,0 0-3 0,0 0-12 16,5 23-13-16,-5-11-18 0,1 2-9 0,-1 4-19 15,0 1-12-15,-1-2-10 0,0 2-13 0,1-1-5 16,-1 0-6-16,-1-1-16 0,2 1-2 0,0-3-19 16,0-2-22-16,0-2-24 0,0 1-32 0,-2-2-25 15,2-1-25-15,-3 2-32 0,2-3-35 0,-2-1-37 16,3-7-24-16,-3 9-36 0,0-4-205 0,3-5-483 16,-9 6 214-16</inkml:trace>
  <inkml:trace contextRef="#ctx0" brushRef="#br0" timeOffset="-149696.62">8732 13121 126 0,'9'-8'234'0,"-1"2"-8"0,3 2-4 0,-1 2-11 16,1 1-11-16,-2 1-11 0,-1 1-9 0,-1 3-10 15,2 2-20-15,-4 1-6 0,4 1-14 0,-5 2-6 0,-2 1-9 16,-2 6-5-16,-2-2-7 0,-3 0-7 15,-3 0-6-15,2-1-7 0,-3 0-2 0,-3 1 4 16,2 1-5-16,1-3-3 0,1-4-2 0,1-1-9 16,-1 2-3-16,2-3-2 0,-1 1-5 0,3-2-4 15,-1-2-1-15,5-4 5 0,-5 10-15 0,4-5 2 16,1-5 2-16,-1 10-8 0,1-10-2 0,4 9-1 16,-4-9 9-16,8 6-15 0,-1-2 0 0,3-2-17 15,0-2-17-15,3 0-21 0,4-2-44 0,1-2-32 16,-2-1-39-16,-3 3-22 0,0-1-42 0,-1 2-15 15,4-3-18-15,-2-1-14 0,-3 1-4 0,1 1-137 16,-2-3-426-16,-1 0 188 0</inkml:trace>
  <inkml:trace contextRef="#ctx0" brushRef="#br0" timeOffset="-149473.39">9040 13272 170 0,'0'0'197'0,"0"0"4"16,6-3-8-16,-6 3-6 0,0 0-7 15,6-3-5-15,-6 3 3 0,0 0 2 0,0 0 0 16,0 0 5-16,0 17-6 0,0-17 1 0,-3 15 6 15,-1-6-12-15,3 2-10 0,-2 1-7 0,2-2 3 0,-4 1-17 16,4 0-11-16,0 2-14 0,1-3-13 0,1 0-9 16,-2 0-7-16,2 0-11 0,-1-2-2 15,6 1-10-15,-3-1-2 0,-2-1-9 0,1 1-4 16,4-4-6-16,-3 3-5 0,1-1-9 0,1-2-45 0,-1 0-28 16,4-2-36-16,-8-2-30 0,9 7-37 0,-4-5-42 15,-5-2-46-15,8 1-37 0,-8-1-40 0,0 0-195 16,15-5-547-16,-10 0 242 0</inkml:trace>
  <inkml:trace contextRef="#ctx0" brushRef="#br0" timeOffset="-149209.79">9395 13081 112 0,'6'-6'250'0,"-6"6"0"16,0 0 2-16,0 0-8 0,10 10-11 0,-8-1 2 15,2 1-10-15,-1 1-10 0,-1 1-13 0,3 4-8 16,1 2 1-16,-3 1-15 0,2 0-5 0,-2-1-13 16,2 10-12-16,-1-10-13 0,-3-2-17 15,3 3-9-15,-1-3-9 0,-2 2-7 0,0-2-13 0,0 1-8 16,1-1-6-16,0-1-9 0,-2-3 0 0,-1 1-3 16,-2-1-10-16,0-1 2 0,-3 1-15 0,1-2-16 15,-1 4-28-15,-2-5-23 0,1 1-61 0,-1-1-52 16,-1-1-59-16,-1-1-66 0,2 0-67 0,-2-3-208 15,-2-1-591-15,2 3 262 0</inkml:trace>
  <inkml:trace contextRef="#ctx0" brushRef="#br0" timeOffset="-148739.66">9749 13153 33 0,'4'-4'247'0,"-4"4"-4"16,8-4-18-16,-3 2-8 0,3 0 3 0,2 2-19 15,1-1-13-15,1 4-17 0,2-1-11 0,-1 0-11 16,1 4-13-16,-1-4-8 0,1 6-13 0,-5-2-7 15,0 0-8-15,-2 1-10 0,-1 3-3 0,0-4-4 16,-2 0-8-16,-3 1-1 0,0-1-7 0,-2 4 0 16,0-1 0-16,-3 0-12 0,-3 0-4 0,-2 1-7 0,2-1-1 15,-2 0-5-15,-1-1-2 0,1-2-17 0,0 2-24 16,-2 0-25-16,1-2-34 0,3-1-36 16,-1 1-45-16,-1-2-46 0,4-1-38 0,1 1-41 15,4-4-148-15,-8 3-451 0,8-3 200 0</inkml:trace>
  <inkml:trace contextRef="#ctx0" brushRef="#br0" timeOffset="-148498.55">10064 13137 277 0,'0'0'279'0,"4"-5"-15"0,-4 5-20 15,3-5-19-15,-3 5-23 0,0 0-16 0,0 0-5 16,0 0 8-16,0 0 3 0,11 12 0 0,-9-2-10 15,3 2-20-15,-3-1 6 0,1 0-4 0,0 5-14 0,0 1-6 16,-1-2-11-16,-1 3-13 0,1-4-15 0,-2 2-15 16,1-5-5-16,-1 3 0 0,-1-3-12 15,-1 0-17-15,2 0-22 0,0-1-30 0,0 0-33 16,-1-5-34-16,1-5-36 0,-1 13-36 0,1-13-36 0,-4 7-53 16,4-7-47-16,0 0-262 0,-6 5-576 0,6-5 255 15</inkml:trace>
  <inkml:trace contextRef="#ctx0" brushRef="#br0" timeOffset="-148330.08">9875 13141 135 0,'7'-5'251'0,"-2"2"-14"0,3 0-7 0,3 0-12 0,5-3-20 15,3 3-21-15,0-1-19 0,8-1-20 0,0 1-36 16,-5 0-48-16,4 1-58 0,-5 1-63 0,6-2-67 15,-8 2-149-15,1-2-305 0,-3-1 135 0</inkml:trace>
  <inkml:trace contextRef="#ctx0" brushRef="#br0" timeOffset="-147761.18">10570 12748 26 0,'0'0'279'0,"0"0"-13"0,0 0-7 15,0 0-9-15,0 0-12 0,0 0-13 0,0 0-20 16,0 0-19-16,0 0-19 0,5-4-16 0,-5 4-16 16,0 0-19-16,0 0-13 0,0 0-21 0,0 0-22 15,0 0-24-15,0 0-34 0,0 0-37 0,0 0-50 16,0 0-58-16,-1 15-39 0,1-15-209 0,2 7-422 16,-2-7 187-16</inkml:trace>
  <inkml:trace contextRef="#ctx0" brushRef="#br0" timeOffset="-146761.72">11157 12448 225 0,'0'0'233'0,"0"-8"-2"0,0 8-5 15,0 0-20-15,0 0-15 0,0 0-20 0,1-9-16 16,-1 9-18-16,0 0-15 0,0 0-6 0,0 0 5 16,0 0-6-16,0 34-9 0,0-17-8 0,-1 2-6 15,2 6-6-15,-2 0-7 0,1-4-10 0,-3 2-4 0,3-4-7 16,-3 0-1-16,2 0-11 0,-1-2-2 15,2 1-7-15,-2-1 2 0,2 0-9 0,-2-6-2 16,0 0-4-16,1 2 4 0,2-2-7 0,-2-1-1 0,1 0-6 16,0-1-18-16,-3-2-22 0,3-7-31 15,-1 12-28-15,1-12-32 0,-2 8-27 0,2-8-21 0,-3 7-19 16,3-7-37-16,0 0-161 0,-5 2-412 16,5-2 182-16</inkml:trace>
  <inkml:trace contextRef="#ctx0" brushRef="#br0" timeOffset="-146442.66">11202 12396 142 0,'7'-1'161'0,"-7"1"-8"0,13-1-8 0,-6 1-3 15,-7 0-4-15,13 6-12 0,-8-1-4 0,2 2-10 0,0 0-7 16,-2 3-7-16,0 0-8 0,-2 0-6 0,0 1-5 15,-2-2-1-15,0 3-3 0,2-1-6 0,-6-2-7 16,2 3 2-16,-2-2-2 0,2-3-3 0,0 2-4 16,-1-2-4-16,0 1-1 0,-3-3 0 0,2 2-6 15,0-1 0-15,3-6-5 0,-7 10-2 0,7-10-4 16,-4 7-4-16,4-7-3 0,-2 5-1 0,2-5-8 16,-1 7 3-16,1-7-3 0,0 0 2 0,5 12-3 15,-5-12-1-15,6 4-1 0,3 0 0 0,-2-3-8 16,4 0-16-16,1 3-22 0,1-4-32 0,5 1-33 15,0-1-29-15,3 0-51 0,-2-1-41 0,-8 0-127 16,3-1-372-16,0 1 166 0</inkml:trace>
  <inkml:trace contextRef="#ctx0" brushRef="#br0" timeOffset="-146134.62">11640 12515 111 0,'0'0'208'0,"0"0"4"0,0 0 5 0,0 0-9 16,6 12-6-16,-6-4-13 0,3 0-7 0,-3 3-8 15,-1 1 0-15,2 3-9 0,-1 1-8 0,-1 1-9 16,1 0-5-16,-2 2-7 0,-2-3-14 0,2 0 1 16,0 0-13-16,1 0-7 0,1 0-6 0,-2 0 8 15,0-4-20-15,2-1-5 0,0 1-3 0,-2-2-10 16,2 0-2-16,-2 0-3 0,1-3-3 0,1-7-7 15,1 12 0-15,-1-5-2 0,2-1 10 0,-2-6-20 16,4 10 3-16,-4-10 5 0,6 6-19 0,-1-3 0 16,1-1 4-16,6-2-6 0,-1-1-22 0,6-1-7 15,0 0-23-15,3-2-34 0,-2-2-34 0,11-4-43 16,-2-1-64-16,1 1-40 0,2 0-53 0,-4 0-241 16,3-3-578-16,-2 1 256 0</inkml:trace>
  <inkml:trace contextRef="#ctx0" brushRef="#br0" timeOffset="-146000.95">12289 12698 132 0,'6'2'155'0,"-6"-2"-6"16,0 0-22-16,0 0-32 0,0 0-38 0,0 0-29 16,0 0-58-16,0 0-90 0,0 0-128 0,0 0 58 15</inkml:trace>
  <inkml:trace contextRef="#ctx0" brushRef="#br0" timeOffset="-143310.75">4269 14730 61 0,'-9'1'195'0,"2"1"-2"16,7-2-11-16,-12 2-12 0,12-2-10 0,-10 2-13 0,10-2-11 15,-6 0-13-15,6 0-4 0,0 0-15 0,-7 3-3 16,7-3-4-16,0 0 4 0,0 0-3 16,0 0-6-16,0 0-8 0,13 10-3 0,-13-10-8 15,14 3-8-15,-5-2-6 0,1 2-3 0,2-2-6 0,-1 0-7 16,2-1-15-16,1 2-28 0,0-1-36 15,-2 0-38-15,-12-1-28 0,25 0-46 0,-13 0-30 0,-1 0-25 16,1 1-111-16,-12-1-338 0,11 4 150 16</inkml:trace>
  <inkml:trace contextRef="#ctx0" brushRef="#br0" timeOffset="-143122.54">4134 14972 21 0,'0'0'178'0,"-8"5"-9"0,4-3-6 16,4-2-8-16,0 0-5 0,0 0-12 15,0 0-12-15,0 0-14 0,27 1-7 0,-6-2-8 16,7-5-25-16,1 2-31 0,3-1-37 0,0 2-43 16,5-1-39-16,-1-4-40 0,-3 6-98 0,-1-1-234 15,1 0 103-15</inkml:trace>
  <inkml:trace contextRef="#ctx0" brushRef="#br0" timeOffset="-132675.08">6810 14164 24 0,'0'0'133'0,"0"0"-6"0,0-9-12 0,0 9-8 0,0 0-5 16,0 0-12-16,0 0-6 0,0 0-8 0,0 0-4 15,0 0-11-15,0 0-2 0,0 0-6 0,0 0-5 16,0 0-6-16,0 0-2 0,0 0-6 0,0 0 0 15,0 0-4-15,0 0-10 0,0 0 8 0,0 0-5 16,0 0-4-16,0 0 1 0,0 0 3 0,0 0-4 16,0 0 10-16,0 0 4 0,0 0 2 0,0 0 4 15,0 0 3-15,0 0 0 0,0 0-5 0,0 0-4 16,-5-6 2-16,5 6 1 0,0 0 0 0,0 0 0 16,0 0-4-16,-5-6 2 0,5 6 2 0,0 0-1 15,0 0 0-15,0 0 1 0,0 0-3 0,0 0 3 16,-4-7-11-16,4 7-5 0,0 0 0 0,0 0-3 15,0 0-3-15,0 0-1 0,0 0 5 0,1 30 9 16,2-17 1-16,-3 6 1 0,2 2 2 0,0 5 1 16,-2-1-2-16,-2 3-1 0,1-3-3 0,1 1-1 15,-3-6-1-15,3-1-7 0,0 5 3 0,2-6-1 16,-2 2-1-16,0-4 1 0,-2-3-2 0,2 5-1 16,3-3-4-16,-4 1 0 0,1-1-1 0,0 1-2 15,1-6 1-15,-1 3-1 0,0-2-1 0,0 0 4 16,0 0-4-16,0-1 4 0,-3-1-6 0,5 1-9 15,-2-10-21-15,-2 13-21 0,2-7-25 0,0-6-26 0,0 10-22 16,0-10-31-16,0 0-12 0,2 8-30 16,-2-8-140-16,0 0-356 0,0 0 158 0</inkml:trace>
  <inkml:trace contextRef="#ctx0" brushRef="#br0" timeOffset="-132316">6858 14144 14 0,'12'-7'152'0,"0"3"-6"0,0 2 1 0,-1 2-15 16,1 3-4-16,-1 2-7 0,0 0-13 0,0 1-4 16,-1 1-5-16,-4 3-7 0,-1 2-4 0,1 3-23 15,-4-4-7-15,-2 6-3 0,0-3-12 0,-4 3 4 16,0-2-16-16,-2 1 10 0,-2-2-5 0,0-3-1 15,-3 2-3-15,1 1-1 0,2-3-4 0,-2-2-6 16,2-3 2-16,0 1-5 0,2-3 7 0,0-1-2 16,1 1 5-16,5-4-3 0,-8 5 3 0,8-5 0 15,-5 4 2-15,5-4 2 0,0 0-6 0,-8 2 0 16,8-2-5-16,0 0-4 0,0 0 1 0,0 0-1 16,0 0-2-16,0 0-6 0,0 0 2 0,14 12-1 0,-9-7-2 15,4 1 0-15,0 2-3 0,0 0-1 16,0 2-8-16,2 0-21 0,-2 0-21 0,3 1-25 15,1 2-41-15,-3-7-15 0,-1 2-19 0,4-1-21 16,-3 0-102-16,0 2-290 0,0-4 128 0</inkml:trace>
  <inkml:trace contextRef="#ctx0" brushRef="#br0" timeOffset="-132057.15">7258 14409 55 0,'0'0'173'0,"0"-12"7"15,0 12 0-15,-1-11-2 0,1 11-11 0,-2-7-11 16,2 7-9-16,-5-7-15 0,5 7-9 0,0 0-10 16,0 0 0-16,-16 8 2 0,10 1-7 0,-2 1-4 15,1 7-3-15,-1 1-2 0,1-2-4 0,1 10-8 16,-1 0-1-16,1-1-12 0,2-2-5 0,1-4-4 16,1 6-10-16,1-1-1 0,0 1-11 0,1-9-2 15,0 4-2-15,0-3-2 0,2 1-6 0,1-2-5 0,-2 1-8 16,-1-6-21-16,1 1-23 0,1-1-23 15,-1-1-34-15,0 1-30 0,1-2-31 0,-2-3-37 16,0-6-21-16,1 9-176 0,-1-9-408 0,0 8 180 16</inkml:trace>
  <inkml:trace contextRef="#ctx0" brushRef="#br0" timeOffset="-131884.22">7045 14613 18 0,'0'0'171'0,"0"0"-11"16,0 0-8-16,8-9-10 0,-8 9-14 0,14-2-15 15,-1 2-9-15,-2 0-14 0,8-3-27 0,-2 2-44 16,1-2-50-16,-4 2-50 0,1 1-94 0,-2-1-189 16,1 1 83-16</inkml:trace>
  <inkml:trace contextRef="#ctx0" brushRef="#br0" timeOffset="-131717.09">7455 14590 136 0,'0'0'183'0,"17"-4"-7"16,-8 3-16-16,0-2-7 0,5 1-18 0,-4-1-12 16,9 1-11-16,-2-1-12 0,1-1-18 0,-1 2-26 15,0 1-27-15,-4-2-38 0,1 2-28 0,-1-2-38 16,-3-1-27-16,2 4-102 0,-12 0-221 15,11-2 98-15</inkml:trace>
  <inkml:trace contextRef="#ctx0" brushRef="#br0" timeOffset="-131509.48">7616 14465 137 0,'-3'-3'169'0,"3"3"9"0,0 0 3 0,0 0-2 0,-3 15-3 15,3-4 4-15,-1 1-9 0,-1-1-16 0,2 1-8 16,-1 1-13-16,0 3-12 0,2 1-14 0,-1 0-6 16,-1 1-11-16,1-1-8 0,0-2-10 0,0-1-18 15,-1 1-24-15,1-3-32 0,-2 1-43 16,2-1-38-16,2 0-45 0,-1 0-40 0,-1-1-176 0,0-11-369 16,0 17 164-16</inkml:trace>
  <inkml:trace contextRef="#ctx0" brushRef="#br0" timeOffset="-131128.95">8147 14469 39 0,'-5'-3'224'0,"5"3"-8"16,-4-9-7-16,4 9-11 0,-4-7-4 0,4 7-8 15,-4-3-11-15,4 3-9 0,0 0-14 16,-5-6-12-16,5 6-14 0,0 0-15 0,0 0-9 0,0 0-13 16,0 0-4-16,0 0 9 0,0 0 8 0,-1 21-4 15,2-10-2-15,-2 7-3 0,1 0-8 16,0 3 1-16,-2 3-7 0,2 1 0 0,-2 0-12 15,1-6 2-15,-2-1-10 0,-1 2-1 0,2-2 0 0,1 1-11 16,-2-2-10-16,2 1 4 0,-2-4-8 0,2 2-4 16,-2 0-1-16,2-4-5 0,0-2-35 15,-1 0-20-15,0-1-28 0,0-3-19 0,2-6-29 0,-1 13-38 16,0-8-34-16,1-5-30 0,-1 7-25 16,1-7-18-16,0 0-157 0,-7 4-444 0,7-4 196 0</inkml:trace>
  <inkml:trace contextRef="#ctx0" brushRef="#br0" timeOffset="-130798.56">8129 14414 80 0,'6'-11'176'0,"1"2"1"0,0 3-8 16,-2 0-3-16,2 1-10 0,-1 3-8 0,-6 2-11 15,14-2-9-15,-6 6-7 0,0 1-9 0,-1 3-10 16,2 0-7-16,-2 1-9 0,-4 1-8 0,0 3-4 15,-3 4-7-15,-1-5-7 0,-2 4-2 0,-2 0-5 16,-1 4-7-16,-2-1 2 0,0-6-1 0,1 2-7 16,-5-1-1-16,5-4 4 0,0-2-7 0,1 0 4 15,-1-2 2-15,2 1 2 0,3-1-5 16,-1-1 2-16,3-5-7 0,-4 5 0 0,4-5-8 0,0 0 1 16,-5 9-4-16,5-9-1 0,0 0 0 15,0 0 0-15,0 0 1 0,8 8 3 0,-8-8 1 0,13 3-3 16,-2-3-2-16,1 0-7 0,0-2-14 0,5 2-17 15,2-4-27-15,-1 2-36 0,0-1-27 0,0 0-35 16,-1-2-20-16,0 3-27 0,-4 0-12 0,-1 0-10 16,0-2-116-16,-1 3-352 0,0-4 156 15</inkml:trace>
  <inkml:trace contextRef="#ctx0" brushRef="#br0" timeOffset="-130522.27">8471 14547 18 0,'6'-6'139'0,"-6"6"5"0,5-4-1 16,-5 4-4-16,0 0-4 0,0 0-6 15,7-3 1-15,-7 3-5 0,0 0 3 0,0 0 2 16,0 0 2-16,0 0 0 0,4 18 1 0,-1-8 4 0,-3 3 1 16,0 1 0-16,-3 2 1 0,2 2-4 15,-2 0 2-15,1 3-7 0,-3 4-3 0,1-5-5 16,-1 6-11-16,1-2-5 0,-1-6-6 0,2 0-8 0,-1 1-15 16,-2-2 6-16,3-1-11 0,1-2-9 15,-1-3-4-15,2 4-9 0,-2-4-4 0,2-2 1 0,2 2-3 16,-1-5-1-16,2 3-2 0,-1-2 0 0,2-1-10 15,2 0 5-15,1-2-4 0,2 0 6 0,2-3-12 16,4 0 4-16,3-4-15 0,2 1-25 16,1 0-31-16,2-3-18 0,4-3-37 0,-6 0-38 0,-1 1-44 15,0 0-31-15,-2 0-55 0,1-2-49 0,-2 1-178 16,-2-1-529-16,1-1 234 0</inkml:trace>
  <inkml:trace contextRef="#ctx0" brushRef="#br0" timeOffset="-130371.1">8935 14785 168 0,'0'0'222'0,"0"0"-14"0,0 0-8 15,0 0-18-15,0 0-18 0,0 0-21 0,0 0-23 16,0 0-46-16,0 0-36 0,0 0-49 16,0 0-50-16,11-4-49 0,-11 4-114 0,0 0-240 15,6-5 106-15</inkml:trace>
  <inkml:trace contextRef="#ctx0" brushRef="#br0" timeOffset="-126518.24">9252 14659 133 0,'0'0'135'16,"10"2"3"-16,-10-2-10 0,0 0-4 0,0 0-5 0,9-3 0 15,-9 3-3-15,0 0 3 0,0 0-4 0,8-4-1 16,-8 4 1-16,0 0-2 0,0 0-6 15,0 0-6-15,0 0-2 0,0 0-9 0,0 0-3 16,0 0-14-16,0 0-5 0,0 0-6 0,0 0-5 0,0 0-5 16,0 0-4-16,0 0-5 0,0 0-3 15,0 0-3-15,0 0-3 0,0 0-3 0,0 0-2 16,0 0-2-16,0 0 0 0,0 0-4 0,0 0-2 16,0 0-2-16,0 0-2 0,0 0-1 0,0 0 0 0,0 0-4 15,-20 9-1-15,20-9 3 0,0 0-5 0,0 0 1 16,0 0-4-16,-8 5-1 0,8-5 3 0,0 0-3 15,0 0 0-15,0 0-2 0,0 0 0 16,0 0 3-16,0 0 2 0,0 0 2 0,0 0 6 16,0 0 1-16,22 0 2 0,-22 0-3 0,23 0 4 0,-10 0-4 15,0 0-1-15,2-1-1 0,-1 1-1 0,0-1 0 16,-3 1-1-16,3-1 6 0,-2 2-6 16,-1-1-3-16,-3 0 2 0,-8 0-1 0,14 0-2 15,-6 1 1-15,-8-1-2 0,9-1-2 0,-9 1 2 0,7-1-2 16,-7 1 1-16,0 0 1 0,0 0-1 0,13 0 0 15,-13 0-5-15,0 0 3 0,0 0 2 16,0 0-3-16,0 0 0 0,8-3-2 0,-8 3 1 16,0 0-10-16,0 0-13 0,0 0-16 0,0 0-24 15,0 0-31-15,0 0-41 0,0 0-35 0,0 0-32 0,0 0-37 16,0 0-145-16,0 0-412 0,0 0 182 0</inkml:trace>
  <inkml:trace contextRef="#ctx0" brushRef="#br0" timeOffset="-126084.75">9798 14541 141 0,'1'-7'224'0,"2"3"-4"0,-3 4-5 0,2-8-9 0,-2 8-6 16,3-9-13-16,-3 9-7 0,4-5-18 0,-4 5-8 15,0 0-18-15,2-9-13 0,-2 9-11 0,0 0-14 16,0 0-11-16,0 0-10 0,0 0-2 0,0 0-9 15,0 0-4-15,1 22 1 0,-1-9 0 0,0 3-4 16,-1 0-4-16,0 2 5 0,1 2-5 0,-1-1-8 16,-2-1 0-16,3 2-8 0,0-2-2 0,-1 1-3 15,0-2-4-15,1-1-5 0,-2 2 3 0,4-3-3 16,-2-2-6-16,-2 0-21 0,4-1 3 0,-4-2-4 16,2 2-9-16,0-2-18 0,2 0-16 0,-4-3-18 15,1 1-24-15,1-8-26 0,-1 11-33 0,0-2-7 16,1-9-36-16,0 0-24 0,-2 10-2 0,2-10-140 15,0 0-384-15,0 0 170 0</inkml:trace>
  <inkml:trace contextRef="#ctx0" brushRef="#br0" timeOffset="-125774.53">9839 14405 61 0,'7'-7'175'0,"0"-1"-12"0,-2 3-7 16,2 2-8-16,0 0-10 0,-7 3-10 0,12 0-2 16,-12 0-8-16,19 5-3 0,-12 1-10 0,0 1-11 0,-1 1-5 15,-2 3-8-15,0 1-5 0,0 0-5 0,-3 4-8 16,-1-3-7-16,-3 3 2 0,-3-1-1 16,2-3-7-16,-3 4-3 0,-3-3-6 0,2 2 2 15,0-3-2-15,0 0-4 0,3-5-2 0,1 0-3 16,-1-1 0-16,2-2-6 0,3-4-2 0,-7 8-2 0,7-8-3 15,-4 5-2-15,4-5 0 0,-1 7-1 0,1-7 0 16,0 0 1-16,9 7-1 0,-9-7-3 0,14 3-23 16,-3-3-25-16,8 0-35 0,-3-1-33 15,3 1-29-15,0-2-35 0,2 1-13 0,0-2-144 0,-3 3-351 16,0-1 155-16</inkml:trace>
  <inkml:trace contextRef="#ctx0" brushRef="#br0" timeOffset="-125472.49">10259 14556 80 0,'0'0'161'0,"0"0"-11"0,7-6-7 0,-7 6 1 15,0 0-4-15,0 0-1 0,0 0-4 0,0 0 7 16,7 15 6-16,-5-5-10 0,-2 1 1 0,0 7 1 16,0-4-5-16,-2 5-6 0,1 0-8 0,-4 0-2 15,3 1-5-15,-2-4-6 0,0 1-9 0,-1 3-6 16,1-5-5-16,1-3-4 0,2-1-11 0,0 2-3 15,-1-1 5-15,0-1-12 0,1-2-2 0,2 1-3 16,-1-3 0-16,4-1-6 0,-4-6-8 0,3 12 1 16,0-10-4-16,2 2-3 0,2-1-1 0,0-1-5 0,6-2-3 15,1 0-3-15,5 0-1 0,2 0-4 16,6-2-3-16,1-3-24 0,0 1-10 0,-6 1-36 16,6-3-20-16,-8 0-26 0,-2 3-32 0,1 0-30 15,-7 1-30-15,0-1-20 0,-3 0-24 0,0 2-198 16,-9 1-467-16,11-1 208 0</inkml:trace>
  <inkml:trace contextRef="#ctx0" brushRef="#br0" timeOffset="-124272.11">6439 15177 143 0,'0'0'147'0,"0"0"-8"15,-9-2-8-15,9 2-11 0,0 0-14 0,0 0-3 16,0 0-9-16,0 0-5 0,0 0-1 0,0 0-1 16,0 0 3-16,27-4-11 0,-15 5-3 0,1-2-8 15,4 1 3-15,5 1-5 0,5-2-9 0,2 1-1 16,2 1-4-16,2-1 0 0,4 3-3 0,2-2 0 16,12 2-6-16,-1-2-1 0,2 1-2 0,2-1-1 15,-4 0 1-15,2 0-5 0,2 4-3 0,-2-2 4 16,-1-2-5-16,4 3 0 0,0-2-4 0,-1 2-1 15,1 3 1-15,1-5 0 0,1 3 1 0,4-4 1 16,2 2 2-16,4 0-9 0,-2 0 4 0,26 2-1 16,-29-1-2-16,5 0-4 0,25-4 0 0,-27 3-4 15,27 3 3-15,-27-6-3 0,27 6 1 0,-28-4-3 16,32 1-2-16,-5 2 0 0,-27-1-5 0,29 1 1 16,-29-3 1-16,28 5-4 0,-30-6 3 0,28 3 3 15,-29-2-1-15,29 3-5 0,-26-2 4 0,2 3-1 16,29-3-3-16,-29 1 3 0,24-1 2 0,-25-3 2 15,0 1 1-15,25-1-3 0,-30 2 5 0,2 4 5 16,3-5-5-16,2-1-3 0,-3 3 7 0,-1-4-11 16,1 4 0-16,0-2-2 0,-1 2 5 0,-2-2-2 15,-2-2-3-15,-3-2-1 0,-3 1 5 0,0-2-5 16,-14 1 2-16,13 1-1 0,-16 2 3 0,-1 1-2 16,-1 0-1-16,-3-2 2 0,-1 0 1 0,-2-3-1 15,-6 3 2-15,1 1 0 0,-4 0-3 0,-3 0 0 0,-5 0-4 16,3-2 3-16,-4 1 1 0,-2 1-3 15,-8 0 0-15,15 0 0 0,-9 1 1 0,-6-1-2 16,9 0 0-16,-9 0-4 0,0 0-11 0,0 0-27 16,0 0-20-16,0 0-24 0,0 0-32 0,0 0-35 15,0 0-22-15,0 0-18 0,-30 2-37 0,17-2-126 16,-7 1-383-16,2-2 170 0</inkml:trace>
  <inkml:trace contextRef="#ctx0" brushRef="#br0" timeOffset="-118700.34">8330 15516 88 0,'0'0'109'0,"0"0"-17"0,0 0-6 0,0 0 12 16,0 0-12-16,0 0-9 0,0 0-6 0,0 0-4 16,0 0-3-16,0 0 2 0,0 0-10 0,0 0-11 15,0 0-8-15,0 0-2 0,0 0-10 0,0 0 0 16,0 0-1-16,0 0 0 0,0 0-17 0,0 0 11 15,0 0 1-15,0 0 0 0,0 0-1 0,0 0-5 16,0 0-3-16,0 0 0 0,0 0-5 0,0 0 5 0,0 0-5 16,0 0 3-16,0 0-8 0,0 0 3 0,0 0 0 15,0 0-7-15,0 0 14 0,0 0-2 16,0 0-6-16,0 0-5 0,0 0 15 0,0 0-9 16,0 0 2-16,0 0 11 0,0 0-13 0,0 0 3 15,0 0-5-15,0 0-4 0,0 0 7 0,0 0-1 0,0 0-4 16,0 0-1-16,0 0-2 0,0 0 10 15,0 0-3-15,0 0-2 0,0 0-2 0,0 0 3 16,0 0-4-16,0 0 2 0,0 0-4 0,0 0 1 16,0 0 1-16,0 0-1 0,0 0 7 0,0 0-3 15,0 0-2-15,0 0 1 0,0 0 12 0,0 0-9 0,-2 21-7 16,2-21 3-16,0 0-3 0,0 0-2 16,0 0 5-16,0 0 1 0,0 0 0 0,0 0-1 15,5 4 5-15,-5-4-7 0,0 0 3 0,4 6 0 16,-4-6 1-16,0 0-4 0,0 0 4 0,0 0 0 15,3 7-1-15,-3-7 4 0,0 0-1 0,0 0-3 0,0 0 0 16,0 0-5-16,0 0 6 0,0 0-2 16,0 0 0-16,0 0 4 0,0 0-4 0,0 0 0 15,0 0 2-15,0 0 2 0,0 0-6 0,0 0-7 16,0 0 9-16,0 0 9 0,0 0-7 0,0 0 9 16,0 0 2-16,0 0-3 0,0 0 10 0,0 0 3 0,0 0-10 15,0 0 8-15,0 0-7 0,0 0-3 0,0 0 4 16,0 0-2-16,0 0 4 0,0 0-3 15,0 0 1-15,2 5-6 0,-2-5 4 0,0 0-1 16,0 0-2-16,0 0-6 0,0 0 8 0,0 0-6 16,0 0 4-16,0 0-6 0,0 0 2 0,0 0 3 0,0 0-5 15,0 0 2-15,0 0-2 0,0 0-2 0,0 0-2 16,0 0 8-16,0 0 2 0,0 0-7 16,0 0 1-16,0 0 7 0,0 0-1 0,0 0-7 15,0 0-1-15,0 0 0 0,0 0-2 0,0 0 0 16,0 0 5-16,0 0 5 0,0 0-2 0,0 0 1 0,0 0 10 15,0 0-6-15,0 0 8 0,0 0 3 0,0 0 0 16,0 0-5-16,0 0-3 0,0 0-5 16,0 0 5-16,0 0 1 0,0 0-9 0,0 0 3 15,0 0-2-15,0 0 6 0,0 0-10 0,0 0 3 16,0 0 3-16,0 0-9 0,0 0 5 0,0 0-5 0,0 0 4 16,0 0-2-16,0 0 0 0,0 0-2 0,0 0 1 15,0 0-2-15,0 0 2 0,0 0 3 0,0 0-5 16,0 0 2-16,0 0-2 0,0 0 2 0,0 0-2 15,0 0-2-15,0 0 5 0,0 0-6 16,0 0 4-16,0 0 0 0,0 0-5 0,0 0 5 0,0 0-3 16,0 0-6-16,0 0 14 0,0 0-8 0,0 0 5 15,0 0-3-15,0 0-3 0,0 0 5 0,0 0 3 16,0 0-8-16,0 0 3 0,0 0 4 16,0 0-5-16,0 0 6 0,0 0-5 0,0 0 2 15,0 0-1-15,0 0-3 0,0 0-1 0,0 0 2 0,0 0 4 16,0 0 8-16,0 0-11 0,0 0 1 15,0 0 0-15,0 0-5 0,0 0 1 0,0 0 0 16,0 0 3-16,0 0 0 0,0 0 2 0,0 0-2 0,0 0-1 16,0 0 4-16,0 0 4 0,0 0-1 0,0 0 7 15,0 0-1-15,0 0 4 0,0 0 0 0,0 0-4 16,0 0-1-16,0 0 2 0,0 0-1 0,0 0 1 16,0 0-2-16,0 0-2 0,0 0-4 0,0 0-2 15,0 0 8-15,0 0-1 0,0-21-1 0,0 21 1 16,0 0 0-16,0 0-1 0,0 0 3 0,0 0 0 15,0 0 5-15,0 0-3 0,0 0 8 0,0 0-9 16,0 0 4-16,0 0-2 0,0 0 0 0,0 0 1 16,0 0-5-16,0 0 3 0,0 0 3 0,0 0-8 15,0 0 4-15,0 0-1 0,0 0 4 16,0 0-5-16,0 0 1 0,0 0 1 0,0 0 3 16,0 0 0-16,0 0 3 0,0 0-1 0,0 0 5 0,0 0-7 15,-1-9 0-15,1 9 1 0,0 0 1 0,0 0-4 16,0 0 1-16,0 0-5 0,0 0 5 0,0 0-4 15,-4-8-3-15,4 8 3 0,0 0-5 0,0 0 2 16,0 0 7-16,-2-6 0 0,2 6 3 0,0 0-1 16,0 0 1-16,-5-10-2 0,5 10 4 0,0 0-4 15,-4-7-2-15,4 7-3 0,0 0-2 0,-4-8 5 16,4 8-4-16,0 0 0 0,0-9-2 0,0 9 1 16,-4-6-1-16,4 6-3 0,-4-7 4 15,4 7 2-15,0 0 2 0,0 0-1 0,0 0 3 16,-2-7 0-16,2 7 2 0,0 0-3 0,0 0-1 0,0 0-2 15,0 0-2-15,0 0-4 0,0 0 0 0,0 0-3 16,0 0 3-16,0 0-3 0,0 0-3 0,0 0 3 16,0 0-1-16,0 0-1 0,-3 24 2 0,4-14-1 15,-2 6 1-15,0-1 0 0,-2 3 0 0,3 0-4 16,-1 6 7-16,-2-5-5 0,0 1 2 0,0 0-3 16,1-1 6-16,-2 5-5 0,4-4 2 0,-5-1-1 15,2-2-3-15,2-1 5 0,-2 1-1 0,2-1-2 16,1-5-3-16,-3 2 7 0,1-1-5 0,2 0 1 15,-3-1 0-15,2-1-1 0,1-1 2 16,0-3-1-16,0-6 6 0,1 14-4 0,2-7-4 0,-3-7 0 16,1 11 3-16,-1-11-1 0,0 7 1 15,0-7-1-15,1 6 3 0,-1-6-1 0,0 0 3 0,0 0-5 16,0 9 4-16,0-9-2 0,0 0 0 0,0 0 2 16,0 0-5-16,0 0-4 0,0 0-11 0,0 0-21 15,0 0-21-15,0 0-26 0,0 0-20 0,0 0-14 16,0 0-22-16,0 0-12 0,-18-19-23 0,17 13-11 15,1 6-5-15,-1-12-134 0,1 3-352 16,-1 1 156-16</inkml:trace>
  <inkml:trace contextRef="#ctx0" brushRef="#br0" timeOffset="-114007.15">8286 15547 77 0,'0'0'110'0,"3"-7"1"0,-3 7-3 15,0 0-6-15,2-9 1 0,-2 9 3 0,2-7-8 16,-2 7 4-16,1-7-1 0,-1 7-14 0,2-6 6 16,-2 6-5-16,0 0-8 0,2-9-6 0,-2 9-4 15,1-7-9-15,-1 7-5 0,4-7-4 0,-4 7-3 16,9-5 4-16,-3 1-1 0,3-2-2 0,2 3 0 16,0-1-5-16,6 2 0 0,2 0 1 0,0 2-1 15,2 0-5-15,-3 1-7 0,1 2-5 16,1-1-2-16,-2 0 4 0,-2 7-7 0,-3-5 0 15,1 6-3-15,-3-4-1 0,-2 3-2 0,-1 1-3 0,0 1 3 16,-3 0-3-16,-3 1 3 0,0 0-2 0,-2 0-5 16,-3 1 7-16,-1-1-9 0,-2-2 1 0,-2 2-3 15,1-1 2-15,0-2-1 0,-3-1 0 0,0-2-3 16,-1 3 2-16,0-3-3 0,-2-1 4 0,3 1-1 16,-1-3-1-16,-2 0 0 0,0 0 0 15,5-1-1-15,2-1 4 0,6-1 5 0,-10 3 3 0,10-3-2 16,-10 1 5-16,10-1-4 0,-6 3 0 0,6-3-2 15,0 0-2-15,0 0-2 0,0 0 1 0,0 0-3 16,0 0 4-16,0 0-3 0,0 0 1 0,22 10-4 16,-10-7 6-16,0 0-7 0,1 2-3 0,0-1-17 15,2 1-21-15,-2 1-22 0,5 0-37 16,-3 0-32-16,4-2-31 0,-2 1-26 0,0 2-21 0,-8-4-108 16,2-1-339-16,-1 0 150 0</inkml:trace>
  <inkml:trace contextRef="#ctx0" brushRef="#br0" timeOffset="-113712.63">8797 15691 143 0,'4'-5'164'0,"-1"0"6"0,-3 5 5 16,5-8-8-16,-5 8-7 0,4-7-14 16,-4 7-16-16,0 0-6 0,0 0 5 0,0 0-6 0,5 15-1 15,-5-7-3-15,1 5-4 0,-3 2-3 16,-1 3 30-16,0 1-11 0,-2-1-4 0,-1 8-4 15,-2-8-9-15,2 0-7 0,-1 0-13 16,2 0-7-16,0-2-1 0,1 1-11 0,-1-5 1 0,1-1-8 0,3 0-5 16,-1-1-11-16,0-1-5 0,1-2 1 15,1-7-5-15,1 12-4 0,-1-12 0 0,2 11-5 16,-2-11-1-16,6 7-3 0,2-6 0 0,-1 2-2 16,5-3-3-16,0-2 1 0,7 0-2 0,9-1-10 15,1-1-34-15,-1-2-34 0,3-1-29 0,-1 1-32 0,1-3-48 16,0 0-49-16,2-2-50 0,-1 1-238 15,-3-2-541-15,2 1 240 0</inkml:trace>
  <inkml:trace contextRef="#ctx0" brushRef="#br0" timeOffset="-112129.79">10316 14392 104 0,'2'-4'195'0,"-2"4"-13"0,4-6-10 0,-4 6-12 15,0 0-8-15,0 0-7 0,0 0-14 0,0 0-8 16,0 0-10-16,0 0-14 0,-9-9-3 0,9 9-9 15,0 0-7-15,-10 0 2 0,10 0-5 0,-12 0-1 16,12 0-2-16,0 0-4 0,-11 2-4 0,11-2-4 16,0 0-2-16,-10 1-3 0,10-1-3 0,0 0-2 15,0 0-2-15,0 0-4 0,-9 1 2 0,9-1-5 16,0 0-2-16,0 0-2 0,0 0-4 0,0 0-6 16,0 0-3-16,0 0 0 0,0 0-2 0,0 0-2 15,0 0-3-15,-8 2-5 0,8-2-1 0,0 0 0 16,0 0 0-16,0 0 1 0,0 0-1 0,0 0-3 15,0 0 3-15,0 0-8 0,0 0 5 0,0 0-6 16,0 0 1-16,0 0-1 0,0 0-1 0,0 0-1 16,0 0-2-16,0 0 2 0,0 0-2 0,0 0-5 15,0 0 0-15,0 0-4 0,0 0-1 0,0 0-3 16,0 0-2-16,0 0 0 0,0 0-2 0,0 0-2 16,0 0 0-16,0 0-2 0,0 0 0 0,0 0 3 0,0 0-1 15,0 0 1-15,0 0 4 0,0 0 1 16,0 0-1-16,0 0 2 0,0 0 3 0,0 0 0 15,0 0 3-15,0 0-1 0,0 0 1 0,0 0 0 16,0 0 0-16,0 0 1 0,0 0-1 0,0 0 0 16,0 0 4-16,0 0-4 0,0-13 4 0,0 13 6 0,0 0-7 15,0 0-1-15,0 0 1 0,0 0 0 16,0 0 3-16,0 0-2 0,0 0-2 0,0 0 3 16,0 0-3-16,0 0 3 0,0 0 1 0,0 0-2 15,0 0 1-15,1-12-3 0,-1 12 4 0,0 0-4 0,0 0 1 16,0 0 4-16,0 0-2 0,0 0 5 0,0 0-6 15,0 0 0-15,0 0 4 0,0 0-4 16,0 0 1-16,0 0-1 0,0 0-3 0,0 0-4 16,4-7-4-16,-4 7 10 0,0 0-5 0,0 0-6 15,7-3-1-15,-7 3-2 0,0 0 7 0,7-5-5 16,-7 5 7-16,0 0-3 0,6-5 3 0,-6 5 3 16,0 0-3-16,7-6 4 0,-7 6-3 0,0 0 1 0,6-3 4 15,-6 3-4-15,0 0 5 0,5-5-1 0,-5 5-1 16,0 0 2-16,4-4 1 0,-4 4 1 0,0 0 0 15,0 0 1-15,8-7 4 0,-8 7 2 0,0 0 2 16,0 0 3-16,0 0 7 0,2-5-8 0,-2 5 3 16,0 0 0-16,0 0-5 0,0 0 1 15,0 0-1-15,0 0-4 0,0 0-1 0,0 0 1 16,0 0 0-16,0 0 10 0,-16 33 6 0,8-16 3 0,-6 8 5 16,-5 1 0-16,-3 4 4 0,-8 8 0 0,0 4 0 15,-4-3-1-15,-1 1 4 0,-2 0-2 0,0 2 0 16,-1-4-1-16,2-2-5 0,-1-1-24 15,1-3 6-15,10-8-5 0,1-3-1 0,-1-3-3 16,5 0 2-16,0 2 0 0,5-7 0 0,1-1 2 0,0 0-3 16,2-1 0-16,3-4-2 0,0 0-11 0,4-1-12 15,-2 0-22-15,3-3-16 0,1 1-31 0,4-4-22 16,-9 5-27-16,9-5-38 0,0 0-55 16,0 0-156-16,0 0-421 0,0 0 187 0</inkml:trace>
  <inkml:trace contextRef="#ctx0" brushRef="#br0" timeOffset="-111225.93">8557 14317 101 0,'0'0'149'0,"4"-8"-10"16,-4 8 3-16,5-6-2 0,-5 6 3 0,4-5-2 15,-4 5-11-15,0 0-10 0,0 0-13 0,0 0-10 16,0 0-9-16,0 0-6 0,0 0 7 0,0 0 2 16,-8 20 7-16,2-4-4 0,-8 6-1 0,-2 4-6 15,-3 0-8-15,2 1-2 0,-8 15-4 0,-7-4-6 16,0-1-2-16,4 1 0 0,5-10-2 0,-8 10-2 15,6-11-3-15,-6 11-5 0,7-10-4 0,1-2-21 16,-4-2-1-16,4 1-4 0,0-1-3 0,2-3-2 16,1 0 1-16,3-2-2 0,2-7-3 0,3 2 0 15,2-5-3-15,1 1-3 0,3-4 3 0,1 0-4 16,2-2 6-16,-2 1-6 0,5-5-8 0,-5 5-6 16,5-5-15-16,-4 5-17 0,4-5-19 0,0 0-41 15,0 0-39-15,0 0-51 0,21-10-43 0,-12 4-151 16,8-4-414-16,0-2 184 0</inkml:trace>
  <inkml:trace contextRef="#ctx0" brushRef="#br0" timeOffset="-110782.68">11725 15021 81 0,'0'0'189'0,"0"0"-3"0,-6 5-2 0,6-5-2 16,0 0-8-16,0 0-6 0,0 0-6 0,14 8-11 15,-8-6-12-15,7 0-10 0,0 3-12 0,6-1-12 16,-2-4-9-16,-1 1-8 0,0 1-17 0,-3-1-19 16,5 2-32-16,-4-3-39 0,-3 0-42 0,0 2-47 15,2-1-44-15,-3-2-174 0,-10 1-353 0,10 0 156 16</inkml:trace>
  <inkml:trace contextRef="#ctx0" brushRef="#br0" timeOffset="-110607.64">11641 15162 135 0,'0'0'205'15,"0"0"1"-15,0 0-12 0,10 11-11 0,-1-9-18 16,-9-2-16-16,26 0-15 0,-12 0-9 0,6-2-24 16,7 2-27-16,-5-1-41 0,6 0-45 0,3-1-55 15,-2-2-61-15,-2 5-122 0,-6-4-271 0,7 1 121 16</inkml:trace>
  <inkml:trace contextRef="#ctx0" brushRef="#br0" timeOffset="-110183.75">12821 14695 221 0,'7'-12'218'0,"-4"4"7"16,1-4-11-16,-2 3-4 0,2 0-6 0,-2 1-9 15,0 4-10-15,1-3-11 0,-3 7-19 0,4-8-13 16,-4 8-16-16,0 0-17 0,4-3-7 0,-4 3-8 15,0 0 6-15,4 19 1 0,-4-3-7 0,0 3-2 16,-4 10-2-16,2-4 0 0,-2 4-1 0,-1 2-2 16,1 0-10-16,-2-2 0 0,-1-2-9 0,2 2-3 0,-2-3-5 15,1 0-7-15,4-7 0 0,-1 1-7 16,-1-1-5-16,2-1-13 0,-3 0 5 0,2-1 1 16,1-6-9-16,0 2 2 0,0 0-2 0,0-3-1 15,2 3-3-15,-2-4-5 0,1 0-18 0,-1-2-15 16,2-7-19-16,-4 13-18 0,4-8-25 0,0-5-17 15,-2 8-17-15,2-8-20 0,-5 8-27 0,5-8-25 0,-7 2-37 16,7-2-29-16,0 0-206 0,0 0-496 16,-18-14 220-16</inkml:trace>
  <inkml:trace contextRef="#ctx0" brushRef="#br0" timeOffset="-109871.6">12794 14650 88 0,'11'-9'181'0,"-2"2"-2"16,5 1-6-16,-1 3 0 0,0 1-6 0,3 1-3 0,2 4-11 16,-4-1-15-16,-3 5-9 0,5 2-11 0,-5 0-13 15,-3 1-2-15,2 4-7 0,-3 1-13 16,-3 1-5-16,0-1-11 0,-4 0-2 0,-2 2-8 16,-2 1-5-16,-5-1-6 0,-1-1-3 0,0 0-4 15,-3-2-5-15,1-1-1 0,1 1-4 0,0-7-1 0,-1 3-3 16,3-4-5-16,1-1 2 0,2 0-2 0,0-1 1 15,6-4 0-15,-7 4 4 0,7-4-2 16,-6 5 2-16,6-5-6 0,-5 5-1 0,5-5-2 16,0 0 0-16,0 0-2 0,0 0-1 0,16 7-5 15,-5-5 3-15,3-1-10 0,-3 3-21 0,7-1-19 0,2 1-32 16,-2-1-41-16,0 0-33 0,0 0-18 16,0 1-26-16,-5-2-17 0,3 0-127 0,-3 0-360 15,-1-1 160-15</inkml:trace>
  <inkml:trace contextRef="#ctx0" brushRef="#br0" timeOffset="-109607.04">13241 14826 109 0,'2'-6'169'16,"-2"6"3"-16,0-9-3 0,0 9-3 0,0 0-9 16,-2-10-6-16,2 10-6 0,0 0-10 0,0 0-2 15,0 0 0-15,0 0 3 0,-25 19 3 0,14-5 3 16,2 3-3-16,-5 8-5 0,4 2-5 0,-4 1-10 15,3 1-4-15,0 0-9 0,1-3-14 0,1 3-2 16,1-4-6-16,-2 0-7 0,2 0-8 0,3 1-6 16,1-8-8-16,2 2-5 0,0 0-6 0,1-2-5 15,1-2 3-15,0 1-6 0,0-1-8 0,1-5-8 16,-1-1-29-16,0-1-19 0,0-2-26 0,0-7-29 0,-1 13-29 16,1-13-30-16,0 10-24 0,0-10-28 0,0 0-26 15,-5 7-25-15,5-7-144 0,0 0-422 16,0 0 186-16</inkml:trace>
  <inkml:trace contextRef="#ctx0" brushRef="#br0" timeOffset="-109454.48">12971 15160 90 0,'0'0'184'0,"3"-10"-14"0,-3 10 2 16,11-3 5-16,-4 3-8 0,4-2-14 0,3 0-12 15,3 2-16-15,2 2-11 0,0-2-10 0,4 2-20 16,-3-2-32-16,1 3-41 0,-2 0-47 0,4 0-53 15,-5-1-57-15,-6 1-106 0,1 1-271 0,3 0 121 16</inkml:trace>
  <inkml:trace contextRef="#ctx0" brushRef="#br0" timeOffset="-109168.61">12502 15621 203 0,'0'0'222'0,"0"0"-14"0,0 0-3 16,23 10-12-16,-4-11-6 0,11 0-16 0,8-1-15 15,13 0-14-15,2-3-13 0,1 1-13 0,4 1-13 16,-3-1-7-16,0-2-13 0,-15 2-5 0,12-1-17 15,-16 3-8-15,1 0-16 0,2-2-20 0,-1 3-31 16,-2-1-31-16,-2 2-33 0,-5 0-21 0,0 0-35 16,-8 0-14-16,-4 2-21 0,-5-1-127 0,-1 2-320 15,-11-3 142-15</inkml:trace>
  <inkml:trace contextRef="#ctx0" brushRef="#br0" timeOffset="-108878.89">12778 15732 60 0,'0'0'241'16,"0"0"-24"-16,0 0-3 0,-6 8 19 0,6-8-9 16,0 11-10-16,-2-2-13 0,4 3-14 0,-2 0-13 15,-2 6-6-15,4 1-16 0,-4 7-12 0,2-7-13 16,0 5-9-16,0-5-12 0,0 6-8 0,0 2-13 15,-6-2-9-15,2 0 0 0,-2-6-14 0,1 5-3 16,1-7-4-16,-3 1-3 0,2-2-10 0,-2 1 1 16,1 0-6-16,-1-1-18 0,3 0-33 0,-2-6-34 15,2-1-24-15,0 0-32 0,-2 0-23 0,3-2-28 16,3-7-16-16,-4 10-8 0,4-10-13 0,-6 6-22 16,6-6-154-16,0 0-397 0,0 0 175 0</inkml:trace>
  <inkml:trace contextRef="#ctx0" brushRef="#br0" timeOffset="-108278.27">12778 15845 100 0,'9'-13'174'0,"-4"3"-3"16,4 3-1-16,-2-1 0 0,3 1-10 0,0 4 0 16,3-1-4-16,-2 4-11 0,1 1-2 0,-1 4-13 15,2-1-7-15,1 8-7 0,-6-3-7 0,2 1-5 16,-5 4-9-16,-1-2-12 0,-2 4-2 0,-4 1-8 15,-4 1-2-15,3-3-12 0,-7 0-3 0,0 2-2 16,1-4-5-16,-3 2-5 0,3-7 1 0,-2 4 2 16,-3 0-7-16,6-6-3 0,-1 0 4 0,0 1-1 15,4-3-3-15,1-1 2 0,4-3-4 0,-7 6-1 16,7-6 1-16,0 0-6 0,-4 4 0 16,4-4-5-16,0 0-1 0,0 0-1 0,17 5-2 0,-3-3-1 15,2-5-5-15,4 3-22 0,9-4-21 0,-1 2-30 16,1-2-25-16,-10 0-29 0,4 1-36 0,-2 0-16 15,2-2-24-15,-4 1-9 0,2 1 1 0,0-2 9 16,-3-1-5-16,1 0 25 0,-6 2 17 0,-2 1 10 16,1 0 16-16,-2-2 9 0,-1 1 14 15,1-1 8-15,-1 1 25 0,-1-2 14 0,-3 1 24 0,0 1 9 16,1-1 24-16,-1 0 14 0,-5 5 13 0,11-6 14 16,-9 3 7-16,-2 3 9 0,7-4 19 15,-7 4 5-15,0 0 8 0,5-6 4 0,-5 6-2 16,0 0-1-16,0 0 5 0,0 0 15 0,0 0 18 15,0 0 5-15,6 13 3 0,-4-7 0 0,-2-6 12 16,0 15 9-16,-2-5-9 0,0 1 2 0,0 5 0 0,0-2 1 16,-3 3-4-16,2 0-9 0,-1-2 3 0,2 2-6 15,-1-5-12-15,-1 4-4 0,2-3-10 0,0 1-5 16,0 0-4-16,2-5-14 0,-3 2-10 16,6 0-5-16,-3-4-6 0,0 1 5 0,0 1-6 15,2-3 2-15,-2-6-3 0,4 9-1 0,-2-4-8 16,3-2 7-16,1 0-4 0,4 2-5 0,1-4-2 15,0 0-5-15,5-1-6 0,4-2-4 0,-2 0-6 0,5-1-28 16,-1-1-29-16,8-1-36 0,-3-2-26 0,1 0-55 16,-10 0-43-16,1 2-47 0,0-1-48 0,0-1-36 15,-2-4-42-15,1 2-255 0,-5-2-664 0,4 0 294 16</inkml:trace>
  <inkml:trace contextRef="#ctx0" brushRef="#br0" timeOffset="-108122.06">13938 16029 11 0,'9'-1'233'0,"-9"1"3"0,8 1 2 0,-8-1 1 16,0 0-3-16,0 0-14 0,11 0-21 0,-11 0-20 15,0 0-17-15,7 2-8 0,-7-2-17 0,0 0-32 0,0 0-28 16,0 0-35-16,0 0-45 0,0 0-55 0,0 0-61 16,0 0-60-16,-26 3-180 0,26-3-385 15,-30-1 172-15</inkml:trace>
  <inkml:trace contextRef="#ctx0" brushRef="#br0" timeOffset="-105612.25">832 14340 82 0,'0'0'154'0,"0"0"-5"16,0-9 0-16,0 9-8 0,0 0-8 0,0 0-15 15,0 0-8-15,0-10-15 0,0 10-5 0,0 0-11 16,0 0 2-16,0 0 4 0,0 0 6 0,0 0-4 15,-17 71-2-15,7-45-4 0,1 4-8 0,-7 15 2 16,5-14-6-16,-2 3-1 0,-3-3-7 16,5-2-4-16,-4 3-2 0,3-6-3 0,0-2-8 0,3 2-3 15,9-26-5-15,-17 42-2 0,17-42-3 0,-14 34-6 16,14-34-2-16,-9 25-8 0,9-25-17 0,0 0-29 16,-5 32-29-16,5-32-54 0,0 0-45 0,0 0-27 15,0 0-151-15,0 0-363 0,-14 23 161 0</inkml:trace>
  <inkml:trace contextRef="#ctx0" brushRef="#br0" timeOffset="-105439.59">585 14493 129 0,'0'0'204'0,"0"0"-19"16,0 0-19-16,0 0-18 0,0 0-16 0,0 0-31 15,67-5-39-15,-67 5-56 0,38 6-45 16,-38-6-55-16,39 10-73 0,-22-3-181 0,2 0 81 16</inkml:trace>
  <inkml:trace contextRef="#ctx0" brushRef="#br0" timeOffset="-105274.03">1005 14730 51 0,'8'3'182'0,"-8"-3"-15"15,0 0-7-15,3 4-5 0,-3-4-9 0,0 0-14 16,6 3-13-16,-6-3-10 0,0 0-16 0,0 0-13 16,0 0-30-16,0 0-31 0,0 0-47 0,7 10-45 15,-5-7-43-15,-2-3-92 0,0 0-225 0,0 0 100 16</inkml:trace>
  <inkml:trace contextRef="#ctx0" brushRef="#br0" timeOffset="-105001.74">1407 14377 2131 0,'7'-11'131'16,"-3"1"-16"-16,3 1-39 0,-5 2-32 0,2 1-17 16,-1 2-6-16,-3 4-7 0,4-8-6 0,-4 8-2 0,0 0 0 15,7-2 2-15,-7 2 9 0,0 0 13 16,11 20 4-16,-5-6 9 0,-1 5 3 0,-2 0-2 15,-1 8-4-15,0 1-5 0,0 4-2 0,-2-3-3 16,1 2 0-16,-1-4-6 0,0-2 4 0,1 1-8 16,-2-7 2-16,1-1-8 0,0 0-11 0,1-1-16 15,0-6-17-15,1 1-31 0,-2-1-21 0,0 0-24 16,0-11-30-16,4 16-21 0,-4-9-32 0,0-7-23 16,0 10-137-16,0-10-379 0,0 0 168 0</inkml:trace>
  <inkml:trace contextRef="#ctx0" brushRef="#br0" timeOffset="-104688.86">1519 14323 131 0,'18'-5'194'0,"-3"-2"-7"15,-3 4-27-15,1 0 1 0,2 5-15 0,-2 0-13 16,-3 0-15-16,0 2-11 0,-1 1-11 0,-3 1-5 0,0 2-13 15,0 3-5-15,-6 5-8 0,0-1-2 0,-6 0-8 16,-2-1-4-16,-1 4-8 0,0-4-4 0,-9 7-3 16,9-7-6-16,-5 0-1 0,1-3-7 15,-1-1 1-15,4-2 1 0,1-2-8 0,-1 3 4 16,4-5-7-16,-1 2-2 0,7-6-4 0,-8 8-1 16,8-8-2-16,-3 12 7 0,3-12-8 0,0 0 4 15,3 16-2-15,3-8-3 0,1-1 2 0,1 2 4 16,3-5 1-16,3 5-7 0,0-1-7 0,1-3-17 15,4 0-23-15,-4-2-28 0,3 0-26 0,-4 1-33 16,1-1-30-16,-3-3-130 0,1 0-314 0,-2 3 139 16</inkml:trace>
  <inkml:trace contextRef="#ctx0" brushRef="#br0" timeOffset="-104163.66">1773 14663 48 0,'0'0'140'0,"0"0"-2"0,9-1 3 0,-9 1-1 16,0 0 7-16,9-6-1 0,-9 6-4 0,8-6-6 15,-2 1-1-15,-2 0-3 0,3-1-1 0,-7 6-3 16,12-13-8-16,-4 5-3 0,-2-1-7 0,2 3-8 16,-3-6-9-16,2-2-8 0,-1 4-3 0,-2 1-8 15,0-1-6-15,-2 1-4 0,-1-1-4 0,-1 1-8 16,2-1 1-16,-5 3-10 0,2-3-6 0,-2 3-3 16,3 7-4-16,-7-12-2 0,-2 6-6 0,6 0-1 15,3 6-5-15,-10-7-1 0,5 5-2 0,5 2-2 16,-13-3 1-16,13 3-7 0,-13 3 1 0,13-3-3 15,-16 8-2-15,7 1 1 0,2 1 0 0,0 0-1 16,-3 5 0-16,4 2-2 0,1-2 1 0,1 1 0 16,3 1 1-16,1-7 0 0,3 0-5 0,0 3 6 15,1-4-2-15,0-1 0 0,3 1 3 0,0-2-1 16,2-4 2-16,3 0 1 0,2-1-3 16,2-1 2-16,5-4-3 0,-3 0 6 0,7-4-6 15,-3 2 1-15,3-4 0 0,-4 0 2 0,-4-1-2 16,7-3 4-16,-6 0-2 0,-2 2 0 0,1-2-4 15,-4 3 3-15,0-2-1 0,-3 3 4 0,-4 0-5 16,3 2 4-16,-5 1 1 0,-4 6-4 0,10-6 1 0,-10 6-5 16,0 0 2-16,8-6 0 0,-8 6-3 15,0 0-2-15,0 0 1 0,0 0 1 0,0 0 1 16,-12 29-2-16,6-11 4 0,0-1-2 0,-1 2-1 16,2 6 4-16,1 0-5 0,-1-6 5 0,1 0-2 15,2 6 0-15,-1-6 3 0,3-2-2 0,-1 2 0 16,1 1-2-16,0 0 2 0,0-1 1 0,0-1-4 15,1-1 4-15,2-1 2 0,-3-2 0 0,0 1-5 16,0-1-25-16,0-3-27 0,0 0-26 0,0 1-33 16,-1 0-35-16,1-3-35 0,-2 2-39 0,1-3-164 15,1-8-417-15,-8 12 185 0</inkml:trace>
  <inkml:trace contextRef="#ctx0" brushRef="#br0" timeOffset="-103778.2">2222 14576 95 0,'0'0'214'0,"0"0"-18"16,0 0-9-16,0 0-4 0,0 0-11 0,4 26-15 16,-3-15-5-16,-1 1-21 0,1-1-8 0,1 3-12 15,-1-3-12-15,3 1-10 0,-4-2-9 0,1 1-6 16,-1-11-6-16,5 14-5 0,-2-10-5 0,-3-4-2 15,9 10-8-15,-3-6 0 0,-6-4-6 0,13 4-2 16,-13-4 3-16,0 0-5 0,24-10 2 16,-14 2 2-16,1 1 0 0,0 2 0 0,-2-3-4 15,0 1-1-15,-4-1-3 0,4 0-5 0,-9 8-1 16,9-19-1-16,-8 9-4 0,-1 10-4 0,5-15 1 16,-5 15-1-16,3-13-3 0,-3 13 0 0,0 0 0 15,1-14-1-15,-1 14-1 0,0 0-4 0,0 0-3 16,0 0-2-16,0 0 1 0,0 0-3 0,0 0 1 15,0 0 4-15,0 0-3 0,0 0 0 0,0 0 0 16,0 42-2-16,3-29-5 0,-1-4-10 0,2 2-23 16,0-3-19-16,-2 2-19 0,2-3-31 0,-4-7-44 15,8 13-42-15,-3-12-30 0,-5-1-165 0,0 0-417 16,18 6 186-16</inkml:trace>
  <inkml:trace contextRef="#ctx0" brushRef="#br0" timeOffset="-103568.59">2544 14379 73 0,'-1'-13'232'0,"1"13"-19"0,0 0-19 16,0 0-16-16,0 0-5 0,0 0 5 0,0 0 2 16,0 0-1-16,0 0-2 0,15 43-19 0,-10-18-14 15,0 1-11-15,-2 0-13 0,2 3-14 0,-3-3-8 16,0 1-16-16,-1 1-26 0,0-2-37 15,-1-9-54-15,0 1-56 0,-1 0-61 0,0-2-76 0,-1 0-137 16,0-5-395-16,2-11 175 0</inkml:trace>
  <inkml:trace contextRef="#ctx0" brushRef="#br0" timeOffset="-103190.6">2766 14505 146 0,'0'0'238'0,"0"0"-6"16,-16 4-12-16,16-4-20 0,-16 18-4 0,5-2-15 15,1 1-18-15,1 0-14 0,-5 6-15 0,6-6-17 16,2-1-7-16,-1 1-14 0,1-4-9 0,2 0-6 16,2-2-10-16,-1 0-7 0,3-2-7 0,0-9-12 15,1 14-4-15,-1-14-7 0,5 9 7 0,-5-9-14 16,9 3 2-16,-9-3-4 0,0 0-5 15,0 0-1-15,28-12-1 0,-20 6-1 0,0 0-3 0,-1-1 2 16,1-1-5-16,1-3 1 0,-4 0-3 0,3-3 2 16,-3 3-6-16,0 1 4 0,0 0 0 0,-1 1-4 15,-3-1 3-15,3 0-5 0,-4 10 3 0,4-14-2 16,-4 14-5-16,4-8 2 0,-4 8-2 16,0 0-1-16,0 0 3 0,0 0 2 0,0 0 1 15,0 0 1-15,11 28-2 0,-10-19 1 0,1 2 5 16,-2-1-5-16,1 3 0 0,0-3-19 0,1 2-20 15,-1-2-41-15,-1-10-36 0,0 17-34 0,1-11-60 16,-1-6-198-16,0 0-438 0,0 16 193 0</inkml:trace>
  <inkml:trace contextRef="#ctx0" brushRef="#br0" timeOffset="-102932.81">2927 14331 76 0,'-1'-13'280'0,"1"13"-28"0,0 0-25 0,3-10-18 0,-3 10 0 15,0 0 5-15,0 0-4 0,14 32 2 0,-11-15-15 16,3 8-18-16,-1 1-12 0,-4 1-17 0,2 0-11 16,-1 2-14-16,1 1-13 0,-4-1-7 0,1 0-8 15,-2-6-11-15,1 2-12 0,1 1-13 0,0-10-13 16,-1 1-21-16,-1-1-26 0,2-6-30 0,-1-1-26 15,1-9-28-15,-2 13-23 0,2-13-32 0,-2 10-18 16,2-10-26-16,0 0-35 0,0 0-199 0,0 0-450 16,0 0 200-16</inkml:trace>
  <inkml:trace contextRef="#ctx0" brushRef="#br0" timeOffset="-102670.46">2837 14547 185 0,'-7'-8'182'0,"7"8"-15"15,0 0-17-15,0 0-8 0,0 0-7 0,0 0-4 16,0 0-2-16,13-13-3 0,-13 13-6 0,21-4-2 16,-10 4-3-16,7-3-11 0,-5 2-7 0,6 1-1 15,-1-3-1-15,-2 1-10 0,1 0-7 16,-4 0-6-16,0 2-8 0,2 2-6 0,-4-1-4 16,2-1-4-16,-13 0-10 0,22 5 0 0,-11-3-4 15,0 3-5-15,-2 1-3 0,1 3 0 0,-3-1-4 0,0-1-3 16,2 4-1-16,-5-1-3 0,1-1-2 0,-1 3 5 15,-2-3-8-15,-2 1-15 0,1 1-19 16,-1-11-26-16,0 18-43 0,0-18-26 0,-6 17-63 16,3-10-48-16,3-7-138 0,-7 12-397 0,7-12 175 15</inkml:trace>
  <inkml:trace contextRef="#ctx0" brushRef="#br0" timeOffset="-101971.02">3230 14518 60 0,'0'0'192'0,"0"0"-9"0,7 8 3 16,-7-8-4-16,0 0-8 0,1 13-3 0,-1-13-14 15,0 15-15-15,0-15-16 0,1 17-13 0,-1-17-9 16,2 13-9-16,-2-13-8 0,3 16-12 0,-3-16-6 15,8 11-4-15,-8-11-7 0,8 7-5 0,-8-7-3 16,7 9-4-16,-7-9 1 0,14 4-1 0,-14-4-5 16,0 0-1-16,18 0-4 0,-18 0-2 0,0 0-3 15,19-7-4-15,-19 7 1 0,12-9-7 0,-12 9 5 0,9-11-4 16,-9 11-7-16,9-14-1 0,-5 5 2 16,-4 9-2-16,5-19 0 0,-1 10-2 0,-2-1-4 15,0-1-3-15,1 0 1 0,0-1 3 0,1 3-4 16,-1 0-2-16,-3 9 3 0,8-12 2 0,-3 8-1 15,-5 4-1-15,9-6 1 0,-9 6 4 0,13 0 2 16,-13 0 2-16,13 6-1 0,-13-6-2 0,14 7 5 16,-8-3-1-16,-1 3-1 0,-5-7 6 0,11 19-1 15,-6-8 3-15,-5-11-5 0,6 18-3 0,-3-9-1 16,-3-9 3-16,2 10-4 0,0-3 1 0,-2-7 0 16,0 0 2-16,0 0 7 0,5 15 13 0,-5-15 4 15,0 0 9-15,0 0 3 0,0 0-3 0,0 0 4 16,0 0 5-16,0 0-3 0,0 0-4 0,0 0 2 15,0 0-8-15,15-29 7 0,-7 20-13 0,-1-1-5 16,0-1 1-16,5-1-1 0,-3 3-8 0,2 1 1 16,0 0 8-16,-11 8 1 0,17-7 3 15,-7 1-2-15,-10 6-15 0,18-4 10 0,-18 4-3 16,15 2-7-16,-15-2-3 0,16 8-1 0,-10-2-3 0,-6-6 2 16,13 12-22-16,-8-4-21 0,-5-8-27 0,5 21-39 15,-4-13-51-15,-1-8-59 0,-1 20-65 0,1-20-60 16,-6 14-217-16,6-14-587 0,-8 14 260 15</inkml:trace>
  <inkml:trace contextRef="#ctx0" brushRef="#br0" timeOffset="-101810.59">3699 14561 135 0,'0'0'269'0,"0"0"-24"16,0 0-24-16,0 0-23 0,0 0-27 15,0 0-37-15,0 0-46 0,0 0-60 0,0 0-71 16,0 0-63-16,0 0-118 0,0 0-241 0,-52 7 106 16</inkml:trace>
  <inkml:trace contextRef="#ctx0" brushRef="#br0" timeOffset="-101059.93">279 14139 98 0,'0'0'139'0,"0"0"-5"0,0 0-14 15,0 0-15-15,0 0-8 0,0 0-8 0,0 0-16 16,0 0 2-16,0 0 9 0,0 0 6 0,0 0-2 16,0 0 3-16,-2 85 1 0,11-30-2 0,0 0-6 15,-2 25-3-15,2 0 0 0,-3 6-5 0,-4-5-10 16,3-21-3-16,-2 24-8 0,-1-23 18 0,-2-2 0 16,0 25-8-16,2-33-8 0,-4 0-2 15,4 0-2-15,-4 2-10 0,6-1 1 0,-6-3-10 16,0-3-1-16,2-12-3 0,-2 13-2 0,2-15-17 15,0-32-24-15,-2 59-30 0,1-33-19 0,1-26-29 0,0 38-31 16,0-38-45-16,0 0-179 0,1 34-374 0,-1-34 166 16</inkml:trace>
  <inkml:trace contextRef="#ctx0" brushRef="#br0" timeOffset="-98573.79">396 14255 53 0,'0'0'93'0,"0"0"-12"15,0 0-9-15,0 0-3 0,23-40-1 0,-23 40-2 16,24-13-5-16,-24 13-1 0,41-8-3 0,-12 2 9 16,-29 6-13-16,65-9 6 0,-29 3 4 15,4 2-10-15,14-2 6 0,2 0-14 0,-1-1 0 0,5 1-11 16,-2-1 3-16,5 3-1 0,3 1-4 16,-1-4-3-16,26 5 9 0,-27-1-7 0,2 2 3 15,27-4 9-15,-4 7-8 0,-23-4-7 0,26 4 3 16,-27-1-3-16,33 0-5 0,-33 0 2 0,29 2-5 0,-28-5 3 15,30 2-13-15,-7-2 9 0,-24 1-1 0,33-3-4 16,-6-2-1-16,0 0 0 0,-27 1 1 16,29-3-9-16,-4 2 3 0,-26 2 0 0,2-1-2 15,25-3 3-15,-24 4-5 0,22 2 6 0,-28 0-2 16,3 1-6-16,0 0 1 0,1 1 4 0,2-3-4 16,21 1 4-16,-29 3-5 0,0-1 1 0,3 1-4 15,-2-1 7-15,-1-1-5 0,4 0 0 0,-2 1 3 16,3 0 1-16,-1 0-1 0,-3 0-1 0,1 2-1 15,-2-2-2-15,-2 1-2 0,1 1 5 0,-3 1-1 16,-4-3 0-16,0-1 4 0,-13 3-3 0,16-2 4 16,2 0-9-16,0 0 3 0,-2 0 1 0,1-1 4 15,4 1-4-15,-3-1 4 0,1 0-3 0,5 0 0 16,-1-2 0-16,0 1-3 0,2 0-2 0,0 0 4 16,-1 1-2-16,4-2 6 0,-1 2-8 0,1-1 5 15,0 2-1-15,-1-3 0 0,1 2-2 0,25-5 0 16,-27 5 2-16,1-4-1 0,1 2-1 0,25-2 1 15,-30 1 1-15,6 0-2 0,24-3-1 0,-28 4 1 16,3-3 1-16,23-1 0 0,-25 2 9 0,0 0-11 16,28-1-1-16,-29 2 2 0,1 0 1 0,1 0-2 15,25 0 1-15,-29 3 0 0,2-1-1 16,3-2 4-16,0 4 0 0,0-2-3 0,24 1 1 16,-28 0 4-16,2-2-4 0,2 6-2 0,-1-3 5 15,24-3-3-15,-30 1-5 0,4 2 7 0,-3-2-4 0,2 4 0 16,2-5 2-16,1 2-2 0,1 1 0 0,0 0 0 15,24 2 7-15,-29 0-4 0,0 1-2 0,1-3 0 16,0 2-2-16,2 0 4 0,0 0-2 0,27 1 4 16,-32-2-1-16,2-1-1 0,2 3-2 15,0-3 4-15,5 0-5 0,24-1-1 0,-27 1 4 16,0 3-2-16,2-2 0 0,25-5-2 0,-28 4-1 16,1 0 2-16,26-2 2 0,-29-1 1 0,29 0-2 15,-27 3 3-15,27-1-1 0,-25 0 0 0,24-2 0 16,-26 1-2-16,25-1-1 0,-24 3 5 0,0 0-7 15,29 1 6-15,-29 1-6 0,26-4 3 0,-2 4-1 16,-26-2 0-16,29 0-1 0,-24 3-6 0,21-6 7 16,-25 3 0-16,30 5 0 0,-34-5-6 0,3 1 3 15,3 2 2-15,30 0 2 0,-36 0 3 0,31-3-4 16,-30 4 0-16,6 0-1 0,0-2 0 0,0 1 0 16,-2-2-2-16,25 3 1 0,-29-2-1 0,1 2 5 15,-3 2-4-15,4-3 4 0,-3 0 0 0,3 1-1 16,-2-1-1-16,2 0 3 0,-2 0-2 0,1 0-2 15,-1 0 4-15,0 1-3 0,-3 1 2 0,-4-1-3 16,1 0 5-16,0 1-14 0,-1-1 16 0,0 0-1 16,-2-2-5-16,1-1 6 0,-14 2 0 0,10-2 2 15,-9 2-5-15,12 0 1 0,-14 0 2 0,14-2-4 16,-14 2-2-16,1-1 2 0,-3-1-2 0,0 1 2 16,-1 2 4-16,-1-3 4 0,-1 1 4 0,-5 3-4 15,-1-3 3-15,-3 2-1 0,-6-4 0 0,4 3-1 16,-8-2 7-16,4 3-4 0,-4 0 2 0,-14-4-4 15,26 4 0-15,-12-2 1 0,-3 2 0 0,3-2-2 16,-1 2 3-16,-13-4 1 0,21 6-5 0,-21-6-2 16,15 5 0-16,-7-1-2 0,-8-4-1 0,13 6 4 15,-13-6-3-15,13 7 4 0,-13-7 2 0,11 7-5 16,-11-7-2-16,11 9 1 0,-11-9 4 16,9 9 3-16,-2-3-3 0,-7-6-3 0,7 9 2 15,-7-9 1-15,9 13-1 0,-3-4-4 0,-2 1 3 16,0 1 1-16,2 0 0 0,-2 2 1 0,1 1-2 0,-1-1 1 15,1 4 0-15,0 2-4 0,-1-2 4 0,1 7 0 16,-5 1-3-16,4-5-1 0,-6 4 4 16,2 4-6-16,2 2 1 0,-4 1 1 0,2-1 2 15,-2 0 4-15,-1 4 4 0,1-3 6 0,0 4 0 16,0 1 1-16,-3-1 1 0,5 0 0 0,-2 11 0 16,0-13-2-16,-1 13-4 0,-3-13 4 0,4 1-5 15,-5-1 8-15,5 3-8 0,-5-5 3 0,2 4-1 0,1 0-3 16,-5 10 1-16,6-12 2 0,-4 3 0 0,1-1-4 15,-3 11 2-15,2-13 3 0,-3 3 0 16,0-1 0-16,-3 9-2 0,1 3 3 0,4-14-2 16,-4 2-3-16,1-1 3 0,-1 10-2 0,-1-12-1 15,4-1-3-15,-2 1 2 0,-1-1-5 0,-1-1 4 16,0 2-3-16,3-5-1 0,-3 3 3 0,-3 0-2 16,1-1 4-16,-1 0-1 0,0 1 2 0,0 0 3 15,-1-3 0-15,-1-1-3 0,3 0 4 0,-6-4-5 16,2 1 1-16,0-1-1 0,0 3 2 0,-3-4 4 15,0-1-4-15,3 1 2 0,-3-4-6 0,0 3 6 16,1-2-2-16,-1-1-1 0,0-4-3 0,6-1 8 16,-2 1-14-16,0-3 6 0,2 2-2 0,1-3-4 15,-1 2 3-15,-2-2-1 0,-2 0 1 0,4 0-5 16,-2-3 4-16,-2-2-3 0,2 1 0 0,-3-2 3 16,-1 1-2-16,2-2 3 0,-7 1-4 0,4-2-1 15,-4 3 1-15,6-2-3 0,-7-2 2 0,6 2 0 16,-7 0-2-16,2-3 2 0,-1 2-1 0,-3 1-3 15,4-2 0-15,-2 0 6 0,-3 0 0 0,1 0-7 16,-3-3 2-16,-1 3 5 0,1 0-4 0,-4 0-2 16,4 1 0-16,-7-2 2 0,3 1-1 0,-16 0 1 15,16-1-2-15,-2-1 1 0,-12-1 3 16,-4 3-9-16,0-1 7 0,4-1 0 0,-4 2 0 16,0-2 0-16,0 1-3 0,-3 2 0 0,3-2 1 0,-6 0 0 15,3-1-3-15,-6-1 5 0,-1 2-1 0,-26-7 0 16,25 6 3-16,0 0 1 0,-28-5-2 0,4 3-3 15,26-1-4-15,-28 2 5 0,28-4 3 0,-31-3-5 16,1 3 2-16,6-1 1 0,-2 1 5 0,-3-4-4 16,-1 5-3-16,5-4 6 0,-3 4-2 15,-3-4-2-15,1 1-3 0,-4-5 0 0,1 6-1 0,2-6 3 16,-6 5 2-16,1 0 5 0,2 0-4 16,-4-1-4-16,-1 1 1 0,2-1-2 0,1 5 2 0,-2-9 1 15,-2 9 0-15,0-8 1 0,0 5-1 0,-1 0 1 16,-1 1-5-16,1 0 5 0,1-3-2 15,1 5 4-15,-4-5-4 0,0 4 1 0,0-5 3 16,-1 3-2-16,2 5-3 0,-3-9 1 0,1 7-1 16,2-3 2-16,-6 0-1 0,5 7 1 0,-2-5 0 15,1-1-4-15,-3 8 2 0,-1-2-2 0,1-5 2 16,-1 3-2-16,2 3 1 0,0-4-2 0,1-1 3 16,-1-2 1-16,1 1-2 0,4-1-1 0,-3 1 2 0,3 0 1 15,0-1 0-15,4 0 0 0,-2-2 3 16,1 5-8-16,2-3 6 0,1 4 8 0,1-3-12 15,1 0 1-15,1 0 5 0,0 2 5 0,4-5 0 16,1 6 1-16,-5-3-7 0,7-2 4 0,24 5 0 16,-26-2-3-16,25 1-1 0,-31-3 7 0,33 4-8 15,-26-5 1-15,27 4 0 0,0-1-1 0,0-1-3 16,-2 0 5-16,2-1-3 0,3-2-1 0,-2 2 2 16,4-1-3-16,-1 0 4 0,1-2-3 0,-1-1 4 15,4 2 2-15,1 1 0 0,-1-1-2 0,5 2-2 16,14 0 1-16,-14 0 1 0,11 0 3 0,-10 1 1 15,13 2-3-15,-3 0 1 0,1 2-2 0,-12-4-2 16,15 4 1-16,-2-1 4 0,2 3-6 0,0 0 0 16,0-1 3-16,0 2 0 0,2 1-2 0,-2-2-2 15,-5 3 3-15,3-3 0 0,1 0 1 0,1 2-1 16,0 0-1-16,2 1-4 0,1 1 13 0,-2-2-12 16,2 1 2-16,-2 0 2 0,2 3-10 0,-3-2 9 15,4-2 0-15,-2 2-4 0,-3 0 3 0,4 1-1 16,1 1-2-16,0 1-1 0,1 0 7 0,0-3-1 15,-1 1-5-15,1-1 3 0,1 3 1 0,-1-1 1 16,-1-1-2-16,3-1-1 0,0 1 4 0,2-1-3 16,-2-1-2-16,3 2 1 0,5-2 0 0,0 3 9 15,-7-4-12-15,7 0 2 0,-1 1 2 0,1-3 2 16,-1 0-3-16,0 2 0 0,-5 2-2 0,6-3 1 16,0 0 0-16,-2 1 1 0,4 1 30 0,-3-2-3 15,2 1-2-15,-7 1-3 0,-2-3-2 0,8 1-3 16,2-1 3-16,-4 1-7 0,-4-2 2 15,5 0-11-15,4-2 5 0,-3 3 4 0,-1 0-6 16,4-2 5-16,18 2 3 0,0 0-4 0,-59-3 6 0,59 3-2 16,-37-3-4-16,37 3 5 0,0 0-1 0,-52-2 6 15,52 2-5-15,-36-2-12 0,36 2 10 0,0 0-3 16,-48-2-1-16,48 2 3 0,0 0-17 16,-38-2 9-16,38 2 3 0,0 0-1 0,0 0 2 0,0 0-6 15,-42 2-2-15,42-2-10 0,0 0-17 0,0 0-18 16,0 0-34-16,0 0-40 0,0 0-38 0,0 0-46 15,0 0-78-15,-34-4-236 0,34 4-558 0,0 0 247 16</inkml:trace>
  <inkml:trace contextRef="#ctx0" brushRef="#br0" timeOffset="-98420.9">794 15680 70 0,'0'0'163'0,"0"0"-56"16,0 0-70-16,0 0-101 0,0 0-67 0,0 0 30 15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6T04:18:33.4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28130 13447 21 0,'0'0'55'0,"0"0"-13"0,7 2-14 0,-7-2-8 0,0 0-19 16,5 2 5-16,-5-2-8 0,0 0-9 0,0 0-16 15,0 0-29-15,0 0 13 0</inkml:trace>
  <inkml:trace contextRef="#ctx0" brushRef="#br0" timeOffset="27432.16">8479 9069 1 0,'0'0'2'16,"3"-8"-3"-16</inkml:trace>
  <inkml:trace contextRef="#ctx0" brushRef="#br0" timeOffset="51713.17">29787 6192 11 0,'0'0'7'0,"0"0"5"0,0 0-1 0,0 0-5 15,0 0-4-15,0 0 0 0,0 0-6 0,-2 7 4 16,2-7-3-16,0 0 2 0,0 0-7 0,0 0-8 16,0 0 23-16,0 0-12 0,0 0-4 0,0 0 2 0</inkml:trace>
  <inkml:trace contextRef="#ctx0" brushRef="#br0" timeOffset="51986.04">29785 6199 10 0,'0'0'12'0,"0"0"8"16,0 0-4-16,0 0-4 0,0 0 3 16,0 0-8-16,0 0 10 0,0 0-3 0,0 0 0 0,0 0 0 15,0 0-4-15,0 0 3 0,0 0-9 16,0 0 5-16,0 0 1 0,0 0 1 0,0 0-6 15,0 0-1-15,0 0 0 0,0 0-5 0,0 0 3 16,0 0 7-16,0 0-7 0,0 0 2 0,0 0 2 0,0 0-1 16,0 0 2-16,0 0-4 0,0 0-5 0,0 0 5 15,0 0-2-15,0 0-2 0,0 0 3 0,0 0 1 16,0 0-4-16,0 0 2 0,0 0-1 0,0 0-1 16,0 0-1-16,0 0 4 0,0 0-4 0,0 0 2 15,0 0-2-15,0 0 0 0,0 0-10 0,0 0-4 16,0 0-23-16,0 0-41 0,0 0 19 0</inkml:trace>
  <inkml:trace contextRef="#ctx0" brushRef="#br0" timeOffset="53159.02">29655 6242 1 0,'0'0'18'0,"0"0"2"0,0 0-6 16,0 0-1-16,0 0 4 0,0 0-4 0,0 0 3 16,0 0-8-16,0 0 7 0,0 0-4 0,0 0 1 15,0 0-3-15,0 0 4 0,0 0-5 0,0 0 1 16,0 0-3-16,0 0-1 0,0 0-5 0,0 0-2 15,0 0 8-15,0 0 3 0,0 0-5 0,0 0 2 16,0 0-4-16,0 0 4 0,0 0-4 0,0 0 0 16,0 0-2-16,0 0-1 0,0 0 7 0,0 0-7 15,0 0 1-15,0 0 4 0,0 0-2 0,0 0 0 16,0 0-5-16,0 0 3 0,0 0 4 0,0 0 1 16,0 0-3-16,0 0 2 0,0 0-1 0,0 0 3 15,0 0-2-15,0 0 6 0,0 0-15 0,0 0 5 16,0 0 5-16,0 0-3 0,0 0-1 0,0 0 4 15,0 0 0-15,0 0-5 0,0 0 2 0,0 0 2 16,0 0-3-16,0 0-7 0,0 0-8 0,0 0-6 16,0 0-25-16,0 0-49 0,0 0 21 0</inkml:trace>
  <inkml:trace contextRef="#ctx0" brushRef="#br0" timeOffset="53742.8">29963 4941 11 0,'0'0'11'16,"0"0"2"-16,0 0-5 0,0 0-1 0,0 0 2 15,0 0 1-15,0 0-3 0,0 0-7 0,0 0 4 16,0 0-8-16,0 0-9 0,0 0-14 0,0 0 7 15</inkml:trace>
  <inkml:trace contextRef="#ctx0" brushRef="#br0" timeOffset="55377.51">27714 4818 5 0,'-4'-4'29'0,"4"4"-4"15,-7-4-5-15,7 4 1 0,0 0-6 0,-7-4-2 16,7 4-1-16,0 0-1 0,0 0-4 0,-5-5-1 0,5 5 4 16,0 0-6-16,0 0 1 0,0 0-1 0,0 0 12 15,0 0-8-15,0 0 1 0,0 0 6 0,0 0-8 16,0 0 1-16,0 0 2 0,0 0-2 0,0 0-3 16,0 0-1-16,0 0 3 0,0 0-2 0,0 0-12 15,0 0 3-15,0 0-3 0,0 0 0 0,24 2-7 16,-24-2-3-16,0 0 4 0,8 3-6 0,-8-3 2 15,9 3-14-15,-9-3-33 0,7 4 14 0</inkml:trace>
  <inkml:trace contextRef="#ctx0" brushRef="#br0" timeOffset="58355.34">29808 6134 4 0,'0'0'15'0,"0"0"-1"16,0 0-3-16,0 0 3 0,0 0-2 0,0 0-1 15,0 0-2-15,0 0 1 0,0 0 1 0,0 0-2 16,0 0 6-16,0 0-3 0,0 0 6 0,0 0-9 15,0 0 2-15,0 0 1 0,0 0-1 0,0 0 2 0,0 0-6 16,0 0 1-16,-7-13 0 0,7 13-2 0,0 0-2 16,0 0 1-16,0 0-3 0,0 0 1 15,0 0 0-15,0 0 3 0,0 0-1 0,0 0-2 16,0 0-7-16,0 0 8 0,0 0 2 0,0 0-2 16,0 0-5-16,0 0 6 0,0 0-1 0,0 0-2 15,0 0-5-15,0 0 6 0,0 0-5 0,0 0 6 16,0 0-6-16,0 0 1 0,0 0 7 0,0 0-8 15,0 0 3-15,-3-7-2 0,3 7 3 0,0 0-1 16,0 0 2-16,0 0 5 0,0 0-3 0,0 0-8 16,0 0 6-16,0 0 3 0,0 0-6 0,0 0 3 0,0 0 0 15,0 0-3-15,0 0-2 0,0 0 1 0,0 0 1 16,0 0 3-16,0 0-3 0,0 0-3 16,0 0-3-16,0 0 8 0,0 0 4 0,0 0-6 15,0 0 3-15,0 0-7 0,0 0 3 0,0 0-4 16,0 0 9-16,0 0-6 0,0 0 0 0,0 0 3 15,0 0-1-15,0 0-2 0,0 0 0 0,0 0 2 16,0 0 0-16,0 0 1 0,0 0 4 0,0 0-2 16,0 0 4-16,0 0-4 0,0 0 1 0,0 0-5 0,0 0-1 15,0 0 4-15,0 0-2 0,0 0-4 16,0 0 5-16,0 0-1 0,0 0 3 0,0 0-5 0,0 0 4 16,0 0-3-16,0 0 3 0,0 0-2 0,0 0-5 15,0 0 3-15,0 0 5 0,0 0 0 0,0 0-9 16,0 0 6-16,0 0-5 0,0 0 2 0,0 0 6 15,0 0-3-15,0 0 0 0,0 0 0 16,0 0-1-16,0 0-6 0,0 0 0 0,0 0 3 0,0 0-4 16,0 0 5-16,0 0-4 0,0 0-1 0,0 0 5 15,0 0-5-15,0 0 5 0,0 0-5 0,0 0 3 16,0 0-1-16,0 0 1 0,0 0-2 16,0 0-3-16,0 0-1 0,0 0 1 0,0 0 1 15,0 0 3-15,0 0-6 0,0 0 2 0,0 0-20 0,0 0-32 16,0 0 15-16</inkml:trace>
  <inkml:trace contextRef="#ctx0" brushRef="#br0" timeOffset="63418.18">30167 12869 11 0,'0'0'72'0,"0"0"-3"15,8-1-8-15,-8 1 1 0,0 0-11 0,0 0-5 16,0 0-2-16,0 0-4 0,0 0 1 0,0 0-4 16,0 0-5-16,0 0-3 0,0 0-3 0,0 0-8 15,0 0-1-15,0 0-1 0,0 0 7 0,0 0-3 16,0 0-10-16,0 0-1 0,0 0 3 0,0 0-2 16,0 0-1-16,0 0-6 0,0 0 6 0,0 0-12 15,0 0 6-15,0 0 7 0,0 0 1 0,0 0-18 16,0 0 5-16,0 0 6 0,0 0-6 0,0 0-3 15,0 0-16-15,0 0 3 0,0 0-8 0,0 0-11 16,0 0-3-16,0 0-7 0,0 0 8 0,0 0-4 16,0 0-3-16,0 0-1 0,0 0-24 0,0 0-76 15,0 0 34-15</inkml:trace>
  <inkml:trace contextRef="#ctx0" brushRef="#br0" timeOffset="66058.77">24966 15908 33 0,'0'0'51'0,"0"0"-5"15,0 0-3-15,0 0-4 0,0 0-6 0,0 0 3 16,0 0-5-16,11 1-6 0,-11-1-6 0,0 0 5 16,0 0 1-16,0 0-9 0,0 0-4 0,0 0 3 15,0 0-2-15,0 0-1 0,0 0-3 0,0 0 2 0,0 0-6 16,0 0 7-16,0 0-6 0,0 0-3 15,0 0-4-15,0 0 9 0,0 0-5 0,0 0 3 16,0 0-4-16,0 0 4 0,0 0 0 0,0 0-5 16,0 0-2-16,0 0 1 0,0 0 2 0,0 0 3 15,0 0-6-15,0 0 3 0,0 0 1 0,0 0-1 0,0 0 3 16,0 0-1-16,0 0 2 0,0 0-8 16,0 0-8-16,0 0 3 0,0 0 3 0,0 0 2 15,0 0 4-15,0 0-5 0,0 0 9 0,0 0-6 16,0 0 6-16,0 0-4 0,0 0-2 0,0 0 3 15,0 0-6-15,0 0 4 0,0 0-3 0,0 0 0 16,0 0 2-16,0 0 2 0,0 0 0 0,0 0 0 0,0 0 3 16,0 0-6-16,0 0-2 0,0 0 4 15,0 0 3-15,0 0 2 0,0 0-9 0,0 0 6 16,0 0 0-16,0 0-3 0,0 0 0 0,0 0 3 16,0 0-5-16,0 0-1 0,0 0-5 0,0 0 9 15,0 0 0-15,0 0-4 0,0 0 3 0,0 0 0 16,0 0-1-16,0 0 5 0,0 0-2 0,0 0-6 15,0 0-3-15,0 0 5 0,0 0 1 0,0 0 3 16,0 0-4-16,8-1 7 0,-8 1-7 0,0 0-1 16,0 0 3-16,0 0-3 0,0 0 3 0,0 0 3 15,0 0-4-15,0 0 3 0,0 0-6 0,0 0 3 16,0 0-1-16,0 0 4 0,0 0 1 0,0 0 1 16,0 0 1-16,4-3 2 0,-4 3-6 0,0 0-4 15,0 0 2-15,0 0 2 0,0 0 3 0,0 0-7 16,0 0-3-16,0 0 9 0,0 0-4 0,0 0 0 15,0 0 3-15,0 0-8 0,0 0 10 0,0 0-2 16,0 0-9-16,0 0-3 0,0 0 8 0,0 0 1 16,0 0-4-16,0 0-1 0,0 0 2 0,0 0 3 15,0 0-7-15,0 0 1 0,0 0-1 0,0 0-3 16,0 0 5-16,0 0-6 0,0 0-2 0,0 0 6 16,0 0-8-16,0 0 6 0,0 0 2 0,0 0 2 15,0 0-10-15,0 0 2 0,0 0 0 0,0 0 4 16,0 0-3-16,0 0 5 0,0 0 0 0,0 0-3 0,0 0 1 15,0 0 0-15,0 0-2 0,0 0-4 16,0 0 11-16,0 0-3 0,0 0 0 0,0 0-4 16,0 0-2-16,0 0 2 0,0 0-1 0,0 0 0 15,0 0-4-15,0 0-13 0,0 0 23 0,0 0-18 16,0 0-25-16,0 0 12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8T10:55:32.7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16813 4092 1 0,'0'0'14'0,"0"0"-11"16,0 0 6-16,0 0-10 0,0 0 5 0,0 0-9 15,0 0-6-15,0 0 2 0</inkml:trace>
  <inkml:trace contextRef="#ctx0" brushRef="#br0" timeOffset="1576.02">20537 4371 25 0,'0'-8'32'0,"0"8"-3"0,0 0-8 16,0 0-6-16,0 0-20 0,0 0-15 0,0 0-21 16,0 0 10-16</inkml:trace>
  <inkml:trace contextRef="#ctx0" brushRef="#br0" timeOffset="3316.03">18842 5957 2 0,'-14'7'-1'0</inkml:trace>
  <inkml:trace contextRef="#ctx0" brushRef="#br0" timeOffset="9605.18">19606 6247 31 0,'0'0'35'15,"0"0"-3"-15,0 0-3 0,0 0-4 0,0 0-5 0,0 0 0 16,0 0 0-16,0 0-4 0,0 0-5 0,0 0 3 16,0 0 3-16,0 0-7 0,0 0-1 0,0 0-4 15,0 0 4-15,0 0 1 0,0 0-2 16,0 0-3-16,0 0 3 0,0 0-5 0,0 0 0 15,0 0 1-15,0 0 0 0,0 0 3 0,0 0-4 0,0 0 1 16,0 0-3-16,0 0 0 0,0 0-10 0,0 0 8 16,0 0 4-16,0 0-6 0,0 0 3 0,0 0 3 15,0 0-3-15,0 0 3 0,0 0 2 16,0 0-3-16,0 0-6 0,0 0-2 0,0 0 3 0,0 0-7 16,0 0-3-16,0 0-6 0,0 0 2 0,0 0-6 15,0 0-2-15,0 0-17 0,0 0-44 0,0 0 19 16</inkml:trace>
  <inkml:trace contextRef="#ctx0" brushRef="#br0" timeOffset="17163.97">22948 11100 46 0,'0'0'65'0,"0"0"-22"0,0 0-16 16,0 0-23-16,0 0-36 0,12 0-32 0,-12 0 14 15</inkml:trace>
  <inkml:trace contextRef="#ctx0" brushRef="#br0" timeOffset="20226.52">22766 10945 37 0,'0'0'84'0,"0"0"-3"0,0 0-5 0,-3-8-3 0,3 8-5 15,0 0-3-15,-4-6-9 0,4 6-5 16,0 0 6-16,0 0 2 0,-4-7-8 0,4 7 6 15,0 0-2-15,-5-6-2 0,5 6-8 0,0 0 3 16,0 0-8-16,0 0 7 0,-2-6-2 0,2 6-5 0,0 0-4 16,0 0 0-16,-5-5-4 0,5 5 1 15,0 0 0-15,0 0-6 0,0 0 3 0,0 0 0 16,-5-7-6-16,5 7-3 0,0 0-2 0,0 0 0 16,0 0 1-16,0 0-8 0,0 0 5 0,0 0 0 0,0 0-7 15,0 0-1-15,0 0 5 0,0 0-11 0,0 0 3 16,0 0 1-16,0 0-3 0,0 0-1 15,0 0-5-15,0 0 4 0,0 0-7 0,0 0 2 16,0 0-1-16,0 0 5 0,0 0-1 0,0 0 1 0,0 0 0 16,0 0 3-16,0 0-5 0,5 23 2 0,-5-23 1 15,2 13-5-15,-2-6 3 0,0-7 10 0,3 12-10 16,-2-5 1-16,-1 0 2 0,0-7-1 0,1 14-1 16,-1-7-4-16,0-7 2 0,0 11 0 0,0-4-3 15,0-7 7-15,1 10-4 0,-1-10-1 0,0 0 8 16,-1 10-11-16,1-10 5 0,0 0-1 0,0 0 1 15,0 8 2-15,0-8 0 0,0 0 0 0,0 0-7 16,0 0-7-16,0 0 11 0,0 0 7 0,0 0-3 16,0 0 0-16,0 0-2 0,0 8 6 0,0-8-3 15,0 0 9-15,0 0 7 0,0 0 3 0,0 0 7 16,0 0 4-16,0 0 1 0,0 0 8 0,0 0-9 16,0 0 4-16,0 0-1 0,0 0-2 0,0 0 0 15,0 0-1-15,0 0-5 0,0 0-1 0,0 0-1 16,0 0 0-16,0 0 0 0,0 0-8 0,0 0 3 15,0 0-3-15,0 0 1 0,0 0-5 0,0 0 0 16,0 0-4-16,0 0 4 0,0 0-5 0,0 0-6 16,0 0 4-16,0 0 1 0,-4-24-2 0,4 24-4 15,0 0 3-15,0 0-2 0,0 0-1 0,0 0 1 16,-5-7-1-16,5 7 0 0,0 0-2 0,0 0 0 16,0 0 1-16,0 0 2 0,0 0-4 0,0 0 3 0,0 0-5 15,0 0 1-15,0 0 2 0,0 0-5 16,0 0 4-16,0 0 3 0,0 0-3 0,0 0-2 15,0 0-1-15,-1-8 2 0,1 8-1 0,0 0-2 16,0 0 1-16,0 0 3 0,0 0 1 0,0 0-3 16,0 0-4-16,0 0 6 0,0 0-2 0,0 0-2 15,0 0-2-15,0 0 6 0,0 0-2 0,0 0 1 16,0 0-3-16,0 0 2 0,0 0 1 0,0 0 0 0,0 0-1 16,0 0 0-16,0 0 3 0,0 0-4 0,0 0 6 15,0 0-3-15,0 0 2 0,0 0 2 0,0 0-4 16,0 0 0-16,0 0 3 0,0 0 0 15,0 0 1-15,0 0-1 0,0 0-2 0,0 0 7 0,0 0-5 16,0 0 2-16,0 0-2 0,0 0-3 0,0 0 1 16,0 0 3-16,0 0-3 0,0 0-1 0,0 0 0 15,0 0 2-15,0 0 1 0,0 0-2 0,0 0-2 16,10-4 2-16,-10 4-4 0,0 0 8 0,0 0-8 16,5-4 1-16,-5 4 1 0,0 0 1 0,0 0-1 15,7-3-3-15,-7 3 2 0,6-2-1 0,-6 2 0 16,0 0 2-16,0 0-1 0,15 4 1 15,-15-4-5-15,8 3 5 0,-8-3-4 0,7 4 1 0,-7-4-1 16,5 6 7-16,-5-6-5 0,6 8 1 0,-4-5-1 16,-2-3 1-16,4 7 1 0,-4-7-1 0,4 10 1 15,-2-7 0-15,-2-3 0 0,1 10-3 0,-1-10 6 16,4 9-3-16,-3-3-9 0,-1-6-14 0,-3 13-26 16,1-8-23-16,1 3-17 0,-2-2-24 0,0 2-26 15,2 1-15-15,-3 0-131 0,0-3-308 0,-1 1 137 16</inkml:trace>
  <inkml:trace contextRef="#ctx0" brushRef="#br0" timeOffset="20406.63">22759 11190 76 0,'0'0'70'0,"0"0"-19"0,0 0-15 16,0 0-16-16,0 0-14 0,0 0-27 0,0 0-19 0,0 0-43 16,0 0 19-16</inkml:trace>
  <inkml:trace contextRef="#ctx0" brushRef="#br0" timeOffset="21151.68">22703 11008 12 0,'0'-11'95'0,"0"11"7"0,0 0 5 0,-5-7-24 0,5 7-9 15,0 0-3-15,0 0 2 0,-1-8 0 0,1 8-12 16,0 0-2-16,0 0-2 0,0 0-10 0,0 0-7 16,0 0-5-16,0 0-7 0,0 0-2 0,0 0-2 15,0 0 1-15,0 0-2 0,0 0 6 0,0 0-9 16,0 0-2-16,0 0 13 0,1 31-5 0,-1-25 0 16,0-6-6-16,2 11 1 0,-2-2 0 0,0-9-5 15,2 11-5-15,-2-5 0 0,0-6 11 0,1 11 2 16,-1-11-1-16,1 11-2 0,-1-4 5 0,0-7-4 15,0 9-4-15,0-9 0 0,2 7-3 0,-2-7 5 16,0 0 9-16,0 0-1 0,0 9 3 0,0-9 8 16,0 0 0-16,0 0 6 0,0 0 2 0,0 0 4 15,1 7-2-15,-1-7 5 0,0 0 1 0,0 0-2 0,0 0 6 16,0 0 1-16,0 0 1 0,0 0-7 16,0 0-5-16,0 0 5 0,0 0-13 0,0 0-4 15,0 0-5-15,0 0-5 0,0 0-2 0,0 0 0 16,7-25-5-16,-7 19 0 0,0 6-5 0,4-9 3 15,-1 3-9-15,-1-1 4 0,2 2-1 0,-4 5-6 0,8-10-1 16,-5 6 1-16,-3 4-1 0,7-6-2 16,-7 6-1-16,5-6-1 0,-5 6-2 0,8-4 3 15,-2 3 0-15,-6 1-5 0,0 0 3 0,14 4-2 0,-9-1-1 16,-5-3 1-16,11 4 1 0,-7 1-2 16,-1-2-3-16,0 4 4 0,2-3 3 0,-3 2 0 15,-2-6-3-15,3 13 2 0,-2-8-6 0,1 3-8 16,-1-3-5-16,-1-5-15 0,-3 15-37 0,2-9-14 0,1-6-9 15,-5 14-13-15,4-7-15 0,-3 1-27 0,1-1-16 16,1 0-13-16,-3 1-104 0,1-2-305 16,0-1 135-16</inkml:trace>
  <inkml:trace contextRef="#ctx0" brushRef="#br0" timeOffset="21555.13">22658 11069 10 0,'0'0'131'0,"0"0"-23"0,0 0-11 0,0 0-4 15,0 0-5-15,0 0 4 0,0 0-15 0,0 0-3 16,-9 22-7-16,8-16 5 0,1-6-11 0,-1 14-9 15,0-8-3-15,1-6 0 0,-2 12-13 0,1-6 11 16,1-6-3-16,-1 8 2 0,1-8 13 0,0 0 9 16,0 0 5-16,0 10 7 0,0-10 3 0,0 0 4 15,0 0-7-15,0 0-7 0,0 0-4 0,0 0-7 16,0 0-8-16,0 0-6 0,0 0-7 0,0 0-2 16,2-25-3-16,0 14-3 0,-1 1-6 0,4-2-4 15,-1-1-5-15,1 2 1 0,-1-4-7 0,2 1 1 16,0 1-5-16,6 2-2 0,-6 1-2 0,1 3-3 15,0 0 0-15,0 0-7 0,-2 4-8 0,0 1-9 16,-5 2-10-16,10-1-10 0,-10 1-13 0,7 5-3 16,-2 0-8-16,-3 3-18 0,1 2-25 0,-2 2-18 15,-1 4-23-15,-1 0-122 0,-2 0-295 0,2-3 130 16</inkml:trace>
  <inkml:trace contextRef="#ctx0" brushRef="#br0" timeOffset="30116.47">32601 6486 39 0,'0'0'47'0,"0"0"4"0,0 0-11 0,0 0-4 16,0 0-8-16,0 0 1 0,0 0 2 0,0 0-11 16,0 0 8-16,0 0-14 0,0 0 8 0,0 0-4 15,0 0-3-15,0 0-3 0,0 0 2 0,0 0 0 16,0 0-4-16,0 0 5 0,0 0-7 0,0 0 5 16,0 0-5-16,0 0 0 0,0 0-5 0,0 0 7 15,0 0-6-15,6-7 0 0,-6 7 1 0,0 0 9 16,0 0-13-16,0 0 1 0,0 0-9 0,0 0 5 15,1-8 7-15,-1 8-2 0,0 0 3 0,0 0-4 16,0 0-4-16,0 0 2 0,0 0 2 0,0 0 0 16,0 0-5-16,0 0 5 0,0 0 4 0,0 0-3 15,0 0-3-15,0 0-1 0,0 0-3 0,0 0 7 16,0 0-6-16,0 0 4 0,2-7 1 16,-2 7-2-16,0 0-4 0,0 0 4 0,0 0 0 0,0 0-5 15,0 0-5-15,0 0-10 0,0 0-7 0,0 0-15 16,0 0-37-16,0 0-85 0,0 0 38 0</inkml:trace>
  <inkml:trace contextRef="#ctx0" brushRef="#br0" timeOffset="35716.89">31862 8577 23 0,'0'0'103'0,"0"0"-13"0,0 0-10 15,0 0-10-15,0 0-6 0,0 0-5 0,0 0-2 0,0 0-12 16,0 0 3-16,0 0-14 0,0 0-6 16,0 0 5-16,0 0-7 0,0 0 2 0,0 0-2 0,0 0-1 15,0 0-13-15,0 0 5 0,0 0 1 0,0 0-6 16,0 0-10-16,0 0 4 0,0 0 17 0,6 12-24 16,-6-12 20-16,0 0-6 0,0 0-9 0,0 0-6 15,0 0 0-15,0 0 6 0,0 0-6 16,0 0 5-16,0 0 0 0,0 0-4 0,0 0-3 15,0 0 10-15,0 0-5 0,0 0 0 0,0 0 6 0,0 0-4 16,0 0-3-16,0 0 7 0,0 0-4 0,0 0-3 16,0 8 6-16,0-8 5 0,0 0-8 15,0 0 2-15,0 0-6 0,0 0 0 0,15-5 3 16,-15 5-7-16,17-8 3 0,-6 1-15 0,8-5-8 16,6 0-5-16,-1-3-19 0,2-1-35 0,5 3-50 15,-2-4-146-15,20-10 65 0</inkml:trace>
  <inkml:trace contextRef="#ctx0" brushRef="#br0" timeOffset="37792.76">26077 9653 75 0,'0'0'87'0,"0"0"-10"0,0 0 3 0,0 0-3 16,0 0-3-16,0 0-9 0,0 0 2 0,0 0-2 0,0 0-12 16,0 0-1-16,0 0-3 0,0 0-6 15,0 0 1-15,0 0-5 0,0 0 5 0,0 0 5 16,0 0-15-16,0 0-2 0,0 0-7 0,0 0 9 15,0 0-6-15,0 0 0 0,0 0-6 0,0 0 0 16,0 0-6-16,0 0 1 0,0 0-6 0,0 0-1 0,0 0-1 16,-18-4 0-16,7 4-3 0,-1 1 2 0,3 0-8 15,-4-1 3-15,-3 1 3 0,5 0-1 0,-5-1-2 16,5 1 3-16,-3 0-8 0,3 1 10 16,3-2-4-16,8 0 1 0,-12 1-3 0,5 0 2 15,7-1-2-15,0 0 3 0,-10 1-12 0,10-1 5 16,0 0-2-16,0 0 7 0,0 0-5 0,0 0 6 0,0 0 1 15,0 0 6-15,33 4-16 0,-6-6 10 0,2 2-10 16,7-1-1-16,2-1-5 0,14-3-21 0,2 2-15 16,-1-1-21-16,2 0-23 0,-3 1-101 0,-2-1-208 15,2 0 92-15</inkml:trace>
  <inkml:trace contextRef="#ctx0" brushRef="#br0" timeOffset="39576.22">28879 9156 22 0,'0'0'37'0,"0"0"-12"0,0 0-3 16,0 0-12-16,0 0-13 0,0 0-17 0,-2 26-19 16,2-26 8-16</inkml:trace>
  <inkml:trace contextRef="#ctx0" brushRef="#br0" timeOffset="40140.01">28240 9928 8 0,'22'7'-2'0,"-22"-7"-1"0</inkml:trace>
  <inkml:trace contextRef="#ctx0" brushRef="#br0" timeOffset="40903.41">29508 10117 19 0,'0'0'33'0,"0"0"-19"0,0 0-25 0,0 0-13 16,0 0 6-16</inkml:trace>
  <inkml:trace contextRef="#ctx0" brushRef="#br0" timeOffset="49306.42">27847 11173 16 0,'0'0'51'0,"0"0"3"16,0 0-10-16,0 0-10 0,0 0-8 0,0 0-12 15,0 0-17-15,0 0-37 0,0 0-42 0,0 0 18 16</inkml:trace>
  <inkml:trace contextRef="#ctx0" brushRef="#br0" timeOffset="49680.13">28598 11155 7 0,'0'0'43'0,"0"0"-9"0,0 0-12 0,0 0-16 15,0 0-25-15,0 0-20 0,0 0 8 16</inkml:trace>
  <inkml:trace contextRef="#ctx0" brushRef="#br0" timeOffset="50430.1">29213 11197 39 0,'0'0'37'0,"0"0"-5"16,0 0-2-16,0 0-6 0,0 0 2 0,0 0-3 16,0 0 1-16,0 0 1 0,0 0-9 0,0 0 7 15,0 0-7-15,0 0-2 0,0 0-1 0,0 0-1 16,0 0 0-16,0 0-5 0,0 0 0 0,0 0 0 16,0 0-2-16,0 0 3 0,0 0 4 0,0 0-2 15,0 0-6-15,0 0-1 0,0 0 9 0,0 0-6 16,0 0 4-16,0 0-4 0,0 0-2 0,0 0 2 15,0 0-1-15,0 0-1 0,0 0 4 0,0 0-9 16,0 0-1-16,0 0 7 0,0 0-3 0,0 0 0 16,0 0 4-16,6-2-2 0,-6 2-5 0,0 0 0 15,0 0-1-15,0 0 4 0,0 0-2 0,0 0-3 16,0 0 4-16,0 0-2 0,0 0 3 0,0 0-1 16,0 0-1-16,0 0 2 0,0 0-3 0,0 0 1 15,0 0 0-15,0 0-1 0,0 0 1 0,0 0 1 16,0 0 1-16,0 0 0 0,0 0-3 0,0 0 2 15,0 0 2-15,0 0-4 0,0 0 5 0,0 0-5 16,0 0 2-16,0 0-4 0,0 0 4 0,0 0 1 16,0 0 3-16,0 0-5 0,0 0-2 0,0 0 6 15,0 0-6-15,0 0 3 0,0 0-4 0,0 0 5 16,0 0-2-16,0 0 0 0,0 0 8 0,0 0-15 16,0 0 8-16,0 0-2 0,0 0 0 0,0 0-2 15,0 0 9-15,0 0-8 0,0 0-7 0,0 0 1 16,0 0 5-16,0 0-6 0,0 0 2 0,0 0-3 15,0 0-1-15,0 0 1 0,0 0 3 0,0 0-3 16,0 0-2-16,0 0-5 0,0 0 3 0,0 0-7 16,0 0 3-16,0 0-4 0,0 0-1 0,0 0 2 15,0 0-4-15,0 0-19 0,0 0-48 0,0 0 21 16</inkml:trace>
  <inkml:trace contextRef="#ctx0" brushRef="#br0" timeOffset="53260.41">27916 10467 14 0,'0'0'36'15,"-4"-5"-1"-15,4 5-5 0,0 0-4 0,-9-6-2 0,9 6-4 16,-11-5-6-16,4 4 2 0,-2-3 2 0,9 4-4 15,-15-6-1-15,3 3 1 0,1-2-4 0,2 1-2 16,-4-1 6-16,0 2-5 0,1-3-7 0,-6 0 4 16,1 1-3-16,1-4 3 0,-3 5-1 0,-1-2-2 15,2 0 1-15,-2 1 1 0,-3 0-3 0,3 1-1 16,0-2 4-16,-7 2-1 0,7 0 1 0,-2 2-2 16,0-1-1-16,3 1 6 0,-1 1-1 0,-3 0-1 15,5-1-2-15,-4 4-1 0,-1-2-3 0,5 1 5 16,-2 0-2-16,2 2-2 0,-2-3 0 0,0 3 1 15,1 1-2-15,0-1 0 0,0 1 0 0,-2 1 2 16,0-2 2-16,-6 4-3 0,6 0 4 0,-4 2-4 16,4-4-3-16,0 2 0 0,4-2 4 0,-6 2 3 15,5 0-2-15,0 0-4 0,-2 1 0 0,1-1 0 16,2 0 1-16,1 1 0 0,1 0-2 0,0 0 2 16,2 0 5-16,-3 3-2 0,3 0 1 0,0-2 12 15,-1 3 1-15,1-1-2 0,1 2-2 0,1-1-1 16,-3 0-4-16,3 1 1 0,0-1 1 0,-2 3-1 15,2 0-4-15,2 1 11 0,-1-2-2 0,2 2-3 16,3 0-1-16,-1 2 2 0,-2-1 1 0,2 1-1 16,1-1 1-16,1 0-3 0,0 2-7 0,1-2 10 15,1 2-1-15,2-1-1 0,0-2-1 16,2 0-1-16,3 4 9 0,-3-3-7 0,4 2-5 0,1-4-4 16,1 3 7-16,-2-1 1 0,1-1-7 0,3 0 3 15,0 0-3-15,-1-2 3 0,0 2-1 0,2-2-2 16,0 0 2-16,2 1 7 0,-1-2-3 0,-1 0-3 15,7 1 2-15,-5-4 0 0,4 2 2 0,0-1 3 16,1-1-5-16,1-2 2 0,-2 1 3 0,10 0-3 16,-2-1 2-16,2 2 3 0,2-1-5 0,1-2 13 15,-6-1-6-15,5 0 8 0,0 0-11 0,-6-2 6 16,4 2-11-16,0-3 3 0,0-1-1 0,-5 2 0 16,0-2-7-16,5 3 11 0,-6-4 1 0,5 1-8 15,2-1-2-15,-8-1-2 0,9 0-1 0,-2 4 0 16,2-4 1-16,-11 2 1 0,4-1-1 0,-1-2-4 15,-1 2 5-15,0-1-1 0,-1-1 4 0,-2 1-2 16,3-2-3-16,-2 1 1 0,-4 1 2 0,1-3 9 16,1 2-5-16,-1-2 6 0,2-2 0 0,-4 3 10 0,-1-2 2 15,1 0 1-15,1-3-4 0,-3 1 3 16,0 1-6-16,1-3 1 0,3 0-3 0,-4 0-1 16,-2-1-4-16,0 1 1 0,3-5-3 0,-2 4 0 15,-1-2-3-15,0-1 1 0,1-2 1 0,-1 1-1 0,1-2 3 16,0 1-3-16,-2-1-5 0,-3 3-2 15,2-3-2-15,0-1 1 0,1 1-4 0,-3 1 8 16,-1 1-6-16,0 1 0 0,-3-1-3 0,3 1 6 0,3-2 0 16,-4 2-4-16,-3-1 0 0,4 0 0 0,-3-3 0 15,2-2-1-15,-2 6-4 0,1-4 2 0,0 4 9 16,0-5 8-16,1 7-15 0,-2-4 8 16,0-3-7-16,1 4 2 0,0 2-1 0,-1-2-2 15,1-2 1-15,-2 3 3 0,2 0-4 0,-2 0 2 0,0 0 0 16,-2 0 0-16,2 1-3 0,2 0 0 0,-2 2 1 15,-2-1 1-15,2 1-1 0,0-1 1 16,-2 0-1-16,-1 1 5 0,0-1-7 0,3 0 2 0,-4 2 1 16,2-2 1-16,-3 2-1 0,1-1 2 0,0 1-2 15,0-2-1-15,-2 2 4 0,4 1-5 16,-3-1-2-16,-1-2 2 0,2 3 5 0,-5-2-9 0,3 2 4 16,-2 3 2-16,2-5-1 0,-3 3-1 0,-1 0 1 15,1 0 1-15,0 0-3 0,-4 1 2 0,0-1 2 16,2 0-1-16,-1 2-1 0,-1 0-5 0,1-1 5 15,-1 1 2-15,-5 1-4 0,4 0-1 0,-1 2 4 16,2 1-1-16,-4-3-1 0,2 0 0 16,1 2 2-16,1-1-2 0,0 2 4 0,-1-2 2 0,1 2-5 15,1 0 3-15,-3-1-4 0,1 1 0 0,3 0 0 16,-2-1 3-16,-1 1-2 0,1 1-1 0,-3-1-1 16,-2 3 3-16,4-3 1 0,-3 2-1 0,2 1 0 15,1-1-1-15,0 0 0 0,-4-1 8 0,4 0-10 16,-2 3 3-16,-2 0-3 0,7-2-1 0,-3 1 0 15,1-1 4-15,-3 1 3 0,1 1-1 0,3-1-3 16,-1 2 1-16,2-3-2 0,-3 1-1 0,3 1 1 16,2-2-1-16,-2 2 3 0,2-2 0 0,2 1 7 0,-2 0-9 15,2-2 3-15,1 2-1 0,6-3 1 16,-11 3-7-16,7 0 7 0,4-3-3 0,-10 5-2 16,10-5 5-16,-5 4-4 0,5-4 3 0,-8 3 0 15,8-3-2-15,-7 5 1 0,7-5 2 0,-9 6 4 0,6-3-4 16,3-3-2-16,-6 5 5 0,0-3-2 15,6-2 1-15,-10 9-6 0,5-6 1 0,5-3-2 16,-9 4 2-16,3-2 0 0,6-2 1 0,-7 5-5 16,7-5 10-16,-7 6-6 0,7-6-3 0,-4 5 5 15,4-5 1-15,-7 4-3 0,7-4 3 0,0 0-4 16,-6 6 4-16,6-6 5 0,-2 4-7 0,2-4 2 16,0 0 1-16,0 0-4 0,-5 5 1 0,5-5-4 0,0 0 8 15,-7 5 1-15,7-5-4 0,0 0 4 16,0 0-1-16,-2 5-4 0,2-5 0 0,0 0-3 0,0 0 4 15,-7 5 0-15,7-5-1 0,0 0 2 16,0 0-1-16,0 0-3 0,-4 5-1 0,4-5-3 16,0 0 2-16,0 0-6 0,0 0 0 0,-5 4 1 0,5-4 3 15,0 0-6-15,0 0 1 0,0 0 1 0,0 0-3 16,0 0-3-16,0 0-3 0,0 9 1 0,0-9-6 16,0 0-3-16,0 0 2 0,0 0-16 0,0 0 3 15,0 0-5-15,0 0 0 0,0 0-2 0,0 0-6 16,0 0 1-16,0 0-5 0,0 0-4 0,0 0-7 15,0 0-14-15,3 10-46 0,-3-10-137 16,0 0 60-16</inkml:trace>
  <inkml:trace contextRef="#ctx0" brushRef="#br0" timeOffset="65481.99">29660 10175 21 0,'0'0'71'0,"5"-17"-5"16,-5 17-16-16,0 0-6 0,0 0-17 0,0 0-14 15,0 0-13-15,0 0-18 0,0 0-28 0,0 0-49 16,0 0 21-16</inkml:trace>
  <inkml:trace contextRef="#ctx0" brushRef="#br0" timeOffset="68641.1">28118 12787 28 0,'0'0'37'16,"0"0"0"-16,0 0-11 0,0 0-7 0,0 0-2 0,0 0-10 15,0 0-4-15,0 0-10 0,0 0-22 0,0 0-29 16,0 0 14-16</inkml:trace>
  <inkml:trace contextRef="#ctx0" brushRef="#br0" timeOffset="69475.17">29195 12775 69 0,'0'0'77'0,"0"0"-6"16,0 0-12-16,0 0-6 0,0 0 0 0,0 0-5 15,0 0-9-15,0 0-3 0,20-6-4 0,-20 6-4 16,0 0-2-16,8-1-1 0,-8 1-4 0,0 0-5 15,9-2 3-15,-9 2-4 0,0 0-2 0,8-1 0 16,-8 1-1-16,0 0-2 0,0 0 0 0,0 0-1 16,9-2 0-16,-9 2-1 0,0 0 7 0,0 0-7 15,0 0-6-15,0 0 4 0,6-1 0 0,-6 1-1 16,0 0-2-16,0 0 2 0,0 0-5 0,0 0 1 16,0 0 0-16,0 0-8 0,0 0-13 0,6-4-22 15,-6 4-20-15,0 0-54 0,0 0-124 0,0 0 55 16</inkml:trace>
  <inkml:trace contextRef="#ctx0" brushRef="#br0" timeOffset="71632.11">29962 12917 27 0,'0'0'49'16,"10"0"-13"-16,-10 0-18 0,0 0-11 0,14 2-18 15,-14-2-10-15,10 2-23 0,-10-2 10 0</inkml:trace>
  <inkml:trace contextRef="#ctx0" brushRef="#br0" timeOffset="74806.14">30000 13111 85 0,'0'0'115'0,"0"0"-7"0,0 0-8 15,0 0 1-15,0 0-8 0,-8-3-1 0,8 3-7 16,0 0-2-16,0 0-8 0,0 0 4 0,0 0-8 16,0 0-1-16,0 0-6 0,0 0 4 0,0 0-17 15,3-12 4-15,-3 12-2 0,0 0 5 0,0 0-7 16,0 0 2-16,0 0-2 0,0 0-4 0,0 0 2 15,0 0-4-15,0 0-3 0,-1-9-1 0,1 9 0 16,0 0 1-16,0 0-3 0,0 0-4 16,0 0-1-16,0 0-5 0,0 0-3 0,0 0-3 0,0 0 0 15,-4-6-3-15,4 6 0 0,0 0-2 0,0 0-4 16,-2-8-2-16,2 8 2 0,0 0 0 0,0 0 2 16,0 0 1-16,0 0 3 0,-3-7-3 0,3 7-3 15,0 0 7-15,0 0-9 0,-5-4 3 0,5 4-4 16,0 0 0-16,0 0-1 0,0 0-2 0,0 0-3 15,0 0 1-15,0 0-1 0,0 0 1 0,0 0 0 16,0 0-1-16,0 0-2 0,0 0-1 0,10-7 1 16,-1 5 0-16,2 0 0 0,2 0 2 0,0-1-4 15,5 0 0-15,-5 3 0 0,4 0 0 0,-4-2-4 16,1 2 8-16,-1-2-3 0,1 0-3 0,-4-1 5 16,2 2-2-16,-1-1 3 0,-3 0 7 0,-2 0 4 15,-6 2 5-15,14-3 4 0,-9 2 4 0,-5 1 1 16,8-2-2-16,-8 2 0 0,0 0 0 0,8-2 1 15,-8 2-2-15,0 0-5 0,0 0-2 0,6-2 0 16,-6 2-3-16,0 0 0 0,0 0-6 0,0 0-19 16,0 0-21-16,0 0-40 0,0 0-49 0,0 0-48 15,0 0-49-15,-23 8-170 0,4-6-416 0,-3 2 185 16</inkml:trace>
  <inkml:trace contextRef="#ctx0" brushRef="#br0" timeOffset="75891.39">26714 13995 53 0,'0'0'97'0,"0"0"-11"0,0 0-3 15,0 0-11-15,6-5-4 0,-6 5-3 0,0 0-13 16,0 0-2-16,8-1-9 0,-8 1-2 0,0 0-6 0,0 0-3 16,0 0 2-16,0 0-4 0,0 0-1 0,0 0-4 15,7-4-5-15,-7 4-4 0,0 0-4 16,0 0 4-16,0 0-5 0,0 0-2 0,0 0-1 15,0 0 3-15,0 0-1 0,0 0 3 0,0 0-3 16,0 0-5-16,0 0 1 0,0 0 1 0,0 0-3 16,0 0 5-16,0 0-2 0,0 0 0 0,0 0-7 0,0 0 7 15,0 0-4-15,0 0-4 0,0 0 3 16,0 0 7-16,0 0-14 0,0 0 9 0,0 0-13 0,0 0 8 16,0 0-5-16,0 0-3 0,0 0 1 15,0 0 3-15,0 0-7 0,0 0-3 0,0 0-14 16,0 0 5-16,0 0-11 0,0 0-5 0,0 0-11 0,0 0-8 15,0 0-55-15,0 0-126 0,0 0 55 16</inkml:trace>
  <inkml:trace contextRef="#ctx0" brushRef="#br0" timeOffset="76661.75">26733 13922 104 0,'0'0'115'0,"0"0"-2"0,0 0-15 15,0 0 2-15,0 0-10 0,0 0-4 0,0 0-10 16,0 0-5-16,0 0-1 0,0 0-8 0,0 0-5 0,0 0-1 15,0 0-17-15,0 0 6 0,0 0 9 0,0 0-17 16,0 0 6-16,0 0-2 0,0 0-4 16,0 0-6-16,0 0-1 0,0 0-1 0,0 0-2 15,0 0 0-15,0 0-4 0,13 15-1 0,-13-15-3 16,7 9 13-16,-5-5 3 0,1 3-1 0,-3-7-6 0,4 9-13 16,-4-3 7-16,2 1-1 0,-2-7-3 15,5 10 1-15,-5-5 0 0,0-5-4 0,2 10-4 16,0-5 1-16,-2-5-3 0,0 8 1 0,0-8 1 15,2 7-1-15,-2-7-2 0,0 9-2 0,0-9-6 16,2 6 3-16,-2-6 6 0,0 8 0 0,0-8 1 0,4 7-5 16,-4-7-2-16,4 4 6 0,-4-4-5 0,0 0 2 15,2 8-1-15,-2-8 5 0,0 0 7 16,0 0 1-16,0 0 8 0,0 0 2 0,0 0 0 16,0 0 4-16,2 7-2 0,-2-7-3 0,0 0 8 0,0 0-6 15,0 0-3-15,0 0 0 0,0 0-3 0,15-11 0 16,-9 7-5-16,2 2-3 0,-5-3 3 0,3 2-6 15,-2-2 2-15,6-1-5 0,-5 3 0 0,3-4-2 16,1 0 4-16,-3 0-3 0,4 1-2 16,1-2 3-16,-4 0-7 0,2-1 0 0,6-5 0 0,4-4 1 15,0 0-1-15,0 0-3 0,1-1 7 0,0 0-4 16,-2-2 0-16,3 3 1 0,-4-1-2 0,-1 5 2 16,-3 1-2-16,0 2 0 0,-3 3 1 0,3-2-8 15,-3 2 6-15,-1 1 6 0,-1 1-9 0,1-1 3 16,-2 1 3-16,-2 3-3 0,-1-2 0 0,3 2 0 15,-7 3 2-15,8-6-1 0,-4 3-1 0,-4 3 0 16,4-5-1-16,-4 5-1 0,0 0 1 0,9-5-1 16,-9 5 2-16,0 0-1 0,0 0-1 0,0 0 0 15,0 0 2-15,6-3 1 0,-6 3-3 0,0 0 2 16,0 0 2-16,0 0-1 0,0 0 0 0,0 0-2 16,0 0 1-16,0 0-1 0,0 0-3 0,0 0 4 15,0 0 2-15,0 0-3 0,0 0 2 0,0 0-1 16,0 0 2-16,0 0-4 0,0 0 3 0,0 0-16 15,0 0-13-15,0 0-18 0,-23 20-23 16,15-13-24-16,-1 1-27 0,-3-1-16 0,-1 3-14 0,2 1-16 16,-7 0-120-16,-5 5-309 0,4-4 136 0</inkml:trace>
  <inkml:trace contextRef="#ctx0" brushRef="#br0" timeOffset="77464.75">26710 13883 9 0,'0'0'145'0,"0"0"-12"0,0 0-9 16,0 0 2-16,0 0-9 0,0 0-1 0,0 0-10 15,0 0-5-15,0 0-10 0,10 19-8 0,-4-12-2 16,-4-3-6-16,3 2-4 0,1 1 3 0,-1 1 0 15,2 2-10-15,-2-1-4 0,1 0-4 0,-2 0-2 16,1-3-7-16,-3-1 0 0,2 2-10 16,0-4 0-16,-4-3-3 0,6 10-9 0,-2-7 4 0,-4-3 2 15,5 6-2-15,-5-6 0 0,4 6 1 0,-4-6-1 16,0 0 3-16,2 7-1 0,-2-7 8 0,0 0-9 16,0 0 2-16,8 3-3 0,-8-3 1 0,0 0-1 15,0 0 0-15,0 0-4 0,0 0 5 0,0 0-2 16,0 0 3-16,0 0-5 0,0 0 2 0,0 0-4 15,0 0-1-15,6 3-4 0,-6-3 3 0,0 0-9 16,15-9 6-16,-15 9-7 0,10-4 2 0,-5 2-2 16,-5 2 1-16,8-6-2 0,-1 4-4 0,-1-1 3 15,-6 3-1-15,10-5-3 0,-10 5-1 0,9-4-1 16,-9 4-1-16,6-3 1 0,-1 0 0 0,-5 3 1 16,11-3-2-16,-11 3-1 0,7-4 1 0,-7 4-3 15,6-3 3-15,-6 3 1 0,0 0-4 0,9-3 2 16,-9 3-1-16,8-3 2 0,-8 3-2 0,0 0-1 15,8-2 2-15,-8 2-2 0,0 0 4 0,0 0 0 16,0 0 1-16,7-6-3 0,-1 1 7 0,0-2-4 16,4 0-1-16,-5 0-3 0,4-8 2 0,0 5-2 15,2-3-1-15,0-2 1 0,7-5 3 0,-2 1-3 16,0 6 5-16,2-7-5 0,-1 1 3 0,2 0-4 16,1 2 1-16,2 1-3 0,3 0 10 0,-2 2-11 15,4 2 3-15,-10 2-3 0,8 1 3 0,-7 0-2 16,0 2 1-16,2 0-3 0,-4-1 6 0,0 3-4 15,1 0 3-15,-3 1-4 0,-3 1 2 0,-2-1-2 16,-1 1 5-16,0 2-5 0,-2-1 3 0,-6 2-1 16,10-2 0-16,-10 2-1 0,9-3 0 0,-9 3-1 15,7-2 2-15,-7 2-2 0,6-3 11 0,-6 3 0 16,0 0-7-16,0 0-1 0,0 0 3 0,0 0-1 16,9-2 1-16,-9 2 2 0,0 0-2 0,0 0 4 15,0 0 2-15,0 0-2 0,0 0 3 0,0 0-5 16,0 0 3-16,0 0-2 0,0 0-1 0,0 0 1 15,0 0 2-15,0 0-3 0,10-1-2 0,-10 1 0 16,0 0 3-16,0 0-3 0,0 0 3 0,0 0-3 16,0 0 1-16,0 0-4 0,0 0-10 0,0 0-11 15,0 0-9-15,0 0-11 0,0 0-14 0,0 0-15 16,0 0-23-16,0 0-24 0,0 0-22 0,0 0-15 16,0 0-14-16,0 0-15 0,-28 7-145 0,18-4-353 15,-2 0 157-15</inkml:trace>
  <inkml:trace contextRef="#ctx0" brushRef="#br0" timeOffset="78348.5">26122 12897 25 0,'0'0'38'0,"6"2"-15"0,-6-2-21 15,0 0-17-15,0 0-16 0,5 6 7 0</inkml:trace>
  <inkml:trace contextRef="#ctx0" brushRef="#br0" timeOffset="79688.08">26005 15147 39 0,'0'0'127'0,"0"0"2"15,0 0-13-15,5-7-16 0,-5 7-7 0,0 0-22 16,0 0-6-16,0 0-6 0,0 0-5 0,0 0-10 16,0 0-9-16,4-6-23 0,-4 6-11 0,0 0-25 15,0 0-8-15,0 0-16 0,0 0-18 0,0 0-64 16,0 0-139-16,0 0 62 0</inkml:trace>
  <inkml:trace contextRef="#ctx0" brushRef="#br0" timeOffset="80160.88">25769 16136 96 0,'0'0'132'0,"0"0"-4"0,0 0-14 0,0 0-10 16,0 0-17-16,0 0-2 0,0 0-6 0,0 0-6 16,0 0-11-16,0 0-9 0,0 0-3 0,0 0-3 15,0 0-12-15,0 0 2 0,0 0-8 0,0 0 0 16,0 0-11-16,0 0-2 0,0 0-5 0,0 0-7 15,0 0-14-15,0 0-8 0,0 0-4 0,0 0-20 16,0 0-21-16,0 0-9 0,0 0-14 16,0 0-77-16,0 0-176 0,0 0 77 0</inkml:trace>
  <inkml:trace contextRef="#ctx0" brushRef="#br0" timeOffset="80824.1">26132 15596 22 0,'0'0'78'16,"0"0"5"-16,0 0-11 0,0 0-8 0,0 0-3 15,0 0-5-15,0 0-5 0,0 0 5 0,0 0-3 16,0 0-5-16,0 0-1 0,0 0 3 16,0 0-12-16,0 0 13 0,0 0-9 0,0 0 1 0,0 0 2 15,0 0 8-15,0 0-14 0,0 0 0 0,0 0 1 16,0 0 0-16,0 0-5 0,0 0 3 0,0 0-1 15,0 0-1-15,0 0-2 0,0 0-1 0,0 0-6 16,0 0 0-16,0 0-6 0,0 0 5 0,0 0-10 16,0 0-3-16,0 0 1 0,0 0-14 0,0 0-12 15,0 0-23-15,0 0-13 0,0 0-24 0,0 0-20 16,0 0-26-16,0 0-75 0,0 0-207 0,0 0 92 16</inkml:trace>
  <inkml:trace contextRef="#ctx0" brushRef="#br0" timeOffset="81322.21">26248 15458 22 0,'4'-10'79'0,"-4"10"-5"0,0 0-6 0,0 0-7 16,0 0 3-16,2-8-7 0,-2 8-6 0,0 0 10 15,0 0-14-15,0 0 4 0,0 0-10 0,0 0 7 16,0 0 3-16,0 0 3 0,0 0-8 0,0 0 5 15,0 0-4-15,7-7 4 0,-7 7-5 0,0 0-10 16,0 0-1-16,0 0-5 0,0 0 2 0,0 0 3 16,0 0 20-16,0 0 12 0,0 0-1 0,0 0 1 15,0 0-2-15,7 18-7 0,-7-18-6 0,4 10-4 16,-1-5 7-16,1-1 14 0,-2 3 2 0,-2-7-9 16,5 12-5-16,-2-7-7 0,-1 0-4 0,2 1-4 15,0 2 0-15,-1-3 2 0,-3-5 2 0,4 9-9 16,-2-5-6-16,-2-4 0 0,0 0 2 0,4 6-2 15,-4-6 20-15,0 0 1 0,0 0-12 0,6 3-2 16,-6-3-3-16,13-14-6 0,-5 4 6 0,7-13-11 16,0 0-7-16,3-4-10 0,0-4-8 0,11-8-13 15,-2-1-21-15,4 1-46 0,-2-5-44 0,7-2-50 16,1 1-48-16,-1-3-134 0,19-20-385 0,-14 19 170 16</inkml:trace>
  <inkml:trace contextRef="#ctx0" brushRef="#br0" timeOffset="82491.83">25624 15706 4 0,'0'0'37'0,"-7"9"-25"16,7-9-22-16,-5 7-9 0,-2-3 5 15</inkml:trace>
  <inkml:trace contextRef="#ctx0" brushRef="#br0" timeOffset="88548.5">25475 15184 16 0,'0'0'48'16,"0"0"-11"-16,8 23-20 0,-8-23-21 0,1 8-15 15,-1-8-22-15,2 9 10 0</inkml:trace>
  <inkml:trace contextRef="#ctx0" brushRef="#br0" timeOffset="88998.22">25518 16072 54 0,'0'0'107'0,"0"0"-18"0,0 0-7 16,0 0-3-16,0 0-7 0,0 0-12 0,0 0-3 15,0 0 1-15,0 0-8 0,0 0-10 0,0 0-2 16,0 0-6-16,0 0-4 0,0 0-3 0,0 0-5 16,0 0 3-16,0 0-8 0,0 0 0 15,0 0-11-15,0 0-1 0,0 0-14 0,0 0-10 0,0 0-21 16,0 0-13-16,0 0-22 0,0 0-48 0,-14 5-134 15,14-5 60-15</inkml:trace>
  <inkml:trace contextRef="#ctx0" brushRef="#br0" timeOffset="89460.29">25615 15170 53 0,'4'-5'56'0,"-4"5"1"0,0 0-12 0,0 0-4 16,0 0-15-16,0 0-10 0,0 0-18 0,0 0-19 16,0 20-25-16,0-20-48 0,-5 12 21 0</inkml:trace>
  <inkml:trace contextRef="#ctx0" brushRef="#br0" timeOffset="89898.17">25558 15999 78 0,'0'0'133'0,"0"0"-15"16,0 0-17-16,0 0-20 0,0 0-7 0,9-2-4 0,-9 2-20 15,0 0-23-15,0 0-19 0,0 0-31 0,0 0-23 16,0 0-67-16,0 0-120 0,0 0 54 0</inkml:trace>
  <inkml:trace contextRef="#ctx0" brushRef="#br0" timeOffset="92724.01">20447 4156 42 0,'0'0'49'0,"0"0"-11"0,0 0 1 0,0 0-13 16,3-6-4-16,-3 6-21 0,0 0-13 0,0 0-23 15,0 0-37-15,0 0 17 0</inkml:trace>
  <inkml:trace contextRef="#ctx0" brushRef="#br0" timeOffset="94787.27">19330 6079 5 0,'0'0'-2'0,"0"0"0"0</inkml:trace>
  <inkml:trace contextRef="#ctx0" brushRef="#br0" timeOffset="100656.56">11112 6714 18 0,'0'0'26'15,"0"0"-3"-15,0 0-3 0,0 0 1 0,0 0-1 16,0 0 3-16,2-9-9 0,-2 9-2 0,0 0 2 0,0 0-4 15,0 0-2-15,0 0-1 0,0 0 0 0,0 0-6 16,0 0-9-16,0 0-6 0,0 0-20 16,0 0-36-16,0 0 15 0</inkml:trace>
  <inkml:trace contextRef="#ctx0" brushRef="#br0" timeOffset="102439.2">9978 8633 47 0,'0'0'39'0,"0"0"-9"0,0 0-3 0,0 0 4 16,0 0 0-16,0 0-4 0,0 0-3 0,0 0-4 15,0 0 3-15,0 0 1 0,0 0 0 0,0 0-5 16,0 0 5-16,0 0-7 0,0 0-3 0,0 0 0 16,0 0 1-16,0 0 2 0,0 0-6 0,0 0 0 15,0 0-1-15,0 0-8 0,0 0 3 0,0 0 1 16,0 0 5-16,0 0-3 0,0 0-6 0,0 0-1 16,0 0 6-16,0 0-3 0,0 0 0 0,0 0 1 0,0 0 0 15,0 0-1-15,0 0 4 0,0 0-8 0,0 0 1 16,0 0-1-16,0 0 6 0,0 0-4 15,0 0 1-15,0 0-1 0,0 0-5 0,0 0 9 0,0 0-14 16,0 0 7-16,0 0 3 0,0 0 0 16,0 0-1-16,0 0 4 0,0 0-6 0,0 0 1 15,0 0-9-15,0 0 8 0,0 0 3 0,0 0 6 16,0 0-5-16,0 0-3 0,0 0 3 0,0 0-3 0,0 0 0 16,0 0-3-16,0 0 1 0,0 0 1 15,0 0 0-15,0 0-3 0,0 0 3 0,0 0 3 0,0 0 4 16,0 0-9-16,0 0 5 0,0 0-5 0,0 0 1 15,0 0-5-15,0 0-6 0,0 0 17 16,0 0 0-16,0 0-4 0,0 0 2 0,0 0-2 16,0 0-2-16,0 0 2 0,0 0-4 0,0 0-4 0,0 0-9 15,0 0-7-15,0 0-2 0,8 4-9 0,-8-4-42 16,0 0-82-16,0 0 36 0</inkml:trace>
  <inkml:trace contextRef="#ctx0" brushRef="#br0" timeOffset="106130.56">8770 10939 9 0,'0'0'37'0,"0"0"-9"0,0 0-7 0,0 0-12 15,0 0-27-15,0 0-19 0,22-8 9 0</inkml:trace>
  <inkml:trace contextRef="#ctx0" brushRef="#br0" timeOffset="111052.09">9983 11107 18 0,'0'0'58'0,"0"0"-6"0,0 0 3 16,0 0-10-16,0 0-5 0,0 0-13 0,0 0 2 16,0 0-18-16,0 0-9 0,0 0-4 0,0 0-20 15,7 4-31-15,-7-4-56 0,0 0 25 0</inkml:trace>
  <inkml:trace contextRef="#ctx0" brushRef="#br0" timeOffset="111311.94">10512 11080 8 0,'4'-5'99'0,"-4"5"12"0,0 0-22 0,0 0-12 16,0 0-15-16,0 0-12 0,0 0-17 0,0 0-21 0,0 0-11 15,0 0-15-15,0 0-13 0,0 0-57 0,0 0-90 16,0 0 39-16</inkml:trace>
  <inkml:trace contextRef="#ctx0" brushRef="#br0" timeOffset="111821.14">8415 12903 26 0,'0'0'85'0,"2"-5"-5"16,-2 5 2-16,0 0-12 0,0 0-15 0,5-6 0 16,-5 6 1-16,0 0-12 0,5-3-8 0,-5 3-3 15,0 0-10-15,0 0-4 0,5-6-22 0,-5 6-13 16,0 0-32-16,0 0-52 0,0 0-108 0,0 0 48 0</inkml:trace>
  <inkml:trace contextRef="#ctx0" brushRef="#br0" timeOffset="112554.63">8327 13498 87 0,'0'0'106'0,"15"0"-13"0,-15 0-7 16,0 0-14-16,0 0 3 0,0 0-13 0,0 0-9 15,0 0-5-15,0 0-3 0,0 0-2 0,0 0-5 16,0 0-5-16,13-4 2 0,-13 4-8 0,0 0-6 16,0 0 1-16,0 0 0 0,0 0-5 0,0 0-3 15,0 0 3-15,0 0 5 0,0 0-16 0,0 0 0 16,9-1-3-16,-9 1 8 0,0 0-6 0,0 0 4 15,0 0-2-15,0 0-6 0,0 0 5 0,0 0 3 16,0 0-4-16,0 0-10 0,0 0 3 0,0 0 1 16,0 0 6-16,0 0-6 0,0 0-1 0,0 0-4 0,0 0 10 15,0 0-11-15,0 0 1 0,0 0 8 16,0 0-2-16,0 0-2 0,0 0-3 0,6-3 2 16,-6 3-2-16,0 0 6 0,0 0-4 0,0 0 6 15,0 0-3-15,0 0-4 0,0 0 3 0,0 0 1 16,0 0-18-16,0 0 15 0,0 0 2 0,0 0 3 15,0 0 0-15,0 0-2 0,0 0 0 0,0 0-11 0,0 0 7 16,0 0-7-16,0 0-3 0,0 0-5 16,0 0 0-16,0 0-12 0,0 0-10 0,0 0-20 15,0 0-19-15,0 0-47 0,0 0-137 0,0 0 61 0</inkml:trace>
  <inkml:trace contextRef="#ctx0" brushRef="#br0" timeOffset="113370.66">8407 13403 42 0,'0'0'31'0,"0"0"-20"0,0 0-25 0,0 0-16 15,0 0 8-15</inkml:trace>
  <inkml:trace contextRef="#ctx0" brushRef="#br0" timeOffset="116090.9">4839 9833 13 0,'0'0'22'0,"0"0"2"16,0 0 4-16,0 0-11 0,0 0-2 0,0 0-4 16,0 0-1-16,0 0 4 0,0 0-5 0,0 0 1 15,0 0-2-15,0 0-1 0,0 0-1 0,0 0 1 16,0 0-1-16,0 0-5 0,0 0 4 0,0 0-2 15,0 0 0-15,0 0 0 0,0 0-4 0,0 0 8 16,0 0-8-16,0 0-1 0,0 0 4 0,0 0-4 16,0 0-2-16,0 0-1 0,0 0 4 0,0 0 0 15,0 0 0-15,0 0-5 0,0 0 4 0,0 0-1 16,0 0-4-16,0 0-3 0,0 0 0 0,0 0-7 16,0 0-10-16,0 0-29 0,0 0 14 0</inkml:trace>
  <inkml:trace contextRef="#ctx0" brushRef="#br0" timeOffset="122060.84">11665 12439 40 0,'0'0'126'0,"4"-7"-2"15,-4 7 1-15,4-9-3 0,-4 9-7 0,1-6-7 16,-1 6 3-16,0 0-6 0,4-6-3 0,-4 6 2 16,0 0-10-16,0 0-2 0,0 0-2 0,0 0-7 15,0 0-4-15,0 0-3 0,0 0-1 0,0 0-3 0,0 0-3 16,-23 25-9-16,8-11-7 0,-6 9-5 0,-6 2-1 15,-9 14 7-15,-7 3-4 0,-2-2-4 16,-20 18-8-16,23-17-12 0,-8-3-12 0,3 4-18 16,-2-3-29-16,3 2-19 0,-4-3-25 0,9 0-22 15,2-5-23-15,8-12-21 0,4 2-24 0,-1-1-109 0,0-3-298 16,4-6 133-16</inkml:trace>
  <inkml:trace contextRef="#ctx0" brushRef="#br0" timeOffset="122738.41">12406 10017 63 0,'0'0'86'16,"0"0"1"-16,-2-8-13 0,2 8-12 0,-3-9 2 0,3 9-2 16,0-10-13-16,0 10-10 0,1-12 6 0,1 6-6 15,0-1-6-15,2-1-8 0,0-3 1 0,-1 2-6 16,1 1-6-16,-2 0-2 0,4-2 2 16,0 2-16-16,-2-1-2 0,3 0-2 0,-3 1 1 0,1-1-1 15,2 2 3-15,-3-2-6 0,3 1 6 0,-5 3 2 16,4-3-2-16,-3 3-1 0,2-2 3 0,-1 1 8 15,-1 0 10-15,-3 6 8 0,4-10 10 16,-4 10 6-16,2-8-9 0,-2 8 7 0,0 0 6 0,0-8-10 16,0 8 3-16,0 0-10 0,0 0-2 0,0 0-1 15,-9-7 3-15,9 7 1 0,-16 5 4 0,5 1 3 16,-9 3-2-16,-8 7 0 0,-3 1-4 0,-17 14-5 16,-25 14-3-16,-3 7 8 0,-5 5-8 0,-5 4-12 15,-8 10-26-15,-5 2-30 0,-2 6-39 0,0 4-44 16,-6-3-75-16,4 0-219 0,8-4 98 0</inkml:trace>
  <inkml:trace contextRef="#ctx0" brushRef="#br0" timeOffset="125340.21">9953 12985 74 0,'0'0'94'15,"0"0"1"-15,0 0-14 0,0 0-3 0,11 2-13 16,-11-2 5-16,0 0 0 0,5 3-8 0,-5-3-5 15,0 0 11-15,0 0 9 0,5 10 19 0,-6-3-3 16,1-7-4-16,-1 17 9 0,-2-5 5 0,-2 5-15 16,-1-1-3-16,-2 10-9 0,3-3-6 0,0 4-9 15,-2-1-6-15,-1 1-4 0,0 3 9 0,0 2-6 16,-2 2-5-16,-2 12-14 0,2-13-35 0,-6 11-47 0,5-11-51 16,-3 0-63-16,-5 11-131 0,1-17-315 0,0-4 139 15</inkml:trace>
  <inkml:trace contextRef="#ctx0" brushRef="#br0" timeOffset="136528.39">13693 14759 58 0,'0'0'65'0,"4"-7"-11"0,-4 7-6 16,0 0-9-16,4-3 7 0,-4 3-5 0,0 0-8 15,0 0-6-15,0 0-11 0,0 0-14 0,0 0-20 16,0 0-14-16,0 0-6 0,0 0-20 0,0 0-61 16,0 0 28-16</inkml:trace>
  <inkml:trace contextRef="#ctx0" brushRef="#br0" timeOffset="137269.65">13681 16384 25 0,'0'0'137'0,"0"0"-4"0,0 0-7 0,0 0-11 16,2-5-5-16,-2 5-12 0,0 0-1 0,0 0-18 16,0 0-9-16,0 0-4 0,0 0-10 0,0 0-6 15,0 0-3-15,0 0-5 0,0 0-10 0,0 0-11 16,0 0-7-16,0 0-18 0,0 0-10 0,0 0-15 0,0 0-14 15,0 0-16-15,0 0-13 0,0 0-12 16,0 0-86-16,0 0-182 0,0 0 81 0</inkml:trace>
  <inkml:trace contextRef="#ctx0" brushRef="#br0" timeOffset="137780.51">13937 15502 130 0,'0'0'123'0,"0"0"2"15,0 0-13-15,0 0-1 0,0 0-7 0,0 0-11 16,0 0-2-16,0 0 3 0,0 0-5 0,0 0-2 15,0 0 5-15,12 0-15 0,-12 0 5 0,0 0-5 0,8 6-5 16,-8-6-6-16,7 5-7 0,-7-5-4 16,5 3-7-16,-5-3-3 0,0 0 0 0,9 4-5 15,-9-4 5-15,6 2-4 0,-6-2-6 0,0 0-3 16,7 4 3-16,-7-4-1 0,0 0-4 0,4 5 0 16,-4-5 2-16,0 0-2 0,8 3 6 0,-8-3 0 15,0 0 2-15,0 0-2 0,0 0 5 0,15-8-13 16,-9 6 1-16,4-6-3 0,3-3-5 0,1-4 3 0,8-5-9 15,5-3-2-15,-2-3-9 0,15-12-24 16,3 3-37-16,0-6-38 0,22-16-62 0,-17 18-224 16,20-20-411-16,-9-2 183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5T10:21:24.9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4061 3373 33 0,'0'0'124'0,"0"0"-11"0,-14 6-16 0,8 2-6 15,-1 2-10-15,1 0-6 0,-6 13 9 0,3 6-8 16,0-1 8-16,0 4-10 0,2 2 3 0,-5 11-2 16,6 3-4-16,-2 3-4 0,6-2 3 0,0-3-8 15,2-10 0-15,8 10-8 0,-3-14-9 0,2-1 3 16,3-3-8-16,4-2 1 0,0-2-8 0,5-5 6 16,0-1-10-16,-2-4 3 0,6-1 8 0,-4-7 2 15,12 1 6-15,-4-4-6 0,1-6 4 0,1-2-1 16,2-4-1-16,1-3-3 0,1-3 0 0,-1-4-7 15,-1-2 4-15,8-11-7 0,-4-4-3 0,-14 8 0 16,2-2-3-16,2-10 3 0,-11 9-7 0,1-4-4 16,-5 1 0-16,-2 0 25 0,1-11-6 15,-7 9-3-15,0-11-7 0,-5 0-5 0,-1 12-4 16,-5-10-3-16,2 10 2 0,-5-12-7 0,0 17-3 0,0 0-1 16,-2 4 0-16,1 2 1 0,-1 2-2 0,0 8-1 15,1 1-2-15,-2 4 0 0,-1 3-3 0,-1 1 2 16,-1 5-2-16,-1 2-2 0,-2 3 0 0,-4 4-1 15,-1 7 3-15,2 2-1 0,-1 4 1 16,1 3 0-16,4 2 0 0,-2 1 0 0,5 0 0 0,5-2 1 16,1 3 2-16,1-3-2 0,6-1 2 0,3 0-4 15,4-1 1-15,0-6 2 0,5 1 2 0,-2-2-2 16,5 0 3-16,0-1-8 0,7 4 7 0,1-2-2 16,-5-5 6-16,3 1-6 0,3 1-7 0,-3-6-24 15,0 2-29-15,0-1-19 0,0 1-25 16,-2-2-33-16,3 0-26 0,-2-3-30 0,0 2-120 0,-4-3-339 15,1-2 151-15</inkml:trace>
  <inkml:trace contextRef="#ctx0" brushRef="#br0" timeOffset="156.06">4737 3687 2080 0,'12'-5'96'0,"-2"2"-11"0,-5-1-16 0,-5 4-22 15,10-7-14-15,-10 7-8 0,9-3-8 0,-9 3-2 16,0 0 0-16,10-5-4 0,-10 5-1 0,0 0-9 15,0 0-20-15,0 0-22 0,0 0-29 0,0 0-33 16,0 0-43-16,9 9-43 0,-9-9-134 0,3 13-350 16,-3-13 156-16</inkml:trace>
  <inkml:trace contextRef="#ctx0" brushRef="#br0" timeOffset="750.97">5895 3587 142 0,'0'0'196'0,"0"0"-22"0,5-6-16 15,-5 6-15-15,0 0-6 0,0 0 2 0,4 17-1 16,-4-9-12-16,-3 7-12 0,-2 2-6 0,1 2-5 16,-2 6-12-16,0 3 2 0,-5-3-9 0,3 3-5 15,-2-3-8-15,4-6-2 0,-2-1-7 0,1-1-3 16,0-2-6-16,0-2-1 0,1-4-5 15,4 1-5-15,-3-4-1 0,2 0-2 0,3-6 3 0,-1 9 11 16,1-9 14-16,-4 7 4 0,4-7-5 0,0 0-5 16,0 0-8-16,0 0-8 0,0 0-3 0,-6-33-2 15,6 16-7-15,2-10-4 0,2-1-1 16,4-1-4-16,-3-2-3 0,3 0-4 0,2-5-6 0,3-7-3 16,-3 8-5-16,4-8 2 0,-4 10-2 15,2 2 3-15,-2 0-3 0,1 2-5 0,-2 3-4 0,-1 9 8 16,0 0-4-16,-2 6 2 0,-1 3-3 0,-1 0-6 15,-1 4 1-15,-3 4 1 0,11-3-1 0,-11 3 2 16,14 10 3-16,-1 2-3 0,0 2 0 0,3 8 3 16,1 4 1-16,-5 0-2 0,0 3 5 0,-3-3-2 15,1 1 1-15,-2 0 2 0,0-1-3 0,1 0 3 16,-4-6 4-16,1 4-7 0,3-1 4 0,-4-5 0 16,2 1 0-16,0 5 0 0,0-6 1 15,-2 0-5-15,0-1-25 0,-1-1-28 0,-2-5-41 0,1-2-43 16,1 2-49-16,-2-3-39 0,0 1-194 0,-2-9-454 15,0 0 202-15</inkml:trace>
  <inkml:trace contextRef="#ctx0" brushRef="#br0" timeOffset="918.6">5831 3702 162 0,'-8'-4'206'0,"8"4"-23"0,-2-3-17 15,2 3-17-15,0 0-16 0,0 0-12 0,23-3-11 16,-8 0-10-16,6 1-32 0,8-1-36 0,-2 1-47 16,5-1-48-16,0-2-54 0,1 5-90 0,-1-5-222 0,-3 2 98 15</inkml:trace>
  <inkml:trace contextRef="#ctx0" brushRef="#br0" timeOffset="1650.76">7141 3430 92 0,'0'0'188'15,"0"0"-21"-15,0 0-17 0,0 0-11 0,-1-9-19 16,1 9-10-16,0 0-4 0,0 0-7 16,0 0-9-16,0 0-8 0,0 0-7 0,-2 28 4 15,2-28-17-15,0 15-6 0,-1-9-5 0,1-6-3 16,0 9-10-16,0-9 0 0,0 0 0 0,0 12-1 15,0-12 4-15,0 0 7 0,-1 7 8 0,1-7 6 0,0 0 5 16,0 0 8-16,0 0-3 0,0 0-5 0,0 0-13 16,0 0 0-16,0 0-5 0,0 0-5 0,0 0-4 15,-3-28-2-15,5 18-4 0,-2 10-2 0,0-18-2 16,1 8-9-16,0-2 1 0,0 1-1 16,-1 0-1-16,2 2-3 0,0 0 2 0,-2 3-2 15,0 6 6-15,3-11 0 0,-3 11-3 0,0-10-3 0,0 10-3 16,0 0-5-16,0 0 0 0,0-9-7 0,0 9 1 15,0 0 1-15,0 0-2 0,0 0 2 16,5 22-3-16,-2-4 4 0,-1 1 0 0,-1 8 5 16,1 0-3-16,1-1 6 0,-5 5 0 0,2-3 2 15,-1 1 4-15,-1 0 7 0,0-2-5 0,1-1-3 16,-2-1 0-16,3-1-2 0,-1 1 7 0,-1-6-8 16,1-1 1-16,1-3 0 0,0 2-5 0,0-4 3 15,3-2 0-15,-3 2-4 0,1-1 1 0,0-4-4 16,1 2-18-16,-2-3-28 0,0 0-26 0,0-7-28 15,0 0-31-15,1 14-28 0,-1-14-25 0,0 0-25 16,4 7-19-16,-4-7-152 0,0 0-404 0,0 0 180 16</inkml:trace>
  <inkml:trace contextRef="#ctx0" brushRef="#br0" timeOffset="1948.08">7322 3592 89 0,'0'0'175'15,"0"0"-8"-15,0 0-8 0,4 21-11 0,-5-10-1 16,1-2-11-16,-1 1-12 0,3 0-7 0,0 0-13 16,-1 2-12-16,1-3 1 0,2 0-1 0,0 0-1 15,4-1 1-15,-1 0-7 0,4-3 8 0,1-1-13 16,1-1-2-16,0-3-6 0,7-2-5 0,-2-2-6 16,3 0-4-16,-3-1-2 0,3-4-4 0,-4 1-6 15,9-5-2-15,-12 3-6 0,0 0 8 0,-4-2-3 16,-2 1 3-16,-2-1-6 0,-4 1-1 0,0-1 0 15,-1-4-7-15,-5 2-6 0,-3 0 1 0,-2-1-7 16,2 5-1-16,-3-3 1 0,-1 5-8 16,-5 2-3-16,3 1-7 0,1 3-15 0,1 0-23 0,-1 2-18 15,-1 3-19-15,1 2-27 0,3-1-35 0,-1 1-36 16,5 0-42-16,-1 1-162 0,1 0-406 0,5-6 179 16</inkml:trace>
  <inkml:trace contextRef="#ctx0" brushRef="#br0" timeOffset="2302.63">7801 3423 137 0,'0'0'178'0,"5"-6"-14"16,-5 6-7-16,0 0-9 0,11 0-4 0,-11 0-3 16,12 16-10-16,-6-7-5 0,4 8-11 0,-1 7-5 15,0 0-9-15,2 0-7 0,0 4-13 0,-5-10-2 16,3 1-5-16,-3-1-6 0,2 1 0 15,5 3-1-15,-3-8-4 0,-1-1-3 0,0 1-1 0,0-5-2 16,0 1 1-16,-3-1-3 0,1 0-2 0,2-3 0 16,-4-3-1-16,0 1 3 0,0 0 10 0,-5-4-3 15,10 1 2-15,-10-1-3 0,14-4-1 16,-9-2-3-16,4 2-3 0,-1-5-1 0,-2-2 3 16,2-4-3-16,0-2-1 0,-1 0-7 0,-2-1 6 15,2-9-14-15,1 0-2 0,-3 2-7 0,1-3 0 0,-1 0-2 16,-1 0-7-16,1 0 0 0,-1 3 2 15,1 0-7-15,-2 5 6 0,-2 4-9 0,4 4-2 16,-2 0-3-16,-1 2-10 0,-1 4-33 0,1 0-39 0,-2 6-41 16,2-7-33-16,-2 7-34 0,0 0-60 15,11 0-247-15,-11 0-531 0,0 0 235 0</inkml:trace>
  <inkml:trace contextRef="#ctx0" brushRef="#br0" timeOffset="3398.64">8905 3788 43 0,'0'0'218'0,"0"0"-19"0,-5-17-15 0,5 17-3 16,5-18-15-16,-3 8-14 0,6-3-9 15,-1-3-16-15,2-2-9 0,2 1-10 0,0 1-2 16,2-10-5-16,0 3-6 0,-2 0-3 0,0 2-6 16,1-2-10-16,0 0-5 0,-4 5-8 0,-3-1-3 15,1 2-5-15,-2 0-4 0,-3 2-7 0,-1 4-3 16,0 0-8-16,-1 1 30 0,-2 3-10 0,1 2-4 15,2 5-9-15,-5-9-4 0,5 9-3 0,-9-1-5 16,9 1-5-16,-15 5-5 0,5 2 0 0,1 0-1 16,0 3-1-16,3-2-3 0,0 1-1 0,2 1-4 15,1-1-6-15,3 1 4 0,0-1-1 0,4 1-1 16,1-1-2-16,7-1 3 0,-3-2 0 0,3 2-4 16,0-3-6-16,5 1 6 0,2 1 2 0,1 0-3 0,-2 0 0 15,0 1-3-15,1-1 1 0,-6 3-1 16,2-2-3-16,-1 5 6 0,-7-4-4 0,3 3 0 15,-3-3 1-15,-1 2 1 0,-1 2 1 0,1 2 0 16,1-1-4-16,-4-2 0 0,1-2 6 0,0 0 0 16,-1 1-5-16,2-3 1 0,0 3-2 0,0-4-1 15,4 0-1-15,0-2 0 0,1 0 3 0,0-2-6 16,2-3-3-16,2 0 0 0,4-2 1 0,-2-2 3 16,1 0-5-16,0-3 3 0,-1-1-1 0,1 1 0 15,-3-2 5-15,1 0-2 0,-3-3 1 0,2 0 2 16,-1-1 0-16,-3 0-1 0,0-2 1 0,-1 1-3 15,-3-1 3-15,0 3 1 0,-1 0-3 0,-2 0 3 16,-3 0 0-16,-2 1-3 0,1 1 9 0,-3 1-7 16,0 2-1-16,1 1 0 0,3 6 1 0,-6-10-1 15,2 7-4-15,4 3 4 0,0 0-5 0,0 0 4 16,-19 10 2-16,13 0 0 0,0 2 1 0,-1 4 0 16,0 3-1-16,1-1 2 0,1 1 2 0,2-1 0 15,1-2-4-15,4 1 2 0,-2-5 2 0,4 2-1 16,0-4 3-16,2-1 0 0,3 0 2 0,2-2 1 15,3 0 0-15,2-3-4 0,3-2 4 0,1-2-3 16,1-2 3-16,0-1 0 0,1 1 2 0,4-7-3 16,0 1 0-16,-6-1 2 0,-2 0-1 0,3-1-1 15,-6 1 1-15,2-2 0 0,-3-1 0 0,0 0-3 16,-3 0 3-16,-2-1-3 0,-1 2 1 0,-2 1 0 16,-2-3-1-16,-1 3 0 0,-1 0-2 0,1 2 0 15,-2 3 1-15,-1 5-2 0,0-11 0 0,0 11-2 16,0-8 1-16,0 8-1 0,0 0 1 0,0 0 1 15,0 0 0-15,0 0-1 0,-17 19 3 0,12-8-3 16,-2 5 0-16,3-2-1 0,-1 3 3 0,1 0-4 16,3 2 5-16,-1-2-2 0,2 2 2 0,3 1 0 15,-3-1 1-15,0-2 1 0,1 2-2 0,-1 0 2 16,3 0 1-16,-2-2 0 0,0 2 1 0,-1 0 0 16,3 1 0-16,-4-1 2 0,2-1 3 0,-1-1-4 15,0-2 0-15,-1 2-2 0,-3-1 2 0,1-1 3 16,2-4-11-16,-3 1-17 0,1-2-22 15,0-2-22-15,-1 1-30 0,4-9-37 0,-8 13-29 0,7-8-36 16,-2-1-135-16,3-4-357 0,0 0 158 0</inkml:trace>
  <inkml:trace contextRef="#ctx0" brushRef="#br0" timeOffset="3767.29">9968 3666 98 0,'0'0'186'0,"0"0"-6"16,0 0-11-16,0 0-8 0,5 27-13 0,-4-16-12 15,-1 0-13-15,0 1-9 0,3 0-8 0,-3 0-9 0,4 3-4 16,-2-3-9-16,1-1-8 0,1-2-3 0,1-1-7 16,0 0 5-16,-5-8 2 0,13 6-6 15,-3-5-5-15,4-1-1 0,-14 0-6 0,31-7-6 0,-15-2-2 16,3 0-7-16,-1-2-4 0,-2 2 0 15,0-3-5-15,-3-1-1 0,-1 0-2 0,0 0 0 16,-3-3-1-16,0-1 1 0,-1 2-2 0,-7 3 1 16,3 0 4-16,-1 1 2 0,-1 2 7 0,1 3-1 15,-1 0-3-15,-2 6-2 0,2-8-7 0,-2 8-9 16,0 0 2-16,0 0-6 0,0 0 3 0,0 0-3 16,0 24 1-16,0-8-2 0,-2 1-1 0,4 2-1 15,-2 1 0-15,0-1-2 0,1 6 1 0,1-7-1 16,1-1-12-16,1 0-28 0,-1-3-28 0,3 1-29 15,-1-3-41-15,0-2-40 0,1 1-37 0,4-4-204 16,-4 0-445-16,3-3 197 0</inkml:trace>
  <inkml:trace contextRef="#ctx0" brushRef="#br0" timeOffset="3973.37">10519 3377 156 0,'0'-7'239'0,"0"7"-26"16,2-7-22-16,-2 7-16 0,0 0-7 0,0 0 1 16,4 33 1-16,-3-6-7 0,1 2-17 0,-2 4-8 15,2-1-14-15,-2 0-12 0,0 1-12 0,2-1-5 16,-1 0-15-16,1-1-17 0,0-3-36 0,2 0-39 16,-2-2-41-16,-1-7-49 0,4-2-49 0,-2 2-42 15,1-3-144-15,-2-3-364 0,2-3 162 0</inkml:trace>
  <inkml:trace contextRef="#ctx0" brushRef="#br0" timeOffset="4331.34">10827 3559 197 0,'-8'-7'236'0,"2"3"-19"0,-1 2-13 15,7 2-6-15,-21 7-19 0,5 4-8 0,4 2-14 16,-5 6-13-16,2 2-13 0,-1 4-10 0,5-1-16 15,4-6-6-15,1-1-12 0,2-2-8 0,1 3-5 16,3-2-7-16,2 0-9 0,2-4 0 0,1-2-7 16,1 0-3-16,3-2-5 0,-1-3-6 15,5-1-2-15,-1-2-10 0,1-2-5 0,2-2-9 16,2-2-3-16,-3 0-2 0,-2-3 3 0,3-1-2 16,-1-3-3-16,-5 1-1 0,2-2 2 0,-6 2 1 0,3-6-2 15,-4 1 1-15,0-1-5 0,1-1 2 0,-4 7-2 16,1 0 2-16,0 2 6 0,2 1 2 0,-4 7-5 15,2-11-2-15,-2 11-3 0,0 0 2 16,0 0 0-16,0 0 3 0,0 0 1 0,0 0 0 16,2 30 0-16,-2-19-1 0,0 5 2 0,1 1-2 0,-1 2 2 15,4-4-1-15,-3 4-2 0,0 0-31 0,3-6-35 16,-1 4-42-16,-1-4-49 0,2-3-46 0,3 0-211 16,-5-2-443-16,3-1 197 0</inkml:trace>
  <inkml:trace contextRef="#ctx0" brushRef="#br0" timeOffset="4562.54">11150 3369 269 0,'1'-8'265'0,"2"0"-22"0,-3 8-22 0,0-9-26 15,0 9-20-15,0 0-15 0,0 0-6 0,0 0-5 16,6 35-14-16,-4-10-9 0,3 5-5 0,-4 2-11 15,-1 0-11-15,0 4-7 0,1-3-8 0,-4 1-8 16,3-1-14-16,0-2 2 0,1-1-8 0,-1-1-13 16,1-2-22-16,-1-8-34 0,1 0-39 0,0-2-50 15,1-6-64-15,-1 2-67 0,-1-3-160 0,0-10-425 16,0 10 188-16</inkml:trace>
  <inkml:trace contextRef="#ctx0" brushRef="#br0" timeOffset="4719.01">11080 3514 161 0,'0'0'217'0,"0"0"-30"0,1-12-26 0,-1 12-18 16,6-1-19-16,-6 1-34 0,0 0-41 0,22 9-41 16,-10-4-44-16,2 5-49 0,0 2-86 0,-4 1-183 15,4 3 81-15</inkml:trace>
  <inkml:trace contextRef="#ctx0" brushRef="#br0" timeOffset="4986.89">11260 3807 123 0,'0'0'240'0,"11"-2"-5"0,-11 2-11 0,17-7 1 16,-7 1-17-16,1 1-13 0,4-3-15 0,0-1-15 16,0-2-15-16,0-2-15 0,0 2-14 0,0-3-13 15,4-3-11-15,-6 2-9 0,1 3-9 16,-1-4-3-16,-1 1-12 0,-1-1-9 0,-5 0-8 0,2 2-6 15,-3-2-3-15,0 5-4 0,-3 2-5 0,-2 1-4 16,0 1-5-16,0 7-2 0,-2-10-3 16,2 10-4-16,-10-5-5 0,10 5 2 0,0 0-2 15,-24 14-1-15,14-6-1 0,2 6 4 0,-5-1-6 16,3 2 5-16,2 0-5 0,1-1 2 0,0 2-2 16,3 0 3-16,2 0-10 0,2-4-27 0,2 2-33 0,2-2-50 15,3-2-48-15,0-1-51 0,2-1-205 0,3-5-453 16,-1 3 201-16</inkml:trace>
  <inkml:trace contextRef="#ctx0" brushRef="#br0" timeOffset="5383.84">11774 3585 65 0,'0'0'252'0,"-3"-8"-11"0,-3 4-13 0,6 4-11 15,-13 1-13-15,2 3-9 0,-2 1-14 0,0 1-5 16,3 3-13-16,-6 1-14 0,1 2-16 15,2 4-7-15,1-1-7 0,1 0-13 0,2-2-15 16,1 1-5-16,1-3-9 0,4 0-8 0,3 1-10 16,0-1-4-16,0-11-1 0,3 21-3 0,2-14-6 15,-5-7-7-15,10 9 0 0,1-6-8 0,-5-2-13 0,-6-1-11 16,25-4-8-16,-14 0-3 0,3-1-5 16,1-2 0-16,-1-6-1 0,0 1-1 0,-1-1 2 15,-4-2-3-15,0 1 7 0,0-3-4 0,-2-1-1 16,-3-1 7-16,3-6-4 0,-3-4 2 0,0 2 0 15,-3-1 4-15,0-3 0 0,2-1-1 0,0 4 22 16,-3 0 3-16,-3 0 3 0,3 1 11 0,3 8 19 16,-3 3 21-16,-5 6 14 0,5 0 3 0,0 4-8 15,0 6-7-15,2-11-11 0,-2 11-10 0,0 0-6 16,0 0-4-16,0 0 0 0,-2 30-11 0,0-2-3 16,2 4 4-16,-1 0-5 0,-1 16 0 0,-2-12 2 15,-1-1-6-15,1 11-6 0,0-14-19 0,3 0-33 16,-1 0-45-16,4 1-48 0,-1-2-48 0,3 1-63 15,-4-7-76-15,2 2-241 0,-2-10-596 0,-2 2 264 16</inkml:trace>
  <inkml:trace contextRef="#ctx0" brushRef="#br0" timeOffset="5962.19">12980 3542 46 0,'-7'-9'210'0,"-1"0"-11"0,-1 2-4 16,-5 1-7-16,3 1-16 0,-7 1-11 0,1 4-10 15,-2 3-6-15,2 3-12 0,-2 2-10 0,1 4-9 16,0 0-9-16,2 1-10 0,3 2-7 0,-1-1-9 16,3 1 0-16,2-1-16 0,3-1-8 0,1-2-6 15,5 1 1-15,-2-1-8 0,4 0-2 0,0-1-5 16,3-3 8-16,-1 1-12 0,5-1-2 0,0-2-2 15,3-4-4-15,1 0 1 0,1-1 0 0,3-5-3 16,2 1-5-16,-2-5 5 0,1 1-5 0,0-4-4 0,0 0-2 16,-1-7 5-16,-7 2-3 0,1-5-6 15,1 0 4-15,-3-2-3 0,-3 0-1 0,-3-2 28 16,-1-2-3-16,0 1 0 0,-2-2-8 0,-2 3-2 16,2-3 2-16,-5 0-5 0,3 5 3 0,0 5 2 15,0 2 6-15,-1 5 6 0,2 1 6 0,-2 1-5 16,3 0 3-16,0 10-12 0,-2-9-3 0,2 9-6 15,0 0 1-15,0 0-10 0,0 0 3 0,0 26-1 16,0 2 2-16,0 2 3 0,2 5-3 0,-2 1-3 16,0 12-7-16,3-3 8 0,1-11 2 0,-4-2-4 15,2-1 7-15,2 0-8 0,-1-2-8 0,3 2-38 16,-1-6-37-16,-2 4-38 0,1-9-47 0,2-4-57 16,-1 2-53-16,-1-2-186 0,0-5-494 0,2-3 219 15</inkml:trace>
  <inkml:trace contextRef="#ctx0" brushRef="#br0" timeOffset="6182.02">13430 3432 121 0,'0'0'241'0,"-5"-11"-12"0,5 11-15 0,-11 2-4 0,11-2-6 15,-25 15 4-15,5 3-5 0,-1-3-11 0,2 5-5 16,0 0-20-16,0 2-4 0,1-2-10 15,9-2-17-15,-5-1-14 0,7 1-12 0,1-3-9 0,3 2-10 16,3 0-10-16,0-2-7 0,5 0-37 0,4 1-40 16,4-3-37-16,1-2-53 0,4 1-55 0,8-3-64 15,3-2-59-15,-2-1-143 0,5-2-447 0,-3-4 199 16</inkml:trace>
  <inkml:trace contextRef="#ctx0" brushRef="#br0" timeOffset="6559.77">14189 3401 1681 0,'6'-28'15'0,"-1"4"60"0,-3 5 37 16,2 2 0-16,-4 0-15 0,0 5-10 0,0 0-6 15,1 2-2-15,-1 3 3 0,0 7 0 0,0-12-11 16,0 12-7-16,-3-9-14 0,3 9-3 16,0 0-6-16,0 0 6 0,-4 37 8 0,0-6 6 15,-3 16 6-15,-2 1-15 0,0 2 9 0,0 1-6 16,1 0-2-16,-2-5-9 0,1 2 1 0,3-16-4 0,1 14-6 15,0-15-1-15,3 0-3 0,0 0 0 16,-1-2-6-16,1 1-21 0,-2-5-21 0,4-6-30 16,-3 0-30-16,2-2-31 0,1-2-40 0,-1-3-41 15,2-5-38-15,-1 1-33 0,0-8-148 0,0 0-441 16,0 0 195-16</inkml:trace>
  <inkml:trace contextRef="#ctx0" brushRef="#br0" timeOffset="6773.08">14170 3471 78 0,'15'-12'185'0,"-4"9"-6"0,4-4-7 15,-1 4-12-15,-1 3-10 0,-1 1-2 0,-1 5 1 16,2 0-13-16,0 6-10 0,-4-2-16 0,-2 1-3 16,1 6-8-16,-2-1-9 0,-4 2-8 0,0 1-10 15,-4-2-2-15,0 2-4 0,-5 0-7 0,-3-3-9 16,0 1 1-16,1-1-11 0,0-2-14 0,-4-1-24 15,2 0-32-15,-3-3-40 0,5-2-55 0,0 0-49 16,-3-5-161-16,2 1-363 0,10-4 161 0</inkml:trace>
  <inkml:trace contextRef="#ctx0" brushRef="#br0" timeOffset="7038.57">14344 3647 25 0,'9'10'180'0,"-5"-4"-4"0,3 3-4 0,2-1-1 16,-4-1-3-16,4 2-7 0,-1-3-3 0,4-1-4 16,-1 2-3-16,3-4-3 0,-1 0-8 0,7 0-6 15,-2-5-9-15,5-1-9 0,4 0-14 0,-7-3-1 16,-2-1-7-16,0 1 0 0,-3-3 2 0,-3 2 6 16,-3 0-1-16,1-1-8 0,-5-4-9 0,1 3-1 15,-3-1-3-15,-3-1-14 0,-1-2-5 0,-2 1-2 16,-2 1-9-16,-4-3-13 0,3 5-11 15,-3 0-19-15,0 1-8 0,-3 0-30 0,2 3-34 0,-2 1-31 16,1 3-34-16,2 1-28 0,9 0-47 0,-18 4-29 16,12 0-199-16,-1 0-469 0,2 1 209 0</inkml:trace>
  <inkml:trace contextRef="#ctx0" brushRef="#br0" timeOffset="7515.96">14815 3543 90 0,'0'0'227'0,"9"-2"-15"0,-9 2-18 0,0 0-11 16,0 0-22-16,12 2-12 0,-12-2-5 0,2 10-3 16,-2-3-5-16,0 3-9 0,-2 1-10 0,0 4-9 15,0 0-9-15,0 2-9 0,2-4-7 16,-2-1-7-16,4 4-8 0,0-5-8 0,-1 0-2 16,0-1-10-16,-1-2-1 0,4 0-2 0,0-2-4 0,0-1 1 15,2 0-4-15,-1-3-1 0,7 1-3 16,-1-3-1-16,2-1-5 0,-1-3-1 0,2 1-2 0,2-6-3 15,-4 4-5-15,-1-1 0 0,2-5-2 0,0 0 2 16,-4 2-4-16,-2-1-1 0,6-2-1 16,-6 2-7-16,-1 0 7 0,-1 1-4 0,2 0 2 15,-5 1-4-15,0 3-1 0,-2 5-1 0,7-10-4 16,-7 10-3-16,4-4-1 0,-4 4-4 0,0 0 2 16,0 0 4-16,5 16-3 0,-5-10 1 0,0 7 3 15,0-2 0-15,-2 2 1 0,4 2-1 0,-2 1 0 16,2-6 2-16,0 0 0 0,0 2-3 0,1-3 7 15,1-2 0-15,3 2 9 0,0-3 8 0,2-2 9 16,1-2 2-16,4-2 5 0,-14 0-4 0,28-6 18 16,-10 0-9-16,-1 0-1 0,-3-4 7 0,2 1 4 0,-3-1-8 15,1-1 11-15,-1 0 4 0,-2-5-3 0,-4 1-5 16,0 0-9-16,1-2 5 0,-3-1-15 16,0 0 2-16,-2-8-6 0,-1 7-3 0,-2-5-9 15,0 5-15-15,-1 2-13 0,-1 1-22 0,0 3-26 16,1 3-26-16,-4 1-32 0,0 0-44 0,1 4-28 15,4 5-37-15,-10 0-20 0,10 0-3 0,-18 16-183 16,9-3-469-16,-3 1 209 0</inkml:trace>
  <inkml:trace contextRef="#ctx0" brushRef="#br0" timeOffset="8047.96">15348 3641 191 0,'14'-2'191'0,"3"-1"-15"0,1-3-10 0,-3 1-9 16,2-3-1-16,-6 4-7 0,6-3-1 0,-6 1-5 15,4-3-11-15,-4 0-10 0,-1 1-6 0,0-1-7 16,-1 1-4-16,-2-1-5 0,-1-1-6 0,0 0-6 16,-2-1-9-16,-4 3-7 0,0-3 4 0,0 11-8 15,0-13-5-15,0 13-5 0,-3-11-2 0,0 6-8 16,3 5-6-16,-8-5-5 0,8 5-4 0,0 0-3 16,-20 9-3-16,8-3 1 0,3 2-4 0,-2 3-4 15,-2 3-2-15,1 1-1 0,1-1-2 0,3 2-1 16,1-1-3-16,1 0 4 0,3-2 0 0,0-2 1 15,3 2-3-15,1-3 1 0,1 0 0 0,3 1 3 16,1-3 4-16,3 1 0 0,6-1-2 0,0 0 5 16,2-1-1-16,4-4 2 0,-1 1-3 0,3-4-2 15,4 0-3-15,-8 0-1 0,2 0-5 0,-1-3 6 16,-1-3-3-16,0 1 3 0,-1 1-4 0,-2-5 2 16,0 2 0-16,-5-1-7 0,-1 1-3 15,-1-3 2-15,1-3-4 0,-4 3-4 0,-3 0-1 0,0-2 1 16,-1 1-3-16,-2-2 1 0,-1 2-1 0,1-5-5 15,-1 5-8-15,1-1 13 0,-2 5 0 0,2 7-2 16,-2-12 2-16,2 5-5 0,0 7 3 16,-2-7-2-16,2 7 2 0,3-8-6 0,-3 8 6 15,5-5 1-15,-5 5 1 0,13-2 0 0,-3 2-7 0,0 2 11 16,2 1-5-16,-1-1-4 0,-1 2 1 16,1 1 4-16,-2 1-3 0,-2 1-2 0,0-1 5 15,-1 3-1-15,-1 1-1 0,-1-1 2 0,0 1 4 0,-1 1 4 16,-1-2-4-16,-2 3 8 0,1-2-3 0,-1-1-7 15,-1 0 10-15,0 1-3 0,-2-1-1 16,2 1 1-16,1-2-15 0,0 1-31 0,0-9-37 16,-3 11-43-16,3-11-54 0,-1 13-61 0,1-8-232 15,0-5-505-15,0 0 225 0</inkml:trace>
  <inkml:trace contextRef="#ctx0" brushRef="#br0" timeOffset="8531.52">16442 3811 57 0,'32'-16'229'0,"-4"-1"-11"0,4 1-3 0,-1-1-11 16,1-3-12-16,-3 0-10 0,-1-1-7 0,-1 0-16 15,-4-3-1-15,1 0-16 0,1 0-12 0,-5-1-7 16,-3 4-10-16,-3-5-6 0,-2 2-6 0,1 2-10 16,-5 4 2-16,-4 0-6 0,-2 2-11 0,1 4 3 15,-3 0-6-15,1 4-3 0,-1 3-8 0,0 5-9 16,0-11-6-16,0 11-8 0,0 0-4 0,0 0-3 15,-15 4-4-15,-1 4-3 0,2 5-2 0,-3 6-1 16,2-4-8-16,3 2-6 0,4 0-6 0,0 2 2 16,2-3-18-16,1 0-5 0,5 1-1 0,0-5 1 15,1 5 4-15,3-6 0 0,2 4-1 0,-1-3 2 16,2-2 5-16,-1 2-4 0,4-1-2 0,-2 1 5 16,-1-5-1-16,-2 3 4 0,1-4 2 0,0 3-4 15,-2-5 1-15,1 2 1 0,-3 1 0 0,-2-7-2 16,1 9 2-16,-1-9-7 0,-3 11-5 0,3-11-11 15,-6 8-26-15,6-8-26 0,-13 10-25 0,8-6-25 16,5-4-23-16,-10 2-29 0,10-2-18 0,0 0-171 16,-14 2-405-16,14-2 179 0</inkml:trace>
  <inkml:trace contextRef="#ctx0" brushRef="#br0" timeOffset="9155.5">17067 3487 123 0,'4'-4'199'0,"-4"4"-21"0,5-5-21 16,-5 5-18-16,0 0-7 0,0 0 7 0,7 14-5 16,-8-2-10-16,1 3 0 0,0 2-14 0,-1-1-5 15,0-1-9-15,1 1-4 0,1-1-3 16,3 1-4-16,-2-3-8 0,2-2-4 0,0-2-3 0,1 1-10 16,4-1 0-16,-1 0-2 0,3-2-5 0,2-4 0 15,0 1-7-15,6-2-3 0,-1-2 0 0,1-3-4 16,-1 0-1-16,1-2-5 0,-1 0-4 0,-1-1-3 15,-5 0-1-15,1-4-3 0,1-1-2 0,-4 2 0 16,-2 0-4-16,-1-2 4 0,0-4-6 0,0 1-1 16,-4 2 28-16,-3-4-5 0,4 5-4 0,-1 0-3 15,-2 0-5-15,-1 3 0 0,1 2 0 0,-1 6-3 16,2-11-9-16,-2 11-4 0,0-9-7 0,0 9-4 16,0 0 1-16,0 0 4 0,0 0 1 15,0 0-1-15,0 0-1 0,0 30 0 0,-2-18 4 16,2-1 3-16,0 0 1 0,3 0-1 0,-2 0 2 0,1 1-1 15,1-3-1-15,2 2 1 0,0-3 3 0,2 1 2 16,2-3 0-16,2 2 0 0,0-4-3 16,3-2-5-16,0 0-3 0,4-2-6 0,-3 0-3 0,2-2 1 15,0-4-3-15,0 0 2 0,-5 1 1 16,-1-2 4-16,3-4-2 0,-4 3 3 0,-2-1-3 16,1 0 4-16,-1-5 8 0,-1-2 5 0,0 1 1 0,-1-3 0 15,-2-1 2-15,2-4 0 0,-3 4-2 0,1-7 12 16,0 6 5-16,-3 2 9 0,1-8-9 15,-2 9 5-15,3 6-1 0,-3-2 15 0,0 4 1 16,1 3 3-16,-1 6-8 0,3-12-8 0,-3 12-11 16,0 0-3-16,0 0-2 0,0 0-4 0,0 0 2 15,0 0 3-15,-4 45-4 0,1-19 4 0,2 3 2 0,-1-2-2 16,-2 2 0-16,0-1-4 0,0 1 1 0,1-1 2 16,1 3 5-16,-2-1-14 0,-1-1 15 0,3-1-2 15,-4-3 1-15,3 0-5 0,0 0 7 16,2 2 0-16,-3-10-26 0,1 0-15 0,2 1-28 15,0-2-30-15,-4-4-32 0,2-1-38 0,-1 1-48 16,2-2-44-16,-2-3-60 0,-1 0-268 0,-4 2-605 16,9-9 267-16</inkml:trace>
  <inkml:trace contextRef="#ctx0" brushRef="#br0" timeOffset="9359.81">17648 3565 1869 0,'20'-22'61'0,"-1"2"-4"15,-4 7-28-15,-2 0-1 0,1 1 9 0,-3 5 2 16,6 2 0-16,-5 1 6 0,-2 1 2 0,2 3-6 16,0 0 9-16,-2 5 1 0,0 0 2 0,-2 2 3 15,-1 2-5-15,-2 0-3 0,0 2 3 0,-8 1-6 16,7 0-1-16,-8 4-5 0,-1-2 3 0,-4 3-9 16,-1 0-2-16,-4-4-17 0,-5 4-20 0,2-5-33 15,2-1-49-15,-2-1-54 0,-1-3-61 0,2 1-201 16,-3-2-438-16,6-3 195 0</inkml:trace>
  <inkml:trace contextRef="#ctx0" brushRef="#br0" timeOffset="9607.84">17894 3317 150 0,'1'-7'277'16,"0"3"-17"-16,-1 4-18 0,4-8-18 0,-4 8-22 15,0 0-17-15,0 0-10 0,0 0 4 0,0 0-6 16,5 29 2-16,-3-7-16 0,-4 9-4 0,2-1-22 16,-1 2-8-16,-1 2-5 0,-1 1-15 0,0-3-6 15,0 0-6-15,-3 2-2 0,1-4-19 0,-4 3-9 16,6-4-4-16,-3 0-22 0,0 0 8 0,2-3-41 16,0-6-32-16,2-1-43 0,-1-1-40 15,-2-1-47-15,3-5-52 0,-1-2-47 0,0 1-205 0,0-3-499 16,3-8 221-16</inkml:trace>
  <inkml:trace contextRef="#ctx0" brushRef="#br0" timeOffset="9827.69">18019 3462 27 0,'10'-3'215'0,"-1"3"-1"0,-1 0-17 16,1 4-4-16,0 2-12 0,-2 3-9 0,-1 1-12 15,0 4-6-15,-2 1-6 0,-2 2-14 0,1-1-12 16,-4 1-8-16,-2 0-13 0,-1-1-5 16,-1-1-7-16,-4 0-10 0,-1 1-10 0,-2-1-7 15,1 1-14-15,-2-6-34 0,0 2-34 0,-2-1-44 16,-2-1-51-16,5-5-53 0,1 0-54 0,0-2-112 16,0-2-361-16,11-1 160 0</inkml:trace>
  <inkml:trace contextRef="#ctx0" brushRef="#br0" timeOffset="10036.66">18226 3313 205 0,'5'-10'264'0,"-2"5"-8"0,1-1-24 16,-4 6-22-16,5-5-22 0,-5 5-9 16,0 0-4-16,0 0 8 0,10 19-1 0,-9 0 2 15,0 0-16-15,3 7-7 0,-1 0-14 0,-2 1-17 16,0-1-10-16,1 0-10 0,-1 0-17 0,-1-7-6 15,0 7-16-15,0-8-26 0,0-1-43 0,1 0-52 16,-2-1-57-16,-2 0-45 0,5 0-71 0,-2-5-61 16,-2-2-146-16,2-9-465 0,0 14 206 0</inkml:trace>
  <inkml:trace contextRef="#ctx0" brushRef="#br0" timeOffset="10525.96">18341 3564 2565 0,'5'-7'158'0,"-1"3"-79"0,-4 4-43 0,6-7-28 15,-6 7-6-15,4-3 5 0,-4 3 11 0,0 0 19 16,0 0-6-16,12 7 3 0,-12-7 1 0,6 10 0 16,-2-5 3-16,2 3-3 0,2 0 3 0,2-2 4 15,1 0-6-15,0-1-13 0,4 4 11 0,2-6 0 16,1 2-3-16,0-3-4 0,-5 0-2 16,-2-2-1-16,-1 1 1 0,2-2-5 0,-2-3-1 0,0 0 1 15,-1 1-5-15,-2 0 5 0,0-4 4 0,1 1 6 16,1 1-9-16,-4-3 2 0,-1 3 7 0,-4 5 6 15,5-9 6-15,0 4 9 0,-5 5-10 0,4-7-1 16,-4 7-11-16,0 0-7 0,5-1-4 0,-5 1-1 16,0 0-15-16,4 14 17 0,-3-2 0 0,0 3 1 15,-4 11 3-15,1 1 1 0,-2 4-9 0,-2-1 16 16,-3 19 5-16,0 1 3 0,-1 0-3 16,5 2 2-16,-11-3-6 0,9 1-5 0,-2-2-2 0,4-3 4 15,-3-11-2-15,4 2 1 0,-1-3-5 0,-1 1-8 16,-2-5 6-16,3 0-3 0,2-3 1 0,-2-1 2 15,-1-1-7-15,5-6-1 0,-2-2 5 0,-2 1-2 16,2-7 6-16,-2-1-7 0,5-9 2 16,-9 12-1-16,0-9-1 0,-2-1 1 0,1-2-12 15,10 0 1-15,-32-4-6 0,13-3-18 0,1-5-3 0,-5-1-1 16,2-6-9-16,4 0-17 0,2-4 18 0,8-3-13 16,3-2 1-16,5-1 1 0,4-4 2 15,3-1 3-15,10-11-11 0,3 4 14 0,3-1 3 0,-3 12-8 16,11-7-3-16,3 1-10 0,-6 12-14 15,8-8-8-15,-10 7-16 0,1 6-23 0,0 3-31 16,-1-1-47-16,5 0-65 0,-4 3-273 0,0-1-572 16,-1 0 254-16</inkml:trace>
  <inkml:trace contextRef="#ctx0" brushRef="#br0" timeOffset="11105.96">19411 3310 115 0,'2'-7'203'0,"-2"7"-24"0,2-5-19 0,-2 5-3 0,0 0-4 16,7 16-9-16,-4 3-6 0,-4 11-5 15,-2 3-3-15,-2 12-4 0,1 3-9 0,-6-1-13 16,2 0-7-16,-2-2-4 0,2-10-11 0,2-5-5 16,2 2-5-16,-5-1-9 0,3-5-5 0,1-1-6 15,1-8-5-15,0-5-5 0,1-1-6 0,2-2 0 16,-2-1-4-16,2-2-1 0,1-6 11 0,-2 8 12 16,2-8 14-16,0 0 7 0,-2 7 6 0,2-7-6 15,0 0-10-15,0 0-4 0,0 0-8 0,0 0 2 16,7-28-11-16,-1 14-4 0,5-9 1 0,2-1-4 15,4-1-12-15,6-1-3 0,3-2-9 0,2 3-3 16,10-4-3-16,-10 8 0 0,2 3-3 0,-4 4-1 16,0 5-3-16,-7 6-1 0,0-2-1 0,-1 7 0 15,0 1-2-15,-1 2 1 0,-3 5-2 0,-3 0 7 16,2 4-4-16,-4 2 1 0,0 1 1 0,0-2-16 16,0 10-24-16,-5-8-35 0,2-1-44 0,-3 3-44 0,2-2-49 15,0 2-33-15,-3-5-201 0,-2-2-482 16,4-2 214-16</inkml:trace>
  <inkml:trace contextRef="#ctx0" brushRef="#br0" timeOffset="11694.28">20121 3649 10 0,'-7'-11'232'0,"-1"3"-16"15,-1 1-5-15,-4 1-15 0,0 3-4 0,-4 4-7 16,-1 1-10-16,-3 6-4 0,-8 6-9 0,5 3-20 15,2 2 2-15,0-1-27 0,4 4-5 0,7-5-12 16,-1 1-8-16,5 0-12 0,3-3-2 0,3 0-12 16,1-1-4-16,2-3-5 0,2 0-5 0,2 0-2 15,4-3-7-15,1 1 1 0,3-4-8 0,-3 0-5 16,2-3-7-16,1 1-2 0,2-6 0 0,1 0-2 16,-5-1-2-16,1-1-2 0,-3-1-1 0,0-2-2 15,0 0-1-15,-1-7-3 0,-1 5 4 0,-2-1-3 16,2-4-2-16,-3-1 0 0,-1-1-4 0,-2 1 1 15,2 1 8-15,-2 3-13 0,0 1 2 0,1 0-3 16,-2 5 3-16,-1 6-8 0,0-12 0 0,0 12-3 16,4-5-3-16,-4 5 5 0,0 0-3 0,0 0 3 15,0 0 3-15,0 25 1 0,-3-13 0 0,3 4 4 16,0 1 1-16,3-5 0 0,-3 4 0 0,1-4 1 16,4-1 6-16,-1 1-6 0,2-2 1 15,1-4 3-15,4 2 12 0,5-3-4 0,1-1 8 16,0-4-9-16,5 0 3 0,6-1 1 0,-1-4-4 0,1 0-7 15,-1-3 2-15,-8 4-2 0,0-3-1 0,-1-2-4 16,-3 1 9-16,0-1-10 0,-2-1-3 0,-4 1 2 16,-3-1 3-16,1-1-1 0,1-4-5 0,-3 1-2 15,-1-2 2-15,-2 5-2 0,0 1-3 0,-2 1 2 16,1 1 0-16,-1 8 0 0,-1-12 1 16,1 12-8-16,-3-9 3 0,3 9-6 0,0 0 2 0,0 0 4 15,0 0-1-15,-10 17 1 0,6-5 3 0,-1 5 0 16,-1 1 6-16,0 1-3 0,3 1 6 0,-1 5 2 15,-3 0 2-15,6-6 3 0,-4 5-2 0,4-4 0 16,0-4 4-16,1 3-2 0,0-1-1 0,0-2 0 16,-2 1 0-16,2-7-3 0,-2 3-9 15,0-3-31-15,1 3-40 0,0-4-41 0,1-9-63 0,-3 11-49 16,3-11-226-16,-2 12-491 0,2-12 218 0</inkml:trace>
  <inkml:trace contextRef="#ctx0" brushRef="#br0" timeOffset="12102.78">21098 3619 234 0,'0'0'213'0,"0"0"-18"0,0 0-10 0,-14-8-13 15,4 10-4-15,-5 6-12 0,-1 1-5 0,-6 7-7 16,-2 1-9-16,0 4-8 0,1-3-8 15,2 3-15-15,4-2-7 0,3 3-11 16,6-5-5-16,0 0-9 0,4-1-4 0,0 1-7 0,1-1-5 0,3-4-4 16,2 0-4-16,-1 0-4 0,3-4-2 0,1-1 4 15,2 2-14-15,-2-5-2 0,5 0-2 16,0 0-2-16,0-2-2 0,0-3-2 0,-1-2-1 16,-1 3-3-16,1-4 2 0,-1-2-6 0,-1-3 3 0,-1-1-2 15,2 0-2-15,-4-1 0 0,0-4-3 0,0-1 4 16,1 0 0-16,-1 1 3 0,-1 5-2 15,0-3 6-15,0 2 13 0,-1 4-3 0,0 2 0 16,-2 5-4-16,1-9-4 0,-1 9-9 0,0 0-1 16,0 0-2-16,0 0 9 0,0 0 9 0,0 0-7 15,0 0 0-15,6 29 0 0,-4-16 3 0,0 2-10 16,1 2 4-16,-1 0-2 0,1-2-4 0,3 1-6 16,-1-4-36-16,0 4-43 0,1-1-48 0,-3-3-60 15,4-2-61-15,3 4-259 0,4-2-539 0,-4-6 238 0</inkml:trace>
  <inkml:trace contextRef="#ctx0" brushRef="#br0" timeOffset="12891.34">22152 4020 174 0,'-8'-18'265'0,"3"1"-26"16,4-2-10-16,0 0-19 0,2-5-18 0,0 3-10 16,2-4-17-16,-1 0-14 0,4 0-13 0,-1-2-13 15,4 2-12-15,-4 6-12 0,2-5-11 16,0 5-4-16,-2 2-5 0,1 1-7 0,-1 2-4 16,-2 3-6-16,0 2-5 0,-2 2-3 0,-1 7-12 15,0-11 0-15,0 11-9 0,-4-5-4 0,4 5-6 0,-12 0 1 16,12 0-9-16,-29 10 2 0,10-1-2 15,1 0 10-15,-5 6-14 0,4-4 0 0,2-3-3 16,6 0-5-16,2 0 0 0,4-4-2 0,1 4 3 16,4-8-1-16,-3 11 1 0,3-11 5 0,10 13-5 15,7-10 5-15,2 3-11 0,11-3-3 0,3-3-1 0,1-4-8 16,2 1 0-16,4-2 1 0,-2 2 6 0,-5-1-3 16,-3 1-2-16,-7 1 2 0,-5 0-1 15,-6 2 0-15,1 1 5 0,-4 0-4 0,-2 2-3 16,0-1 0-16,-2 2 1 0,0 4 1 0,-1 3 4 15,-1 5 2-15,-3 0-2 0,0 4 2 0,-3-1 0 16,3 5 3-16,-1 1-2 0,1-7 2 0,1 0-2 16,2 0 0-16,1-1 2 0,2-1 4 0,3-1-3 0,-3-5 1 15,2 1-1-15,5 0 3 0,-3-3 7 16,7-2-7-16,1-3-8 0,10 0 0 0,0-2 3 0,1-5-10 16,4 0-7-16,-2-6 2 0,1 1-2 15,0-3-2-15,-3 1 2 0,-2-2 3 0,-1-1 4 16,-9 2-8-16,3-4-3 0,2-2 3 0,-10 2-5 0,4-7-1 15,-4 2 2-15,-4 3 5 0,1 0 2 16,-5 0 1-16,0 2 3 0,-3 0 1 0,-1-1 7 16,-1 7 0-16,-1-1 7 0,1 5 0 0,-4-3-3 15,0 4-2-15,5 5-2 0,-12-2-1 0,12 2-3 16,-24 10 4-16,10-1 0 0,-8 7 11 0,6 3-9 16,2-3 4-16,5 0-2 0,-5 6 2 0,6-4-3 15,2-2 0-15,2-1-8 0,2-1-13 0,4-2-12 16,0 1-18-16,5-2-14 0,2-3-18 0,9 1-20 15,-2-2-22-15,12-3-29 0,3 0-18 0,1-4-146 16,1-1-347-16,5 0 154 0</inkml:trace>
  <inkml:trace contextRef="#ctx0" brushRef="#br0" timeOffset="13244.21">23293 3867 25 0,'27'-14'39'0,"-8"4"14"0,-1-2 16 16,-1 1 16-16,-7-2 18 0,-1 1 2 16,-3 0 15-16,0 3 10 0,-5 1 11 0,0-1-13 15,-2 2 3-15,-3-2-2 0,4 9-10 0,-8-11-4 16,2 8-9-16,-3 0-9 0,-3 3 3 0,-1 3-8 15,-4 3 0-15,-1 0-7 0,0 2-2 0,0 4-11 16,4-1 0-16,-4 0-9 0,5 1-5 0,2-3-8 16,3 1-3-16,1-2-6 0,-1 2-4 0,3-2-3 15,2-3-3-15,3 2-4 0,0-7-7 0,3 14-2 16,2-9-4-16,0-3-6 0,3 0-5 0,-2 0 0 16,-6-2 0-16,17 4 0 0,-7-4-1 0,-4 0 1 15,1 3 1-15,-7-3-2 0,15 0-1 0,-15 0-5 16,9 0 2-16,-1 2-3 0,-2 1-3 0,-2 1 3 15,2 3 3-15,1 3 1 0,-1 1 1 0,0 4 3 16,-1 2 0-16,2 1 0 0,-3 6 4 0,-3 3 1 16,2 0 1-16,-1 1 3 0,0-2 0 0,-2 0 0 15,-3-1 1-15,0-6 4 0,0-1 7 0,-3 2-1 16,-3-2-1-16,-1-2-1 0,0 1-1 0,-5-4 2 16,-5 6-3-16,0-2 0 0,3-5-2 0,0 0-7 15,-4-2-38-15,3 0-34 0,0-2-45 0,3 0-56 16,1-3-56-16,1-3-191 0,2-2-442 0,11 0 196 15</inkml:trace>
  <inkml:trace contextRef="#ctx0" brushRef="#br0" timeOffset="13620.53">23491 3795 144 0,'3'-7'242'16,"1"2"-23"-16,-2 0-25 0,-2 5-25 0,0 0-11 15,0 0-2-15,12 15-2 0,-8-6-3 0,-2 3-19 16,0 1-6-16,0 6-8 0,2-1-3 0,0 0-8 16,0 0-12-16,3-1-9 15,1-2-3-15,-2-1-7 0,3 3-7 0,3-6-3 0,-1 0-6 0,1-4-6 16,1-2-1-16,3-1-9 0,-2-3 2 0,2-1-2 16,1-3-5-16,3 0-1 0,-2-4 6 15,-1 0-13-15,-2-1-5 0,-1-1 1 0,-6-1-4 16,3-4 4-16,-1 0-7 0,-1 0-2 0,-4-4-8 15,3 1 2-15,-2-1 0 0,2 1-3 0,-3 1 2 0,-1 3 2 16,-3 1 5-16,2 3 4 0,-1 1 8 0,1 2-13 16,-3 6-7-16,1-9-2 0,-1 9-5 0,0 0 11 15,0 0-14-15,0 0 1 0,0 0 4 16,-1 32-2-16,2-17 3 0,0 2-3 0,-1 1 3 16,0 0-1-16,2 0 3 0,-2 1-3 0,1-2-9 15,0 1-26-15,0-1-34 0,6-3-36 0,-5-2-43 16,3 0-42-16,2-4-49 0,-1 0-221 0,4-3-492 0,-1 0 218 15</inkml:trace>
  <inkml:trace contextRef="#ctx0" brushRef="#br0" timeOffset="13836.34">24210 3537 14 0,'2'-9'268'0,"0"4"-29"0,-2 5-27 0,3-9-21 0,-3 9-8 15,0 0 9-15,0 0-5 0,0 0 2 0,3 33-12 16,-4-14-9-16,-1 6-8 0,1 1-14 16,0 6-14-16,1 1-11 0,-3-1-10 0,3 1-13 15,-2 1-9-15,0-4-12 0,4-3-27 0,-4 2-29 0,4-1-44 16,-4-3-47-16,2-4-46 0,4-5-56 16,-1 1-64-16,-2 0-166 0,2-6-435 0,3 0 193 15</inkml:trace>
  <inkml:trace contextRef="#ctx0" brushRef="#br0" timeOffset="14192.27">24675 3800 2271 0,'1'-12'147'0,"-1"-1"-76"0,-3 4-23 16,-1 2-40-16,4 7-2 0,-17-9 2 0,5 10 11 16,-7 0 3-16,1 7 7 0,-1 1 8 0,-5 7 8 15,1 1-3-15,0 1 0 0,4 0-3 0,6-3-4 16,-3 5-5-16,6-6 1 0,4 1 3 0,1-2-10 15,2-1 0-15,1 3-1 0,3-6-6 0,2 3 4 16,2-5-4-16,2 2-7 0,3-3-5 0,2-2-4 16,1 0 0-16,1-2-1 0,4-4-2 0,0 1 0 15,-3-2-1-15,-4-1-1 0,1-2 1 0,-2 0 1 16,2-2-3-16,-3-6 2 0,2 2 1 0,1-2 0 16,-5-1 1-16,1 0 2 0,-2 1-1 0,-2 0 14 15,0 3 1-15,0 0 4 0,-1 2 1 0,-3 9 1 0,5-12 1 16,-1 7-7-16,-4 5 2 0,0 0-14 15,0 0 1-15,0 0 1 0,0 0 0 0,10 18 0 16,-9-3 2-16,0 2 0 0,-1-1 1 0,1 1 7 16,1 1-11-16,0-1-20 0,1-1-30 0,-1 0-27 15,-2 0-33-15,3-4-52 0,5-2-51 0,-3-1-50 16,-1-1-144-16,1-2-438 0,-5-6 194 0</inkml:trace>
  <inkml:trace contextRef="#ctx0" brushRef="#br0" timeOffset="14452.94">24987 3685 1720 0,'10'-28'27'0,"-4"1"32"15,-1 2 17-15,1-1 4 0,-4 11 19 0,1-1 16 16,-1 6 1-16,-2 0 2 0,3 3-11 0,-1 1-11 16,-2 6-12-16,0-6-8 0,0 6-12 0,0 0-4 15,0 0 19-15,3 24-12 0,-3-5 0 0,0 10-1 16,0 3-5-16,0-1 5 0,1 2-9 0,4 0-2 15,-5 0-7-15,4-1 0 0,-4-2-9 0,1-1 0 16,-1 1-5-16,2-3 0 0,-1-1-6 0,2-7-8 16,-1-2-19-16,-2-1-23 0,2-3-22 0,-2 0-30 15,0-4-29-15,-2 2-29 0,2-11-20 0,-2 17-36 16,2-17-27-16,-4 6-28 0,1-4-180 0,3-2-457 16,0 0 203-16</inkml:trace>
  <inkml:trace contextRef="#ctx0" brushRef="#br0" timeOffset="14719.16">24847 3785 45 0,'0'0'160'0,"0"0"-9"0,13-6-10 0,-13 6-12 0,30-1-7 16,-9 1-6-16,11 0 2 0,-1 0-3 0,0 0-18 16,-1 0-4-16,0 0-6 0,-1 3-5 15,-2-3-2-15,-8-2-5 0,9-1-3 0,-9 3-1 0,-7-1-4 16,1 2-6-16,-2-1-3 0,-11 0-8 0,19 0-1 15,-19 0 3-15,7 3 1 0,-7-3 7 0,10 13 10 16,-5-7 2-16,-1 5 0 0,1 0-2 16,-5 0-1-16,2 5-5 0,2 1-3 0,-5 0-9 15,1 0 1-15,-1 0-8 0,-1-2 0 0,1 1-5 0,0-3-12 16,-1 0-23-16,-1-2-28 0,3 1-41 0,-3-1-44 16,3 0-47-16,0-11-68 0,0 15-174 0,0-15-428 15,0 0 189-15</inkml:trace>
  <inkml:trace contextRef="#ctx0" brushRef="#br0" timeOffset="14887.96">25342 3582 175 0,'0'0'191'0,"-4"-7"-23"0,4 7-24 16,0 0-35-16,0 0-38 0,0 0-40 15,-10 16-49-15,10-9-49 0,0 3-67 0,0-10-146 0,6 22 65 16</inkml:trace>
  <inkml:trace contextRef="#ctx0" brushRef="#br0" timeOffset="15426.83">25516 3795 148 0,'-3'7'184'0,"-2"3"-7"15,1-1-12-15,-2 3-11 0,2-2 0 16,-4 6-3-16,3-3-14 0,3-1-11 0,-2 2-9 16,0-3-14-16,4 0-7 0,0-1-12 0,1 1-5 15,2-3-4-15,1 3-9 0,-2-3-3 0,1-2 0 16,2-1-1-16,1-1-6 0,1 1-2 0,-2-4-7 16,-5-1 2-16,13 3-8 0,-6-3-6 0,-7 0-3 15,15-7-3-15,-7 0 1 0,0-1-6 0,-4 1-4 16,1-1 3-16,0-1-8 0,-1-3 3 0,1 2-2 15,-3-1-3-15,1 0-4 0,0-2 1 0,2 2-5 16,-1-5-2-16,3 1 0 0,0 2 3 0,-2 2-3 16,2 2 1-16,-1 0-1 0,4 2-1 0,-2 1 4 0,-1 3 0 15,3 2-2-15,-10 1 1 0,21 7-1 16,-10 0 4-16,-2 3 1 0,0 3 1 0,0-1 1 16,-1 4-1-16,0 0 6 0,-1 0 1 0,-3 0 1 15,-1-4 0-15,0-2-1 0,0 0 1 0,-3 1-2 16,5-5 4-16,-3 1-2 0,-1-1 5 0,-1-6 12 0,1 7 5 15,-1-7 8-15,5 7 11 0,-5-7 2 0,0 0 7 16,0 0-12-16,0 0-8 0,0 0-8 16,13-14 2-16,-9 7-8 0,4-3-5 0,3-3-5 15,3 0 2-15,1 2 0 0,4-9-7 0,2 4-5 16,-3 6-7-16,5-5 3 0,-1 1-1 0,-6 4-4 16,1 3 4-16,-3 4-4 0,-3-1-6 0,3 3 0 0,-3 2 2 15,-11-1-8-15,21 5 6 0,-14 1 0 16,1 2 6-16,-2 0-5 0,2 3 1 0,-2 0 0 15,-1 1 5-15,1-1-3 0,-3 5 1 0,-1-4 5 16,0 5-7-16,1-7 5 0,-3 2-19 0,-3 2-41 16,3-4-40-16,-2 0-50 0,0 2-61 0,2-12-72 15,-7 18-220-15,3-13-535 0,-1 0 237 0</inkml:trace>
  <inkml:trace contextRef="#ctx0" brushRef="#br0" timeOffset="16452.03">27030 3717 195 0,'4'-8'233'16,"-4"8"-13"-16,2-7-10 0,-2 7-13 0,0 0-14 16,0 0-11-16,0 0-15 0,0-9-16 0,0 9-17 15,0 0-16-15,0 0-7 0,0 0-11 0,0 0-10 16,0 0-5-16,-16 27-1 0,7-12-1 0,3 5-4 15,-1-2-8-15,2 0-6 0,-2 1-6 0,1 0-3 16,4-1-6-16,0 0-3 0,1 0-3 0,1-3-2 16,1-3-3-16,3 1 3 0,-2-2-1 0,5-1-4 15,2-1 2-15,0-1 1 0,0-3 1 0,2 1-2 16,2-1 5-16,4-3-1 0,0-1-2 0,2-2 1 16,0-1 0-16,-3-1-3 0,-3-1 3 0,4 0 1 0,-4-5 0 15,-1 1-5-15,0-3 1 0,-3-3-2 16,-1 3 0-16,0-4-8 0,-5-4 3 0,3 2 2 15,-4 0-5-15,0-1 1 0,-2 0-2 0,-2 5 0 16,0-4-5-16,-2 6-8 0,-1-5-1 0,1 6-3 16,-2 1-10-16,0 0-13 0,-1 3-20 0,-3 2-26 0,0 0-19 15,-3 4-21-15,4 0-34 0,-3 4-45 16,-1-1-35-16,2 1-51 0,-3 2-144 0,4-1-450 16,5 0 199-16</inkml:trace>
  <inkml:trace contextRef="#ctx0" brushRef="#br0" timeOffset="16756.07">27549 3523 197 0,'4'-11'262'0,"-2"3"-3"0,1 1-6 16,-1 2-19-16,-2 5-16 0,2-10-31 0,-2 10-9 15,2-4-22-15,-2 4-19 0,0 0-13 0,0 0-8 16,0 0 4-16,-2 32-6 0,-5-8-8 0,1 7-4 15,-4-1-5-15,2 5 5 0,-1 9-10 0,-1 2-14 16,1-10 8-16,2-3-2 0,-4 2-2 0,5-2 2 16,-1 2-3-16,-2-3-17 0,3 0-3 0,2-3-4 15,-2 2-23-15,1-2 13 0,-1-1 0 0,2-5-5 16,1-4-7-16,-2 0-1 0,3 0-23 0,0-3 25 16,0-1-6-16,1-1-5 0,1-3-12 0,0-1-32 15,0-1-22-15,0-9-31 0,0 13-35 0,0-8-23 16,0-5-38-16,0 0-10 0,0 0-42 0,-1 11-50 15,1-11-210-15,0 0-520 0,0 0 230 0</inkml:trace>
  <inkml:trace contextRef="#ctx0" brushRef="#br0" timeOffset="16923.71">27332 3879 5 0,'0'0'242'0,"3"-7"-25"16,-3 7-28-16,0 0-9 0,0-6-17 0,0 6-11 15,7-6-11-15,-7 6-14 0,13 0-13 0,1-1-7 16,3 1-13-16,10 0-14 0,4-2-34 16,1-3-52-16,2 3-52 0,5 2-62 0,-3-3-43 15,-3 1-89-15,1-2-273 0,-3 1 121 0</inkml:trace>
  <inkml:trace contextRef="#ctx0" brushRef="#br0" timeOffset="17325.9">28399 3555 90 0,'0'0'228'0,"0"0"-15"0,4-6-21 16,-4 6-12-16,0 0-14 0,0 0-20 0,0 0-10 16,0 0-1-16,0 0 3 0,-24 18-3 15,12-3-2-15,-5 6-9 0,2 1-6 0,-4 2-14 16,6-4-6-16,0-4-7 0,6 1-1 0,-1-1-8 15,0 3-7-15,4-4-4 0,3 2-4 0,1-5-8 16,-1 0-1-16,3 4-3 0,2-6 2 0,5 1-3 16,4 1-2-16,-2-2-5 0,3 0 9 0,6-5-5 15,1-1-5-15,8 2-6 0,0-4-4 0,-9-2 4 0,2 0-3 16,0-2-2-16,-4-1-2 0,1 0-11 16,-1-3 13-16,-3-3-6 0,-1 0-3 0,0-4 2 15,-1 0-17-15,-2-1 20 0,-2-2-9 0,-2-2-2 16,-3-2 0-16,-3 1-3 0,4-6-1 0,-8 4-1 15,3 2-6-15,-3-4 6 0,-4 5-5 0,1 3-4 16,-1 3 1-16,-2 2-12 0,2 1 5 0,-5 0-3 16,-2 2-2-16,0 4-12 0,-4 0-14 0,-1 5-17 15,0-1-26-15,-1 2-26 0,0 3-36 0,2 3-33 16,0 1-53-16,0-1-51 0,3 1-198 0,4 1-510 16,1-2 226-16</inkml:trace>
  <inkml:trace contextRef="#ctx0" brushRef="#br0" timeOffset="17531.41">28712 3759 2762 0,'10'1'175'15,"-4"2"-53"-15,-6-3-63 0,13 3-27 0,-13-3-7 16,13 2-2-16,-13-2 14 0,0 0 8 0,0 0 4 16,0 0 10-16,12 3 5 0,-12-3 0 0,0 0-12 15,0 0 0-15,0 0-6 0,0 0-11 0,9 3 0 16,-9-3-3-16,0 0 0 0,0 0-17 0,6 8-23 15,-6-8-37-15,0 0-32 0,2 11-44 0,-2-11-38 16,0 0-55-16,1 16-48 0,-1-16-227 0,0 0-528 16,0 0 233-16</inkml:trace>
  <inkml:trace contextRef="#ctx0" brushRef="#br0" timeOffset="17941.59">29236 3605 184 0,'5'-3'261'0,"-5"3"-14"16,8-4-16-16,-8 4-16 0,5-5-12 0,-5 5-18 16,0 0-11-16,0 0-3 0,0 0-1 0,-26 21-1 15,8-8-6-15,-6 3-8 0,1 4-5 0,0 1-12 16,1-1-10-16,3 1-3 0,-1 1-22 0,3 0-4 16,0 0 0-16,6-7-12 0,1-1-8 0,1 0-17 15,2-1 4-15,5-3-10 0,-2 3-3 16,3-2-5-16,1-3 2 0,1 4-5 0,4-3-3 0,1 1-5 15,2 0-4-15,4-3 3 0,-1 0 0 0,3-4 3 16,4 3 0-16,1-2-12 0,9-1 2 0,0 0-1 16,-1-3 5-16,-4-2-7 0,3-4-4 0,-7 1-10 15,0-2 10-15,2 1 2 0,3-8-7 0,-10 4-3 16,1-5-1-16,-2 1-9 0,-1-3 18 0,-1 0-12 16,-1-6 0-16,-1-3-5 0,-2 7 3 0,-4-6-6 15,-1 6 3-15,-2 1 0 0,-2-1-2 0,-1 0-3 16,-4 3-1-16,4 5-3 0,-3 0 7 0,-1 0-6 15,-1 2-1-15,-1 2-7 0,-1 1-17 0,-2 1 15 16,0 2-20-16,0 1-19 0,-2 2-25 0,0 1-31 16,1 2-35-16,-3 0-28 0,-2 6-32 15,7-2-49-15,2-1-36 0,-1 3-235 0,3-1-564 16,3-2 250-16</inkml:trace>
  <inkml:trace contextRef="#ctx0" brushRef="#br0" timeOffset="18329.99">29572 3697 1737 0,'15'-2'65'0,"-4"-4"-16"0,-2 4 0 16,-1 0 15-16,0-1 6 0,-8 3 6 0,8-2-1 15,-8 2-7-15,7-2-5 0,-7 2-1 0,0 0-5 0,0 0-9 16,0 0 3-16,0 0 5 0,0 0 8 0,0 0 10 16,-14 18 10-16,4-7-2 0,0 3-1 15,0-1-5-15,1 3 8 0,-1 0-1 0,-1-3-9 0,1 3-5 16,2-1-6-16,3-1-8 0,3-4 0 15,-3 3-5-15,3-3-7 0,2 3 4 0,2-2-5 16,0-3 4-16,2 1-4 0,0 0-3 0,6-3 5 16,-2 1-4-16,1 0 0 0,2-4-1 0,6 3-12 0,-1-1 12 15,1-4-2-15,1-2-6 0,-1-1-7 0,0 1 6 16,0-3-4-16,1 0 1 0,-3-1-8 16,2-1 3-16,-6-2 1 0,5-2 11 0,-3-2-13 15,-2 0 3-15,0-1-7 0,-3-3 3 0,1 1 5 16,-3-3-9-16,0-1-1 0,-3 1 1 0,0 0 1 0,-2 0-6 15,-1 1-4-15,0 2 0 0,-1 3 2 16,-4-1-12-16,-3 0 3 0,2 4-2 0,-3-1-3 16,-1 3 4-16,-7 2-17 0,0-2-7 0,-4 3-20 15,0 4-23-15,1 0-29 0,-1 2-33 0,0 3-35 16,1 0-41-16,1 0-57 0,3 1-55 0,-1 0-216 16,7 0-579-16,-2-3 256 0</inkml:trace>
  <inkml:trace contextRef="#ctx0" brushRef="#br0" timeOffset="18732.62">30111 3642 2645 0,'8'-5'134'0,"1"-2"-81"16,1 2-37-16,-4 1 21 0,1 0 13 0,-2-2 4 15,0 2 8-15,3 0-2 0,-2 1 4 0,3-4 4 16,0 5 1-16,0 0-1 0,0 1-3 0,1 0-5 15,4 2-4-15,-2 2-1 0,2-1-8 0,2 5-3 16,1 0 2-16,-2 3-5 0,-1 0-6 0,-3 2-2 16,-4-4-4-16,1 6-2 0,0-2 2 0,-6 0 10 15,2 4-12-15,-3 0 2 0,-1-3 1 0,-1 6 13 16,-4-2-14-16,-3-1 1 0,1 2-2 0,-1-1-1 16,-2 0-2-16,0-1 11 0,-3-1-12 0,-1 1 7 15,2-4-8-15,-1 1 2 0,1-4-3 0,-1 3-6 16,4-5 1-16,0 0 1 0,3-4-8 0,6-3 9 15,-11 7-6-15,6-3-4 0,5-4-1 0,-9 6 0 16,9-6 5-16,0 0-9 0,-6 7 5 0,6-7-6 16,0 0 1-16,0 0 6 0,0 0 2 0,0 0 6 15,21 7-15-15,0-4 6 0,8-3 10 0,7 1-7 16,4 0-7-16,13-1-24 0,-1 0-31 0,-1 2-40 16,0-2-38-16,0 0-47 0,0-2-50 15,-14 1-60-15,2-3-62 0,-6 2-210 0,2-3-601 16,-6 0 267-16</inkml:trace>
  <inkml:trace contextRef="#ctx0" brushRef="#br0" timeOffset="20250.06">31292 4076 28 0,'0'0'218'0,"0"0"-8"0,7 2-14 16,-7-2-8-16,0 0-9 0,0 0-10 0,0 0-15 15,2 7-8-15,-2-7-14 0,0 0-8 0,6 3-16 16,-6-3-12-16,0 0 17 0,0 0-7 0,0 0-15 16,0 0-7-16,0 0-8 0,2 7-14 0,-2-7-26 15,0 0-30-15,0 0-31 0,0 0-41 0,0 0-42 16,0 0-44-16,-2 10-41 0,2-10-137 0,0 0-357 15,0 0 158-15</inkml:trace>
  <inkml:trace contextRef="#ctx0" brushRef="#br0" timeOffset="21476.25">5973 4508 174 0,'-4'-3'186'0,"4"3"0"15,0 0-5-15,-6-4-6 0,6 4-6 0,0 0-11 16,0 0-12-16,-5-6-12 0,5 6-10 0,0 0-11 16,0 0-10-16,0 0-11 0,0 0-8 0,19-7-5 15,-1 4-7-15,7 0-28 0,6-2-3 16,2-2-9-16,0 2-14 0,3 0-23 0,0-2-15 0,-3 1-26 16,-4 2-26-16,-8 1-38 0,-4 0-24 0,-3 2-31 15,-2-1-129-15,-4 4-317 0,0-4 140 0</inkml:trace>
  <inkml:trace contextRef="#ctx0" brushRef="#br0" timeOffset="21717.93">5943 4481 93 0,'-6'7'163'15,"-2"1"-6"-15,1 3 10 0,-2 6 5 0,-1 6 4 0,-3 3 2 16,6-1-10-16,2 5-8 0,-1 1-1 0,3 2-12 15,-2-1-7-15,2 1-4 0,0 1-4 0,2-2-17 16,1-2-10-16,-3-1-11 0,3-2-11 0,0 1-6 16,-1-5-7-16,2-4-7 0,-2 0-6 15,1-3-3-15,-2-2-6 0,2 1-19 0,-2-3-21 16,-2-1-31-16,3-2-34 0,-1 1-30 0,0-2-39 0,-1-1-32 16,0-1-34-16,-2-2-27 0,-1 3-130 0,0-5-376 15,-1 0 166-15</inkml:trace>
  <inkml:trace contextRef="#ctx0" brushRef="#br0" timeOffset="22024.48">5844 4930 119 0,'15'-9'142'0,"4"4"-12"16,9-3-12-16,-7 4 5 0,6-1-21 15,1-1-5-15,-6 2 4 0,-1 0-11 0,9-1-7 16,-10 2-6-16,8-1-6 0,-6-1-7 0,0 3-6 0,-3-1-1 15,1 0-8-15,-3 0-4 0,-2 2-3 0,-3-2 2 16,-1 1-12-16,-1 2 1 0,-3-1 4 0,-7 1 8 16,13-3 6-16,-13 3 8 0,9-1 7 0,-9 1-2 15,0 0 2-15,9 0-4 0,-9 0-4 16,0 0-7-16,0 0-8 0,0 0-2 0,7 3-6 0,-7-3 6 16,5 14-2-16,-2-5-1 0,-2 2 0 0,-1 5-7 15,1 1-2-15,-2-1-1 0,0 3 2 0,-2-1-6 16,1 0-14-16,-2-3-24 0,1 1-32 0,2 0-35 15,-1-3-51-15,0-3-40 0,1 2-44 0,-2-2-118 16,2 0-361-16,1-10 159 0</inkml:trace>
  <inkml:trace contextRef="#ctx0" brushRef="#br0" timeOffset="22187">6361 4616 72 0,'0'-11'67'0,"2"4"-33"0,-2 7-10 16,3-6-8-16,-3 6 1 0,0 0-4 0,16 17-7 15,-6 1-11-15,0 7-20 0,2 4-12 0,-1 4-40 16,1 12 19-16</inkml:trace>
  <inkml:trace contextRef="#ctx0" brushRef="#br0" timeOffset="22403.33">6516 5028 140 0,'0'0'174'0,"0"0"-9"0,0 0-15 0,0 0-2 16,0 0-6-16,0 0-4 0,0 0-4 16,5-24-9-16,-2 15-3 0,2-3-6 0,0 2-1 15,3-6-9-15,2 1-10 0,1 1-8 0,3 0 0 16,-2 1-5-16,2 0-8 0,-3 7-9 0,-2-2-4 16,2 2-4-16,0 4-11 0,1 0-9 0,0 4-2 15,0 5-4-15,-2-1 0 0,2 2-1 0,-3 2-9 16,0 3 4-16,-3 2-4 0,1 0-13 0,-1 2-19 15,-4 0-27-15,0-2-26 0,-1-4-37 0,1 1-45 16,0-1-28-16,2 0-29 0,-3-2-124 0,-1-9-354 16,5 13 157-16</inkml:trace>
  <inkml:trace contextRef="#ctx0" brushRef="#br0" timeOffset="22818.2">6984 4853 109 0,'-4'-7'181'0,"-5"-1"-8"16,1 4 0-16,2 0-6 0,-1 2-10 0,7 2-7 16,-19 0-11-16,9 6-2 0,-5 4-2 0,2 2-12 15,0 2-8-15,-2 7-6 0,-2-1-9 0,7-3-16 16,1 0-3-16,0-1-9 0,3 1-6 0,2 0-7 16,3-1-6-16,-1-3 2 0,2-3-13 0,3 1 1 15,-2-1-7-15,3-4-2 0,1 0-3 0,2-3-6 16,-1 0-5-16,6-1-7 0,-1 0-13 0,-1-2-7 15,1-4 3-15,1 1-3 0,-2-2 1 0,-1-1 0 16,0-3-4-16,-1 1 0 0,-2-3 4 0,1-5-4 16,-2 1 7-16,-1-2-1 0,-2 0 0 0,-2-8 0 15,1 5 3-15,1-4 2 0,-2-4-5 0,0 1 5 16,-2-1-3-16,0-2 7 0,2 1-2 0,-1-1 14 16,3 6 1-16,-2 4 15 0,0 3 9 0,1 0 17 15,1 8 6-15,-2-2 0 0,1 5-3 0,-1 6-10 16,-1-8-11-16,1 8-4 0,0 0 6 0,0 0-2 15,9 18 2-15,-7 0-4 0,2 7 5 0,0 3-5 16,-3 3 2-16,1 1-7 0,-2-1-1 0,1 1-5 16,-2 1-2-16,-1-2 3 0,2-2-11 0,0 0-29 15,0-4-40-15,0 0-48 0,-1-1-69 0,2-6-79 16,-3-1-250-16,1-1-537 0,-1-2 238 0</inkml:trace>
  <inkml:trace contextRef="#ctx0" brushRef="#br0" timeOffset="23270.14">8096 4635 37 0,'-2'-12'226'0,"0"0"-2"0,0 3-1 0,0-2-1 0,1 5-5 16,1 6-12-16,-4-11-18 0,4 11-24 0,-3-8-20 15,3 8-14-15,0 0-13 0,0 0-6 0,2 33 4 16,-4-2-4-16,1 0-22 0,-4 14-6 16,-1 2-9-16,-2 2-6 0,-4-1 4 0,5-13-13 0,2 0-9 15,-2-3-5-15,2-1 0 0,0 0-8 16,1-5-14-16,2 0-18 0,-4-3-30 0,4-3-38 15,-1-2-53-15,1-3-42 0,0-4-36 0,0-1-50 16,1 0-132-16,-1-3-407 0,-3-4 180 0</inkml:trace>
  <inkml:trace contextRef="#ctx0" brushRef="#br0" timeOffset="23839.62">7985 4957 1870 0,'10'-15'15'16,"0"1"-31"-16,-2 4 8 0,1 2 5 0,1 0-6 15,3-5 16-15,0 4-2 0,3-2-10 0,2-1 2 0,-1 1 1 16,8-4-4-16,-2 2 5 0,-5 2-8 0,5-4 14 16,-7 5-5-16,-1-2 16 0,-1 1 1 0,0-1 4 15,-5 3 13-15,1 0 3 0,-2 1 8 0,-2 1-2 16,-1-3 4-16,-1 1-2 0,1-1-7 16,-3 0-3-16,1 3 5 0,-3-1-5 0,1 1 3 0,-1 7-2 15,2-12-2-15,-1 6-2 0,-1 6-5 0,0-8-4 16,0 8-7-16,0 0-1 0,0 0-2 15,0 0-1-15,2 22-1 0,-2-3 3 0,2 8-2 16,0 2-1-16,-4 2 3 0,2 0-3 0,0 2 0 16,-2-1-2-16,1-1 2 0,0 1-1 0,0-3-3 15,-2-1-1-15,3 0 2 0,0-9-2 0,-1-1 3 0,2-1-4 16,-2-4 1-16,2-2-1 0,-1-2 0 16,1 1 3-16,-1-4-2 0,0-6-3 0,-1 11-1 15,1-11-8-15,1 7-3 0,-1-7 0 0,0 0-3 0,3 7-2 16,-3-7 4-16,0 0 1 0,13-2 1 15,-13 2-1-15,20-1-1 0,-8-2 2 0,2 5 0 0,2-5 4 16,-2 3 1-16,6 1-2 0,0-2 2 0,2 1 1 16,-3-1 9-16,3 0-9 0,7-2 5 15,2 1-2-15,-3-1-2 0,1-2 5 0,-1-1 1 16,0-2-4-16,0 0 1 0,-9 0 1 0,1-2-2 16,-2 1 4-16,-4 1 7 0,-1-2 7 0,-3 3 4 0,-1-3 4 15,-1 0 7-15,-5 1-5 0,1-2 0 0,-3-1-3 16,-1 1 0-16,-1 0 2 0,-4 0 9 0,1 0 0 15,-1 3-1-15,0-1 2 0,1 4 5 16,-1 0-7-16,-3 1-3 0,8 4-8 0,-16 1 3 16,4 3-5-16,2 5-5 0,-3 4 1 0,-2 1-4 0,2 1 0 15,5 2 1-15,0-1-5 0,4 1-13 0,4 1-18 16,2-1-31-16,2-2-38 0,6-1-43 0,2 0-48 16,9 3-37-16,4-5-221 0,0-4-473 15,5-1 211-15</inkml:trace>
  <inkml:trace contextRef="#ctx0" brushRef="#br0" timeOffset="24513.89">9346 4968 174 0,'0'0'213'0,"8"27"-16"0,-4-17-21 0,0 2-13 0,3 2-15 15,-1 2-11-15,0 0-8 0,-2-5-9 16,3 4-8-16,-4-2-7 0,3-4-9 0,-4 3-10 0,2-4-5 15,-3-2-4-15,3 0 2 0,-4-6 3 0,2 8 10 16,-2-8 9-16,3 8 8 0,-3-8 10 0,0 0-12 16,0 0-9-16,0 0-11 0,0 0 6 0,0 0-23 15,0 0-7-15,-11-25-4 0,9 16-10 0,0-2-5 16,-1-7-3-16,3 1-9 0,2-1-4 0,-1-2-2 16,4-4-6-16,4-2-5 0,-2-1-8 0,5 1-8 15,2 2 0-15,1 1 3 0,3 4-7 0,0 0 7 16,1 8-11-16,6-1 2 0,-5 6-4 0,2 2 1 15,6 4 1-15,0 5-1 0,-8 0 0 0,-2 6 1 16,4 1 2-16,-2 7 0 0,-1-2 3 0,-6-1-2 16,-1 0 12-16,1 1-14 0,-4-2 7 0,-2 1-3 15,1 0 0-15,-3-5 3 0,-1 0 3 0,0 0 3 16,0-2 0-16,-3-2 4 0,-1-1-1 16,1 0 3-16,-1-6 5 0,0 0 0 0,-4 10-7 15,4-10 6-15,-10 3-1 0,10-3 1 0,-11 0-4 0,11 0 0 16,-12-6-3-16,12 6-1 0,-9-7 1 0,5 2 0 15,1-3-5-15,1-2-4 0,1-1 0 0,1-6-11 16,4 3-4-16,1-4-1 0,3 0-5 0,4-6 8 16,5 2-10-16,0 3-1 0,-2 5 4 0,0 3-2 15,1 0 4-15,-1 4 0 0,-1 4 2 0,3 1-3 16,-5 4 3-16,2 1 1 0,1 6 0 0,0 0 2 16,0 2 5-16,-2 5-2 0,-4 1 5 0,-1-1-3 15,-1 3 4-15,0-1-6 0,-2 0-11 0,-4 0-27 16,2-1-27-16,-2-1-28 0,-1-3-24 0,1 0-40 15,-1-1-30-15,0-2-29 0,-1 0-135 0,1-10-390 16,1 10 173-16</inkml:trace>
  <inkml:trace contextRef="#ctx0" brushRef="#br0" timeOffset="25267.73">10294 4841 107 0,'0'0'190'0,"-13"0"-6"16,13 0-1-16,-20 9-6 0,7 4-10 0,-1 2-9 16,-3 4-11-16,1 2-15 0,4-5-11 15,3 0-12-15,0 0-8 0,1-4-13 0,3 5-7 16,3-6-6-16,2 0-9 0,-2-1-4 0,4-3-6 0,2 2-3 16,-2-2-6-16,2-2-1 0,1 1-9 0,2-2 0 15,1 0-3-15,1-3-6 0,2-1-10 16,1 0 0-16,0-3-1 0,2 1-5 0,-1-3 3 15,-3 0-2-15,3 0 1 0,-4-3-3 0,-2 0 7 16,1-1-8-16,-2-1 7 0,0 1-9 0,-3-2 5 0,0 1 3 16,1 0 3-16,-2 1-4 0,0 0 4 0,-1 3 6 15,-1 6 4-15,2-11-6 0,0 5 2 16,-2 6-11-16,0 0 0 0,0 0-3 0,0 0-1 16,0 0 0-16,0 0-1 0,0 0 3 0,1 26-4 15,0-15-1-15,2 3 6 0,1-3-4 0,1 5 3 0,4-1 2 16,-2-5 0-16,5 3 1 0,1-3-7 0,5 0 0 15,2-1-3-15,7-2-4 0,1-4-1 0,5-3-6 16,3 0-5-16,-2-3-1 0,2-2-3 0,0-3-7 16,-1 2-2-16,-5-4-2 0,2 1 2 0,-5-1 3 15,-8 3 3-15,-2-3 3 0,-2 3 3 0,-3 0 3 16,-2-1-1-16,1-3 2 0,-4 1 5 0,-3 1 13 16,0-3-6-16,-4 1 4 0,0-1 6 0,-3-2-3 15,-2 2 0-15,1 3 3 0,-3-2 4 0,0 3 3 16,-1 1-1-16,1 0 0 0,0 4-5 0,-2 3 2 15,-2 0-1-15,-1 3 1 0,-2 3 0 0,1 4 3 16,-3 1-5-16,2 4 4 0,0-2-2 0,2 0-3 16,2 2-5-16,0-3 6 0,1 3-6 0,4-6 3 15,1 2-1-15,0-1-1 0,3-2-3 0,1 1 1 16,0-9 3-16,5 11-5 0,-1-5 1 16,1-3-2-16,1 0 2 0,2-1 2 0,-8-2-1 15,16 0-4-15,-5-1-1 0,1 1-3 0,-4-2 1 0,1-1-5 16,-1 1 6-16,-1-1-5 0,1 0 3 0,-8 3-2 15,10-3 1-15,-10 3-1 0,7-3-3 0,-7 3-2 16,7-1-1-16,-7 1 0 0,0 0 6 0,9 7-2 16,-6 1 7-16,1 0-2 0,-2 5 2 0,2 3 0 15,-2 4 6-15,1 5 0 0,-2 1-1 0,1 2 4 16,-2 2 0-16,0 0 1 0,-2 3-3 0,1 1 5 16,0-5 2-16,-2 2 0 0,-3-1-1 0,2-1 0 15,-2 0 1-15,-3 1-2 0,0-2 2 0,-3-2-4 16,1-3-9-16,-3 0-17 0,4-7-39 0,-2-1-48 15,-1 0-51-15,4-6-62 0,-1-1-58 0,-4-4-171 16,2-3-477-16,1 1 212 0</inkml:trace>
  <inkml:trace contextRef="#ctx0" brushRef="#br0" timeOffset="25826.39">11076 4935 36 0,'0'0'242'0,"0"0"-9"16,14 10-10-16,-10-2-7 0,0 3-19 0,-2 1-13 15,3-1-8-15,-1 6-15 0,-1-6-8 0,1 5-15 16,-1 0-10-16,-1-4-2 0,2-1-15 0,-2-2-8 16,1 1-10-16,-2-1-9 0,3-5-10 0,-4-4-4 15,2 11-6-15,-1-6-4 0,-1-5-1 0,0 0 11 16,3 9 3-16,-3-9 5 0,0 0-17 15,0 0 10-15,0 0-15 0,0 0-7 0,0 0-6 0,7-25-7 16,-5 15-2-16,2 0 0 0,0-2-6 0,4-3-7 16,-4-2-1-16,3 2-2 0,2-1-1 0,1 2-5 15,0 0 0-15,-2 5-6 0,0-1-2 0,1 3 2 16,-2 1-2-16,1 2-1 0,1 3 6 16,0 1-14-16,1 1 5 0,0 6-3 0,0-1 1 0,-1 4 4 15,2 1-3-15,0 4-1 0,-2 0 11 0,0-1-17 16,0 1 9-16,0-1-3 0,-1 0 0 0,-2-5 4 15,5 1 1-15,-4-1-4 0,3 1 5 0,2-4-1 16,-1 0 2-16,2-1 1 0,1-3-3 0,-1-2 2 16,6 0 3-16,1-2-8 0,-3-3 1 15,2 1 0-15,-2-3 4 0,1 2-1 0,-4-4-2 0,0-1 5 16,-4 1-4-16,-1 0 3 0,3-2 0 0,-6 1 0 16,-1-1-4-16,-2 0 0 0,-1-1 3 0,1-1 3 15,-2 1 6-15,-1 1-3 0,0 0 2 0,0 4 6 16,0 7-4-16,0-12 5 0,0 12-4 0,0 0-4 15,0-8-1-15,0 8-2 0,0 0-3 0,0 0 1 16,0 0 10-16,-11 28-8 0,7-15-6 0,-1 1 3 16,1 1 0-16,0 1-1 0,1-3-3 0,2-1-7 15,2 0-26-15,2-1-36 0,-2 0-44 0,2-2-59 16,2 1-63-16,-1-4-69 0,0-1-209 0,-4-5-552 16,16 3 244-16</inkml:trace>
  <inkml:trace contextRef="#ctx0" brushRef="#br0" timeOffset="25999.59">11512 4760 3006 0,'-7'-10'39'0,"-3"1"-1"0,4 2-30 0,-1 0 1 16,3 1-8-16,1 0 1 0,3 6-9 0,-9-8-20 15,9 8-17-15,-5-3-23 0,5 3-24 0,0 0-40 16,0 0-37-16,0 0-54 0,19-4-169 0,-8 2-425 15,7-1 188-15</inkml:trace>
  <inkml:trace contextRef="#ctx0" brushRef="#br0" timeOffset="26414.8">11973 4698 161 0,'0'0'281'0,"0"-13"-7"0,0 13-15 15,1-9-27-15,-1 9-19 0,0 0-27 0,0 0-18 16,0 0-9-16,0 0-1 0,0 0-2 0,-2 41-9 16,2-13-10-16,-2 1-10 0,2 2-6 0,-2 1-17 15,2-1-7-15,0 0-10 0,0 0 0 0,-4-2-15 16,3-1-2-16,1-3-10 0,-1 1-3 0,1-1-15 15,1-7-19-15,0-3-27 0,-2-2-32 0,1-2-33 16,0 0-50-16,-1-1-47 0,1-5-37 0,0-5-50 16,-2 11-185-16,2-11-475 0,-4 6 210 0</inkml:trace>
  <inkml:trace contextRef="#ctx0" brushRef="#br0" timeOffset="26822.83">11922 4906 170 0,'13'-4'165'16,"0"3"7"-16,-1-1-23 0,2 2-9 0,3-3-3 15,-3 3-3-15,2 1-1 0,0 1-2 0,-3 0-29 16,-1 1 0-16,1 1-10 0,-4 2 5 16,3 0-3-16,-2 2-5 0,-1 2 0 0,1-1-10 0,-2 4 1 15,-1 2-3-15,-3-3-3 0,2 3-2 0,-2-3-10 16,-1-1-1-16,1 0-3 0,0 0-10 0,-2-1 0 15,2 0-9-15,1 0 1 0,2-3-5 0,-2-2 0 16,1 1-1-16,1-2-2 0,-1-1-5 0,2 0 1 16,-1-2-3-16,4-2-5 0,2 1 2 0,-2-3-1 15,0 0 3-15,3-3-6 0,-3-1-2 0,1 0 0 16,-4-2 6-16,1 0-7 0,-3-2-3 0,5-2 1 16,-3-1-3-16,-4 0-1 0,1 3-4 0,-3-5 9 15,0 0-9-15,1 4 0 0,-2 3 6 0,-1 2 6 16,3 0 4-16,-3 7-4 0,1-10-6 0,-1 10 0 15,0 0-5-15,0 0-2 0,0 0 2 0,0 0 0 16,0 0-2-16,10 19 1 0,-7-6 1 0,-1 0 0 16,2 2-3-16,0 2-1 0,2-1-17 0,1-1-21 15,-1-2-39-15,3 1-35 0,0-3-53 16,0-1-35-16,0-3-63 0,0 0-152 0,9 0-447 0,2-4 198 16</inkml:trace>
  <inkml:trace contextRef="#ctx0" brushRef="#br0" timeOffset="27400.16">12764 4938 51 0,'-6'-4'222'0,"6"4"-11"0,-11-6-10 16,5 5-8-16,6 1-9 0,-19 7 2 0,10 0-10 16,-5 3-18-16,4 2-5 0,-3 2-3 0,-1 2-12 15,2 0-13-15,3 0-4 0,0-1-18 16,0 2-9-16,3-2-11 0,1-1-8 0,0-1-5 15,5-2-8-15,2 0-8 0,1-1-7 0,2-3-4 0,2-1-12 16,3-1-14-16,-5-3-6 0,8 0-10 0,3-2-8 16,-2-4-7-16,5-2-2 0,-2-1 2 0,1-2-1 15,-3-1 3-15,-2-1 2 0,-1-6 0 0,-3 2 4 16,0 0-4-16,-2-4 2 0,2-4 0 0,-5 4 3 16,0-8 1-16,-4-1 1 0,0 3-2 0,3-6 9 15,-1 4-4-15,-4-5 5 0,4 3 4 0,-2-1 9 16,2 3 10-16,-2 9 6 0,3 1 18 0,-3 6-1 15,0 2 8-15,2 1 7 0,-2 2-14 0,0 6 0 16,1-12-12-16,-1 12-7 0,0 0 1 0,0 0-2 16,0 0-2-16,0 39 4 0,-3-12-6 0,0 1 3 15,1 3-6-15,0 1-1 0,0-1-4 0,1 0-1 16,1-2 0-16,1-1-1 0,3-1 1 0,1-3-5 16,-2-5 1-16,3-1 0 0,0-2 1 0,3-1-1 15,1-1 1-15,1-2-2 0,-1-5-4 0,9 2 3 16,-4-5-4-16,3 0-4 0,3-3-4 0,-1-1 2 15,2-4 1-15,5-1-14 0,-2-4-6 16,-7 1 1-16,0 0-1 0,1-2-1 0,-2 0 2 0,1-3 4 16,-7 0 0-16,0 0 1 0,-1-3-3 0,-2 0-1 15,-5 0 3-15,3 0 0 0,-4 5 4 0,-4-1 5 16,2 1 2-16,-2 3 5 0,2 8-1 0,-5-11 6 16,1 6-5-16,4 5-4 0,-18 3 1 0,7 4 3 15,-7 2 3-15,0 7 1 0,-5 0-5 0,8-2 0 16,1 2 1-16,3 0-1 0,2 0 1 0,2-3-20 15,3 3-38-15,4-4-40 0,0-3-45 0,6 2-52 16,6-3-56-16,3 2-247 0,6-3-534 0,6 1 237 16</inkml:trace>
  <inkml:trace contextRef="#ctx0" brushRef="#br0" timeOffset="28140.27">13683 4932 127 0,'-7'-4'244'0,"7"4"-14"0,-12 2-12 16,12-2-12-16,-21 8-8 0,15-1-2 0,-7 5-10 15,1 5-11-15,1-3-13 0,1 0-17 0,3 3-8 16,3 0-13-16,2 0-10 0,2-3-9 0,0 0-7 16,2-3-10-16,3 2-3 0,1-3-14 0,2 0-2 15,2-3-8-15,1 2-3 0,6-5-2 0,0 1-2 16,4-2-6-16,-1-3 5 0,0-2-3 0,2 0-9 15,-1-4 0-15,-2-3-5 0,0 2 2 0,-8-1-7 16,3-2-2-16,-3 0-4 0,-3 0-9 0,0-5-4 16,-4 4 1-16,-2-2-7 0,-2-3-23 0,-4-1 2 15,0-1-1-15,-4 0-1 0,1 0 5 0,-3 0-4 16,-2-6 5-16,1 9 2 0,4 6-1 0,-1-3 6 16,2 6 0-16,0-3 3 0,2 5 1 0,-1-1-9 15,5 5 3-15,0 0-2 0,-6-2 2 0,6 2 4 16,0 0-1-16,0 0-3 0,0 0 4 0,2 21 4 15,6-16-2-15,1 3 1 0,3-2 4 0,7-3 1 16,2 1-8-16,9-4 9 0,1-1-4 0,5-2-2 16,-1-3 1-16,-1-1-6 0,5-3 0 0,-6-3 6 15,-1 4-8-15,-5-4 4 0,-3-1-1 0,-6 3 3 16,0-2-1-16,-4-1 0 0,-4-1-1 0,3 1 9 16,-3-11-10-16,-3 8 1 0,-5 0-2 0,6-2 4 15,-6 0-2-15,-2 0 3 0,2 0-6 0,0 1 7 16,-2 6 0-16,2-1 8 0,0 3-1 0,-1 4-2 15,-1 6 1-15,0-10-9 0,0 10 4 0,0 0 0 16,0 0 0-16,0 0 8 0,-7 43 1 0,4-12 10 16,-6 5 5-16,-2 12 0 0,0 2 10 0,-1 3-5 15,0-5-1-15,-1 4-10 0,3-3 14 0,5-1-3 16,-3-4 2-16,6-9-12 0,-1 1 17 0,-2-2-16 16,3-1 9-16,2-1 0 0,-2 1-16 0,4-2 0 15,-2-5-2-15,2 0-1 0,3-7-29 0,-5-2-27 16,0-4-30-16,1-2-35 0,1 0-42 0,-1-2-46 15,-1-4-67-15,0-5-45 0,0 0-174 0,0 0-520 16,0 0 231-16</inkml:trace>
  <inkml:trace contextRef="#ctx0" brushRef="#br0" timeOffset="28306.08">14168 5110 2457 0,'5'-9'111'0,"1"-1"-45"0,-4 4-39 16,2 0-14-16,-4 6-13 0,6-9 6 0,-2 8-3 15,-4 1 3-15,7-6 0 0,-1 3 5 0,2 0-3 16,-8 3 4-16,13-4-4 0,-2 4 5 0,3 0-15 0,-1-3-21 16,7 1-30-16,1 0-54 0,-3-1-64 15,2 0-66-15,-7 0-122 0,1 0-390 0,-3-2 173 16</inkml:trace>
  <inkml:trace contextRef="#ctx0" brushRef="#br0" timeOffset="28915.9">15071 4883 197 0,'0'0'229'0,"2"-9"3"0,-2 9-1 16,4-6 0-16,-4 6-8 0,0 0-12 0,4-5-11 16,-4 5-28-16,0 0-19 0,0 0-21 0,0 0-10 15,0 0-11-15,13 11-1 0,-9 0-8 0,2 6-3 16,3 2-11-16,1 6-5 0,-1 0-9 0,2 2 0 16,-4-2-12-16,1 0-3 0,3-3-8 0,-3-3-10 15,1-1 3-15,-5-2-3 0,3 0-5 0,0 1 0 16,-1-4-4-16,-1-2-6 0,-1-2 2 0,0-1-4 15,1 0-3-15,-1-3-2 0,-1 0 6 0,0 0 1 16,-3-5 14-16,7 3 16 0,-7-3 1 0,6 2 8 16,-6-2-10-16,0 0-4 0,14-12 0 0,-9 3-10 15,4-6 3-15,-1 3-8 0,1-2-5 0,-2-4-4 16,1 0 2-16,-3-1 3 0,5-5-15 0,-2-3 0 16,-1 1 10-16,5-3-15 0,-4 0 2 0,-3-1-3 15,3 3-1-15,-1 0-6 0,3 4 2 0,-2 0-7 16,-4 7-1-16,1-1-12 0,-2 7-12 0,-1-1-19 15,2 5-25-15,-1 0-37 0,-3 6-34 0,0-10-34 16,0 10-15-16,6-2-8 0,-6 2-22 0,0 0-27 16,13 9-26-16,-8 0-173 0,1-1-481 0,1 1 214 15</inkml:trace>
  <inkml:trace contextRef="#ctx0" brushRef="#br0" timeOffset="29858.98">15894 4853 70 0,'0'-10'215'0,"0"10"-5"0,0 0-1 0,-9-9-7 0,2 7-5 15,7 2-15-15,-16 2-11 0,5 0-13 0,-1 3-8 16,-2 1-18-16,-5 4-10 0,4 3-12 16,-1 0-6-16,0 3-12 0,-1 3-12 0,5-4-1 0,-1 1-11 15,4-2-7-15,2 0-2 0,2-2-13 0,1-1 4 16,0-1-10-16,3-1-2 0,0-1-5 0,3-1-2 15,2 1-1-15,2-2-1 0,-1-1-3 0,3-1-2 16,0-1-3-16,3 0 0 0,-1-3-3 0,4 1-5 16,-2-4 1-16,0 1-2 0,1-1-1 0,-2 0 2 15,0 0-4-15,-2-4 2 0,0 0-5 0,-1 2 2 16,-3-3-3-16,2-1 5 0,-1 0-6 0,-1-1 3 16,0-2-1-16,-1 2-1 0,0-3-2 0,1 2 1 15,-4-1 1-15,0-4-6 0,0 5 4 0,-1 2 1 16,2-1 1-16,-2 10 2 0,1-11 1 0,-1 11-3 15,0-10-4-15,0 10 0 0,0 0-6 0,0-7-1 16,0 7 2-16,0 0 1 0,0 0 3 0,0 0 11 16,0 36-10-16,1-25-1 0,-1 4 1 0,0 2 0 15,2-2 4-15,-1-2-1 0,1 2 0 0,2 0-1 16,-1-4 1-16,2 1 2 0,1-1-1 0,-1 0 5 16,7 0-2-16,-3-3 9 0,2-2 5 0,0 1 3 15,1-2-1-15,5-2 7 0,-2-2 4 0,-2 1-11 16,6-2 1-16,-6-2-5 0,-1 2 2 0,2-2-5 15,-3-1 3-15,2-3-3 0,-4 1-3 0,0-1 1 16,2 1-1-16,-3-3 0 0,-2 0-1 0,1-1-2 16,-2-2-5-16,0-1 3 0,-1 0-5 0,-2-4-3 15,1 1 1-15,-3-2-3 0,-1 0 5 0,-1 1-12 16,-2 0 2-16,3 5-1 0,-5-1 0 0,3 1 5 16,-2 2-1-16,1 0-3 0,2 2 1 0,2 7 2 15,-5-9-2-15,3 3-5 0,2 6-3 0,-2-7 3 16,2 7-5-16,0 0 10 0,0 0-7 0,0 0 3 15,0 0 1-15,0 0 2 0,0 0 4 0,22 7 1 16,-8-4-5-16,2 2 1 0,3 0 8 0,2 0-4 16,-2-2 0-16,2 1-2 0,-1 2-3 0,-2-2 8 15,0 2-8-15,-5-1-1 0,-2 1 2 0,1 1-1 16,-3 2 0-16,-1-3 3 0,-1 6 5 0,1-2 5 16,-3 0 3-16,0 6 2 0,-3 0-2 0,2-6 0 15,-3 2 2-15,-1 0 0 0,0 0 5 0,2-1-8 16,-2 0 2-16,2 0-5 0,1-3 2 0,-1 3-2 15,1-3 4-15,2 1-1 0,-1-5 0 0,6 2 2 16,-1 1 9-16,6-4 11 0,3-1-14 0,3-3 0 16,-3 0 1-16,3-1 3 0,0-1-2 0,-1-2-1 15,2 0-2-15,-2 0-1 0,-4-4 0 0,2 2 3 16,-4-3 7-16,-4 2-9 0,1-1-2 0,1-4-2 16,-3 3-2-16,0-5-2 0,-3 0-2 0,-1 0-1 15,-1-1 5-15,-1 1-1 0,-3 3-3 0,0 0-5 16,-2 1 7-16,2 2-2 0,0 9 7 0,2-13 1 15,-2 13-4-15,0-9-5 0,0 9-8 0,0 0 0 16,0 0-3-16,0 0 5 0,0 0-1 0,0 0 2 16,0 0-2-16,-7 29 5 0,6-16 1 0,0-1-3 15,1 3 2-15,-2-1 3 0,2-2-2 0,0 1-5 16,0-1 2-16,2 0 0 0,-1-2-6 0,2 0-23 16,-1-1-20-16,-1-2-32 0,3-1-32 0,1-2-36 15,-5-4-42-15,8 10-46 0,-3-7-43 0,0-2-216 0,-5-1-535 16,0 0 236-16</inkml:trace>
  <inkml:trace contextRef="#ctx0" brushRef="#br0" timeOffset="30049.06">16638 4566 212 0,'-2'-3'266'16,"2"3"-16"-16,-4-10-12 0,4 10-22 0,-2-7-19 15,2 7-22-15,-3-7-18 0,3 7-15 0,0 0-17 16,0 0-19-16,0 0-33 0,0 0-26 0,0 0-38 16,0 0-41-16,0 0-49 0,0 0-74 0,0 0-170 15,0 0-350-15,21 14 155 0</inkml:trace>
  <inkml:trace contextRef="#ctx0" brushRef="#br0" timeOffset="31002.54">17057 4830 80 0,'0'0'237'0,"-2"-10"-10"16,2 10-15-16,-3-6-16 0,3 6-17 0,-8-5-16 15,8 5-14-15,0 0-5 0,-21 14-13 0,9-1-4 16,-5 4-10-16,2 4-14 0,-1 0-11 0,4-5-5 16,3 3-10-16,-2-3-5 0,4 2-8 0,2-3-5 15,0 2-5-15,3-1-6 0,2-5-6 0,3 0 1 16,1 0-4-16,1-3-5 0,-1 0-4 0,2 0-6 16,2-4-1-16,-1 1-3 0,4 0-2 0,-1-4-6 0,0-1 0 15,1 0-4-15,0-2 3 0,0-1 1 16,-3-2-2-16,0 0-1 0,-1-1 2 0,1-2-2 15,0 0-1-15,-3-2-2 0,1 1-1 0,1-1 9 16,-4-1 1-16,0 3-1 0,1-3-18 0,-2 2-1 16,1 3 8-16,-3 6 5 0,2-9 0 0,-2 9-4 0,3-7-3 15,-3 7-5-15,0 0 1 0,0 0 6 16,0 0-9-16,0 0 10 0,0 0 2 0,12 21-8 16,-10-10 1-16,-1 2-1 0,4-3 2 0,-2 6-9 15,-1-4-4-15,1-1-20 0,1 1-30 0,-2-2-30 16,4 1-36-16,-2 0-37 0,-1-3-46 0,2-1-179 0,2 0-421 15,-1-4 187-15</inkml:trace>
  <inkml:trace contextRef="#ctx0" brushRef="#br0" timeOffset="31253.84">17463 4747 53 0,'3'-16'256'0,"-3"6"-9"15,1-2-7-15,-1 5 0 0,0 7-11 0,1-11-20 16,-1 11-20-16,2-8-25 0,-2 8-9 0,0 0-18 16,0 0-6-16,0 0-1 0,1 29 4 0,-2-10 4 15,-1 9-9-15,2-1-13 0,0 5-12 0,-1-4-7 16,0 1-10-16,-1 0-9 0,1 0-8 0,2-3 1 16,-1-7-4-16,-1 7-13 0,2-6-15 0,-1-3-22 15,4-1-23-15,-4 0-28 0,3-4-33 0,-2 1-43 16,-1-4-42-16,1-2-28 0,2-1-38 0,-3-6-34 15,2 8-175-15,-2-8-464 0,0 0 206 0</inkml:trace>
  <inkml:trace contextRef="#ctx0" brushRef="#br0" timeOffset="31516.2">17357 4902 146 0,'0'0'198'0,"0"0"-21"16,0 0-11-16,9-10-17 0,-1 10-4 0,1-3-12 15,5 3-10-15,2 0-8 0,6 0-6 0,6 2-13 16,-6-1-3-16,7-1-6 0,-2 1-5 0,0 2-10 16,-7-2-7-16,1 1-5 0,-1 0-5 0,-1-1-7 0,-1 5-8 15,-5-4 5-15,-3 2 2 0,3 0-2 16,-3 2 3-16,-1 1-1 0,-1 1 6 0,0 2 2 16,-2 0-1-16,-2 2-2 0,5 2 1 0,-7-1 0 15,1 3-6-15,-2-5 0 0,0 5-3 0,-2-4 1 16,2 1-10-16,2 2-11 0,-2-4-32 0,-1-1-36 0,2 1-42 15,-2-1-55-15,1-4-59 0,0 2-213 16,-1-8-446-16,0 0 197 0</inkml:trace>
  <inkml:trace contextRef="#ctx0" brushRef="#br0" timeOffset="31689.95">17716 4724 9 0,'0'0'158'16,"-1"-9"-47"-16,1 9-35 0,0 0-11 0,0 0-37 15,0 0-9-15,0 0-31 0,20 12-27 0,-11-6-31 0,0 1-74 16,9 3 33-16</inkml:trace>
  <inkml:trace contextRef="#ctx0" brushRef="#br0" timeOffset="32245.94">18123 4882 22 0,'-13'13'217'16,"6"-9"-9"-16,0 2-17 0,-3 3 5 0,-5 1-4 15,3 4-4-15,-1-1 2 0,3 0-20 0,-2 1-13 16,3 1-14-16,-1-1-8 0,4-2-14 0,-2 3-13 16,5-3-6-16,1-1-13 0,-1-1-5 0,2 1-6 15,2 0-6-15,1-1-8 0,0 1-9 0,2-1-2 0,1-2-3 16,3-2-4-16,-1 1-2 0,4-2-7 15,0 0 0-15,-2-3 2 0,1 1-4 0,2-2-5 16,-3-2-2-16,1 1-2 0,-1-3 9 0,1-1-7 16,-1-2-6-16,0-1-8 0,0-2 2 0,-3 1-2 15,-1-2-1-15,-1-3-5 0,-1 2-1 0,1-5-2 0,-2 0-1 16,1 1 0-16,-2-2 6 0,0 2-9 16,2-3-7-16,-2 1 8 0,2 2-2 0,-1 1 1 15,1 4-3-15,1-1 3 0,-3 5 0 0,2 1-3 16,-3 5 0-16,10-6-1 0,-4 4 5 0,-6 2-5 15,18 8-4-15,-7 0 6 0,2 5 4 0,1-1 1 16,-1 4 4-16,-3-1-2 0,2-1 5 0,-6 0-3 16,2-1-2-16,-2 3 6 0,-1-5 0 0,0 0 3 15,-1-3-1-15,-1 0 3 0,0-3 0 0,-2 2 6 16,-1-7 2-16,4 8 5 0,-4-8 9 0,1 7 7 16,-1-7 0-16,0 0-1 0,0 0-3 0,4 5 0 15,-4-5-5-15,0 0-5 0,0 0-2 0,0 0 1 16,0 0-11-16,9-24-3 0,-4 14 7 0,1-1-11 15,5-2-2-15,1-1 0 0,4 0 5 0,0 3-15 16,0-2-6-16,1 0 9 0,9 1-5 0,-11 3 0 16,3 4-1-16,-5 3-2 0,0 1-2 0,1 1 2 0,4 2 2 15,-7 3-2-15,1-1-2 0,0 4 3 16,-3 0 7-16,0 1-4 0,1 1-3 0,1 2 12 16,-3 2-9-16,-3-4-1 0,1 1 1 0,-2 0-5 15,1-3-24-15,-3 3-37 0,0-2-33 0,0-1-49 16,0 2-65-16,-1-3-75 0,-1-7-247 0,-3 11-581 15,3-11 257-15</inkml:trace>
  <inkml:trace contextRef="#ctx0" brushRef="#br0" timeOffset="34209.55">19431 5142 177 0,'0'0'229'0,"0"0"-13"15,0 0-16-15,0 0-12 0,0 0-2 0,2-27-11 16,-2 27-1-16,9-10-15 0,-1 1-13 0,1 2-6 15,2 0-18-15,4-3-12 0,0 2-10 0,3 1-9 16,-1 3-11-16,2 1-11 0,0 3-7 0,-2 0-3 16,1 3-11-16,-3 4-6 0,-4-1 0 0,0 2-2 15,-2 2-7-15,-2 1-6 0,0 0-20 0,-1 4-22 16,-1-4-34-16,-5 2-40 0,1 2-48 0,1-3-61 16,-1-2-208-16,-1 1-439 0,0-11 193 0</inkml:trace>
  <inkml:trace contextRef="#ctx0" brushRef="#br0" timeOffset="34568.92">20221 5051 169 0,'0'0'284'0,"-6"-11"-19"0,6 11-20 0,-5-3-17 16,5 3-20-16,0 0-8 0,-16 8-16 0,9-2-5 15,-2 3-14-15,2 1-16 0,-1 1-11 0,3-1-16 16,0 2-14-16,3-1-4 0,1 2-3 0,-1 2-19 16,5 0-4-16,1-3-7 0,1-1-8 0,1-2-4 15,2 1-4-15,2-1-10 0,3-6-1 0,2 4 3 16,-2-2-6-16,0-3-4 0,4 0 0 0,-4-1-1 16,1 0-2-16,-1-3-1 0,-1-1 2 0,0-3-2 15,-3 1 4-15,0-3 15 0,-1 0-11 0,-2-2-4 16,0-2-12-16,-5 0 4 0,1 0-4 0,0-7-2 15,-1 2-1-15,-4 2-4 0,0-1-8 0,0 1 3 16,0 2-4-16,-2 3-8 0,3 0 1 0,-3 2-15 16,1 1-19-16,0 3-14 0,-2 1-35 0,6 3-28 15,-19-3-32-15,3 7-31 0,-4 4-53 0,0 0-54 16,-4 2-209-16,6-1-528 0,3-2 234 0</inkml:trace>
  <inkml:trace contextRef="#ctx0" brushRef="#br0" timeOffset="34838.4">20690 4880 313 0,'5'-7'317'0,"-1"0"-13"16,0 4-3-16,-4 3-19 0,4-10-11 0,-4 10-25 15,5-6-22-15,-5 6-22 0,0 0-24 0,0 0-18 16,0 0-16-16,9 12-6 0,-7 3-6 0,1 3-13 15,-1 8-1-15,1 3-12 0,-4 2-8 16,1-2-9-16,0 0 0 0,-2 1-15 0,1 2-7 0,0-3-1 16,0 1-11-16,-3 2-1 0,1-3-3 0,-1-1-2 15,3-1-5-15,-4 0-27 0,5 1-30 0,-2-9-45 16,0-1-44-16,1 0-43 0,-2-2-47 0,2-1-56 16,1-4-38-16,-1 1-258 0,-1-2-590 0,2-10 261 15</inkml:trace>
  <inkml:trace contextRef="#ctx0" brushRef="#br0" timeOffset="35088.21">20934 5241 2465 0,'12'-23'71'16,"-5"6"24"-16,0-1-18 0,0 4 5 0,-3 4 0 16,-1 4 14-16,-2-1 3 0,2 2-10 0,-3 5-7 15,2-7-2-15,-2 7-12 0,4-6-5 0,-4 6-3 16,0 0 6-16,0 0 0 0,1 23 2 0,-3-11 5 15,-1 7-8-15,-1 7 3 0,1 3-7 0,-3-2 7 16,1-3-10-16,-2 3-7 0,0 0 1 0,3 1-10 16,-1-5-8-16,1-3 8 0,-1-2-8 0,3 0-7 15,-1-3-27-15,1-1-31 0,-1-3-33 0,3-1-39 16,0-1-43-16,-1-2-30 0,-2-1-45 0,3-6-40 16,-1 10-39-16,1-10-214 0,0 0-556 0,0 0 245 15</inkml:trace>
  <inkml:trace contextRef="#ctx0" brushRef="#br0" timeOffset="35298.21">21021 5155 245 0,'3'-11'250'0,"-1"5"-2"0,2 0-11 16,0 1-6-16,-4 5-18 0,6-9-13 0,-2 6-13 15,-4 3-13-15,10-2-19 0,-10 2-10 0,12 2-15 16,-12-2-14-16,13 8-9 0,-7-4-14 0,0 0-9 15,0 2-11-15,-3 0-4 0,0 1-7 0,-3 0-18 16,0 2-21-16,-4-2-40 0,-4 0-42 0,-1 2-50 16,-7-1-48-16,-2 0-42 0,0 1-49 0,-13-3-136 15,3-2-414-15,-2-5 184 0</inkml:trace>
  <inkml:trace contextRef="#ctx0" brushRef="#br0" timeOffset="35836.82">19277 5079 170 0,'0'0'281'15,"0"0"-11"-15,0 0-16 0,0 0-15 0,2-6-16 16,-2 6-22-16,0 0-19 0,0 0-20 0,0 0-14 15,0 0-17-15,0 0-12 0,0 0-8 0,0 0-7 16,-1 26-8-16,-2-16-6 0,2 1-8 16,-2 5-8-16,1-1-4 0,1 0-8 0,1-2-4 0,-3-3-6 15,-1 3-5-15,3-1-13 0,-1-2-25 0,0 1-31 16,1 0-38-16,0-1-53 0,-2 0-53 16,2-3-52-16,-2 1-231 0,3-8-485 0,-5 8 214 15</inkml:trace>
  <inkml:trace contextRef="#ctx0" brushRef="#br0" timeOffset="36046.08">19287 4778 2547 0,'1'-18'23'0,"-1"3"58"0,0 4-22 0,-1 1-17 15,2 3-5-15,-1 7-10 0,1-10-6 0,-1 10 2 0,2-9-6 16,-2 9 0-16,0 0-4 0,1-7-3 15,-1 7 0-15,0 0-2 0,0 0-5 0,0 0-16 0,0 0-29 16,0 0-33-16,0 0-45 0,17 20-64 16,-10-13-54-16,-3 0-140 0,5-1-409 0,0 1 181 15</inkml:trace>
  <inkml:trace contextRef="#ctx0" brushRef="#br0" timeOffset="36822.64">21836 5066 260 0,'0'-10'283'0,"0"10"-8"15,0 0-18-15,2-9-22 0,-2 9-25 0,0 0-21 16,0 0-22-16,0 0-16 0,0 0-18 0,0 0-10 15,0 0-15-15,6 23-6 0,-3-7-9 0,-1 3-3 16,3 5-9-16,-2 4-4 0,1-3-8 16,0 2-9-16,-1-3-2 0,1-4-7 0,1 5-3 15,0-1-3-15,-1-8-6 0,0-2-4 0,-1-3-1 0,-2-3-2 16,2 2-6-16,-1-4 4 0,-1 0 4 0,-1-6 21 16,2 10 40-16,-2-10-3 0,1 6 25 15,-1-6-9-15,0 0-9 0,0 0-9 0,0 0-22 16,16-20 0-16,-9 7-1 0,-1-2 2 0,3-2-14 0,0-1-2 15,0-6-5-15,0 1-6 0,6-1-16 0,0-2 0 16,-4-1-7-16,1 1-11 0,0 1-11 0,2 0-39 16,-2 3-8-16,-3 7-21 0,-4 3-27 0,-1 2-35 15,0 0-39-15,-2 4-49 0,3 0-50 0,-2 2-22 16,-3 4-6-16,0 0-193 0,0 0-532 0,0 0 236 16</inkml:trace>
  <inkml:trace contextRef="#ctx0" brushRef="#br0" timeOffset="37096.03">22167 5240 56 0,'2'9'194'0,"-2"-9"-8"15,2 8 2-15,-2-8-3 0,0 7-10 0,0-7-5 16,3 10-10-16,-2-6-7 0,-1-4-7 0,4 9-10 16,0-5-5-16,-4-4 0 0,9 8 0 0,-4-5-1 15,1-1-1-15,2 0-8 0,2-1-8 0,0 1-9 16,-2-1-6-16,2-1-7 0,-10 0-9 0,17-3-1 15,-11 0-2-15,-1-2-3 0,3 1-11 0,-3-5-4 16,-1 0-10-16,-1 0-2 0,-3-2-5 0,-2 1-7 16,0-2-8-16,-2 1 0 0,-4 1-11 0,1 0-4 15,-2 2-5-15,-3 1-8 0,-1 1-17 0,-2 1-9 16,1 2-23-16,0 3-20 0,-5 2-19 0,1 3-33 16,1 0-41-16,1 3-49 0,5-1-53 0,-2 4-180 15,5-4-479-15,3-2 212 0</inkml:trace>
  <inkml:trace contextRef="#ctx0" brushRef="#br0" timeOffset="37340.46">22597 5047 311 0,'2'-11'311'15,"2"6"-7"-15,1-2-12 0,-2 1-8 0,1 2-9 16,-4 4-25-16,2-9-24 0,-2 9-26 0,0 0-4 15,7-6-49-15,-7 6-8 0,0 0-13 0,0 0-11 16,6 20-6-16,-3-5-5 0,-2 4-16 0,0 6-5 16,2-1-9-16,-2 1-7 0,-2 1-1 0,2-6-6 15,0 6-4-15,1-1-9 0,-1-7-23 0,-1 1-33 16,1 7-42-16,-2-11-39 0,1 2-46 0,-1-2-52 16,1-3-54-16,0-3-46 0,0 0-204 0,-2-3-533 0,2-6 236 15</inkml:trace>
  <inkml:trace contextRef="#ctx0" brushRef="#br0" timeOffset="37574.51">22852 5015 280 0,'3'-11'293'0,"-2"3"-4"0,1 3-14 16,0-1-24-16,-2 6-27 0,4-10-31 0,-4 10-18 15,0 0-10-15,0 0-7 0,0 0 6 0,-2 36 0 16,-1-13 2-16,3 6 0 0,-4-3-21 0,1 2-9 15,1 1-16-15,1 2-8 0,-3-4 7 0,1 1-26 0,2-3-5 16,1 3-14-16,-3-3-8 0,3-8-16 16,0-6-28-16,-1 4-30 0,1-3-35 0,-2-1-36 15,0-5-30-15,2-6-36 0,-3 13-32 0,3-13-35 16,-2 7-25-16,2-7-27 0,0 0-189 0,0 0-490 16,0 0 217-16</inkml:trace>
  <inkml:trace contextRef="#ctx0" brushRef="#br0" timeOffset="38684.14">22708 5139 146 0,'6'-12'172'0,"-1"10"-15"0,7 0-16 0,2-1-3 16,7 2-11-16,7 0 2 0,1-2-9 0,4 3-12 16,-2-1-6-16,1 1-14 0,-1-1 1 15,-10 1-8-15,7 0-10 0,-7 0-7 0,-2 1-2 0,-5-2-2 16,-2 1-4-16,-1 1-2 0,-2-2 9 0,-9 1 10 15,12-2 11-15,-12 2 8 0,10 2 11 0,-10-2 4 0,0 0-8 16,10 0-5-16,-10 0-6 0,0 0-7 16,0 0-8-16,0 0-9 0,0 0-4 0,0 0-6 0,-24 18-7 15,11-5 1-15,-2 0-5 0,1 2-7 0,-4 2-5 16,0 3-4-16,8-5 5 0,1 1-1 0,-2 1-9 16,6 0 2-16,1 0-2 0,3-4-8 0,0-3 2 15,2 3 3-15,3-4-12 0,0 0-1 0,2-1-3 16,4-2-6-16,1-4-9 0,1 1-7 0,1-3 5 15,0 1-1-15,1-2-2 0,0-2 4 0,1-3 1 16,-3 1 3-16,1-2 0 0,-2 0 4 0,-2 0 1 16,1-3 3-16,1 2-7 0,-5-1 4 0,2-2 1 15,1 1 1-15,-4-1-1 0,0 0-4 0,0 1 9 16,-1 1 1-16,-2 3 6 0,1 0 6 0,-3 6-2 16,5-8-2-16,-5 8-3 0,1-6-2 0,-1 6-1 15,0 0 1-15,0 0-2 0,0 0 0 0,0 0-4 16,0 0 3-16,-2 26 0 0,2-26 2 0,2 16-1 15,1-6-2-15,2-1 1 0,1-1 0 0,3 1 6 16,5 1-1-16,2-1-5 0,4-1 0 0,6-3 4 16,4 0-3-16,0-3-1 0,0 1-2 0,1-5 2 15,-2-2-2-15,0 0-1 0,0-2 3 0,-11 2 3 16,2-1-1-16,-3 0-2 0,10-4-2 0,-11 2 6 16,-5 0-6-16,-2 1 13 0,2 0-12 0,-3-3 1 15,-2 1 5-15,3-1-5 0,-3 0-1 0,0-1 1 16,-3 2 7-16,0-2 1 0,-2 3 5 0,-1 7-5 15,-2-16 7-15,2 16 10 0,-5-11-10 0,3 7-4 16,2 4-3-16,-9-5 0 0,9 5-2 0,-19 3-2 16,6 1-1-16,-4 4 4 0,-1 0-4 0,1 1 1 15,1 0-5-15,4 2 4 0,-2-1-5 0,4 3 1 16,3-2 1-16,0-3-1 0,4-1 0 0,-1 0-7 16,4 0-14-16,0-7-6 0,4 10 5 0,1-3 1 15,-1-6-2-15,2 3-1 0,2-2 3 0,3-2 4 16,0 0 0-16,-1 0-1 0,1-3 6 0,-11 3 0 15,17-4 2-15,-9 1 0 0,1-1 3 0,-3 2-4 16,-2-2 3-16,-4 4 2 0,8-7 1 0,-8 7 5 16,8-4 6-16,-8 4 5 0,4-5-5 0,-4 5 1 15,0 0-10-15,0 0-1 0,12 3 4 0,-12-3 5 16,5 17 5-16,0 1-2 0,0 7 9 0,-4 6 0 16,6 0 1-16,-6 2 19 0,2 12-13 0,-2 2 1 15,-2-2 8-15,-1-10 3 0,1 12 1 0,-1-12-9 16,-1 0-3-16,-2 12 10 0,2-14-8 0,-4-2-1 15,-1-2-7-15,2-3 4 0,0 0-2 0,-1-8-3 16,1 0 4-16,-2-2-3 0,-1-6 2 0,0 1 1 16,1-1-2-16,-1-3 8 0,-2-1-8 0,-3-2-4 0,2-3-2 15,-2 1 1-15,1-2-4 0,-1-2-9 16,3-7-5-16,1 1-1 0,-2-3-11 0,3-3 2 16,5-3-18-16,0 1-7 0,6-9 0 0,-1 0-4 15,7-2 2-15,6 0-5 0,0-3-10 0,1-1 0 16,4 1-3-16,11-11 4 0,0 2 4 0,4 4-1 0,0-8 3 15,1 7-3-15,-3 0 11 0,-7 9 0 16,9-8 4-16,-1-1-1 0,-8 9 4 0,-1-1 3 16,6-11 0-16,-8 13 3 0,-6-2 6 0,5 2 5 15,-11 2 6-15,0 6 9 0,-1 3 13 0,0 1 12 0,-5 4 9 16,-2 1-1-16,0 1 0 0,-1 1 2 16,-1 7-8-16,0 0-2 0,-6-9 1 0,6 9-4 15,-16 5 0-15,1 2 6 0,-4 3 5 0,-4 4 2 0,1 2 5 16,7-2-2-16,-1 1-7 0,3 0-3 15,1 0-2-15,5 0-1 0,4 2-2 0,1 1 1 0,2-6-4 16,4 0-27-16,4 2-17 0,8-2-26 0,2-2-30 16,12 0-36-16,5-4-40 0,2 1-42 0,13-4-45 15,1 3-28-15,-15-5-217 0,-1 1-526 0,-4-4 233 16</inkml:trace>
  <inkml:trace contextRef="#ctx0" brushRef="#br0" timeOffset="38830.3">24402 5338 126 0,'13'-2'217'0,"-5"0"27"0,0 2 19 16,-2-2 2-16,-6 2-2 0,12-3-10 0,-12 3-2 15,9 2-6-15,-9-2 5 0,0 0-25 0,8-2-3 16,-8 2-11-16,0 0-19 0,0 0-10 16,0 0-37-16,9-1-6 0,-9 1-15 0,0 0-14 0,0 0-31 15,0 0-36-15,0 0-70 0,0 0-59 0,0 0-69 16,0 0-76-16,0 0-84 0,0 0-225 16,0 0-584-16,0 0 259 0</inkml:trace>
  <inkml:trace contextRef="#ctx0" brushRef="#br0" timeOffset="46562.93">10836 6437 80 0,'0'0'171'0,"0"0"-25"0,0 0-11 0,0 0-10 15,0 0-17-15,0 0-16 0,7-2 5 0,-7 2-12 16,0 0-7-16,0 0-10 0,0 0-10 0,0 0 3 16,0 0-3-16,0 0-13 0,0 0-3 0,0 0 4 15,0 0-1-15,8-1-1 0,-8 1-1 0,0 0-2 16,0 0-2-16,0 0 0 0,6 7-5 0,-6-7-6 16,5 4 1-16,-5-4-2 0,6 5-1 0,-1-1 5 15,-1-1 4-15,1 4-4 0,1-2 0 0,0 4-5 16,0-1-1-16,1 1-4 0,2 5 8 0,1-2-3 15,-2 2 1-15,1 2-3 0,0-2 0 0,0 4-3 16,-3-1-1-16,2 2-3 0,2 8 3 0,2-3 2 16,-2 1-6-16,-2-7 0 0,1 6-3 0,1 2 1 15,-5-10 1-15,5 9-2 0,-3-2-3 0,-1-5 1 16,-1-3-1-16,-1-5-2 0,1 7 0 0,-3-8-1 16,1 1-4-16,0-1 4 0,-1-4-3 0,1 0 2 15,-1 1 4-15,-2-6 8 0,3 7 15 0,-3-7 14 16,0 0 19-16,4 5 10 0,-4-5 12 0,0 0 7 15,0 0-19-15,0 0-3 0,0 0-14 0,9-12-3 16,-7 3 0-16,1 1-11 0,2-4-4 0,-1-4-4 16,2 0-3-16,2-3-2 0,-1-3-8 0,1 6 0 0,1-8-3 15,0 5-5-15,2-4 1 0,-1-4-1 16,1 4-4-16,-3-2-2 0,1-2-1 0,-2 0 0 16,3 0-1-16,0 0 22 0,-3 1 1 0,1 9-5 0,-2-2-3 15,0 3 1-15,-2 1-10 0,0 4 0 16,-1 5-2-16,-1-2-1 0,0 2-3 0,1 1 3 15,-3 5-3-15,3-8-5 0,-3 8-3 0,2-8-7 16,-2 8-15-16,0 0-13 0,0 0-17 0,0 0-13 16,0-6-10-16,0 6-11 0,0 0-20 0,0 0-31 0,0 0-24 15,0 0-37-15,13 14-33 0,-9-7-208 16,0-3-474-16,2 2 210 0</inkml:trace>
  <inkml:trace contextRef="#ctx0" brushRef="#br0" timeOffset="47140.87">11471 6810 70 0,'0'0'175'0,"0"0"1"15,0 0-15-15,0 0-4 0,0 0-5 0,0 0-13 16,0 0-12-16,0 0-9 0,0 0-9 0,0 0-5 16,0 0-9-16,0 0-9 0,0 0-4 0,0 0-12 15,0 0 0-15,7-3-3 0,-7 3 0 0,11-1-3 16,0 1-5-16,7 0-6 0,1-1-2 0,9 1 0 16,-1-3-6-16,2-2-9 0,0 3 0 0,0 0-2 15,-7 0-11-15,6 0-14 0,-10 0-20 0,0 1-18 16,-7 0-22-16,1-1-46 0,-5 1-32 0,1 0-23 15,-8 1-7-15,10 2-27 0,-10-2-93 0,0 0-302 16,0 0 134-16</inkml:trace>
  <inkml:trace contextRef="#ctx0" brushRef="#br0" timeOffset="47409.07">11429 6867 16 0,'0'0'175'0,"0"0"-12"16,-3 3-22-16,3-3-17 0,0 0-2 0,0 11-2 16,1-3-5-16,-1-8-4 0,2 23-5 0,0-6-6 15,1-1 3-15,0 3-2 0,-1 0 0 0,-1 9-7 16,2-4-4-16,-1 1-6 0,-3 2-7 0,1-8-2 16,0 0-4-16,-4 1-8 0,3-2-2 0,1 0-5 0,0 0-5 15,-2-2-5-15,0 1-5 0,2-3-1 0,-2-4-4 16,2 2-3-16,0-1-6 0,-3-1-1 15,2 0-9-15,-1-3-16 0,1 1-23 0,1-8-27 16,0 11-31-16,0-11-31 0,-4 7-30 0,4-7-36 16,-5 4-158-16,5-4-362 0,0 0 160 0</inkml:trace>
  <inkml:trace contextRef="#ctx0" brushRef="#br0" timeOffset="47582.3">11446 7159 136 0,'11'-3'171'0,"0"0"-20"16,2 1-15-16,0 2-12 0,5-1-22 0,-5 0-1 15,5 1-9-15,-4-2-12 0,3 2-27 0,1-2-22 0,-1 2-25 16,1-2-39-16,-1 0-29 0,-3 1-35 16,-3 1-69-16,-1-4-178 0,2 3 79 0</inkml:trace>
  <inkml:trace contextRef="#ctx0" brushRef="#br0" timeOffset="47900.27">11974 6910 181 0,'0'0'221'0,"4"-8"-16"16,-4 8-17-16,5-6-21 0,-5 6-16 0,0 0-17 15,0 0-13-15,0 0-6 0,0 0 9 0,0 26 6 16,0-10-2-16,-2 1-6 0,4 9-2 15,-4-1-6-15,-1 0-5 0,1-7-8 0,0 2-9 16,1 4-1-16,-2-4-9 0,3-2-7 0,0 2-8 0,-2-4-2 16,2 3 2-16,0-3-14 0,-4-5-1 0,8 1-7 15,-8 0-3-15,4-2-6 0,0-3 2 16,4 0-8-16,-4-7 0 0,0 13-4 0,0-13 1 0,0 8-6 16,0-8 0-16,2 7-3 0,-2-7 2 0,0 0-2 15,3 8 1-15,-3-8-2 0,8 2-3 0,-8-2 8 16,16 0-16-16,-8 1-17 0,4-2-22 15,4-2-30-15,1-2-33 0,-1 0-36 0,4 0-34 16,7-5-48-16,2 0-40 0,-6 0-172 0,2 0-462 0,2-3 204 16</inkml:trace>
  <inkml:trace contextRef="#ctx0" brushRef="#br0" timeOffset="48191.83">12870 6946 78 0,'0'0'222'0,"0"0"-9"16,0 0 2-16,-24-12-3 0,24 12-6 0,0 0-11 16,-7 0-8-16,7 0-9 0,0 0-12 0,0 0-7 15,0 0-15-15,0 0-14 0,0 0-7 0,0 0-11 0,0 0-8 16,0 0-7-16,0 0-7 0,0 0-4 15,0 0-1-15,0 0-16 0,0 0-1 0,23-2-5 16,-10 1-3-16,5 1-12 0,-1-2-5 0,2 0-12 16,0-1-11-16,0 3-23 0,-1-2-33 0,-2 0-36 0,-2 1-40 15,-3 2-45-15,1-2-40 0,-2 0-39 0,-3 2-197 16,-7-1-467-16,8 3 207 0</inkml:trace>
  <inkml:trace contextRef="#ctx0" brushRef="#br0" timeOffset="48371.21">12870 7100 136 0,'-4'8'216'15,"4"-8"-6"-15,-4 4-9 0,4-4-4 0,0 0-9 0,0 0-17 16,0 0-10-16,0 0-12 0,0 0-15 0,0 0-9 16,0 0-14-16,0 0-10 0,13 6-16 0,0-7-18 15,1 1-38-15,-1-3-35 0,5 1-51 16,-3 0-51-16,4 0-40 0,-1 0-179 0,-2-2-355 0,-2 1 157 15</inkml:trace>
  <inkml:trace contextRef="#ctx0" brushRef="#br0" timeOffset="50361.41">13780 6843 99 0,'0'0'174'0,"0"0"-14"15,0 0-13-15,0 0-5 0,0 0-14 0,0 0-10 16,0 0-3-16,0 0-18 0,0 0-7 0,0 0-10 16,0 0-8-16,0 0-2 0,0 0-5 0,-1-8-7 15,1 8-4-15,0 0 5 0,0 0-3 0,0 0-4 16,0 0 1-16,0 0 1 0,0 0-3 0,0 0 4 16,0 0-4-16,0 0 0 0,0 0-1 0,0 0 2 15,0 0-5-15,0 0 1 0,0 0-4 0,0 0-4 16,0 0 1-16,0 0-3 0,0 0-2 0,0 0-2 15,0 0-6-15,0 0-1 0,0 0-2 0,0 0-2 16,0 0-4-16,0 0-2 0,0 0-1 0,0 0-2 16,0 0 0-16,0 0-2 0,0 0-2 0,0 0 2 15,0 0 0-15,0 0 3 0,0 0-8 0,0 0 2 16,0 0-6-16,0 0 0 0,0 0 2 0,0 0-2 16,0 0 0-16,0 0 2 0,0 0-3 0,0 0 2 15,0 0-4-15,0 0 3 0,0 0-3 0,0 0 1 16,0 0 0-16,0 0 0 0,0 0 1 0,0 0-2 15,0 0 3-15,0 0-2 0,0 0-2 0,0 0 1 16,0 0-1-16,0 0-1 0,0 0 3 0,0 0-1 16,0 0-1-16,0 0 1 0,0 0 0 0,0 0 2 0,0 0-2 15,0 0 0-15,0 0 2 0,0 0-2 16,0 0 0-16,0 0 3 0,0 0-2 0,0 0 0 16,0 0-1-16,0 0 2 0,0 0-2 0,0 0 0 15,0 0 1-15,0 0 2 0,0 0-1 0,0 0 0 0,0 0-1 16,0 0 0-16,0 0 5 0,0 0-7 0,0 0 2 15,0 0-4-15,0 0 6 0,0 0-1 0,0 0 0 16,0 0 0-16,0 0-1 0,0 0 1 0,0 0-1 16,0 0-3-16,0 0 4 0,0 0 1 0,0 0-1 15,0 0 1-15,0 0 2 0,0 0 0 16,0 0 1-16,0 0-1 0,0 0 2 0,0 0 7 16,0 0 2-16,4-10 0 0,-4 10 3 0,0 0-4 0,0 0 1 15,0 0 0-15,0 0-5 0,-6-8 2 0,6 8-2 16,0 0 0-16,0 0 1 0,-2-11 4 0,2 11-4 15,-2-5 2-15,2 5 1 0,0 0-2 16,-2-10 0-16,2 10-2 0,-2-8-3 0,2 8 14 16,0 0-4-16,-3-9-3 0,3 9-1 0,0 0-2 0,-2-6 7 15,2 6-8-15,0 0 2 0,-2-9-5 0,2 9-2 16,0 0-3-16,0 0-7 0,0 0 5 0,0 0-6 16,0 0-3-16,0 0 6 0,0 0-2 0,0 0-2 15,0 33 4-15,0-18 0 0,0 15 1 0,0-3-4 16,-2 1 6-16,2 2 2 0,-2 1-2 0,-2-3 2 15,3 1 0-15,-4-2 1 0,3 0-1 0,0-2-1 16,-2-5 0-16,4-1 2 0,-5-1 2 0,3-1-4 16,2-3 1-16,-4-4 2 0,4 5 4 0,0-8-7 15,-2 5 2-15,2-1-2 0,0-5 3 0,0-6-4 16,-1 16 2-16,1-10 1 0,0-6-7 0,-2 13-19 16,2-13-22-16,-2 8-28 0,2-8-33 0,-3 8-17 15,3-8-21-15,0 0-29 0,-2 7-42 16,2-7-203-16,0 0-452 0,0 0 200 0</inkml:trace>
  <inkml:trace contextRef="#ctx0" brushRef="#br0" timeOffset="50740.77">14013 6983 112 0,'7'0'226'0,"-7"0"-23"16,0 0-17-16,0 0-19 0,7 8-16 0,-7-8-11 15,0 11-10-15,0-11-6 0,-3 14-7 0,1 1-10 16,-2-6-2-16,4 5-6 0,-4-3-4 0,3 3-2 16,-3 0-3-16,2-2-5 0,0 0-8 0,2 0-7 15,-2 0-6-15,2-2-5 0,2 2-3 0,2-1-7 16,-2-2-4-16,1 0 3 0,3-2 2 0,1 0-2 0,4-3-4 16,-2 3-1-16,2-5 0 0,1 1-2 15,1-2-7-15,1-3 2 0,1-1-6 0,2-1 8 16,0-1-7-16,-1-1-3 0,-3 2 3 0,1-8-8 0,-1 4 2 15,-4-2-3-15,1 0 2 0,-4 0-9 0,1-1 12 16,-5-2-9-16,2-3-3 0,1 4-1 0,-8-3-1 16,1-3-3-16,0 1-1 0,-2 2-1 15,-3-1-1-15,-2 3-3 0,0 3 0 0,-2-1-1 16,2 3-3-16,-1-2-4 0,-3 6 1 0,3 1-3 16,-3 1-10-16,0 4-16 0,0 2-16 0,1 0-27 0,-1 3-32 15,-3 0-39-15,6 2-41 0,0-1-32 0,5 2-214 16,-3-2-467-16,4 0 207 0</inkml:trace>
  <inkml:trace contextRef="#ctx0" brushRef="#br0" timeOffset="51181.77">14556 6763 131 0,'0'0'269'0,"3"-7"-23"0,-3 7-27 16,1-6-23-16,-1 6-19 0,0 0-19 0,0 0-19 16,0 0-8-16,0 0-2 0,0 0-1 0,13 14 1 15,-7-4-13-15,1 2-4 0,1 4 5 0,-2-3-11 16,2 7-13-16,2 2-6 0,-3-5-5 0,-1 1-4 16,1 2 2-16,3-3-16 0,-4 7-5 0,5-7-3 15,-3-1-1-15,0 1-8 0,-2-2-2 0,1 2-6 16,0-3-5-16,0-4-1 0,-1 1-4 0,1-2-1 15,-1 1-2-15,-1 0-7 0,0-3 2 0,-1-1 4 16,1 0-3-16,1-2-7 0,-3-1 3 0,1 3-1 16,-4-6 6-16,12 4 8 0,-6-3 5 0,-6-1 5 15,11-2 6-15,-11 2-8 0,16-9 3 0,-7-2-5 16,0 0 11-16,3-5-8 0,3-4 1 0,1-1-7 16,-5-4-2-16,6 0-5 0,-3-4-4 0,1 1 1 15,-3-2-8-15,1 0 6 0,-1 2-6 0,0-1 12 0,2-5-20 16,-2 3 2-16,-3 5 1 0,1 6-3 15,-3 4-8-15,4-1 7 0,-6 6-5 0,-3 0-5 16,2 2-25-16,-1 3-27 0,-1 0-25 0,-2 6-35 16,3-7-36-16,-3 7-26 0,0 0-36 0,0 0-22 15,0 0-41-15,0 0-214 0,-19 21-529 0,11-14 234 16</inkml:trace>
  <inkml:trace contextRef="#ctx0" brushRef="#br0" timeOffset="51364.83">15230 6832 51 0,'0'0'245'16,"7"3"-12"-16,-7-3-22 0,0 0-17 0,0 0-19 0,0 0-18 16,0 0-33-16,0 0-32 0,0 0-44 15,0 0-38-15,0 0-40 0,0 0-41 0,1-13-53 16,-1 13-96-16,0 0-237 0,0 0 105 0</inkml:trace>
  <inkml:trace contextRef="#ctx0" brushRef="#br0" timeOffset="53952.71">11149 8191 80 0,'0'0'207'0,"-1"-12"-5"0,1 6-9 16,0 6-11-16,-2-16-3 0,2 8-1 16,-1 1-4-16,1 7-4 0,-1-9-12 0,1 9-1 0,-2-10-21 15,2 10-13-15,0 0-13 0,2-8-14 0,-2 8-14 16,0 0-7-16,0 0-12 0,0 0-6 0,0 0-3 16,0 0-5-16,1 28-7 0,2-10 0 0,-3 3-2 15,0 4-5-15,0 3-2 0,0 0-3 0,0 0-6 16,-2 0 2-16,1-1 3 0,0 1-6 0,1-3-3 15,-2 1-1-15,1-8 1 0,1 2-3 0,0-2-4 16,0-3 0-16,-4-1-2 0,4 1 0 0,-1-2 3 16,1-2-12-16,-1 1-14 0,-2-2-20 0,2 0-27 15,1-1-27-15,-3 1-28 0,2-4-30 16,1-6-22-16,0 8-26 0,0-8-17 0,-6 9-154 0,6-9-392 16,-5 2 173-16</inkml:trace>
  <inkml:trace contextRef="#ctx0" brushRef="#br0" timeOffset="54308.15">11190 8096 136 0,'20'-5'165'0,"-1"3"-12"0,2 3-6 0,0 4-12 15,0-3-12-15,-3 5-14 0,1-2-8 0,-4 3-11 0,2 3-6 16,-6-1 0-16,1 3-9 0,-3 0-8 15,-1 2-4-15,-6-3-7 0,2 6 0 0,-5-2-5 16,-2 1-8-16,-1 0-2 0,-3 1-4 0,1-4-1 16,-6 1-4-16,2-4-2 0,-3 0-7 0,-1-1 3 0,0 1-4 15,-2-4-3-15,2-2 2 0,0 1-5 0,1-2-4 16,1-2 5-16,0-2 3 0,1 1 9 16,2 0 1-16,9-1 9 0,-12 0 0 0,12 0 4 15,-10 0 0-15,10 0-7 0,-8 0-7 0,8 0 1 16,0 0-11-16,0 0-2 0,-9 2 0 0,9-2-4 15,0 0-4-15,0 0 2 0,13 19-3 0,-5-11 3 16,3 5-2-16,2-1-11 0,1 1-19 0,-1 2-18 0,3-1-14 16,-3-1-24-16,3 0-28 0,-2 0-19 0,1-1-26 15,-1-2-19-15,0 1-128 0,-6-1-322 0,1-3 142 16</inkml:trace>
  <inkml:trace contextRef="#ctx0" brushRef="#br0" timeOffset="54873.75">11491 8564 147 0,'6'-8'174'0,"2"1"-3"0,-3-1-7 0,3-1-7 0,1-4-10 16,5-2-7-16,-5 4-8 0,0-3-5 0,2 2-2 15,-3 2-2-15,1-2-9 0,3-1-7 0,-1 0-10 16,-2 4-2-16,0-5-9 0,-1 0-9 0,-2 3-2 16,-2-1-5-16,1 3 0 0,-1-3 0 0,1 3-4 15,-4-1-3-15,0 1-3 0,-1 2 0 0,0 7-13 16,-2-17-7-16,2 12-1 0,0 5-5 0,-8-10 1 15,4 6-5-15,4 4-5 0,-12-4-2 0,12 4-5 16,-17 7-1-16,8 0-4 0,-1 2 0 0,-4 5-1 16,1 0 1-16,-2 7-2 0,3-5 0 15,3 2-3-15,-1-1 0 0,4 0-5 0,1-2 2 0,2 2-1 16,0-2 3-16,5-2-1 0,2-2-3 0,2-1 1 16,3-1-4-16,5 1 2 0,0-1-8 0,3-3 3 15,4-5-2-15,-3 2-4 0,3-1 1 0,5-5-1 16,4 0-3-16,-3-1-3 0,-2-1 3 0,1-5-4 15,1 3-2-15,-7 1-2 0,-1-3 3 0,0-1-2 16,-3-2 3-16,0-2-6 0,-1 1 8 0,-3 2-4 16,0-3 4-16,-2 1 0 0,-1 0 6 0,-4 0-1 15,1 4 2-15,-2-1 2 0,-4 0 8 0,0 2 2 16,2 1 7-16,-2 7 0 0,-2-13 4 0,2 13-5 0,-4-7 0 16,4 7-4-16,-6-5 0 0,6 5-2 15,0 0 4-15,-15 8-3 0,6-4 0 0,1 5-4 16,-1 0 4-16,0 2-2 0,2 4-2 0,-1 2 1 15,5-2 1-15,-1 5 0 0,-1-2-2 0,2-1 0 16,3 2-1-16,0-1 0 0,1 3 4 0,3-2-5 16,-4 1 3-16,1 5-2 0,3-7 4 0,0 8-4 0,-2-5 2 15,1-4-1-15,-1 2-3 0,-2 0 7 16,0-2-3-16,-4 3-4 0,1-2 5 0,1-2 0 0,-2 0-3 16,2-5-1-16,-3 1-8 0,0-1-7 15,1 0-18-15,0-1-18 0,2 0-22 0,-4 0-36 0,2-3-28 16,2-1-30-16,-3-1-25 0,1 0-182 0,4-5-406 15,0 0 180-15</inkml:trace>
  <inkml:trace contextRef="#ctx0" brushRef="#br0" timeOffset="55270.68">12052 8433 33 0,'3'-5'220'15,"-3"5"-18"-15,0 0-10 0,0 0-6 0,0 0-4 16,0 0-16-16,-5 33-11 0,3-20-13 0,0 0-13 16,2-1-8-16,0 1-14 0,2-1-6 0,0 1-11 15,0-2-8-15,2-1-5 0,4 0-4 0,-1-3-4 16,3 2-8-16,3-4-3 0,0-1-5 0,5-2-6 16,-1-2-1-16,4-3-3 0,-3 0-4 0,2 0-3 15,-2-2-4-15,-2-5-1 0,4 3-6 0,-5-6 2 16,-1 0-2-16,-3 2-1 0,-1 2 1 0,-1-5-4 15,-1-2-2-15,1 1-1 0,0-1-3 0,-4-1 0 16,-1 1 2-16,-4 5 10 0,1-1 6 0,0 1 0 16,1 2 3-16,-1 3 1 0,-1 6-2 0,4-11-4 15,-4 11-10-15,0-8 0 0,0 8-5 0,0 0-2 16,0 0 0-16,0 0-2 0,2 26 4 0,-2-13-4 16,2 2 2-16,-1 3 0 0,3-1-7 0,-3-1 3 15,1 0 12-15,2 0-11 0,-2 1-4 0,-1-1-2 16,2-3-23-16,0 2-25 0,1-2-37 0,-1-3-33 0,4-1-40 15,-2-3-43-15,1 1-26 0,0-3-36 16,-1-1-138-16,4-3-427 0,0 2 190 0</inkml:trace>
  <inkml:trace contextRef="#ctx0" brushRef="#br0" timeOffset="55484.24">12599 8200 161 0,'2'-10'228'0,"-2"-1"-5"0,0 5-10 0,0 6-23 0,0-12-23 16,0 12-13-16,0 0-12 0,0 0 3 0,0 0 0 16,9 22-6-16,-6-5-11 0,-1 2-4 0,-4 6-9 15,1 2-13-15,-1 2-9 16,4-2-6-16,1-1-8 0,-3 2-7 0,0-2-15 0,-2-1-19 0,2-6-27 16,-1 1-20-16,4-1-41 0,-3-2-35 0,4-3-29 15,0-2-40-15,-1 0-41 0,3-2-173 0,-4-1-399 16,5-3 177-16</inkml:trace>
  <inkml:trace contextRef="#ctx0" brushRef="#br0" timeOffset="55844.82">12873 8309 5 0,'-5'-6'231'0,"-4"3"-13"0,0 0-12 15,-4 5-13-15,1 2-5 0,-3 3-3 0,2 6-12 16,-1 0-6-16,-9 7-13 0,5 1-15 0,7-6-13 15,2 2-12-15,3-2-12 0,-1 2-7 0,1-1-12 16,5-2-5-16,1-2-7 0,3-2-9 0,1 3-7 16,0-5-8-16,1 0-8 0,3 1-4 0,2-4-13 15,-1 1-10-15,1-3-4 0,3-2-4 0,-3-2-6 16,3-2-2-16,-1-1-1 0,-3 1 0 0,2-4-2 16,-4 1 2-16,0-1 2 0,-1-2 0 0,1-1-2 15,-5 0 1-15,2-2 2 0,0-1-3 0,-2 2 0 16,0-1 7-16,0-1-5 0,-2 4 0 0,0-3 8 15,0 12 7-15,2-9-2 0,-2 9-4 0,0-9-5 16,0 9 0-16,0 0 1 0,0 0 4 0,0 0 0 16,0 0 5-16,7 21 0 0,-5-9-1 0,0 7 0 15,-2-5 4-15,4 3-3 0,-4-4-3 0,1-2-1 16,3 6 3-16,-1-5-18 0,1 4-26 0,-1-4-39 0,1-1-50 16,0-1-41-16,3-2-44 0,0-1-173 0,2-3-413 15,0-1 183-15</inkml:trace>
  <inkml:trace contextRef="#ctx0" brushRef="#br0" timeOffset="56084.23">13140 8190 74 0,'0'-8'261'0,"0"8"-20"0,0-11-20 15,0 11-23-15,0 0-19 0,0 0-5 0,0 0 9 16,0 0 5-16,0 0 2 0,2 36-7 0,1-18-12 15,-3 8-12-15,0 0-17 0,4 0-8 0,-4-2-9 16,0 5-13-16,0-4-6 0,0 4-15 0,2-6-12 16,-2 3-1-16,0-8-11 0,0 0-16 0,0-1-23 15,0-1-21-15,2-2-32 0,-4 0-31 0,2-2-19 16,-2-1-37-16,2 0-47 0,-2-4-42 0,0 0-50 16,2-7-177-16,-5 10-463 0,5-10 206 0</inkml:trace>
  <inkml:trace contextRef="#ctx0" brushRef="#br0" timeOffset="56344.7">13038 8363 151 0,'6'-4'180'16,"-6"4"-15"-16,13-4-19 0,-7 2-9 0,8-1-9 16,-3 0-7-16,8 2-7 0,0 0-9 0,0 0-3 15,0-2-10-15,2 4-12 0,-1-2 1 0,-7 2-6 16,6-1-4-16,-6 2-8 0,-1-1-7 0,1 0 0 15,-3 2-8-15,0-2 5 0,-3 0-1 0,-1 3-3 16,1 1 5-16,2 3 4 0,-4 2 3 0,-1-1 2 0,0 1 5 16,1 3-4-16,-1-2-5 0,-2 4 0 15,4 1-6-15,-4-4-3 0,-2 1-6 0,0 3-1 16,2-2-12-16,-2-2-24 0,-2 0-31 0,4 0-27 0,-2-4-53 16,0 4-42-16,0-5-62 0,0-7-177 15,0 0-416-15,0 16 185 0</inkml:trace>
  <inkml:trace contextRef="#ctx0" brushRef="#br0" timeOffset="56499.94">13375 8190 39 0,'-2'5'-7'0,"-2"3"-7"15,0 2 3-15</inkml:trace>
  <inkml:trace contextRef="#ctx0" brushRef="#br0" timeOffset="57044.92">13589 8404 228 0,'2'6'230'0,"-2"-6"-17"0,0 13-12 16,2-3-17-16,0 0-2 0,-2 1-16 0,3 2-16 16,-2-3-12-16,1 3 0 0,-2-2-18 0,4-2-9 15,-2 0-12-15,2 1-9 0,-1 0-6 0,1-1-8 16,2-4-6-16,-3 0-3 0,2 0-4 0,0-1-4 16,-5-4-2-16,8 4-4 0,-8-4-1 0,9 0-1 15,-9 0-4-15,0 0-9 0,12-4-1 0,-8-2 0 16,-4 6-6-16,7-8-4 0,-3 0 4 0,0 1-8 15,-1-4-1-15,2 2-3 0,-1-2 5 0,0 1-3 16,-1-1 1-16,1-1 5 0,0 2-1 0,1 0 3 16,0 1 4-16,0 0-2 0,1 2 1 0,-2 1-6 15,1 1 0-15,1 2-5 0,-6 3 0 0,14 0-5 0,-5 2 3 16,0 3-3-16,0 1 3 0,-2 1-7 16,3 0 8-16,-5 1-5 0,5 1 2 0,-4-1 1 15,-1 0-6-15,1 0 4 0,0 1-3 0,-4-5-3 0,0-1 0 16,-2-3 0-16,6 7 0 0,-6-7-3 0,5 6 9 15,-5-6-4-15,4 2 5 0,-4-2 3 0,0 0-2 16,0 0 6-16,0 0 2 0,9 0-5 0,-9 0-1 16,0 0-6-16,11-11-1 0,-6 5-4 15,1 1 3-15,-1-3 0 0,5-1-6 0,-2 1 1 0,-1-2 0 16,1-1 0-16,2 6-7 0,-1-3 2 16,-1 0-4-16,2 6-1 0,-4 0-2 0,1 0-2 0,-7 2 0 15,13 0 0-15,-13 0 0 0,14 5 4 16,-10 2 2-16,1-3-2 0,-1 4 3 0,-1 0 2 0,-1-1-3 15,3 4-1-15,-3-1 3 0,-2 1 0 0,4 0-4 16,-4-2-16-16,0 0-38 0,1 1-38 0,-1 0-48 16,2 0-49-16,-2-4-69 0,0 4-276 0,0-10-582 15,2 9 257-15</inkml:trace>
  <inkml:trace contextRef="#ctx0" brushRef="#br0" timeOffset="57205.92">14288 8396 147 0,'11'0'157'15,"-11"0"-34"-15,12-3-18 0,-12 3-35 0,10 3-28 16,-10-3-27-16,9 4-30 0,-7 0-27 0,-2-4-59 16,6 9-108-16,-6-9 48 0</inkml:trace>
  <inkml:trace contextRef="#ctx0" brushRef="#br0" timeOffset="57330.02">14301 8509 110 0,'0'0'198'0,"-3"8"1"16,1-4-4-16,2-4-10 0,-4 7-9 16,4-7-15-16,-2 7-12 0,2-7-10 0,0 0-16 0,0 0-8 15,0 0-18-15,0 0-21 0,6 10-32 16,-6-10-38-16,10 2-59 0,-10-2-58 0,17-4-191 0,-5 2-327 16,-3-3 145-16</inkml:trace>
  <inkml:trace contextRef="#ctx0" brushRef="#br0" timeOffset="57890.54">15200 8218 60 0,'0'0'238'0,"6"-4"-16"15,-6 4-10-15,0 0-15 0,7-4-17 0,-7 4-9 16,0 0-6-16,0 0 2 0,0 0-6 0,-13 18-5 15,4-8-6-15,0 5 0 0,-3 0-3 0,-5 5-3 16,2 2-7-16,1-1-7 0,4-2-6 0,0-2-14 16,-2 6-9-16,5-4-11 0,2-4-3 0,2 1-7 15,-2 1-10-15,5-3-11 0,1-3 0 0,3 3-4 0,0-1-4 16,2-3-5-16,6 0-3 0,-1-1-4 16,0-2 1-16,4-1-4 0,2-2-8 0,3-1-1 15,0-5 4-15,7 1-5 0,-5-1-5 0,-1-3-1 16,0 0 1-16,1 0-4 0,-2-1 2 0,-2-2 1 0,-1-1 10 15,-4-2-22-15,1 0 3 0,-2-1 0 16,-3-2-1-16,2-1 2 0,-5-1-3 0,-1 1 2 16,-3-3 3-16,-2-2-5 0,-2 2-1 0,-3 0-1 0,-4-7-6 15,0 7 2-15,-4-3 6 0,2 5-10 0,-3-1 2 16,-5-2 5-16,1 1-9 0,-1 8 0 16,4 3-2-16,-2 1 11 0,-4-1-13 0,3 3 5 15,-1 3-2-15,2 2-4 0,0 2-13 0,4 0-14 0,-5 3-24 16,2 2-32-16,1 0-24 0,2 3-37 0,1 0-44 15,3 2-44-15,4-4-41 0,1 3-228 0,2 0-550 16,4-1 243-16</inkml:trace>
  <inkml:trace contextRef="#ctx0" brushRef="#br0" timeOffset="58070.75">15616 8461 90 0,'0'0'281'0,"7"6"-23"15,-7-6-4-15,6 2-8 0,-6-2-10 0,0 0-8 16,7 4-13-16,-7-4-24 0,0 0-20 0,0 0-19 16,0 0-10-16,6 4-20 0,-6-4-30 0,0 0-42 15,0 0-45-15,0 0-49 0,-3 10-56 0,3-10-54 16,3 6-57-16,-3-6-160 0,0 0-402 0,0 0 179 16</inkml:trace>
  <inkml:trace contextRef="#ctx0" brushRef="#br0" timeOffset="58510.61">16056 8222 2866 0,'0'0'127'16,"6"-5"-51"-16,-6 5-34 0,4-7-20 0,-4 7-1 15,0 0-11-15,0 0-4 0,0 0 7 0,0 0 2 16,0 0 10-16,0 0 15 0,-20 12-2 0,10-5-1 15,-2 2 2-15,-1 4 10 0,3-1-6 0,-1 3-7 16,0 2 1-16,2-2 2 0,4 0-7 0,-1 5 7 16,1-2-6-16,0-1 1 0,2 0-3 0,2-4-9 15,1 2 3-15,1 1-3 0,0-3 5 0,2-4-7 16,2 2 2-16,2-2 1 0,4 1-4 0,-1-4-3 16,7 2 2-16,-6-3-1 0,7 1-4 0,1-5 2 15,-1 4 0-15,0-4-2 0,1-2 5 0,-1-2-1 0,1 0-8 16,-1-2 2-16,-2-1 5 0,-2 2-5 15,-3-3-2-15,3-3 9 0,-2 1-6 0,-3 1 2 16,0-6-5-16,-1 0 0 0,-2-2-2 0,0 1-1 0,-2-2 0 16,-1 1 1-16,-5-3-4 0,1 3 1 0,-2-1 2 15,-2 1 5-15,-1 0-8 0,-2 1 1 16,2 5-5-16,-1 0 6 0,0 2-4 0,-1 0-3 0,-2 1-6 16,1 1 0-16,-1 5 1 0,-2-1-5 0,-1 1-9 15,1 1-15-15,-1 3-9 0,0 0-30 16,2 1-30-16,0 2-24 0,1 1-38 0,-1 1-44 15,4-1-43-15,3 1-52 0,0-4-172 0,4-4-517 0,0 13 228 16</inkml:trace>
  <inkml:trace contextRef="#ctx0" brushRef="#br0" timeOffset="58915.95">16511 8286 112 0,'0'0'254'16,"0"0"-16"-16,0 0-12 0,0 0-13 0,0 0-4 16,0 0-14-16,0 0-14 0,0 0-7 0,-18 17-7 15,12-13-13-15,1 5-7 0,-2 2-8 0,1-2-12 0,1 2-5 16,-2 1-13-16,4 0-7 0,-3 4-10 16,3 0-10-16,-1-4 1 0,2-2-8 0,2 3-9 15,0-2-2-15,2-1-5 0,-1 0-6 0,3-1-1 16,1 1-5-16,0-3 1 0,4 1 0 0,0-1-3 0,1-2 0 15,3-1-5-15,-2-2-5 0,7 1 11 16,-5-3-19-16,5 0-1 0,-5-2-6 0,0-1 2 16,-1 2 1-16,0-2 11 0,2-2-17 0,-3-1-1 15,1-1 0-15,-1 0 4 0,-2 0-4 0,-1-1 0 0,0 0-5 16,-3-4 20-16,0 2-21 0,0-6-3 16,-4 0 3-16,-1 0-4 0,-1-2-1 0,0 0 5 15,-4 1-1-15,1 1-5 0,-1 2-9 0,-2-1 6 16,-2 0 0-16,2 5 0 0,-1-1-7 0,-6 2-7 0,4 2-3 15,-3 2-11-15,3 1-9 0,-2 1-18 0,0 3-22 16,0 0-26-16,2 4-39 0,-3 1-44 0,4 1-60 16,-1 1-73-16,0 0-180 0,2 2-539 0,4-4 239 15</inkml:trace>
  <inkml:trace contextRef="#ctx0" brushRef="#br0" timeOffset="59271.85">16993 8241 118 0,'9'-5'263'0,"1"2"-11"0,1 1-8 0,0 0-16 0,-1 2-14 16,-1 0-17-16,1 2-12 0,-1 2-15 0,2 2-11 15,0 1-12-15,-2 1-4 0,0 1-12 16,-2 1 2-16,-2 1-17 0,1 2-9 0,-5-2-6 15,0 4 3-15,-5 2-4 0,0 0-8 0,-2 3-5 0,-2-3-9 16,-2 0-2-16,0-2-18 0,1 0-4 0,-4 1 1 16,3-1-4-16,-4 1-10 0,4-3-1 15,1-4-4-15,2 0-5 0,-1-1-10 0,4-1 7 0,0-1-4 16,1-1 0-16,3-5-5 0,-4 8 0 0,4-8-1 16,-1 9-1-16,1-9 17 0,7 7-12 15,2-4-5-15,8 0-1 0,0-2 1 0,14-2 1 16,-1-2-18-16,9-1-24 0,9-3-28 0,5 0-47 0,-1-2-37 15,-2-3-55-15,-13 4-45 0,15-4-42 0,-15 6-238 16,0-6-557-16,0 1 248 0</inkml:trace>
  <inkml:trace contextRef="#ctx0" brushRef="#br0" timeOffset="61237.97">10011 9844 81 0,'-2'-9'245'0,"-1"1"-20"0,-1 3-8 0,3-3-11 16,1 8-14-16,-4-8-23 0,4 8-18 0,0 0-16 15,-5-9-21-15,5 9-11 0,0 0-7 0,0 0-14 16,0 0-1-16,0 0-2 0,10 25-9 0,-2-8 2 15,2 5 1-15,2 4-3 0,-1 5-6 0,2-3-7 16,0 0-5-16,0-2-1 0,-2 2-5 0,-1-1 3 16,2-4-6-16,1 0-4 0,-3 1-3 0,-2-7-3 15,2-1-3-15,-3-1 0 0,0 2-2 0,-1-3-4 16,2-3-4-16,-2 0-1 0,1-2-2 0,-2 1 3 16,1-3 0-16,-1-2-3 0,0 0-1 0,-1 0-3 0,1-1 5 15,-5-4 3-15,6 4 1 0,-6-4 9 16,0 0 0-16,15-3 4 0,-10-4-3 0,3-1-3 15,-1-7-4-15,2-1 1 0,3-6-1 0,-1-4-3 16,1 2-1-16,-3-4-1 0,1-1-2 0,0-3 1 0,-2 3-6 16,1 0 1-16,-2-2 7 0,0-2-10 15,0 4-4-15,0-2-1 0,-1 6 2 0,-1 4-8 16,0 3-17-16,-2 2-9 0,0 4-13 0,-2 5-23 16,-1 0-31-16,0 7-39 0,1-10-24 0,-1 10-9 0,0 0-14 15,0 0-16-15,0 0-8 0,-9 19-8 0,5-6-153 16,-2 3-394-16,3 1 175 0</inkml:trace>
  <inkml:trace contextRef="#ctx0" brushRef="#br0" timeOffset="61575.74">10535 10046 90 0,'7'3'195'0,"-7"-3"-15"0,0 0-13 0,0 0-11 0,0 0 3 15,2 6 6-15,-2-6-6 0,-5 16 0 0,1-6-12 16,1 1-3-16,-3 5-8 0,1-1-11 0,0 2-12 15,3 1-4-15,-1-1-10 0,2-5-9 0,1 4-11 16,1-3-2-16,2-1-8 0,2 2 1 0,1-3-7 16,4 1-3-16,-1-3-4 0,4-2-3 0,3-2-4 15,0-1-4-15,2-1-7 0,0-3 0 0,2-2-9 16,-2-2 5-16,1-1-6 0,-1 0 0 0,-1-3 0 16,-2-1-5-16,2-1 1 0,-8 0 0 0,2-4 2 15,-1-1-4-15,-2 1-1 0,-3-3-3 0,-1-2 8 16,-4 4-12-16,-4-3 0 0,-2 0 1 0,-2 2-5 15,-2-1 9-15,-4 1-11 0,-4-3-5 0,3 6-2 16,1 7-1-16,-4 0 0 0,1 1 1 0,3 3-2 16,-5 4-2-16,5 0-9 0,1 2-15 0,-5 4-21 15,2-2-22-15,0 5-30 0,3 1-41 0,1 1-30 16,5-2-43-16,1 1-25 0,1 3-175 0,2-4-448 16,8-3 199-16</inkml:trace>
  <inkml:trace contextRef="#ctx0" brushRef="#br0" timeOffset="61816.18">11045 9846 262 0,'1'-7'256'0,"-1"0"-13"16,0 7-13-16,0-10-28 0,0 10-19 0,2-8-23 15,-2 8-16-15,0 0-12 0,0 0 3 0,0 0-5 0,6 28-1 16,-4-9-3-16,-1 6-11 0,1 3-9 0,-2-1-15 15,3 1-6-15,-6 0-5 0,3 1-7 16,-1-4-10-16,1 2-5 0,-1-2-6 0,-2-1-11 16,2-6-15-16,-3 8-31 0,3-10-23 0,-1 1-36 0,1 0-37 15,0-5-39-15,1 0-36 0,0-2-28 0,1 0-197 16,-1 0-435-16,1-6 193 0</inkml:trace>
  <inkml:trace contextRef="#ctx0" brushRef="#br0" timeOffset="62064.27">11269 9875 36 0,'0'-14'265'0,"0"3"-12"15,0 1-13-15,2 2-12 0,-2 8-18 0,-2-10-20 16,2 10-20-16,0 0-11 0,0 0 0 0,0 0-9 16,0 0 3-16,0 0 10 0,5 36-14 0,-2-12-10 15,-1 3-12-15,1 1-4 0,-1-4-10 0,2 5-4 16,0 1-15-16,-3-4-12 0,3 3-7 0,-1-1-4 15,-1-3-7-15,1-6-10 0,-2 1-4 0,2-1 9 16,-1-1-28-16,-1-5-19 0,3 3-32 0,-1-4-21 16,-1-2-24-16,0 2-23 0,0-4-42 0,-2-2-27 15,0-6-30-15,1 10-18 0,-1-10-33 0,0 0-196 16,0 0-468-16,0 0 208 0</inkml:trace>
  <inkml:trace contextRef="#ctx0" brushRef="#br0" timeOffset="63172.21">11190 10065 2156 0,'-3'-12'23'16,"-2"5"-35"-16,4 0 10 0,1 7 5 0,0-10-6 16,0 10 5-16,6-6-4 0,1 3-2 0,5 0 5 15,1 1-1-15,5 0 9 0,4 1 0 0,3-1 0 0,6-1 1 16,1 1-1-16,2 1 3 0,-2 0 2 16,3-2-4-16,-1 0 3 0,-4 2-4 0,2-2 1 15,-4-2-3-15,-8 4 2 0,-1-1-2 0,-6 0 2 16,0 1 3-16,-2-2 4 0,-4 3 9 0,-7 0 15 15,14-2 8-15,-9 1-3 0,-5 1-1 0,5-5 2 16,-5 5 2-16,3-6-3 0,-3 6 1 0,0 0-3 16,0 0-3-16,0 0-4 0,-17-7 1 0,17 7-5 15,-16 3 2-15,5 3-1 0,-4 1 5 0,1 4 3 16,-1 0-4-16,2 2 2 0,0 1-3 0,-1 2-4 0,3-1-4 16,0 3-1-16,2-4-2 0,2 3-5 15,1-2 4-15,4-2-7 0,2-2 2 0,1 1-5 0,2-3 3 16,3 3-4-16,-2-5 2 0,1 3-3 15,7-3 1-15,-5-1-4 0,6-1 5 0,-2 0-4 0,2-3-1 16,-4-2-2-16,3 0 0 0,-1-1-3 0,-2 0-1 16,0-3 3-16,-1 0-2 0,-1-4-2 15,-1 1 2-15,1-2 0 0,-2 1 4 0,0-2-8 16,-2-1-1-16,0-1 1 0,-2-2 0 0,2 3 5 0,-3-3-8 16,-2 2 2-16,2 3-4 0,0-2 5 0,0 1 0 15,0 10-5-15,-1-12 2 0,1 12-8 0,-1-8 5 16,1 8-3-16,0 0 0 0,0 0 1 0,0 0 0 15,0 0-1-15,0 0 4 0,7 24 10 0,-4-14-9 16,2-1 0-16,1 1 1 0,2-1-2 0,2-1 7 16,7 3-1-16,-3-2 0 0,4-1 0 0,1-2 11 15,0 0-12-15,11-3 2 0,-4-3 0 16,-3-2 4-16,5 0-3 0,-7-2 0 0,8-2-1 0,-11 2 5 16,3-4-2-16,-5 2 12 0,2-2-16 0,-3 0 18 15,-1-2-13-15,1 0 0 0,-6 1 4 0,1-1 5 16,-4 1 2-16,-1-3 11 0,-1 1-16 0,0 0 1 15,-6-1 1-15,2 1-1 0,-2-4 3 0,-3 3 5 16,1 2-4-16,-2 1-3 0,-1 1 3 0,0 3 0 16,0 2 7-16,-2 0-13 0,-2 4 2 0,2 2-5 15,-2 4-5-15,-1 4 8 0,-1 0-4 0,2 2 0 0,2-2-2 16,0 3 2-16,1 1-2 0,3-1 0 16,0-2-4-16,4-2 5 0,-1 1-1 0,4 1-5 15,0-3 0-15,4-2 5 0,-2 0-1 0,3-1-4 16,-2 1-8-16,6-4 2 0,-2 2 2 0,-1-3-1 0,1-1 1 15,1-1-2-15,-10 0 0 0,13 0 1 16,-7 0-2-16,-6 0 4 0,16-3-3 0,-11 1 0 16,-5 2 1-16,13-3 0 0,-7 3 2 0,-6 0-6 15,11-1 3-15,-11 1 1 0,12 3-3 0,-9 2 2 0,4 3 0 16,-2 2 2-16,3 6 0 0,-2 3 10 0,4 8 1 16,-6 2 0-16,3 2 4 0,-7 1 11 0,2 1 2 15,1 3 0-15,-2-1 6 0,2 12-5 16,-3-12 4-16,-3-1 3 0,1 1-2 0,0 1-2 0,2-2 12 15,-6-2-18-15,1-3 10 0,1-1-12 0,-6-2 2 16,1-1 5-16,-4-1-1 0,-1-2 0 0,1-8-1 16,-2-2-1-16,-1-1-3 0,-4-1-1 15,3-3 3-15,0-2-6 0,-1-2 5 0,5-3-2 0,-1 0-8 16,2-3 0-16,4-4-3 0,0-2-16 0,2-3 3 16,2-5-13-16,2-2 2 0,10-9-7 0,2-4-1 15,5-2-8-15,10-8 4 0,4 4-3 0,3-3-8 16,4 0 13-16,2-3-17 0,2 4 2 0,-1 0-6 15,0 1 1-15,-1 1 1 0,1 0 0 0,-5 4 8 16,1-3-2-16,-13 12-1 0,4-2 7 0,-6-1-1 16,-2 2 2-16,0-3 6 0,-2 4 1 0,-5 0 2 15,-5 6 7-15,0 3 2 0,-4 4 5 0,0 1 5 16,-2 1 9-16,0 1 5 0,0 9-6 0,-7-12-2 16,2 8 2-16,5 4 4 0,-13 1 4 0,-3 8 8 15,3 5 4-15,-6 5-5 0,2 3 2 0,3 0 1 16,1 2-5-16,4 1 0 0,5-7 2 0,-1 2-2 15,5-3-3-15,5 2 15 0,-1 0-20 0,5-2-18 16,4-2-25-16,5-2-38 0,1-1-41 0,4 0-52 16,7-3-62-16,4-3-49 0,-1-1-233 0,4-2-550 15,-5-2 244-15</inkml:trace>
  <inkml:trace contextRef="#ctx0" brushRef="#br0" timeOffset="63593.91">12818 9911 90 0,'0'-12'250'0,"3"3"-14"16,-1-3-15-16,-2 7-5 0,2-1-9 0,-2 6-21 15,3-9-13-15,-3 9-24 0,0 0-13 0,0 0-13 16,0 0 4-16,0 0 8 0,5 29-1 0,1-3-2 15,-2 4-8-15,-4 5-10 0,7 11-9 0,-7-1-9 16,2-8-20-16,-2-1-4 0,2-1-4 0,0-1-10 16,-2-2-7-16,0 1-8 0,4-4 2 0,-4-1-3 15,2-8-12-15,-2 0-21 0,0-2-19 0,2-1-24 16,-6-2-30-16,0-2-29 0,4-3-34 0,-4-1-26 0,2 0-30 16,-2-4-34-16,1 1-28 0,-3-3-142 15,6-3-420-15,-9 0 186 0</inkml:trace>
  <inkml:trace contextRef="#ctx0" brushRef="#br0" timeOffset="64688.1">12823 9894 97 0,'14'-16'189'0,"5"-1"-5"16,-2 8-7-16,1 3-2 0,-5 5-14 0,6 1-2 0,0 5-5 15,-3 3-9-15,-3 5-5 0,1-1-8 0,-1 5-9 16,-4 1-11-16,-1 6-11 0,-2 3-1 15,-6-2-14-15,-2 1-7 0,-6 0-5 0,-2-3-9 16,-3 2-5-16,-4 0-10 0,2-4 0 0,-3-2-6 0,5-5-8 16,-3-4-1-16,3 1-1 0,-4-2-6 0,8-5-3 15,-2 3-3-15,4-5 1 0,-2-1 3 16,3 1-7-16,6-2 2 0,-9 4 2 0,9-4-3 0,-9 3 1 16,9-3-7-16,0 0-1 0,-5 3 1 0,5-3 1 15,0 0-1-15,0 0-3 0,17 8 11 0,-7-5-4 16,1 0-4-16,1 3 0 0,7-2-2 0,0 0 1 15,-1 0-1-15,4 2 1 0,5-4-4 0,2 0 0 16,-2 2-1-16,0-3-1 0,3-1 1 0,-1-2-2 16,0-1 2-16,0 1-3 0,1-2 1 0,-1-1-1 15,2-1-2-15,-5-1 4 0,-5 1-2 0,0 0 0 16,6-3 3-16,-10 2-3 0,-3 1 1 0,-1-2 3 16,-4 0 4-16,1 2 3 0,-2-4 4 0,-3 0-2 15,1-2 0-15,-4 2 0 0,0 0 14 0,-4-6-6 16,-2 1-6-16,0 3-1 0,-1 1 3 0,1 1-1 15,-3 0 8-15,-2 1 3 0,0 1-5 0,2 2 2 16,-5 3-8-16,4 1 2 0,8 2-7 0,-21 2 2 16,10 2-3-16,-1 2 1 0,-1 7 5 0,-2 0-3 15,3 4-2-15,0-1 0 0,3 1 4 0,-1-2 7 16,6 3-17-16,-1-1 0 0,3-1 0 0,2 0 2 16,0 0-4-16,4-4 4 0,1 0 8 0,2-2-12 0,2-2-5 15,2 3 8-15,3-5-4 0,3 0 8 16,2-1-10-16,-2-3-8 0,6-1 0 0,6-2 1 15,-6-1-8-15,-4-1 2 0,9-4-2 0,-6 3-1 16,-6 0-1-16,0 0 1 0,2-3 0 0,-9 2 0 0,2-2 2 16,-2 1-5-16,0-1 1 0,0 0-1 0,-5-1 0 15,4 2 0-15,-2-2-1 0,-2-2 3 16,-1 0 3-16,1 1 1 0,-2-1-1 0,-2 2 0 16,2 0 3-16,0 2 4 0,-2 6-6 0,1-10 8 0,0 3-5 15,-1 7 7-15,3-10 3 0,-3 10 5 0,0-8 4 16,0 8 1-16,0 0 4 0,0 0 3 15,0-8-3-15,0 8 4 0,0 0-5 0,0 0 6 0,0-9-4 16,0 9 1-16,0 0-4 0,0 0 4 0,0 0-1 16,0 0-6-16,0 0 1 0,0 0 5 0,0 0 0 15,0 0 6-15,0 0 5 0,0 0-14 0,0 0 0 16,0 0-3-16,0 0 2 0,-5-5-5 0,5 5 3 16,0 0-1-16,0 0-3 0,0 0 1 0,0 0-9 15,0 0 2-15,-6-5 3 0,6 5 0 0,0 0 1 16,0 0-9-16,0 0 6 0,0 0 1 0,0 0-3 15,0 0 0-15,-9-3-3 0,9 3 3 0,0 0-1 16,0 0-1-16,-12 1 4 0,12-1-5 0,0 0-1 16,-13 0 6-16,13 0 7 0,-10 5-20 0,2-1 8 15,-1 1 0-15,1 2 2 0,1 0-1 0,-3 2-4 16,4-2 0-16,-1 3 1 0,1-2 1 0,-2 3-2 16,4-1 13-16,-1-1-16 0,1 1 2 0,4 0 1 15,0-2-3-15,0-8-3 0,5 14-5 0,1-9 3 16,2 3 1-16,3-4-4 0,1-1-5 0,5-1 2 15,-2 0 0-15,1-2-3 0,2-2 4 0,-2 0-2 16,2-1 4-16,-7 0 8 0,2 2-3 0,-3-2-5 16,0 0 13-16,-5 1-8 0,-5 2 6 0,12-5-1 15,-8 3-1-15,-4 2 1 0,9-3 1 0,-9 3-14 16,6-3 11-16,-6 3 2 0,0 0-6 0,0 0 1 0,0 0 8 16,10 8 5-16,-8 2-6 0,1 2 7 15,-1 5 10-15,0 2 3 0,-4 1 3 0,4 5 13 16,-4 1-11-16,0-1-1 0,-1 1-3 0,-2-2 4 15,1-5-1-15,-1 6-4 0,-1-1-2 0,-1 1 3 0,-2 0-2 16,0-6 0-16,-4 4 2 0,-1-1-35 0,3-9-28 16,-6 8-29-16,-2-1-34 0,-1-2-58 0,-3-1-54 15,7-4-55-15,-8-1-52 0,-3 1-198 0,9-6-567 16,0-4 252-16</inkml:trace>
  <inkml:trace contextRef="#ctx0" brushRef="#br0" timeOffset="65101.85">13744 10104 253 0,'2'-5'249'0,"0"0"-22"16,-2 5-13-16,0 0-7 0,0 0-1 0,0 0 0 15,12 14-11-15,-8-3-13 0,-1-1-15 0,-3 8-15 16,4-1-14-16,0 0-9 0,1-1-12 0,0 2-6 15,1-2-11-15,1-1-7 0,1-4-7 0,2 3-7 16,-3-4-6-16,4-1-7 0,0-3-5 0,3 2-5 16,-1-2-5-16,1-4-5 0,3-1-4 0,3-1-12 15,-3-1 6-15,0-2-2 0,-3-1-5 0,2-5-6 16,-3 3 1-16,1-5-4 0,-4 1-2 0,0-4-2 16,-3 4 0-16,3-4 0 0,-5 1 6 0,0-5-11 15,0 1 0-15,-1 1-3 0,2-1 6 0,-3-1-8 16,-3 3-4-16,0 5 10 0,2 0 10 0,0 4 0 15,-2 6-1-15,0-12-8 0,0 12-3 0,0 0-1 16,0 0 4-16,0 0-2 0,0 0 3 0,0 0 5 16,0 31-1-16,-4-14 1 0,4 1-2 0,-3 2 14 15,1-3-22-15,4 2 3 0,-2 1-2 0,2 0 0 16,-1-2-2-16,-1-1-17 0,4-2-25 0,-2-2-29 16,2-2-40-16,0 0-45 0,0 0-52 0,2-2-60 15,-1 0-52-15,-1-4-191 0,1-1-544 0,-5-4 241 16</inkml:trace>
  <inkml:trace contextRef="#ctx0" brushRef="#br0" timeOffset="65327.83">14273 9875 228 0,'-1'-12'263'15,"1"4"-10"-15,1 2-22 0,-1 6-24 0,0-9-10 0,0 9-6 16,0 0-3-16,0 0 3 0,10 23-6 0,-6-6-6 15,-1 8-11-15,-1 3-11 0,0 0-15 0,-2 5-11 16,2-1-13-16,-2-3-11 0,-2 1-14 16,2 2-8-16,0-7-9 0,0 4-20 0,-2-3-30 15,2-5-30-15,0 6-25 0,2-8-37 0,-2-2-44 16,2 1-47-16,1-3-38 0,1-3-33 0,1-2-220 0,0 0-484 16,-1-3 214-16</inkml:trace>
  <inkml:trace contextRef="#ctx0" brushRef="#br0" timeOffset="65696.22">14618 10094 39 0,'-2'-25'246'0,"0"2"-5"0,-3 5 0 0,0 5 0 15,1 5-9-15,-3-3-11 0,-2 5-18 0,0 2-11 16,0 3-13-16,-7 2-4 0,5 3-9 0,-6 6-2 16,1 3-11-16,-8 6-9 0,0 4-14 0,8-1-7 15,-1-2-12-15,1 2-13 0,8-5-10 0,-2-2-4 16,9 2-8-16,-1-4-18 0,2 0 3 0,3-2-5 15,1 3-7-15,5-4-13 0,-2 0-1 0,4-3-9 16,6 0-6-16,-4-2-10 0,5-2 1 0,-1-2-6 16,2-2-8-16,-1-1-6 0,-3 0-1 0,-1-2-2 15,3-2-5-15,-6-1 2 0,3-2 2 0,-3 0-1 16,-1-3 0-16,1-1 2 0,-3-2-1 0,-1 0 1 16,0-1 7-16,-4-2-7 0,-1 7 6 0,2-1-2 15,-2 2 9-15,1 0 6 0,-2 3 0 0,2-1 8 16,-3 8-4-16,2-8-6 0,-2 8 5 0,0 0 1 15,0 0-1-15,0 0 16 0,0 0-2 0,8 24 1 16,-8-12 0-16,1-1-8 0,-1 4 0 0,0 2-3 16,0-2 0-16,1 2-3 0,1-4-17 0,-2 0-38 15,2 1-36-15,1 0-45 0,1-3-53 0,0 1-57 16,1-3-52-16,-1-1-219 0,3-3-548 0,2 0 242 16</inkml:trace>
  <inkml:trace contextRef="#ctx0" brushRef="#br0" timeOffset="65947.89">14948 9873 69 0,'9'-28'260'15,"-5"9"4"-15,1 3 1 0,-3 5-2 0,0 1-10 16,-1 4-15-16,0 0-29 0,-1 6-18 0,4-5-16 16,-4 5-3-16,0 0-10 0,10 20-14 15,-6-2 11-15,-1 0-8 0,1 8-5 0,-6 1-15 0,2-1-3 16,-2 3-7-16,0-1-16 0,0-2-11 0,-3 1 0 15,2-1-10-15,1-2-10 0,-1 0-6 0,4-5-4 16,-3 0-10-16,1 1-5 0,-2-2-11 0,3-2-13 16,-3 1-32-16,1 0-20 0,2-1-28 0,-3-6-43 15,3 1-44-15,-1 0-37 0,-2-1-45 0,2-4-45 16,1-6-48-16,-5 9-173 0,5-9-530 0,-7 4 235 16</inkml:trace>
  <inkml:trace contextRef="#ctx0" brushRef="#br0" timeOffset="66239.35">14809 10094 2289 0,'-3'-11'50'16,"-1"2"7"-16,-1 3-28 0,3 0-26 0,2 6 5 15,-2-8-8-15,2 8 5 0,9-8 4 0,0 4 11 16,4 1-5-16,5 0 3 0,3 0-4 0,9-4 0 16,-3 1 0-16,6 3 0 0,-1-2-1 0,-1 3-1 15,3-3 0-15,-3 1-6 0,2 2 3 0,-4-2 9 16,0 2-1-16,-9 0-2 0,-1 2 1 0,-2 0-2 15,-7 3 0-15,1-3 4 0,1 2 0 0,-6-1 6 16,1 3 1-16,-1 2 11 0,-2-1 15 0,1 6 0 16,-5-1 13-16,4 5 1 0,-4 1 3 0,-4-1 5 15,3 0 7-15,-3 4-16 0,0-4 6 0,-1 2-12 16,1-1-4-16,-2 1-1 0,3-1-7 0,-3 0-4 16,1-4-2-16,5-1-11 0,-4-1-22 0,0-1-37 15,3-2-43-15,0 1-57 0,1-8-73 0,-4 10-58 0,4-10-247 16,0 0-549-16,-4 9 242 0</inkml:trace>
  <inkml:trace contextRef="#ctx0" brushRef="#br0" timeOffset="66403.53">15265 9807 60 0,'0'-8'232'0,"0"8"-28"0,0 0-30 0,0 0-26 15,0 0-51-15,0 0-34 0,10 23-50 0,-6-13-42 16,3 0-28-16,1 6-95 0,3-3-162 0,0 3 71 16</inkml:trace>
  <inkml:trace contextRef="#ctx0" brushRef="#br0" timeOffset="66913.98">15485 10004 87 0,'-17'3'204'0,"17"-3"5"16,-10 2 3-16,5 2 5 0,0 0-4 0,-2 2-4 15,-1 0-4-15,2 4-4 0,-1 0-13 0,0 1-5 16,3 0-18-16,1 0-12 0,-1-1-9 0,4 2-15 16,-2-2-6-16,4 1-11 0,0-1-9 0,2 0-8 15,-1-1-9-15,4-2-1 0,1 1-7 0,-1-2-7 16,3-3-7-16,1 0-1 0,1-2-12 0,-1 0-2 16,-1-2-5-16,-2 0-3 0,2-2 9 0,-2 0-13 15,0-3-5-15,-1 0-1 0,-4 1-7 0,2-4-4 16,1-1-2-16,-2-1-8 0,-2 1-3 0,3-1 3 15,-4 0-7-15,1-2-12 0,1 1-2 0,-2-1 6 16,3-3-5-16,1 6 0 0,-2-2-2 0,0 4 3 16,0-1-4-16,1 3 1 0,0 2 1 0,-4 4 2 15,10-3 9-15,-10 3-2 0,13 3-1 0,-7 3 7 0,2 2 6 16,-2-1-4-16,3 1 9 0,-1-1-2 16,-3 3-9-16,0-1 7 0,1-2 0 0,-1 2 1 15,-2-4-3-15,1 0-1 0,-2 2 4 0,-2-7-6 16,4 8 7-16,-4-8 3 0,4 7 12 0,-4-7-8 0,0 0 1 15,0 0 5-15,0 0-9 0,8 0 12 16,-8 0-14-16,0 0 1 0,10-14-3 0,-5 7 16 16,3 0-18-16,1-3-5 0,2-2-9 0,0 3 14 15,4-4-1-15,-2 1-4 0,2-1-4 0,-1 0 3 0,1 1 4 16,-1 3-6-16,-3 4 4 0,0-1 13 16,-1 2-9-16,-2 3 1 0,-8 1 5 0,15-2-1 0,-15 2-3 15,13 6 7-15,-9 0-4 0,2 0 2 16,-3 3-8-16,-1 2 3 0,1 0-4 0,-2 0 2 0,1-3 0 15,-1 3-25-15,-1-1-40 0,2 0-31 0,-2-1-36 16,0 1-51-16,0-1-63 0,3-2-48 0,0-1-38 16,-3 1-222-16,0-7-587 0,5 12 261 15</inkml:trace>
  <inkml:trace contextRef="#ctx0" brushRef="#br0" timeOffset="67204.28">16106 10003 213 0,'5'-4'239'0,"0"0"-7"16,-1-1-8-16,-4 5-18 0,10-3-18 0,-10 3-20 16,9 0-16-16,-9 0-17 0,10-4-20 0,-3 3-29 15,-7 1-31-15,14-1-27 0,-8-1-23 0,-6 2-26 16,13 2-17-16,-13-2-21 0,10 2 0 0,-10-2 3 16,4 7 4-16,-4-7 4 0,0 10 18 0,0-10 6 15,-5 15 14-15,-2-4 17 0,1-2 28 0,-4 4 12 16,4-3 20-16,-4 3 13 0,0-3 14 0,4-1 10 15,0-2 6-15,-1 0-1 0,-2 0 0 0,5 0-1 16,2-3-1-16,2-4-1 0,-5 7-3 0,5-7-2 16,0 0-6-16,0 10-1 0,0-10-14 0,0 0-6 15,16 0-12-15,-16 0-27 0,18-4-30 0,-5 0-45 16,0-1-55-16,-3 1-61 0,7-4-90 0,-7 3-228 16,5-3-514-16,1 1 227 0</inkml:trace>
  <inkml:trace contextRef="#ctx0" brushRef="#br0" timeOffset="67877.89">16681 9571 1 0,'-1'-8'270'0,"1"8"-9"0,0-12-13 0,0 12-22 15,0-9-17-15,0 9-31 0,0 0-20 0,0 0-12 16,0 0 3-16,0 0 12 0,15 25-16 0,-2-2-11 15,-6 4-8-15,5 2-10 0,-2 2-6 0,0 2-9 16,-1 2-11-16,2-2-6 0,-1-1-7 0,-4 0-4 16,2 0-5-16,0-5 0 0,0 1-7 0,0-2 0 15,-1-3-4-15,-1-4-7 0,0-3-1 0,1-1-6 16,-1-4-2-16,-3-1-2 0,2-5-7 0,0 2 6 16,0-1-8-16,-3-1 6 0,-2-5 10 0,4 7 12 15,-4-7 5-15,7 3-5 0,-7-3-6 0,0 0 7 16,15-14-21-16,-9 4 6 0,3-3-11 0,2-4 4 15,7-6-9-15,-6-4-1 0,5 0-4 0,0-1-1 16,3-1 0-16,-2-4 2 0,1 3-9 0,-1 0 1 16,0-2-1-16,0 2 3 0,-2 0-4 0,-2 0 11 15,2 3-19-15,-3 1 0 0,-3 3-4 0,-3 3 2 16,1 4-2-16,-4 4-4 0,0 1 4 0,1 2 4 16,-1 1-7-16,-3 3-11 0,2 0-21 0,-3 5-25 15,5-9-29-15,-5 9-28 0,0 0-17 0,5-2-20 0,-5 2-34 16,0 0-37-16,0 0-39 0,1 21-47 15,-2-11-180-15,-2 0-528 0,3 1 233 0</inkml:trace>
  <inkml:trace contextRef="#ctx0" brushRef="#br0" timeOffset="70052.64">17292 9952 149 0,'0'-10'154'0,"0"10"0"16,0 0 0-16,0 0-12 0,0-10-13 0,0 10 2 0,0 0 7 16,2-9-3-16,-2 9 3 0,0 0-2 0,0 0-6 15,0 0-4-15,0-8-9 0,0 8-3 16,0 0-7-16,0 0-5 0,0 0-6 0,0 0-3 0,3-6-4 16,-3 6-8-16,0 0-2 0,0 0-11 0,0 0-5 15,0 0 3-15,0 0-15 0,0 0-3 0,0 0-10 16,0 0 4-16,0 0-9 0,0 0 0 0,0 0-5 15,0 0-2-15,0 0-5 0,0 0-2 0,0 0-3 16,0 0-3-16,0 0 5 0,0 0-9 0,0 0 2 16,0 0-3-16,0 0 1 0,0 0 8 0,0 0-11 15,5 19-1-15,-5-19 0 0,0 12-1 0,3-2 0 16,-2-1 0-16,0 0 1 0,-1-3 1 0,2 2 0 16,-4 3 10-16,1-1-7 0,1-3 6 0,-1 5 1 15,1-3-6-15,-2 1 3 0,2-3 0 0,-1 1-1 16,0 1 3-16,1-9-7 0,-3 13 6 0,3-7-2 15,0-6 0-15,-2 10-3 0,2-10 2 0,0 9 6 16,0-9-5-16,-4 5-3 0,4-5-2 0,0 0 2 16,0 0 2-16,0 0-3 0,-1 10 4 0,1-10 1 15,0 0 2-15,0 0 1 0,0 0 3 0,0 0 2 16,0 7 2-16,0-7 8 0,0 0-8 0,0 0 7 16,0 0 1-16,0 0-9 0,0 0 8 0,0 0-5 15,0 0-5-15,0 0 6 0,0 0-8 0,0 0 0 0,0 0-3 16,0 0-3-16,0 0-5 0,0 0 3 0,0 0-1 15,0 0-5-15,0 0 4 0,0 0-6 0,0 0 2 16,0 10-4-16,0-10 15 0,0 0-13 0,0 9 7 16,0-9-9-16,1 7 0 0,-1-7 5 0,0 0-6 15,-3 12-2-15,3-12 3 0,0 8 3 0,0-8-4 16,0 0 1-16,-1 7 10 0,1-7-6 0,0 0 0 16,0 0 14-16,-1 8-15 0,1-8-2 0,0 0-3 15,0 0 6-15,0 0 4 0,0 0-1 0,0 0 7 16,0 0 8-16,0 0-2 0,0 0 6 0,0 0 1 15,0 0-2-15,0 0 3 0,0 0-7 0,0 0-1 16,0 0 7-16,0 0-9 0,0 0 5 0,0 0-9 16,0 0-1-16,0 0 13 0,0 0-15 0,0 0-10 15,-16-11 9-15,16 11-8 0,0 0 7 0,-3-7 3 16,3 7-4-16,0 0-1 0,-7-7 9 0,7 7-7 16,0 0 0-16,-4-5-7 0,4 5-3 0,0 0 5 15,0 0-3-15,0 0-9 0,0 0 6 0,0 0 2 16,0 0 5-16,-6-4-6 0,6 4 2 0,0 0 3 15,0 0-5-15,0 0 3 0,0 0-4 0,0 0 2 0,0 0 3 16,0 0-5-16,0 0 13 0,0 0-15 16,0 0 2-16,0 0 0 0,0 0-8 0,0 0 2 15,0 0-6-15,0 0 0 0,0 0 9 0,0 0-6 0,0 0-4 16,0 0 16-16,0 0-11 0,0 0-12 16,0 0 12-16,0 0 0 0,0 0 2 0,0 0-4 15,0 0 4-15,0 0 8 0,0 0 8 0,0 0-14 16,0 0 1-16,0 0 0 0,0 0 2 0,0 0-3 0,0 0 3 15,0 0-6-15,0 0 7 0,0 0 2 0,0 0 0 16,0 0 0-16,0 0 0 0,0 0 0 0,0 0-3 16,0 0 14-16,0 0-9 0,0 0-7 15,0 0 3-15,0 0 2 0,0 0-2 0,0 0 5 0,0 0-7 16,0 0-5-16,0 0 15 0,0 0-9 0,0 0 3 16,0 0 0-16,0 0-11 0,0 0 17 0,0 0-12 15,-3-7 9-15,3 7-9 0,0 0 4 0,0 0 8 16,0 0 17-16,0 0-9 0,0 0-7 0,0 0 1 15,0 0-2-15,0 0 17 0,0 0-20 0,0 0 7 16,0 0-6-16,0 0 4 0,0 0 14 0,0 0-18 0,0 0 2 16,-5-5-2-16,5 5 2 0,0 0-6 15,0 0 2-15,0 0 8 0,0 0-13 0,0 0 17 16,0 0-19-16,0 0-3 0,0 0 13 0,0 0-7 16,0 0 3-16,0 0-1 0,-5-4-3 0,5 4 1 0,0 0 0 15,0 0 5-15,0 0-7 0,0 0 6 16,0 0 4-16,0 0 0 0,0 0-9 0,0 0 3 15,0 0 8-15,0 0-9 0,0 0 1 0,0 0-1 16,0 0-1-16,0 0-2 0,0 0 4 0,0 0-3 0,0 0 3 16,0 0 4-16,0 0-11 0,0 0 5 15,0 0 1-15,0 0-1 0,0 0-2 0,0 0 1 16,0 0-1-16,0 0-4 0,0 0 21 0,0 0-17 0,0 0 1 16,0 0 0-16,0 0 3 0,0 0-4 0,0 0 3 15,0 0 3-15,0 0-4 0,0 0-5 0,0 0 2 16,0 0 2-16,0 0 8 0,0 0-2 15,0 0-12-15,0 0 3 0,0 0 4 0,0 0-6 0,0 0 3 16,0 0 4-16,0 0-2 0,0 0 12 0,0 0-7 16,0 0-4-16,0 0 2 0,0 0-3 0,0 0 0 15,0 0-7-15,0 0 6 0,0 0 6 0,0 0 9 16,0 0-11-16,0 0-2 0,0 0 11 0,0 0-14 16,0 0 4-16,0 0-5 0,0 0 3 0,0 0 1 15,0 0-3-15,0 0 8 0,0 0-4 0,0 0-3 16,0 0 0-16,0 0 1 0,0 0 7 0,0 0 3 15,0 0-7-15,0 0 0 0,0 0-1 0,0 0-6 16,0 0 4-16,0 0 3 0,0 0-3 0,0 0 3 16,0 0 0-16,0 0 0 0,0 0 3 0,0 0-4 15,0 0 4-15,0 0-3 0,0 0 14 0,0 0-15 0,0 0-3 16,0 0 4-16,0 0 2 0,0 0-3 16,0 0 2-16,0 0-1 0,0 0 3 0,0 0-4 15,0 0 2-15,0 0 2 0,0 0-3 0,0 0 0 16,0 0-2-16,0 0 7 0,0 0-8 0,0 0-3 0,0 0 9 15,0 0-2-15,0 0 0 0,0 0 3 16,0 0-7-16,0 0 6 0,0 0-4 0,0 0-4 16,0 0 6-16,0 0-2 0,0 0 1 0,0 0-5 0,0 0 12 15,0 0-12-15,0 0-8 0,0 0 18 0,0 0-3 16,0 0-1-16,0 0-1 0,0 0-6 0,0 0 13 16,0 0-8-16,0 0 3 0,0 0-1 0,0 0-1 15,0 0 2-15,0 0 4 0,0 0-9 0,0 0 6 16,0 0-3-16,0 0-3 0,0 0 3 0,0 0-2 15,0 0 7-15,0 0-1 0,0 0-3 0,0 0-1 16,0 0 3-16,0 0-2 0,0 0 7 0,0 0-4 16,0 0-5-16,0 0 4 0,0 0-6 0,0 0 5 15,0 0-5-15,0 0 1 0,0 0 5 0,0 0-7 16,0 0 0-16,0 0 6 0,0 0-5 0,0 0 5 16,0 0-2-16,0 0-2 0,0 0-6 0,0 0 10 15,0 0-15-15,0 0 3 0,0 0 6 0,0 0-1 16,0 0-2-16,0 0-3 0,0 0-6 0,0 0-17 15,0 0 4-15,0 0-27 0,0 0-11 0,0 0-19 16,0 0-17-16,0 0-17 0,0 0-18 0,0 0-33 16,-11 9-29-16,11-9-31 0,0 0-15 0,0 0-28 15,-12 0-173-15,12 0-485 0,0 0 214 0</inkml:trace>
  <inkml:trace contextRef="#ctx0" brushRef="#br0" timeOffset="70754.35">17254 9995 110 0,'0'0'143'0,"0"0"-8"16,0 0 0-16,-6-5 8 0,6 5-14 0,0 0-5 15,0 0-4-15,-1-8-6 0,1 8-5 0,0 0-5 16,-1-8-4-16,1 8-2 0,0 0-7 0,0 0-1 16,0-12-3-16,0 12 1 0,0 0-1 0,0 0 1 15,0 0-4-15,0 0-2 0,0-9-8 0,0 9 1 16,0 0-6-16,0 0-11 0,0 0 4 0,0 0-14 15,0 0 5-15,0 0-3 0,0 0-4 0,0 0-4 16,0 0 8-16,4 26 2 0,-4-15 1 0,1 2 5 16,-1 3-4-16,1 1-1 0,1 0-4 0,-4-1-7 15,4 1 0-15,-5 1-5 0,3 0 2 0,0-1-5 16,0-2 4-16,0-2-6 0,0-2-5 0,-1 2-3 16,1-3-3-16,0 0 0 0,0 0-1 0,0 0-3 15,0-4-1-15,0-6-4 0,0 13 5 0,0-13-2 16,0 9 3-16,0-9 2 0,-3 8 11 0,3-8-8 0,0 0 3 15,0 7 8-15,0-7 6 0,0 0-11 16,0 0-1-16,0 0 3 0,0 0 0 0,0 0-6 16,0 0-12-16,0 0 17 0,0 0-10 0,-11-21-1 0,9 14 4 15,2-3-6-15,3 0 0 0,-2 0-5 0,3-1-2 16,0-4 2-16,0 3-6 0,2-3 2 0,2-2-3 16,-2 6 4-16,2-4-6 0,1 1 3 15,0 2-1-15,1 1-1 0,-2 1-3 0,2 2-1 0,-1-1 0 16,-2 2-2-16,1 1 12 0,1 4-12 0,-3-2-4 15,2 2 0-15,0 0-1 0,-8 2 0 0,16 3 1 16,-8 0-4-16,-1 0 5 0,3 4 16 0,-4 2-16 16,-1 0 0-16,0 2-1 0,-1 0 6 0,0 0 0 15,0 0-1-15,0 1-2 0,-3 0 7 0,0-1-3 16,2 1 0-16,-3-1-2 0,0 0-1 0,1-1 2 16,-1 0-9-16,1-1-4 0,1-2-22 0,-1 0-26 15,-1-7-28-15,0 10-30 0,0-10-33 0,0 9-30 16,0-9-21-16,0 0-20 0,1 7-20 0,-1-7-10 15,0 0-179-15,0 0-467 0,0 0 207 0</inkml:trace>
  <inkml:trace contextRef="#ctx0" brushRef="#br0" timeOffset="71039.03">17562 10122 57 0,'0'0'207'0,"0"0"-16"15,0 0 0-15,0 0-1 0,0 0-10 0,0 0-8 0,0 0 0 16,0 0 5-16,7 17-14 0,-7-17-16 15,3 8-1-15,-1-1-11 0,-2-7 3 0,5 9-11 16,-1-3-6-16,1 0-12 0,2-3-8 0,2 0-7 0,-2-1-9 16,2 1-1-16,5-2-3 0,-1-1-8 0,-1-2-6 15,0 2-1-15,0-4-11 0,2 1-2 16,-2 0-10-16,-1-3 1 0,-1-2 6 0,-1 3-8 0,-2-2 1 16,-1 0 5-16,0-3-12 0,-2 1-2 0,-1 0-9 15,-2-1 1-15,-1 0-4 0,0 10-4 0,-3-17 0 16,0 9-6-16,-6 0-9 0,2 0-13 15,0 1-8-15,-1 3-9 0,-1-2-14 0,-1 3-21 0,-1 1-25 16,-1 2-24-16,2 2-44 0,1 2-50 0,-4 0-42 16,4 0-234-16,1 1-521 0,3-1 232 0</inkml:trace>
  <inkml:trace contextRef="#ctx0" brushRef="#br0" timeOffset="71286.82">17958 9910 8 0,'4'-11'298'0,"-2"4"3"0,1 3-13 0,-3 4-16 15,2-10-20-15,-2 10-20 0,4-7-26 0,-4 7-16 16,0 0-1-16,0 0 13 0,0 0-8 0,5 28-5 16,-5-11-1-16,0 2-29 0,-2 6-19 0,0-4-2 15,1 5-20-15,1-2-11 0,-1 3-16 0,-2-8 0 16,3 7-3-16,-4-7-6 0,4-1-31 0,2 1-49 15,-4-3-28-15,2 1-29 0,0-5-39 0,0-1-42 16,0 0-31-16,2 0-39 0,3-1-32 0,-3-3-30 16,3 0-213-16,1 1-522 0,1-1 231 0</inkml:trace>
  <inkml:trace contextRef="#ctx0" brushRef="#br0" timeOffset="72098.58">18165 10120 111 0,'0'-10'244'0,"0"10"-8"0,-5-13-15 0,5 13-11 0,-8-7-14 16,8 7-2-16,-9 0-9 0,9 0-9 0,-13 6-12 16,2-1-9-16,3 3-14 0,-1 2-11 0,1-1-13 15,0 2-10-15,1 0-11 0,2 0-10 16,0-1-11-16,1-3-2 0,3 6-8 0,1-7-7 0,0 2-3 16,2 0-5-16,2-3-9 0,3 0-9 0,0 0-4 15,1-2-8-15,3-2-1 0,0-1-3 0,-2-1-5 16,2-1 3-16,-2-1 0 0,-2 0-4 15,1-2-1-15,-1 0 4 0,-2-1-4 0,1-4 1 16,-2 3-2-16,0-3 1 0,1 1-3 0,-2-4-2 0,0-3-1 16,-1 6 2-16,-2 0 3 0,0-1-2 0,1 6 13 15,-1 5 3-15,1-14 13 0,-1 14-2 0,2-9-8 16,-2 9-1-16,0 0-4 0,0 0 2 0,0 0-2 16,0 0 6-16,0 0-1 0,0 0-2 0,5 21 2 15,-4-10-4-15,2 0 4 0,-1 0-7 0,-1 1-4 16,1-2-5-16,4 2-12 0,-4-2-14 0,5 1-14 15,-3-2-19-15,4 1-25 0,0-2-22 0,4-1-19 16,-1-1-22-16,7-2-17 0,1-1-22 0,1-1 0 16,0-1-9-16,-1-2 5 0,0 0 8 0,-1-2 20 15,0 1 21-15,1-1 4 0,-8-3 19 0,1-1 9 16,1 2 19-16,-3-2 21 0,1-3 27 0,-4 3 3 16,1-3 19-16,-2 1 22 0,3-4 0 0,-5 0 33 15,0 4 13-15,-2-4 16 0,1 3 8 0,-2 0 18 16,1 1 5-16,-2 9 6 0,-3-13 10 0,3 13-3 15,-4-13-4-15,3 7-7 0,1 6-3 0,-7-4-13 16,7 4-3-16,0 0 3 0,-17 7-4 0,9-4-2 16,-1 3-7-16,-1 3-5 0,-3 2-3 0,3 2-3 15,0-1-5-15,2-2-4 0,0 1-5 0,3-1-11 16,0-2-2-16,1 2-1 0,3 0-3 0,-2-1-2 0,5-2 9 16,-2-7-13-16,4 13-6 0,-1-6 1 15,4-3-8-15,-1 0-4 0,2 0-4 0,-2-2 1 16,6 1-4-16,-2-2 0 0,-2-2 2 0,-8 1-1 15,17-5 2-15,-10 3-3 0,1-1-1 0,-3-1-3 0,3-2 2 16,-2-1 2-16,-1-1-1 0,0-2-5 0,0 1 4 16,-1-3 0-16,-2 1-2 0,1-1 9 0,-1-4-6 15,2-1 0-15,-1 0 10 0,-1-2-8 0,1 0-9 16,-2-2 5-16,2 1 1 0,-3-7 6 0,2 2-6 16,0 5 5-16,3-4 10 0,-3 6-9 0,1 2 11 15,-1 6 19-15,1 0-1 0,-2 2 12 0,-1 2 2 16,0 6-13-16,2-10-4 0,-2 10 3 0,0 0-9 15,0 0 2-15,0 0 8 0,0 0 3 0,3 29-4 16,-1-14-4-16,-2 5 9 0,-2-1-6 0,1 6-3 16,1 0-4-16,-2-6 1 0,2 7 1 0,-2-7-8 15,-2 6 1-15,2-7 2 0,1 2-11 0,-1-2-27 16,1-3-16-16,-3 0-47 0,7 1-43 0,-3-4-42 16,-3 0-63-16,2-2-64 0,1 0-55 0,-1-2-252 15,1-8-641-15,0 0 283 0</inkml:trace>
  <inkml:trace contextRef="#ctx0" brushRef="#br0" timeOffset="72668.67">18535 10107 104 0,'-1'-10'245'16,"-2"0"-5"-16,2 1 1 0,0 0-4 0,1 9-4 16,-5-11-16-16,2 6-16 0,3 5-11 0,-5-8-23 15,5 8-17-15,0 0-13 0,-9 1-7 0,9-1-6 16,-7 10-7-16,3-1-5 0,0 3-8 0,0-2-7 16,-2 6-2-16,2-1-4 0,3-4 6 0,-1 2-19 15,2-1-8-15,3-2-8 0,-2 3-3 16,3-3 12-16,0 0-11 0,1 0-16 0,3-2 5 0,1-1-3 15,-2 0-3-15,3-3-7 0,2 2 17 0,0-4-18 16,-2 0 1-16,2-2-6 0,0-2 0 16,-2 1 0-16,0-2-4 0,1-1 3 0,0-1-3 0,-2-1 2 15,-1-1 1-15,-1-3-3 0,2 1-2 0,-4-2 1 16,2 1-7-16,-2-2 2 0,-1 0-6 0,0-4 2 16,-2 0-6-16,1 1 3 0,-2 2-12 0,0-1 9 15,-1 1-7-15,-1 2-1 0,0 0-1 0,-2 1 5 0,1 4-2 16,-1-2-5-16,3 8 0 0,-10-6-2 15,3 4-2-15,7 2-7 0,-12 0-26 0,0 0-21 16,-1 3-18-16,-6 1-40 0,4 1-32 0,-4 2-45 16,2 1-55-16,4 0-47 0,0 0-253 0,2-5-594 0,2 3 262 15</inkml:trace>
  <inkml:trace contextRef="#ctx0" brushRef="#br0" timeOffset="73420.09">18677 10097 180 0,'0'0'208'0,"-2"-8"-3"16,2 8-7-16,0 0-6 0,0 0-15 0,0 0-14 15,0 0-13-15,0 0-11 0,0 0-14 0,0 0-12 16,0 0-4-16,0 0-6 0,0 0-3 0,0 0 4 16,0 0-2-16,1 25-4 0,0-14 1 0,-1 1-7 15,4 3-10-15,-3 1-7 0,1-4-10 0,0 2 0 16,1 1-8-16,2 0-6 0,-1 1-4 0,1-2-7 0,4 1-22 15,-3-5-16-15,2 1-22 0,3 2-14 16,-2-6-26-16,1 2-38 0,1-2-22 0,1-1-32 16,4 1-15-16,2-1-39 0,-5-3-178 0,-1-1-416 15,1-1 184-15</inkml:trace>
  <inkml:trace contextRef="#ctx0" brushRef="#br0" timeOffset="73880">19144 10135 124 0,'0'-10'256'0,"-2"0"-6"0,-1 1-8 0,-1 0-11 15,-1-2-8-15,0 4-9 0,-3 1-14 0,3 2-9 0,-7 2-22 16,1 0-16-16,-2 4-9 0,1 2-19 0,-5 3-8 16,0 2-7-16,0 1-2 0,2 2-15 0,1 1-9 15,1 1-6-15,3-1-9 0,2-1-6 16,2-2-6-16,3 2-9 0,2 1 1 0,2-2-7 15,3-2-5-15,0 1 1 0,6-3-7 0,-1 1 10 0,9-2-13 16,-3-1-3-16,3-3-5 0,-1-1-6 0,2-2 3 16,-1 0 0-16,0-1-4 0,-7-3-3 15,2 1 1-15,-1-2 2 0,-2-1-2 0,3-5-8 0,-6 2 6 16,1 0 2-16,1-6-9 0,-4-1 5 0,-1-1 1 16,-2 0-3-16,1-1-1 0,0-8 3 0,-2 1 0 15,-1-1-5-15,-1 3 2 0,-1-2 0 0,1 1 2 16,-2 0 2-16,2 5 6 0,-3 1 13 0,4 0-3 15,-2 6 12-15,3 0 16 0,-1 3 1 0,-1 1-2 16,1 9-5-16,0-12-10 0,0 12-5 0,0 0-5 16,0 0-2-16,0 0 0 0,0 0-2 0,0 0 4 15,4 42-7-15,-4-23 3 0,-2 11 1 0,1-2-6 16,-2 1-1-16,2 2 2 0,-1-2-3 0,0-1-5 16,2 0 1-16,-2-3-2 0,3 1-11 0,0-6-30 15,-1-1-25-15,2-1-30 0,-1-1-45 0,1-4-34 16,2 3-36-16,0-5-41 0,1-1-44 0,3-2-41 15,-2 2-168-15,2-5-535 0,0 0 237 0</inkml:trace>
  <inkml:trace contextRef="#ctx0" brushRef="#br0" timeOffset="74078.53">19516 10101 8 0,'0'0'290'0,"7"-7"-30"16,-7 7-14-16,8-3-2 0,-8 3-6 0,13-4-6 15,-7 3-13-15,1 0-16 0,-7 1-16 16,14-3-14-16,-3 3-3 0,-3 0-27 0,2 0-16 16,3 0-8-16,-3-1-13 0,4 1-8 0,-2 0-20 0,-1-2-25 15,2 2-29-15,-2-1-48 0,-2 0-45 0,0 2-55 16,-9-1-57-16,16-4-67 0,-16 4-181 0,10-2-465 16,-10 2 206-16</inkml:trace>
  <inkml:trace contextRef="#ctx0" brushRef="#br0" timeOffset="74652.7">20265 9631 30 0,'0'-8'268'0,"0"8"-18"0,0-10-21 16,0 10-25-16,1-8-20 0,-1 8-17 15,0 0-1-15,0 0-9 0,13 13 1 0,-7 0 4 0,2 2-14 16,1 10-10-16,3 0-5 0,0 3-12 0,-1 2-6 16,2-3-11-16,-4 2-7 0,1 0 2 0,0-4-11 15,2 2-4-15,1-2-9 0,-3-1-3 0,-2-6-10 16,-1-2-4-16,4 3-4 0,-4-3-1 0,2 1-4 16,-1-4-7-16,2-2-3 0,-3-3 0 0,-2 1-4 15,0-3 4-15,1 2 1 0,-1-5 4 0,-1 0-2 16,-4-3 4-16,8 5 10 0,-8-5-5 0,9-1 1 15,-9 1 4-15,11-8-9 0,-6-3-2 0,4-3-4 16,1 1-6-16,2-12 2 0,-3 8-9 0,4-9 5 16,-2 0-9-16,2-4 6 0,0 0-6 0,0 0-6 15,0 1 5-15,0-3-4 0,1 3-1 0,-3 0-6 16,0 0 15-16,1 4-7 0,-5-1 5 0,0 11 2 16,-5 3 1-16,3 1-2 0,-2 1-1 0,1 3-5 15,-2 0-5-15,1 3-1 0,-3 4-11 0,2-8-12 16,-2 8-21-16,0 0-22 0,0 0-26 0,0 0-27 15,0 0-21-15,0 0-33 0,0 29-39 0,-2-15-37 16,-2 1-34-16,-1 0-33 0,0 2-233 0,1 0-579 0,1 1 256 16</inkml:trace>
  <inkml:trace contextRef="#ctx0" brushRef="#br0" timeOffset="74991.35">20989 9972 54 0,'1'-11'277'0,"-1"1"-10"0,0-1-15 0,0 11-5 16,-5-18-21-16,3 9-3 0,-2-1-10 0,0 1-10 16,0 3-10-16,0 0-12 0,4 6-18 0,-6-7-18 15,6 7-14-15,-10-4-15 0,10 4-14 0,-12 7-4 16,3-2-8-16,-1 6-5 0,-1 5-4 0,-3 7-7 15,3 2-4-15,0 0 10 0,2 2-11 0,1 0-4 16,3 0-10-16,1-1-6 0,0-2 5 0,3 1-13 16,-1 0-1-16,2-6-3 0,0 7-6 0,1-7 8 15,0-2-5-15,0 0-6 0,1-1-1 0,-1-4-15 16,0 1 9-16,1-2-14 0,-2-2-19 0,1-1-27 16,-1 0-25-16,0-8-27 0,1 10-29 0,-1-10-18 15,0 9-38-15,0-9-43 0,0 0-32 0,-6 7-49 16,6-7-162-16,0 0-500 0,0 0 221 0</inkml:trace>
  <inkml:trace contextRef="#ctx0" brushRef="#br0" timeOffset="75994.23">20695 10114 27 0,'7'-8'219'0,"-7"8"-21"15,14-2-17-15,-4 1-16 0,1 1-17 16,9 0-16-16,0-2-8 0,2-2-12 0,-1 6-11 15,8-2-13-15,0 0-16 0,-2 0-4 0,2-2-12 0,-1 2-13 16,-1-3-15-16,-8 1-8 0,2-1 0 16,-1 0 0-16,8 0-2 0,-8-1-3 0,-4 2 0 0,-4 0 12 15,-2 0 8-15,-1 1 15 0,-3-3 11 16,-1 1-7-16,-1-1 3 0,-4 4 2 0,5-5 5 0,-5 5-2 16,0 0 7-16,0 0 0 0,-5-13 2 0,5 13 5 15,-8-4-3-15,8 4-8 0,0 0-2 0,-11-2-2 16,11 2-1-16,-10 8-5 0,5-4 1 15,-2 2 1-15,2 3-1 0,-2-1-2 0,1 3 3 0,3 0-5 16,0-1-7-16,0 1 4 0,1 0-8 0,0 2-1 16,2-5-5-16,2 4 0 0,0 0-4 0,2-3-1 15,1-1-1-15,1 1 0 0,2-1-4 0,3 0-3 16,0-3 3-16,6 0-2 0,-1-2-3 0,-4 2 0 16,1-3 0-16,-1-3-3 0,1 1-5 0,-1-1 0 15,-2-4 2-15,1 3 2 0,0-3 2 0,-1 1-3 16,-1-2-4-16,-1-2 0 0,-1 1 6 0,-1-1-6 15,2-3 2-15,-5-1 1 0,2 1-1 0,-2 1-5 16,0-4 1-16,0 0 1 0,1 3 4 0,-4-3-4 16,2 2 1-16,-1 0 0 0,2 1 14 0,-3 3-1 0,0 1 6 15,1-1 9-15,-1 8-2 0,2-9 6 16,-2 9 7-16,1-12-15 0,-1 12 0 0,0 0-1 16,1-7-13-16,-1 7 7 0,0 0-10 0,0 0 11 15,0 0-15-15,0 0-3 0,0 0 2 0,0 0-5 16,0 0 2-16,0 0-4 0,7 28 5 0,-6-17-2 15,0 1 2-15,0-1-5 0,-1 3-7 0,2-1 7 16,-1-1-8-16,0 6 3 0,3-7 5 0,0 0 0 16,-2 0 0-16,4-1 5 0,-1 0-3 0,1 1 1 0,3-3 3 15,-1-1-6-15,2 1-1 0,1-3 1 0,5 0 2 16,-5-2-1-16,3-2-6 0,3 0 3 16,-3-2-5-16,-1 0 6 0,1-2-9 0,3-2 5 0,-6 0 2 15,0-3 3-15,1 1 5 0,-1 0-11 0,-2-2 0 16,0-6 2-16,0-1-3 0,-2 1-3 0,-1-3 0 15,-1 1 0-15,0-1 1 0,0-1 1 0,0-5-4 16,-1 0 1-16,-1 5-1 0,-2 0 5 0,2-2-1 16,-2 1-4-16,2 2 5 0,-1 0-2 0,1 3 14 15,-3 4-21-15,1 1 7 0,-2 3 0 0,1 7 8 16,2-10-9-16,-2 10-8 0,3-7-1 0,-3 7-2 16,0 0 2-16,0 0 3 0,0 0-1 0,1 24-4 15,-1-7 9-15,0 8-2 0,-5-2 0 0,2-3 7 16,1 6-1-16,1-7-5 0,-2 8 5 0,3-3-3 15,-3-1 4-15,5-4-6 0,-2-2 13 0,2-1-6 16,1 0 3-16,2-5-10 0,0 0 9 0,0-1 4 16,0 0 4-16,4-3-6 0,1 2-2 0,1-3-1 15,0-2 4-15,7-1-10 0,-4-2 6 0,7-2-12 0,-2-2 12 16,-3-1 1-16,2-2-10 0,-1-2 3 16,-1 0 8-16,0-4-2 0,-1-1-5 0,-1-1-1 15,-2-3-7-15,-3-1-1 0,0 0-3 0,-2-7-3 0,2 0-1 16,-2 2 3-16,-5-4 5 0,2 2-4 0,0-2-4 15,-4 9 6-15,1-3 10 0,0 2-13 0,-2 2 4 16,1 6 4-16,0 2 2 0,1 1-5 0,-1 8-2 16,0-9 14-16,0 9-11 0,0 0 1 0,0 0 6 15,0 0 1-15,-1 33 7 0,-3-14 1 0,-1 10 1 16,4-3 1-16,-6 2-4 0,4-1 0 0,0-1 2 16,-2-1 9-16,3 1-22 0,-1-9-29 15,2 2-44-15,-1-4-44 0,2 2-49 0,2-1-48 0,2-4-49 16,-1-1-32-16,4 1-225 0,8-2-571 0,5-3 252 15</inkml:trace>
  <inkml:trace contextRef="#ctx0" brushRef="#br0" timeOffset="76623.48">22286 10281 2365 0,'0'0'95'0,"0"0"-13"0,9-10-20 0,-6 3 7 15,-3 7 25-15,5-13 2 0,-1 4-4 0,0 0 7 16,2-1-20-16,0-3 13 0,1 2 6 0,1-3 4 15,0 0 8-15,1-1-11 0,2-1-2 0,0 1-8 16,1-2-11-16,-2-1 14 0,5-4-11 0,-3 0-4 16,2-2 6-16,-2-1-12 0,0 2-5 0,1-5-8 15,-3 3-5-15,-4 5 0 0,4-4-1 0,-3-1-4 16,-3 6 5-16,0 4 2 0,-2 3 0 0,0 0-4 16,1 3-4-16,-3 2-3 0,0 7-2 0,0-9-7 15,0 9-5-15,2-7-12 0,-2 7 8 0,0 0-7 0,0 0-3 16,-14 30 2-16,4-12 1 0,0 8 3 15,0-1-7-15,2 2 2 0,2 0-3 0,1-1 0 16,4 0 0-16,1-3 1 0,2-4-6 0,2-2-3 0,1 2 12 16,2-3-8-16,2 0 1 0,1-1-1 0,1-1-3 15,2 0-6-15,1-5-4 0,0 1-4 0,4-4-2 16,-3 1-8-16,-1-3-8 0,-1-2-10 16,2 1-3-16,-3-3-3 0,3 0-5 0,-2 0 11 0,-1-3-4 15,-1 1 3-15,-1 0 3 0,1-3-3 0,0-2-8 16,-2 1 0-16,-1-2 2 0,-1 0 2 0,0-2 7 15,0 0-1-15,-3-1 8 0,2 0-4 0,0 1 5 16,-4 4 6-16,1 0 2 0,-3 6 6 0,4-10 11 16,-4 10-4-16,4-7-3 0,-4 7 2 0,0 0 5 15,0 0 1-15,0 0 25 0,0 0-22 0,-2 26 11 16,0-16-8-16,-1 2 4 0,1 0-4 0,0 3 7 16,1-4 9-16,1 1-13 0,1-2-5 0,1 1 15 15,1-1-7-15,3 0-3 0,1-2 0 0,3 0 1 16,2-3 4-16,0-3-2 0,5 2-6 0,0-4 1 15,-3 0 3-15,1-2 3 0,1-2-2 0,-6 1 2 16,3-2 0-16,-3-1 8 0,-1-1-14 0,1-2-2 16,-4 1 6-16,1-2-4 0,-2-1 1 0,0-1-5 15,-4 2 0-15,2-2 7 0,-3-2-10 0,0-1 12 0,-1-1-9 16,-1 4-2-16,0 0-10 0,-2 1-5 16,0 2-19-16,-1-1-18 0,-3 0-25 0,3 6-37 15,-1 1-18-15,-1 0-28 0,7 3-26 0,-16-1-35 16,16 1-33-16,-12 2-37 0,12-2-32 0,-5 7-199 0,5-7-563 15,0 12 249-15</inkml:trace>
  <inkml:trace contextRef="#ctx0" brushRef="#br0" timeOffset="77378.59">23196 10001 211 0,'3'-8'233'0,"-2"2"-3"0,-1 6-4 0,0-10-8 15,0 10-4-15,0 0-6 0,-11-6-4 0,3 6-10 16,8 0-12-16,-22 6 0 0,11 2-7 0,-5 1-13 15,2 2-12-15,-1-2-11 0,3 6-21 0,0-2 0 16,1 1-6-16,4-3-14 0,0 0 4 0,2 0-13 16,2 0-8-16,3-1 0 0,0-2-10 0,2 0-14 15,1-1-4-15,3 0-7 0,2-1-4 0,-3-3 0 16,3-1-1-16,3-1-13 0,-1-1-5 0,-2 0-2 16,-8 0 3-16,18-5-7 0,-12 0 0 0,1 2-3 15,-2-1 3-15,0-3-6 0,1-1 0 0,-2-1 1 16,0 1-7-16,0-3 2 0,1 3 12 0,0-1-14 15,0-1-3-15,-1-1-4 0,-2 5 2 0,1 1-5 16,-1-2 5-16,-2 7 1 0,4-10-4 0,-4 10-3 16,4-4 0-16,-4 4-3 0,0 0 4 0,0 0 2 0,0 0 0 15,12 17 1-15,-12-8 3 0,1 1-3 16,0 1-3-16,0-1-21 0,3 0-21 0,0 1-16 16,1-2-24-16,0 1-20 0,4-1-16 0,4 2-10 15,-3-5-14-15,3 0-2 0,-1-2-6 0,5 0-6 0,1-2 8 16,2 0 4-16,-1-1 16 0,3-4 9 15,-1 1 19-15,7-1 8 0,-6-2 14 0,5-1 9 0,-8 0 31 16,-1 0 11-16,-7 1 15 0,5-4 32 16,-5-2 10-16,-3 3 7 0,2-2 9 0,-4 1-3 0,0-3 4 15,-1 3 10-15,-1-2 2 0,-1 1 10 0,-1 0-2 16,-2 1 5-16,-2 1 9 0,2 8 5 0,-6-11-1 16,1 6-1-16,-2 3 3 0,-5 1 16 15,0 3-14-15,-6 2 1 0,2 2 7 0,-2 1-5 0,1 0-2 16,-2 3-14-16,5 2-2 0,0 0-5 0,6-3-3 15,0 2 0-15,1 0-9 0,3-1-5 0,3 2 2 16,0-3-9-16,3-2 1 0,4 2-7 0,2-1 1 16,0-3-2-16,3 0-4 0,3-3 7 0,4-1-7 15,1-2-4-15,2-1 0 0,-3-3-13 0,2 0 11 16,-3-2-11-16,-2 0 4 0,2-4-9 0,-8 1 11 16,-2 0-9-16,2-2 4 0,1-5-6 15,-4-2 0-15,-2-5-1 0,1 5 0 0,-4-1 5 0,0-1-7 16,-1 2-1-16,2-7 6 0,-2 1-1 0,1 0 13 15,1 5-22-15,0-5-2 0,0 9 12 0,1 0 16 16,-3 5 6-16,1 3 18 0,-1 2 2 0,0 6-1 16,1-11-14-16,-1 11 15 0,0 0-14 0,0 0 2 15,0 0 9-15,0 0 5 0,-2 36-3 0,-5-19 0 16,2 8-6-16,-1 1-2 0,-3-2-3 0,-1 4-3 16,1-2-3-16,1-1-6 0,3 1-9 0,-3-1-23 15,6-6-31-15,-2-2-45 0,3 0-48 0,-1-1-36 16,0-5-42-16,0 6-55 0,0-4-48 0,1-2-59 15,-2 0-252-15,2 0-671 0,-3-3 298 0</inkml:trace>
  <inkml:trace contextRef="#ctx0" brushRef="#br0" timeOffset="78233.92">16507 10722 67 0,'0'0'177'16,"0"0"-5"-16,0 0-6 0,9-13 0 0,3 9-2 16,-1 2-5-16,8-1-4 0,12 2-7 0,1 1-5 0,5-5-8 15,18 5-6-15,6-3-10 0,30 4-2 0,-27-3-9 16,34-1-3-16,2 0-8 0,2 1-9 0,-1 1-9 15,1 2-3-15,3-5-8 0,9 7 3 0,2-2-9 16,6 3 0-16,2-1-8 0,5 0-1 0,2-3-3 16,9 2-3-16,5 4 2 0,9 1-1 0,5-3-1 15,4-1-2-15,9 2-7 0,2-1 3 0,6 3-2 16,4 0-5-16,2 0-3 0,3 4-4 0,8-2 3 16,1-5-2-16,5 8 3 0,0 0-5 0,3 3 1 15,1-4 0-15,-5 4 0 0,5 1-5 0,-11-1 4 16,-1-3 1-16,-9 2-3 0,-2 3 0 0,-11-6 3 15,0 6-3-15,-3-6 4 0,-7 5-5 0,-7-3 9 16,-6-2-4-16,-11 3-1 0,-2-5 4 0,-8 2-3 16,-4 1 6-16,-9-5-6 0,-12 0 7 0,-4 0-1 15,-39-5-10-15,4 1 3 0,-2 1 0 0,-7-1-5 0,-20-3-3 16,1 2-5-16,-10-2-17 0,-6 0-3 16,-3 0-30-16,-9-2-31 0,-2 0-52 0,-5-2-53 15,-2 4-44-15,0 0-37 0,-22-20-35 0,-6 13-231 0,-5-4-560 16,-21-3 248-16</inkml:trace>
  <inkml:trace contextRef="#ctx0" brushRef="#br0" timeOffset="79175.7">19219 11277 171 0,'0'0'228'0,"-4"-12"-11"0,3 7-3 0,1 5-4 15,-4-11-11-15,2 7-12 0,2 4-3 0,-2-10-8 16,2 10-6-16,0 0-9 0,-2-11-15 0,2 11-16 15,0 0-15-15,0 0-5 0,0 0-17 0,0 0-12 16,0 0-10-16,0 0 3 0,0 0-11 0,23 19-9 16,-12-4 0-16,0 0 0 0,1 2-9 0,2 3-2 15,3 0-5-15,-3 3-4 0,-5-7-4 0,6 7-4 16,-4-8 1-16,1 8 0 0,-2-6-7 0,-1-2-1 16,1 0-1-16,-3-5-1 0,2 4 3 0,-1-3 5 15,1 3-15-15,-2-7 3 0,0 3-3 0,-1-3 0 16,2 1-1-16,-4-2-4 0,-1-2 2 0,1 1-2 15,-4-5 7-15,7 6 3 0,-5-3-5 0,-2-3 10 16,0 0 6-16,0 0-4 0,0 0-2 0,18-9 0 16,-13 1-1-16,0-3-4 0,3-2 6 0,0-2-5 15,2-3-1-15,-2 1-3 0,1-6-1 0,1-2 0 16,0 0-5-16,0-1 1 0,0 1 1 0,-2-2-6 16,2 0 8-16,-2 1-5 0,0-1 2 0,1 3-1 15,-6 3 6-15,1 3-2 0,0 0 3 0,-1 3 3 0,0 3-1 16,-1 3 1-16,-2-1-3 0,1 3 2 15,-1 7-10-15,2-10-1 0,-2 10 1 0,2-9-19 16,-2 9-23-16,1-6-22 0,-1 6-18 0,0 0-20 16,0 0-26-16,0 0-36 0,0 0-55 0,0 0-38 0,9 21-253 15,-6-14-547-15,-1-1 242 0</inkml:trace>
  <inkml:trace contextRef="#ctx0" brushRef="#br0" timeOffset="79915.92">19922 11346 175 0,'-4'-6'233'0,"0"1"-7"0,-2 0-12 16,1 0-13-16,5 5-12 0,-10-6-18 0,2 5-9 16,8 1-14-16,-15 5-3 0,10 2-10 0,-3 2-5 15,-4 10-1-15,1 1-9 0,1 9-2 0,2-1-4 16,3 2-19-16,0-1-2 0,0 3-3 0,2 1-5 16,0-3-12-16,1 0 7 0,1-2-19 0,-1 3-4 15,0-6-6-15,3 0-7 0,0 0-7 0,-1-6 1 16,0-1-3-16,3-1-4 0,-3-1-13 0,1-3-13 15,0-3-21-15,1 0-22 0,-1-1-25 0,-2-1-23 16,1-8-26-16,1 12-29 0,-1-12-34 0,1 6-25 16,-1-6-49-16,0 0-156 0,0 0-437 0,0 0 195 15</inkml:trace>
  <inkml:trace contextRef="#ctx0" brushRef="#br0" timeOffset="80771.82">19711 11643 197 0,'-1'-4'188'15,"1"4"-8"-15,-4-12-17 0,4 12-15 0,5-8-11 16,2 3-4-16,-1 2-10 0,8-1-5 0,3-2-5 16,4 5-13-16,7-5-8 0,3 2-8 0,-1 0-3 15,0 2-10-15,0-1-4 0,-2-3-6 0,-2 6-2 16,-6-2-11-16,-5 2 3 0,-2 0-7 0,0-2-6 0,-3 0-2 16,-4 2 2-16,-6 0 7 0,13-1 6 15,-13 1 0-15,10 0 6 0,-10 0-6 0,7 1 2 16,-7-1-3-16,0 0-2 0,0 9 2 0,0-9 3 15,-8 11 0-15,4-3-4 0,-1 3 5 0,-1 1 5 0,-1 3-2 16,3-4-5-16,1 1-4 0,-3 5-8 0,4-6-3 16,-1 2-4-16,3-1 1 0,3-1-5 0,-1-1-4 15,1 1-3-15,1-3 1 0,1 0-3 16,0-3 0-16,3-1 1 0,-1-1-5 0,4-1 3 0,1-2-3 16,0 0-1-16,-1-2-5 0,2 0-3 0,0-5 2 15,0 0 1-15,2-1 11 0,-1 0-14 0,-2-4-3 16,-3 3 1-16,-2 0 3 0,1 0-5 15,0-1 0-15,-5-2 0 0,4 1 1 0,-3-1 0 0,1-4-3 16,-2 0 1-16,-1 4 3 0,-1 1-6 0,0 0 3 16,1 4-2-16,-2 7 1 0,0-11-3 0,0 11 0 15,2-7-1-15,-2 7 0 0,0 0-2 0,0 0-2 16,0 0 5-16,0 0 2 0,0 0-3 0,3 23 3 16,-2-13-4-16,2 2 4 0,-1 0 6 0,2 0-5 15,1-1 2-15,3 0 7 0,-2 3-4 0,2-5 10 16,-2-1-2-16,4 0-1 0,2 1 2 0,-2-5 11 15,3-2-7-15,-1 0-6 0,3 0 1 0,-2-4 12 16,4 0-15-16,-4-2 3 0,1-1-4 0,-3-1 5 16,0-2 0-16,0 0 6 0,-1-1-7 0,0-4 22 15,-1 0-19-15,-3-3 7 0,0-1-3 0,0-1-5 16,-4-1 6-16,1-1-6 0,-1 0-3 0,1-6 3 0,-3 2-3 16,0-2 3-16,0-1-8 0,-3 8 0 15,3-1-2-15,-1 4-3 0,0 3 1 0,-1 2 7 16,2 2-1-16,-1 2 7 0,1 7-17 0,-1-10 4 15,1 10-2-15,0 0-1 0,0 0 5 0,0 0-2 16,-3 37 2-16,2-12 0 0,-2 4 0 0,1 2 2 16,-1-1 1-16,5 0 1 0,0 0-5 0,2-2 1 15,0-1 3-15,2-1 0 0,1-7-4 0,0-1 6 16,5-1 0-16,6 2 3 0,-4-6-3 0,4-1-2 16,1-4 5-16,1-2-6 0,1-3-6 0,0-3 11 15,0 0-14-15,1-3 7 0,-2-1 0 0,-1-1-3 0,-1-2-6 16,-1-3 5-16,-2 0 2 0,-1-3 3 15,-2-1-7-15,-1 0 3 0,-2-4 1 0,-3 0-2 0,-1-2-2 16,1-6 0-16,-5 1-3 0,2-2 3 0,-3-1 15 16,0 1-20-16,-3 0 1 0,2 1 0 15,-1 7 14-15,0 3-11 0,-2 1-5 0,3 5 6 0,-3 1-7 16,4 3 1-16,0 6-2 0,-3-9 1 0,3 9-1 16,0 0 0-16,0 0-3 0,0 0 5 0,-7 37 3 15,3-19 2-15,0 9 0 0,0-3 1 0,-1 5 5 16,4-3-13-16,-2 1-32 0,2 1-28 0,1-2-38 15,1-1-52-15,6-5-55 0,-4-1-45 0,3-2-54 16,3 6-232-16,2-9-587 0,-1-2 260 0</inkml:trace>
  <inkml:trace contextRef="#ctx0" brushRef="#br0" timeOffset="81372.52">21279 11745 110 0,'19'-19'260'15,"-6"4"-8"-15,5-6-4 0,0 2-12 0,1-3-7 16,-5 8-8-16,5-11-17 0,-2 2-10 0,0-2-6 16,-3 2-17-16,2-1-11 0,0 3 1 0,-1-2-17 15,-3 1-8-15,1-1-6 0,-5 4 11 0,3-5-29 16,-3 2-2-16,-3 4-18 0,-3 1 14 0,0 1 4 16,0 6 1-16,-2 0-12 0,0 1 1 0,0 9-11 15,1-10-1-15,-1 10-22 0,0 0-8 0,0 0 8 16,0 0-17-16,0 0-6 0,-13 21 9 0,4-3-12 15,0 7-8-15,0 1-2 0,2-1 1 0,2 2-4 16,-2 0 6-16,3-9-7 0,2 10 1 0,2-4-3 16,0-4 1-16,4-2-5 0,-1 1-2 0,3-4-2 15,4 0 3-15,-3-1 0 0,2 1-7 0,0-6 2 16,3-1-8-16,-2-2 0 0,1 0-1 0,1-2-5 0,1 0 3 16,-1-3-6-16,5-1 1 0,-3 0 0 15,-1 0-5-15,0-2-1 0,-2-2 1 0,0 1 0 16,0-3-5-16,-2 1-1 0,0-3 4 0,1 2 1 0,-5-3-9 15,2-1 2-15,-1 2 2 0,-1-1 0 0,-1 4 5 16,1-2-5-16,-2 2 2 0,-3 5 2 0,2-9 4 16,-2 9-5-16,4-3-6 0,-4 3 4 0,0 0 6 15,0 0 2-15,0 0 0 0,5 17-1 0,-4-12 8 16,2 4 8-16,-2 0-8 0,2-1-6 0,-1 2 0 16,5-1 4-16,-2 1 3 0,4-5 0 0,0 3-6 15,2-4 6-15,1 1-1 0,-1-2-3 0,7 1 3 16,1-4 5-16,-6-3-2 0,1 0 0 0,1-1 0 15,2-2-1-15,-7 1-11 0,1-1 6 0,-1 1 3 16,-4-6 0-16,-2 4 3 0,0-4-3 0,-2 1 6 16,0-1-1-16,-2 11-14 0,-5-27 11 0,1 11-6 15,-3 5 5-15,-2 0-7 0,-1-3-2 0,2 4-3 16,-3-2-8-16,1 2-22 0,1 1-11 0,-3 4-21 16,2 1-15-16,0 3-18 0,-2 1-8 0,2 0-23 15,2 5-22-15,-2 0-33 0,4 5-32 0,1 0-30 16,3 1-19-16,5-3-19 0,2 2-182 0,5-1-508 15,7 0 225-15</inkml:trace>
  <inkml:trace contextRef="#ctx0" brushRef="#br0" timeOffset="82111.67">22197 11554 194 0,'5'-6'207'16,"-1"3"6"-16,0-6-5 0,-3 2-3 0,0-3-8 16,-1 10 6-16,-2-12-7 0,-1 5-1 0,-2-2-10 15,0 3-1-15,-2 0-7 0,1 2-9 0,-2 1-7 16,-1 0-16-16,-1 3-3 0,10 0-9 0,-22 7-7 0,11-1-8 15,0 5-12-15,1-1 3 0,-2 1-25 16,4 5-7-16,2-1-8 0,2-4-3 0,0 5-9 16,3-1-4-16,1-2-2 0,1-3-12 0,3 1-4 15,1-4-4-15,1 4-3 0,2-6-5 0,2 0-13 16,1-1 1-16,-1-1 3 0,0-1-8 0,1-2 5 0,0-3-7 16,0-1 3-16,-2-1 3 0,-1 1 1 15,-1-1-5-15,0-2-1 0,-2-2 2 0,0 1 0 16,-1-1-1-16,0-1-7 0,-2 1 9 0,0 1-8 0,1 0 1 15,0 1-8-15,-3 7 11 0,4-12-6 0,-4 12 1 16,2-5-3-16,-2 5 1 0,0 0 4 0,5-2-5 16,-5 2 6-16,0 0-6 0,7 12 0 0,-4-7 2 15,0 4-5-15,2 0-3 0,-1-1-17 0,0 3-27 16,2-3-21-16,0 0-13 0,4-1-12 0,-1 1-12 16,2 0-6-16,2-4 2 0,5 2 2 0,1-2 1 15,4 0 16-15,-5-4 1 0,4 1 8 0,-1-2 11 16,0-2 6-16,1 1 13 0,0-2 4 0,-2-2 15 15,0 2 7-15,-2-3 8 0,-1 0 11 0,-3-4 13 16,-5 4 10-16,-2 0 11 0,2-3 3 0,0 1 7 16,-4-1 8-16,0-2 2 0,-2 3 4 0,0-1 28 15,-3 0-8-15,-2 1 7 0,2 9 7 0,-2-13 0 16,-2 9-12-16,4 4-2 0,-12-6 2 0,4 6-3 16,-3 4-5-16,0 2-6 0,-3 0 2 0,2 1-14 15,-3 2 7-15,2 2-4 0,4-2-7 0,-1 5-9 16,4-5 4-16,0 3-3 0,4-1 0 0,0-2 7 15,2 3-11-15,3-3 9 0,4-1-17 0,-1 1-4 16,2-4 5-16,3 0-9 0,1-4-3 0,0 0-2 16,5 1-4-16,-3-4-6 0,-1 0 2 0,3-3 1 0,-4 0-3 15,1-6 5-15,-2 3 1 0,-2-1-8 16,0-1 3-16,0-4 5 0,-4 0 3 0,-1-3-3 16,1-2-4-16,-1 3 1 0,0-10 2 0,-3 6-3 15,0-4 4-15,-1 0 1 0,3-2-3 0,1 0 2 16,-2 6 3-16,-1 1 4 0,1 2-3 0,0 1 6 0,0 7 16 15,-1 1 17-15,0 3-16 0,-1 5-2 16,2-8-2-16,-2 8 5 0,0 0 30 0,0 0 0 16,0 0-3-16,-3 30 0 0,-1-13-11 0,1 2 1 0,0 4-4 15,-4 1-3-15,4 4-6 0,-1-9-4 0,0 7-9 16,1 0-13-16,1-7-28 0,3 0-39 0,0-1-31 16,1 0-23-16,-1-2-38 0,1-1-29 0,0-2-32 15,0 3-26-15,3-5-33 0,2-2-22 0,-2 1-230 16,-1-1-567-16,0-3 251 0</inkml:trace>
  <inkml:trace contextRef="#ctx0" brushRef="#br0" timeOffset="82238.73">22767 11675 123 0,'0'0'229'0,"0"0"-19"0,0 0-17 16,-8-13-25-16,8 13-24 0,-5-7-35 0,5 7-36 15,-6-8-59-15,1 3-49 0,5 5-55 0,-5-10-100 16,5 10-205-16,-9-10 90 0</inkml:trace>
  <inkml:trace contextRef="#ctx0" brushRef="#br0" timeOffset="116581.63">2586 9537 36 0,'-8'-2'103'0,"8"2"-2"16,0 0 0-16,-8-4 0 0,8 4-6 0,-5-5-7 15,5 5-1-15,-7-4-1 0,7 4-6 0,-5-7-1 16,5 7 0-16,-8-5 3 0,8 5 4 0,-9-4-5 16,9 4 2-16,-5-6-4 0,5 6-2 0,-6-6-4 15,6 6-7-15,0 0-1 0,-7-7-2 0,7 7-3 16,0 0-1-16,-3-4-3 0,3 4-4 0,0 0-4 16,0 0-5-16,0 0-1 0,0 0-10 0,-3-8 0 15,3 8-7-15,0 0-4 0,0 0 0 0,0 0-7 16,0 0 0-16,0 0 0 0,0 0-2 0,0 0-1 15,13 24-2-15,-7-14-1 0,1 3-1 0,1 2-1 16,-1 2-1-16,1 0 0 0,4 6 1 0,-4-4 0 16,4 4 0-16,-5-4-1 0,3 0-2 0,1-2 2 15,-2 2 1-15,1-3-6 0,-1 0 6 0,0 0-4 16,1-2 0-16,-1-2 1 0,-3-2 1 0,2 2-1 16,0-1-1-16,-2-5-1 0,0 4 3 0,0-4-5 15,-1-1 2-15,1 1 0 0,-2 0 1 0,0-3-1 0,0 2 7 16,-4-5-7-16,5 5 2 0,-5-5 1 15,5 4 0-15,-5-4 3 0,0 0-2 0,0 0-1 16,0 0 0-16,0 0 1 0,7-12-2 0,-7 12 2 16,3-14-1-16,-3 3-2 0,1-2 4 0,0-2 3 15,-1-2-5-15,3 0-1 0,0-8-1 0,-1 5 0 16,2-4 4-16,-1-4-2 0,2 2 1 0,-3-4-4 16,5 2 2-16,-5-2-3 0,3 0 5 0,-2 1-5 15,-1 0 3-15,1 4-3 0,0 1-2 0,-1 5 7 16,-1 2-2-16,1 1 3 0,-1 5-2 0,-1 0-1 15,-1 0 0-15,2 5 1 0,-1 6 0 0,-1-12 0 16,1 12 2-16,1-9-4 0,-1 9 0 0,0-8-2 16,0 8-6-16,0 0-7 0,0 0-13 0,1-9-10 15,-1 9-17-15,0 0-4 0,0 0-10 0,0 0-7 16,0 0-15-16,0 0-23 0,0 0-25 0,8 25-23 16,-6-15-138-16,0 1-321 0,0 1 143 0</inkml:trace>
  <inkml:trace contextRef="#ctx0" brushRef="#br0" timeOffset="117257.21">3122 9652 24 0,'0'0'177'0,"-8"-3"-18"0,8 3-10 16,-12-3-8-16,12 3-6 0,-15 4-13 0,5 0-2 16,0 2-13-16,-2 2-5 0,-1 2-4 0,-2 2-5 15,1 2-9-15,3-1-5 0,-1-1-9 0,3 5-7 16,-1-1-5-16,4 0-6 0,0 0-6 0,3 0 5 16,1-3-13-16,2-1-4 0,3 3-5 0,1-6-1 15,-2 3-2-15,5-3-4 0,1 1-1 0,-2-3-4 16,1-1 0-16,1 0 3 0,2-2-1 0,2-1 4 15,-2-4 3-15,1 0 1 0,1-2-1 0,-1 1 0 16,1-4-1-16,0 0-1 0,0 1-3 0,1-5-1 16,-4 2 2-16,1-2 3 0,-2 1-4 0,2-6 4 15,-5 4-3-15,3-4 6 0,-3-3-3 0,-2 0-2 16,-1-2 3-16,-2 1-2 0,-2-6-1 0,0 1-1 16,-3-1 1-16,1 0 0 0,-1 0-3 0,-1 0-2 15,-1-1-3-15,0 1 2 0,0 1-5 0,1 5 2 16,0 0 3-16,2 2 7 0,0 5 1 0,1 1 4 15,1 2-3-15,-1 1-3 0,3 8-4 0,-2-10-7 16,2 10 1-16,-2-5-5 0,2 5 4 0,0 0-4 16,0 0-2-16,0 0-4 0,13 23 7 0,-5-4-2 15,3 5 0-15,0 2-1 0,-4 2-2 0,1-1 0 0,5 1-1 16,-6-1 2-16,1-1 0 0,1-1-4 16,-3 0 5-16,2-7-5 0,-2 1 9 0,2 0-23 15,-2-4-10-15,2 0-30 0,-4 1-33 0,1-5-24 16,-1 1-27-16,5-1-28 0,-3-3-23 0,-1 1-19 15,1-3-153-15,-3-2-389 0,-3-4 172 0</inkml:trace>
  <inkml:trace contextRef="#ctx0" brushRef="#br0" timeOffset="117495.4">3626 9409 173 0,'-6'-8'206'0,"6"8"-7"15,-11 0-12-15,11 0-6 0,-16 9-5 0,4 3-9 16,-4 1-10-16,3 3-5 0,2 1-7 0,-2 6-8 16,-2-1-7-16,7-3-9 0,0-1-6 0,3 0-17 0,4-1-7 15,1-5-10-15,1 1-7 0,4-2-9 0,0 0-1 16,4-2-8-16,-1 1-3 0,7-2-6 16,2 1-3-16,1-3-4 0,4-4-15 0,-2-1-21 15,7 0-21-15,-4-3-32 0,-1 0-37 0,-2-1-38 16,1 0-49-16,0-3-43 0,-4 4-172 0,-3 0-419 0,-2-2 186 15</inkml:trace>
  <inkml:trace contextRef="#ctx0" brushRef="#br0" timeOffset="118880.61">2987 10607 17 0,'0'0'117'0,"-14"0"-8"0,6 1 3 0,8-1-6 16,-13 2 2-16,1-2-5 0,5 2-1 0,-1-1-1 15,8-1-5-15,-14 1-3 0,6 0-7 0,8-1-2 16,-9 2-1-16,9-2-10 0,0 0-5 0,-10 1-9 15,10-1 0-15,0 0-9 0,0 0-5 0,-10 1-6 16,10-1-4-16,0 0-6 0,0 0 0 0,0 0-2 16,0 0-4-16,0 0 3 0,0 0-2 0,0 0 6 15,0 0 1-15,0 0-5 0,30-11-2 0,-4 3-3 16,-6 2-1-16,8-5-4 0,4 2 4 0,0-6 3 16,5 2-12-16,12-7-8 0,-2 4-11 0,-11 3-19 15,0-2-1-15,11-2-8 0,-12 6-18 0,-1-1-25 16,1-1-10-16,-2 4-20 0,-4 2-4 0,0-1-17 15,-9 6-113-15,-5-1-262 0,-1 0 115 0</inkml:trace>
  <inkml:trace contextRef="#ctx0" brushRef="#br0" timeOffset="119752.2">3258 10562 62 0,'0'0'150'0,"0"0"-19"15,0 0 4-15,0 0-16 0,0 0-10 0,0 0-16 16,0 0-2-16,-7 2-10 0,7-2-1 0,0 0 4 16,6 21-5-16,-2-11-4 0,2 7 4 0,3 8-7 0,0 2-3 15,-2-2-3-15,-1 7 3 0,1 1-2 0,1-1-10 16,-3-1-4-16,2 1-8 0,-3-3-6 15,1 1 1-15,0-2-6 0,2-2-4 0,-1-1-4 16,-4-7-1-16,0 0 1 0,-1-5-2 0,3-3-9 0,-2 0 7 16,1-1-7-16,-3-2 2 0,1-1 0 15,-1-6 0-15,0 9-1 0,0-9 1 0,0 0 2 0,0 8-1 16,0-8-4-16,0 0-3 0,0 0-1 16,-11 4-3-16,11-4-7 0,-13-2-3 0,13 2-2 15,-18-3-2-15,6 0-3 0,1 0-2 0,-2 3-4 0,-1-2 0 16,-3-1 1-16,1 1 4 0,2 1-3 15,1 1 2-15,0-2 4 0,2 2 0 0,-2 0 2 0,4 0 7 16,-1 0 3-16,10 0 8 0,-13 2-1 16,13-2 2-16,-10 2-6 0,10-2-4 0,0 0 2 0,-8 0 2 15,8 0-5-15,0 0 4 0,0 0-1 0,0 0 3 16,28-5-2-16,-10-1-2 0,9-3-14 0,4 1-9 16,-2-3-9-16,3-2-22 0,1-2-18 0,2 0-24 15,12-8-6-15,-13 10-9 0,1-5-2 0,-2 3-6 16,-2 1-1-16,-2-2 2 0,-1 2 1 0,-2-2 11 15,-4 0 22-15,-4 6 9 0,-3-2 10 0,-1 1 17 16,-4 3 12-16,0 1 14 0,-2-3 15 16,-2 3 24-16,-2 0 10 0,-2 2 1 0,-2 5 1 0,0 0-13 15,0-9 16-15,0 9 9 0,0 0 0 0,-11-7 6 16,11 7 0-16,-12 2-1 0,12-2 11 16,-16 5 5-16,7 1-2 0,-1 1 3 0,-1 1 5 15,1 1-4-15,0 5-4 0,-1-1 1 0,2 1-7 16,1-2-10-16,1 1 1 0,1 3-6 0,3-2-4 0,1-2-6 15,1-4-5-15,2 3 0 0,1-4-4 0,0 1-2 16,2-3 3-16,0 0 11 0,2 3-7 0,2-7 0 16,-2 1-2-16,2-2-3 0,2 2 0 0,-10-2-5 15,21-8 1-15,-11 3-6 0,0 0 1 0,0-2-1 16,-1-3-2-16,1 3 1 0,-1-8-3 0,-2 1 2 16,-3-2-5-16,-2 4 0 0,-2-3 0 0,-1-3 0 15,0-1 0-15,-3 0-2 0,0-7-2 0,-1 8 2 16,-2-2-6-16,-3-5 3 0,3 3-2 0,-1 4-3 15,-2-6 0-15,1 7 0 0,1 3 3 0,2-1 7 16,0 5 5-16,3 2 5 0,-2 2-5 0,3 0-4 16,2 6-4-16,-2-7 1 0,2 7-3 0,0 0 7 15,0 0 7-15,11 25 4 0,-4-11-3 0,-1 11-1 0,4-1 4 16,2 5-4-16,-2 0 0 0,-2-1 1 16,2-2-1-16,0-1-4 0,2 1 1 0,-1-2-6 15,2-3-16-15,-5-4-28 0,2-3-42 0,-1 1-34 16,2-3-47-16,1-2-38 0,-3-3-164 0,-2-1-392 15,4-4 174-15</inkml:trace>
  <inkml:trace contextRef="#ctx0" brushRef="#br0" timeOffset="119954.06">4039 10614 48 0,'0'0'206'0,"0"0"-2"16,-15 4-6-16,6 4-2 0,0 5-6 0,-1 1-6 15,-2 8-9-15,1 3-11 0,-1 3-6 0,2 0-13 16,2 2-14-16,5-2-13 0,-1 1-11 0,1-1-11 16,3-4-12-16,4-5-8 0,1-1-13 0,2-2-22 0,5-2-25 15,1-3-27-15,2-1-43 0,2-2-40 16,6-5-41-16,5-3-42 0,-1 0-34 0,-6-3-109 16,0-3-347-16,-2 0 154 0</inkml:trace>
  <inkml:trace contextRef="#ctx0" brushRef="#br0" timeOffset="120241.99">3624 11403 292 0,'-10'7'271'0,"3"-3"-22"0,5-1-25 0,2-3-16 0,0 0-12 16,21 4-17-16,0-11-12 0,13-2-5 15,12-13-16-15,9 2-16 0,2-4-12 0,-1-4-10 0,24-8-13 16,-25 7-6-16,3 3-9 0,-1 0-10 0,-4-1-6 16,-2 1-5-16,-1 2-2 0,-16 7-9 15,-2 2-5-15,-1 1-2 0,-6 1-4 0,-7 4-4 0,0 2-4 16,-8 2-2-16,-1 1 0 0,-1 0-5 16,-3 1-1-16,-5 3-11 0,9-5-18 0,-9 5-27 0,0 0-30 15,0 0-37-15,0 0-40 0,0 0-42 0,-22-3-35 16,11 4-206-16,-7 0-460 0,-1 0 204 0</inkml:trace>
  <inkml:trace contextRef="#ctx0" brushRef="#br0" timeOffset="121780.88">4474 10646 17 0,'0'0'176'0,"0"0"-23"0,0 0-11 16,0 0-11-16,0 0-9 0,0 0-11 0,0 0-6 15,0 0-15-15,0 0-22 0,11-4-29 0,-2 1-30 16,3-3-33-16,-2 2-48 0,-1-1-107 0,-4 0-191 16,0 0 84-16</inkml:trace>
  <inkml:trace contextRef="#ctx0" brushRef="#br0" timeOffset="121950.38">4333 10792 33 0,'0'0'216'0,"0"0"-23"16,0 0-16-16,13 5-15 0,-5-6-19 0,4-4-12 16,4 0-15-16,4-3-12 0,8-1-12 0,-2-2-36 15,2 2-31-15,-1-4-35 0,2-1-36 0,2 0-23 0,-4 0-15 16,-2-2-24-16,1 3-81 0,-3-2-204 16,-9 4 90-16</inkml:trace>
  <inkml:trace contextRef="#ctx0" brushRef="#br0" timeOffset="122181.86">4832 10463 45 0,'0'0'126'0,"0"0"-5"16,-7-8-5-16,7 8 10 0,0 0-8 0,0 0-2 15,-12 20-11-15,8-13-6 0,-1 3 7 0,1-1-6 16,2 1-9-16,0-2-6 0,3 2-4 0,-2 0-6 0,2-3 2 16,3-2-1-16,-1 1 0 0,2-1-3 15,0-2 2-15,4-1 2 0,-2 0 7 0,4-4-3 0,1-1 0 16,0-1-2-16,-2-2-6 0,1-1-1 15,0 2 2-15,-3-2-6 0,0-2 5 0,-4 1-11 0,-1-1-2 16,-3-3-11-16,-2 3-10 0,-3 1-34 0,-6 1-42 16,-6-2-52-16,-11 7-75 0,-8 8-71 0,-20 8-156 15,-31 15-421-15,-5 6 187 0</inkml:trace>
  <inkml:trace contextRef="#ctx0" brushRef="#br0" timeOffset="139988.87">6545 12576 48 0,'-5'-5'163'0,"2"-1"-14"15,3 6-8-15,-4-9-9 0,4 9-1 0,-4-7-13 16,4 7-10-16,-1-6-8 0,1 6-11 0,0 0-6 16,0 0-11-16,0 0-10 0,0 0-6 0,0 0-11 15,0 0 7-15,0 0-10 0,0 0-2 0,28 22-11 16,-18-6 4-16,8 3 2 0,-3 3-2 0,4-1-5 15,-3 1-4-15,-1 3 0 0,-2-1-5 0,2 1-3 16,-2-2-2-16,0-1 5 0,-7-3-7 0,4 5-2 16,-1-6 8-16,-1 0-9 0,1-1-1 0,-3-2-3 15,-1 1 1-15,3-1 3 0,-3-5-2 0,-2 0-1 16,2-3 1-16,-3-1 0 0,1 1-3 0,-3-7 4 16,4 7-1-16,-4-7 3 0,2 8 10 0,-2-8 13 15,0 0 3-15,0 0-1 0,0 0 0 0,0 0-2 16,0 0-4-16,9-21-2 0,-4 4-3 0,3-8 0 15,0-2-5-15,3-1-3 0,-1-3 3 0,2-1 7 16,7-12 0-16,-1 1-2 0,-5 9-5 0,3-9-5 0,-3 10-1 16,1-1-3-16,0 1-2 0,0-2 2 15,-1 6-3-15,-1 0-1 0,-1 4 3 0,-5 5-2 16,0 7-4-16,-1 1-4 0,-1 1-3 0,-2 2-19 16,1 5-17-16,-3 4-14 0,2-6-12 0,-2 6-10 15,0 0-9-15,0 0-15 0,-7 19-30 0,1-3-26 16,0 2-151-16,-3 8-330 0,0-2 146 0</inkml:trace>
  <inkml:trace contextRef="#ctx0" brushRef="#br0" timeOffset="140851.91">7375 12645 33 0,'-14'-6'165'0,"14"6"-3"0,-18 2 0 16,6 2-6-16,-2 3 2 0,-4 0-8 0,1 0-10 16,-1 4-10-16,-4 5-4 0,0 0-16 0,3 2-6 15,4-2-13-15,-2 3-8 0,3-2-8 0,4-1-9 16,2 0-6-16,2 0-7 0,-1 0-4 16,5-4-3-16,1-1-4 0,1-1-9 0,2 1 0 0,1-4-2 15,2 0-10-15,-1 0-1 0,2-3-1 0,3 0-4 16,0-2-1-16,2-1 1 0,1-1-1 15,1-2-2-15,-2-3-3 0,6-2 1 0,-1-1-2 16,-3-2-2-16,1-2 3 0,-5 3-2 0,4-3-2 0,-4-2 7 16,-3 0-8-16,2-1 1 0,-2 0 2 0,-1 0-1 15,-2-1 1-15,2 0 1 0,-4 0-3 0,-1 4 2 16,-1-1 0-16,1 3 0 0,0-1 5 16,-1 1 4-16,1 10 2 0,-1-12-4 0,1 12-1 0,0-11-7 15,0 11 5-15,0 0-6 0,0 0-3 0,0 0 1 16,0 0 2-16,0 0-2 0,0 0 1 0,15 28-1 15,-8-14 0-15,1 3 3 0,0 0-3 0,3-1 1 16,-2 0-1-16,3-1 1 0,2-2-4 0,-4 1 4 16,0-1-1-16,2-5 0 0,1 3 4 0,-1-4 0 15,2 0 0-15,-2-2 1 0,2-2 3 0,-2 1 1 16,-1-2 1-16,-3 0-2 0,2-2 4 0,-4 0-1 16,-6 0 0-16,14-3 2 0,-8 1 0 0,-1-3 3 15,0 0-6-15,-1-1-1 0,1-2 7 0,-2-2-7 16,1 0 0-16,-2 1-4 0,-1-1-1 0,0-1 1 15,-2 0-3-15,2-2 0 0,0 1-4 0,1-3-2 16,-1-2-3-16,2 5-2 0,0-1-3 0,4-2 3 16,-1 5-2-16,2-1-5 0,0 2 5 0,3 0-4 15,-3 2 3-15,1 2-3 0,1 4 3 16,1 1-2-16,2 1 1 0,-1 2 3 0,-1 2 0 0,-1 2-2 16,4 3-2-16,-1 1 5 0,-5-2 3 0,2 5-2 15,-2-3 2-15,0 2 0 0,-3-1-2 0,2-2 2 16,-2 1 2-16,3 0 1 0,-3-1-3 0,3-2 3 15,-4 1 0-15,1-1 3 0,1 0 3 0,-1-5-1 16,0 3 0-16,2-2 10 0,-1-2-6 0,2 0-3 16,-2 0 1-16,6-2 2 0,-3-3 0 0,2 0-2 15,3-3 2-15,-2-1-6 0,2-2 3 0,1-1-3 16,-2-2 4-16,0 0-1 0,-6 3-1 0,-1-4 8 16,6 1-8-16,-7-4 0 0,-2 4-3 0,-2 0-2 15,2-5 2-15,-5 0 1 0,0 0-4 0,-1 3 2 16,1 2 1-16,0 2-4 0,0 2 3 0,-1 2-2 15,3 6-2-15,-3-9-1 0,3 9-5 0,0 0 2 16,0 0-2-16,0 0 4 0,0 0 2 0,0 0 6 16,-4 33-5-16,4-14 2 0,1 1-1 0,0 6 1 15,1-7 5-15,1 0-4 0,-1 0 0 0,-1 1-2 16,0-1-2-16,2-2-14 0,-1-1-25 0,2 0-23 16,-1-4-25-16,-2-1-27 0,3-2-38 0,-2-1-30 15,0-3-28-15,0 2-118 0,-2-7-358 0,0 0 159 16</inkml:trace>
  <inkml:trace contextRef="#ctx0" brushRef="#br0" timeOffset="141009.96">7936 12371 29 0,'0'0'135'0,"0"0"-19"16,0 0-24-16,0 0-17 0,19 30-39 0,-6-14-41 15,2 4-37-15,3 1-31 0,0 0-79 0,4-2 35 16</inkml:trace>
  <inkml:trace contextRef="#ctx0" brushRef="#br0" timeOffset="141387.44">8457 12528 146 0,'-9'-7'161'0,"0"1"3"0,0 2-2 16,-4 0-3-16,-4-2-3 0,3 6-4 15,-2-1-3-15,-3 2-10 0,4 2-10 0,-3 2-5 16,3 6-8-16,-2 2-12 0,2 1-5 0,-3 7-7 16,1 3-8-16,3 0-10 0,0 0-7 0,1-2-9 15,6-2-3-15,3-2-6 0,1-1-6 0,4-5-6 0,1 0 1 16,2 1-6-16,0-2 1 0,2-1-5 16,0-3-1-16,3 0-3 0,1-1 0 0,1-3-3 15,4-3-3-15,-2-2 1 0,6-2-3 0,-4-2 0 16,3 1-1-16,-4-3 1 0,-2 1-5 0,-1-1-2 15,-2-1 0-15,-1 1 2 0,0-3-4 0,-1-2 0 16,-2 3 2-16,-2-2-3 0,-1 2-2 0,1-2 2 16,-4 4 2-16,2 1-4 0,-1 7 1 0,0-12 2 15,0 12-6-15,0-7-1 0,0 7 0 0,0 0-5 16,0 0 2-16,0 0 6 0,0 0-3 0,0 0 3 0,6 23-2 16,-4-9 6-16,0-2-4 0,-1 7-2 15,1-3 1-15,0 1-2 0,-2-2-6 0,3 1-14 16,1-1-18-16,-2-3-22 0,2 1-33 0,0-2-44 15,0-1-30-15,0-2-36 0,1-2-170 0,-3-2-405 16,-2-4 179-16</inkml:trace>
  <inkml:trace contextRef="#ctx0" brushRef="#br0" timeOffset="141622.51">8723 12285 135 0,'0'-7'209'0,"0"7"-24"0,-1-12-21 0,1 12-3 16,0 0 22-16,0 0 4 0,10 32 2 16,-6-6 0-16,-2 4-6 0,-2 4-14 0,2 13-16 15,-2 0-13-15,4-1-15 0,-4-12-11 0,0-1-10 0,-2 2-11 16,2-3-5-16,0-1-7 0,-1-1-18 16,2-3-22-16,-3 0-29 0,0-1-29 0,2-8-32 15,-1-2-26-15,1 0-36 0,0-6-32 0,0 0-27 0,0-3-20 16,0-7-23-16,-1 9-121 0,1-9-361 15,0 0 160-15</inkml:trace>
  <inkml:trace contextRef="#ctx0" brushRef="#br0" timeOffset="141873.37">8492 12591 132 0,'0'0'168'0,"0"0"-15"15,0 0-11-15,22 0-13 0,-8 1-7 0,6 1-10 16,1-1-5-16,7-1-12 0,1 3-5 0,2-2-8 15,-3 0-4-15,2-1-6 0,-1 3-2 16,-6-3-6-16,-3 0 0 0,2 1-10 0,-3 0 2 16,-1 1-5-16,-4-1-6 0,-1 0-1 0,-3 1-2 0,0 1-2 15,-1-1 1-15,-2 1 6 0,-1 2 6 0,1 1-1 16,-1 3-2-16,-1-1-5 0,-1 4-1 0,-3-2-4 16,2 3 1-16,-2-1-6 0,-1 1-1 0,-3 4-7 15,1-1-9-15,-4-1-24 0,1 1-36 0,0-2-35 16,-1-3-51-16,3 1-47 0,1-2-178 0,-2-3-380 15,1 0 169-15</inkml:trace>
  <inkml:trace contextRef="#ctx0" brushRef="#br0" timeOffset="142047.73">8898 12404 193 0,'-1'-8'189'0,"0"2"-39"0,1 6-26 16,0 0-19-16,0 0-16 0,0 0-32 0,0 0-32 0,14 14-33 16,-3 0-36-16,-1 0-32 0,1 3-58 0,7 2-146 15,-6-5 65-15</inkml:trace>
  <inkml:trace contextRef="#ctx0" brushRef="#br0" timeOffset="142522.18">9169 12556 111 0,'-20'7'171'0,"15"-4"-6"0,-2 6-1 16,0-2 4-16,0 3-7 0,1 5-10 0,2-4-11 16,0 4-10-16,-1 2-7 0,1-1-1 15,2 1-8-15,0 0-15 0,6-2-5 0,-4-1-1 0,3-2-18 16,-1-2-6-16,2 2-6 0,2-3-5 0,1 0-4 16,-1-3-3-16,1 1 0 0,2-3-5 0,-3-1-1 15,3 1-1-15,-1-2 2 0,-8-2-5 0,12-3-3 16,-12 3-2-16,11-6-1 0,-5 2-6 15,-2-6 2-15,1 2-5 0,-1-1-3 0,-2-2-4 0,4 1 2 16,-5 0-6-16,1-2 2 0,1 1-4 0,2-4-2 16,-3 4-1-16,4-5 1 0,-3 7-4 0,3-1-3 15,-1 1-1-15,4 1 0 0,-4 3-1 0,1 2 1 16,1 0 1-16,-7 3-2 0,16 2 6 0,-7 0-2 16,0 3-2-16,1-1 4 0,-1 4-3 0,0 0 3 15,0 1-1-15,-3-2 0 0,1 3-3 0,-1-1 2 16,-1-2 0-16,-1 1-1 0,1-4 2 0,-1 2 1 15,-1-1-3-15,-3-5 5 0,5 5-2 0,-5-5 5 16,4 3 9-16,-4-3 3 0,0 0-4 0,0 0-2 16,0 0 0-16,0 0-2 0,0 0-6 0,11-12-1 15,-7 6 0-15,0-4-5 0,1 2-1 0,1 0-2 16,1-2-4-16,0 2-1 0,1 1-3 0,-2-1 2 16,1 0-3-16,2 3-1 0,-4 2-2 0,1 1 2 15,-6 2-2-15,13 2 1 0,-8 2 0 0,1 2 0 16,-2 3-11-16,0 1-22 0,-2 1-25 0,-1 2-31 15,1 4-40-15,0-1-34 0,2 1-26 0,1 1-15 16,3-4-166-16,3 2-409 0,4-2 181 0</inkml:trace>
  <inkml:trace contextRef="#ctx0" brushRef="#br0" timeOffset="142805.9">9754 12611 186 0,'-12'-16'271'0,"1"2"-3"0,4 5-1 16,-1-1-6-16,3 3-14 0,3 1-24 0,-1 1-22 15,3 5-23-15,-5-7-19 0,5 7-15 0,0 0-12 16,0 0-20-16,8 26-5 0,-6-7-14 0,6 10-6 15,-5-1-8-15,1 2-10 0,-1 2-1 16,-1-1-11-16,1 2-12 0,-2-3-30 0,-2-4-25 0,0 0-29 16,1 2-32-16,-2-9-43 0,2-2-44 0,-1 0-39 15,-3-2-37-15,2-5-174 0,-2 0-442 0,-2-4 196 16</inkml:trace>
  <inkml:trace contextRef="#ctx0" brushRef="#br0" timeOffset="142962.67">9683 12349 98 0,'17'20'70'0,"2"4"-30"16,-1 4-35-16,-1 1-41 0,0 3-38 0,5 9 16 15</inkml:trace>
  <inkml:trace contextRef="#ctx0" brushRef="#br0" timeOffset="143161.84">10000 12779 64 0,'-5'-16'171'0,"5"6"-20"0,0 0-14 16,2-7-13-16,2-1-7 0,3 1-3 0,2-6-4 16,1 5-2-16,6-1-2 0,-2 6-1 0,2 2-5 15,3 2-1-15,-2 5-13 0,3 4-6 0,8 1-7 16,-9 7-5-16,6 5-9 0,-4 2-4 0,0 6-3 15,-5 0-7-15,1 1-3 0,-4 1-13 0,-3 2-24 16,-4-6-26-16,1 5-39 0,-2-3-44 0,-3-3-57 16,0 1-132-16,0-2-316 0,1 0 140 0</inkml:trace>
  <inkml:trace contextRef="#ctx0" brushRef="#br0" timeOffset="143422.5">10843 12362 127 0,'-5'-12'256'0,"0"3"-6"0,1 3-16 16,2 1-23-16,2 5-23 0,-7-7-17 0,7 7 7 16,0 0 0-16,0 0 5 0,-3 34-5 0,4-8-7 0,-1 4-13 15,0 5-15-15,4 11-10 0,-6 1-17 16,4-10-11-16,0 9-8 0,-2-12-7 0,3 1-11 15,0-4-9-15,-3 3-7 0,2-5-28 0,-4 1-23 16,0-4-26-16,-2 0-33 0,4-6-33 0,-1 0-36 16,-2-3-46-16,2-7-46 0,-3 6-23 0,3-6-197 15,-2-4-464-15,1 1 205 0</inkml:trace>
  <inkml:trace contextRef="#ctx0" brushRef="#br0" timeOffset="143949.46">10799 12695 1967 0,'2'-16'51'0,"2"-1"-3"0,1 1-18 16,-1 5-14-16,1-1-7 0,4 3-3 0,-1-1 1 16,5-4 1-16,-1 0 9 0,4 2 11 0,1 2 0 0,-2-1 3 15,0-2 5-15,3 4 3 0,-1-3 5 0,-3 1 0 16,1-3-1-16,-2 3-2 0,2 1 2 0,-2-2 11 16,-2 1-3-16,-2 2 7 0,-2 1 3 0,-1-1-1 15,-2 5-2-15,0-2-2 0,2 0-7 0,-6 6-6 16,5-9-2-16,-5 9-10 0,5-2-7 0,-5 2 2 15,0 0-6-15,4 14 1 0,-1 3-3 0,-5 9-2 16,-3 5 3-16,0 2-2 0,-5 13-1 0,-3-2-2 16,4-12-3-16,0 2 1 0,3-2-3 0,1-3 1 15,-3-1-3-15,5-2 2 0,0-10-3 0,1 0-3 16,2-2 0-16,0-5 0 0,0 2 5 0,2-2-6 16,-2-9-1-16,1 10 4 0,1-5 1 0,-2-5 2 15,9 0-6-15,-9 0 2 0,16-6-1 0,-5-1-2 16,6 0 0-16,2-2 1 0,5-4 0 0,3 4 0 15,-13 5 2-15,7-1 4 0,-1 3 3 0,-2-1 1 16,2 3 1-16,-2 1-3 0,4 1 3 0,-4 0-2 16,0 0 1-16,0 0 0 0,-2 0-1 0,-2 1-1 15,0-3-3-15,0 0 5 0,-1 0-3 0,1-1 2 16,-1-2 4-16,0-2-2 0,-1-1 1 0,3-2-2 16,0-2 2-16,-3-2 0 0,0 1 3 0,-4 0 3 15,1-1 2-15,-2-3 1 0,1 0-4 0,-2 0 0 16,-5 3 0-16,1-1-3 0,1 3 3 0,-3 0-6 15,0 0 0-15,0 2 0 0,0 8-6 0,0-10-3 16,0 10-3-16,0 0 4 0,-10 0-3 0,10 0 2 16,-23 19 0-16,9-2-5 0,-3 3-13 0,3 3-18 15,0 0-38-15,3 0-37 0,0 0-43 0,7-5-51 16,3 3-41-16,2-2-44 0,5 0-180 0,8-2-504 16,8 0 222-16</inkml:trace>
  <inkml:trace contextRef="#ctx0" brushRef="#br0" timeOffset="144324.26">12103 12655 227 0,'-14'0'263'16,"-2"4"-7"-16,3 3-17 0,-6 3-15 0,5 3-9 15,0 3-19-15,1 8-15 0,0 0-19 0,7 2-14 16,2-4-14-16,4 4-16 0,4-8-9 0,1-1-10 16,6 0-11-16,0-2-6 0,4-1-8 0,-1-5-6 0,3-2-4 15,2 0-8-15,2-3-4 0,0-3-9 0,2-4-1 16,4-3 8-16,-7-2-7 0,5-3 1 16,-3-3 5-16,-7 1 8 0,-1-2 9 0,-3-1-11 15,-1-1 5-15,-1 1 1 0,-3-11-10 0,-5 3 1 0,-1 1-7 16,-5-2-2-16,-3 0-10 0,-1 7-3 0,-6-4 11 15,3 6-8-15,-4 2-13 0,0 2 2 0,-3 2-8 16,2 4-3-16,-4 5-4 0,-1 1-2 16,-5 4-8-16,0 6-12 0,3 3-18 0,-5 2-22 15,3 4-31-15,2 3-29 0,1 1-40 0,6 1-44 0,7-5-53 16,2-3-50-16,5-4-168 0,4-1-509 0,5-2 226 16</inkml:trace>
  <inkml:trace contextRef="#ctx0" brushRef="#br0" timeOffset="144545.76">12565 12450 97 0,'0'-13'238'0,"0"2"9"0,-2-1 1 0,0 5-8 16,1-2 0-16,1 9-24 0,0-9-19 16,0 9-7-16,0 0 0 0,0 0 1 0,0 0 15 0,5 47-14 15,-5-18 4-15,-2 19-4 0,2 2-23 0,0 1-20 16,0 3-11-16,0-7-24 0,-5 5 0 0,5-2-7 15,-4-3-26-15,6-12-1 0,-2 13-20 16,-2-12-29-16,0-4-38 0,-3 4-46 0,4-1-37 0,-3-3-46 16,0 0-62-16,0-6-67 0,-1 1-298 0,-4-11-609 15,4 0 269-15</inkml:trace>
  <inkml:trace contextRef="#ctx0" brushRef="#br0" timeOffset="144769.69">12828 12762 112 0,'3'-7'246'0,"-3"7"-18"0,4-5 4 0,-4 5 12 0,0 0 5 15,6 26-6-15,-4-10-12 0,-2 12-20 0,-2 3-8 16,2 1-29-16,-4 1-15 0,0 1-9 0,2 2-20 16,-1-4-14-16,-2 1-11 0,5 0-5 0,-2-3-18 15,-1 0-22-15,-3-5-23 0,4-5-30 0,-2-1-33 16,4-1-45-16,-1-3-41 0,1-3-30 0,-2-2-30 15,2-4-19-15,0-6-18 0,0 10-22 0,0-10-131 16,0 0-390-16,0 0 173 0</inkml:trace>
  <inkml:trace contextRef="#ctx0" brushRef="#br0" timeOffset="144966.1">12814 12758 16 0,'14'-29'138'0,"4"5"-2"0,2 2 4 0,-5 8 6 16,0 3-2-16,0 2-3 0,3 3 4 0,-3 0-7 15,-1 6 0-15,-1 0 0 0,1 3-9 0,-3 0-12 16,0 0-9-16,3 3 1 0,-1 2-3 0,-3 0-1 16,-2-1-5-16,-1 3 0 0,-3 0-2 0,-4 2-15 15,2-2-5-15,-4 3-13 0,-6 3-3 0,1-2-14 16,-5 1-28-16,-1 0-34 0,-7 3-45 0,4-5-40 16,0 0-50-16,-1-1-41 0,-4 3-184 0,-4-1-403 15,5-7 179-15</inkml:trace>
  <inkml:trace contextRef="#ctx0" brushRef="#br0" timeOffset="145456.99">13522 12754 2171 0,'-3'-11'25'16,"1"-1"-7"-16,0 0 11 0,0 0-2 0,2-1-11 15,0 5-1-15,2 1 5 0,-2 7-10 0,2-11 1 16,3 7 9-16,-5 4 6 0,14-4 7 15,-4 8 5-15,6 1 14 0,0 5 4 0,1 0 2 0,4 8-7 16,0 0 3-16,-4 3-5 0,-1-1 1 0,-1 1-5 16,1 3 4-16,-9-8-5 0,0 1 2 0,4-2-2 15,-4 1-4-15,2-1-4 0,-5-6 3 0,-2 3-2 16,6-4 3-16,-6 0 5 0,0-4 14 0,-2-4 17 16,4 10 8-16,-4-10 18 0,3 4 6 0,-3-4-7 15,0 0-7-15,0 0-11 0,12-15-10 0,-8 3-8 16,4-2 3-16,-1-3-4 0,1 1-16 0,0-9-4 0,1 0-9 15,-1-1 1-15,-1-1-5 0,0 2-3 16,2-4-13-16,-4 2-6 0,3-2-14 0,-3 2-5 16,0 9-25-16,-1-1-20 0,-1 4-20 0,-1 4-28 15,-2 1-33-15,2 5-37 0,0-2-41 0,-2 7-20 0,0 0-13 16,0 0-11-16,0 0-5 0,0 0-189 16,0 0-489-16,2 29 217 0</inkml:trace>
  <inkml:trace contextRef="#ctx0" brushRef="#br0" timeOffset="145707.79">13976 12767 9 0,'2'5'161'16,"-2"-5"-16"-16,6 10-10 0,-3-3-14 0,-1-2 11 15,-2-5 4-15,6 7-2 0,0-1 5 0,-2-2 4 16,0-1 6-16,-4-3-3 0,13 3-3 0,1-2-3 0,-3-1-10 16,0-1-5-16,7-3-11 0,-1-2-8 15,2-1-9-15,-2-2-3 0,0-1 3 0,-1 0-11 16,-3 1-3-16,1-4-2 0,-5 5-5 0,0-3-1 15,-7-1-10-15,0 2-8 0,-4 0-3 0,-1-2-3 16,-3 2-6-16,-3 0-9 0,-1 2-4 0,-1 2-3 0,-2 4-3 16,-7 1-6-16,2 2-5 0,-2 2-15 15,-5 6-11-15,-2 4-20 0,4 0-26 0,0 4-32 0,0-3-33 16,2 3-38-16,6-4-32 0,5 0-42 16,2-2-189-16,1-2-456 0,7-1 202 0</inkml:trace>
  <inkml:trace contextRef="#ctx0" brushRef="#br0" timeOffset="145928.71">14391 12509 152 0,'0'-11'216'0,"2"-1"7"0,-2 5 4 0,0 0-12 0,0 7-9 16,2-10-20-16,-2 10-18 0,2-6-19 0,-2 6-7 15,0 0 2-15,0 0 2 0,12 26-3 0,-7-7-7 16,-3 10-12-16,4 2-11 0,-3 2-13 0,-1-3-11 15,-1 0-7-15,-1 2-5 0,2-4-15 0,0 1 0 16,0-4-22-16,-2 1-20 0,0-7-30 16,0-2-22-16,-2 2-39 0,2-7-49 0,0 3-51 0,0-5-35 15,-2-1-230-15,-6 0-471 0,8-9 208 0</inkml:trace>
  <inkml:trace contextRef="#ctx0" brushRef="#br0" timeOffset="146171.94">14694 12449 90 0,'0'-6'229'0,"0"-1"-23"0,0 7-13 0,4-7 7 15,-4 7 6-15,0 0 6 0,0 0 2 0,3 20-2 16,-3-2-5-16,2 6-14 0,0 4-10 0,1 3-5 16,1 0-26-16,-4 2-17 0,1-4-10 0,0 1-16 15,0 1-8-15,-1-5-4 0,2 3-16 0,2-4-6 16,-4-6-7-16,0-1-7 0,2-2-29 0,-1 1-26 15,-1-5-23-15,0-3-33 0,-1 1-28 0,1-1-28 16,-2-3-30-16,2-6-7 0,-2 11-34 0,2-11-21 16,0 0-17-16,-6 0-23 0,6 0-131 0,0 0-398 15,-17-16 177-15</inkml:trace>
  <inkml:trace contextRef="#ctx0" brushRef="#br0" timeOffset="147209.47">14606 12722 61 0,'-11'-24'120'0,"3"5"-1"15,2 2 4-15,0 2 0 0,3 5 3 0,1 3-12 16,-2 0-6-16,2 2-11 0,2 5-3 0,0 0 5 15,4-11-1-15,-4 11 1 0,11-3-1 0,3 0-6 16,2 3-9-16,6-1-7 0,6 2-2 0,0 1-4 0,2-1-5 16,-1 0-2-16,3-2-4 0,-4 1-1 15,0-1-9-15,-1 2-7 0,-5-1-4 0,0 1 4 16,-3-1-8-16,-6 0-1 0,-2 2-5 0,2-1-3 0,-8-1-5 16,4 0-2-16,-9 0 3 0,13 0 1 0,-13 0 0 15,7 1 2-15,-7-1 0 0,0 0 6 16,0 0 0-16,-6 15 1 0,-2-6 6 0,1 1-1 15,-4 5 1-15,-3 2 2 0,-1 2-2 0,-2 0 0 16,7-3-9-16,0-1 0 0,0 1-3 0,5 1-5 0,1-5 3 16,0 0 0-16,4 0-7 0,2-3 3 15,2-1-3-15,1 1 3 0,3-1-6 0,0-2 2 0,5-2 0 16,-1 0-2-16,1-4 0 0,-2 0-1 16,5-2-3-16,-3 0 0 0,5-2 1 0,-3-3 0 0,-2 1 0 15,-3 0 2-15,0-1 5 0,-1-2-1 0,-1 2-2 16,-1-3-1-16,-3 0-1 0,0 0-2 15,0-2-1-15,-2 2 0 0,-2 0 0 0,0 0-5 16,-2 0-1-16,2 3 9 0,0 7 2 0,-3-13-2 0,3 13-1 16,0-8-2-16,0 8-3 0,0 0 3 0,0 0-2 15,0 0 0-15,0 0 1 0,0 0 1 0,0 0-5 16,11 29 2-16,-8-18 3 0,4-2-1 0,2 3 0 16,-2-5 1-16,4 3-4 0,8-3 6 0,-1 1 0 15,12-4-2-15,4-1-4 0,4-4 7 0,16-4-1 16,-1-4-4-16,1 0 1 0,-3 0-2 0,-15 3 2 15,-2-5 0-15,-2 1-1 0,-1 0-5 0,-2-2 2 16,-3 0 5-16,-3-1-4 0,-4 4 1 0,-1-4-3 16,0-4 1-16,-4 5 3 0,-4-1 0 0,-3 1-5 15,-2 1 4-15,-3-1 0 0,-2 2 3 0,0 0-6 16,-2 1-1-16,-3 2 4 0,-3-1 3 0,-1 4-4 16,-1 2-3-16,0 2 4 0,-3 0 4 0,-5 4-2 15,0 4 2-15,3 1 2 0,-1 4 19 0,2 0-26 16,-1 2 7-16,3-1 0 0,2 0 5 0,4 1-10 15,-2-5 6-15,4 1-4 0,2 0 3 0,2-2-4 16,0 3-2-16,0-4-3 0,1-1 5 0,2-1-3 0,-1 0 3 16,3 0-4-16,0-2 0 0,-1 0-4 15,1 0-7-15,-5-4 7 0,7 6 2 0,-7-6-4 16,5 5-1-16,-5-5-1 0,3 3 7 0,-3-3-5 16,0 0 0-16,8 6-5 0,-8-6 3 0,2 5 0 15,-2-5 0-15,1 9 0 0,0 1 4 0,0 3-3 16,-3 5 6-16,2 2 3 0,-1 6-4 0,-2 5 4 15,-1 4 3-15,1 12 5 0,1 1-7 0,-3-1 5 16,2-1 5-16,3 6-4 0,-3-6 0 0,0 2 0 16,0 0 0-16,2-15-4 0,0 2 11 0,-2-2-13 0,-2 2 6 15,0-3-2-15,4-1-5 0,-4 0 7 16,2-3-6-16,-2-2 8 0,-1-2-7 0,-1-6 3 16,2-2-2-16,0 0 3 0,0-7 2 0,1-1-6 15,-1-2-2-15,-1 0 7 0,2-3-3 0,4-3-3 0,0 0 4 16,0 0-3-16,-17-15-7 0,15 2-1 0,3-4 8 15,3-8-19-15,1-4-5 0,8-2-7 16,6-12-5-16,6-4-6 0,3 1 5 0,3-3 2 16,1 0 2-16,3 1-2 0,0 3 4 0,0 0-1 0,-2 4 4 15,-2-2 3-15,0 4 3 0,-11 10-1 0,0 0 3 16,0 1 2-16,-3 0 3 0,-1 1-3 0,-1 0 1 16,-1 2 1-16,-1 0-3 0,-5 0 3 15,-3 6 5-15,-1 0-1 0,-4 3 0 0,1 4-2 0,-2 1 1 16,-6-1-1-16,1 2 0 0,-3 0 15 0,-4 3-16 15,0-2 2-15,-3 4-3 0,2 4 2 0,-4 2 3 16,2 4-1-16,-2 2 1 0,4 3 3 0,0 3-4 16,5 5 5-16,3-1 1 0,1 2-5 0,4 6 8 15,6-5-4-15,2 5-12 0,5 1-31 0,2-6-34 16,5-1-47-16,3-2-55 0,6-3-57 0,4-5-58 16,5-3-175-16,14 0-505 0,0-4 225 0</inkml:trace>
  <inkml:trace contextRef="#ctx0" brushRef="#br0" timeOffset="147430.62">16797 12820 18 0,'0'0'263'0,"-7"-5"-16"0,7 5-17 15,-4-6-21-15,4 6-19 0,0 0-20 0,0 0-16 16,10-11-15-16,-2 8-16 0,2 0-20 0,3 0-26 16,6 0-30-16,-1 1-45 0,-4 0-44 0,-1 2-58 15,1 0-37-15,-4 0-146 0,-4 0-305 0,-6 0 135 16</inkml:trace>
  <inkml:trace contextRef="#ctx0" brushRef="#br0" timeOffset="147583.63">16794 12931 175 0,'-8'6'219'0,"-1"0"-17"0,2 3-17 16,1-4-15-16,1-2-14 0,1 3 3 16,4-6-5-16,-4 9-2 0,4-3-14 0,0-6-13 15,5 8-13-15,1-4-11 0,6-1-28 0,-1 1-30 16,6-3-37-16,1-1-48 0,10-3-49 0,1 0-47 0,-4-3-179 16,3-2-343-16,-9 2 152 0</inkml:trace>
  <inkml:trace contextRef="#ctx0" brushRef="#br0" timeOffset="151871.76">8618 13775 41 0,'-7'-6'65'0,"-3"1"6"0,2-1 16 16,1 4 0-16,-3-3 6 0,4 1 2 0,-1 0 6 16,7 4-4-16,-9-6-4 0,4 3-3 0,5 3-2 15,-7-4 8-15,7 4-2 0,-7-5 1 0,7 5-3 16,0 0-5-16,-5-5-8 0,5 5-6 0,0 0-12 16,0 0-7-16,0 0-6 0,0 0-5 0,0 0-1 15,0 0-3-15,0 0 10 0,0 17 3 0,4-5-3 16,0 0 4-16,1 2 2 0,4 10-5 0,-4 3-5 15,0-1-1-15,2 3-5 0,-1-1-3 0,0-1-3 16,1 2-2-16,-2-2 8 0,3 1-12 0,0 0-18 16,-1-1-1-16,2-3 0 0,0 0 1 0,1 0-4 15,-4-8 6-15,3 0-2 0,-1 0-3 0,1-2 0 16,0 0-2-16,-3-6-2 0,2 2 2 0,-3-4 0 16,0 1 1-16,0-2 7 0,-1 0-9 0,0-2 7 15,-4-3 0-15,5 5 7 0,-5-5 4 0,8 4 1 16,-8-4 2-16,0 0-4 0,7-10 0 0,-3 1-3 15,1-3 0-15,-1 1-2 0,0-8-2 0,5-8 1 16,-4-2-2-16,1 0 1 0,3-2-3 0,1 1 0 16,-2 0 0-16,1-5-3 0,3 3 2 0,-3-3-5 15,2-11 2-15,-1 14 0 0,-1-1 1 0,3 1-3 16,0 6 2-16,-4 2-5 0,-3 7 1 0,2 3-2 16,-3 4-14-16,1 2-20 0,-3 2-30 0,-1 1-11 15,-1 5-15-15,0 0-11 0,0 0-8 0,0 0-25 0,13 11-22 16,-9 1-27-16,-1 2-149 0,-2-1-357 15,0 8 158-15</inkml:trace>
  <inkml:trace contextRef="#ctx0" brushRef="#br0" timeOffset="152290.64">9044 14159 59 0,'2'13'121'15,"-2"3"-1"-15,0-3 2 0,0 0-4 0,2-3-4 16,-2 2-3-16,1 0-6 0,0-1-4 0,-1-1-8 16,0 0-2-16,0-3-8 0,0-7-6 0,2 12-2 15,-2-12 2-15,1 7 1 0,-1-7 4 0,1 8 2 16,-1-8 8-16,0 0 4 0,1 7 4 0,-1-7 2 16,0 0 4-16,0 0-2 0,0 0-6 0,0 0-12 15,0 0-5-15,0 0-5 0,0 0-5 0,0 0-7 16,0 0-7-16,-3-24-2 0,1 14-8 0,2 0-3 15,2 0-6-15,0-8-6 0,1-1-4 0,1-1-8 16,2-3-2-16,2-1-5 0,2 1 1 0,-2 4-5 16,2 0 4-16,4-1-4 0,-3 3-4 0,7-1-2 15,-1 5 1-15,-2-2-2 0,3 8-1 0,-3 0-4 16,2 1 4-16,-4 4-5 0,0 2 2 0,1 2 2 16,2 4-4-16,-3-1 1 0,1 4 2 0,-1 3 3 15,-4-3 0-15,0 2-4 0,1 1 7 0,-4 3-3 16,1 0 0-16,-2 1-3 0,-1-1 5 0,1 1-1 15,-1-2 0-15,-3 2-3 0,0-3-8 0,-1-1-26 16,0-1-36-16,1 1-34 0,1-3-52 0,-2 1-55 16,0-1-47-16,0-9-136 0,0 13-426 0,0-9 188 15</inkml:trace>
  <inkml:trace contextRef="#ctx0" brushRef="#br0" timeOffset="152992.01">9545 13965 143 0,'0'0'169'0,"0"0"1"16,-4-7-5-16,4 7-12 0,0 0-5 16,-4-6-10-16,4 6-4 0,0 0-6 0,-2-6-6 0,2 6-2 15,0 0-12-15,0 0-4 0,0 0-9 0,0 0-8 16,0 0-7-16,0 0-8 0,0 0-8 0,0 0-9 16,0 0-9-16,0 0-5 0,0 0-2 0,0 0-5 15,0 0-3-15,0 0 5 0,0 0-7 0,0 0 2 16,5 31 2-16,-3-19 7 0,0 3-1 0,0 2 0 15,1 2-1-15,-2 2 0 0,2-2 3 0,-2 1-5 16,0-2-2-16,2 7 0 0,-3-6 1 0,1-2-3 16,0 2-2-16,3-2 0 0,-3-2-2 0,1 0-4 15,0-2-3-15,-1-2-2 0,1 2 0 16,0-4 0-16,0 1-4 0,0 0 0 0,-1-1-2 0,1-2-3 16,-1 0-11-16,-1-7-20 0,3 10-18 0,-1-4-27 15,-2-6-33-15,0 9-54 0,0-9-45 0,0 0-40 16,1 7-164-16,-1-7-435 0,0 0 193 0</inkml:trace>
  <inkml:trace contextRef="#ctx0" brushRef="#br0" timeOffset="153344.79">9749 14194 87 0,'0'0'191'0,"0"0"0"15,7 8-6-15,-7-8-9 0,2 10-7 0,0-4-17 0,-2 3-17 16,1 1-9-16,0-2-11 0,-1 1-12 0,1 1-3 16,1-1-9-16,-1 0-9 0,2-2-10 0,-2 0-9 15,1-1-4-15,-2-6-2 0,7 10 8 16,-3-5-1-16,1-4-1 0,-5-1-6 0,10 2 2 16,-4-1-3-16,-6-1-3 0,21-6 0 0,-11 2-4 0,3-2-4 15,1-3-1-15,-4 2-2 0,-1-2-3 16,1 1 3-16,-3 0 6 0,0-1-1 0,0-1-4 15,-2 1-9-15,-3-1 0 0,0 0-3 0,-2-1-1 16,0 1-3-16,-3 1-8 0,-1-2-2 0,-2 2-2 16,-2 0 0-16,2 0 2 0,-2 1-6 0,0-1-10 0,-2 4-4 15,3 1-11-15,-1-2-12 0,1 2-13 0,0 3-21 16,7 1-16-16,-13-2-31 0,13 2-33 16,-13 2-34-16,7 1-30 0,0 1-39 0,0 0-122 15,6-4-396-15,-6 8 176 0</inkml:trace>
  <inkml:trace contextRef="#ctx0" brushRef="#br0" timeOffset="154372.37">10185 14081 129 0,'-9'-4'234'0,"4"0"-9"16,0 0-2-16,5 4-10 0,-10-5-15 0,3 2-18 15,7 3-19-15,-8-2-16 0,8 2-15 0,0 0-12 16,-12 7-3-16,7 2-10 0,0 1-8 0,-5 3-8 15,4 3-9-15,0-2-6 0,3-1-6 0,1 3-11 16,1-1-3-16,1-2-7 0,1-2-4 16,3 0-4-16,1 0-6 0,0-2 0 0,1 0-4 0,4-2-3 15,1-3-1-15,0 0-8 0,2-2-6 0,0-2-3 16,5-2 1-16,0-1-6 0,1-1 3 0,-8-1-2 16,6-5-3-16,-7 4 3 0,4-3-1 0,-5 0-1 15,-1 0-2-15,1-1 1 0,-3 0 3 0,-2 0-2 16,1 1-1-16,-2 1-3 0,1-1 3 0,-3 3 1 15,0 0 0-15,-1 6-1 0,0-10-3 0,0 10-2 16,0 0 3-16,0 0-4 0,0 0 1 0,0 0-2 16,0 0 2-16,0 0-2 0,0 0 3 0,-9 19-2 15,8-7-5-15,1-2-16 0,1 3-13 0,-1-2-28 16,3 0-21-16,1 0-15 0,-1 0-10 0,5-2-17 16,1 0-9-16,0-2 2 0,4-3-6 0,-1 1 1 15,9-1 7-15,-2-3 8 0,3-2 7 16,-1 0 11-16,8-5 9 0,-9 2 20 0,7-5 11 0,-8 0 15 15,-2 1 19-15,1-1 17 0,-4-1 12 0,-2 2 9 16,-3 0 14-16,-1-1 9 0,-2 2-3 0,-2-2 11 16,-3 2 8-16,-1 1 10 0,0 6 0 0,-3-13-1 15,-2 9 11-15,-2-2 4 0,0 2-2 16,-4 1 7-16,-1 1-3 0,-3 1 4 0,0 1 1 0,2 1 0 16,1 3-1-16,-1 0 6 0,4 3-9 0,-3 0-9 15,3 2-1-15,0 3-2 0,2-1-4 0,-1 0-5 16,3 0-1-16,1 2-10 0,2-2-3 0,2 2-4 15,1-2-1-15,3-2-5 0,-2 1-1 0,5-3 0 16,-1 1-3-16,0-2 0 0,0-2-1 0,4 0-5 16,-1-2 1-16,1-2-1 0,2-4 3 0,-2 1-2 15,0-1 0-15,0-4 0 0,-1 1 6 0,-1-3 9 16,-1 1 4-16,0-1 2 0,-1-4 1 0,2-2 0 16,-7 0-1-16,4-2-7 0,-3 1-2 0,-1-2 1 15,-2-1-2-15,2 1-5 0,-1-5 3 0,-1 5-2 16,-1-2-5-16,1 4 6 0,-2 1 8 0,2 0 8 15,-1 4 1-15,0 2 1 0,1 0 2 0,1 3-5 16,0 7 5-16,0 0-18 0,0-10-4 0,0 10 1 16,0 0-2-16,0 0 6 0,12 17-5 0,-9-5 0 15,3 5 0-15,-1 2-4 0,2 6 3 0,-2 1-7 16,0 1 4-16,-1-1-1 0,2 0 3 0,-3-1-13 16,2-5-9-16,0-1-26 0,-3-1-24 0,0-1-29 15,0 0-35-15,0-1-30 0,1-3-47 0,-1-1-39 16,2-2-48-16,-1-1-161 0,2-5-477 0,-3 2 212 15</inkml:trace>
  <inkml:trace contextRef="#ctx0" brushRef="#br0" timeOffset="154608.07">11022 14126 76 0,'0'0'232'0,"7"-5"-16"16,-7 5 0-16,10-3 2 0,-4 2 5 0,2 0-11 15,4 0-5-15,1-2-8 0,0 0-5 0,5-4-15 16,3 4-9-16,0-2-7 0,1 1-13 0,6-5-11 16,-9 5-4-16,2-1-15 0,-2-1-1 0,-1 3-5 15,-2-1-5-15,-3 2-11 0,-4-1-11 0,-1 0-14 16,0 1 2-16,-8 2-13 0,10-3-13 0,-10 3-25 16,10-2-25-16,-10 2-43 0,0 0-40 0,0 0-54 15,0 0-70-15,0 0-67 0,0 0-244 0,-29 11-561 16,16-10 249-16</inkml:trace>
  <inkml:trace contextRef="#ctx0" brushRef="#br0" timeOffset="155161.31">11765 13800 164 0,'-9'-9'199'16,"-3"-3"-5"-16,7 5-6 0,-1-2-6 0,1 4-9 16,2 1-22-16,3 4-13 0,-6-7-18 15,6 7-11-15,0 0-10 0,0 0 2 0,10 21 5 16,2 3-4-16,4 1-9 0,1 5-7 0,6 9-8 0,-5-8-4 16,6 11 13-16,-7-10-4 0,-2 1-9 0,3-2-2 15,0-1-11-15,-5-3-6 0,3-2-6 0,-3 0-1 16,0-2-4-16,-3-7-1 0,1-2 2 15,-5-3-11-15,2-2-4 0,-3 0 0 0,1-3-2 0,-2-1 3 16,-2-1 11-16,3 1 19 0,-5-5 18 0,0 0-8 16,0 0-1-16,0 0-15 0,0 0 2 0,12-19-13 15,-10 3-1-15,2-4-6 0,1-3-1 0,3-5-9 16,-3 0 1-16,2-3-2 0,4 0-3 0,-5-1-4 16,4 0 5-16,1-14-9 0,-5 14 1 0,1 0 1 15,3 1-3-15,-4 4-3 0,1 2 1 0,-3 7-7 16,-1 2-6-16,1 5-9 0,1 6-26 0,-5-1-30 15,0 6-13-15,5-8-7 0,-5 8-20 0,0 0-19 16,0 0-27-16,12 25-32 0,-7-7-46 16,-3 9-43-16,-4 1-170 0,2-1-479 0,0 1 212 0</inkml:trace>
  <inkml:trace contextRef="#ctx0" brushRef="#br0" timeOffset="155402.94">12402 14068 204 0,'-3'-6'242'0,"3"6"-9"15,0 0-12-15,0 0-19 0,0 0-21 0,5-11-16 16,-5 11-13-16,10-4-12 0,1-2-14 0,1 4-12 16,1-1-8-16,5-2-9 0,0-2-10 0,2 3-10 15,1-1-6-15,6-1-6 0,-10 2-17 0,2 3-14 16,-8-4-28-16,1 2-28 0,-2 2-28 0,-3-2-26 15,-7 3-27-15,14-2-23 0,-14 2-23 0,4-3-16 16,-4 3-20-16,0 0-98 0,0 0-306 0,0 0 135 16</inkml:trace>
  <inkml:trace contextRef="#ctx0" brushRef="#br0" timeOffset="155584.34">12468 14013 95 0,'-6'2'132'0,"-2"1"3"0,4 1 6 15,-3 2 6-15,5 0 10 0,-2 3-10 0,-1 2-3 16,2 1 1-16,2 5 8 0,-2 2 4 0,3 0-1 15,0 0-5-15,-2-1-10 0,4 3-3 0,-2-2-8 16,3 0-12-16,-3 0-6 0,1 0-13 0,-1 2-11 16,2-2-9-16,-2-2-5 0,0 1-10 0,0-1-17 15,-2-1-20-15,1-4-22 0,-4 1-32 0,3-2-27 16,-2 2-40-16,1-6-43 0,1 0-37 0,-2 2-31 16,0-3-178-16,-1-2-412 0,5-4 182 0</inkml:trace>
  <inkml:trace contextRef="#ctx0" brushRef="#br0" timeOffset="155744.12">12376 14267 143 0,'0'0'163'15,"0"-9"-8"-15,0 9 10 0,7-3 0 0,-7 3-3 16,14-1-7-16,-5-2-12 0,0 2-9 0,5 0-15 16,5-1-11-16,2 0-11 0,8-2-10 0,-2 0-14 15,2-1-32-15,-9 3-40 0,9-4-44 0,-2 0-49 16,-7 3-47-16,2-4-135 0,-3 0-295 0,1-1 131 15</inkml:trace>
  <inkml:trace contextRef="#ctx0" brushRef="#br0" timeOffset="155956">12854 13814 162 0,'-2'-6'241'16,"2"-2"-9"-16,0 8-19 0,-2-9-22 0,2 9-14 15,0 0 3-15,0 0 9 0,0 0 9 0,14 31-3 16,-8-6 0-16,1 3-11 0,-1 5-16 16,-1-1-17-16,4 1-19 0,-4 2-9 0,-1-2-9 0,-2 3-17 15,1-4-23-15,1 0-38 0,-4-1-35 0,0 1-42 16,-2-2-52-16,-1-2-64 0,1-2-64 0,0-2-237 16,-2-6-494-16,2-3 219 0</inkml:trace>
  <inkml:trace contextRef="#ctx0" brushRef="#br0" timeOffset="162805.73">18920 12912 113 0,'0'0'129'0,"-2"-7"-5"15,2 7-3-15,-4-8 3 0,4 8-10 0,-3-6 1 0,3 6-5 16,-4-10-4-16,4 10 2 0,-4-9 0 15,4 9-6-15,-3-9-12 0,3 9 0 0,-3-8 0 16,3 8-2-16,-1-8 1 0,1 8-4 0,0 0-9 16,-5-7-3-16,5 7 0 0,0 0-6 0,-4-6-4 0,4 6-6 15,0 0-2-15,0 0-10 0,0 0 1 0,0 0-9 16,0 0-1-16,0 0-8 0,-3-7-2 16,3 7-7-16,0 0-1 0,0 0-2 0,0 0 0 15,0 0-5-15,12 17 4 0,-7-7-3 0,-1 2-1 0,3 3 3 16,0 3-2-16,2 6 0 0,0 2 0 15,-2 0-2-15,1 2 2 0,2-1 4 0,0 3-6 16,0 0 0-16,-2-2-3 0,3 3 0 0,-4-4 3 16,1 0 2-16,2 0-5 0,-2-3 13 0,1-1 3 0,-2-4-8 15,-2-1 1-15,3 0 0 0,-1-1-2 0,-1-3-1 16,-1-2 0-16,-1-3-2 0,-2 1 3 0,1-3-5 16,-2-1 2-16,1 0 0 0,-2-6 3 15,5 7 5-15,-5-7 14 0,2 6 6 0,-2-6 11 0,5 4 8 16,-5-4 9-16,0 0-3 0,0 0-10 0,0 0-5 15,0 0 0-15,0 0-10 0,0 0-5 16,4-26 0-16,-4 16-3 0,3-3 1 0,-2-3-4 16,2-1-4-16,-1-1-1 0,2 0-2 0,1-6-3 15,0-2 7-15,-1 0-14 0,4 1-3 0,-3-1 4 0,0 2-5 16,1-4 1-16,2 2 3 0,-2 0 0 0,1 2-11 16,-2 4 3-16,-1 4-3 0,0-1-3 0,-2 4 3 15,2 3 3-15,0-2-6 0,-2 5 0 0,0 2-2 16,-2 5-8-16,2-10-1 0,-2 10-13 0,3-7-3 15,-3 7-10-15,0 0-8 0,0-9-12 0,0 9-13 16,0 0-19-16,0 0-16 0,0 0-15 0,0 0-11 16,0 0-18-16,0 0-15 0,0 0-22 0,0 0-31 15,-3 29-183-15,3-29-438 0,-2 21 194 16</inkml:trace>
  <inkml:trace contextRef="#ctx0" brushRef="#br0" timeOffset="163045.76">19339 13155 143 0,'0'0'184'0,"0"0"-10"16,0 0-9-16,0 0-10 0,0 0-8 0,0 0-12 15,30-5-8-15,-16 5-13 0,5-1-9 0,1-1-11 16,-2 2-9-16,5 0-6 0,-1 0-13 0,6 0-13 15,-9-2-24-15,0 3-20 0,-1-3-23 0,-4 2-24 16,-1 0-10-16,0-1-33 0,-3-2-10 0,-1 2-11 16,-1-1-14-16,-8 2-11 0,7-1-82 0,-7 1-224 15,0 0 100-15</inkml:trace>
  <inkml:trace contextRef="#ctx0" brushRef="#br0" timeOffset="163266.9">19480 13098 32 0,'-19'0'107'0,"8"0"0"0,11 0 3 15,-17 3 0-15,10-1 6 0,-3 4-3 0,5-1-6 16,1 1 7-16,-1 2 6 0,-2 7 1 0,4 0 5 16,1 5-4-16,1 0 1 0,-3-1-1 0,4 7-3 15,3 0-5-15,-3 1-6 0,1-1-3 0,-1-2-4 16,-1-5-11-16,2 1-9 0,-1-1-5 0,0-1-5 16,-1 0-9-16,3 0-1 0,-2 0-11 0,0-5-5 15,0-2-5-15,0 1-10 0,0-2-18 0,0-1-27 16,0 0-24-16,0-9-31 0,-2 13-36 0,2-13-30 15,0 9-33-15,0-9-39 0,-5 4-138 0,5-4-374 16,0 0 166-16</inkml:trace>
  <inkml:trace contextRef="#ctx0" brushRef="#br0" timeOffset="163420.04">19369 13368 39 0,'7'-1'166'15,"5"0"-1"-15,4 1-8 0,5-3-17 0,-1 2-16 16,10 1-9-16,-2 0-16 0,3 0-38 0,-2-2-42 16,3 1-38-16,-1 1-44 0,-2-1-105 0,-6 1-181 15,-1-3 81-15</inkml:trace>
  <inkml:trace contextRef="#ctx0" brushRef="#br0" timeOffset="163704.26">19821 13192 95 0,'0'0'188'0,"0"0"-18"16,-4-6-20-16,4 6-6 0,0 0 11 0,0 0 4 15,0 0-1-15,8 23 5 0,-7-11-1 0,2 3-9 16,-2 4-6-16,2 2-4 0,-2 3-1 0,-1 0-13 16,-3-4-3-16,3-1-7 0,0 0-3 0,-2 0-11 15,0 0-8-15,0-2-2 0,-1-3-10 0,2 1-8 16,0-4-4-16,-3-1-1 0,3 1-10 0,2-4-9 0,-1-7-4 15,-1 13 2-15,2-8-4 0,-1-5-7 16,6 10 1-16,-3-6-6 0,1 0-3 0,-4-4-2 16,13 6-2-16,-1-6-15 0,1 0-21 0,5-3-32 15,-1 0-29-15,2-1-35 0,0-2-32 0,4 3-39 16,2-6-20-16,2 1-43 0,-6 2-32 0,-3 0-142 16,-1-3-446-16,2 0 197 0</inkml:trace>
  <inkml:trace contextRef="#ctx0" brushRef="#br0" timeOffset="163946.97">20340 13201 33 0,'-1'-7'262'0,"1"7"-3"0,2-13-9 16,-2 13-9-16,3-6-18 0,-3 6-18 0,0 0-20 15,4-7-15-15,-4 7-5 0,0 0-7 0,0 0-4 16,18 19-1-16,-10-8-10 0,0 2-6 0,4 4-11 15,-2 0-12-15,1-2-9 0,-3 2-8 0,5 0-6 16,-3-2-10-16,3 1-10 0,1-2 0 0,-1-2-15 16,1 2-5-16,1-2-22 0,-1-3-22 0,-2-3-32 15,-2 0-40-15,1-1-49 0,1 0-52 0,-1-2-53 0,1 0-50 16,-6-2-195-16,-6-1-502 0,12-1 223 16</inkml:trace>
  <inkml:trace contextRef="#ctx0" brushRef="#br0" timeOffset="164146.84">20608 13166 2020 0,'-4'-9'156'0,"4"9"-27"15,-6-10-62-15,3 7-26 0,3 3-13 0,0 0 15 16,0 0 18-16,-17 14 13 0,10-3 3 0,-3 3 9 16,-5 8 9-16,1 3 1 0,-3-1-1 0,-1 3-7 0,2-1-11 15,-4 0-5-15,1 3-7 0,0-4-3 0,2 2-21 16,-1-4-25-16,-1 3-30 0,3-2-37 15,-5-3-39-15,3 1-57 0,0 1-54 0,-1-4-61 16,4-5-192-16,1 0-493 0,1-2 218 0</inkml:trace>
  <inkml:trace contextRef="#ctx0" brushRef="#br0" timeOffset="164870.6">21564 13130 181 0,'-4'-10'208'0,"2"5"-12"16,2 5-9-16,-5-8-2 0,1 2-16 0,4 6-9 16,-10-6-8-16,10 6-17 0,-11-4-9 0,5 3-8 15,6 1-12-15,-14 1-5 0,5 3-2 0,0 2-6 16,-2 4 1-16,-2 2-5 0,-1 2 2 0,0 4-7 15,2-1-9-15,-3 3-7 0,3 2-4 0,3-6-2 16,-2 8-5-16,5-6-2 0,-1 0-8 0,5 0-3 16,-2-2 1-16,4 0-9 0,0-1-2 0,1-3 6 15,2 2-11-15,0-5-3 0,5 2-1 0,0-3 1 16,3 1-2-16,0-4 21 0,6 2-9 0,0-4 1 16,2-2-3-16,-1 1-3 0,10-4-4 15,-6-2-1-15,7-1-2 0,-2-2-2 0,0-2 1 0,-4-2-8 16,-4-1 1-16,-1 2 3 0,-3-4 3 0,-1 0-16 15,3-7 2-15,-7 7 4 0,0-4-5 0,-1-6 8 16,-6 6-10-16,0-2 3 0,-5 1-3 0,-2-6 2 16,-3 2-2-16,-1 4-2 0,-7-2-1 0,2 6 3 15,-4 2-4-15,2 1 0 0,-8-2-3 0,0 1 4 16,5 5-3-16,-2 3-1 0,-1 2-1 0,3 3-7 16,0 0-11-16,-3 3-15 0,4 4-15 0,-1 0-23 15,3 0-31-15,1 2-27 0,0 1-35 0,2 4-32 16,7-3-30-16,1 0-233 0,3 0-500 0,5 0 222 15</inkml:trace>
  <inkml:trace contextRef="#ctx0" brushRef="#br0" timeOffset="165053.63">21964 13275 116 0,'0'0'250'0,"0"0"-14"0,0 0-4 0,0 0-15 15,0 0-18-15,0 0-19 0,0 0-14 0,0 0-21 16,0 0-15-16,0 0-22 0,4 6-33 0,-4-6-40 16,1 7-41-16,-1-7-46 0,0 0-39 0,2 13-62 15,-1-9-146-15,-1-4-321 0,0 0 142 0</inkml:trace>
  <inkml:trace contextRef="#ctx0" brushRef="#br0" timeOffset="165429.37">22340 13084 12 0,'0'0'258'0,"-2"-7"-15"0,2 7-14 16,0 0-2-16,0 0-5 0,0 0-8 0,-17 14-9 16,12-4-10-16,-3 3-13 0,0 3-10 0,-1 0-22 15,2 4-10-15,-2-3-12 0,2 1-13 0,1 2-10 16,2-4-10-16,-1 1-11 0,5 0-7 0,-1-1-5 15,2-2-7-15,3-2-6 0,0-1-6 0,5 2-4 16,0-3-2-16,3 1-8 0,3-4-3 0,2-1-1 16,-1-2-3-16,4-2-2 0,-2-2 2 0,1-2-8 15,0-2-3-15,-2 0 1 0,1-1-4 0,-3-2 0 16,2-1-1-16,-7 1 2 0,1-2-3 0,0-4 0 16,-3 4-3-16,-1-2-1 0,-3-5 1 0,-3 0 4 15,-2 0-9-15,-2-1-1 0,-2 1 0 0,-1-1-5 16,-2 2 0-16,-1 1 3 0,-3 1-4 0,1 1 2 15,2 3-6-15,-2 2-8 0,1 0-11 0,-1 2-9 16,0 2-17-16,2 1-18 0,1 0-25 0,8 2-24 16,-20 7-28-16,11-3-26 0,1 1-28 0,4 2-22 15,1-1-29-15,0 0-169 0,3-6-452 0,0 0 200 16</inkml:trace>
  <inkml:trace contextRef="#ctx0" brushRef="#br0" timeOffset="165796.31">22726 13126 198 0,'4'-6'218'0,"-4"6"-4"0,0 0-9 16,0 0-11-16,5-5-13 0,-5 5-15 0,0 0-8 15,0 0-6-15,0 0-8 0,0 0-11 0,0 0 3 16,0 0-6-16,-8 29-1 0,6-17-7 0,0-2-6 16,1 0-8-16,0 3-9 0,1-1-6 0,0 1-5 0,2 3-12 15,0-1-3-15,0 0-2 0,1-3-15 0,-1 1-6 16,1-3-2-16,2 0-5 0,1 0-4 0,1 0-2 15,2-1 1-15,1-2-5 0,0 0-3 16,2-1-4-16,0-2-4 0,6-2 1 0,-2 0 4 16,0-2-6-16,0-3-1 0,-4 1 5 0,6-2-8 0,-6 0 2 15,1-2 7-15,-3-1-3 0,4-2-5 16,-3 1-3-16,0-6 2 0,-2 2-2 0,-2-2-2 16,1-1 1-16,-4 0-4 0,0-4 4 0,-3 0-4 0,-1 2-1 15,0-2 2-15,-3 0-3 0,-1 2 3 0,-1 1-2 16,-4 1 0-16,3-1-4 0,1 6 0 0,0 1-5 15,1 3-10-15,-5 1-2 0,9 5-13 0,-18-2-18 16,18 2-19-16,-24 7-30 0,10 1-28 16,-3-1-38-16,6 2-46 0,-3 1-47 0,1 2-257 15,0 0-549-15,5-3 243 0</inkml:trace>
  <inkml:trace contextRef="#ctx0" brushRef="#br0" timeOffset="166156.29">23314 13046 54 0,'20'-6'259'0,"1"-1"-1"0,-1 3-2 0,1 1-13 16,-3 1-18-16,-1 3-17 0,0 3-9 0,1 1-16 16,0 7-14-16,-4-5-12 0,-1 3-8 15,1 4-17-15,-1-1-5 0,-3 1-7 0,-4 2-7 0,-1 1-1 16,-1 0-13-16,-3-2-4 0,-1 2-7 0,-6 1 8 15,-1-1-13-15,-3-2-7 0,-2 2-1 0,-8 1-14 16,8-3 1-16,-5-3-8 0,2 2-3 16,-3-2-3-16,1 1-3 0,1-3-6 0,3-2-2 0,1 0-16 15,3-2 14-15,2-2-5 0,1 0-15 0,1 1 3 16,5-5-2-16,-8 7 6 0,5-4-5 0,3-3 10 16,0 0-17-16,3 12 13 0,-3-12-6 15,11 7 2-15,-3-5-1 0,5 0-2 0,4 0 3 16,13-1 1-16,-1-1-14 0,8-1-6 0,0-3-15 0,0 0-38 15,3 0-37-15,-2 0-40 0,-1-1-43 0,0-1-48 16,0 0-52-16,-1-1-23 0,-3 1-217 0,1-3-554 16,-2-2 246-16</inkml:trace>
  <inkml:trace contextRef="#ctx0" brushRef="#br0" timeOffset="166280.49">24154 13272 103 0,'0'0'189'0,"0"0"-7"0,0 0-17 15,0 0-13-15,0 0-17 0,0 0-29 0,0 0-41 16,0 0-56-16,0 0-56 0,0 0-130 0,0 0-191 16,0 0 84-16</inkml:trace>
  <inkml:trace contextRef="#ctx0" brushRef="#br0" timeOffset="169491.92">17671 14702 203 0,'0'0'209'0,"-7"-3"-16"15,7 3-8-15,0 0-17 0,0 0-8 0,0 0-10 16,28-4-19-16,-9 1-7 0,1 1-11 0,10-1-9 16,0 2 5-16,2 1-19 0,-2 0-25 0,1 0-32 15,-3-3-27-15,-8 3-45 0,-1-1-34 0,2 0-37 16,-10 1-31-16,1 1-139 0,-2-1-304 0,-4 3 135 0</inkml:trace>
  <inkml:trace contextRef="#ctx0" brushRef="#br0" timeOffset="169668.01">17694 14805 51 0,'-10'2'165'0,"3"2"-7"0,0-3 0 0,7-1 1 0,-5 5-3 16,5-5-4-16,0 0-8 0,0 0-9 15,13 8-9-15,0-7-16 0,7-1-9 0,2-2-13 16,10-1-13-16,0 2-28 0,1-2-31 0,0-3-46 0,0 2-44 16,1 1-54-16,-1-2-141 0,-4 1-290 15,3-1 129-15</inkml:trace>
  <inkml:trace contextRef="#ctx0" brushRef="#br0" timeOffset="170894.26">19211 14298 10 0,'0'0'154'0,"-1"-9"-2"16,1 9-8-16,0-9-2 0,0 9-4 0,-1-10-3 15,1 10-4-15,0 0 2 0,0-10-3 0,0 10 0 16,0 0-1-16,1-9-4 0,-1 9-5 0,0 0-8 16,0 0-7-16,0 0-13 0,1-6-6 0,-1 6-12 15,0 0-8-15,0 0-5 0,0 0-4 0,0 0-2 16,0 0-1-16,0 0 1 0,7 17 4 0,-5-6 0 15,2 2-4-15,-1 3 0 0,1 2 4 0,-3 6 3 16,1 1 0-16,0 0-6 0,-4 3-6 0,0-3 1 16,-2-1-5-16,4-5 0 0,-2 6-5 0,0-6-7 15,4 0 8-15,-4 0-9 0,1 0-7 0,0-6-2 16,-2 4 2-16,2-7-5 0,-2 0-4 0,2 1-3 0,1-4 0 16,0 3-1-16,0-10-2 0,1 12 9 15,1-7-9-15,-2-5 2 0,1 12-8 0,-1-12-14 0,1 7-21 16,-1-7-24-16,0 0-28 0,4 10-30 15,-4-10-21-15,3 6-43 0,-3-6-36 0,0 0-39 16,0 0-175-16,0 0-462 0,0 0 204 0</inkml:trace>
  <inkml:trace contextRef="#ctx0" brushRef="#br0" timeOffset="171244.99">19578 14490 149 0,'0'0'176'0,"0"0"3"16,0 0 0-16,0 0 1 0,0 0-6 16,0 0-10-16,1 17-10 0,-1-17-7 0,-10 15-9 15,7-5-17-15,-1 2-10 0,-1 0-6 0,-1-1-13 16,4 3-10-16,-1-4-7 0,1 1-7 0,0-2-6 0,4 2-4 16,1 0-6-16,0-4-4 0,1 0-5 15,2-2-2-15,0-3-5 0,4 3-1 0,0-2-1 16,1 1-5-16,3-4 0 0,1-1-2 0,2-2-1 15,-5-2 1-15,6 1 1 0,-3-2 6 0,-2-1 4 16,1-3-3-16,0-2 4 0,-5 3 8 0,-1 2-1 0,-3-4 2 16,-3 0-3-16,2 0-7 0,-6 1-3 15,-2-2-2-15,-6-3-2 0,-1 4-8 0,-3-2-1 16,-2 3-1-16,-2 1-5 0,-1 4 0 0,-2 2-8 16,-10-1 0-16,3 6-11 0,7 1-16 0,1 1-13 15,0 1-21-15,2 2-22 0,0 4-25 0,3-1-23 0,3 1-64 16,5-1-38-16,2 2-215 0,1-1-476 0,5 1 211 15</inkml:trace>
  <inkml:trace contextRef="#ctx0" brushRef="#br0" timeOffset="171788.19">20436 14435 26 0,'-5'-5'210'0,"5"5"-8"16,-7-13-7-16,3 8-6 0,2 0 13 15,2 5-6-15,-4-8-11 0,4 8-17 0,0 0-19 0,-4-8-16 16,4 8-15-16,0 0-2 0,0 0-4 0,0 0-4 16,0 0 1-16,16 26-6 0,-10-9-9 0,4-3-7 15,-1 0-7-15,1 3-7 0,3 6-4 0,-3-2-9 16,1-4-6-16,0 0-4 0,-1-3 1 0,3 1-9 15,-3 1-11-15,-1-5-25 0,1 2-29 0,-2-3-37 16,-1-2-35-16,-1 2-50 0,2-2-45 0,-2-1-36 16,-1 0-188-16,-2-3-447 0,-3-4 198 0</inkml:trace>
  <inkml:trace contextRef="#ctx0" brushRef="#br0" timeOffset="171993.92">20616 14372 47 0,'-1'-6'222'0,"1"6"-5"0,-5-10-25 16,5 10-12-16,0 0-1 0,-8 0 6 0,8 0-8 15,-12 14-5-15,0 2-5 0,-5 5-11 0,2 0-15 16,-2 5-9-16,0-1-16 0,0 3-12 0,5-1-5 16,-1 1-12-16,-1-1-12 0,3-1-21 0,2-2-36 15,0-6-30-15,4 1-37 0,-2-1-51 0,3-1-52 16,1-2-44-16,0-4-173 0,-2 1-399 0,4-6 176 15</inkml:trace>
  <inkml:trace contextRef="#ctx0" brushRef="#br0" timeOffset="172362.63">21071 14392 126 0,'0'0'229'0,"3"-4"-10"0,-3 4 3 0,0 0-8 16,0 0-5-16,0 0-16 0,-12 20-6 0,2-9-13 16,0 4-15-16,-1-1-11 0,2 4-16 0,-1-2-11 15,2 0-11-15,-1 8-9 0,6-5-10 0,-2-3-10 16,3 2-5-16,2-6-8 0,4 1-6 0,-1-1-9 16,2-1-2-16,1 0-3 0,3-2-3 0,1-2-6 15,2-1-2-15,-1-1-3 0,11-1-6 0,-2-2 3 16,0-1-9-16,1-2 7 0,8-4-4 0,-3-1-8 15,2-3 1-15,-1-1-3 0,-4-2-3 0,-5 0 3 16,-2-1 0-16,-2-1-2 0,-3 0 1 0,-2-1-2 16,-3-1 5-16,-3 1-6 0,-4-3-5 0,-1 1-1 15,-3 1 1-15,-2 1-2 0,-2 3-1 0,-3 0-3 16,1 4 5-16,-6 2-7 0,-1 1-1 0,0 2-10 16,-2 3-16-16,0 1-18 0,1 1-23 0,2 2-35 15,-1 3-35-15,1-1-41 0,6 1-55 0,-1 0-219 16,2 1-492-16,2-1 218 0</inkml:trace>
  <inkml:trace contextRef="#ctx0" brushRef="#br0" timeOffset="172538.36">21560 14518 163 0,'0'0'183'0,"8"4"-1"16,-8-4-6-16,0 0-15 0,0 0-13 0,8 2-18 15,-8-2-15-15,0 0-5 0,2 6-14 0,-2-6-24 16,0 7-43-16,0-7-46 0,1 8-53 0,-1-8-51 16,2 9-106-16,-2-9-245 0,1 6 109 0</inkml:trace>
  <inkml:trace contextRef="#ctx0" brushRef="#br0" timeOffset="172894.84">21980 14400 109 0,'0'0'204'0,"0"0"-5"0,-13 3-6 0,13-3-6 15,-12 10-3-15,6-5-6 0,-3 4-11 0,1 0-15 16,1 2-11-16,0 2-8 0,2-2-11 0,-1 4-14 16,2-2-10-16,0 1-9 0,2 3-6 0,2-2-4 15,-2-2-9-15,6 1-8 0,-3-4-2 0,3 3-2 16,5-3-5-16,-1 0-7 0,1-2 1 0,6 0-6 15,0-2-7-15,3 0 0 0,0-2-6 0,0-4 0 16,0 0 0-16,1 0-2 0,0-4-1 0,-2 0 0 16,-1-1 6-16,-1-1 0 0,-4 1 1 0,-1-3-1 15,1-3 2-15,-4-3 0 0,3 1 1 0,-6 1-2 16,-1-3-1-16,-6 2-3 0,3-2-5 0,-4 0 1 16,-2-1-5-16,-3 1-2 0,3 5 2 0,-1-2-6 0,0 5-6 15,-3-3-6-15,2 3-15 0,-3 2-16 16,4-1-13-16,-5 4-22 0,1 0-21 0,-2 3-28 0,3 0-35 15,1 1-35-15,1 1-22 0,2 2-31 16,6-5-164-16,-10 7-433 0,7-5 191 0</inkml:trace>
  <inkml:trace contextRef="#ctx0" brushRef="#br0" timeOffset="173211.78">22341 14425 18 0,'8'-3'162'16,"-8"3"-8"-16,0 0 1 0,0 0-4 0,0 0 0 0,0 0-2 15,0 0-5-15,-10 19-4 0,3-12-7 16,1 3-9-16,-1-2-9 0,0 2-7 0,1 0-3 16,0 1-12-16,4 0-5 0,-1 0-9 0,2 0-3 15,1-1-8-15,0 0 0 0,3 1-6 0,2-3-4 16,0 2-1-16,4-3-2 0,0 0-3 0,1-2-4 0,3-1 2 16,-1-2 4-16,6-2 1 0,-1 0-2 15,-1-2 2-15,-3 2-4 0,5-6 1 0,-6 0 0 16,2 1 3-16,-4-3 3 0,-1-1-2 0,-1 0 2 0,-2-3-4 15,-2-1-5-15,-4 2-5 0,-2-4-7 0,1 2-3 16,-3-3-2-16,-1 3-5 0,0 1-3 0,-4-1-1 16,0 4-8-16,-2-5-7 0,1 8-6 0,-1-2-15 15,-1 2-17-15,-1 2-17 0,-1 3-19 16,-3 1-25-16,-1 1-29 0,0 3-39 0,0 2-35 16,6-1-36-16,0 0-214 0,-1-1-480 0,7 0 212 15</inkml:trace>
  <inkml:trace contextRef="#ctx0" brushRef="#br0" timeOffset="173518.2">22768 14353 25 0,'18'-4'197'0,"-5"2"-3"0,1 0-5 0,-4 2-9 16,2 2-2-16,-2 1-10 0,-1 1 1 15,-1 2-2-15,2 0-3 0,-3 3-2 0,2 1-9 0,-4-1-10 16,3 4-2-16,-3-3-11 0,-1 3-2 0,0-3-3 15,-2 2-2-15,1 2-7 0,-4-3-9 0,2 0-3 16,-5 1-5-16,-1 3-2 0,-3 2-6 16,1-2-1-16,-2-1-2 0,1 0-13 0,2-7-4 0,-1 1-8 15,1 0-5-15,2-2-10 0,3-1-6 0,-3 1-2 16,4-6-2-16,-5 8 0 0,5-8 1 0,0 8-14 16,0-8 7-16,7 6-2 0,3-2 18 0,3-1-32 15,8-2-5-15,7-3-5 0,3 0-5 0,3-2-20 16,3 0-32-16,-2-3-38 0,-3 2-31 0,1-1-41 15,-4 3-42-15,-8 0-63 0,-3-1-60 16,-7 1-170-16,1-1-537 0,-7 0 238 0</inkml:trace>
  <inkml:trace contextRef="#ctx0" brushRef="#br0" timeOffset="174055.02">18208 15509 247 0,'0'0'265'0,"-9"-1"-18"16,9 1-18-16,0 0-16 0,0 0-15 0,22-10-9 15,-5 6-9-15,3 0-19 0,11 0-20 0,2-1-14 16,1 1-14-16,0 2-30 0,-1 0-35 16,0-1-39-16,-3 3-43 0,-1 3-51 0,-7-1-64 15,-6 0-51-15,-3 0-131 0,-7-1-358 0,-6-1 159 0</inkml:trace>
  <inkml:trace contextRef="#ctx0" brushRef="#br0" timeOffset="174223.41">18245 15683 213 0,'0'0'211'16,"-5"3"-25"-16,5-3-11 0,0 0-2 0,-2 8-2 0,2-8-8 15,0 0-11-15,16 7-13 0,-4-4-11 0,6-1-12 16,1 0-24-16,4-2-31 0,5 0-46 16,4 1-46-16,-11-1-50 0,8-1-47 0,-4-1-165 15,-6 1-317-15,10-2 141 0</inkml:trace>
  <inkml:trace contextRef="#ctx0" brushRef="#br0" timeOffset="175949.98">20414 15327 4 0,'0'0'52'0,"0"0"-4"0,6-9-4 0,-6 9 1 16,0 0 0-16,0 0 2 0,4-6 11 0,-4 6 7 16,0 0 2-16,0 0-2 0,7-8 10 0,-7 8 7 15,0 0 0-15,1-6 7 0,-1 6-3 0,0 0-3 16,0 0-5-16,1-9 2 0,-1 9-8 0,4-6 3 16,-4 6 4-16,0 0 3 0,1-10 5 0,-1 10 4 15,0 0 1-15,0-8-7 0,0 8-6 0,0 0 0 0,-2-11-2 16,2 11 1-16,0 0-3 0,-4-7 1 15,4 7-3-15,-3-7-5 0,3 7 3 16,0 0-12-16,-3-6-2 0,3 6-7 0,0 0-5 0,0 0-6 16,0 0-1-16,0 0-4 0,-18 3-3 0,6 3-1 15,2 1-2-15,-5 2-8 0,-1 3 5 0,-2 0-1 16,3 1 0-16,-1 0 1 0,-1 6-1 0,-1 2-3 0,2 0-1 16,4-5-1-16,2 0-2 0,-1 0 0 15,1 3-2-15,1-5-2 0,4 2 0 0,0 2-1 16,2-4-3-16,0 3-1 0,6-6 4 0,0 2 1 15,1-2-6-15,1-1 4 0,4-1-1 0,4 1 2 16,-2-2-2-16,6-2-1 0,1-1 3 0,3-1-5 16,6 1 1-16,0-6 1 0,-5 1-2 0,6-4-2 15,0 0-1-15,-6-2 2 0,4 1 0 0,0-4 2 16,-8 2-5-16,2-2 3 0,-4 1 1 0,-1-2-1 16,-3-1-2-16,0-1 0 0,-3-2 2 0,-4 4-3 15,2-5 1-15,-3-1 0 0,-2 1 2 0,1-3 2 16,-7 4-5-16,2-2-1 0,-4 1 2 0,-1-2-2 15,0 3-1-15,-5 1-4 0,0 2 1 0,-2 1-1 16,2 4 1-16,1 1-2 0,-7 1 6 0,5 0-7 16,-5 3-1-16,4 4-13 0,-2 3-9 0,-1-1-21 15,0 2-23-15,6-2-34 0,-2 2-38 0,2 5-47 16,3-3-39-16,0 1-207 0,5 1-472 0,3-11 209 16</inkml:trace>
  <inkml:trace contextRef="#ctx0" brushRef="#br0" timeOffset="176128.9">20875 15494 111 0,'8'1'176'0,"-8"-1"-4"16,0 0 4-16,0 0-12 0,10 1-8 0,-10-1-9 16,0 0-15-16,0 0-18 0,0 0-9 0,8 2-10 15,-8-2-16-15,0 0-28 0,0 7-32 0,0-7-42 16,0 0-47-16,1 13-34 0,-1-13-39 0,0 7-84 15,0-7-245-15,0 0 109 0</inkml:trace>
  <inkml:trace contextRef="#ctx0" brushRef="#br0" timeOffset="176467.78">21205 15470 16 0,'0'0'171'0,"0"0"-5"0,-14-11-8 0,14 11-4 16,-12-4 0-16,12 4-8 0,-16 3-3 0,16-3 0 15,-19 6-12-15,7 0-7 0,2 3 5 16,1-2 0-16,-1 3-9 0,-2 2 0 0,5 2-10 16,0-1-13-16,2 3-7 0,3-5-9 0,0 6-5 0,4-6-10 15,0 1 2-15,2-1-15 0,0 1-1 0,2-2-7 16,7 2-3-16,-4-5-5 0,2 0-1 0,1-2-3 16,5 1 1-16,1-3-8 0,-1-3 3 0,1-2-6 15,0 1 3-15,0-5-3 0,-3-1 4 16,1-1-2-16,-3-3 2 0,-1 1 2 0,1-2 3 15,-3-4-2-15,-2 0-2 0,0-1-3 0,-3 1 6 0,-1-1-5 16,-3-1-1-16,-2 2-3 0,-2-3-4 0,-2 6 0 16,-3 0-4-16,3 0-4 0,0 3 5 0,-3 2-1 15,-1 0-17-15,-2 3-14 0,-1 1-12 0,-2 4-17 16,-5 0-15-16,0 3-32 0,-1 3-35 16,-5 2-43-16,6-3-34 0,1 3-40 0,2 1-167 15,-1 1-446-15,6-4 197 0</inkml:trace>
  <inkml:trace contextRef="#ctx0" brushRef="#br0" timeOffset="176732.69">21539 15429 19 0,'14'0'180'0,"-3"1"-2"16,2 2-2-16,-4-1-6 0,0 3-8 0,1 2-6 15,-4-2-10-15,1 2-6 0,-3 2-4 0,0 3 2 0,-3-2-5 16,-2 2-1-16,-2-1-12 0,-1 5-8 15,-1-7-7-15,-1 6-2 0,-1-6-5 0,1 2-4 16,0-1-11-16,-1 0-4 0,3-2-11 0,-2 0 0 16,5-2-7-16,-2-1-7 0,1 2-3 0,2-7-1 15,-3 10-4-15,3-10-10 0,3 11 2 0,0-6-4 0,4-2-5 16,4 0-9-16,2 0-7 0,6-1-26 16,3-2-21-16,7 2-27 0,2-5-38 0,2-2-46 15,-2 0-56-15,2-1-47 0,-6-4-157 0,-3 2-438 16,1-5 193-16</inkml:trace>
  <inkml:trace contextRef="#ctx0" brushRef="#br0" timeOffset="177088.13">22065 15356 152 0,'0'0'205'0,"0"0"5"0,0 0-3 0,21 14 6 16,-15-3-9-16,0 3 3 0,1 3-12 0,-3 0-10 15,1 1-21-15,1 5-14 0,-1-3-15 0,0-2-9 16,0 7-7-16,1-6-8 0,-4-4-5 0,3 4-7 16,-2-4-7-16,2-3-4 0,0 0 6 0,1 4-23 15,0-6-5-15,0 0 0 0,2-3-4 0,-1-2 8 16,2 2-5-16,-2-3-1 0,4-2-1 0,-1 0-6 16,2-2-1-16,2-3-1 0,-3-1-8 0,7-2-5 15,-2-1 1-15,0-3-12 0,0-1-1 0,0-1 6 16,-2-3-4-16,5-3-7 0,-3-2 0 0,0-2 3 15,-1-2 6-15,-2 3-20 0,0-1 6 0,0-1 12 16,-5 6-13-16,1-1-8 0,-2-8 3 0,1 12-6 16,-4 2 2-16,-2 5-5 0,2-1 2 0,-4 8-4 15,5-12-24-15,-5 12-27 0,4-8-25 0,-4 8-12 16,0 0-39-16,0 0-27 0,0 0-30 0,0 0-45 16,0 0-50-16,0 0-239 0,-17 42-558 0,6-30 248 15</inkml:trace>
  <inkml:trace contextRef="#ctx0" brushRef="#br0" timeOffset="177456.93">20905 15970 26 0,'-13'6'248'0,"4"-1"-26"0,4 0-12 16,4-1-6-16,1-4-2 0,13 12-3 0,4-5-7 0,15-1-9 15,19 0-10-15,7 0-11 0,38-4-12 0,3-1-12 16,9-3-15-16,4-2 1 0,4 2-13 0,0 0 5 16,8 0-8-16,5-7 1 0,-2 5-9 0,3-2-9 15,1 2-5-15,-12-1-6 0,-5 1 3 16,-11 2-15-16,-8-5-2 0,-4 2-2 0,-33 4 6 15,-1 0 0-15,-20-1 3 0,14 1-8 0,-18 2 3 0,-1 1-3 16,-12-4 4-16,-8 4-17 0,1-2-10 0,-3-2 2 16,0 4-6-16,-10-2-1 0,10-2-3 0,-10 2 2 15,0 0-24-15,0 0-28 0,0 0-52 0,0 0-49 16,-56 2-66-16,20-4-85 0,-1-1-84 16,-19-3-217-16,-6-2-615 0,-29-4 273 0</inkml:trace>
  <inkml:trace contextRef="#ctx0" brushRef="#br0" timeOffset="181293.03">9108 14666 61 0,'-10'2'96'0,"10"-2"6"0,0 0-18 16,-8 1-5-16,8-1-14 0,0 0-34 0,0 0-22 16,0 0-22-16,0 0-73 0,-9 4-93 0,9-4 41 15</inkml:trace>
  <inkml:trace contextRef="#ctx0" brushRef="#br0" timeOffset="189113.03">8122 14585 84 0,'0'0'89'16,"0"0"-13"-16,0 0-6 0,0 0 8 0,0 0-9 15,0 0 1-15,0 0-11 0,0 0-1 0,0 0-4 16,0 0-3-16,0 0-8 0,0 0-6 0,0 0 3 16,0 0-6-16,0 0 5 0,-15-5-13 0,15 5 7 15,0 0-1-15,-10-3 8 0,10 3 11 0,0 0-3 16,-8-4-6-16,8 4 2 0,0 0-2 0,0 0-1 15,-6-5-12-15,6 5 1 0,0 0-6 0,0 0-6 16,0 0-5-16,0 0 2 0,0 0 1 0,0 0-2 16,0 0 0-16,0 0-1 0,0 0-3 0,0 0-1 15,28 11 1-15,-10-8-9 0,1 0 8 0,8-1-3 16,4 2 0-16,6 0 2 0,2-3-4 0,17 2 7 16,3-2 3-16,5-1 0 0,28 0 6 0,-2 4 14 0,0-3-9 15,-26-1 11-15,29 3-8 0,2 0 1 16,-2 1-4-16,-1-2-7 0,-25-1 9 0,29 5-10 15,4-2-2-15,0 2 1 0,-3 1 9 0,-1 2-15 16,0-7 4-16,1 4-5 0,3 3 6 0,2-1-3 0,-1-1 2 16,4 0-11-16,0-1 2 0,-3 1 2 0,0-7 3 15,-3 6-4-15,0-3 0 0,5 3 2 16,-5-2-2-16,0 1-1 0,1-4 9 0,-2 2 3 16,1 2-5-16,-9 3 1 0,2-2-1 0,2-1 0 0,-29 2 1 15,2-2-3-15,23 1-1 0,-27 1 5 0,-2-1 3 16,-1-2-7-16,-1 0 0 0,-3-3-1 0,-18 0 3 15,14 0-4-15,-18-2 3 0,2 0 8 16,-3 1 4-16,-1-3 0 0,2 1 3 0,-8-4 1 16,3 2-1-16,-8-3 4 0,-2 3 6 0,0-1-1 0,-1-3 6 15,-5 5-4-15,-1-2-5 0,-3 1 3 16,-2 1-9-16,-1 0-1 0,1 1-5 0,-7 2-10 16,9-1-14-16,-9 1-23 0,5-4-25 0,-5 4-26 15,0 0-22-15,0 0-36 0,0 0-26 0,0 0-22 0,-41 5-152 16,8-3-364-16,-2 1 161 0</inkml:trace>
  <inkml:trace contextRef="#ctx0" brushRef="#br0" timeOffset="192311.52">20994 11978 47 0,'5'4'104'0,"-5"-4"-12"15,0 0-14-15,4 5-1 0,-4-5-2 0,0 0 8 16,0 0-9-16,0 0 0 0,4 5-1 0,-4-5-1 16,0 0 2-16,0 0-4 0,0 0-2 0,0 0-5 15,0 0-4-15,0 0-4 0,5 3-10 0,-5-3 6 16,0 0-8-16,0 0 0 0,0 0-13 0,0 0 0 15,3 6-1-15,-3-6-3 0,0 0-5 0,0 0-2 16,5 6-3-16,-5-6 6 0,0 0-12 0,0 0-12 16,4 6-20-16,-4-6-8 0,0 0-23 0,0 0-19 15,0 0-15-15,-7 10-11 0,7-10-21 0,-11 3-71 16,-1-3-207-16,0 0 92 0</inkml:trace>
  <inkml:trace contextRef="#ctx0" brushRef="#br0" timeOffset="192929.62">12098 8973 3498 0,'22'-17'-15'0,"-4"-3"21"0,0-5-12 16,0 3 3-16,-7 6 2 0,2 3-10 0,-4 4 3 16,-3 3-9-16,0 0 10 0,-1 4-10 0,-5 2 3 15,10-1 4-15,-10 1 2 0,10 0-6 0,-10 0 8 16,0 0 1-16,11 0 6 0,-11 0-8 0,0 0 1 16,8 3 1-16,-8-3 0 0,5 3 3 0,-5-3-3 15,0 0 1-15,0 0 11 0,0 0-7 0,0 0-1 16,0 0-1-16,7 3 2 0,-7-3 2 0,0 0-2 15,0 0 1-15,0 0 4 0,0 0-5 0,0 0 3 16,0 0-2-16,0 0-3 0,0 0-10 0,0 0-22 16,0 0-30-16,7 2-39 0,-7-2-42 0,2 8-34 15,2 4-43-15,-6-1-209 0,4 3-467 0,-2-2 207 16</inkml:trace>
  <inkml:trace contextRef="#ctx0" brushRef="#br0" timeOffset="193812.75">22027 16062 15 0,'0'0'78'0,"9"-1"-7"0,-9 1-7 16,0 0-11-16,11 0-7 0,-11 0-9 0,0 0-21 15,9 1-16-15,-9-1-23 0,5 2-37 0,-5-2-64 16,0 0 28-16</inkml:trace>
  <inkml:trace contextRef="#ctx0" brushRef="#br0" timeOffset="194679.05">19862 15983 50 0,'0'0'66'16,"0"0"8"-16,0 0-3 0,0 0 1 0,0 0-5 15,-12-17-6-15,12 17-3 0,0 0-4 0,-8-4 12 16,8 4-21-16,0 0 13 0,0 0-10 0,-9-3 13 16,9 3-6-16,0 0-23 0,0 0-1 0,0 0-21 15,0 0 17-15,0 0 2 0,0 0 2 0,0 0 18 16,0 0-3-16,0 0 3 0,37 12 10 0,-17-10-4 16,11 5 9-16,6-1-11 0,15 0-1 15,1-1-4-15,4 0-1 0,7-3-4 0,-1 2-4 0,29 3 9 16,-2 0 1-16,0-5-7 0,8 3-4 0,-3-5-3 15,-29 4-3-15,34 1-4 0,-4-2 1 0,6-3-6 16,-4 4-5-16,-2-4 1 0,1-1 4 0,-3 0-4 16,-1 1-1-16,-28-2 4 0,27 5-1 0,-30-3 7 15,-1-3 3-15,-2 2 0 0,-7 1 8 0,-1 0 0 16,-10-1 1-16,-5 1-3 0,-3-1 2 0,-2-2-5 16,-4 3 3-16,-12-1 1 0,-1 1 0 0,-4-1-4 15,-2-1 3-15,-8 2-2 0,13 0 0 0,-13 0-3 16,10-1-5-16,-10 1-1 0,0 0-5 0,8 0-4 15,-8 0 1-15,0 0-3 0,0 0 3 0,0 0-9 16,0 0-15-16,0 0-20 0,0 0-24 0,-20 14-32 16,9-10-31-16,1 4-39 0,-3-2-25 0,1-1-25 15,1 1-146-15,-8-2-375 0,6-2 167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8T10:58:30.8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23411 5793 1 0,'0'0'72'0,"9"-2"-15"0,-9 2 4 0,10-4-13 15,-10 4-3-15,8-2 2 0,-8 2-12 0,6-3-2 16,-6 3-4-16,0 0-2 0,0 0-14 0,7-3-8 0,-7 3-9 16,0 0-11-16,0 0-13 0,0 0-43 15,0 0-78-15,0 0 35 0</inkml:trace>
  <inkml:trace contextRef="#ctx0" brushRef="#br0" timeOffset="22455.94">6921 4073 5 0,'5'2'39'16,"-5"-2"-6"-16,8 3 3 0,-8-3-2 0,9 1 1 15,-2 2-2-15,0-2-6 0,-1 1-5 0,-6-2 1 16,16 3-2-16,-7-2-2 0,1 1-2 0,0-1-1 16,-1 0-5-16,1-1-2 0,2 2 2 0,-1-1-2 15,0-1-1-15,0 2 4 0,-1-2-4 0,1 3-4 16,0-2-2-16,-1 1 14 0,2-1-13 0,2 0 2 15,-3 2 0-15,2-2 2 0,-2 1-1 0,1 0 0 16,2 1 6-16,-4-1-13 0,4-1 7 0,-2 0-1 16,6 2 1-16,-5 0-2 0,1-2 2 0,3 2-5 15,-4-3 3-15,1 2 2 0,-1-1-5 0,2 1 5 16,-2 0-2-16,1 1 0 0,-1-1-2 0,1 1 1 16,-1-1-3-16,6 0 6 0,-5 0-3 0,-1-1 2 15,1 2-7-15,3 0 4 0,2-2-2 0,-3 3 12 16,-2-3-9-16,-1 0-1 0,1 2 5 0,5-1-2 15,-6-1-5-15,5 1-2 0,-1 1 1 0,-3-1 6 16,2 1-3-16,-2-1 11 0,0 1-11 0,4-2 3 16,-5 2-7-16,6-2 0 0,-5 2 3 0,0-2-3 15,3 3 4-15,-3-2-6 0,3 1 4 0,1 0-6 16,-6-1 12-16,4 1-1 0,0-1 21 0,-2 0-28 16,4 1 1-16,1 0 3 0,-3-1 1 0,4 0 0 15,-1 1-9-15,-1 1 6 0,0-1-2 0,0-2 0 16,1 2-6-16,0 0 5 0,-1-1 6 0,1-1 0 15,-1 3-5-15,0-2 0 0,0-2 8 0,0 4-2 16,2-2 5-16,-3 0-6 0,5 0-6 16,-3 1 2-16,0-1 4 0,0-1 0 0,1 2-3 15,0-2-2-15,-1 0 2 0,0 2-2 0,-1-2 4 0,0 1 5 16,0 0-4-16,0-1-5 0,-1 1 4 0,3 0 3 16,-1-1-7-16,-1 2 3 0,4 2-1 0,-3-4 1 15,4 1-2-15,-3 1 1 0,3 0 3 16,4-2 11-16,1 2-14 0,1-1 3 0,0 0-6 15,2 1 3-15,1-2 0 0,-3 3 0 0,2-4 3 16,-1 2-8-16,0-1 8 0,0 0-4 0,1 1 2 16,0-1-5-16,-1 2 3 0,1-2 1 0,1-1-4 0,-1 1 8 15,2 0-6-15,0 2 0 0,4-1 1 16,0-1-3-16,1 0 6 0,15 1 6 0,-14 1-18 16,15 0 17-16,-4-2 2 0,2 1 2 0,-1-1-6 15,2-1 7-15,1 2 2 0,-16-1 3 0,14-1 3 16,-12 0-8-16,14 1-1 0,-2-1-1 0,-15-1 13 15,3 1-16-15,11-1-2 0,-13 1 0 0,17-2-1 0,-3 1 0 16,0 1 2-16,0 0 2 0,-1 1-1 16,-12-2 1-16,0 1-7 0,14-1 0 0,-15 1-3 15,-1 0 5-15,1-1-2 0,1 2-3 0,-5-2 4 16,3 2-3-16,-2 0 6 0,-2 0 1 0,-4 1-7 16,0-1 7-16,0 0-4 0,-7 1 2 0,0-1-4 15,-1 0 5-15,6 1-3 0,-7-1-1 0,1 1 0 16,-5-2 9-16,2 0-10 0,-5 0 0 0,0 0 2 15,0 2 0-15,-2-2 6 0,3 2-12 0,-4-2 14 16,2 0-12-16,-1 0 1 0,0 0 5 0,-2 1-9 16,-2 1-13-16,-7-2-15 0,13 2-14 0,-13-2-26 15,8 1-54-15,-8-1-137 0,7 2 60 0</inkml:trace>
  <inkml:trace contextRef="#ctx0" brushRef="#br0" timeOffset="23617.29">11130 4192 16 0,'0'0'40'0,"24"-3"6"16,-10 3-5-16,14-1-4 0,3 0 2 0,4-1 14 15,4 2-12-15,14-2-3 0,1 1 2 0,4 0-12 16,-2 1 0-16,0 0-2 0,7 0 2 0,-1 0 0 16,4 0-8-16,26-2 4 0,-30 1-5 0,29 2-2 15,-26 1 10-15,2-1-7 0,26-2-1 0,-4 3 1 16,-30-2 3-16,4 2-5 0,2 0-5 0,23 0 1 15,-28 1 2-15,8-2-4 0,-2 2 6 0,28 4-2 16,-29-4 11-16,29-1-16 0,-31 0 5 0,31 3-8 16,-31 0 3-16,29-1 10 0,-29-1-7 0,29 2-5 15,-27-3-1-15,32 3 4 0,-7-2 3 0,2 1-8 16,-30-3 6-16,29 5-2 0,-26-6 1 0,24 6 13 16,-26-5-17-16,4 2-1 0,25 0 10 0,-26-1-6 15,25 1 6-15,-24 0-7 0,24 3 4 0,-23-4-3 16,20 1 0-16,-24 3 6 0,0-4-3 0,25 3 0 15,-29-1-8-15,4 0 2 0,-1 0 5 0,5 1-8 16,-3 0 5-16,0 2 2 0,2-2 1 0,-5 1-4 16,3-2-2-16,-1 1 0 0,-4 3 2 0,-1-4-4 15,-1 1 0-15,-2 0-1 0,1-1 4 0,1 1-4 16,-2-1 2-16,-1 1-5 0,0 0 1 0,-3-1 5 16,2 0-3-16,-1 1 7 0,-2 0-14 0,0-1 8 15,-1-3-1-15,-13 2 4 0,3 0-2 0,-1-1 4 16,13 2-8-16,-15 0-1 0,16-4 5 0,-14 3-3 15,1 0-2-15,11 2-3 0,-13-2 2 0,16-1 4 16,-4 1 4-16,1-1-7 0,0-1-1 0,-13 2 5 16,1 0-14-16,15-2 12 0,-15 0 2 0,1 3 5 15,-3-3-7-15,1 3 1 0,1-2-5 0,0-1 5 16,12 0-1-16,-14 0 8 0,2 1-19 0,-1-4 19 16,14 5-12-16,-12-3 5 0,-2 0-3 0,2 3 5 15,-1-3-5-15,0-3-4 0,-1 4 6 0,-2 1-2 16,0-2 1-16,-2 2 0 0,1-1 8 0,1 0-8 15,-1-1-4-15,0-1 3 0,-3 1 0 0,-3 0 0 16,-1 1-2-16,-1 0 1 0,-5 1 7 0,0-2-10 16,-2-2 2-16,0 2 0 0,-1 0 2 0,-6 2-4 15,2-4-3-15,0 2 11 0,-4 0 2 0,3-1-5 16,-2 1-4-16,-12 0-6 0,18 0 11 0,-18 0-5 16,11 1 0-16,-11-1 3 0,0 0 1 0,14-1-2 15,-10 2 11-15,-4-1 7 0,0 0 0 0,12-1 9 16,-12 1 1-16,0 0 5 0,7-1-4 0,-7 1-1 15,0 0-9-15,0 0 4 0,0 0 2 0,0 0 1 16,0 0-2-16,9-1-12 0,-9 1 12 0,0 0-2 16,0 0-8-16,0 0-1 0,0 0-6 0,0 0 6 15,9-2-5-15,-9 2 0 0,0 0-2 0,0 0-4 16,0 0-12-16,0 0-30 0,0 0-38 0,0 0-26 16,0 0-49-16,-33 1-102 0,-5-1-276 0,-20-4 122 15</inkml:trace>
  <inkml:trace contextRef="#ctx0" brushRef="#br0" timeOffset="25014.35">12071 7574 83 0,'0'0'71'0,"0"0"2"16,2-9-13-16,-2 9-4 0,0 0-5 0,0 0-4 15,0-8-4-15,0 8 2 0,0 0-10 0,0 0-11 16,0 0 10-16,0 0-8 0,0 0-10 0,0 0 5 16,0 0-3-16,-5-9-6 0,5 9-4 0,0 0 8 15,0 0-4-15,0 0 5 0,0 0-6 0,0 0-5 16,0 0 0-16,0 0-1 0,0 0-9 0,0 0 6 16,0 0-8-16,0 0-12 0,0 0-3 0,0 0-15 15,0 0-10-15,0 0-2 0,0 0-56 0,0 0-112 16,0 0 50-16</inkml:trace>
  <inkml:trace contextRef="#ctx0" brushRef="#br0" timeOffset="25746.36">13827 7402 1 0,'2'-9'55'0,"-2"9"-10"16,0 0-20-16,0 0-25 0,0 0-21 0,0 0-23 15,0 0 10-15</inkml:trace>
  <inkml:trace contextRef="#ctx0" brushRef="#br0" timeOffset="26455.15">15349 7064 8 0,'0'0'20'0,"0"0"-5"16,0 0 3-16,0 0-5 0,0 0 6 0,0 0-6 16,0 0 2-16,0 0 1 0,0 0-1 0,0 0-3 15,0 0 0-15,0 0-2 0,0 0 2 0,0 0-4 16,0 0-3-16,0 0-1 0,0 0 3 0,0 0 1 15,0 0-4-15,0 0 0 0,0 0 2 0,0 0-2 16,0 0 1-16,0 0 1 0,0 0 0 0,0 0-5 16,0 0 8-16,0 0 0 0,0 0-1 0,0 0 3 15,0 0-7-15,0 0 3 0,0 0 13 0,0 0-14 16,0 0 5-16,0 0-5 0,0 0 0 0,0 0-3 16,0 0-1-16,0 0 2 0,0 0-1 0,0 0 1 15,0 0 4-15,0 0-5 0,0 0-1 0,0 0 1 16,0 0-1-16,0 0 0 0,0 0 0 0,0 0-3 15,0 0 9-15,0 0-7 0,0 0 9 0,0 0-7 16,0 0 0-16,0 0-5 0,0 0 4 0,0 0 2 16,0 0-5-16,0 0-2 0,0 0 7 0,0 0-5 15,0 0 3-15,0 0-1 0,0 0 3 0,0 0-3 16,0 0 2-16,0 0-2 0,0 0 1 0,0 0-5 16,0 0 0-16,0 0 0 0,0 0 6 0,0 0-4 15,0 0 1-15,0 0 5 0,0 0-6 0,0 0 1 16,0 0-2-16,0 0 2 0,0 0 1 0,0 0-2 0,0 0-9 15,0 0 13-15,0 0-7 0,0 0 5 16,0 0 2-16,0 0-5 0,0 0 2 0,0 0-3 16,0 0-3-16,0 0-4 0,0 0-13 0,0 0-12 15,0 0-24-15,0 0-63 0,0 0 28 0</inkml:trace>
  <inkml:trace contextRef="#ctx0" brushRef="#br0" timeOffset="29746.61">17468 8832 25 0,'0'0'74'0,"0"0"-10"0,0 0-11 0,0 0-3 15,0 0-4-15,0 0-10 0,0 0-2 0,0 0-5 0,0 0 4 16,0 0-2-16,0 0-8 0,0 0-20 0,0 0 16 15,0 0 1-15,0 0-6 0,0 0-2 0,0 0 3 16,0 0-2-16,0 0-3 0,0 0-3 16,0 0-2-16,0 0-5 0,3-7 11 0,-3 7-4 0,0 0 2 15,0 0-5-15,0 0-2 0,0 0-3 0,0 0 12 16,0 0-9-16,0 0-1 0,0 0 2 0,0 0-1 16,0 0 6-16,0 0-9 0,0 0 4 0,0 0-8 15,0 0 9-15,0 0-2 0,0 0-2 0,0 0 6 16,0 0 0-16,0 0-7 0,0 0 4 0,0 0-3 15,0 0 2-15,0 0-4 0,0 0-1 0,0 0-2 16,0 0 5-16,0 0 0 0,0 0 5 0,0 0-4 16,0 0 6-16,0 0-2 0,0 0-5 0,0 0 1 15,0 0-1-15,0 0-18 0,0 0 12 0,0 0 9 16,0 0 2-16,0 0-7 0,0 0 4 0,0 0 0 16,0 0 1-16,0 0-2 0,0 0-1 0,0 0-5 15,0 0 9-15,0 0 1 0,0 0-7 0,0 0 1 16,0 0 6-16,0 0-6 0,0 0 2 0,0 0-7 15,0 0 5-15,0 0-5 0,0 0 9 0,0 0-5 16,0 0 10-16,0 0-7 0,0 0-2 0,0 0 2 16,0 0-2-16,0 0 1 0,0 0-6 0,0 0 6 15,0 0 4-15,0 0-4 0,0 0 3 0,0 0-10 16,0 0 5-16,0 0-3 0,0 0 4 0,0 0 4 16,0 0-4-16,0 0-2 0,0 0 7 0,0 0-4 15,0 0 8-15,0 0-13 0,0 0 11 0,0 0-6 0,0 0 3 16,0 0-1-16,0 0 4 0,0 0-5 15,0 0 0-15,0 0-6 0,0 0 9 0,0 0-1 16,0 0-8-16,0 0 6 0,0 0-2 0,0 0-2 16,0 0-2-16,0 0 8 0,0 0-2 0,0 0-4 15,0 0 0-15,0 0-1 0,0 0-9 0,0 0 1 0,0 0-11 16,0 0-5-16,0 0 0 0,0 0-7 16,0 0-2-16,0 0-9 0,0 0-33 0,0 0-83 0,0 0 37 15</inkml:trace>
  <inkml:trace contextRef="#ctx0" brushRef="#br0" timeOffset="33753.28">17160 8704 42 0,'0'0'54'0,"0"0"0"16,0 0-6-16,7 2-1 0,-7-2-6 16,0 0 2-16,0 0-1 0,0 0-3 0,0 0-4 15,0 0 1-15,0 0 4 0,0 0-4 0,0 0-5 0,0 0-3 16,0 0 0-16,0 0 0 0,0 0-5 0,0 0-6 15,0 0 1-15,0 0 3 0,0 0-15 0,0 0 13 16,0 0-4-16,0 0-4 0,0 0 5 16,0 0-6-16,0 0 0 0,0 0-2 0,0 0-1 0,0 0 1 15,0 0 1-15,0 0-3 0,0 0-1 0,0 0-11 16,0 0 9-16,0 0 15 0,0 0-16 0,0 0 3 16,0 0-1-16,0 0 0 0,0 0-9 0,0 0 9 15,0 0-3-15,0 0-3 0,0 0 2 0,0 0 3 16,0 0-12-16,0 0 15 0,0 0-3 0,0 0-1 15,0 0-2-15,0 0 4 0,0 0 1 0,0 0 1 16,0 0-12-16,0 0 4 0,0 0-2 16,0 0 1-16,0 0 11 0,0 0-13 0,0 0-5 0,0 0-14 15,0 0 14-15,0 0-8 0,0 0-1 0,0 0-7 16,0 0-2-16,0 0-11 0,0 0 2 16,0 0-2-16,0 0-4 0,0 0-4 0,0 0-7 0,5 5-34 15,-5-5-94-15,0 0 42 0</inkml:trace>
  <inkml:trace contextRef="#ctx0" brushRef="#br0" timeOffset="44278.52">19282 10171 8 0,'0'0'20'0,"2"-6"0"16,-2 6 2-16,0 0-8 0,0 0 0 0,4-4 0 16,-4 4-3-16,0 0 0 0,0 0-4 0,0 0 5 15,0 0-5-15,4-6 4 0,-4 6-7 0,0 0-2 16,0 0-3-16,0 0-14 0,0 0-13 0,0 0-28 15,0 0 13-15</inkml:trace>
  <inkml:trace contextRef="#ctx0" brushRef="#br0" timeOffset="45399.85">23792 10291 39 0,'0'0'45'0,"0"0"0"16,0 0-11-16,0-9-12 0,0 9 3 0,0 0-2 15,0 0-6-15,0 0-14 0,0 0-14 0,0 0-30 16,0 0-43-16,-21 5 19 0</inkml:trace>
  <inkml:trace contextRef="#ctx0" brushRef="#br0" timeOffset="47076.02">21408 11823 21 0,'0'0'40'16,"0"0"-12"-16,12 7-19 0,-12-7-26 0,1 6-17 15,-1-6 7-15</inkml:trace>
  <inkml:trace contextRef="#ctx0" brushRef="#br0" timeOffset="55821.69">23420 13436 14 0,'0'0'7'0,"0"0"-11"0,0 0-4 0,0 0 2 15</inkml:trace>
  <inkml:trace contextRef="#ctx0" brushRef="#br0" timeOffset="57672.19">13616 10178 22 0,'0'0'24'0,"0"0"-12"0,0 0-18 0,0 0-3 16,0 0-10-16,0 0 5 0</inkml:trace>
  <inkml:trace contextRef="#ctx0" brushRef="#br0" timeOffset="58154.96">19935 11682 9 0,'0'0'10'0,"0"0"-14"0,0 0-3 15,-14-2 2-15</inkml:trace>
  <inkml:trace contextRef="#ctx0" brushRef="#br0" timeOffset="65910.86">16714 9214 3 0,'-2'-8'76'16,"2"8"-10"-16,-4-10-6 0,4 10-4 0,-5-9-7 15,5 9-10-15,-5-5 3 0,5 5-6 0,-4-5-2 16,4 5-3-16,0 0-5 0,-8-4-9 0,8 4 4 0,0 0 0 16,0 0 5-16,0 0 10 0,-16 9-7 15,12-6-4-15,-3 2 1 0,1 2-11 0,-2-1 4 16,1 0-1-16,0 0-6 0,-1 1 13 0,2 2 0 16,-3-1-8-16,1-1 5 0,2 1 9 0,0-1 7 0,1 3-6 15,-3 1-1-15,3-3-18 0,0 3 8 0,-2 1 0 16,1-2 3-16,1 2-4 0,0-1 6 15,0 3 9-15,-1 0-5 0,3 2 2 0,-4 1 1 16,5 0-11-16,-2 1-2 0,1-2 3 0,1 3 3 0,-1-2-5 16,2 2-2-16,-2-1 1 0,1 0-6 0,0-2 6 15,1 1-2-15,1-2-3 0,0 1-4 0,0-3 12 16,1-3-3-16,-1 4 2 0,3-4-4 0,-3 4-2 16,1-4-1-16,-1 1 6 0,2 1-2 0,-2 0-1 15,2 0 14-15,-1 0-3 0,2 0-4 0,-3-2-3 16,1 3-3-16,-1-1 1 0,0-1 0 0,0 1-11 15,0 0 1-15,-1 0 3 0,1 0 2 16,0 0-5-16,-3 1 3 0,3-1-10 0,-2 5 8 0,1-5-3 16,-2 4-2-16,2-5 9 0,-2 1-10 0,2 2-4 15,-2-4 7-15,2 3 0 0,-4 0 1 0,4-2 7 16,-2 3-3-16,1-2 11 0,-1 0-3 0,2-1-3 16,-2-1 2-16,2 2-5 0,0 1 1 0,1-4-8 15,-2 3 5-15,1 0 0 0,1-2-3 0,0 3 0 16,0-3-2-16,-1 3 3 0,1-3-3 0,0 1-2 15,0 1 2-15,1-1-1 0,-1-1 0 0,0 0-4 16,0 1 2-16,1 0 1 0,1 0-2 0,-4 1-1 16,4-3 1-16,-1 2 0 0,-1-1-1 0,0-1-2 15,0-2 5-15,1 2-2 0,-1-2-1 0,2 0 0 16,-2-7-2-16,0 12-5 0,1-5 5 0,-1-7 4 16,1 12 0-16,0-2 19 0,1-4 3 0,-2-6 1 15,2 12-1-15,0-6-5 0,-2-6 1 0,2 9-4 16,-1-3 3-16,-1-6-5 0,4 8-4 0,-4-8 1 15,4 8-3-15,-4-8-3 0,4 7-1 0,-4-7 1 16,1 8-1-16,-1-8 0 0,4 6-1 0,-4-6-3 0,2 5 0 16,-2-5 1-16,3 7-1 0,-3-7-1 15,3 5 1-15,-3-5-3 0,0 0 5 0,4 6 1 16,-4-6 3-16,0 0 0 0,6 5 1 0,-6-5-1 16,0 0-2-16,4 6-1 0,-4-6 3 0,6 0-1 0,-6 0-1 15,9 3-2-15,-3-2 0 0,6-1 1 16,-2 0 0-16,2 0-1 0,5-1-1 0,3 1-4 0,-4-1 2 15,5 1 1-15,-2-2-1 0,0 2-1 16,0-2 1-16,-1 1-1 0,3 0 0 0,-4-2 2 0,0 3 1 16,2-3-4-16,1 3 7 0,-3-1-5 0,0-1-1 15,1-1-1-15,-5 2-2 0,4-1 2 16,-5 1 4-16,1-1-5 0,0-1 1 0,-1 2-4 16,-1-2 5-16,-2 3 0 0,-1-3 1 0,0 3-2 15,-8 0 4-15,12-3-3 0,-6 2 1 0,-6 1 1 0,10 0 6 16,-10 0-3-16,8-3 5 0,-8 3 3 0,0 0 1 15,0 0-2-15,8-1 1 0,-8 1-1 0,0 0 0 16,0 0-2-16,0 0 1 0,0 0 2 16,0 0-3-16,7-2 0 0,-7 2-2 0,0 0 1 0,0 0-1 15,0 0-3-15,0 0 2 0,0 0-1 0,0 0 1 16,0 0-5-16,0 0 2 0,0 0-2 16,0 0-1-16,0 0-1 0,0 0 4 0,0 0-5 0,0 0 1 15,7-3-16-15,-7 3-16 0,0 0-20 0,0 0-22 16,0 0-34-16,0 0-45 0,0 0-33 0,0 0-38 15,0 0-136-15,0 0-388 0,0 0 172 0</inkml:trace>
  <inkml:trace contextRef="#ctx0" brushRef="#br0" timeOffset="67418.14">23867 9343 70 0,'0'0'79'0,"0"0"-1"0,0 0 2 0,0 0-5 16,0 0-4-16,0 0 2 0,0 0-7 0,0 0-9 15,0 0 9-15,0 0-2 0,0 0-8 0,0 0 0 16,0 0-7-16,0 0-8 0,0 0-1 0,0 0 0 16,8-8-1-16,-8 8-14 0,19-3 1 0,-7 3 2 15,2-1 0-15,4-1-11 0,1 1-1 0,-1-1-3 16,1 4 3-16,0-2-3 0,-1 0 6 0,1 0-14 15,0 0 5-15,-1 0 2 0,-4 0-3 0,1 0-6 16,-2 1 4-16,1-1-11 0,-1 0 6 0,1 0 1 16,-2 2-4-16,-1-1 2 0,-1 0-2 0,-2-1 11 15,0 2 6-15,-8-2-13 0,11 0 1 0,-11 0-4 16,10 1-1-16,-10-1 7 0,0 0-7 0,9 0-1 16,-9 0 9-16,0 0-9 0,12-1 7 0,-12 1 2 15,0 0-4-15,6 3 1 0,-6-3 6 0,0 0-7 16,0 0 1-16,0 0 1 0,9 1 0 0,-9-1 1 15,0 0-6-15,0 0-3 0,0 0 9 0,9 2-4 16,-9-2-2-16,0 0 2 0,4 4-2 0,-4-4 0 16,0 0 0-16,0 0 6 0,9 6-12 0,-9-6 10 15,2 4 1-15,-2-4-6 0,4 5 2 0,-4-5-4 0,5 8 2 16,-5-8 2-16,4 6 3 0,0-1-6 16,-1 2 9-16,-3-7 1 0,5 10-2 0,-4-3-5 15,0 0 4-15,2 0 0 0,-2 2-16 0,-1 1 17 16,1-3 1-16,1 3-5 0,0 1 13 0,-2-3-11 0,0 2-3 15,0 0 1-15,0 1 2 0,0 0 3 0,0-2-1 16,0 3 5-16,0-3-3 0,0 1-6 16,-2 0 0-16,2 0-1 0,0-1 4 0,-2 1-3 15,2 1 4-15,-1 0 1 0,0 0 3 0,0-1-3 0,-1 1 1 16,2 1-2-16,-1-2 4 0,-2 0-3 0,1 1-3 16,-1 0-1-16,2 1 4 0,-3-1-1 0,3 0 0 15,-2 0 1-15,0 1 7 0,0-2-2 0,0 1-3 16,1 0 0-16,-1-1 3 0,1 0-3 0,-1 2 1 15,1-3-2-15,-1-1 6 0,-1 2-6 0,2-1 0 16,-1 0 4-16,2 2-6 0,-2-2-2 0,2 1 6 16,-1 2-5-16,2-2 1 0,-2 0-3 0,2 2 3 15,0 0-7-15,-1 0 5 0,0 0-2 0,-1 1-2 16,2 1 6-16,-2-1 4 0,-1 1-5 0,3 3-3 16,-2-1 3-16,0-3 5 0,-1 2-9 0,0 1 2 15,1-1-5-15,-1 1 1 0,-1 0 6 0,2-2-10 16,-1 2 11-16,0-4-1 0,1 4-4 0,-2-1-1 15,-1 2 0-15,1-2 2 0,-1 0 1 0,1-2 0 16,0-1 0-16,-1 2 3 0,1-2-2 0,-1 1 3 16,0-2-4-16,2 0-6 0,-3 0 0 0,1 1 3 15,0-2-3-15,-1-1 8 0,1 2 0 0,-2 0-3 16,2-3-2-16,0 1-3 0,-3 0 0 0,2-1 3 16,1 0 1-16,-2 0 0 0,0-2 1 0,-3 0 4 15,-1-1-4-15,0 0 0 0,-8 2 1 0,-3-2 2 16,-10 4 1-16,-5-1-5 0,-16 1-10 0,-5 1-23 15,-32 0-51-15,-9 4-46 0,-13-1-152 0,-11 0-302 16,-13 0 134-16</inkml:trace>
  <inkml:trace contextRef="#ctx0" brushRef="#br0" timeOffset="81165.03">11223 13128 25 0,'0'0'69'0,"0"0"1"15,0 0-12-15,0 0 2 0,0 0-10 0,0 0-7 16,0 0-7-16,13 9-3 0,-13-9-19 0,4 4-20 0,-4-4-27 15,2 8-38-15,-2-8-74 0,0 0 32 16</inkml:trace>
  <inkml:trace contextRef="#ctx0" brushRef="#br0" timeOffset="82030.45">12906 10259 121 0,'0'0'135'0,"0"0"-9"16,0-9-3-16,0 9-6 0,0 0-4 0,0 0-9 16,2-8 0-16,-2 8-10 0,0 0-4 0,0 0-8 15,0 0-2-15,2-6-8 0,-2 6-7 0,0 0 3 16,0 0-10-16,0 0 0 0,0 0-8 0,0 0 1 16,0 0-9-16,0 0-5 0,0 0 3 0,3-7 0 15,-3 7-1-15,0 0-3 0,0 0 3 0,0 0-4 16,0 0-1-16,0 0-3 0,0 0-3 0,0 0-5 15,0 0 0-15,0 0-5 0,0 0 2 0,0 0-6 16,4-7 3-16,-4 7-2 0,0 0 0 0,0 0-6 16,0 0-2-16,0 0 3 0,5-7-2 0,-5 7-2 15,0 0-1-15,0 0 1 0,0 0 0 0,3-5-5 16,-3 5 4-16,0 0-1 0,8-5-4 0,-8 5 2 16,5-5 3-16,-5 5-2 0,4-4-4 0,-4 4-4 15,0 0-11-15,10-4-15 0,-10 4-25 0,0 0-33 16,0 0-28-16,4-4-36 0,-4 4-18 0,0 0-112 15,0 0-306-15,0 0 135 0</inkml:trace>
  <inkml:trace contextRef="#ctx0" brushRef="#br0" timeOffset="83198.67">20414 11752 66 0,'0'0'80'0,"0"0"-7"0,0 0-14 0,0 0 4 16,0 0-7-16,0 0-10 0,0 0 2 0,0 0-7 15,0 0-10-15,0 0-12 0,0 0 12 0,0 0-5 16,0 0-2-16,0 0-1 0,0 0-1 0,0 0-5 15,0 0 8-15,0 0-11 0,0 0-8 0,0 0 6 16,0 0-6-16,0 0-12 0,0 0-8 0,0 0 0 0,0 0-17 16,4 5-22-16,-4-5-59 0,0 0-121 0,0 0 54 15</inkml:trace>
  <inkml:trace contextRef="#ctx0" brushRef="#br0" timeOffset="85152.17">20500 11928 116 0,'0'0'143'0,"0"0"-17"0,0 0-24 0,0 0 0 16,0 0-10-16,0 0-9 0,0 0-8 0,0 0-20 15,0 0-14-15,0 0-15 0,0 0-1 0,0 0-42 16,0 0-26-16,0 0-25 0,12-13-75 0,-12 13-156 15,0 0 70-15</inkml:trace>
  <inkml:trace contextRef="#ctx0" brushRef="#br0" timeOffset="85846.02">19361 13624 33 0,'0'0'105'0,"0"0"-16"0,0 0-7 0,0 0-5 0,0 0-5 16,0 0-11-16,0 0-25 0,13-5-9 0,-13 5-13 15,0 0-20-15,16 5-24 0,-9-3-23 0,0 1-32 16,-1 0-92-16,0-1 42 0</inkml:trace>
  <inkml:trace contextRef="#ctx0" brushRef="#br0" timeOffset="86300.33">20011 13686 109 0,'0'0'137'0,"0"0"2"0,0 0-23 15,0 0-12-15,0 0-11 0,0 0 0 0,0 0-3 16,0 0-3-16,0 0-7 0,0 0-2 0,0 0-5 16,0 0-7-16,0 0-8 0,0 0-5 0,0 0-8 15,0 0 4-15,0 0-14 0,0 0 4 0,0 0-12 16,0 0-5-16,0 0-12 0,0 0-19 0,0 0-28 0,0 0-17 15,0 0-22-15,0 0-11 0,0 0-17 0,0 0-102 16,0 0-224-16,0 0 100 0</inkml:trace>
  <inkml:trace contextRef="#ctx0" brushRef="#br0" timeOffset="86635.83">20831 13579 64 0,'0'0'115'0,"0"0"-13"0,0 0-16 16,0 0-18-16,0 0-14 0,0 0-19 0,0 0-24 15,1-6-22-15,-1 6-21 0,0 0-50 0,14 6-90 16,-14-6 40-16</inkml:trace>
  <inkml:trace contextRef="#ctx0" brushRef="#br0" timeOffset="89967.54">18808 16107 47 0,'0'0'155'16,"0"0"-15"-16,0 0-1 0,0 0-5 0,0 0-16 15,0 0-11-15,0 0-11 0,0 0-19 0,0 0-1 16,0 0-5-16,0 0-12 0,0 0 0 0,0 0-5 16,0 0-3-16,0 0-2 0,0 0-10 0,0 0 0 15,10 22-4-15,-8-17 5 0,1 1 13 0,-3-6-3 16,5 12-7-16,-2-5-5 0,0-1 0 0,0-1-6 16,1 1-2-16,-4-6-3 0,5 10-5 0,-1-6-2 15,-2 1 3-15,-2-5 13 0,6 7 5 0,-6-7 7 16,6 7 3-16,-2-4 3 0,-4-3 1 0,9 3-1 15,-3-3 5-15,4 0-7 0,6-3 0 0,3-4-7 16,11-4-4-16,6-4-1 0,20-5-6 0,2-9-6 16,33-12-4-16,2 2-16 0,4-6-28 0,5-1-41 15,8 0-62-15,12-2-57 0,0-2-204 16,4-8-415-16,5-2 185 0</inkml:trace>
  <inkml:trace contextRef="#ctx0" brushRef="#br0" timeOffset="130415.49">10824 5489 52 0,'-4'-4'76'0,"4"4"-2"0,-10-7-6 16,6 4-6-16,4 3-9 0,-9-6-5 0,9 6-6 0,-7-5-2 15,7 5-6-15,-5-3 1 0,5 3-5 0,0 0-6 16,-6-5 0-16,6 5-5 0,0 0-3 16,0 0-5-16,0 0 1 0,0 0 1 0,0 0-3 0,0 0 7 15,0 0-8-15,0 0-7 0,0 0 6 16,0 0-7-16,0 0 3 0,-9 8 0 0,9-8 1 16,0 0 1-16,0 0 0 0,7 16-1 0,-5-10 1 0,2-1-3 15,1 0 0-15,4 1 4 0,-2 2 21 16,3 0-4-16,0-5 1 0,8 5 1 0,-3 0-1 0,6 0-12 15,1-2 10-15,7 0-15 0,3 1 6 16,0-1-5-16,1-1 6 0,0 1-5 0,3-2 2 16,0-1 8-16,2 1-4 0,1 0 2 0,-1 0 6 15,0 0-4-15,12-1-1 0,-10 1 5 0,-1-1-4 0,-1 1 4 16,0-1-12-16,2 1 0 0,-1 0 10 0,-1-1-14 16,2 1 4-16,10 2-2 0,-13-2-3 0,1 0-1 15,-4-1 2-15,5 3 0 0,-1-4 1 16,-2 1-4-16,4 2 5 0,-4-1-3 0,3 0 1 0,-1-2-3 15,-2 2-1-15,3-1-1 0,-1-3 2 0,0 2-2 16,1-1 3-16,-1 1-5 0,13 2 5 0,-14-1-7 16,1-2 7-16,16 0-1 0,-16 0-3 0,3 0 4 15,11 0-3-15,0-3-3 0,-12 3 4 16,11 0 0-16,1 1 1 0,-1-2-1 0,-1 1 0 0,2 1 4 16,-1-2 0-16,-1 1-2 0,4-1 0 0,-14 0 0 15,12 1 4-15,-14-1 4 0,16 1-1 0,-3-1 1 16,-10 2 3-16,8 0-5 0,3 0 5 0,0-1-2 15,-12-1-4-15,10 1-6 0,3-1 3 0,1 1-2 16,1 0 4-16,-3 0-2 0,1 2-4 0,-1-3 1 16,4 3 4-16,-2-2-5 0,2 2 5 0,-2-1-4 15,0-2 1-15,2 0-1 0,0 0-1 0,-2 0 0 16,2 0 2-16,0 0-6 0,3 0 0 0,-3 2 0 16,3-4 0-16,-4-1-4 0,1 3 4 0,-1-2-2 15,-1 0 3-15,-2 3-1 0,3-2-4 0,-5-2-1 16,-10 4 8-16,12-2 4 0,2 1-3 0,-3 0-6 15,1 1 2-15,-12-2-1 0,17 1 1 0,0-2-7 16,-1 0 4-16,-2 2 5 0,4 0-8 0,-3-2 3 16,2 3 5-16,0-3-2 0,-1-1-3 0,-1 0-1 15,3 0 1-15,-2 0 1 0,0 0 2 0,0 1-7 16,-2 2 8-16,0 0-4 0,1-1 4 0,0-2-2 16,-2 5 2-16,0-2-1 0,2-2-1 0,-3 2 0 15,-2 2 1-15,-10-2 0 0,-1 0-1 0,14 0-2 16,-2-2 4-16,0 4 0 0,0 0 7 0,-11-3-12 15,13 0 1-15,-2 1 3 0,2-2 4 0,-1 1-5 16,3-2 5-16,-1 3-4 0,1 0-2 0,1 1 1 16,-1 2 15-16,0-1-8 0,-4-2 1 0,3 1-2 15,3 0 0-15,-1-2 3 0,0 4 0 0,-2 0-2 16,1 0 1-16,1-3-3 0,-2 1 3 0,1 1-13 16,1 0-1-16,-1-2 0 0,3 0 0 0,-3 2 0 15,2 0 3-15,0-2 4 0,3 0-3 0,-4 0 4 16,3 0 2-16,-1 0-5 0,1 0 1 0,1-2 1 15,2 2 0-15,-4 2 3 0,5-1 4 0,-3-1-7 16,1 1 4-16,-3-2-4 0,3 4-5 0,-2 1-4 16,-4-1 1-16,3-3 12 0,0 0-4 0,0 1 7 15,-2 1-2-15,-2-2 0 0,1 1 1 0,-2-1-4 16,4-1 0-16,-2-1 2 0,2 1-5 0,1 1 10 16,-1-1 7-16,1-1-1 0,0 2-5 0,1 0-1 15,-5 0 1-15,2-3-1 0,-1 6 4 0,0-6-4 16,1 3-3-16,-2 2 0 0,1-2-3 0,1 1 4 15,-1 1 0-15,0-4-1 0,0 4 2 0,-3-2-6 16,3 0 3-16,1 1-5 0,-3 0 1 0,-2 1 3 16,1-1-1-16,0-1 2 0,-1 2-3 0,-14 0-2 15,1-2 3-15,2 0-6 0,-2 1 6 0,13 1-6 16,-12-2 1-16,-1 2 4 0,0-2 4 0,3 1 2 16,10-1 1-16,-11 1-2 0,-3-1 2 0,3 0-4 15,0-1 2-15,-1 2 3 0,12 0-3 0,-13 0-1 0,-1-1 2 16,0 0 0-16,-1 2 1 0,0 1-1 0,-4-2-3 15,1 1 2-15,-5 1-7 0,-1-3 5 16,-5 1 4-16,-1 1-5 0,-1-1-2 0,0-1 2 16,-2 1-2-16,-4-1 0 0,4 0 0 0,-7-1-1 0,2 2-2 15,-1-2-2-15,-2 4 1 0,-1-3 3 0,2 0 4 16,0 0 2-16,1 0 3 0,-3-2 11 16,2 2 6-16,1 0-7 0,0-1 3 0,-1 0-3 15,1-1-5-15,-2 0 5 0,-2 0-6 0,1 2-3 16,-2-2 2-16,2 0-3 0,2-1 2 0,-4 2-7 0,1-1 3 15,0 1 1-15,-8 1-4 0,14-1 4 16,-8-1-2-16,-6 2-3 0,10-3-1 0,-3 3 2 16,-7 0 0-16,10-2-2 0,-10 2 1 0,10-3 0 15,-10 3 0-15,7-3 1 0,-7 3 4 0,8-1 7 16,-8 1-1-16,0 0 0 0,8-2-2 0,-8 2-3 0,0 0-3 16,0 0 1-16,9-1 0 0,-9 1 4 0,0 0-3 15,7-3-2-15,-7 3-4 0,0 0 1 0,0 0-2 16,0 0 6-16,0 0-7 0,0 0 4 15,8-3 1-15,-8 3-3 0,0 0 4 0,0 0-2 16,0 0 4-16,0 0 2 0,0 0-1 0,4-5-4 0,-4 5 3 16,0 0-1-16,0 0 0 0,0 0-1 0,0 0 1 15,0 0-3-15,0 0 1 0,0 0-1 0,0 0 2 16,0 0-1-16,0 0-2 0,0 0 0 0,0 0 9 16,0 0-9-16,7-3-2 0,-7 3 3 15,0 0 1-15,0 0 0 0,0 0 1 0,0 0-1 0,0 0-2 16,0 0 2-16,0 0-2 0,0 0 2 0,0 0-3 15,0 0 1-15,0 0 1 0,0 0-2 16,0 0 1-16,0 0 2 0,0 0-2 0,0 0-1 0,0 0 1 16,0 0-3-16,0 0 0 0,0 0 3 15,0 0-1-15,0 0-1 0,0 0-1 0,0 0-2 0,0 0 3 16,0 0 0-16,0 0-2 0,0 0 0 0,0 0 0 16,0 0 3-16,0 0-3 0,0 0 3 15,0 0 0-15,0 0-1 0,0 0-2 0,0 0 3 0,0 0 0 16,0 0 0-16,0 0-2 0,0 0 0 15,0 0-3-15,0 0 2 0,0 0 0 0,0 0 0 0,0 0 0 16,0 0 2-16,0 0-2 0,0 0 0 0,0 0-1 16,0 0-1-16,0 0 2 0,0 0-2 0,0 0 2 15,0 0 0-15,0 0 3 0,0 0-2 0,0 0 3 16,0 0-6-16,0 0-2 0,0 0 3 16,0 0 0-16,0 0 1 0,0 0-1 0,0 0-1 0,0 0 8 15,0 0-6-15,0 0-2 0,0 0 4 0,0 0-2 16,0 0 1-16,0 0 0 0,0 0 2 0,0 0-3 15,0 0 0-15,0 0-2 0,0 0 5 0,0 0 2 16,0 0-2-16,0 0-3 0,0 0 2 16,0 0-4-16,0 0 1 0,0 0 1 0,0 0 1 0,0 0-1 15,0 0 3-15,0 0-3 0,0 0 3 0,0 0-3 16,0 0 1-16,0 0-3 0,0 0-3 0,0 0 4 16,0 0 1-16,0 0-6 0,0 0 1 0,0 0-15 15,0 0-8-15,0 0-16 0,0 0-17 0,0 0-21 16,0 0-22-16,-4-12-27 0,4 12-18 0,0 0-12 15,-5-9-22-15,5 9-123 0,-12-3-330 0,6-1 147 16</inkml:trace>
  <inkml:trace contextRef="#ctx0" brushRef="#br0" timeOffset="142056.78">17478 10132 53 0,'0'0'158'0,"0"0"-9"0,-5-6-6 15,5 6-10-15,0 0-10 0,0 0-10 16,0 0-2-16,0 0-11 0,0 0-8 0,0 0-8 0,0 0-11 16,0 0-7-16,0 0-5 0,0 0-8 0,0 0-8 15,0 0 0-15,0 0-7 0,0 0-2 0,0 0-5 16,0 0-3-16,0 0-14 0,0 0-8 0,0 0-15 15,0 0-21-15,0 0-19 0,0 0-34 0,0 0-25 16,0 0-28-16,18 11-88 0,-18-11-241 0,5 8 106 16</inkml:trace>
  <inkml:trace contextRef="#ctx0" brushRef="#br0" timeOffset="142330.03">19134 10336 90 0,'0'0'118'0,"0"0"-16"0,0 0-7 0,0 0-13 0,0 0-1 16,0 0-13-16,0 0-9 0,0 0-14 0,0 0-21 16,0 0-23-16,0 0-23 0,0 0-22 0,0 0-73 15,0 0-126-15,0 0 55 0</inkml:trace>
  <inkml:trace contextRef="#ctx0" brushRef="#br0" timeOffset="142584.2">20488 10275 70 0,'0'0'87'0,"0"0"-8"0,0 0-20 0,0 0-8 16,0 0-18-16,0 0-18 0,0 0-7 0,0 0-26 15,12 6-46-15,-12-6-70 0,3 5 31 0</inkml:trace>
  <inkml:trace contextRef="#ctx0" brushRef="#br0" timeOffset="143029.35">23461 10361 61 0,'5'-5'168'0,"-5"5"-9"0,6-3-14 0,-6 3-25 15,4-5-11-15,-4 5-21 0,0 0-21 0,0 0-24 16,4-9-34-16,-4 9-30 0,6-2-38 0,-6 2-90 15,0 0-160-15,9-1 71 0</inkml:trace>
  <inkml:trace contextRef="#ctx0" brushRef="#br0" timeOffset="143524.41">24423 10422 64 0,'0'0'219'0,"9"0"-15"0,-9 0-11 0,0 0-11 0,0 0-11 15,0 0-8-15,10-1-18 0,-10 1-14 0,0 0-9 16,0 0-14-16,0 0-12 0,0 0-6 0,0 0-9 16,0 0-9-16,0 0-5 0,0 0-10 15,0 0-4-15,0 0-8 0,0 0-2 0,0 0-3 0,0 0-5 16,0 0-4-16,0 0-5 0,0 0-3 0,0 0-1 15,0 0-4-15,0 0-2 0,0 0 2 0,0 0-4 16,0 0-4-16,0 0 1 0,0 0 0 0,0 0-5 16,0 0 5-16,0 0-4 0,0 0 0 0,0 0-1 15,0 0-1-15,0 0 1 0,0 0-3 0,4-4 1 16,-4 4-1-16,0 0 4 0,0 0-4 0,0 0 0 16,0 0-1-16,0 0-1 0,0 0 3 0,0 0 0 0,0 0-4 15,0 0 1-15,0 0 3 0,0 0-3 16,0 0 0-16,0 0 0 0,0 0 4 0,0 0-5 0,0 0 0 15,0 0 0-15,0 0 0 0,0 0 1 0,0 0 1 16,0 0 0-16,0 0-3 0,0 0-1 0,0 0 1 16,0 0 1-16,0 0-1 0,0 0 2 0,0 0 1 15,0 0 0-15,0 0 0 0,0 0-2 0,0 0 2 16,0 0-1-16,0 0-3 0,0 0-1 0,0 0-3 16,0 0-5-16,0 0-7 0,0 0-10 0,0 0-7 15,0 0-17-15,0 0-24 0,0 0-52 0,0 0-15 16,0 0-25-16,0 0-168 0,-25-4-364 0,13 2 161 15</inkml:trace>
  <inkml:trace contextRef="#ctx0" brushRef="#br0" timeOffset="144230.54">9269 14248 87 0,'0'0'69'0,"0"0"-20"0,0 0-17 0,0 0-18 16,29 6-26-16,-17-3-29 0,4 0-42 0,2 1 19 16</inkml:trace>
  <inkml:trace contextRef="#ctx0" brushRef="#br0" timeOffset="144420.51">11629 14015 1532 0,'17'-11'-21'16,"-2"1"20"-16,-2 0-9 0,-5 5-17 0,-3-1-44 15,2 1-56-15,-3 3-32 0,-4 2-27 0,0 0-202 16,0 0 89-16</inkml:trace>
  <inkml:trace contextRef="#ctx0" brushRef="#br0" timeOffset="145185.87">12952 10469 40 0,'0'0'94'0,"0"0"-1"15,0 0-12-15,0 0 5 0,0 0 4 0,0 0-10 16,0 0-3-16,0 0-6 0,0 0-10 0,0 0-7 0,0 0-6 16,0 0-3-16,0 0-14 0,0 0 0 15,0 0 3-15,0 0-6 0,0 0-13 0,0 0 10 16,0 0-6-16,0 0 2 0,0 0-6 0,0 0 4 0,0 0-7 15,0 0 3-15,0 0-22 0,8-17-9 0,-8 17-26 16,0 0-20-16,0 0-12 0,0 0-90 0,0 0-178 16,0 0 78-16</inkml:trace>
  <inkml:trace contextRef="#ctx0" brushRef="#br0" timeOffset="145888.6">20303 11587 72 0,'6'-3'178'0,"-6"3"-20"0,0 0-12 0,8-2-13 16,-8 2-2-16,0 0-7 0,0 0 3 0,5-4-10 15,-5 4-1-15,0 0-2 0,0 0-5 0,0 0-5 16,0 0-5-16,0 0-9 0,0 0-3 0,0 0-9 16,0 0-9-16,0 0-7 0,0 0-6 0,0 0-6 0,0 0-6 15,0 0-1-15,0 0-5 0,0 0-6 16,0 0-5-16,0 0-3 0,0 0 3 0,9-1-5 16,-9 1-16-16,0 0-26 0,0 0-29 0,0 0-32 0,0 0-16 15,0 0-39-15,0 0-39 0,-17 15-147 16,2-7-347-16,-3-3 154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5T10:25:00.7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4856 3946 121 0,'-6'-10'138'0,"6"10"11"0,-7-8-2 15,7 8 0-15,-5-5-4 0,5 5-15 0,-5-6-9 16,5 6-9-16,0 0-12 0,-7-3-7 0,7 3-18 16,0 0-3-16,-8 11-8 0,5 0 0 0,-2 6 0 15,-1 10-5-15,-4 2-2 0,2 4-5 0,-4 12-5 16,2 2-1-16,0-11-7 0,1 11-4 0,2-13-5 15,2 0 4-15,1-1-5 0,-1 1-1 0,3-1-2 16,1-3-4-16,1 1 1 0,2-5-3 0,4 0-2 16,-1-7-3-16,2-2-2 0,1-1 0 0,-1-3-1 15,2-3 3-15,0-1-1 0,1 0-10 0,0-4 6 16,3-4 2-16,1-2 0 0,4-4 4 0,3-1 3 16,-7-5-2-16,15-7 3 0,-5-2 1 0,2-3 14 15,1-4-2-15,3-9-5 0,-9 5-6 0,3-11-1 16,1 2 0-16,-6-5-3 0,-5 0-6 0,-3 1-4 15,-1-4-1-15,-3 3-12 0,-5-1-4 0,-2 10 1 16,0-14-4-16,-3 14 2 0,-6-11-4 16,1 17-2-16,-1-2-1 0,-1 0-3 0,-7 2 9 0,2 5-5 15,0 4 3-15,3 5-4 0,-3 4 5 0,-1-1 0 16,0 7 2-16,-1 0 1 0,-3 4 1 0,3 4 1 16,-3 3-1-16,-6 3 2 0,4 9-1 0,-2 4 4 15,1 1-3-15,1 6 2 0,1 0 1 0,4 0-1 16,3-1-2-16,5 4 2 0,5-4 3 0,3 2-2 15,6-4 5-15,1-1-9 0,5 0 9 16,3-1-2-16,2-2 1 0,1 0 1 0,-1-1-1 0,4-2-6 16,1 0 7-16,-2-2-1 0,-6 0 0 0,1-1 1 15,3 6 2-15,-5-6-4 0,0 2-1 0,-1-1 3 16,1 5 3-16,-4-4-6 0,4 6 2 0,-7-5 4 16,1 2 1-16,-2 4-4 0,-2 0-13 0,0 1-20 15,-4-5-12-15,1 5-24 0,0 1-24 16,-2-1-16-16,1-7-9 0,-3 2-23 0,5-4-11 0,-3 4-96 15,1-2-269-15,0-7 120 0</inkml:trace>
  <inkml:trace contextRef="#ctx0" brushRef="#br0" timeOffset="177.64">4976 4646 98 0,'19'-7'111'0,"8"-5"-24"0,1 1-31 0,4-3-32 0,-1 5-37 15,2-5-48-15,-4 1-66 0,2-2 30 16</inkml:trace>
  <inkml:trace contextRef="#ctx0" brushRef="#br0" timeOffset="347.64">5581 4385 149 0,'0'0'152'0,"11"-2"3"0,-11 2-7 15,0 0-12-15,0 0-12 0,0 0-7 0,5-2-21 16,-5 2-10-16,0 0-42 0,0 0-34 0,0 0-40 16,0 0-36-16,0 0-33 0,0 0-72 0,0 0-185 0,0 0 83 15</inkml:trace>
  <inkml:trace contextRef="#ctx0" brushRef="#br0" timeOffset="3753.76">8710 4085 115 0,'0'0'111'0,"0"0"-19"16,0 0 5-16,0-7-3 0,0 7-2 0,0 0-8 15,0 0-7-15,0 0-2 0,0 0-6 0,0 0-4 16,3-5-9-16,-3 5 0 0,0 0-1 0,0 0-4 16,0 0-4-16,0 0-8 0,0 0-4 0,0 0-6 15,0 0 3-15,0 0-7 0,1-7-3 0,-1 7 0 16,0 0-1-16,0 0 0 0,0 0 0 0,0 0-2 16,0 0-7-16,0 0-1 0,0 0 7 0,0 0-4 15,0 0-6-15,0 0 8 0,0 0-6 0,0 0 2 16,0 0-4-16,0 0-1 0,0 0 2 0,1-7-4 15,-1 7 9-15,0 0-11 0,0 0 3 0,0 0-1 16,0 0 2-16,0 0-2 0,0 0 0 0,0 0 5 16,0 0-5-16,0 0 3 0,0 0-3 0,0 0 0 15,0 0 7-15,0 0-2 0,4-7 6 0,-4 7-5 16,0 0 0-16,0 0-3 0,0 0 6 0,0 0-2 16,0 0 5-16,-1-10 0 0,1 10-7 0,0 0 5 15,0 0-1-15,0 0 0 0,0 0-2 0,0 0-2 16,0 0-4-16,0 0 2 0,0 0-7 0,0 0 2 15,0 0 0-15,0 0-1 0,0 0 1 0,0 0 0 16,-1 34-2-16,-3-15 7 0,-1 3 0 0,-2 4 4 16,-3 2 4-16,1 1-5 0,1-2 2 0,-2 1 0 15,1-1-5-15,0-2 3 0,-1 0-1 0,4-7-2 16,1 0 0-16,0-1 0 0,-2-2 1 0,1-3-6 16,3-3 2-16,0 1 1 0,0-3-1 0,3-7-1 15,-5 14-1-15,5-14 3 0,-3 11 1 16,3-11 0-16,0 0 3 0,-4 7 7 0,4-7 9 0,0 0 1 15,0 0 0-15,0 0-1 0,0 0-4 0,0 0 0 16,0 0 1-16,0 0-9 0,0 0 0 0,4-28-1 16,-1 13-1-16,2-1-5 0,0 0 4 0,3-4-5 15,2-4 2-15,0-2-1 0,2-2-5 0,-2 0-3 16,1-2-2-16,2-1-5 0,0 1 1 0,-2-2-2 16,1 3 1-16,-2 1 2 0,5 5 3 0,-8 6 2 15,-2-2-4-15,1 3 0 0,-2 4-1 0,3 2 3 16,-5 3-2-16,1 1-3 0,-2 0 1 0,-1 6-3 15,5-8 3-15,-5 8 0 0,8-2-2 16,-8 2 3-16,9 10 3 0,-3 4 3 0,1 1-2 16,-1 4 7-16,0 7-6 0,1 1 2 0,-2 1 4 0,0-1-4 15,-1 1 0-15,0-1 3 0,-2-1 1 0,1-6-1 16,-1 3 0-16,2-5 0 0,0-1 1 0,-2 0-1 16,0-1-1-16,3 0 0 0,-1-1 2 0,-3-4-2 15,3 1-12-15,-3-2-22 0,2 0-19 0,-2-1-19 16,-1-9-25-16,5 11-28 0,-3-5-21 15,-2-6-12-15,0 0-129 0,0 0-306 0,0 0 135 0</inkml:trace>
  <inkml:trace contextRef="#ctx0" brushRef="#br0" timeOffset="3923.78">8566 4295 173 0,'0'0'156'0,"0"0"-12"0,0 0-11 0,0 0-16 0,31-3-7 16,-8 2-16-16,6-3-19 0,6 0-18 0,-1 0-33 16,18-2-40-16,-2-1-30 0,-10 0-38 0,-2 1-73 15,-1 0-168-15,2 2 74 0</inkml:trace>
  <inkml:trace contextRef="#ctx0" brushRef="#br0" timeOffset="4487.91">9877 4198 35 0,'0'0'198'0,"0"0"-10"0,0-13-4 0,0 13-10 16,0 0-7-16,-4-11-6 0,4 11-15 0,-6-3-11 16,6 3-14-16,0 0-12 0,-14 0-10 0,14 0-11 15,-20 10-13-15,5-2-1 0,-1 6-11 0,0 0-4 16,-4 3-5-16,0 0-6 0,3 3-5 0,3-6-6 16,4-1-5-16,2 2-3 0,2-5-2 0,3 2-5 15,-2-1-1-15,4 2 0 0,-1-4-2 0,2 0-7 16,2 1-4-16,-1-2 2 0,4-3-11 0,0 0 5 15,-1-1-4-15,2-1 2 0,-6-3 3 0,19 2-2 16,-8-6-5-16,0 0 1 0,6-4 1 16,-2 1 1-16,1-5 0 0,-2 3 0 0,0-2 0 0,-1-6 0 15,-2 3-1-15,-2-4 2 0,1-5-1 0,-5 4-3 16,3-6 4-16,-4-4-1 0,1 2 0 0,-4-3-1 16,2 1 2-16,-2-1-3 0,0 3-1 0,-1-2 1 15,-1-2 0-15,-2 5 1 0,3 1 4 0,-1 6-1 16,0-1 6-16,0 4 2 0,1 3 5 0,0 3-1 15,0 1 1-15,0 9-6 0,0-9-2 0,0 9-1 16,0 0-4-16,0 0 9 0,0 0-12 0,0 0 4 16,2 28 0-16,-2-3 5 0,0 4-3 0,0-2-4 15,0 5 8-15,-1-2-3 0,-3 3 1 0,4-1-1 16,-1-1-2-16,1-2 2 0,0-1-4 0,0-1 0 16,2 0-21-16,1-1-19 0,-1-7-24 15,1 0-33-15,1 0-24 0,0-2-23 0,2 0-28 16,-2-5-9-16,0 2-131 0,1-4-333 0,0-3 147 0</inkml:trace>
  <inkml:trace contextRef="#ctx0" brushRef="#br0" timeOffset="4693.92">10333 4110 68 0,'0'0'165'0,"-7"-6"-4"0,7 6-3 16,-16 1-8-16,9 4-2 0,-10 4-5 0,-4 8-2 0,1 0-9 15,1 3-9-15,-1 2-12 0,3 0-9 0,-2 2-8 16,5-2-8-16,2-6-13 0,3 1-5 0,6 0-5 16,3 1-8-16,1-3-10 0,3-2-28 0,3 1-29 15,5-2-36-15,5-2-51 0,3-1-47 0,8-1-154 16,-3-2-325-16,7-1 144 0</inkml:trace>
  <inkml:trace contextRef="#ctx0" brushRef="#br0" timeOffset="5150.92">11011 4602 208 0,'20'-17'211'0,"5"-4"-14"0,3-4 0 0,10-8-18 16,6-1-9-16,-1-4-21 0,0-1-10 0,-1-3-10 16,-2 3-8-16,-5-2-4 0,2-2-11 0,-3-3-8 15,-1 2-11-15,-8 2-2 0,-1 0-9 16,-9 10-5-16,-2 3-2 0,-3 2-4 0,0 0-3 16,-6 9 0-16,-1 0-5 0,-1 2-7 0,0 6-6 0,-4 1-4 15,2 9-10-15,-2-7-2 0,2 7-3 0,0 0-3 16,-23 11 1-16,8 4-3 0,-10 6 0 0,4 6-4 15,-4 2-2-15,6 1-1 0,0 1-6 16,4 1 0-16,2-3-8 0,6 0 1 0,4-3-3 16,3 0 3-16,3-6-5 0,4 4 1 0,4-6 0 15,-3-2 2-15,6 5 0 0,2-6-1 0,-1-1 0 0,-3-1 0 16,1-2 0-16,4 1 1 0,-9-2 1 0,1 0-1 16,-2-2 0-16,2 2-4 0,-2-3 5 0,-4 3 1 15,0-3-8-15,-3-7-1 0,2 16-19 16,-4-8-13-16,2-8-12 0,-5 14-15 0,-1-7-12 15,0-1-19-15,6-6-19 0,-12 9-23 0,6-7-10 16,6-2-17-16,-7 6-16 0,7-6-120 0,0 0-328 0,0 0 145 16</inkml:trace>
  <inkml:trace contextRef="#ctx0" brushRef="#br0" timeOffset="5711.38">11742 4188 118 0,'5'-5'156'0,"-5"5"-14"0,0 0-14 15,9-10-19-15,-9 10-9 0,0 0 0 0,0 0-5 0,0 0 10 16,2 22-13-16,-2-22-5 0,-4 22-6 16,3-11-20-16,0 4 6 0,-1-3-10 0,2-1-1 15,0-11-6-15,0 19 1 0,2-9-11 0,2-3-1 16,-4-7 6-16,9 12-3 0,-5-8 3 0,-4-4-4 16,14 7-4-16,-7-5-2 0,-7-2-4 0,23-6-2 15,-10 3 0-15,0-1-6 0,3-4 3 0,-5 1-7 0,1-1 0 16,-4-1-3-16,-1 0 0 0,-1-3 2 15,0 1-4-15,1-5-5 0,-1-1 2 0,-4 2-2 16,-1 4 1-16,1 1 1 0,-2 2-3 0,2-1 4 16,-1 2 2-16,-1 7-4 0,1-7-3 0,-1 7-5 15,0 0 0-15,0 0 3 0,0 0-3 0,0 0-2 16,0 0-1-16,4 28 5 0,-4-15 1 0,4 2-5 16,-2 0 4-16,4-2-4 0,-2-3 5 0,0-1-3 15,3 1-9-15,3-1 15 0,-1-2-3 0,1-3 2 16,8 1 0-16,4-4 3 0,5-2 0 0,1-4 1 15,3-1-5-15,-2-5 3 0,-2 0-1 0,-2-2 0 16,-2-2 4-16,-1-2 2 0,-8 5 5 0,1-4-3 16,-5-2 7-16,3-4-2 0,-6 3-3 0,2-6 3 15,-2 2-4-15,1-2-3 0,-6 5 0 0,1-5 3 16,-3 2 0-16,0 6-2 0,1 1 5 0,-1-1 1 16,0 5 0-16,0 3 7 0,0 3-3 0,0 6-7 15,3-12-5-15,-3 12 0 0,0 0-1 0,0 0-1 16,0 0-3-16,-5 32 1 0,1-4 15 0,0 1-15 15,-3 4 3-15,3 2-3 0,-5 13 2 0,4-13-3 16,1-2 8-16,3 2-9 0,-1-2 1 0,4-1 0 16,-4 1 1-16,4-1-4 0,-2-3 2 0,1-1-1 15,1 2-3-15,-2-1-16 0,-2-4-23 0,2 1-40 16,-1-7-34-16,-1 1-34 0,1-2-42 0,-2-1-39 16,-3-1-146-16,-2-5-401 0,-1 0 178 15</inkml:trace>
  <inkml:trace contextRef="#ctx0" brushRef="#br0" timeOffset="5927.74">12401 4110 121 0,'13'-4'143'0,"-2"3"-8"0,1 0-10 15,5 4-5-15,-5 2-11 0,3 3-4 0,-3 5-8 16,1-1-6-16,-4 2-11 0,-4-2-4 0,4 6-6 15,-7-2-16-15,-4 0 9 0,2 2-7 0,-4 2-7 16,-1-4-6-16,-4 1-5 0,2 0-18 0,-3-2-23 16,-2 2-21-16,3-5-44 0,-2-2-33 0,1-3-37 15,-1 1-73-15,-2-3-227 0,0-1 101 0</inkml:trace>
  <inkml:trace contextRef="#ctx0" brushRef="#br0" timeOffset="6153.81">12672 3955 10 0,'0'0'186'0,"4"-9"-19"0,-4 9-14 15,0 0-21-15,4-10-12 0,-4 10 14 0,0 0 13 16,2 29-5-16,-2-5 0 0,-5 4-9 0,4 1-13 16,-5 3-9-16,4 2-9 0,0 0-12 0,-1-2-8 15,-1-1-6-15,4 2-7 0,-2-4-6 16,0-1-8-16,0-2 0 0,4 1-11 0,-2-2-3 0,-3-4-8 15,3-4-20-15,-3 9-29 0,2-12-37 16,-1 0-32-16,2-14-55 0,0 20-29 0,0-20-158 0,-5 13-353 16,5-13 157-16</inkml:trace>
  <inkml:trace contextRef="#ctx0" brushRef="#br0" timeOffset="6353.39">12727 4178 155 0,'11'-3'148'0,"0"6"-1"0,0 0-8 0,-1 1-13 16,1 2-5-16,-1 1-6 0,0 3-5 0,-3 5 0 15,-3-4-23-15,2 5 2 0,-5 0-4 0,-1 0-12 16,-1 3-3-16,-3-2-1 0,-5 0-13 0,-5 0-9 16,-3 5-17-16,1-1-28 0,-2-4-35 0,2-5-35 15,1 0-33-15,-1-1-37 0,5-5-103 0,-1-2-259 16,-1 0 115-16</inkml:trace>
  <inkml:trace contextRef="#ctx0" brushRef="#br0" timeOffset="6573.94">13001 3989 1725 0,'10'-23'40'0,"-4"8"59"0,-2-2-29 0,0 10-33 15,-3 0-21-15,3 2-9 0,-4 5-1 0,0 0 5 16,0 0 5-16,8 13 20 0,-7 0 12 0,4 7 4 15,-5 6 2-15,2 3-6 0,-2 4 1 0,0-3-1 16,4 3-7-16,-1-2-8 0,1-2-1 0,2 1 0 16,-1 0-4-16,-1-3-8 0,2-1-23 0,-2-6-20 15,0-1-28-15,0-1-31 0,1-1-11 0,-1-2-39 16,0-4-27-16,0-1-12 0,-2-1-135 0,2 1-331 16,-4-10 146-16</inkml:trace>
  <inkml:trace contextRef="#ctx0" brushRef="#br0" timeOffset="7039.26">13212 4241 75 0,'4'-7'144'0,"-2"4"-14"0,-2 3-4 0,5-4-7 15,-5 4 2-15,0 0 1 0,0 0-6 0,20 10-11 16,-16-4-6-16,1 2-9 0,2 1-6 0,0 0-9 16,-3-1-12-16,5 0-4 0,-5-2-2 0,6 0-7 15,-4-2 1-15,3 1-5 0,-9-5-2 0,11 5 4 16,-11-5-3-16,14-1-1 0,-9 0 1 0,-5 1 8 15,10-7-1-15,0 2 6 0,-3 0-6 0,-3 0 3 16,2 0-1-16,-1-3 2 0,0 3 2 0,-1 1 10 16,-4 4-4-16,5-10-3 0,-5 10-1 0,4-5-9 15,-4 5-9-15,0 0-5 0,0 0 2 0,0 0-5 16,5 25 5-16,-6-5 1 0,-1 6 4 0,0 8-5 16,-7 12 1-16,5 6-1 0,-1 1-1 15,3-2-2-15,-1 1-8 0,5-5-1 0,1 2-2 0,-5-1 0 16,7-1-7-16,-5-11 1 0,2-3 0 0,2 0-5 15,-3 2 2-15,1-6-5 0,0-2 2 0,-4-2 2 16,2-6-5-16,-3-1 11 0,3-1-13 0,-6-5 2 16,0-1 3-16,0 0-1 0,-3-4-3 15,-1 0-4-15,-2 0-5 0,-4-6-10 0,-6-1 1 0,1-1-12 16,1-3 0-16,-7-6-4 0,1-1 2 0,1-2-1 16,2-4 5-16,3-2 8 0,2-3-13 0,5 0-7 15,-1-2-5-15,7-5 4 0,3 0-4 16,4 1-2-16,6-1 2 0,3 0-3 0,5 1-2 15,4-3-11-15,9 2-11 0,6-3-10 0,8-2-23 16,2 4-27-16,7-3-27 0,2 5-15 0,5 2-16 16,3 3 2-16,1 6-8 0,2-3-103 0,25-1-315 0,-27 5 140 15</inkml:trace>
  <inkml:trace contextRef="#ctx0" brushRef="#br0" timeOffset="7390.19">14656 4046 136 0,'3'-6'224'0,"-3"-4"-22"0,0 10-20 16,3-9-25-16,-3 9-16 0,0 0-13 15,0 0 3-15,0 0 6 0,7 34 2 0,-9-11-10 16,2 8-10-16,0-2-12 0,-7 5-9 0,6 1-7 16,-4-3-12-16,1 3-4 0,2-2-10 0,-1 1 0 15,-2-4-12-15,1-1-5 0,3-4-18 0,-3 0-19 16,4-9-30-16,-2 2-31 0,2-6-19 0,-2 0-39 0,2-12-37 15,2 19-21-15,-2-19-17 0,-4 9-119 16,4-9-326-16,0 0 145 0</inkml:trace>
  <inkml:trace contextRef="#ctx0" brushRef="#br0" timeOffset="8267.76">14676 4311 78 0,'5'-10'152'0,"6"-4"-28"0,-2 2 3 0,4 0-12 16,-3-1-3-16,3 1-10 0,0 1 0 0,0-3-10 15,-1 1 1-15,1 2-5 0,0-1-2 0,0 2 0 16,-5 2-3-16,2 1-4 0,-4-3-4 0,1 2-3 16,0-1-1-16,0 1-5 0,0 1-2 0,-3 1 2 15,0 0-7-15,-2 1 2 0,-2 5-11 0,7-11-1 16,-5 7-10-16,-2 4-2 0,0 0-7 0,8-5-9 16,-8 5 1-16,0 0-1 0,0 0-4 0,8 23-1 15,-8-5 1-15,5 8 2 0,-4 3-3 0,-3 0 1 16,-2 4-3-16,-1 1-2 0,-2-2 1 0,1 3 1 15,2-4 0-15,-1-1-4 0,0-4 0 0,1-7-3 16,0-2 1-16,2-2 0 0,-2 0-3 0,3-4-1 16,-1-4 1-16,2-7-7 0,-1 14-2 0,1-14 4 15,0 0-1-15,0 13 3 0,0-13-3 0,0 0 4 16,0 0-5-16,0 0-3 0,0 0-5 0,25-21 6 16,-16 13-3-16,5-5 1 0,1 0 1 0,1 4-3 15,0-1 1-15,-1 1 3 0,3 4 0 0,0-3-2 16,-2 5 4-16,-3-1-3 0,9-2 7 15,-3 4-5-15,-1 1-1 0,1 0 1 0,1-2-1 0,-1 1 6 16,10-1-3-16,-9 0 2 0,1-1 2 0,0 0-7 16,0 1 8-16,-1-1-1 0,1-2-3 0,-3-1 0 15,-2 2-4-15,-3 0 7 0,-3 0-2 0,0-2 0 16,-2 0 6-16,-1-2 0 0,-1 0-6 16,-4-1 2-16,0 4-7 0,-2 6 6 0,-3-14-3 15,3 14-2-15,-7-9 1 0,1 6 2 0,-1 2-1 0,-4 1 0 16,-3 4 1-16,2 1 0 0,-5 2 2 0,-1 4-2 15,3-3 1-15,-1 4 3 0,1 2-6 0,3-3 2 16,0 3 0-16,5-5 0 0,2 1-1 16,1-2 3-16,4 2 2 0,0-10-9 0,2 13 5 15,-2-13-10-15,6 10 0 0,1-7 1 0,-7-3-3 16,16 5 1-16,-3-6 0 0,-1 1 2 0,-12 0-5 0,25-4-1 16,-12 0-2-16,-2-1 5 0,2 0 1 0,-3 0 3 15,-1-1-1-15,0-2 2 0,-3 2-6 0,0 3 5 16,-1-3 3-16,-3 2-1 0,-2 4-2 15,7-7 3-15,-7 7 0 0,7-3-6 0,-7 3 3 16,0 0 6-16,0 0 7 0,7 12 1 0,-2-7-2 16,-3 1 1-16,1 0 3 0,3 1 0 0,-6-7 6 0,11 13-5 15,-4-6 3-15,-3-2 1 0,6-1 3 0,0-2 1 16,1-1-1-16,0-2 3 0,7-1-2 16,0-4 0-16,-1-3-1 0,2-1 1 0,-3 1 0 0,1-2-1 15,-3-2-2-15,-1-1-1 0,-3-2 3 16,-2-1 3-16,1-1-7 0,-3 0-3 0,4-4 1 15,-4 2-3-15,-4-3-2 0,3-3 3 0,-2 1-1 0,-2 1-2 16,0 5 0-16,0-2-4 0,1 3 3 0,0 2 6 16,-2 6 15-16,0 1-4 0,0 2-4 15,0 7-4-15,0 0-3 0,0 0 1 0,0 0 7 16,0 0-7-16,5 23 5 0,-3 1 1 0,-2 1 3 16,0 3-1-16,0 1-5 0,0 0 1 0,0 0-4 0,0-1 1 15,0 0-2-15,0 0 0 0,0-9 0 16,4 6-5-16,-3-6-24 0,-1 0-23 0,0 0-25 15,0-3-37-15,0-3-35 0,0-1-34 0,0-1-41 16,-5-2-148-16,5-9-391 0,-8 13 173 0</inkml:trace>
  <inkml:trace contextRef="#ctx0" brushRef="#br0" timeOffset="8413.04">15613 4304 173 0,'3'-9'174'0,"-3"9"-19"0,7-8-24 0,-4 4-29 16,-3 4-27-16,22-8-27 0,-5 2-51 0,4 2-35 16,7-2-20-16,6 2-69 0,3-1-137 0,16-2 61 15</inkml:trace>
  <inkml:trace contextRef="#ctx0" brushRef="#br0" timeOffset="8733.83">16810 3995 211 0,'1'-10'241'0,"-1"10"-14"16,0-11-17-16,0 11-21 0,0-9-17 0,0 9-26 15,0 0-14-15,0 0-9 0,0 0-3 0,-1 31-2 16,-4-3-6-16,-4 17-2 0,0 3-11 0,-5 5-3 16,-3 0-6-16,5-2-10 0,-4-1-5 0,3-4-8 15,1-2-4-15,5-8-11 0,1-3-2 0,2 2-4 16,-1-2-5-16,2-1-3 0,1 0-7 0,1-5-25 16,-2 2-25-16,1-9-30 0,0 0-31 0,2-2-29 15,2-1-42-15,-1-4-30 0,0-3-41 0,-1 0-134 16,0-10-386-16,0 10 172 0</inkml:trace>
  <inkml:trace contextRef="#ctx0" brushRef="#br0" timeOffset="8974.18">16794 4198 106 0,'17'-3'137'0,"4"3"-3"0,-3 3-8 0,2 1-4 15,-4 4-5-15,1 2-12 0,-6-2-6 0,4 6-12 16,-4-1-10-16,1 0-4 0,-6 2-2 0,1 1-5 16,-6-4-5-16,-4 4 2 0,1 0-5 0,-8 2-6 15,-2-3 4-15,-2 0-11 0,-8 0-5 0,3-3-2 16,-5 1-3-16,0-4-18 0,2-2-28 0,3-1-23 16,2-2-45-16,-2 0-34 0,2-1-42 0,-1-3-78 15,6-1-251-15,-2-1 112 0</inkml:trace>
  <inkml:trace contextRef="#ctx0" brushRef="#br0" timeOffset="9772.09">16974 4288 88 0,'12'1'160'0,"1"1"-19"0,-1 3-8 0,0-2-15 0,0 3 11 15,1 2-6-15,-4 0-3 0,0 2 2 0,1 2-6 16,-1 0-10-16,-3-1-10 0,2 1-5 0,-2-1-11 15,1 0-7-15,-1-1-4 0,-2-2-8 0,0 1-3 16,-2-2-5-16,1-1-7 0,0-1 1 0,-3-5-7 16,3 8 2-16,-3-8 3 0,0 0-2 0,3 6-2 15,-3-6-5-15,0 0 1 0,0 0-6 0,0 0 0 16,0 0-6-16,0 0-2 0,-8-23-2 0,10 12 0 16,0 0 1-16,2-1-13 0,2-3 2 0,1-3-2 15,0 2 3-15,5-2-8 0,-3 3 1 0,2-1 1 16,3-1-2-16,-2 3 0 0,2 0-2 0,-3 2-3 15,-2 4 6-15,0 1-7 0,0 2-3 0,-4 1-1 16,0 1 2-16,-5 3 0 0,12 1 1 0,-12-1 2 16,13 7-2-16,-8 1 1 0,1-1 1 15,-1 3 0-15,2 0-5 0,-4 0 6 0,3 0 0 16,-1 6-1-16,-1-4 5 0,1 0-4 0,1-2 5 0,-1-1-2 16,-1 1-3-16,2-2 5 0,-2-2-5 0,4 3 6 15,-2-6 0-15,3 4-1 0,-4-4 6 0,2-2-5 16,-7-1 1-16,14 2-1 0,-14-2 1 0,13-6-1 15,-7 3-3-15,2-2 3 0,-5-1-1 0,1-1-3 16,0-2 1-16,-4 1 0 0,1-1 0 0,-3-2-2 16,-3 0 0-16,0-1-3 0,-3 1 5 0,-2-2-3 15,1-1 0-15,2 4 2 0,1 1-3 0,0 1 0 16,1 0 1-16,2 4 0 0,3 4-1 0,-5-10 0 16,5 10-3-16,-4-7 0 0,4 7 0 0,0 0-1 15,0 0 1-15,10-8-1 0,-1 4 0 0,3 4 1 16,0 0 2-16,6-2-1 0,0 2 2 15,1 2-4-15,1 1 6 0,-1 2-7 0,-3 0 2 16,-2 5-1-16,2 0 4 0,-2 1-4 0,-3 3 2 0,2 1 0 16,-3-1 4-16,-1 2-6 0,0 0 7 0,-4-1-2 15,0 2-1-15,-1-6 2 0,1 4-2 0,-1-3 2 16,1-3 3-16,-3 1-3 0,-2-10 4 0,3 13-6 16,0-5 3-16,-3-8 1 0,0 0 9 0,4 10 12 15,-4-10 9-15,0 0-3 0,0 0 3 16,0 0-3-16,0 0-4 0,0 0-1 0,24-16-3 0,-14 9-4 15,1-7-1-15,1 3-6 0,-1-3 6 0,1 0-3 16,-3-1 0-16,3 0-4 0,0-2 0 0,0 1-4 16,3-4-1-16,-2 7 1 0,-1 1 0 0,-1 2-2 15,-3 3 6-15,0-1-12 0,-3 5 1 16,1-1-2-16,-6 4-1 0,12-1-3 0,-12 1 2 16,10 7 2-16,-3 2 3 0,-3 2-1 0,-1 1 1 0,1 0 0 15,-2 4-2-15,2-1 3 0,-1 0 0 0,-1 2-2 16,-4 0 9-16,2-2-6 0,0-3-13 0,0-1-26 15,-2 1-33-15,1-1-46 0,1-11-46 16,-1 21-45-16,-3-12-181 0,4-9-420 0,-9 11 186 16</inkml:trace>
  <inkml:trace contextRef="#ctx0" brushRef="#br0" timeOffset="9924.89">17893 4083 39 0,'0'0'84'0,"0"0"-8"0,0 0-42 0,0 0-34 0,0 0-40 15,0 0-41-15,0 0 19 0</inkml:trace>
  <inkml:trace contextRef="#ctx0" brushRef="#br0" timeOffset="10733.84">18244 4227 22 0,'0'0'165'0,"0"0"-5"0,-19 15 6 0,9-8-10 15,-4 5-6-15,-2-1-8 0,5 2-13 0,-1 1-6 16,-2 2-13-16,4-1-6 0,0 0-12 0,0 0-15 16,3 0-2-16,3-3-4 0,0-1-11 0,2 2-5 15,3-3-3-15,0 0-6 0,5-1 2 0,-3-4-4 16,4 2-5-16,3-4 0 0,-1 1 1 0,3-3-1 15,3-2-2-15,3-3-5 0,1-1-4 0,-1-3 1 16,-2-1 1-16,2-5-1 0,1-4-4 0,-3 4-6 16,-3-9-3-16,-2 6 6 0,-3-9-1 0,-2 3 6 15,1-3-3-15,-4-3-2 0,2 1-2 0,-1 0-3 16,-4-4-1-16,0 4 0 0,1-3-2 0,-2 1 0 16,0 3-2-16,0-1 11 0,1 10 6 0,-3-1 0 15,1 8 3-15,2-1 2 0,0 3 2 0,0 9-7 16,-2-12-3-16,2 12-7 0,0 0-2 0,0 0-5 15,0 0 1-15,0 0 6 0,-12 40-11 0,5-11-1 16,1 2 4-16,-1 2-2 0,1 2 0 0,1 1-2 16,4-1 4-16,1-4-5 0,0 1 0 0,1-4 1 15,3-3-4-15,1 1 1 0,0-7 0 0,1-3 1 16,5-2-3-16,-4 2 13 0,5-3-10 0,-3-4-3 16,1-1 0-16,6 0 2 0,-5-7 0 0,3 3-3 15,2-4-4-15,5-2 4 0,-4-3-1 0,0 0-2 16,1-1-1-16,-1-2 4 0,-1-3-6 0,1 0-1 15,-2-1 1-15,-1-4 0 0,2 1-5 0,-7-2 1 16,-2 1 0-16,-1-4-1 0,0-4 0 0,0 5-1 16,-3 1 2-16,-2 2-5 0,0-1 4 0,1 5 0 15,-2 0 3-15,0 5 0 0,0-2-1 0,0 9-1 16,-3-10-2-16,3 10-4 0,0 0 5 0,0 0-1 16,-16 14-1-16,5 0 3 0,1 0 0 15,-1 4 2-15,0-1-2 0,0-1 1 0,3-1 2 16,3 3 1-16,1-2 1 0,0-4-2 0,4 0 4 15,2 0 0-15,1-1 1 0,3-1-3 0,4-2 3 0,0-1 1 16,0-2 0-16,7 1 0 0,1-3-1 0,2-3-4 16,3-2-9-16,-3 0-3 0,0-3-2 0,1-2 5 15,-2 1-8-15,1-1 3 0,-1-2-2 16,-4-1-7-16,1-2-1 0,-3 1 1 0,-3-2-5 0,0-1 1 16,-4-1-15-16,-1-3 1 0,1 1 1 15,-2 2 1-15,-2 0 1 0,-1 4 3 0,2 1 9 0,-2 0 10 16,0 5-9-16,-1 5 7 0,3-11-5 0,-3 11 7 15,0 0 0-15,0 0 3 0,0 0-1 0,0 0 18 16,-3 31 7-16,-3-13 8 0,2 0 0 0,-4 6 2 16,3-5 3-16,-1 0 2 0,1 0-4 0,-4 3 1 15,4-5 0-15,1 0-3 0,-1 0-4 16,0-1 4-16,-4 0-1 0,4-1-3 0,1-3 1 0,0-2 1 16,0-1-4-16,0 1-10 0,-1 0-25 15,5-10-42-15,-9 13-38 0,4-9-52 0,-3 0-168 0,8-4-354 16,-21 8 157-16</inkml:trace>
  <inkml:trace contextRef="#ctx0" brushRef="#br0" timeOffset="12434.39">20033 4093 30 0,'0'0'30'0,"0"0"7"16,0 0 1-16,0 0-9 0,0 0 9 0,0 0-4 16,0 0 10-16,13-5-6 0,-13 5-3 0,0 0 3 15,0 0 1-15,0 0-5 0,0 0-6 0,0 0 8 16,0 0 1-16,0 0-3 0,0 0-7 0,0 0 7 15,0 0-7-15,0 0-3 0,0 0 14 0,0 0-24 16,0 0 3-16,0 0 1 0,0 0 11 0,0 0-6 16,0 0 4-16,0 0-5 0,0 0 2 0,0 0 0 15,0 0-3-15,0 0-1 0,0 0 6 0,0 0-7 16,0 0 3-16,0 0-5 0,0 0 1 0,0 0 6 16,0 0-6-16,0 0 1 0,0 0-3 0,0 0 8 15,0 0-7-15,0 0 7 0,0 0 1 0,0 0 0 16,0 0 1-16,0 0 3 0,0 0-3 0,0 0-2 15,0 0 10-15,0 0-10 0,0 0 6 0,0 0-2 16,0 0 5-16,0 0 3 0,0 0 0 0,0 0 3 16,0 0-1-16,0 0 2 0,0 0-2 0,0 0 2 15,0 0 0-15,0 0-8 0,0 0-2 16,4-3 0-16,-4 3-3 0,0 0 1 0,0 0-2 0,1-7-3 16,-1 7 1-16,3-7 0 0,-3 7 9 0,0 0 1 15,0 0 1-15,4-8 3 0,-4 8 4 0,0 0-1 16,2-7 3-16,-2 7-5 0,1-6-4 0,-1 6-2 15,0 0 4-15,0 0 0 0,2-9 4 0,-2 9 0 16,0 0-1-16,0 0-5 0,0 0-2 0,0 0-3 16,0 0-5-16,0 0-4 0,0 0-3 0,0 0-4 15,0 0-1-15,0 0-1 0,0 0 3 0,-21 21-5 16,10-5 3-16,-7 4-1 0,4 5-1 0,-6-2-3 16,1 1 0-16,5-1-1 0,-1 1-1 0,2 0 0 15,2-2 7-15,2-3-8 0,4-2-2 0,1 1 1 16,0-1 2-16,4-1-4 0,2 0 5 0,-2-5-5 15,2 1 4-15,0-1 7 0,1 1-8 0,3-1 1 16,1-1-2-16,3-1 1 0,-1 1 1 0,0-3 1 16,2-1 1-16,-2-1-1 0,3-1-1 0,3 0 3 15,-3-1-2-15,0-2 4 0,-1-1-3 0,-11 0 0 16,21-5 0-16,-13 2 0 0,0-1 1 0,-4-1-4 16,1 0 12-16,-2-5-11 0,0 1-2 15,-2-1-4-15,-3 0 2 0,-1 0 3 0,-2 0-2 0,0 0-4 16,-3 0 2-16,1 0-2 0,-4 3 1 0,1 2-4 15,0-2-1-15,-1 4 2 0,-4 1 2 0,-2 2-4 16,0 3 3-16,-2 2-6 0,2 1-11 0,-1 2-18 16,2 0-25-16,2 2-31 0,1 1-31 15,5-3-30-15,2 0-45 0,3-1-37 0,3-7-135 16,-1 13-403-16,1-13 179 0</inkml:trace>
  <inkml:trace contextRef="#ctx0" brushRef="#br0" timeOffset="12759.44">20282 4250 28 0,'0'0'215'0,"-6"-11"-22"0,6 11-21 0,0 0-9 0,0 0-8 16,-21 22-11-16,10-9-7 0,3 0-7 0,2 4-6 16,0-1-12-16,2-1-12 0,-1 2-6 15,5 0-9-15,1-3-7 0,4-1-1 0,1 2-9 16,2-5-9-16,7 2-2 0,-2-3 1 0,5-1-1 15,-1-3-1-15,4 1-3 0,-3-4-8 0,2 0-2 16,0-4-4-16,-2-1 2 0,0-1-5 0,-3-2 3 0,-2 1 3 16,-3-3-1-16,-2-1 2 0,1-2-6 0,-4-5-3 15,-3 0-4-15,0 0 3 0,-4 4 2 0,0-6-8 16,-3 0-2-16,-7-6-4 0,5 6-1 16,-5-4-6-16,-1 6 0 0,2 0-1 0,-3 1-6 15,0 3-1-15,-3-1-11 0,3 2-11 0,0 7-20 16,-4 0-23-16,-1 4-23 0,6 1-25 0,-5 4-33 0,5-2-48 15,2 4-40-15,-3 2-146 0,5-2-404 16,0 0 179-16</inkml:trace>
  <inkml:trace contextRef="#ctx0" brushRef="#br0" timeOffset="13150.25">20541 4165 2278 0,'6'-10'35'0,"-3"1"19"0,0 0-29 0,-1 3-6 15,-2 6-6-15,5-11-8 0,-4 6-7 0,-1 5 6 16,0 0-1-16,5-8-2 0,-5 8 1 0,0 0 1 16,0 0 5-16,12 12 17 0,-7 0 8 0,5 4 6 15,-2 2 11-15,5 6 1 0,-1 4 5 0,-4-2-4 16,1-1 1-16,2 0 0 0,0 3-5 0,-2-10-3 16,-1 0-2-16,0-1-5 0,1-2-3 0,0 0-3 15,1 2-2-15,-1-5-4 0,-2-3 1 0,-1-1-4 16,-1 1 3-16,1-2-3 0,-2-1-1 0,-4-6 0 15,8 9 10-15,-8-9 5 0,6 4 17 0,-6-4 6 16,0 0-1-16,0 0-3 0,0 0-10 0,21-11 6 16,-15 4 0-16,-1-4-5 0,2 0-2 0,-2-6-3 15,0 0-3-15,4-7-3 0,0 1-6 0,-3 4 1 16,2-8-8-16,0 1 0 0,-2 0-5 0,3-1 6 16,-5-1-12-16,2 2 1 0,-3 6 0 0,1 2-1 15,-2 2-1-15,-1 4 0 0,3 0 6 0,-3 3-11 16,1 3-21-16,-1-1-21 0,1 1-37 0,-2 6-40 15,0 0-50-15,2-9-32 0,-2 9-29 0,0 0-27 16,0 0-24-16,14 13-201 0,-10-1-516 0,2-3 228 16</inkml:trace>
  <inkml:trace contextRef="#ctx0" brushRef="#br0" timeOffset="13320.21">21061 4387 3011 0,'2'8'75'0,"-2"-8"-37"0,3 10-34 0,-3-10-4 15,2 9 0-15,-2-9-3 0,0 0 9 0,4 7 1 16,-4-7 12-16,0 0-2 0,0 0 6 0,0 0-11 16,0 0-1-16,4 10-3 0,-4-10-16 0,0 0-24 15,0 0-31-15,0 0-43 0,0 0-57 0,0 0-66 16,13 7-210-16,-13-7-473 0,0 0 210 0</inkml:trace>
  <inkml:trace contextRef="#ctx0" brushRef="#br0" timeOffset="16204.05">22227 4075 36 0,'0'0'144'0,"0"0"1"0,0 0-12 15,0 0-3-15,0 0-15 0,0 0-11 0,0 0-9 16,4-6-9-16,-4 6-9 0,0 0-11 16,0 0-9-16,0 0 6 0,0 0-12 0,0 0-3 15,0 0-9-15,0 0-8 0,0 0 2 0,0 0-8 16,0 0 0-16,0 0-2 0,0 0-4 0,0 0-4 16,0 0 2-16,0 0 2 0,0 0-7 0,0 0 2 0,0 0-3 15,0 0 0-15,0 0-4 0,0 0 1 0,0 0-5 16,0 0 1-16,0 0-9 0,0 0 12 15,0 0 0-15,0 0-4 0,0 0 1 0,0 0 1 16,0 0-1-16,0 0-1 0,0 0 2 0,0 0-1 16,0 0-1-16,0 0-1 0,0 0-4 0,0 0 5 15,0 0-1-15,0 0 6 0,0 0-13 0,0 0 11 16,0 0 0-16,0 0 0 0,0 0 4 0,0 0-1 16,0 0-1-16,0 0 4 0,0 0-4 0,0 0 1 15,0 0-2-15,0 0-2 0,0 0 9 0,0 0-3 16,0 0 2-16,0 0-4 0,0 0 2 0,0 0 2 15,0 0 2-15,0 0 0 0,0 0 1 0,0 0 3 16,0 0 4-16,0 0-3 0,0 0 2 0,0 0 4 0,0 0 0 16,0 0-4-16,0 0 0 0,0 0 2 15,0 0 2-15,0 0-4 0,0 0 3 0,0 0-3 16,0 0-3-16,0 0 2 0,0 0-5 0,0 0 1 16,0 0-6-16,0 0 6 0,0 0 0 0,0 0-8 0,0 0 7 15,0 0 0-15,0 0 2 0,3-7-1 0,-3 7-1 16,0 0-3-16,0 0 6 0,0 0-4 15,0 0 1-15,0 0 1 0,0 0 2 0,0 0-3 16,0 0 0-16,0 0-1 0,0 0 0 0,0 0-4 16,0 0 4-16,0 0-3 0,0 0 4 0,0 0-2 15,0 0-1-15,1-7 2 0,-1 7-2 0,0 0 2 16,0 0-2-16,0 0 2 0,0 0 5 0,0 0-4 16,0 0 0-16,0 0 0 0,0 0 8 0,0 0-7 15,0 0-4-15,0 0 3 0,0 0-1 0,1-9 2 16,-1 9 0-16,0 0-1 0,0 0-1 0,0 0-2 15,0 0 1-15,0 0-7 0,0-8 7 0,0 8-3 16,0 0-1-16,0 0-4 0,0 0 3 0,0-11-3 16,0 11 2-16,0 0-3 0,0 0 3 0,0 0-4 15,0 0 4-15,0 0-6 0,0 0-2 0,0 0 0 16,0 0 0-16,0 0-2 0,0 0 1 0,0 0-3 16,0 0 3-16,-7 22 1 0,5-12-3 0,1 7 1 15,-4 0 1-15,-1 0 2 0,3 1-2 0,-1-1-1 16,2 0 5-16,-1 0-4 0,2-3 1 0,0 2-1 15,1-2 2-15,1-1 0 0,0-3-1 0,3 3 0 16,0-4 0-16,0 2 1 0,2-2 3 0,0 0 0 16,2-2 9-16,-1 2-7 0,3-4-2 0,-3 0 1 15,0-1 5-15,1-3 0 0,2 3 1 0,-4-3 0 16,4-1 1-16,1-1-5 0,-1-1 4 0,-1-3-2 16,0 1 0-16,2-1-5 0,-3-2 2 0,0 0 4 15,-1 0-3-15,1-3-1 0,-2 2 0 0,-1-3 0 16,1 0 1-16,-1-3-2 0,-2 1 0 0,0 2 0 15,1 1-1-15,-3 1-1 0,0 0-2 0,2 3-1 16,-3 6-2-16,1-10-2 0,-1 10-1 0,3-7 5 16,-3 7-10-16,0 0-1 0,0 0 2 0,0 0 1 15,0 0-2-15,0 0 6 0,6 23-2 0,-4-14 2 16,0 1-1-16,1 1 2 0,0-2-1 0,1 1 2 16,-1-2 1-16,2-1-1 0,0 1 0 0,2-1 1 15,-1 0 4-15,0-2-3 0,-1 0-1 0,4-2-1 16,-2 0-11-16,0-1-6 0,-7-2-10 0,12 0-8 15,-12 0-11-15,10-5-8 0,-4 2-1 0,-2-3-3 16,0-2 3-16,0 0-9 0,-2-4-7 0,0 2 8 16,-2-4-5-16,1-3 11 0,-2 0 4 0,-1 1 4 15,0-2 7-15,-1 1 5 0,2 0 6 0,0 6 5 16,-1-2 10-16,1 1 3 0,0 4 5 0,1 1 9 16,0 7-5-16,4-11 2 0,-4 11 0 0,4-7-3 15,2 4 2-15,-6 3 7 0,13-3-2 0,-2 0-2 16,2-1 1-16,4 2 4 0,1-1-2 0,2-1 4 15,2 2-3-15,5-5 6 0,-7 3-2 0,1-2-1 16,-4 1-1-16,0-1 3 0,-4 1 0 0,0 1 6 16,-3-2 1-16,0-1 1 0,-4 0 1 0,2-2 2 15,-1 0-4-15,-2-1 6 0,-2 1-3 0,-1-2 2 16,0 1 2-16,1-1 3 0,-2 0-4 0,-1 11-1 16,4-14-1-16,-4 14-5 0,0-11 0 0,0 11-2 15,0 0-6-15,1-10-4 0,-1 10-1 0,0 0 2 16,0 0-2-16,0 0 5 0,0 41-4 0,-4-15 2 15,0 0 2-15,2 1 0 0,-4 3-1 0,1-1 1 16,1 1 3-16,-4-3-6 0,3 0 3 0,2-9-5 16,-1 1 2-16,1-1 2 0,1-3 0 0,1-1-1 15,1-4 2-15,-1 0 1 0,0-3-1 0,1-7-3 16,-2 12-3-16,2-12 5 0,-1 10-3 0,1-10-6 16,0 0 0-16,0 0 0 0,0 0-2 0,-1 15-7 15,1-15 1-15,0 0-2 0,0 0-1 0,9 4 5 16,-9-4-1-16,0 0 0 0,8 3 5 0,-8-3 0 15,0 0 0-15,16 2 0 0,-16-2-2 0,18 2-2 16,-8-1 8-16,3-1 3 0,-3 2-2 0,3-2-3 16,1-3 1-16,-1 3-1 0,2 0 3 0,2-3 1 15,-1-2 3-15,1 2-4 0,-3-2 1 0,-1 2 0 16,-1-4-2-16,0 0 2 0,1-3 4 0,-2 2-3 16,-1 0 5-16,-2-2-8 0,1-1 4 0,-3 0 1 15,1-3 7-15,-3 4 7 0,0-2 1 0,-3 2 3 16,0-1-3-16,-1 1 3 0,0 0 4 0,0 10-3 15,-1-9-1-15,1 9-5 0,-4-7-2 0,4 7-3 16,0 0 1-16,0 0-1 0,-22 19-2 16,11-7-2-16,2 2 0 0,-3-1-15 0,7-2-19 15,-1 4-18-15,1-4-25 0,1 2-6 0,2-2-29 0,1 2-19 16,1-13-24-16,4 20-6 0,0-10-14 0,0-1-113 16,0 0-306-16,1-2 135 0</inkml:trace>
  <inkml:trace contextRef="#ctx0" brushRef="#br0" timeOffset="16388.53">23230 4273 52 0,'5'-8'194'16,"3"-2"-12"-16,-1-1-12 0,-1-3-7 0,8-1-15 0,-5 0-5 15,-1 0-9-15,-2 4-6 0,6-1-6 0,-6 3-9 16,2 1-6-16,-2 0-8 0,1 4-7 0,-4 0-17 16,4 2 4-16,-7 2-18 0,10 0-3 0,-10 0-6 15,14 7-7-15,-7 0-7 0,0 2 0 16,2 5-4-16,0-1-13 0,-1 2-18 0,-3-4-44 15,-1 3-34-15,0 3-30 0,1-5-61 0,0-2-162 0,-4 0-354 16,3 1 156-16</inkml:trace>
  <inkml:trace contextRef="#ctx0" brushRef="#br0" timeOffset="16642.34">23868 3941 162 0,'3'-11'246'0,"-2"4"-9"16,-1 7-27-16,3-14-26 0,-3 10-20 0,0 4-18 15,0 0-17-15,0 0 8 0,0 0-1 0,3 32-1 16,-3-6-7-16,0 3-10 0,0 4-12 0,-2 1-5 16,1 0-13-16,2 1-8 0,-2-1-6 0,0-3-8 15,1 1-5-15,0-4-3 0,5 1-13 0,-4-2-17 16,3-9-29-16,-4-3-22 0,1 3-30 0,0-7-35 15,-1-11-48-15,2 21-32 0,-2-15-29 0,0-6-166 16,0 0-392-16,0 0 174 0</inkml:trace>
  <inkml:trace contextRef="#ctx0" brushRef="#br0" timeOffset="17073.55">23840 4159 13 0,'6'-11'192'0,"1"1"-24"16,5-1-16-16,-1-2-6 0,4 3-13 0,0-2 0 15,0 3-4-15,-2 0 0 0,2-1-10 0,-3 3-3 16,0-3-5-16,2 0 4 0,0 1-5 0,-3 2-3 16,-2 0-4-16,-4-1-6 0,2 0-6 0,1 1-10 15,-2-1-3-15,0 4-10 0,-1-2-4 0,-1 2-8 16,-4 4-6-16,7-6-7 0,-7 6-9 0,5-4-11 16,-5 4-6-16,0 0-1 0,0 0-2 0,7 26 1 15,-6-9-1-15,0 11 0 0,-3 2-3 0,-1 2-2 16,4-4 0-16,-1 2 1 0,3-2-2 0,-2-1 0 15,0-4-2-15,2-4 2 0,2-1 1 0,0-3-3 16,2 0 0-16,-5-4-1 0,3-2-2 0,2 0 4 16,2-1-3-16,1-3 4 0,-1-1-1 0,2-2 1 15,1-2-3-15,0 0 5 0,0-1 3 0,5-2-9 16,-2-4-2-16,0-1 3 0,1 1 0 16,-1-3 1-16,-5 0 0 0,3-4-3 0,-1 2 1 0,0-3 0 15,-4 1-4-15,2-3 3 0,-6 1 0 0,6 2 0 16,-7 3 5-16,1 4-6 0,-3-4-4 0,2 2 8 15,-1 5-1-15,-2 4 0 0,0 0 2 0,0 0-5 16,-10-7-4-16,10 7 3 0,-21 14-3 0,9-3 3 16,-5 1-1-16,3 1 0 0,-1 1-1 0,3 0-11 15,2-1-26-15,2 1-28 0,4-4-31 16,2 2-41-16,2-2-44 0,0-10-30 0,9 18-162 0,-2-12-406 16,5 1 180-16</inkml:trace>
  <inkml:trace contextRef="#ctx0" brushRef="#br0" timeOffset="17412.05">24958 4107 143 0,'4'-3'242'0,"-1"-3"-20"0,-3 6-22 0,0 0-21 0,5-5-16 16,-5 5-9-16,0 0-7 0,0 0-3 0,-8 21-1 15,2-11-8-15,1 2-11 0,1 5-10 0,-1 0-8 16,2-2-10-16,3-2-1 0,3 3-16 15,2-2-8-15,2 1-8 0,-1-5 0 0,4 0-7 0,3 0-2 16,-3-3-6-16,5-2-3 0,5 1 0 0,-4-2-7 16,2-3-3-16,-1-1-1 0,-5-1 2 0,1-3-2 15,0-2-2-15,-1-1-3 0,-3 0-2 0,-2-3 5 16,0-2 3-16,-2-3 2 0,0-2 2 0,0 0-11 16,-7-4-3-16,0 2-5 0,-2-7 4 15,-1 6-3-15,-4-3-1 0,-1 0-7 0,2 6-4 0,-1 3 3 16,-1 0-2-16,2 5-6 0,1 1-7 0,-3 3-12 15,-2 1-18-15,-1 0-12 0,-3 7-30 0,-2 0-30 16,-3 3-35-16,3 3-36 0,3 1-39 0,0 1-40 16,3 4-156-16,7-5-444 0,1 0 196 0</inkml:trace>
  <inkml:trace contextRef="#ctx0" brushRef="#br0" timeOffset="17647.32">25295 4047 2156 0,'12'-17'120'0,"-3"4"-88"15,-1-3-3-15,-3 0-13 0,4 1 1 16,-5 5 14-16,1-6 16 0,-1 6-4 0,0 3 13 16,-1-1 15-16,-3 8 14 0,5-11-8 0,-5 11-1 15,3-7-15-15,-3 7-8 0,0 0-11 0,0 0 4 16,0 0 6-16,8 32 10 0,-8-4 1 0,0 3-2 0,0 16-1 16,-4-3-6-16,1-8-2 0,-4 11-2 0,2-11-3 15,1-2-9-15,0 1 0 0,2-4-2 16,-5 2-10-16,3-2-6 0,2-2-21 0,-1-3-33 15,3 0-39-15,-1-7-48 0,1-1-59 0,1-7-61 16,-1-11-50-16,-3 23-172 0,3-23-501 0,-2 14 221 16</inkml:trace>
  <inkml:trace contextRef="#ctx0" brushRef="#br0" timeOffset="17876.84">25668 4157 162 0,'7'-7'253'0,"-3"2"-19"0,-1 0-30 0,-3 5-25 16,6-4-15-16,-6 4 2 0,0 0 11 0,7 19-9 16,-10-1 4-16,1 7-7 0,-2 2-7 0,0 1-12 15,-3 2-14-15,0 1-14 0,0-4-9 0,0 3-9 16,1 0-7-16,-1 0-10 0,2-2-6 0,1-2-14 16,-1-1-5-16,2-7-19 0,2 0-28 0,-1-1-29 15,2-6-26-15,-2 0-27 0,2 2-34 0,0-13-33 16,-2 17-26-16,2-17-27 0,0 0-19 0,-3 12-172 15,3-12-413-15,0 0 182 0</inkml:trace>
  <inkml:trace contextRef="#ctx0" brushRef="#br0" timeOffset="18089.87">25720 4125 49 0,'18'-8'175'0,"-3"0"-11"16,2 4 0-16,-5 1-10 0,3 5-10 0,-5 0-7 15,3 6-3-15,-1-3-8 0,-3 4-4 0,-3 3-8 16,4 1-7-16,-3 3-8 0,-1-2-7 0,-4 1-7 16,1 0-5-16,-3 0-2 0,-5 3-4 0,1-7-2 15,-4 0-4-15,-2 3-5 0,-4-3-10 0,-1 1 0 16,-1-1-3-16,-2-2-30 0,0 0-41 0,-2-4-64 16,2-1-55-16,0 0-75 0,-1-1-121 0,2-2-364 15,3-2 161-15</inkml:trace>
  <inkml:trace contextRef="#ctx0" brushRef="#br0" timeOffset="18587.82">26214 4359 76 0,'16'-8'276'0,"-1"0"-19"15,-1 4-11-15,1-4-5 0,0-2-3 0,-5 4-10 16,-1-3-18-16,5-1-6 0,-1-3-42 0,-4 2-12 15,3-2-12-15,-1 0-15 0,-1-1-8 0,0-1-8 16,-1 1-13-16,2 0-12 0,-1-2-6 0,-2 0-4 16,-1 2-8-16,-1 4-8 0,0-2-2 0,0 3 5 15,-4 3-11-15,2 0-5 0,-1 1-2 0,-3 5 4 16,4-7-17-16,-4 7-2 0,0 0-11 0,4-3 0 16,-4 3-5-16,0 0 5 0,0 0-4 0,-4 29-1 15,2-12-1-15,0-1 4 0,-3 2-6 0,5-1 6 16,0-1 7-16,-4 0-10 0,4 0-4 0,2-4-1 15,0-1 4-15,0-1 0 0,1-1-3 0,3 1 2 16,2-4 3-16,0 1 1 0,1-3-2 0,3-1-1 16,1-1-2-16,0-4-3 0,1 2 2 0,-1-4 0 15,3-1 2-15,-3 0-5 0,1-1-1 0,-1-3 6 16,2-1-3-16,-7 0-5 0,3-2 5 0,-4 2-1 16,2-4 0-16,0-2-4 0,0 0 3 0,-3 3-3 15,2 3 2-15,-6-2 1 0,4 3-2 0,-3 2-6 16,-1 2 12-16,-2 5-19 0,4-8 2 0,-4 8-4 15,0 0 5-15,0 0 0 0,0 0 4 0,0 0 6 16,-6 38-1-16,1-23 5 0,-1 3-2 0,-4 0-2 16,3 2 0-16,1-3 3 0,-1 2 3 0,-2-2-3 15,4 1 1-15,-1-2-1 0,-1 0-19 0,1-2-28 16,2 0-32-16,-2-4-41 0,4 1-44 0,0-4-44 16,-3-1-57-16,3 0-234 0,2-6-535 0,-10 5 236 15</inkml:trace>
  <inkml:trace contextRef="#ctx0" brushRef="#br0" timeOffset="18751.36">26389 3977 2308 0,'-2'-11'37'0,"0"1"-11"16,0 5-14-16,2 5-12 0,-2-10-2 0,2 10-17 15,-4-8-10-15,4 8 1 0,0 0-5 0,0 0-14 16,0 0-31-16,0 0-39 0,0 0-52 0,0 0-142 15,0 0-336-15,6 26 149 0</inkml:trace>
  <inkml:trace contextRef="#ctx0" brushRef="#br0" timeOffset="19364.08">27335 4070 169 0,'0'0'246'0,"4"-4"-15"0,-4 4-23 0,0 0-21 16,0 0-22-16,0 0-11 0,0 0-13 0,0 0 5 15,0 22-21-15,-1-6-12 0,0 1-2 0,-1 3-12 16,-1 5-10-16,1-2-7 0,9-3-9 0,-6-2-7 16,5 1-6-16,3-2-5 0,-1-2-5 0,4-4-2 0,1 2-4 15,5-2-2-15,-4-3-4 0,6-1 0 16,-1-3-6-16,-2-2-3 0,3-3-4 0,-2 0 0 16,0-3-2-16,-7-1-1 0,6-3-5 0,-4-2-3 15,-2 2 3-15,-2-6-5 0,0 0-1 0,-1-2 8 16,-2 0-10-16,-4-1-2 0,2-2-3 0,-2 0-1 0,-1 0 3 15,-1 2-1-15,-1 2 9 0,2 3 6 16,-1 2-2-16,1 1 3 0,-1 9-1 0,-1-12-4 16,1 12-5-16,0-9-6 0,0 9-2 0,0 0 3 15,0 0 1-15,0 0 3 0,-5 38 0 0,1-21 1 16,3 9-1-16,-4-2 0 0,1-5-3 0,4 1 3 16,-2 4-1-16,4-5-14 0,2 0-19 0,1-2-35 15,-4-1-36-15,3 1-38 0,2-5-50 0,1 2-40 0,-2-4-203 16,-1 0-462-16,3-6 204 0</inkml:trace>
  <inkml:trace contextRef="#ctx0" brushRef="#br0" timeOffset="19710.66">27822 4210 130 0,'0'0'199'0,"5"-3"-21"0,-5 3-6 15,0 0-13-15,0 0-2 0,4 20-4 16,-3-10-6-16,-3 0-3 0,2 4-9 0,-1 2-4 15,-1 0-1-15,2-4-9 0,-5 0-11 0,3-2-10 16,2 0-8-16,-1-5-2 0,1-5-8 0,-2 14-3 16,2-14-3-16,0 0 8 0,-2 10 3 0,2-10 8 15,0 0 2-15,0 0-12 0,0 0-7 0,0 0-6 16,0 0-12-16,0 0-2 0,19-26 1 0,-11 16-18 16,3-4 1-16,-1-1-4 0,3-3-8 0,3-2-1 15,-1 0-5-15,-3 4-1 0,3-1-2 0,-3 5-4 16,5-1-3-16,-3 3-5 0,-1 5-2 0,-3 0-6 15,3 0 3-15,-3 4-4 0,-2 2 1 0,3 3-4 16,-2 1 1-16,0 3 4 0,0 2-1 0,2 1 0 16,-2 2 6-16,-2 3-6 0,-1-2 2 0,2 2-1 15,-4-5 1-15,1 4-11 0,-1-2-27 0,0 0-37 16,-2 1-40-16,1 2-54 0,2-6-55 0,0-2-62 16,-5-8-181-16,2 12-502 0,-2-12 223 15</inkml:trace>
  <inkml:trace contextRef="#ctx0" brushRef="#br0" timeOffset="19950.93">28391 3920 209 0,'0'-9'235'0,"2"4"-27"0,-2 5-23 15,0 0-16-15,0 0-1 0,0 0 0 0,0 0 9 16,4 36 0-16,-2-12 0 0,-2 7-4 0,0 2-5 15,1-1-7-15,-1-1-16 0,0 3-12 0,0-5-12 16,1 3-13-16,2-3-9 0,-2-3-9 0,2 2-5 16,-3-4-9-16,5-5-24 0,-3-1-34 15,1-3-33-15,-1 1-40 0,0-1-33 0,0-4-47 0,1-2-36 16,1 0-32-16,-2-2-35 0,-2-7-162 0,4 10-433 16,-4-10 192-16</inkml:trace>
  <inkml:trace contextRef="#ctx0" brushRef="#br0" timeOffset="20201.78">28592 4271 152 0,'2'-5'217'16,"-2"5"-22"-16,5-5-27 0,-5 5-14 0,0 0-7 0,9 0-6 15,-9 0-11-15,0 0 12 0,12 8 0 0,-7-4-4 16,3 0-9-16,1 1-3 0,-2-2-3 16,2 1-9-16,0 0-3 0,4 0-1 0,-1-2-2 0,0 1 5 15,1-4-14-15,1 1-5 0,-2-3-5 0,-1 1 0 16,-11 2 6-16,12-5 5 0,-12 5 0 15,10-9-17-15,-2 1-7 0,-5 2-3 0,1-5-13 0,-1 1-4 16,-3 10-8-16,2-19-5 0,-2 19-11 0,-4-18-14 16,0 8-10-16,-1 1-23 0,-1 2-23 0,-3 1-27 15,0 1-31-15,0 2-30 0,-4 2-41 0,-1-1-45 16,14 2-22-16,-21 4-37 0,9-1-163 16,2 0-469-16,10-3 208 0</inkml:trace>
  <inkml:trace contextRef="#ctx0" brushRef="#br0" timeOffset="20566.27">28997 4131 109 0,'2'-3'223'0,"2"-4"-10"0,-4 7-4 16,3-10-12-16,-3 10-12 0,0 0-21 0,0 0-17 16,0 0-15-16,0 0-16 0,-19 3-4 0,11 6-5 15,-5 4-8-15,-1 1-6 0,-3 6-6 0,3-3-8 16,4-3-8-16,-1 0-6 0,2-1-8 0,2 0-5 15,2-3-2-15,3 0-4 0,2 0-3 0,0-10-6 16,3 16-2-16,3-8-3 0,1-2-2 0,2-3-9 16,0-1-6-16,1-3-8 0,2 1 1 0,-1-3 0 15,1 0 0-15,-2-1-5 0,4-2 6 0,-5 0-6 16,3 0 2-16,-5-3-3 0,2 2 5 0,-2-3-4 16,0 1 4-16,1-1 0 0,-4-1 7 0,0 1-9 15,0 2 8-15,-2 0 10 0,3 2 6 0,-5 6-2 16,5-6 3-16,-5 6-7 0,3-8-10 0,-3 8 1 15,0 0 0-15,0 0 6 0,0 0-6 0,0 0-2 16,3 17 0-16,-1-6-3 0,-1-1 4 0,-1 1 1 0,0 1-5 16,3-2 1-16,-3 3-13 0,0-3-24 15,2 3-45-15,1-6-54 0,-2 3-52 0,2-2-55 16,-3-8-198-16,9 13-466 0,-4-10 206 0</inkml:trace>
  <inkml:trace contextRef="#ctx0" brushRef="#br0" timeOffset="21175.08">29468 4162 9 0,'0'0'221'0,"-4"-10"-12"0,4 10-9 0,-10-4-6 16,10 4-8-16,-19 5-6 0,1 2 1 0,0 0-2 16,-6 8-10-16,-1 1-8 0,2-4-15 0,1 5-9 15,5-3-12-15,3-2-12 0,3 1-12 0,0 1-8 16,5-3-8-16,1 0-16 0,1-2 1 0,4 1-6 15,1 0-6-15,2-3-7 0,2-2-4 0,3 2-2 16,2-2 5-16,4-1-13 0,3-3-15 0,4 0-7 16,-2-2-6-16,1-2-5 0,0-1-1 0,-1-2-1 15,-2-1-2-15,1-1 5 0,-3-3 5 0,-5 0-14 16,4-6 4-16,-5-1-5 0,7-6 7 0,-6 0-6 16,-1-3 0-16,-4-1 2 0,1-1-7 0,-1 0 4 15,-1 0 5-15,-1 1-1 0,-1-1-4 0,1-2 0 16,-2 6 9-16,1 6 10 0,-4 8 11 0,2-1 4 15,0 2-1-15,0 1 4 0,0 9-7 0,0-11-7 16,0 11-3-16,0 0-6 0,0 0 6 0,0 0 2 16,-14 32 5-16,8-7-3 0,-4 3-3 0,2 2-1 15,3 0 3-15,-2 3-2 0,1-4 0 0,2-2 1 16,3 2 0-16,2-1 3 0,1-8-4 0,1 6 2 16,2-8-1-16,3 1 8 0,1-4-1 15,0 2 0-15,4-3-2 0,-2-3 6 0,1-3-2 0,-1-1-5 16,3 2 6-16,0-5-7 0,3 0-1 0,2-3 1 15,-1-1 8-15,-1-1-11 0,2-2-2 0,-2-1-6 16,0-3 3-16,-1-2 8 0,-1 0-20 0,-1-4-1 16,-1-1-3-16,1-1 1 0,-1-1 0 0,-2 0 0 15,0-7-8-15,-3 6 1 0,-3 1 0 0,3-1 2 16,-5 2 2-16,-1 3 0 0,1 5-4 0,-3-2 1 16,0 2 1-16,0 7-2 0,-3-10-3 0,3 10-5 15,-7-3 12-15,7 3-8 0,-21 10 6 0,7 0-3 16,-2 2-1-16,0-1 8 0,0 0 6 0,1 3-13 15,5-5 3-15,1 4 3 0,0 1 2 0,5-2-4 16,-2-3-23-16,6 2-23 0,0-11-28 16,6 21-32-16,0-14-40 0,1 3-46 0,12-3-42 15,-1 0-44-15,2-2-157 0,8-2-478 0,1 0 212 0</inkml:trace>
  <inkml:trace contextRef="#ctx0" brushRef="#br0" timeOffset="21564.06">30152 4223 11 0,'0'-10'236'0,"-1"0"-13"0,1 10 7 16,-4-14-11-16,0 9-6 0,0 0-14 0,-3 0-11 16,7 5-21-16,-16-3-8 0,5 4-6 0,-3 2-15 0,-2 4-6 15,2 0-6-15,-1 2-4 0,1 0-19 0,0 3-8 16,1-1-5-16,3 2-12 0,3-3-4 0,2 0-8 16,0 1-8-16,3-2 0 0,2 3-7 0,0-5-7 15,4 2 0-15,2 0-5 0,-1-4-2 0,4 1-7 16,0-2-4-16,5 0-7 0,-2-2-9 15,2-2-2-15,0-1-3 0,-2-2 0 0,1-1-3 0,-1-1 1 16,-1 0-2-16,-1-3-3 0,-2-2 5 0,1 0-2 16,-1-5-2-16,-1 0 3 0,-1-4-2 15,-3-4 1-15,0 3 1 0,3-6-3 0,-3 1 0 0,1-2-2 16,-3 2 4-16,2 1-5 0,-2-1 4 16,0 1 2-16,2 6 1 0,-2 1 6 0,0 5 13 0,1 1 11 15,-1 5 2-15,0-2-4 0,-1 8-10 16,1-9-3-16,-1 9-3 0,0 0 2 0,0 0 4 0,-7 26 0 15,3-10 1-15,-3 9 0 0,2 4-1 0,-4-1-5 16,3 0 4-16,0 1 2 0,0-3-6 16,3 0 5-16,-1 3-3 0,0-3-7 0,4-3-33 0,0-5-40 15,4 2-52-15,-2-4-63 0,2 0-76 0,-1-4-293 16,-1-2-590-16,1 0 262 0</inkml:trace>
  <inkml:trace contextRef="#ctx0" brushRef="#br0" timeOffset="21711.72">30336 4338 177 0,'8'-4'291'0,"-8"4"-21"0,0 0-12 0,9-2-2 0,-9 2-36 15,0 0-25-15,5-5-14 0,-5 5-23 16,0 0-36-16,0 0-40 0,0 0-53 0,0 0-71 16,0 0-89-16,4-6-214 0,-4 6-373 0,0 0 165 15</inkml:trace>
  <inkml:trace contextRef="#ctx0" brushRef="#br0" timeOffset="27334.74">6419 5509 135 0,'-1'-10'172'0,"1"-3"-8"16,-2 2-3-16,1 4-11 0,1 7-1 0,-1-13-10 15,1 13-10-15,0-11-11 0,0 11-14 0,0-7-16 16,0 7-6-16,0 0-11 0,0 0-3 0,0 0-1 15,6 29 9-15,-3-13-10 0,-2 12 0 0,1 0-3 16,0 2-3-16,2 0-6 0,0-3-7 16,-1 1-2-16,1 1-6 0,4-3-1 0,-1 0-7 0,0-9-3 15,-1 0 0-15,5-2-3 0,-3 1-1 0,0-7-4 16,1-1 2-16,0 0-1 0,3-1-3 0,-3-3-2 16,2-1 2-16,-3-3 0 0,5 0 0 0,-2-3-1 15,-1 0-1-15,0-4-1 0,-1 0-2 0,0-1-1 16,-1 0 2-16,0-3-3 0,-2-1 1 0,-1 1-4 15,-1-6 6-15,-4 3-4 0,3-3-4 0,-1 0-4 16,-2 2 2-16,0 3-1 0,-1 1 1 0,2 2 2 16,-1 9-1-16,-1-13 1 0,1 13-4 0,1-9-6 15,-1 9 2-15,0 0-3 0,0 0 0 0,0 0 3 16,0 0 0-16,0 0 0 0,0 0-1 0,7 33-1 16,-5-18 2-16,4 1 0 0,1-1 0 15,0 0 1-15,2 0 0 0,0-1-1 0,3-1 4 0,-6-4 0 16,7-1 0-16,-3 0 2 0,1-2-2 0,1-1 1 15,1-2 1-15,-3-1-1 0,3-2-2 0,-1-1 2 16,0-3-3-16,0 0 0 0,-2-1-1 0,1-3-1 16,-2 1 0-16,-1-3-2 0,-3 1-3 0,2-3 2 15,-5 0-2-15,-1 0 0 0,-2-4 1 0,-1 1 0 16,-3 0 0-16,-2-2-2 0,1 1 2 0,-2-1 2 16,0 1 1-16,1 3-3 0,2 3 3 0,0 0-1 15,-1 2 3-15,3 2-4 0,0-1-1 0,3 7 0 16,-5-9-2-16,5 9-2 0,-4-9-8 0,4 9-5 15,0 0 12-15,0 0-7 0,10-10-1 0,-3 8 4 16,2-2-1-16,1-2 2 0,4 3 1 0,3-6 2 16,2 2 1-16,-1 0-1 0,-3-2 2 0,3 2 1 15,-7 2 2-15,0-1 3 0,-1 1 3 0,-4-1-3 16,2 0 8-16,-3-1-4 0,0 1 2 0,-1 2 4 16,-2-3 2-16,-2 7 0 0,2-10 0 0,-2 10 0 15,0-11 1-15,0 11-1 0,0-11-1 0,0 11 0 16,0 0-7-16,0-9 1 0,0 9-4 0,0 0-1 15,0 0 5-15,0 0-4 0,0 0-2 0,5 32 2 16,-4-7 2-16,0 2 0 0,2 5 0 0,-2 1-1 16,1 1 1-16,-1-1 1 0,-1-1 2 0,1-1-2 15,2-4 1-15,-3 1 0 0,2-9-1 0,2-1 1 16,-2 0-1-16,2-4 1 0,-1-2-2 0,0-2 2 16,-2-3 2-16,1-1-1 0,0 2-1 0,-2-8-4 0,2 8-6 15,-2-8 1-15,3 6 2 0,-3-6-4 16,0 0-2-16,0 0-2 0,0 0-1 0,0 0-1 15,18-9-2-15,-11 1-2 0,4 0 1 0,-1 0 3 16,4-1 2-16,-1 2-1 0,-2 1 0 0,1 0 3 16,0 3-3-16,0 0 6 0,-1 1-1 0,1 0 0 0,-1 2 1 15,2 0 8-15,0 0 1 0,1 2 2 0,-1-2 1 16,0-2-4-16,1 2 3 0,-3 0 0 16,2-1 2-16,0-1-1 0,-3 0 1 0,1-1 19 15,-4-1-7-15,-1 2 2 0,4-3 0 0,-5 0-1 16,-1-1 1-16,0 0 1 0,-1-2-2 0,-1 1 5 15,0-2 6-15,-2 9-6 0,-2-17-1 0,1 8 1 16,-2 1-2-16,1 1-1 0,2 7 1 0,-4-10-2 16,4 10-3-16,-5-7-6 0,5 7-1 0,0 0-2 15,0 0-1-15,-15 13-1 0,8-2 1 0,-1 4-14 16,-2 9-30-16,4-6-42 0,0 7-50 0,0-1-44 16,4-3-52-16,-1-4-127 0,2 1-380 0,4-2 169 15</inkml:trace>
  <inkml:trace contextRef="#ctx0" brushRef="#br0" timeOffset="27537">7570 5772 180 0,'6'-15'193'0,"-1"-1"-7"0,2-1-17 0,2 1-3 0,-2 6 2 16,0 0-8-16,0 1-12 0,2 2-12 15,-4 2-9-15,1 3-14 0,2 1-4 0,3 2-6 0,1 3-6 16,-1 1-10-16,3 5-6 0,-2 2-7 0,2 1-7 15,-4 2-7-15,-1 0-12 0,1 2-23 16,-3 1-16-16,-2 0-40 0,0 0-57 0,-1-1-48 16,-2-2-80-16,-2-1-124 0,3-2-367 0,-3-2 163 15</inkml:trace>
  <inkml:trace contextRef="#ctx0" brushRef="#br0" timeOffset="33466.91">8747 5533 5 0,'-5'-5'161'0,"5"5"-10"16,-7-7-15-16,7 7-1 0,-13-2-7 0,13 2-3 15,-21 9-9-15,6 1 6 0,0 3-5 0,-6 5-2 16,2 1-11-16,1 3-8 0,2 0-8 0,1 2-7 15,0 1-3-15,6-1-11 0,2 0-8 0,3-4-6 16,4 5-1-16,0-6-6 0,5-1-4 0,1 0-1 16,2-1-9-16,2-2-4 0,6 0-18 0,-2-4-19 15,5-2-17-15,6 1-18 0,-3-6-11 0,4 0-7 16,3-3 2-16,0-4-21 0,0 0 5 0,-1-4 0 16,0-2 8-16,-1-2 8 0,-8 2 6 0,3-5 6 15,-5 2-1-15,-2-1 12 0,-3-2 5 0,-2 1 4 16,-2-2 6-16,-3 1 18 0,-1-3-1 0,-2 1 15 15,0-1-1-15,-4 2 17 0,0 0 5 0,1 3 7 16,-2 2 20-16,1 2 12 0,0 3 0 0,2 6-6 16,-1-12-11-16,1 12-9 0,0 0 0 0,0 0 6 15,0 0 7-15,0 0-4 0,-9 32 4 0,7-16-4 16,-2 3-3-16,1 4-5 0,2-2-4 0,3 0-2 16,1-4-1-16,2 1-6 0,0 0 0 0,2-1-6 15,1-3-1-15,2 0-4 0,-4-4-3 0,2 0 1 0,0-3-5 16,-1 0-2-16,1 1 3 0,1-4 0 0,-2-1-4 15,0-1-1-15,-7-2-3 0,11 0-5 16,-11 0 3-16,14-5-5 0,-10 1-5 0,0-2-3 16,0-3 1-16,0 0-2 0,-3-2-3 0,-1-1 2 15,0-4 2-15,-1 1-3 0,1-2 2 0,-2 1 0 0,0-1 1 16,2-2 0-16,-3 2 2 0,4 2-1 16,-1 4 3-16,0 0-2 0,2 3-6 0,-2 8 3 15,4-10 0-15,1 8 0 0,6 2 3 0,1 3 4 16,0 3 2-16,1 3 5 0,4 3 1 0,2 5 5 0,-4-2 1 15,1 6-3-15,1-1 0 0,-6-6 3 16,-1 3-7-16,-1-2 3 0,0 0 0 0,-3 0 2 16,-1-5-1-16,2 0-4 0,-5-3 0 0,2 0 1 15,-1-3 0-15,-1 1 3 0,-2-5 4 0,3 7 4 16,-3-7-5-16,0 0-2 0,0 0 1 0,0 0-1 0,0 0 4 16,0 0-2-16,0-22-4 0,1 14-5 15,-1-3 1-15,4 1-1 0,1-6 1 0,1 0-1 16,1-1-3-16,0 0 2 0,3 1-2 0,1-1-3 15,-1 2 0-15,-1 1 1 0,1 6 1 0,1 1-1 16,-2 2-3-16,2 1 4 0,0 3 1 0,2 4 13 16,4 2-13-16,-7 2 0 0,4 3 3 0,-2 4-2 0,-1 1 6 15,1 2-5-15,-3-1-11 0,0 1-13 16,-1 2-14-16,-1-3-22 0,-3 4-22 0,0-4-28 16,-2 0-27-16,1 0-31 0,-2-1-21 0,-1-1-122 0,-1-7-334 15,2 1 147-15</inkml:trace>
  <inkml:trace contextRef="#ctx0" brushRef="#br0" timeOffset="33970.28">9613 5811 89 0,'4'-6'149'0,"-1"3"2"0,-3 3-20 0,10-3 2 16,-10 3 2-16,12 3 6 0,-5 3-8 0,1 1-10 15,0 2-5-15,-2 1-9 0,2 3-6 16,2 0-2-16,-5-2-6 0,-1 1-6 0,-1-2-10 15,-1-1-4-15,1-1-5 0,0 0-7 0,-1-3-5 0,-1 1 0 16,-1-6 5-16,3 8 7 0,-3-8-5 0,0 0-2 16,0 0-7-16,0 0-3 0,0 0-10 0,0 0-2 15,0 0-3-15,0 0-7 0,0 0-1 16,0 0-4-16,-3-26-4 0,3 26 0 0,4-16-1 16,-1 7-4-16,-1 0-5 0,2-1-2 0,1 0-6 0,-1 3-2 15,1 0-3-15,2 1-6 0,0 0 1 0,2 0-1 16,-4 4 0-16,4 0-1 0,-9 2 1 15,19 4 4-15,-8 0-2 0,0 2 2 0,1 1 2 16,3 3-1-16,-1-1 3 0,-4 0 0 0,0-1-1 16,2 1 1-16,-2-1-3 0,3-3 3 0,-3 1 1 0,8-2-1 15,-6-2 5-15,5-2-5 0,-4-1 2 0,3-1-1 16,0-5-4-16,1 0 3 0,-2-1-2 0,2-1 3 16,-4-1 0-16,1-1-2 0,-7 0-3 15,2-2 3-15,-4 1-1 0,5-1 0 0,-4 1 2 16,-2-1-2-16,-1 2 3 0,-1-1 7 0,-2 1 3 0,0 0 1 15,-3 1 4-15,3 10 7 0,-4-11 7 0,2 5-2 16,2 6-4-16,-7-4-4 0,7 4-4 0,0 0-3 16,-20 13-2-16,7 1 1 0,-1-1-1 0,-1 8-1 15,-2 0 0-15,7-2-9 0,0-4-26 0,3 2-20 16,3-1-23-16,1-1-31 0,1-3-28 0,5 0-32 16,1-5-27-16,1 2-24 0,4-2-161 15,1-1-399-15,3-2 177 0</inkml:trace>
  <inkml:trace contextRef="#ctx0" brushRef="#br0" timeOffset="34173.3">10321 5796 82 0,'0'-13'184'0,"0"0"-9"15,-3-2 6-15,1 5-1 0,-2-1-3 0,1 2-5 16,1 2-2-16,-1 0-7 0,-1 2-16 0,4 5-14 16,-6-6-14-16,6 6-10 0,0 0-15 0,0 0-2 15,-16 17-5-15,10-7-6 0,0 7-6 0,1 2-3 16,1-4-5-16,1 3-9 0,2 0-10 0,3-1 0 15,1-1-9-15,4 1-5 0,3-3-23 0,0 0-22 16,3-2-27-16,2-3-28 0,5-1-25 0,-2-2-35 16,10-2-29-16,-6-4-19 0,-1-2-29 0,0-3-120 15,0 0-349-15,-2-2 154 0</inkml:trace>
  <inkml:trace contextRef="#ctx0" brushRef="#br0" timeOffset="34394.25">10534 5470 67 0,'0'-7'220'0,"0"7"-22"16,1-8-22-16,-1 8-7 0,0 0 0 0,0 0 12 15,0 0-4-15,8 34-8 0,-5-14-6 0,3 8-8 16,-2 1-8-16,1 1-6 0,-3 3-11 0,2-1-10 16,-1 0-15-16,1 0-6 0,0-1-10 15,-1-1-10-15,2-1-6 0,-1-2-7 0,3-1-16 0,-3-7-25 16,-2-1-36-16,3 1-37 0,3-2-46 0,-3-3-50 15,-1-2-45-15,-2-2-43 0,0-4-143 16,-2-6-407-16,2 9 180 0</inkml:trace>
  <inkml:trace contextRef="#ctx0" brushRef="#br0" timeOffset="34541.41">10524 5705 106 0,'0'0'138'0,"17"2"-26"0,-5 1-42 0,0 0-43 0,6 2-33 16,-3-1-37-16,-1 2-25 0,-4 0-72 0,1 3 32 15</inkml:trace>
  <inkml:trace contextRef="#ctx0" brushRef="#br0" timeOffset="35180.11">10773 5883 180 0,'0'0'201'0,"13"-5"-11"0,-3 1-2 0,-1-2-4 0,1-1-12 16,8-1-13-16,-4 0-7 0,3-3-13 16,-2-2-15-16,2 3-8 0,-4-2-7 0,-1-1-7 15,0 0-10-15,0 0-6 0,-1-1-8 0,-2 2-3 0,0-2-7 16,-3 3-8-16,-1 0-5 0,-2-1-6 0,-2 0-2 16,-1 5 4-16,-1-3-3 0,1 10-4 15,-7-11-3-15,0 7-7 0,0 2-4 0,-4 2-4 0,-2 3-2 16,-2 4-3-16,-2 4-1 0,0 1-4 0,4 4-1 15,-4 3 0-15,4-2 0 0,4 0-6 0,4 0 0 16,1-1-6-16,3 1-12 0,2-5-17 0,3 0-23 16,5 3-20-16,6-5-14 0,1 0-22 0,4-4-19 15,8 0-9-15,1-2-20 0,1-4 4 0,-2 0 3 16,-1-1 11-16,1-2 19 0,-6-1 5 0,3-2 17 16,-3 0 7-16,-3-1 9 0,0-1 9 0,-3 0 18 15,0-1 19-15,-5 0 11 0,-1 2 18 16,-3-5 16-16,0 2 30 0,-3 0 8 0,-4-2 5 0,0 2 1 15,-3-1 16-15,2 1 9 0,-3 1 17 0,1 0-6 16,0 3 4-16,-4 1-3 0,2 1-8 16,5 4-9-16,-11-2-6 0,11 2-4 0,-14 6 8 0,5 1-5 15,-2 2-6-15,3 4-5 0,-4-1 1 0,2 2 1 16,2 0-5-16,-1 1-6 0,5-3-7 0,0 3 5 16,3-3-10-16,1-1 0 0,3-2-7 0,3 2-3 15,-2-3-1-15,2-2-4 0,-1 0-3 16,4-2-8-16,2-2-9 0,0-1-17 0,1-3-2 0,2-2-7 15,1-2-4-15,-2-1 5 0,-2 2-2 0,-2-5 6 16,-1 1-7-16,-1-3-1 0,0 1 4 0,-3-4 4 16,1-2-1-16,-4 0 3 0,2-1 2 0,-3-3 3 15,-3-3-2-15,2-2-1 0,-2 1 6 16,2-3 0-16,0 4 0 0,-1 4 2 0,2 1 10 0,-2 1 11 16,2 1 6-16,-3 9 10 0,1 0 3 0,2 8-4 15,0-12-7-15,0 12 1 0,0 0-2 0,0 0 6 16,0 0 12-16,0 0 0 0,-2 35 0 0,2-16 0 15,-2 8-7-15,0 1-2 0,2-1-4 0,0 3-1 16,0-1-4-16,0 0-4 0,0-4-24 0,2 0-22 16,0 0-35-16,1-6-51 0,1 1-50 0,4-2-29 15,-1-3-50-15,-2 0-167 0,2-5-443 0,-2 1 197 16</inkml:trace>
  <inkml:trace contextRef="#ctx0" brushRef="#br0" timeOffset="35472.85">12178 5556 2652 0,'8'-18'46'16,"-4"-1"26"-16,-2 2-10 0,0 1-20 0,-2 7 3 16,1-2 16-16,1 2 5 0,-2 9-10 0,0-10-5 15,0 10 1-15,2-5-3 0,-2 5-6 0,0 0-5 16,0 0-2-16,0 0 6 0,0 0 17 0,2 21 2 15,0-2-6-15,-4 5-3 0,0 3-12 0,4-1 6 16,0 3-5-16,-2 0-3 0,4-1 3 0,-1-3-7 16,2 4 8-16,-3-3-12 0,3 2-8 0,-1-3-5 15,0-1-24-15,0-5-14 0,-2-2-29 0,1 2-27 16,2-1-21-16,-2-4-24 0,-2-1-32 0,-1-2-25 16,0 0-22-16,-1-4-11 0,0 0-15 0,1-7-21 15,-10 9-152-15,7-6-432 0,3-3 191 0</inkml:trace>
  <inkml:trace contextRef="#ctx0" brushRef="#br0" timeOffset="35773.68">12192 5710 50 0,'6'-7'147'0,"-1"3"-5"16,4-3-6-16,-1 3-10 0,-2 2-7 0,4 2-3 16,2 2-1-16,-1 1 0 0,2 2 0 0,-1 2-3 15,2 3-12-15,-1 1-3 0,0 1-7 0,0-2 2 16,0 3-10-16,1-2-5 0,0-1-2 0,2 1 1 15,0-3-6-15,-1-1-3 0,2 2-5 0,3-3-7 16,-3-4-1-16,2 0-4 0,-2-2-2 0,3-2-2 16,1-3 0-16,-6 2-6 0,4-3 0 0,-2-2 0 15,-5 2 1-15,-1-3 3 0,-3 1-1 0,4-4 0 16,-5 1 8-16,-3-1-4 0,-3 0-5 0,0-5-6 16,-1 5 3-16,-2-4-9 0,-2 2-4 0,-3 2-5 15,-2 2-1-15,2 0-1 0,-3 1-2 0,-1 1-14 16,-1 3-8-16,1 1-15 0,-8 4-12 0,2 0-21 15,1 5-22-15,-2 3-33 0,-2 1-35 16,3 3-50-16,3 3-54 0,-1-2-128 0,9-1-406 0,0-2 181 16</inkml:trace>
  <inkml:trace contextRef="#ctx0" brushRef="#br0" timeOffset="36161.65">13178 5705 2101 0,'11'-10'91'0,"-4"1"-34"0,2 1-20 16,-2 0-3-16,-3-2 13 0,0 0-4 0,-3 1-1 16,1 2 14-16,-2 7 5 0,-3-13 17 0,1 6 5 15,2 7-3-15,-10-7-5 0,5 5-10 0,5 2-5 16,-16 4-7-16,3 1-2 0,-1 6-9 0,-1 2 1 16,-2 6 2-16,0 3-1 0,1 0-7 0,5-1-8 15,4-5 2-15,0 1-4 0,5-5-6 0,2 1 0 16,2-1 5-16,0-2-10 0,4 1 2 0,2-3 3 15,1 0-9-15,-1-2 1 0,6-3-6 0,-5 0-4 16,5-1-1-16,4-3-2 0,-7 0-2 0,2-2 1 16,-4-1-1-16,1-2 4 0,-1-1-5 0,-1-1 1 15,2-1 4-15,-4 0-3 0,1-1 0 0,0 0 4 16,-3-2-6-16,0 2 3 0,-1 0 1 0,0 1-5 16,-1 0 5-16,0 4 5 0,-2 5-4 0,2-9-1 15,-2 9-3-15,0 0 3 0,4-5-8 0,-4 5-2 16,0 0 5-16,0 0-1 0,5 26 2 0,-5-14-12 15,2 4-5-15,4-1-39 0,2 2-36 0,5-3-32 16,-2 1-47-16,5 1-54 0,5 0-16 0,5 0-11 16,5-3-133-16,8-2-420 0,14 1 186 0</inkml:trace>
  <inkml:trace contextRef="#ctx0" brushRef="#br0" timeOffset="36809.91">14013 6010 37 0,'0'0'301'0,"0"0"-29"0,12-27-25 15,2 16-16-15,-2-1-20 0,3-1-12 0,6-6-13 16,-2 0-15-16,5-3-13 0,0 1-12 0,-5-2-5 16,4 1-10-16,-1-2-9 0,0-3-5 0,1-1-8 15,-5 0 0-15,4-3-19 0,-4-1 0 0,-1 0-11 16,-3-1-8-16,5-11-10 0,-8 15-1 0,-2-2-9 0,1 0-5 15,-4-2-2-15,1 3-4 0,-5 1-3 16,-2-1-11-16,0 11 13 0,0 4-13 0,-2 2 3 16,2 4-3-16,-1 2-2 0,1 7-4 0,0-12-7 15,0 12-3-15,0 0-3 0,0 0-2 0,-18 27 2 16,9 6 3-16,-6 9 2 0,-3 5 0 0,0 1 0 16,0 0 3-16,2 0 7 0,5-2-3 0,4-12-7 15,1-1 4-15,2-1-2 0,3 0 0 0,1-5-2 16,1 1 4-16,3-8-4 0,0-1 2 0,1-4-6 15,3-1 6-15,-1-1-6 0,5 0 6 0,1-4 1 16,3-2-7-16,1-1-2 0,2-6-7 0,-2 0-7 16,4-2-5-16,-3-2-7 0,0-2 6 0,2 0-3 15,-3-2 6-15,-1-1-7 0,-4-1-2 0,1-2-7 16,-1-2 1-16,-1 0-2 0,-4 0 5 0,1-3 1 16,-4 1-1-16,3-1 3 0,-1 0 2 0,-2 2 0 0,-4 4 8 15,4 3-3-15,-2 2-1 0,0 0-5 0,-2 6 3 16,0 0 0-16,3-5-1 0,-3 5 6 15,0 0 5-15,0 0 2 0,-3 30-3 0,0-14 2 16,0-1 0-16,1-1 0 0,2 0 1 0,-2-1 3 16,2-2-2-16,2 0 2 0,-2 1 1 0,5-3 0 15,-2 1 2-15,2-3 1 0,2-1 4 0,0-1 0 0,2 0-3 16,1-4 3-16,4-1 2 0,-1-1-3 16,-2-2 3-16,2 0-4 0,-1-1 1 0,-2-1 2 15,-1-2 0-15,0 1-3 0,-3-3 3 0,-1 0-1 16,-1 0-4-16,-3-3 2 0,-1 2-5 0,-1-1 6 0,-3-1-1 15,-3-2-8-15,-2-3-2 0,1 7-12 0,-2-3-11 16,-3 0-13-16,1 3-19 0,-1 3-14 16,2 2-28-16,2 5-23 0,-2-2-24 0,0 4-28 15,4 1-18-15,0 0-25 0,4 2-23 0,-1 1-136 16,4-6-410-16,2 9 181 0</inkml:trace>
  <inkml:trace contextRef="#ctx0" brushRef="#br0" timeOffset="37559.85">14966 5669 114 0,'4'-5'229'0,"0"-2"-8"0,-4 7 6 16,3-7 0-16,-3 7-11 0,2-7-11 0,-2 7-14 0,0 0-15 15,0 0-22-15,0 0-11 0,0 0-15 16,0 0-2-16,-16 12-11 0,3 2-6 0,2 1 0 16,2-1-10-16,-2-1-16 0,2 3-7 0,0 0-8 15,2 0-4-15,5-5-13 0,-3 1-2 0,3 1 1 16,2-4-7-16,2-2-8 0,0 1-8 0,3 1-12 0,0-5-6 15,1-1-1-15,1-1-9 0,1-1-5 16,-8-1-3-16,17-3 0 0,-6-1-2 0,-2 0 1 16,-2-4-2-16,3 4 6 0,-5-3 1 0,2-2 0 15,0-1-4-15,-3 1 4 0,-2-1 0 0,1-1 2 0,-3-1 0 16,2 2 0-16,0-2 1 0,-2 6-1 0,0 6 3 16,2-11 0-16,-1 5-3 0,-1 6-2 15,0 0 0-15,0 0 1 0,0 0 1 0,0 0 1 16,0 0 2-16,0 0 2 0,2 29 1 0,-1-16 0 15,0 3 0-15,2-1-2 0,-1 1-16 0,3-2-17 0,1-1-25 16,0-3-29-16,4 3-17 0,1-4-14 0,4-2-6 16,3 0-4-16,1-2 7 0,1-3-3 0,2 0 3 15,6-1 8-15,-1-4 15 0,-8 2 3 0,11-3 14 16,-9-2 10-16,-2 0 8 0,1 1 5 16,-4-4 15-16,0 2 18 0,-5-1 24 0,-2 1 18 0,3-2 2 15,-5 1 10-15,-2-2 20 0,-2-1 6 0,1 1 6 16,-2-1 1-16,-2 1 5 0,-2-1 3 0,-2 1 0 15,1 3 4-15,-1 1-2 0,-3 0 1 0,2 2-6 16,5 4-5-16,-12-4-3 0,12 4-3 16,-18 4-3-16,9 0 6 0,0 4 4 0,-1 0-3 0,0 5-2 15,-3 0-1-15,2-1-7 0,0 2-5 0,2-2-3 16,3 1 0-16,1-4-5 0,1 1-2 0,2 2-1 16,-1-2-7-16,4 0 4 0,2-3-4 15,-1-1-4-15,1-1-5 0,5 0 0 0,-2-2-1 16,5 0-4-16,-1-2-8 0,2-1-3 0,0-2 2 0,-1-3 4 15,2 0-3-15,-3 0-1 0,-1-4 3 0,0 1-1 16,-3-3-2-16,0 0 1 0,-1-5-1 0,1 1 1 16,-3-4-4-16,-3-1 1 0,0-5-2 15,-3-1-5-15,2-1 4 0,-2 1 0 0,1 0 1 0,-1-3 2 16,1 4-7-16,3-2 4 0,-1 8 13 0,-1 2 6 16,1 6 14-16,-2-1 9 0,2 7 6 15,0 5-4-15,0-12-9 0,0 12-7 0,0 0 0 0,0 0-3 16,0 0 6-16,0 0 0 0,4 35 1 15,-2-15-3-15,-1 5 3 0,-1 1-9 0,2 2-1 16,2-1 1-16,-1-1-7 0,-1 0-7 0,1 0-23 0,4-1-28 16,-3-6-34-16,0-2-37 0,1 2-35 0,2-2-50 15,0-2-54-15,-3 2-63 0,1-5-165 0,-1-3-519 16,0 1 230-16</inkml:trace>
  <inkml:trace contextRef="#ctx0" brushRef="#br0" timeOffset="39963.41">16650 5621 53 0,'0'-9'219'0,"2"-1"-9"0,-1 0 6 0,0 0-8 16,0 1-8-16,1-1-13 0,-2 1-5 0,0 9-5 15,0-12-9-15,0 12-15 0,0-9-19 0,0 9-19 0,0 0-11 16,4-6-9-16,-4 6-10 0,0 0-5 15,1 26 0-15,3-8-2 0,-2 10-8 0,1 2-5 16,-3 4-1-16,2-1-5 0,0-1-6 0,-1 3-4 16,3-3-8-16,-2-2 1 0,1-2-8 0,-2 0-1 0,3-2-5 15,-3-6-7-15,-1-2-21 0,3-3-25 0,-2-3-42 16,2 0-33-16,-3 0-41 0,2-2-41 16,0-3-22-16,-1-2-24 0,-1-5-165 0,0 0-426 15,2 7 189-15</inkml:trace>
  <inkml:trace contextRef="#ctx0" brushRef="#br0" timeOffset="40504.56">16602 5780 88 0,'0'0'217'0,"1"-10"-28"0,0 3-15 0,3-3-20 0,5 1-14 16,-1-1-14-16,3 0-15 0,3-4-12 0,-1 3-8 15,0 1-5-15,4 0-9 0,-5 1-4 16,-2 0-5-16,1 1-2 0,-2 1 1 0,2-1-1 15,-3 1-1-15,-2-1 2 0,-2 2-2 0,2 0 0 0,1-1-5 16,-5 1 1-16,2 1 2 0,0 0-2 0,-4 5-3 16,4-7-2-16,-4 7-7 0,4-5-10 0,-4 5-6 15,0 0-2-15,0 0-5 0,9 17 0 16,-8 0-1-16,-1 1-1 0,0 7-4 0,1 5-2 16,-1 0-1-16,4-2-1 0,-4-3-4 0,1 0-1 0,1-5 3 15,-2 0-2-15,2-4-4 0,2 1 3 0,-1-3 0 16,-2-1-4-16,2-2-11 0,-3-1-4 0,0-3-3 15,1-1-4-15,-1-6-3 0,6 9 5 0,-6-9-1 16,0 8-4-16,0-8 4 0,4 4-4 0,-4-4-2 16,0 0 2-16,0 0 0 0,17-8 0 0,-7 4 3 15,-1-1 3-15,0-1-3 0,2 2 12 0,1 0-10 16,-1 0 1-16,2 2 4 0,0-1-1 16,-2-1 0-16,3 4 3 0,0-3-2 0,6 0 2 0,-3 2 3 15,-4-2-1-15,8 0 1 0,-1 2 2 0,-1-1 0 16,2-3 3-16,-5 0-1 0,3 0 0 15,-6 2-2-15,2-5 3 0,-3 2 9 0,-2-2 12 0,0 0-7 16,1 3-1-16,-3-5 5 0,-2 2-1 0,-1-1-2 16,0 0 3-16,-1-1-1 0,-2 1-4 0,-2-2 1 15,-2 1 4-15,2-1 0 0,-3 3-1 16,3 8 6-16,-5-10 1 0,5 10-3 0,-6-8-3 0,6 8-4 16,-10-1-7-16,10 1 2 0,-11 6-5 0,4 1-1 15,-2 3 0-15,1 1-13 0,0 4-24 0,1 0-37 16,2 1-33-16,1 0-32 0,5-4-28 0,3-1-48 15,2 2-169-15,1-5-410 0,2 2 181 0</inkml:trace>
  <inkml:trace contextRef="#ctx0" brushRef="#br0" timeOffset="40837.58">17744 5683 164 0,'0'0'210'0,"2"-7"-24"0,-2 7-17 16,0 0-13-16,0 0-8 0,0 0-8 0,0 0-7 16,-4 24-10-16,5-15-13 0,-1 2-8 0,5 3-2 15,0-3-20-15,3 4-4 0,-2-5-5 0,3-1-7 16,1-1-2-16,2 0-3 0,-2-2-2 0,3-2-2 16,0 1 0-16,1-2-1 0,2-3 1 0,0-2-6 15,-3-1-2-15,2-3-3 0,-1 1 3 0,-2-1-3 16,-1-2 1-16,-3 0 1 0,1 0 6 0,-3-2-3 15,0-1 4-15,-3 1-2 0,-2-5-2 0,0 3-5 16,-2-1-2-16,-3-2-2 0,-1 4-3 0,-1 0 4 16,-1 0-3-16,1 1-8 0,0 3 0 0,-4-3-9 15,0 4 3-15,1 2-9 0,-1 3-13 0,0 2-15 16,-3 2-27-16,-5 4-32 0,-1 3-33 0,3 1-47 16,-1 0-52-16,2 1-59 0,-3 1-157 0,6-2-455 15,3-1 201-15</inkml:trace>
  <inkml:trace contextRef="#ctx0" brushRef="#br0" timeOffset="41087.83">18152 5450 276 0,'0'-16'296'0,"0"3"-6"0,0 3-8 0,1 5-9 15,2-6-19-15,-3 11-28 0,0-11-23 0,0 11-25 16,1-6-20-16,-1 6-8 0,0 0-10 0,9 25 11 0,-3-7 2 15,-2 11-10-15,4 4-4 0,2 15-9 0,-3-12-13 16,-1 11 9-16,-1 0-25 0,-1-12-9 16,3 10-17-16,-4-11-1 0,1 1-10 0,0-2 0 15,0-2-16-15,0 0-28 0,-2-2-26 0,2 0-40 0,-2-3-41 16,-3 0-43-16,1 0-46 0,-4-11-52 0,4-1-44 16,0-2-50-16,-2-1-171 0,-1-2-534 15,1-2 237-15</inkml:trace>
  <inkml:trace contextRef="#ctx0" brushRef="#br0" timeOffset="41293.82">18377 5799 7 0,'4'-10'302'0,"0"-1"-24"0,-2 5-19 16,1 0-21-16,-1 1-27 0,-2 5-20 16,0 0-3-16,0 0-10 0,0 0-14 0,14 21-4 0,-11-4-11 15,-1 2-14-15,4 6-12 0,-4 2-10 0,-1-2-11 16,1 1-9-16,-4 1-11 0,2-1-2 0,2 0-13 15,-2-6-20-15,1-1-22 0,0 1-18 16,-1-4-25-16,2 1-29 0,-2-1-39 0,1-5-36 0,-2-1-38 16,3-1-38-16,-1-3-31 0,-1-6-162 0,0 0-421 15,0 0 187-15</inkml:trace>
  <inkml:trace contextRef="#ctx0" brushRef="#br0" timeOffset="41499.65">18464 5636 48 0,'10'-12'222'0,"-2"3"-8"0,2 3-6 16,3 1-11-16,3 0-3 0,-2 2-7 0,-2 3-7 15,2 0-11-15,-1 3-12 0,-2 0-8 0,-1 2-12 16,-1 2-7-16,3-2-17 0,-2 5-8 0,-5-2-2 16,-1 2-14-16,0 0-4 0,-1 3-6 0,-3-1-7 15,-3 2-13-15,-3 1-35 0,-5 1-32 0,-7 3-50 16,-5-2-55-16,0-1-53 0,-1-3-82 0,-7 0-140 15,2-2-421-15,1-2 186 0</inkml:trace>
  <inkml:trace contextRef="#ctx0" brushRef="#br0" timeOffset="42679.44">19718 5581 211 0,'0'0'244'16,"-7"-13"-16"-16,2 6-11 0,-1 3-14 0,-6 3-11 0,1-1-14 16,-6 4-13-16,-2 1-15 0,1 6-7 0,-8 2-5 15,2 8-13-15,-2 2-6 0,4 3-14 16,-3 2-4-16,5-4-13 0,3 4-12 0,3-5-6 15,1 2-5-15,8-5-8 0,1-2-7 0,4-1-2 0,3-4-1 16,3 5-10-16,1-6-2 0,0 0-3 0,4-3-3 16,5-1 1-16,2-1-5 0,1-3-3 15,1-1-1-15,0-2-6 0,2-3-4 0,3-5 3 0,-6 1-4 16,0-2-1-16,-2-1-1 0,0-3-1 0,0-5 1 16,-5 3 1-16,1-6-1 0,-3-1-2 0,-1-3 1 15,-1-1 0-15,-4-1-3 0,0-1 2 16,-3 0 3-16,-2 2 2 0,-1-6 2 0,-2 4-3 15,-1-2 5-15,1 0 0 0,-1 3 0 0,-2 8 9 0,-1-6 5 16,3 9 12-16,2 5 4 0,-1 1 0 0,2 1-7 16,1 4-4-16,-1-1-6 0,2 7-3 0,-2-9-7 15,2 9-1-15,0 0-8 0,0 0 2 0,0 0 3 16,0 36-3-16,1-8-1 0,2 3 3 0,0 3-2 16,1 10-3-16,1-9 5 0,-1-1-6 0,1 1 1 15,-1-3-5-15,4-1 2 0,-3 0-1 0,0-4 1 16,2-2 3-16,0 0-1 0,1-8 0 15,-1 2 5-15,3-4-4 0,-2-1 1 0,4 0-3 0,-3-6 2 16,1 2-2-16,0-3 11 0,2-1-13 0,0-1-3 16,4-2-3-16,-3 1 10 0,-2-4-15 0,2-2 1 15,0-1-1-15,-2 0-5 0,3-4-4 0,0 0 0 16,2-3-2-16,-7 1 2 0,1-4-3 0,0 0-5 16,-4 1 2-16,0-5 5 0,-1-1-11 0,-4 0 0 15,0 0 8-15,-2-1-2 0,0 1 1 0,-4 0 0 16,-1 1 6-16,-1 4-2 0,1 2 1 0,0 0 0 15,2 5 4-15,1 0 0 0,-1 0 0 0,0 1 1 16,4 5 6-16,-4-7-7 0,4 7 0 16,-4-6-12-16,4 6-1 0,0 0 4 0,0 0-1 0,0 0 4 15,0 0-1-15,21-1 3 0,-11 5 2 0,3-1 0 16,-2 2 2-16,5 2 1 0,-1 0 3 0,1 3-1 16,-7-2 1-16,4 4 0 0,-1 1-1 0,-3 2 2 15,-3-4 0-15,4 2 4 0,-5 0 0 0,1-2 5 16,-3 0 3-16,-1 1-3 0,0-1-2 0,0-1 2 15,0-1-2-15,-1-1 3 0,1-2-3 0,-2-6 3 16,3 13-3-16,0-7 5 0,-3-6-3 0,5 7 1 16,-1-4-10-16,-4-3-2 0,10 4-5 0,-3-4-3 0,-7 0 0 15,19-5-1-15,-8-1 3 0,2 1 0 16,-1-1 4-16,1-5-3 0,-2 3 3 0,-3-3 3 0,4-4-2 16,-3 6 2-16,3-3-2 0,-5 1 8 15,0 2-4-15,-1 0 4 0,-1 2 5 0,-1 4 3 16,-1-2-1-16,-3 5-11 0,9-4 7 0,-9 4 0 15,0 0 2-15,9 9 4 0,-7-4 2 0,1 4 2 16,2-2 0-16,-1 1 1 0,2 2-3 0,2-1 1 16,-1 0-3-16,1-1 5 0,1 1 6 0,1-2 7 15,0 0 5-15,4-2 0 0,-2-2 13 0,4 1-5 0,-1-3 3 16,2-2-3-16,1-3-1 0,2 2-2 16,-5-3 4-16,-2 0-4 0,-2-1-1 0,1 1 10 0,-2-4-2 15,-2 1-7-15,-2-2-1 0,0 0 10 16,-3-1-8-16,-2 1-6 0,-2-2-1 0,-2 0-5 0,-2 0-6 15,0 0-7-15,-1 2 0 0,-3-2-8 0,1 2-17 16,-2 3-16-16,2-1-22 0,-2 4-23 0,-1-2-25 16,-1 5-28-16,-1 2-39 0,2 3-39 15,-1 0-47-15,0-1-254 0,1 2-549 0,3 0 244 16</inkml:trace>
  <inkml:trace contextRef="#ctx0" brushRef="#br0" timeOffset="42924.16">20849 5437 250 0,'2'-10'284'0,"1"1"-11"0,-2 2-14 15,-1 7-15-15,1-9-20 0,-1 9-24 0,2-7-24 16,-2 7-17-16,0 0-19 0,0 0-13 0,0 0-8 16,0 0 5-16,10 32 1 0,-8-6 0 0,-1 3-2 15,3 3-6-15,-2 0-18 0,-1 3-7 0,3-2-10 16,-5 1-6-16,1 0-5 0,0-2-6 0,1-1-5 15,-1 1-11-15,0-5-4 0,0 0-17 0,0-2-24 16,0 0-22-16,0-6-43 0,0-2-31 0,0-3-42 16,-1-2-52-16,-1 0-48 0,1 0-35 0,-2-3-189 15,-2-2-496-15,1-1 219 0</inkml:trace>
  <inkml:trace contextRef="#ctx0" brushRef="#br0" timeOffset="43132.13">20883 5546 11 0,'9'-8'225'0,"0"2"-16"15,1 2-11-15,-1 1-8 0,3 3 4 0,-12 0-14 16,16 4-9-16,-8 4-11 0,1 1-13 0,-3 2-9 16,1 0-9-16,-2 3-14 0,-3 3-5 0,-3-2-10 15,1 2-9-15,-2-1-7 0,-2 2-10 16,-3 1-25-16,1-2-32 0,-3-1-46 0,0-1-48 0,-1-2-58 15,2-3-56-15,-1-1-169 0,4-3-390 0,1-1 172 16</inkml:trace>
  <inkml:trace contextRef="#ctx0" brushRef="#br0" timeOffset="43382.08">21498 5370 137 0,'4'-11'330'0,"-3"3"-28"15,0 2-25-15,-1 6-28 0,4-11-20 0,-4 11-32 16,1-6-21-16,-1 6-11 0,0 0 6 0,0 0 6 16,4 28 10-16,-6-7-11 0,-1 4-1 0,-1 4-7 15,2 0-10-15,-1 0-20 0,-1 1-13 0,0 1-11 16,2-3-9-16,0 3-6 0,1-4-11 0,1 1-11 16,-1-3-4-16,1-5-16 0,1-1-30 0,-1-1-20 15,-1-1-29-15,2 0-27 0,-2-5-43 0,1 0-46 0,-1-2-40 16,-1-3-26-16,0 3-37 0,-1-3-18 15,0-3-37-15,-3 0-156 0,-3 0-487 0,2-3 215 16</inkml:trace>
  <inkml:trace contextRef="#ctx0" brushRef="#br0" timeOffset="43686.39">21417 5598 60 0,'10'-9'185'0,"2"3"-3"0,2 0-9 0,1 2-10 16,-1 0-4-16,1 2-4 0,-3 1-4 0,6 4-14 15,-1 1-7-15,-6 1-6 0,1 2-4 0,0 0-13 16,-1 1-10-16,-1-1-8 0,3 5-6 0,-3-3-2 16,-2-3-11-16,2 3-2 0,-1-2-7 0,-1-1-2 15,2 1 2-15,-3-1 0 0,2-2 3 0,-2-1 0 16,2-2 3-16,-2 0-3 0,-7-1-5 0,16 0 1 0,-7-4-4 16,-2 0-3-16,1-1-2 0,0-1-1 15,1-2-1-15,0 0 2 0,-4-1 7 0,-1 0 0 16,-2-2 0-16,1-4-8 0,0 3-5 0,-3 0 0 15,0 1-2-15,-3-1-3 0,-1 0-5 0,1 3-5 16,-2-3 3-16,1 4-11 0,-2 1-10 0,1 2-8 0,-7-1-16 16,-1 5-20-16,-4 1-31 0,-3 4-35 0,-8 2-45 15,0 3-60-15,1 1-65 0,2 3-229 0,7-5-537 16,6 0 237-16</inkml:trace>
  <inkml:trace contextRef="#ctx0" brushRef="#br0" timeOffset="44099.71">22380 5382 211 0,'5'-4'237'0,"-1"-1"-20"16,-4 5-12-16,9-6-17 0,-9 6-17 16,5-4-15-16,-5 4-16 0,0 0-16 0,0 0-10 15,0 0-6-15,0 0-6 0,1 18-6 0,-4-8-9 16,-2 7 9-16,0-1-8 0,1 2-9 0,2 1-10 16,0-1-7-16,1 0-4 0,2 0 0 0,5-1-12 15,-1 2-2-15,4-1-4 0,3-1-4 0,1-1-1 16,5 3-2-16,1 0-3 0,-2-8-7 0,1 2 2 15,-4 0-5-15,4-1-2 0,-7 0-3 0,0-4-1 0,-1 1 1 16,-1-2-3-16,-4-3 1 0,0 5-1 16,-1-4 2-16,-2 1 3 0,-2-6-1 0,-2 10 2 15,-5-6-2-15,-3 3-1 0,-8-3-4 0,-1 1 4 16,-8-2-7-16,-1-3-12 0,1 0-9 0,-1 1-15 16,6-5-19-16,3 0-31 0,0-3-33 0,0-1-65 0,2-3-52 15,2 0-196-15,2-5-459 0,3-1 203 0</inkml:trace>
  <inkml:trace contextRef="#ctx0" brushRef="#br0" timeOffset="44251.87">22583 5365 23 0,'0'0'284'0,"15"-1"-31"0,-8 2-28 16,3-1-19-16,2 0-22 0,0 1-18 0,1-1-14 15,3 1-15-15,2-1-27 0,-1 2-40 0,3 1-40 0,0-2-52 16,8 0-48-16,2-2-50 0,0 2-39 15,-1-1-87-15,1-1-265 0,-9 1 119 0</inkml:trace>
  <inkml:trace contextRef="#ctx0" brushRef="#br0" timeOffset="44554.33">23125 5336 186 0,'0'-5'230'0,"0"5"-11"16,0 0-13-16,0 0-16 0,0 0-19 0,0 0-11 15,0 0 3-15,-27 9 7 0,14 4-8 0,2 3-2 16,-7 7-10-16,-1 5-3 0,-3 1-17 15,1 2-9-15,2-2-14 0,-2 0-10 0,5 1-9 0,5-5-8 16,-1 0-10-16,3-1-8 0,7-7 6 0,2 1-15 16,2-3-3-16,3 1-9 0,2-5 0 0,2-2-1 15,2 0-10-15,1-2-7 0,4-1-6 16,0-1 1-16,-2-3-8 0,-2 0 0 0,4-2 1 0,-3-2-3 16,-2-2 1-16,3 0-1 0,-4-1-1 0,-2-3-2 15,2-1 6-15,-6 1 2 0,0-1 1 0,-3-1-4 16,-2-1 6-16,0-1-5 0,-3 2-3 15,-3-1 0-15,-3 2-2 0,-3-2 0 0,3 6-1 0,-1-2-7 16,-1 4-6-16,-1 3-18 0,1-2-17 0,-6 4-27 16,4 2-29-16,2 0-50 0,1 1-57 0,2 1-49 15,2 1-207-15,1-1-500 0,3-2 222 0</inkml:trace>
  <inkml:trace contextRef="#ctx0" brushRef="#br0" timeOffset="44932.36">23449 5373 228 0,'2'-8'293'0,"1"-1"-15"0,-1 3-27 16,0 1-20-16,-2 5-27 0,0 0-20 0,4-8-18 16,-4 8-12-16,0 0-4 0,6 16 25 0,1 0-22 15,2 1-9-15,-2 7-11 0,2 3-8 0,-1-1-17 16,2 0-5-16,-2 1-6 0,2-1-8 0,-2 0 2 15,-2-7-16-15,4 6-7 0,-3-6-4 0,-1-3-3 16,2 1-6-16,-2 0-10 0,1-5 1 0,-2 1-9 16,0-4 11-16,0 1-18 0,-1-4-2 0,0 0 6 15,-2-1-7-15,-2-5 3 0,4 8 14 0,-4-8 29 16,4 6 8-16,-4-6 12 0,0 0-25 0,0 0 4 16,0 0-5-16,18-15-8 0,-12 3-5 0,1 2-5 15,2-6-4-15,2-1 0 0,-1-6 1 0,2 1-11 16,1-4-14-16,1 2 10 0,-2-6-3 0,0 6 0 15,-1-3-8-15,1 4-15 0,0 0 18 0,-4 5-9 16,1 0-1-16,0 5-4 0,-5 5-6 0,1-3-34 16,0 4-25-16,-2 1-37 0,1 0-61 0,-4 6-61 0,7-5-71 15,-7 5-55-15,0 0-302 0,0 0-696 16,13 7 308-16</inkml:trace>
  <inkml:trace contextRef="#ctx0" brushRef="#br0" timeOffset="45097.74">23989 5738 90 0,'2'7'471'0,"2"-2"-53"0,-1 0-37 16,-3-5-31-16,3 6-19 0,-3-6-10 0,0 0-11 15,7 6-26-15,-7-6-34 0,0 0-20 0,2 5-20 16,-2-5-32-16,0 0-41 0,0 0-43 0,5 3-64 0,-5-3-79 16,0 0-80-16,0 0-105 0,0 0-105 0,7-12-217 15,-7 12-602-15,0-16 267 0</inkml:trace>
  <inkml:trace contextRef="#ctx0" brushRef="#br0" timeOffset="48091.86">25067 5483 7 0,'-5'-4'153'0,"5"4"-10"16,-11-1-14-16,11 1-15 0,-16 4 7 0,2 1-8 15,1 4-4-15,-4 4-10 0,-4 6-1 0,1 3-2 16,-2 2 8-16,1 4-6 0,1-1 1 0,1 1-11 15,2-1-1-15,6 0-8 0,-1-1-9 0,1-2-2 16,6-5-10-16,1 0-4 0,5 0-9 0,0-3-2 16,4 1-4-16,1-2-3 0,3-2-1 0,3 3-5 15,1-7-4-15,5 0-15 0,0-1-14 0,9 2-18 16,-8-7-22-16,9 1-17 0,-7-2-29 0,7-1-14 16,0-2-18-16,-8 1-14 0,-1-4-8 0,0 0-113 15,1-1-277-15,-4-1 123 0</inkml:trace>
  <inkml:trace contextRef="#ctx0" brushRef="#br0" timeOffset="48454.23">25222 5856 69 0,'10'-14'32'0,"0"1"20"0,-2-1 13 16,1-2 5-16,-5-1 10 0,1-1-2 0,0 1 9 16,-3 1 2-16,1 0 18 0,-2 4 7 0,-1 0 7 0,0 2 12 15,0-1-2-15,0 2 1 0,0 9-6 16,-1-11-10-16,-2 6-12 0,3 5-12 0,-7-7-5 16,7 7-10-16,-9 2-7 0,9-2 1 0,-23 16 0 15,10-2-3-15,-5 5-6 0,3 1-8 0,-3-1-5 16,4 2-2-16,4-6-5 0,2 1-3 0,0 1-4 0,3-3-7 15,3-2-1-15,2-1-4 0,0 1-1 16,2-2 1-16,3 0-7 0,1-2-3 0,-2 0-11 16,2-3-2-16,0-1-3 0,-1 0 2 0,3-3-6 15,-8-1 2-15,14 1 1 0,-14-1 1 0,13-2 3 16,-8-1-1-16,1-1 10 0,-1-2-10 0,0-2-1 0,2-2 2 16,-3 0 9-16,2-1 5 0,-5 1 2 15,3-2-2-15,1 0-4 0,-5 2 8 0,2-2 7 0,-2 4 5 16,2 1 4-16,-2 7 1 0,1-11-5 15,-1 11-4-15,0-8-6 0,0 8-6 0,0 0 5 0,0 0-10 16,0 0 1-16,0 0-3 0,0 0 3 0,0 0-2 16,3 24 0-16,0-15 4 0,1 4-5 15,-2-1-10-15,-1 0-24 0,3-1-15 0,0 5-19 0,-1-6-31 16,-1 3-32-16,3-3-42 0,-1 0-38 0,0-1-192 16,-4-2-428-16,0-7 190 0</inkml:trace>
  <inkml:trace contextRef="#ctx0" brushRef="#br0" timeOffset="48678.21">25428 5514 46 0,'-2'-12'263'0,"2"1"-17"0,0 2-22 16,0 2-24-16,0 7-20 0,0-9-19 0,0 9-15 15,0 0-15-15,0 0 3 0,0 0 1 16,4 33-6-16,-3-14-12 0,3 8-11 0,-2 2-11 0,0 2-6 15,-2 1-8-15,5 1-8 0,-1-1-8 0,0 0-6 16,0-2-14-16,2-1-25 0,-2-1-29 0,2 0-38 16,1-4-38-16,-3-6-46 0,2 0-45 0,0-3-46 15,1-1-125-15,-3-2-373 0,1-5 165 0</inkml:trace>
  <inkml:trace contextRef="#ctx0" brushRef="#br0" timeOffset="49246.13">25787 5720 2186 0,'2'-18'52'0,"-2"0"35"0,0 6-30 16,0 3-12-16,0-1-16 0,-2 4-10 0,-3 1-7 15,5 5-2-15,-12 1 0 0,12-1 8 0,-19 20 13 16,6-6-2-16,-1 7 1 0,3-4 1 16,0 5-3-16,0-6-1 0,6 1 0 0,1 2-5 15,1-3-4-15,2 0 4 0,5 1-5 0,-4-1-2 0,6-2 0 16,1-4 3-16,0 0-4 0,0-2-3 0,2 0-9 15,0-3-4-15,4-1 0 0,-2 0-4 0,3-3 1 16,-1-2 3-16,-2-2 3 0,-1-1-4 0,3-1 1 16,-4-3 1-16,3 0 4 0,-2 0-3 0,-1-5 0 15,-1 2-1-15,2-4-2 0,-1 0 3 0,-2-2 4 16,-4-1-3-16,3 1 4 0,-3 2 0 0,1 0 7 16,-2 6 8-16,0-2 1 0,0 5-2 0,-2 6-3 15,2-10-5-15,-2 10-4 0,2-4-3 16,-2 4-2-16,0 0 1 0,0 0-2 0,0 0 1 0,6 19-2 15,-6-9 3-15,0 1-1 0,2 1 1 0,0-1 0 16,1 0 4-16,1-1 0 0,2 0 0 0,1 0-2 16,0-1 1-16,2-2 2 0,0 0-1 0,-1-1 0 15,4-3 1-15,-3-1-2 0,5 0 1 16,-1-1-3-16,0-1-4 0,1-4 2 0,-3 2 4 0,1-3-2 16,-1 1 2-16,0-2 0 0,-4-1 4 0,-2-1-4 15,3 0 3-15,-5-1 0 0,3 1 7 0,-2-4 1 16,0 2-1-16,0-7-2 0,-2 2-4 15,-2 3 3-15,2 0-3 0,0 1-1 0,-2 1 1 0,0 2-2 16,2 0 1-16,-2 8-4 0,-2-10-1 0,2 10-6 16,0 0-3-16,0 0 3 0,0 0-1 0,0 0-1 15,0 0 2-15,3 28 1 0,-4-14-1 0,2 2-2 16,-1 0 8-16,0 0-5 0,0 0 2 0,2-2-1 16,2-3 2-16,0 0-1 0,1 1-7 0,4-3-21 15,-4 0-16-15,3-1-22 0,-1-3-33 0,3 1-41 16,3-4-54-16,-2-2-59 0,1-2-155 0,0-2-441 15,3-5 196-15</inkml:trace>
  <inkml:trace contextRef="#ctx0" brushRef="#br0" timeOffset="49447.83">26283 5427 50 0,'3'-4'206'0,"-3"4"-22"16,0 0-19-16,0 0 7 0,0 0 0 0,11 18-6 15,-4 0 0-15,1 6 2 0,-5 8-3 0,2-1-17 16,-3 2-9-16,3 2-15 0,-1-2-12 0,0 1-8 16,-2-1-8-16,1-1-12 0,1 1-9 0,1-4-16 15,-3-4-34-15,1-1-40 0,-1-4-50 0,0-2-44 0,4-2-53 16,-3-4-48-16,3-1-127 0,2-4-365 16,-2-2 163-16</inkml:trace>
  <inkml:trace contextRef="#ctx0" brushRef="#br0" timeOffset="50180.52">26666 5736 2207 0,'2'-16'107'0,"-2"3"-31"0,-2 1-28 0,-1 3-16 15,-3 0-11-15,-1 2-8 0,2 4 3 0,5 3 6 16,-15 2 1-16,3 2 7 0,-3 6 4 0,-1 2 5 16,0 1 3-16,2 3-2 0,-1-2-2 0,6 1-5 15,-2 2-2-15,4-2-3 0,5-1-1 0,0-2 0 0,2 4-4 16,4-5-1-16,2 0-5 0,1-3-6 15,3-1-1-15,3-1-1 0,3-1-4 0,1-2-1 16,2-2-1-16,0-1-1 0,0-2-1 0,-1-1-1 16,-5-1 4-16,-2-2-1 0,-1-1 1 0,1 0 8 0,-3-2 0 15,-2 0 2-15,0-2-1 0,-2-1 8 16,-1-4-1-16,-1 1 6 0,-2 1-4 0,-2 3 3 16,2 1 4-16,0 3 1 0,0 7 2 0,0-14-4 15,2 10-6-15,-2 4 2 0,0 0-12 0,0 0-5 16,0 0 0-16,0 0 1 0,0 0-4 0,0 0-1 15,-11 20 6-15,7-9-8 0,-2 1 4 0,6 0-2 16,-4-2 2-16,4 2 1 0,0-1-5 0,2 1 5 16,0-3-3-16,1-2 1 0,4 1 2 0,-3 0 5 15,1-4 0-15,5-1 3 0,0 0 1 0,1 1 1 0,-2-5 1 16,5-1 2-16,-3 1-2 0,0-2 1 0,2-3 12 16,-2-2-12-16,1 2-1 0,-1-7-4 15,2 3 7-15,-1-2 3 0,-3-3-4 0,0 0 6 16,0-4-7-16,-4 0 1 0,5-7-5 0,-3 0-2 15,-2-3 2-15,-1 4 2 0,-3-3-2 0,-2 2 5 0,2 1-8 16,-2-3 7-16,1 11 5 0,-2 0 16 16,0 8 7-16,-1 0 5 0,3 3-8 0,0 6-6 15,-2-12-11-15,2 12-6 0,0 0-4 0,0 0-5 16,0 0 6-16,-4 31-7 0,3-14 1 0,-5 9-3 16,6 3 6-16,-2 0-1 0,-2 2 4 0,4-3 3 0,0 0 9 15,2-2-22-15,2-1 3 0,3-1 7 16,-3-6-7-16,6-1 3 0,-2 0 1 0,5-1 0 15,-3-4-6-15,1 1-2 0,5-4 13 0,-3 1-19 16,-2-4 6-16,3-1-6 0,-1-2-4 0,-1 0 0 0,1-3 12 16,-2 0-4-16,1-1-25 0,-1-3 6 0,1-1-1 15,-2-2 2-15,1 0 8 0,-4-2-1 0,0 0-6 16,2-5-4-16,-7 2-3 0,2-5 5 0,-1 6-2 16,-1-4-9-16,-2 1 15 0,2 2-3 0,-2 0-1 15,0 6 6-15,0 6 3 0,0-11-6 0,0 11 2 16,0-8-5-16,0 8 0 0,0 0 3 0,0 0-4 15,0 0 3-15,-22 14 0 0,15-6 5 0,0 4-2 16,0-2-9-16,-1 3-30 0,4-2-26 0,2-1-39 16,-4-1-31-16,6 1-37 0,0-3-34 0,7 3-39 15,0-5-48-15,-3 0-162 0,5-2-502 0,-9-3 222 16</inkml:trace>
  <inkml:trace contextRef="#ctx0" brushRef="#br0" timeOffset="50350.77">27024 5612 24 0,'-4'-3'227'0,"4"3"-28"0,-5-7-33 0,5 7-39 16,-6-4-35-16,6 4-11 0,0 0-30 16,0 0-30-16,21-2-32 0,-4 1-38 0,12 1-31 0,1 1-4 15,8 3-44-15,15-2-137 0,-2-2 60 0</inkml:trace>
  <inkml:trace contextRef="#ctx0" brushRef="#br0" timeOffset="50554.83">27688 5529 46 0,'4'-8'243'15,"2"1"-5"-15,-1-1 6 0,-2 4 1 0,-3 4-7 16,6-7-13-16,-6 7-21 0,5-6-21 0,-5 6-20 16,0 0-19-16,0 0-9 0,12 12 4 0,-6 5 11 15,1 6 6-15,-3 4-4 0,1 3-14 0,0 1-14 16,-4-1-6-16,-1 0-12 0,2 3-13 0,-4 0-8 15,0-2 6-15,-2-2-15 0,3-2-11 0,-3-1-3 16,1-6-17-16,3-2-28 0,-3-1-37 0,0-6-42 16,1 2-33-16,-1-1-43 0,-1-4-55 15,3-1-44-15,1-7-41 0,-6 9-206 0,6-9-524 0,-6 1 232 16</inkml:trace>
  <inkml:trace contextRef="#ctx0" brushRef="#br0" timeOffset="51044.28">27775 5742 183 0,'6'-11'212'16,"1"-3"-27"-16,7 0-18 0,-1 0-15 0,-4 1 0 16,5 1-4-16,-7 1 2 0,2 3 1 0,0-3-7 15,0 4-7-15,-1-2-4 0,-3 1-1 0,4 0-5 16,-4 1 0-16,3-1-6 0,-3-1-11 0,-1 6-10 16,1-3-4-16,-5 6-2 0,7-6-10 0,-7 6-10 15,6-6-8-15,-6 6-10 0,3-5-7 0,-3 5-7 16,0 0-8-16,0 0-3 0,0 0 6 0,6 18-9 15,-6-7-3-15,-2 7-5 0,0 0 2 0,2 1 0 16,-5-2-6-16,1 2 6 0,-1 0-7 0,2-1 0 16,0-2-1-16,-2 3-2 0,3-7-4 0,1 2 8 15,-1-4-8-15,4-1-4 0,-2-1-1 0,0-8-7 16,1 12-3-16,-1-7-8 0,0-5-1 0,10 7 5 16,-2-3 0-16,-2-2 1 0,4-2-3 0,4 0 2 15,-2 0 3-15,7 0-2 0,-2-2 3 0,2 1-3 0,-1 0 0 16,0 1 5-16,-1-2-2 0,1 2 9 15,3 0-6-15,-1-2 0 0,0 1 0 0,7-2 3 16,-6 1 1-16,-4-1-2 0,2-2 1 0,-3 1 0 16,-4-1 4-16,0 1 1 0,-1-1-1 0,-3 0 10 15,1-2 15-15,-4 0-3 0,2 2 11 0,-2-3 6 16,-3-2-5-16,-2 1-3 0,-3 0-1 0,-1 0-1 16,0 0 4-16,-2 2 1 0,0 1-2 0,-2 1-8 15,-1 3-1-15,-5-1-5 0,5 6-3 0,-5 0-5 16,-1 4 0-16,1 3 5 0,-2 1-11 0,0 3 5 0,4-1-2 15,-1 1 0-15,5-3 1 0,4 0-24 0,1 2-19 16,1-1-40-16,7-2-38 0,1-1-63 16,4-1-68-16,7 0-70 0,5-1-190 0,6-1-543 15,-7-3 240-15</inkml:trace>
  <inkml:trace contextRef="#ctx0" brushRef="#br0" timeOffset="51979.78">8231 6625 244 0,'-2'-3'220'0,"2"3"-28"16,0 0-18-16,-4-9-16 0,4 9-17 0,0 0-13 15,0 0-6-15,10 19-1 0,0-4-3 0,-2 5-2 16,5 4-7-16,2 4-8 0,0 1-7 0,1-3-10 16,0 4-3-16,2-2-9 0,-1 1-5 0,-1-1-8 15,-2-1-6-15,2-5-4 0,-1 1-4 0,-1-2-6 16,3-1-1-16,-7-7-5 0,0-1 0 0,2-1-7 16,-5 0-2-16,1-3-1 0,0-1-3 0,1-1 0 15,-4-1 2-15,-1-2 5 0,-1 1 0 0,-3-4 10 16,8 4 10-16,-8-4 4 0,0 0 2 0,0 0-10 15,12-8-1-15,-10-1-5 0,2-3 6 0,0-4-6 16,1-1-2-16,1-8-6 0,1-1 9 0,-2-1-5 16,-1 1-1-16,-2-3-3 0,1 5-6 0,-2-5 4 15,2 6-4-15,-3-4-3 0,1 3 0 0,0-1-2 16,-1 9-6-16,0 1-6 0,0 3-9 0,0 1 3 16,-1 2-34-16,0 3-42 0,1 6-42 0,-2-9-66 15,2 9-32-15,0 0-24 0,0 0-218 0,0 0-495 16,0 0 219-16</inkml:trace>
  <inkml:trace contextRef="#ctx0" brushRef="#br0" timeOffset="52288.42">8790 6916 2728 0,'0'0'87'0,"0"0"-25"0,0 0-38 15,0 0-14-15,0 0-4 0,6 6-6 0,-6-6-2 0,0 0-2 16,-1 9 12-16,1-9-8 0,0 7 6 15,0-7 2-15,0 11-5 0,0-11 6 0,2 12 5 16,1-3 1-16,-1-2-5 0,2-1 1 0,0-1 7 16,1-1-10-16,2-1 5 0,0-1-4 0,2 2 4 0,1-3-1 15,-1-1 3-15,-9 0-4 0,20-3 0 16,-9-1 8-16,-2-2 1 0,-1 0 0 0,-1 0 2 16,2-2 1-16,-4 0 1 0,0-2 6 0,-2 1-1 15,-2 1-2-15,2-6-1 0,-4 4-4 0,-2-1-4 16,-1 1-5-16,0 0 0 0,-3 1-3 0,-3 2-4 15,2 0 0-15,-1 1-8 0,0 4-17 0,0-1-20 16,1 2-27-16,8 1-29 0,-16 2-36 0,7 2-45 16,4 2-45-16,-1 1-227 0,1 0-484 0,2-1 214 15</inkml:trace>
  <inkml:trace contextRef="#ctx0" brushRef="#br0" timeOffset="52526.21">9164 6625 146 0,'0'0'259'0,"0"-10"-28"0,0 10-26 15,0 0-18-15,0 0-10 0,0 0-2 0,0 0 14 16,10 34 2-16,-7-9 2 0,-2 3-18 0,0 5-12 16,2-1-13-16,0 0-20 0,2 0-12 0,-3 0-14 15,4 1-6-15,0-4-5 0,-1 0-11 0,0 0-9 16,1 0-12-16,-3-3-21 0,1-1-35 15,1-1-40-15,-3-6-42 0,-2-1-46 0,2 1-56 0,-1-7-39 16,1 1-218-16,-2-5-472 0,0-7 209 16</inkml:trace>
  <inkml:trace contextRef="#ctx0" brushRef="#br0" timeOffset="52742.05">9403 6750 139 0,'3'-12'277'15,"-2"6"-22"-15,0-1-23 0,-1 7-14 0,0-10-33 16,0 10-17-16,0 0-10 0,0 0 3 0,0 0 5 16,0 0-4-16,17 26-12 0,-12-13-4 0,-1 4-10 15,-2 1-12-15,3 7-5 0,0-4-10 0,-1-3-10 16,0 6-6-16,0-5-6 0,0 0-13 0,0 0-7 16,-2-2-17-16,3 2-21 0,-3-6-27 0,-1-3-32 15,1 3-30-15,0-3-45 0,-1 2-46 0,0-5-45 16,-1-1-37-16,0-6-206 0,0 12-475 0,0-12 210 15</inkml:trace>
  <inkml:trace contextRef="#ctx0" brushRef="#br0" timeOffset="53695.75">9329 6895 75 0,'0'0'206'0,"17"-3"-20"0,-5 6-19 0,1-2-13 16,6-1-13-16,2 0-13 0,6 0-10 0,3 0-11 15,2-1-8-15,-1-5-11 0,2 6-9 0,-2-2-5 16,-3-3-4-16,1 1-11 0,-2-1 14 0,-8 2-22 16,-2 1-4-16,-4 1-4 0,-2 1-2 0,1-3 1 15,-5 2 10-15,-7 1 12 0,11-4 16 0,-11 4 3 16,6-2-13-16,-6 2-3 0,0 0-4 0,0 0 0 16,0 0 0-16,0 0-6 0,0 0-3 0,-27 3 0 15,16 4-3-15,0-1 3 0,-4 7-7 0,0 0-4 16,-2 7 1-16,4-4-1 0,1 0-7 0,1-2-5 15,2 2-1-15,2-1-3 0,3-2-3 0,3-3-3 16,-1 2-1-16,5-2 0 0,1-4-1 0,2 4-4 16,0-3 2-16,2-1-2 0,4-2 0 0,0-3-2 15,1-2-1-15,5-2-1 0,0 1 0 0,0-4-2 16,0-1 0-16,-2-2-1 0,1 0 0 0,-2 2-2 16,-3 0 1-16,1-3-2 0,-6 1 5 0,3-3-4 0,-2 2 0 15,-1 2-1-15,-3-3 2 0,-2 3-2 0,1 1 6 16,-1-1 1-16,-2 8 3 0,3-10 3 15,-3 10-2-15,0-9 0 0,0 9-4 0,0 0-7 16,2-6-3-16,-2 6 3 0,0 0-3 0,0 0-1 16,0 0 1-16,3 22 2 0,-2-14 0 0,2 1-2 0,0 0-2 15,0 1-3-15,3-1 1 0,3-1-11 16,-1-2-1-16,2-2-2 0,3 0 1 0,5-3-5 16,4-1 4-16,7-4 5 0,2-2-2 0,1-1 3 15,-2-4 4-15,0-2-5 0,-2 2 3 0,1-1 2 0,-10 5-2 16,1-1 2-16,-5-1 7 0,-4 1 6 0,0-1 0 15,-4 0 9-15,1 3 11 0,-4-3 2 16,-2 2 5-16,0 1-3 0,-2 6 2 0,-2-13 1 16,2 13 8-16,-6-11 14 0,2 8-15 0,4 3 1 15,-10-6 1-15,10 6-4 0,-13 0-9 0,2 4-1 0,0 3 3 16,1-2-17-16,-3 7 1 0,1 2-3 0,-4 8 1 16,6-7 0-16,1 2-4 0,1 0 5 0,0 0 3 15,2 0-11-15,4 1 3 0,-1-4-3 0,3 1-1 16,0-2 5-16,2-1-6 0,3 1-10 0,-4-2 4 15,5 1 5-15,4 1-9 0,-1 3 2 0,1 0 0 16,2-1 2-16,4 8 1 0,-3-3-4 0,-1 1 5 16,-2 4 1-16,0 1 3 0,-2 0-3 0,-7 4-4 15,-2-1 2-15,-4 1-3 0,-5 0 0 0,1 1-8 16,-5-3 4-16,-5-2-12 0,2 1 0 0,-2-6-4 16,-1 1 7-16,4-6-1 0,0-3 4 0,0-2 14 15,2-1-12-15,4-3 0 0,0-3-7 0,-2-1 3 16,4 1-11-16,8-4-6 0,0 0-9 0,-17-9 1 15,14 0-8-15,3-9 1 0,8 3-4 0,3-9 10 16,5-1 1-16,3-4 1 0,13-10-3 0,1 0 3 16,0-3 1-16,3 3 3 0,1-5 1 0,-1 2 6 15,-3-1 5-15,1 4-7 0,-2-5 2 0,0 5 5 16,-3 0 3-16,-3-1 3 0,-9 10-2 0,0 0 2 16,-5 3 3-16,-2 2 4 0,-2-2 7 0,-3 9 13 15,-1 2 15-15,-2 5 4 0,-4 1 7 0,2 4 1 16,0 6-3-16,-5-9-4 0,5 9-4 0,-10 0 6 15,-2 8-1-15,1 4-3 0,-7 6 1 0,-1 6 3 16,-3 0-1-16,4 0-7 0,2 2 0 0,0-3 1 16,7-5-6-16,2-1-11 0,1 1-10 0,6 0-26 15,4-1-36-15,4-2-39 0,5-1-56 0,3-6-72 16,11-1-51-16,-6-3-190 0,8 1-512 0,4-4 227 16</inkml:trace>
  <inkml:trace contextRef="#ctx0" brushRef="#br0" timeOffset="54550.78">11494 7374 41 0,'5'-7'280'0,"5"-3"-27"15,0-2-24-15,3-4-24 0,9-2-15 0,-6-4-12 0,3-2-8 16,-2-3-9-16,-2 4-5 0,0-2-6 0,-1-1-7 16,-4 0-8-16,3-1-12 0,-4-1-3 0,1-1-8 15,-6 0-2-15,1 3-11 0,-3-1-9 16,-2 0 0-16,0 9-2 0,-1 1 3 0,1 4-8 0,1 2 0 16,-3 1-16-16,1 1-2 0,-1 3-2 0,2 6-9 15,-5-10-9-15,5 10-6 0,1-7 4 0,-1 7-17 16,0 0-7-16,-5-7 6 0,5 7-10 0,0 0-5 15,0 0 6-15,0 0-6 0,0 0 3 0,0 0 7 16,0 0-21-16,0 0-4 0,-3 22 1 0,3-22-5 16,8 11-7-16,-2-4 3 0,3 1 0 0,-3-1-4 15,4 1 0-15,1-1 6 0,0 2-1 0,-1-3 4 16,4 6-4-16,-2-4 1 0,-3 0 2 0,-2 1 1 16,4 2 8-16,-1 2-3 0,-4 0-5 0,-2-3 0 15,0 2 0-15,1 1 2 0,2-3 1 0,0 2 0 16,-2-1 6-16,3-2-1 0,-1 1 1 0,0-4-3 15,2 2 2-15,0-3-2 0,2-1 0 0,1-1-2 16,2-2 2-16,2-1 1 0,3-2 2 0,1-3-2 16,7-1 2-16,-7-2-5 0,7-3 11 0,-7 3-4 15,5-5-3-15,-5 2-2 0,-5 0 1 0,2-2 1 0,-2 2 0 16,-1-1 3-16,-3-1 0 0,0 1-4 16,-4 1 1-16,-2 1 4 0,1-2-4 0,-4 0 2 15,-1 2 0-15,0 3 3 0,-1-3 3 0,0 10-5 16,-2-13 5-16,2 13-1 0,-7-7-6 0,2 4-4 0,5 3 8 15,-12-1-8-15,12 1 4 0,-14 11 0 16,1 3-3-16,1 1 0 0,-3 9 2 0,1-3-1 16,1 1 2-16,1 3-2 0,3-7 1 0,5-1-2 15,0 1-1-15,2-3 1 0,4 0-1 0,2 0 0 0,-1-5 7 16,5-1-2-16,8 2 0 0,-1-6-2 0,8 1 18 16,4-6-19-16,5-2-1 0,3-3-2 0,-1-3 10 15,4-1-14-15,-1-3-3 0,-3 1-4 0,-3-1 0 16,-2 0-1-16,-4-2 7 0,-8 4-5 0,8-4-2 15,-4-1 9-15,-6 3-6 0,-2 0 6 0,-1 0-1 16,-5 1 0-16,-1 2 5 0,-1-1-2 16,0-2 4-16,-3 4 0 0,2 1 14 0,-4 7-4 15,0-10 6-15,0 10-2 0,-2-7-2 0,2 7-2 0,0 0-2 16,0 0 1-16,0 0-3 0,0 0-3 0,0 0 2 16,-6 36-1-16,0-15 4 0,0 4 0 0,-1 2 3 15,-1 2 2-15,0 0 10 0,-1 1-8 16,3 3 2-16,-3-4-4 0,1 2 0 0,0 0-4 0,4-2 7 15,2-1 4-15,-5-2-13 0,2 0-1 0,-4-1 4 16,9-5-17-16,-7-1-25 0,3-1-29 0,-2-3-31 16,1 3-41-16,-1-8-49 0,2 1-43 0,0-3-49 15,-2 3-201-15,1-6-513 0,-3 0 227 0</inkml:trace>
  <inkml:trace contextRef="#ctx0" brushRef="#br0" timeOffset="54930.01">12668 7042 3086 0,'4'-11'92'0,"1"1"-22"15,0 1-28-15,-5 3-14 0,4 1-13 0,-4 5-11 0,3-8-2 16,-3 8-1-16,0 0 4 0,0 0 4 0,0 0 7 16,1 22 6-16,-1-12 10 0,-1 2-11 15,1-2 4-15,-3 0-4 0,3 3 0 0,0 1-3 16,4-5 7-16,-1 3-2 0,1-5-3 0,1 3 3 15,2-1-1-15,-2-2 3 0,3-2 1 0,3-1-3 16,-2-2-1-16,3-1-4 0,2-2 2 0,3-3-3 16,-3 0-3-16,1-2-3 0,-1 0 3 0,-1 0 0 15,-4-3-5-15,1 1 3 0,-2-1-5 0,1-4 3 16,-3 2-1-16,-1-2-7 0,-2 3 15 0,-1-3-11 0,1 1-4 16,-3 1 0-16,1 2-1 0,0 0 3 15,-1 2 10-15,0 7-6 0,4-8 0 0,-4 8-2 16,0 0 3-16,2-8-4 0,-2 8-2 0,0 0-3 15,0 0 0-15,4 26 5 0,-4-14-2 0,0 2 1 16,1 3-3-16,0 1 8 0,0 0-17 0,1 0-25 0,2-2-22 16,2 1-32-16,0-3-36 0,0-3-41 0,1 0-56 15,3-2-49-15,0-3-239 0,-1-3-549 16,5-2 242-16</inkml:trace>
  <inkml:trace contextRef="#ctx0" brushRef="#br0" timeOffset="55144.12">13160 6776 171 0,'2'-12'270'0,"-2"2"-11"0,2 3-3 15,-2 1-26-15,0 6-22 0,5-9-24 0,-5 9-17 16,0 0-6-16,0 0 13 0,0 0-13 0,5 32-6 16,-5-7-13-16,-2 6-6 0,2-1-3 0,-3 1-23 15,1 2-12-15,-1-2-11 0,-1 1-7 0,4 0-10 16,0-3-28-16,-2-2-25 0,2 0-44 0,0-2-43 15,4-6-51-15,-2 1-38 0,8-5-34 0,-6-3-43 16,1-2-182-16,3-4-453 0,4-2 202 0</inkml:trace>
  <inkml:trace contextRef="#ctx0" brushRef="#br0" timeOffset="55498.23">13557 6905 149 0,'-4'-9'287'0,"2"4"-23"15,-2 0-21-15,4 5-15 0,-11-3-19 0,11 3-6 16,-19 12-10-16,5 0-3 0,3 3-17 0,-4 5-9 16,-1-1-15-16,5-1-13 0,1 0-15 0,2 0-12 15,1-1-10-15,3-2-9 0,0 2-13 0,4-6-6 16,0 0-7-16,0 0-12 0,4-5-3 0,0 2-5 16,1-4-11-16,3 0-3 0,0 0-9 0,3-4-4 0,0 0-2 15,2-2-1-15,-2-1-1 0,-2-3-4 16,1 0-3-16,-1-1-1 0,1-3 1 0,-4 3 3 15,2-6-6-15,-6 3 3 0,3-5-1 0,1 5 1 16,-3-3-3-16,1 3 1 0,-1 1 0 0,-1-1 10 0,1 6 5 16,-3 4 1-16,0-10-3 0,0 10-8 15,0 0 1-15,2-5-3 0,-2 5 3 0,0 0-1 16,0 0 3-16,4 23 0 0,-2-13 1 0,-2 2 1 16,2 5-6-16,-2-1 2 0,5 0-5 0,-3-5-8 0,4 4-20 15,-2-2-30-15,0-2-37 0,-2 0-45 16,4-1-49-16,-1-2-38 0,3 0-40 0,0-2-203 15,-3-2-504-15,5-3 223 0</inkml:trace>
  <inkml:trace contextRef="#ctx0" brushRef="#br0" timeOffset="55741.53">13802 6774 16 0,'0'-15'293'0,"0"6"-9"16,2 0-7-16,-2 1-19 0,0 8-6 0,3-11-35 15,-3 11-18-15,0-4-19 0,0 4 15 0,0 0-9 16,9 17 11-16,-7-5-1 0,1 5-1 0,-1 10-2 16,0 4-12-16,0-3-23 0,-2 4-7 15,0-2-12-15,0 0-16 0,0 0-13 0,4-1-9 0,-6 1-8 16,2-4-7-16,0 3-8 0,0-3-27 0,2 0-15 16,-1-8-41-16,1 0-40 0,0 0-34 0,0-7-40 15,-2 0-39-15,0-1-39 0,0 1-47 0,2-5-43 16,-2-6-29-16,-2 9-184 0,2-9-541 0,0 0 240 15</inkml:trace>
  <inkml:trace contextRef="#ctx0" brushRef="#br0" timeOffset="55997.88">13753 7022 152 0,'0'-10'260'0,"0"10"-30"0,0-9-19 0,0 9-17 15,7-6-22-15,-1 2-17 0,3 2-16 0,5 0-16 0,-3-2-9 16,3 2-11-16,3 0-7 0,2-2-7 0,-2 0-9 15,2 1-8-15,-2 2-2 0,2-3-10 16,-1 4-4-16,-7 0-2 0,2 0-4 0,1 0-5 16,-5 5 0-16,2-3-1 0,0 1-4 0,-4 5 3 0,1-2 3 15,2 2 1-15,-3 4 6 0,-3-3 0 0,-2 4 0 16,5 2 6-16,-7-2-4 0,4 5-5 16,-1-2-1-16,0 2 2 0,-2-1-17 0,0 0-4 15,-1-5-7-15,0 4-22 0,2-6-35 0,-2 0-43 16,0 0-53-16,0-4-68 0,2 0-59 0,-2-6-178 0,0 9-470 15,0-9 209-15</inkml:trace>
  <inkml:trace contextRef="#ctx0" brushRef="#br0" timeOffset="56154.8">14047 6837 11 0,'0'0'178'15,"0"0"-34"-15,-4-6-35 0,4 6-36 0,0 0-42 16,0 0-29-16,-2 20-39 0,2-10-49 0,2-1-92 16,2 3 41-16</inkml:trace>
  <inkml:trace contextRef="#ctx0" brushRef="#br0" timeOffset="56660.06">14222 6993 113 0,'3'4'229'0,"-3"-4"-22"0,0 0-21 15,0 0 1-15,4 9 5 0,-4-9-3 0,0 12-6 16,0-3-4-16,0 2 0 0,0-2-18 0,0 4-8 16,2 4-8-16,-4-6-10 0,2 1-16 0,2 0 0 15,-2 1-13-15,1-2-12 0,2 2-11 0,0-5-4 16,-1 2-9-16,3 0-5 0,-1-3-9 0,-3-1-5 16,3-1-6-16,-4-5-2 0,7 7-6 0,-3-6-2 15,-4-1-1-15,9 3-9 0,-9-3 1 0,0 0-8 16,12-7 5-16,-10 1-2 0,2-1-8 0,0-1-2 15,1-1-7-15,2-3-1 0,-5 2 0 0,1-2-1 16,1 0-5-16,1 0-2 0,1-2-1 0,1 0-1 16,0-1 3-16,0 3 0 0,-1 2 0 0,3-1-2 15,-2 4-3-15,-1 1 1 0,1 2 1 0,0 1-1 16,3 2 6-16,-10 1 12 0,14 4-9 0,-5 0 2 16,1 2 3-16,-1 1 3 0,-1-1-4 0,-3 3 7 15,4-2-2-15,-2 3 5 0,-1-3-1 0,-2-2-5 16,-1 0 9-16,1 0-11 0,-4-5 4 0,7 8-6 15,-7-8 7-15,5 5 2 0,-5-5 5 0,4 4 15 16,-4-4-3-16,0 0 3 0,0 0 2 0,0 0-7 16,0 0-6-16,9-10 3 0,-6 4 6 0,2 2-12 15,2-5 0-15,1 0-5 0,-1-2-1 0,2 1-7 0,0 1 6 16,1 2-3-16,2-2-2 0,-3 3-1 0,0 1 0 16,0 0 0-16,2 2-6 0,-4 1-2 0,0 2 0 15,5 0-4-15,-4 4 7 0,0 1-2 16,-3 1 2-16,3 3-4 0,-4 3 5 0,1 0 4 0,-2-1-8 15,-2 2-17-15,1 2-27 0,0-1-27 0,-6 1-31 16,4-1-49-16,-1 0-55 0,1-3-59 0,0 0-276 16,-2-4-585-16,5 0 260 0</inkml:trace>
  <inkml:trace contextRef="#ctx0" brushRef="#br0" timeOffset="56825.44">14859 7078 280 0,'4'-3'361'15,"-4"3"-27"-15,6-5-29 0,-6 5-3 0,5-3-1 16,-5 3-14-16,0 0-19 0,5-3-28 0,-5 3-25 16,0 0-25-16,0 0-17 0,3-7-34 0,-3 7-42 15,0 0-46-15,0 0-40 0,0 0-57 0,0 0-67 16,0 0-71-16,0 0-69 0,0 0-240 0,0 0-535 16,-19 13 237-16</inkml:trace>
  <inkml:trace contextRef="#ctx0" brushRef="#br0" timeOffset="61570.39">15527 7774 33 0,'0'0'223'0,"-4"-7"-7"0,4 7-12 0,-1-9-10 16,1 9-15-16,-3-7-15 0,3 7-15 0,0 0-12 0,0 0-12 15,0 0-14-15,0 0-13 0,0 0-10 0,0 0-6 16,0 0-2-16,0 0-1 0,0 0 1 16,8 24 3-16,-5-9-4 0,0 0-7 0,4 4-6 15,-1 8-2-15,1-1-1 0,-1 2-7 0,2-2-2 0,-1-1-4 16,-2-1-5-16,4 2-1 0,-2-7 2 0,2-2-3 16,-3 2-7-16,2-1-3 0,-1-2 1 0,0-5-6 15,-2 1 2-15,1-1-10 0,-2-2 1 16,0-1-1-16,-1-2-1 0,0 0-2 0,1-3-2 0,-4-3-3 15,6 10 3-15,-6-10-3 0,4 6-3 0,-4-6-1 16,4 4 8-16,-4-4-1 0,3 4 11 0,-3-4 4 16,0 0-3-16,0 0-2 0,0 0-5 0,11-14-1 15,-6 3 0-15,0-1-1 0,1-3-3 0,0-2 0 16,2-2-1-16,2-5-5 0,0-3 6 0,-1 0-2 16,0 0-9-16,0 0 3 0,0-2 2 0,-1-1-5 15,2 6 5-15,-4-3-1 0,1 3-5 16,-5 4 2-16,3 4 1 0,0-1-2 0,-2 6-3 0,-1-2 4 15,0 4-3-15,-1-1 3 0,0 4-5 0,-1 6-1 16,3-10-9-16,-3 10-15 0,0-7-19 0,0 7-13 16,0 0-20-16,0 0-20 0,0 0-13 0,0 0-17 15,0 0-26-15,0 0-12 0,11 23-18 0,-6-12-12 16,-1 6-15-16,0 1-165 0,-1 1-407 0,2 6 180 16</inkml:trace>
  <inkml:trace contextRef="#ctx0" brushRef="#br0" timeOffset="61825.73">16036 8045 136 0,'0'0'182'0,"0"0"-13"16,0 0-13-16,0 0-8 0,0 0-10 0,6 2-6 16,-6-2 12-16,1 9-1 0,-1-9-10 0,0 11-5 15,0-4 11-15,2 4 0 0,-1-1-8 0,-1-1-13 16,0 1-9-16,1 1-5 0,-1 0-7 0,1-1-10 15,-1 5-7-15,0-2-11 0,-1-4 5 0,0 3-13 16,1 0-9-16,0 0-4 0,0-12-1 0,-3 19-8 16,6-11-7-16,-3-3-6 0,0-5-18 0,-1 12-24 15,1-12-22-15,0 0-31 0,-3 14-25 0,3-14-22 16,0 0-31-16,0 0-22 0,0 0-41 0,-4 7-159 16,4-7-399-16,0 0 177 0</inkml:trace>
  <inkml:trace contextRef="#ctx0" brushRef="#br0" timeOffset="62014.16">15974 8080 137 0,'0'0'198'0,"0"0"-24"0,7-4-15 16,-7 4-6-16,13 0-9 0,-13 0-14 0,16 1-12 16,-4-2 0-16,2 2-19 0,-3 1-2 0,2 0-11 15,6-1-4-15,1 0-12 0,-3 3-15 0,4-1-21 0,-2-2-27 16,-4 3-24-16,0-3-25 0,-1 2-24 0,3 1-22 15,-4-3-20-15,0-1-30 0,-1 1-96 16,-5-1-253-16,2 0 112 0</inkml:trace>
  <inkml:trace contextRef="#ctx0" brushRef="#br0" timeOffset="62219.68">16322 7967 186 0,'0'0'188'0,"0"-12"-4"0,0 12 3 16,-1-10-4-16,1 10-13 0,0 0-18 0,0 0-16 15,1-7-10-15,-1 7-5 0,0 0 1 0,0 0 4 16,5 23-4-16,-1-7 2 0,-2-1-4 0,1 6-10 16,2-3-9-16,-2 1-6 0,-1 5-15 15,-1-5-6-15,2 1-8 0,-2-1 0 0,2-2-7 0,-1 2-9 16,0-4-11-16,-1 2-18 0,-1-4-33 0,0-2-41 16,0 1-57-16,0 1-48 0,1-3-51 0,1 1-202 15,-2-11-446-15,1 13 197 0</inkml:trace>
  <inkml:trace contextRef="#ctx0" brushRef="#br0" timeOffset="62517.57">16616 8022 261 0,'5'-3'236'0,"-5"3"-16"0,0 0-13 0,0 0-5 16,8 12-5-16,-7-2-6 0,-1-1-7 0,0 1-10 15,0 0-6-15,-1 6 12 0,1-6-24 0,0 3-16 16,1 0-9-16,-1 3-8 0,0 0-7 0,0-2-7 16,-1 0-12-16,2-3-8 0,-1 1-4 0,-1-2-10 15,3 1-9-15,-1-1-2 0,-2 1-10 0,2-5-2 16,-1-6-14-16,2 11 1 0,-1-5-5 0,-1-6 3 16,1 8-4-16,-1-8-7 0,3 8-4 0,-3-8 6 15,4 6-2-15,-4-6-7 0,6 5-5 0,-6-5-11 16,10 3-14-16,-1-3-17 0,3 0-27 0,-1-1-37 15,2-3-41-15,1 0-41 0,3-1-44 0,2-3-36 16,0 2-235-16,-2-2-529 0,2-1 234 0</inkml:trace>
  <inkml:trace contextRef="#ctx0" brushRef="#br0" timeOffset="62705.53">17524 7993 264 0,'0'0'267'16,"8"-2"-23"-16,0 1-23 0,-8 1-23 0,11-3-16 16,-4 2-17-16,-7 1-15 0,15 0-17 0,-5 0-12 0,1 0-19 15,1-2-32-15,0 4-34 0,-1-4-44 0,-11 2-39 16,25 0-41-16,-13 0-33 0,2 0-37 0,-6 0-131 16,-8 0-313-16,13 3 140 0</inkml:trace>
  <inkml:trace contextRef="#ctx0" brushRef="#br0" timeOffset="62848.54">17604 8087 64 0,'-7'4'206'16,"2"0"-16"-16,5-4-6 0,-7 8-16 0,4-5-5 15,3-3-9-15,0 0-9 0,-5 7 0 0,5-7-4 0,0 0-11 16,0 0-10-16,15 5-14 0,-3-5-18 0,2-2-38 16,5-1-44-16,1-3-60 0,9 0-65 0,-1 0-196 15,-2-3-340-15,0-3 150 0</inkml:trace>
  <inkml:trace contextRef="#ctx0" brushRef="#br0" timeOffset="63870.68">18666 7803 14 0,'4'-4'163'0,"-4"4"2"0,2-9-6 0,-2 9-2 16,3-7 3-16,-3 7 1 0,0 0-1 0,2-9-2 16,-2 9-10-16,0 0-5 0,3-6-8 0,-3 6-9 0,0 0-9 15,0 0-11-15,4-7-8 0,-4 7-10 16,0 0-7-16,0 0-12 0,0 0-2 0,0 0-5 0,-26 27 8 15,11-12-5-15,-1 9-1 0,-3 1-13 16,1 1 5-16,0 1-4 0,4 3-6 0,-2-1-4 0,2-1-1 16,2-1-4-16,2-1-2 0,4-7-2 0,-2 4-9 15,8-4 3-15,-1 0-5 0,2-3 0 16,0-3-3-16,2 0-2 0,2-2-2 0,0-1-1 16,1-1 2-16,1 0 1 0,2-2-8 0,0-2 2 0,4-1 3 15,0-1-2-15,4-2 4 0,1 1-8 0,-1-4 4 16,1 1-4-16,-6-2 1 0,1 3-2 0,-3-4 0 15,2-1 0-15,-2 1 3 0,-2-4-3 16,-3 3-3-16,2-1 0 0,-4-2 3 0,1 0 0 0,-4 1-3 16,-2-3-4-16,0 1 3 0,-1-1-2 0,-3 3-1 15,0 0-2-15,-2 1 0 0,2 3-3 0,-6-2-1 16,2 2-1-16,-2 3 1 0,0 2-1 0,-1 0-5 16,-4 3-12-16,4-1-18 0,1 1-32 0,3 1-24 15,-3 1-18-15,2 0-24 0,2-1-28 0,3-2-30 16,3 2-31-16,-2 0-164 0,4-6-424 0,-2 7 187 15</inkml:trace>
  <inkml:trace contextRef="#ctx0" brushRef="#br0" timeOffset="64174.14">19007 8022 92 0,'0'0'243'0,"6"0"-25"0,-6 0-18 16,0 0-17-16,5 11-16 0,-5-11-10 0,-2 13-9 15,1-5-13-15,-2 2-12 0,1-1-13 0,0 1-8 16,2 2-5-16,2-3-3 0,-1 1-9 0,1-2-4 0,5 2-5 16,-1-4-3-16,2 2 3 0,1-3-5 15,2 1-4-15,2-3-2 0,5-2-7 0,0-1 5 16,1 0-5-16,-1-1 0 0,-2-1-6 0,2-4 0 0,-5 2-5 16,-1-1 11-16,-2 0-4 0,-2 0-3 0,-1-4-5 15,0 1-3-15,-4-2-6 0,-1-1 2 16,-4 2-6-16,0-3-5 0,-2 1 1 0,-1 0-7 15,-5-4-7-15,-4 2-2 0,1 0-3 0,1 6-11 0,-3-2-10 16,-2 4-20-16,1-3-20 0,-3 6-26 0,1 2-40 16,-3 2-30-16,5 3-50 0,-3-1-37 0,2 4-211 15,5-4-480-15,2 1 213 0</inkml:trace>
  <inkml:trace contextRef="#ctx0" brushRef="#br0" timeOffset="64557.57">19320 7919 2843 0,'4'-7'3'16,"1"1"14"-16,-3-1-4 0,1 1-1 0,-3 6-18 15,5-7-6-15,-5 7 5 0,7-3 7 0,-7 3 7 16,0 0 10-16,17 10 22 0,-10-3 11 0,3 7 16 16,2 0 7-16,-3 3 3 0,2-1-8 0,4 5 4 15,-2 3 0-15,2-3-7 0,-7-3 0 0,1-2-5 16,1 3 8-16,-1-3-4 0,-2 1-3 0,0-4-10 15,1 2 5-15,0-2-12 0,-3-4 1 0,1 2 5 16,-1-3-16-16,3 0 2 0,-4-3-10 0,1 1 5 16,-1 0 4-16,0-3-7 0,-4-3 29 0,7 5 9 15,0-3 3-15,-7-2-21 0,12-5 10 0,-4 0-8 16,2-2-4-16,1-2-3 0,0-4-9 0,3-1-2 0,0 1-1 16,0-3 0-16,2-4-3 0,0-4-3 15,-3 3-2-15,1-2-4 0,-2 0-1 0,-2 1-11 16,1-1 10-16,-2 5-3 0,-1-1-5 0,1-1-6 15,-3 3-7-15,3-2-10 0,-1 4 1 0,-2 2-10 16,1 5-9-16,-1-2-22 0,-3 2-26 0,-1 0-26 16,2 3-28-16,-4 5-26 0,4-7-41 0,-4 7-46 15,5-4-29-15,-5 4-28 0,0 0-247 0,0 0-596 16,0 0 264-16</inkml:trace>
  <inkml:trace contextRef="#ctx0" brushRef="#br0" timeOffset="67130.42">15652 8903 69 0,'-1'-13'245'0,"0"7"-16"0,1 6-1 15,-3-12-6-15,3 12-9 0,-2-9-5 0,2 9-15 0,0-10-10 16,0 10-19-16,0 0-19 0,-2-8-20 15,2 8-10-15,0 0-10 0,0 0-14 0,0 0-8 16,16 33-7-16,-6-10-7 0,-1 1-6 0,2 2-5 16,2 0-8-16,-3 2-5 0,3 2-2 0,-1-2-5 0,-2-4-3 15,0 1 1-15,0-8-5 0,-1 1-7 16,1-1-1-16,-2 1 2 0,-2-8-8 0,1 1 1 16,-1-1-4-16,1-1 3 0,-2 0 0 0,-3-3-3 15,2-2-3-15,0 0 3 0,-4-4-1 0,3 6 4 0,-3-6 7 16,3 5 16-16,-3-5 9 0,0 0-2 15,0 0-17-15,0 0 6 0,0 0-1 0,13-17-6 16,-12 7 3-16,1 0 2 0,0-3-1 0,1 0-3 16,-2-5-3-16,0-1-3 0,1 2 2 0,-2-12-1 0,1 12-4 15,3-8 6-15,-4 6-15 0,2-2-4 0,2-3-7 16,-4 5 12-16,3 2-4 0,0 1-3 16,-1 5 0-16,0 1-7 0,1 1-15 0,-2 1-15 0,2 0-26 15,-3 8-30-15,4-12-28 0,1 8-22 0,2 0-17 16,5 2-41-16,-2 1-10 0,5 1-17 0,2 0-20 15,2 2-183-15,-6 0-461 0,4 4 205 0</inkml:trace>
  <inkml:trace contextRef="#ctx0" brushRef="#br0" timeOffset="67318.23">16107 9054 94 0,'0'0'181'0,"-2"5"-15"0,2-5-17 16,0 0-13-16,0 0 2 0,0 0 2 0,0 0-1 15,9 10-1-15,-3-8-9 0,-6-2-13 0,23 0-10 16,-4-2-6-16,2 0-14 0,2-1-7 0,7 2-7 16,-3-2-17-16,-5 0-27 0,-3 0-25 0,0 0-33 15,-6 2-36-15,0 0-30 0,-3-1-25 0,-4 1-19 16,-6 1-127-16,7-3-290 0,-7 3 128 0</inkml:trace>
  <inkml:trace contextRef="#ctx0" brushRef="#br0" timeOffset="67521.2">16128 9074 117 0,'-4'5'167'16,"-3"4"1"-16,4-1 2 0,-1 2-6 0,0 7 7 15,0 2 9-15,4-1-8 0,0 1-3 0,0 8-14 0,1-2-12 16,1 0-5-16,-1-4-13 0,0-2-6 16,3 7-9-16,-3-1-9 0,-1-5-10 0,2-1-9 15,-1 2-6-15,-1-4-8 0,1 2-6 0,-1-1-10 16,-1-6-17-16,0 0-24 0,-1-1-27 0,1 0-33 15,-2-1-34-15,2-4-29 0,-1 0-30 0,2-6-27 16,-4 10-33-16,4-10-144 0,-7 3-375 0,7-3 167 0</inkml:trace>
  <inkml:trace contextRef="#ctx0" brushRef="#br0" timeOffset="67674.3">16054 9390 113 0,'8'-3'196'0,"-8"3"-26"0,12-5-5 15,-6 4-7-15,7 2-9 0,-3-1-16 0,2-1-13 0,2-1-8 16,3 2-12-16,2-1-13 0,1 0-28 0,2-2-31 16,7 1-41-16,1-1-52 0,-1-3-46 0,0 0-123 15,0 1-253-15,-3-4 113 0</inkml:trace>
  <inkml:trace contextRef="#ctx0" brushRef="#br0" timeOffset="67931.12">16598 9136 53 0,'2'-8'232'0,"-2"8"-23"0,0 0-17 0,0 0 3 16,0 0-4-16,0 0-4 0,17 13-7 0,-13-1-3 15,0 3-6-15,-2 1-2 0,0 3-8 0,0-3 18 16,-2 4-23-16,0-1-10 0,-1 4-10 0,0-4-13 16,-3-1-4-16,2 7-16 0,0-7-2 0,-2 2-10 15,-1-4-5-15,3 1-13 0,-1-5-4 0,3 1-3 16,0-2-7-16,0-1-6 0,1-1-5 0,1-3-2 15,0 1-8-15,3-3 2 0,1 2-15 0,1-4-17 16,1 1-24-16,4-4-27 0,2-2-30 0,4 1-33 16,0-4-40-16,3-1-41 0,-1 0-39 0,-2-3-29 15,8-1-22-15,-1 0-149 0,3-4-461 0,4 1 205 16</inkml:trace>
  <inkml:trace contextRef="#ctx0" brushRef="#br0" timeOffset="68089.28">17374 9242 168 0,'0'0'211'0,"12"0"-10"16,-12 0-18-16,11 0-11 0,-11 0-7 15,13 0-18-15,-5 0-13 0,4 0-17 0,0 2-8 16,1-2-13-16,-1 0-28 0,3 0-40 0,-2 0-47 0,1 0-45 16,-2 1-48-16,-2-2-156 0,-10 1-289 0,16 1 127 15</inkml:trace>
  <inkml:trace contextRef="#ctx0" brushRef="#br0" timeOffset="68244.16">17417 9347 168 0,'-5'4'238'0,"5"-4"-16"0,0 0-18 16,0 0-7-16,0 0-15 0,0 0-14 16,0 0-19-16,11 10-11 0,-3-8-19 0,0-2-26 0,3-2-31 15,2 2-40-15,5-3-53 0,0-3-76 16,2 4-62-16,1-3-108 0,-1-1-298 0,-1-2 132 15</inkml:trace>
  <inkml:trace contextRef="#ctx0" brushRef="#br0" timeOffset="68784.75">18671 9071 255 0,'0'0'291'0,"9"-6"-21"16,-9 6-25-16,5-4-18 0,-5 4-20 0,0 0-14 15,0 0-11-15,0 0 0 0,0 0-4 0,-1 17-6 16,1-17-20-16,-10 17-6 0,4-2-22 0,0-1-12 15,2-2-7-15,1 1-15 0,5 3-4 0,2 1 2 16,-1-3-20-16,3 1-9 0,1 1 0 0,6-1-11 16,-1-1-4-16,3-2-2 0,-2 0-8 0,2 1-2 15,-1-2-4-15,1 0 0 0,-1 0-2 0,-1-1-6 16,-1-1 2-16,-3-2-5 0,-2 0-2 0,1 1-4 16,-2-4 4-16,-2 2-2 0,-1-1-5 0,-1 0 4 15,-2-5 0-15,0 0 14 0,-10 16-17 0,2-12-1 16,-3 1 0-16,-4 1-3 0,-5-1-12 0,1 0-14 15,-1-4-15-15,-8-1-27 0,9 0-24 0,-2 0-38 0,-2-3-33 16,3 0-36-16,2-2-40 0,0-3-25 16,0-1-206-16,1 1-504 0,3-6 223 0</inkml:trace>
  <inkml:trace contextRef="#ctx0" brushRef="#br0" timeOffset="68911.53">18715 9040 62 0,'20'-5'137'0,"3"2"-14"0,6-1-9 0,-1 4-15 0,2-2-17 16,0 2-38-16,2 2-35 0,2-1-29 0,-3-2-34 16,3 2-46-16,-2-1-107 0,2-1 47 0</inkml:trace>
  <inkml:trace contextRef="#ctx0" brushRef="#br0" timeOffset="69236.2">19434 9029 223 0,'0'0'218'0,"0"0"0"0,0 0-7 0,-35-3-4 16,24 9-5-16,-5 2-9 0,1 1-6 0,-3 2-6 16,-3 5-3-16,3 1-11 0,-2 5-11 0,3 0-11 15,0-1-11-15,0 5-4 0,5-4-13 0,1 3-8 16,1-7-18-16,4 1-8 0,3-1-1 0,1-1-11 16,2-2-6-16,1-2-6 0,4-2-9 0,1 1 0 15,6-1-5-15,-3-2-4 0,2-4-2 0,6 3-3 0,-4-5-9 16,5-2 0-16,1-1-2 0,-6 0 0 15,-1 0-2-15,1-1-1 0,-1-3-1 0,-1-1-2 16,-2 1-2-16,-1-2-3 0,-3 2 0 0,0-3 1 16,-1 1 1-16,-3-1-5 0,-1-1-3 0,-1-2 1 0,-5 2-4 15,0-2-2-15,-1 3 2 0,-1-1-2 16,-2 2-2-16,1 1-1 0,-2 0 0 0,1 3-3 16,-1 2-14-16,-1 0-8 0,0 3-23 0,0 1-25 0,-3 3-32 15,1 1-47-15,-2 1-61 0,6-1-63 0,-1 1-239 16,0 0-557-16,4-4 246 0</inkml:trace>
  <inkml:trace contextRef="#ctx0" brushRef="#br0" timeOffset="69664.75">19599 9124 2182 0,'10'-17'141'16,"-2"1"-19"-16,-2 6-24 0,-2 1-23 0,1 1-4 15,0 2-16-15,-3 0-8 0,-2 6-14 0,7-7 4 16,-7 7 17-16,0 0 15 0,13 5 13 0,-6 0 4 16,1 4 11-16,2 3 1 0,-1 2 0 0,5 3 1 15,-1 5-3-15,0-1-4 0,-4-2-7 0,1 4-14 16,1 0 2-16,-2-5-5 0,-1 0-6 0,1 0-6 16,-1 0-3-16,-2-1-5 0,-1-5 0 0,0 4-7 15,2-6-3-15,-2 2-5 0,-1-2 0 0,1 0 3 16,0-2-12-16,-1 0 2 0,0-2-3 0,1-1-5 0,-2 1 2 15,-3-6 0-15,8 5 1 0,-4-3 1 16,-4-2-3-16,12 0-4 0,-12 0 0 0,12-4-2 16,-1-3 7-16,-4-3-2 0,6-1-2 0,0-3 6 15,5-5-14-15,-2-2-3 0,2-3-1 0,-1-2 3 0,-1-1-5 16,4 1 1-16,-5 1-1 0,4-4-15 0,-1 1 2 16,-1 3 7-16,-2 0 0 0,0 3-3 0,-6 6 2 15,1 3-1-15,-5 3 3 0,1 2 4 0,-4 1-5 16,2 3 7-16,-1-2-15 0,-3 6-6 0,6-7 0 15,-6 7-18-15,0 0-6 0,0 0-13 0,0 0-18 16,0 0-30-16,0 0-39 0,0 0-53 0,-15 19-56 16,9-12-71-16,-4 0-262 0,1 1-631 0,0 0 279 15</inkml:trace>
  <inkml:trace contextRef="#ctx0" brushRef="#br0" timeOffset="69835.35">20254 9139 2530 0,'8'-6'86'0,"-8"6"-38"0,5-5-20 0,-5 5-12 15,7-5-16-15,-7 5-4 0,3-4-11 0,-3 4-19 0,0 0-21 16,0 0-26-16,4-6-25 0,-4 6-38 0,0 0-33 16,0 0-172-16,0 0-378 0,0 0 168 0</inkml:trace>
  <inkml:trace contextRef="#ctx0" brushRef="#br0" timeOffset="77094.55">13859 10857 97 0,'0'0'190'0,"-5"-8"-7"0,5 8-18 16,0 0-15-16,-2-7-18 0,2 7-11 15,0 0-6-15,0 0 3 0,-14 20-1 0,5-3-4 0,-2 11-5 16,-5 1-3-16,-1 3-9 0,-8 13-8 16,0-2-8-16,2-2-3 0,6-10-9 0,-1-1-6 0,5 1-9 15,-4-5-3-15,2-1-8 0,1-1-2 0,5-6-2 16,3-4-18-16,-2 0-24 0,4-2-37 0,0-4-32 16,1-1-36-16,1-1-28 0,2-6-36 0,-6 4-143 15,6-4-341-15,0 0 151 0</inkml:trace>
  <inkml:trace contextRef="#ctx0" brushRef="#br0" timeOffset="77255.72">13607 10903 36 0,'0'0'227'0,"0"-12"-26"16,0 12-21-16,2-6-21 0,-2 6-14 0,0 0-12 15,7-4-10-15,-7 4-15 0,0 0-13 0,11 10-5 16,-1-5-28-16,-2 3-53 0,1-2-60 0,3 6-50 15,1 2-135-15,-1-2-256 0,1 2 113 0</inkml:trace>
  <inkml:trace contextRef="#ctx0" brushRef="#br0" timeOffset="77417.31">14070 11196 2502 0,'8'4'24'0,"-3"-1"9"15,1-2-21-15,-6-1-6 0,8 3-7 0,-8-3-2 0,9 3 4 16,-9-3-1-16,0 0 2 0,6 2 0 15,-6-2 0-15,0 0-3 0,7 3 0 0,-7-3 3 16,5 7-17-16,-5-7-30 0,2 8-31 0,2-3-37 0,-4-5-33 16,5 8-40-16,-1-5-148 0,0 2-360 0,-4-5 159 15</inkml:trace>
  <inkml:trace contextRef="#ctx0" brushRef="#br0" timeOffset="77718.62">14665 10913 2601 0,'11'-14'-25'0,"-6"3"49"16,1 0-14-16,-3 5 0 0,1-3-3 16,-2 4 5-16,2 0 1 0,-4 5 2 0,3-9-2 0,-3 9 4 15,5-6-5-15,-5 6 1 0,0 0 1 0,0 0 15 16,0 0 10-16,9 15 6 0,-7-3 2 0,-2 7 4 15,2 6-4-15,-2 3-6 0,-2 0-5 0,2-1 4 16,2 4-6-16,-4-2-5 0,-2-2 1 0,2 0-1 16,1 1-3-16,-1-4-3 0,0-6-5 0,-1 0 12 15,3-1-15-15,-2 0 4 0,0 1-17 0,0-7-18 16,1 1-26-16,-3 1-28 0,2-3-35 0,-1-1-36 16,0-1-30-16,0-1-26 0,-1-2-26 0,1 0-178 15,3-5-433-15,-11 5 192 0</inkml:trace>
  <inkml:trace contextRef="#ctx0" brushRef="#br0" timeOffset="78387.75">14713 10811 119 0,'10'-6'179'0,"1"2"-10"0,1 4-2 15,1 0-16-15,-1 3-9 0,-1 0-9 0,0 4-5 16,0 0-10-16,-2 2-9 0,-2 2-12 0,0 5-10 15,-2-1-8-15,-3 3-7 0,-2 2-9 0,-1-1-6 16,-4 6-4-16,-1-7-5 0,-5 4-4 0,1-5-5 16,0-1-9-16,0-3-4 0,-2 0-2 0,2-5 0 0,3 0-1 15,-1 0-3-15,4-4 0 0,-4 0 0 16,2-2-4-16,1 1 0 0,5-3 3 0,-8 4-1 0,8-4 1 16,-8 3 0-16,8-3-5 0,0 0-3 15,-2 7-2-15,2-7-5 0,0 0 3 0,11 7 2 16,-4-2-1-16,4 0 1 0,3 0 3 0,2 1-6 15,0-1-1-15,1 1 0 0,2 0 0 0,0-3 1 16,0-1-1-16,3-1 1 0,5-1 0 0,-4-1 1 16,3-3 1-16,3-1-2 0,-2 0-3 0,-2-3 1 0,-3 2 0 15,-3-2-3-15,1 0 5 0,6-5-3 0,-10 3-2 16,0 0 3-16,-1 0 2 0,-5 1-3 0,-1 0 1 16,-2-1 3-16,-1 0 2 0,-3 0 4 15,-1-1-2-15,1 0-2 0,-4 3 2 0,-3-4 2 0,0 2-2 16,-2 2 2-16,-1 2 1 0,-1-1 0 0,-2 4-1 15,0 3 3-15,0 2-5 0,-3 1 6 0,2 3-3 16,-2 4 1-16,-3 4 2 0,-3 5-1 0,6-2 0 16,3-1-2-16,-4 5-3 0,5-4 1 0,3 0-3 15,3-2 0-15,-3 1-2 0,5-2 3 0,1-1-3 16,2-3 2-16,5-1-4 0,-1 1 4 0,4-3-3 16,3-1-2-16,4-3-1 0,0-1-7 0,5-1-3 15,0-3-4-15,5-1-3 0,2-1 7 0,-8 0-4 16,-1-1-4-16,1-1 2 0,-4-1 0 0,-3 0 0 15,2 0 4-15,-7 1-1 0,1-1 3 0,-2 2 3 16,1 0 7-16,-6 0 3 0,-3 5 6 0,7-4 1 16,-7 4-1-16,8-4-6 0,-8 4 0 0,0 0 3 15,0 0-5-15,0 0 5 0,5 9 5 0,-5-9-3 16,-2 20 10-16,1-8-5 0,0 1 3 0,0 2 0 16,-2 3 2-16,1-2-4 0,1 3 0 0,-1-2-3 0,1-1-3 15,-1 1 0-15,0-2 2 0,0 2-4 16,-1-1-11-16,3-4-25 0,-3 0-36 0,-1-1-37 15,2 2-39-15,-1-4-36 0,1 1-42 0,-2 0-174 16,2-4-423-16,2-6 188 0</inkml:trace>
  <inkml:trace contextRef="#ctx0" brushRef="#br0" timeOffset="78756.53">15433 11027 209 0,'0'0'209'0,"2"-7"-17"0,-2 7-11 16,0 0 0-16,0 0-6 0,0 0-13 16,6 29-7-16,-3-19-15 0,-3 3-15 0,6 2-10 0,-2 1-8 15,0-5-10-15,2 4-5 0,1-5-6 0,2 0-5 16,0-1-5-16,-2-2-7 0,6-1-10 0,1 1-3 16,6-4-5-16,-2-1-2 0,3-3-9 0,-2 0 2 15,2-3-6-15,-3-2-3 0,-2 2-6 0,-3-3 1 16,-4-1-3-16,1-1-2 0,0-1 1 0,-3 1 5 15,2-5-3-15,-6 1-5 0,1-2 0 0,0-2-3 16,-1 1-4-16,-3-1 2 0,0 5 2 0,-2 0 4 16,2 3 3-16,2 1 5 0,-2 8-1 0,-2-12-8 15,2 12-7-15,0 0-1 0,0 0 2 0,0 0 0 16,0 0 7-16,0 0-5 0,-5 34-1 0,4-14 4 16,0 0-8-16,-1-2 1 0,4 1-3 0,-5 0 4 15,4-2-3-15,1 2-12 0,-1-2-24 0,3-1-19 16,-3-4-39-16,2 5-51 0,-1-7-48 0,-2-3-48 15,3 2-225-15,-1-2-493 0,1-2 219 0</inkml:trace>
  <inkml:trace contextRef="#ctx0" brushRef="#br0" timeOffset="78963.89">15889 10819 200 0,'1'-5'225'0,"-1"5"-5"0,0 0 2 0,0 0 2 16,1 37-9-16,-1-17-15 0,-2 6-14 0,0 3-17 16,0 3-15-16,0-4-16 0,0 3-16 0,1-3-6 15,1 2-10-15,0-2-13 0,0-3-9 0,1-4-21 0,0-3-32 16,2-2-37-16,-1-1-37 0,3 1-55 0,-1-4-48 16,3-3-32-16,0-1-206 0,2-2-414 15,3-1 184-15</inkml:trace>
  <inkml:trace contextRef="#ctx0" brushRef="#br0" timeOffset="79288.2">16212 11011 154 0,'-4'-4'206'0,"-2"1"-3"0,6 3 2 16,-13 0-3-16,2 5-10 0,0 3-7 0,1 1-6 16,-4 2-18-16,2 2-10 0,-3 0-12 0,6-1-16 15,1 1-17-15,2-1-6 0,-1-2-10 16,4 1-7-16,3 0-1 0,0 0-17 0,1-3-5 0,2-1-7 15,-1-3 0-15,5 2-9 0,-4-2-3 0,3 0-9 16,-6-4-5-16,12 1-4 0,-12-1-3 16,14-1 1-16,-5-4 0 0,0 1-2 0,-6-4-4 0,6 0 1 15,-4 0-2-15,0-2 0 0,-1 0-1 0,0 1 0 16,0-1 3-16,-2 3-6 0,1 1 4 0,-3 6 1 16,2-10 0-16,-2 10 2 0,4-6-10 0,-4 6 0 15,0 0-4-15,0 0 2 0,0 0 1 16,0 0-1-16,12 17-2 0,-10-9 1 0,2 2-1 0,-3 1 2 15,3 0-11-15,-1-3-20 0,-1 2-24 0,1-1-38 16,-2-1-49-16,2-3-35 0,-1 1-30 0,1 1-24 16,1-3-167-16,-4-4-424 0,10 5 187 0</inkml:trace>
  <inkml:trace contextRef="#ctx0" brushRef="#br0" timeOffset="79518.5">16437 10830 126 0,'2'-26'199'0,"2"9"5"16,-2 2 6-16,-1 5 4 0,0 1-9 0,0 1-18 16,-1 8-18-16,0 0-11 0,0 0 1 0,0 0 3 15,11 14 3-15,-8 5-9 0,-1 0-4 0,-1 7-9 16,0 1-7-16,-1 2-7 0,0 0-8 0,1-1 1 16,-2 0-21-16,0-2-17 0,-2 4-5 0,1-5-7 15,-1-5 0-15,3 5-18 0,0-8-18 0,-1 0-26 16,1-1-25-16,-1-4-34 0,0-2-34 0,-1 0-36 15,1 0-37-15,1-3-35 0,0-7-40 0,-1 8-41 16,1-8-147-16,-5 4-453 0,5-4 201 0</inkml:trace>
  <inkml:trace contextRef="#ctx0" brushRef="#br0" timeOffset="79761.89">16315 10991 146 0,'11'-2'153'0,"-11"2"-8"0,16-2-6 15,-3 2-7-15,5 0-2 0,0 0-5 0,2 0-2 16,1 0-6-16,-1 0-6 0,1-1-3 16,0 2-2-16,-3-1-5 0,1-1-3 0,-2 1-3 0,-2 3-1 15,-2-2 5-15,0-1-8 0,-3 2-6 0,-2 0 0 16,-2 0 2-16,6 3-6 0,-6-1 0 0,1 2 5 16,-1 2-6-16,2-1-8 0,-5 3-10 0,3-1-3 15,-3 2-5-15,0 0-4 0,-2 0-1 0,2 1-17 16,-3 1-21-16,0-2-35 0,-1-1-46 15,1 2-61-15,0-3-54 0,0 0-57 0,-6-1-165 0,5-1-438 16,-1-1 193-16</inkml:trace>
  <inkml:trace contextRef="#ctx0" brushRef="#br0" timeOffset="80406.2">16851 10956 146 0,'0'0'203'0,"0"0"-1"16,-6 15-7-16,2-8-14 0,0 1-8 0,1 2-5 0,2-1-11 15,0 1-11-15,-2 0-10 0,3 1-11 16,3-4-9-16,-3 3-13 0,2-4-4 0,1 3-9 16,2 0-11-16,-2-3-2 0,3 2-7 0,2-2-5 0,-2-2 0 15,0-1-7-15,1 0-6 0,-1-1-3 0,3 0 3 16,-9-2-9-16,14-1-4 0,-7-2-6 15,-1 0 0-15,3-4-4 0,-1 2-4 0,-2-2-2 16,-1-1 0-16,-1 2-4 0,2-6-2 0,-1 3-2 0,1-2 1 16,-1 0-4-16,-1 2-3 0,1-2 1 0,0 0-1 15,-2 1 2-15,3 1-4 0,-4 0 1 16,2 4-3-16,-1 0 1 0,-3 5-5 0,5-8 1 16,-5 8-3-16,5-3 15 0,-5 3-12 0,0 0-3 0,0 0 5 15,13 8 0-15,-12-2 6 0,1 0-7 0,-2-6-4 16,4 13 1-16,-1-9-2 0,-2 2 3 0,-1-6 1 15,3 12-4-15,-3-12 5 0,2 8 0 16,-2-8 4-16,4 7 2 0,-4-7-5 0,4 3 1 0,-4-3 0 16,0 0 8-16,0 0-6 0,4 5 1 15,-4-5-3-15,0 0 3 0,0 0-1 0,0 0-1 16,13-11-3-16,-7 6 2 0,1-2 2 0,3 0-2 0,-5 2-3 16,1 1 1-16,0 0 3 0,1 0 0 0,-1 0-5 15,-1 0-1-15,2 1 0 0,-7 3-2 0,11-1 2 16,-11 1 0-16,10-2-1 0,-10 2 3 0,12 7-4 15,-7-4-5-15,-1 3-17 0,1-2-27 0,-1 2-46 16,-2-1-49-16,2 0-58 0,-4-5-57 0,4 9-168 16,-1-5-464-16,-3-4 206 0</inkml:trace>
  <inkml:trace contextRef="#ctx0" brushRef="#br0" timeOffset="80662.03">17491 10922 73 0,'13'1'129'0,"-13"-1"-12"16,13 0-12-16,-13 0-25 0,10 3-24 0,-3 0-25 15,-1-1-21-15,-1 2-21 0,-1 0-16 0,0 2-1 16,-4-6 5-16,3 10 2 0,-1-3-2 0,-2-1 12 16,0-6 17-16,-3 13 15 0,3-13 7 0,-1 10 8 15,-2-4 21-15,3-6 6 0,-2 11 12 0,0-5-5 0,2-6 17 16,-5 11-2-16,4-6-3 0,1-5-4 15,-4 9-5-15,4-9-2 0,0 10-12 0,0-10-5 16,4 9-12-16,-1-4-19 0,-3-5-34 0,7 5-40 16,1-2-66-16,1-2-98 0,2-2-233 0,-11 1 104 0</inkml:trace>
  <inkml:trace contextRef="#ctx0" brushRef="#br0" timeOffset="81147.69">18960 10522 191 0,'-13'-12'294'16,"5"2"-14"-16,2 4-23 0,1-1-24 0,-2 2-23 16,7 5-23-16,0 0-21 0,0 0-11 0,0 0 1 15,0 0-5-15,17 41-12 0,-7-15-13 0,4 2-11 16,0 5-5-16,7 10-6 0,-7-10-11 0,1 0-11 16,-1-2-7-16,-1-1-4 0,0-3-9 0,-3 1-7 15,1-4 1-15,-2 0-9 0,-2-7-2 0,-1-2-8 16,3 1-3-16,-5-4-5 0,0-2 2 0,1-3-1 15,-1 0-1-15,-2-1-5 0,1-1 8 0,-3-5 12 16,5 7 18-16,-5-7 12 0,5 2-8 0,-5-2-7 16,0 0 10-16,13-16-24 0,-8 4-1 0,5-2-7 15,2-5 1-15,-1-3-4 0,1-6-4 0,-2 1 12 16,-1-1-19-16,2-3 2 0,1-1-2 0,1 1-7 16,-3-2 1-16,0 1 0 0,3 5-8 0,-3 0-2 15,0 5-3-15,-2 5 6 0,-3 5-6 0,-1 2-19 16,1 2-26-16,-2 2-27 0,-2 1-40 0,-1 5-25 15,0 0-14-15,0 0-34 0,0 0-36 0,0 0-38 16,5 24-53-16,-6-12-198 0,-3 5-547 0,1-1 242 16</inkml:trace>
  <inkml:trace contextRef="#ctx0" brushRef="#br0" timeOffset="81903.34">19427 10890 196 0,'2'11'218'0,"-2"0"-10"0,0 1-10 0,1 3 4 16,-1-3-2-16,0 4-11 0,0-4-12 16,1-1-7-16,-1 0-8 0,3 2-7 0,-2-2-9 15,-1 0-5-15,0-1-5 0,1-2-15 0,2 0-8 0,-2-2-12 16,2-1-6-16,-3-5-5 0,1 9-6 0,-1-9 1 16,1 6-1-16,-1-6-7 0,0 0 3 15,0 0 0-15,4 6 7 0,-4-6-11 0,0 0-1 16,0 0-16-16,0 0 3 0,0 0 0 0,3 6-11 0,-3-6-8 15,0 0 4-15,0 0 2 0,0 0-19 0,0 0 2 16,0 0-2-16,0 0-4 0,0 0 1 0,0 0-10 16,0 0 3-16,0 0-5 0,0 0 2 0,0 0 4 15,0 0-7-15,0 0 7 0,0 0 0 0,0 0-12 16,0 0 5-16,0 0 7 0,0 0-12 0,0 0-2 16,0 0 8-16,0 0 3 0,0 0-8 0,0 0-9 15,0 0 24-15,0 0-20 0,0 0-2 0,-9-22-1 16,9 22-2-16,0 0-5 0,0 0 5 0,2-13 2 15,-2 13-4-15,2-7-1 0,-2 7 8 0,2-9-9 16,-2 9-2-16,0-10 11 0,0 10-1 0,0-11-2 16,1 5-1-16,-1 6 4 0,2-12-4 0,-2 12-4 15,1-11 2-15,-1 4 1 0,0 7 4 0,0-10-3 16,0 10 0-16,-1-11-4 0,1 11 7 0,1-9-7 16,-1 9 10-16,0-8-3 0,0 8 3 0,0 0-10 15,-3-8 2-15,3 8 2 0,0 0 5 0,0 0 0 16,-1-10-2-16,1 10-5 0,0 0-1 0,0 0-1 15,0 0-2-15,0 0-3 0,0 0 2 0,0 0-14 16,0 0 8-16,0 0-1 0,0 0 0 0,3-7-3 0,-3 7 5 16,0 0-2-16,0 0 7 0,0 0-2 0,0 0-8 15,0 0 10-15,0 0 1 0,0 0-1 0,0 0 5 16,0 0-5-16,0 0 3 0,0 0 2 16,0 0 3-16,0 0-1 0,-5-9-5 0,5 9 4 0,0 0 3 15,-5-6-5-15,5 6 1 0,0 0-4 16,-6-6 7-16,6 6-4 0,0 0 6 0,-3-4-4 0,3 4 7 15,0 0-4-15,0 0-4 0,0 0-2 16,0 0 4-16,0 0-9 0,0 0 5 0,0 0-5 0,0 0 6 16,0 0-2-16,0 0-3 0,-9 18 19 0,9-9-13 15,-3 3 2-15,3 4 5 0,-4-4 2 0,3 6-3 16,1-3 1-16,-1 1 0 0,-2 1-5 0,3-5-2 16,-1 0 3-16,1 0-2 0,-1 0 8 0,-1 0-2 15,2-2-11-15,-1 1 11 0,2-3-2 0,-2-1-12 16,1-7-18-16,0 13-28 0,0-13-23 0,-3 9-27 15,2-4-26-15,1-5-30 0,-5 8-35 0,1-5-32 16,4-3-32-16,0 0-42 0,-9 4-183 0,9-4-523 16,0 0 231-16</inkml:trace>
  <inkml:trace contextRef="#ctx0" brushRef="#br0" timeOffset="82068.22">19383 10973 186 0,'0'0'206'0,"5"-5"-17"15,-5 5-2-15,7-1-3 0,-7 1-7 0,12 2 1 0,1 1-8 16,0 0-17-16,4-1-15 0,1 2-10 16,1 0-17-16,1 0-10 0,1-1-20 0,-2 4-29 15,1-5-42-15,-2 4-51 0,-2-3-51 0,2 1-44 16,-5-1-49-16,-3-1-115 0,-2-1-324 0,-2-1 143 0</inkml:trace>
  <inkml:trace contextRef="#ctx0" brushRef="#br0" timeOffset="82268.31">19684 10886 112 0,'3'-10'239'0,"-3"10"-19"15,1-5-20-15,-1 5-3 0,0 0 6 0,0 0-4 16,0 0 11-16,9 19-20 0,-8-6-12 0,2 2-3 16,-2 2-18-16,-1-1-9 0,1 5-19 0,1-3-12 15,-2 1-8-15,1 0-11 0,-1-1-15 0,-1-1-21 16,2 0-29-16,-1-3-33 0,0-3-44 0,1 1-47 15,-1-1-43-15,2-4-46 0,1 1-30 0,-1 0-190 16,0-4-434-16,-2-4 192 0</inkml:trace>
  <inkml:trace contextRef="#ctx0" brushRef="#br0" timeOffset="82509.66">19908 10945 238 0,'1'-6'215'0,"-1"6"-18"0,0 0 3 15,0 0 5-15,0 0-4 0,0 0 7 0,9 15 0 16,-8-5-20-16,-1 1-1 0,0 1-10 0,-1 2-8 16,0 4-4-16,0-2-22 0,-2 2 13 0,2-2-17 15,-2 1-12-15,2-6-10 0,2 6-10 0,-2-5-12 16,2-2-1-16,2 1 0 0,-2-1-11 0,2 0-2 16,-1-5-3-16,2 1-11 0,-1 1-6 0,2-3-12 15,1 0-7-15,4-1 1 0,1-1-26 0,0 0-30 16,2-1-32-16,0-2-31 0,2-2-53 0,-4 0-58 15,7-3-67-15,-1-3-62 0,-2 1-207 0,1-4-564 16,-1-1 250-16</inkml:trace>
  <inkml:trace contextRef="#ctx0" brushRef="#br0" timeOffset="82700.55">20419 10901 278 0,'0'0'269'0,"12"4"-10"15,-3-2-5-15,-2-1-4 0,2-1-9 0,-1 2-13 16,5 1-6-16,-4-2-29 0,5-1-19 0,-3 1-22 16,1-1-9-16,3 2-14 0,2-1-19 0,-5-1-27 15,3 1-36-15,-2-2-41 0,-1 0-47 16,-2 1-59-16,0-2-61 0,1 1-69 0,-5-1-188 0,3 0-452 16,-4-1 199-16</inkml:trace>
  <inkml:trace contextRef="#ctx0" brushRef="#br0" timeOffset="83206.62">21277 10704 3002 0,'-4'-23'-4'0,"1"4"55"0,-3-1-17 16,1 4-1-16,1 5 8 0,0 3 8 0,0-2 0 16,3 4-4-16,-2 0-6 0,3 6-5 0,-2-10-9 15,2 10 3-15,0 0-3 0,0 0-6 0,0 0 8 16,0 0 17-16,14 33 2 0,-8-6-1 0,6 2-1 15,-3 1-6-15,1 2 4 0,0-2-8 0,-1 0-7 16,0-2-1-16,0-1-3 0,1-3 10 0,-2 1-7 16,0-8 0-16,-2 2 3 0,0-6 2 0,0 1-13 15,-3-3 0-15,1-3 3 0,3 1-3 0,-2-4-7 0,-2 1 25 16,0-1-8-16,2-1 10 0,-5-4 6 0,8 3 4 16,-8-3-5-16,0 0 0 0,14-5-6 0,-10 0-1 15,2-5-3-15,-1-1-12 0,0-4 5 0,2-4 2 16,0-3-11-16,0-4 11 0,-1-1-10 0,2-4-5 15,2-1 1-15,-2 3 0 0,-2-4 11 0,3-1-21 16,-1 4 18-16,1 1-17 0,-1 2 2 0,-1 9-8 16,-2 0-2-16,3 3-22 0,-2 4-19 0,-1 1-19 15,3 0-29-15,-2 5-25 0,0 1-28 0,0 0-22 16,2 3-35-16,-8 1-30 0,17 5-40 0,-6-1-21 16,-5 3-219-16,2 0-554 0,-2 2 245 0</inkml:trace>
  <inkml:trace contextRef="#ctx0" brushRef="#br0" timeOffset="83388.31">21742 10797 166 0,'2'7'244'0,"-2"-7"-27"0,0 0-8 16,7 3-4-16,-7-3-1 0,10 0-5 0,-10 0-9 16,13 0-14-16,-2 0-13 0,3-3-16 0,4 3-17 0,3-1-12 15,-1-3-11-15,1 5-30 0,-2-2-28 0,-6 1-38 16,-1-2-39-16,-1 2-44 0,-5 0-42 15,3-3-33-15,-3 1-50 0,-6 2-146 0,0 0-371 16,3-9 165-16</inkml:trace>
  <inkml:trace contextRef="#ctx0" brushRef="#br0" timeOffset="83587.1">21771 10811 174 0,'-4'6'175'0,"1"3"5"15,0-2 6-15,-1 6 11 0,3-1-11 0,-2 4-6 16,1 0 5-16,-1 1-7 0,3-1-6 0,-2 2-12 15,0-1-2-15,2 0-17 0,-2 0-10 16,1 2-13-16,-1-1-9 0,0-1-12 0,-1 0-10 0,2 0-12 16,0-3-2-16,-2-3-17 0,2 0-25 0,-3 1-20 15,2-4-25-15,0 1-39 0,1-3-26 0,1-6-28 16,-3 9-20-16,3-9-19 0,0 0-20 0,0 0-17 16,0 0-33-16,0 0-113 0,0 0-355 0,0 0 158 15</inkml:trace>
  <inkml:trace contextRef="#ctx0" brushRef="#br0" timeOffset="83708.17">21750 10996 95 0,'0'0'166'0,"2"-9"-10"16,-2 9-2-16,5-5-7 0,-5 5-6 0,9-3-5 15,-9 3-13-15,14 2-14 0,-6-2-10 0,6 2-18 16,0-2-32-16,5 1-44 0,11-2-54 0,-1-4-67 16,-1 2-100-16,4 0-234 0,0-4 103 0</inkml:trace>
  <inkml:trace contextRef="#ctx0" brushRef="#br0" timeOffset="83974.33">22306 10754 171 0,'0'0'211'0,"5"-3"9"16,-5 3 0-16,0 0-6 0,6 14-6 0,-6-4 8 16,1 6 0-16,-1 2-3 0,-1 1-10 0,0 7-4 15,-1-6-10-15,-3 6 14 0,3 3-26 0,-3-4 2 16,2-6-18-16,-1 0-8 0,0 0-2 0,3-1-9 15,-1-1-15-15,0-1-13 0,2-3-9 0,2-2 4 0,-1 0-17 16,3-3-3-16,2 1 0 0,1-1-9 0,1-2-1 16,3-2-11-16,8-1-9 0,1-1-9 0,8-2-9 15,3-2-17-15,-2-1-20 0,2-3-27 16,0-1-27-16,-2 1-24 0,-1 0-26 0,-6 2-27 0,-3-2-33 16,-2 3-36-16,-6 1-45 0,1 0-54 0,-5 2-53 15,-7 0-179-15,8 0-572 0,-8 0 254 0</inkml:trace>
  <inkml:trace contextRef="#ctx0" brushRef="#br0" timeOffset="84391.77">19858 11664 3181 0,'-36'0'41'0,"6"0"9"0,7-1-31 16,4 1-16-16,7 1 3 0,4 0-1 0,3 2 1 16,5-3 5-16,0 0 14 0,22 17 9 0,7-8 12 15,22 4 9-15,9-3 2 0,32 5-4 0,11-4-5 16,5-1 0-16,8-5 3 0,6-1-12 15,11-1-3-15,1 0 1 0,3-6-8 0,1-2-1 0,-6-2-1 16,2 0 4-16,0 1 3 0,-10-1-19 0,-4 4-3 16,-12-1 1-16,5 0-3 0,-9 1 8 0,-2-2-4 15,-11 4 3-15,-29-5-8 0,-2 2 5 0,-3-2-8 16,-18 3 2-16,-3-1 3 0,-5 2-5 0,-5-3 1 16,-7 3-4-16,-6-1 2 0,2 0 0 0,-4 1-6 15,-3 1-8-15,-2-2-13 0,-6 3-14 0,10-4-20 16,-10 4-28-16,0 0-32 0,0 0-32 0,0 0-44 15,-34-6-53-15,13 8-51 0,-14-1-199 0,-2 2-536 16,-1 3 237-16</inkml:trace>
  <inkml:trace contextRef="#ctx0" brushRef="#br0" timeOffset="84870.16">20401 12172 93 0,'0'-17'278'0,"3"5"-13"0,-1 0-16 0,-2 0-7 16,0 3 0-16,2 2-8 0,-2 7-10 15,2-13-19-15,-2 13-16 0,1-7-22 0,-1 7-14 16,0 0-9-16,0 0 0 0,0 0 4 0,8 18 9 0,-5-2-10 16,2 0-7-16,1 10-2 0,-1 4-11 0,0 0-6 15,1-2-11-15,-3 1-8 0,3-1 0 16,-3 1-18-16,4-3-4 0,-2 1-6 0,-1-8-5 16,1 5-2-16,0-7-29 0,1 0-5 0,2-3 0 0,-3-2 2 15,1-1-5-15,0-2-3 0,-1 0 2 0,1-2-2 16,-1-2 6-16,-1 1 1 0,1-3 3 0,-5-3 5 15,9 2 0-15,-9-2-2 0,0 0-1 0,18-9 3 16,-10 0-2-16,-2-1-9 0,4-5-1 0,-1-1-2 16,4-8-5-16,0-2 0 0,0 1-6 15,-3-1-3-15,1-3 11 0,1 0-15 0,-1 1 3 0,1-2-5 16,-1 5 2-16,1 0-3 0,-5 8-20 0,0 1 1 16,2 1-18-16,-3 4-26 0,-2 3-27 0,1 1-41 15,-1 2-29-15,-1-1-43 0,-3 6-39 0,6-6-27 16,-6 6-35-16,0 0-35 0,0 0-259 0,15 6-640 15,-15-6 285-15</inkml:trace>
  <inkml:trace contextRef="#ctx0" brushRef="#br0" timeOffset="85237.78">20941 12359 53 0,'2'7'281'15,"-2"-7"-28"-15,5 7-20 0,-5-7-3 0,7 5 0 16,0-2-4-16,2-5-14 0,2 4-13 0,0-4-25 15,2 2-13-15,5-1-17 0,0 0-17 0,-1-1-15 16,1-1-36-16,-4 2-31 0,-2-1-38 0,1 1-36 16,-4 1-33-16,-3-2-31 0,-6 2-32 0,8-4-22 15,-8 4-18-15,0 0 5 0,0 0-6 0,0 0 15 16,0 0 6-16,0 0 15 0,-30-7 18 0,19 7 16 16,-2 2 23-16,-1-2 15 0,1 1 25 0,-5 0 13 0,0 2 25 15,2 1 17-15,3-2 11 0,-5 1 24 16,5 1 8-16,1 0 18 0,0 4 25 0,2-1 10 15,0 2 10-15,1 0 4 0,0 5 2 0,-1 1 10 16,2 2-6-16,3-2 3 0,1 4 6 0,-1 6-8 0,1-5-17 16,1-1-3-16,3 6-5 0,-1-6-8 0,1 0-11 15,-1 7-15-15,0-9 1 0,1 0-10 16,0 2-8-16,1-2-9 0,-1-1-18 0,1-4-24 0,0-2-23 16,1-1-28-16,-4 0-33 0,2-1-39 0,0-8-31 15,-1 11-32-15,1-11-44 0,-4 5-51 16,4-5-150-16,0 0-453 0,0 0 201 0</inkml:trace>
  <inkml:trace contextRef="#ctx0" brushRef="#br0" timeOffset="85390.24">20866 12653 8 0,'7'-1'221'0,"-7"1"-12"16,17 0-13-16,-5 0-14 0,1 0-14 0,1 0-14 15,4-2-14-15,2 1-24 0,0-2-6 0,1 2-24 16,1-1-32-16,5-2-40 0,0-2-33 15,-8 3-41-15,3-4-29 0,-1 1-30 0,-1 0-16 0,1-1-71 16,0 0-224-16,-2 0 100 0</inkml:trace>
  <inkml:trace contextRef="#ctx0" brushRef="#br0" timeOffset="85595.72">21300 12555 262 0,'14'-10'33'0,"1"2"26"15,-5-1 3-15,-1 2 21 0,-1 0 23 0,0 0 9 16,-3 0 4-16,-1 2 18 0,-1 0 13 0,-3 5 5 16,7-8 0-16,-7 8-7 0,2-3-17 0,-2 3-5 15,0 0 2-15,0 0 6 0,0 0 6 0,10 10 7 16,-10-10-3-16,3 14 8 0,-3-3 0 0,0 5 5 15,0 1-1-15,-1-1-13 0,2 2 0 0,-2 0-10 16,1 0-7-16,0 1-1 0,1 2-11 0,0-5-11 0,2 0-9 16,0-2-9-16,0-4-8 0,1 1-9 15,4-3-4-15,-2 1 3 0,2-2-32 0,2-1-11 16,0-4-15-16,3 0-26 0,6-2-36 0,1-4-24 0,0 1-45 16,2-2-57-16,-3-2-54 0,9-7-72 15,-9 4-292-15,5-4-645 0,1 0 287 0</inkml:trace>
  <inkml:trace contextRef="#ctx0" brushRef="#br0" timeOffset="85884.9">23189 11835 208 0,'0'-9'306'0,"0"9"-14"0,0 0-16 0,0 0-24 16,1-11-18-16,-1 11-23 0,0 0-18 0,6-3-20 15,-6 3-18-15,17-1-17 0,-7 1-23 16,3 1-48-16,5 1-41 0,0 1-51 0,-6-2-58 0,6-1-62 15,-4 3-46-15,-5-2-176 0,1 3-399 0,-2-4 177 16</inkml:trace>
  <inkml:trace contextRef="#ctx0" brushRef="#br0" timeOffset="86034.73">23213 11973 144 0,'-8'7'251'0,"1"-1"-16"15,1-1-11-15,1 1-13 0,1-2-14 0,1 2-17 16,-1-2-11-16,4-4-18 0,0 0-7 0,5 13-15 15,1-7-9-15,6-4-22 0,7 1-37 0,3-3-51 16,6 1-58-16,4-4-67 0,6-2-72 0,-1-1-142 16,17-7-357-16,-7-4 157 0</inkml:trace>
  <inkml:trace contextRef="#ctx0" brushRef="#br0" timeOffset="87698.43">25106 10826 71 0,'2'-5'181'16,"1"-2"-3"-16,-1 0 5 0,-2 7 4 0,7-13 3 0,-5 9-6 15,-2 4-7-15,5-12-10 0,-5 7-6 0,0 5-6 16,2-8-7-16,-2 8-8 0,2-7-13 15,-2 7-8-15,0 0-7 0,3-5-8 0,-3 5-11 16,0 0-11-16,0 0-8 0,0 0-5 0,6-6-6 0,-6 6-10 16,0 0-7-16,0 0-5 0,0 0-3 0,0 0-5 15,0 0-2-15,0 0-6 0,0 0-2 16,0 0-2-16,0 0-4 0,0 0 0 0,0 0-2 0,0 0 0 16,0 0-3-16,0 0 0 0,0 0 2 0,0 0 3 15,0 0 6-15,0 0 2 0,0 0 0 0,0 0 9 16,0 0-6-16,0 0 2 0,0 0-2 0,0 0-1 15,5-3 2-15,-5 3-5 0,0 0-2 0,0 0 2 16,0 0-8-16,0 0 4 0,0 0-3 0,0 0-1 16,0 0-4-16,0 0 3 0,0 0-5 0,0 0-1 15,0 0-2-15,0 0 0 0,0 0 4 0,0 0-2 16,0 0-4-16,0 0 4 0,0 0-4 0,0 0 3 16,0 0 0-16,0 0 0 0,0 0 2 0,0 0 2 15,0 0 0-15,0 0 9 0,0 0-8 0,0 0 6 16,0 0 1-16,0 0-3 0,0 0 2 0,0 0 6 15,0 0 9-15,0 0-15 0,0 0 2 0,0 0 0 16,0 0-2-16,0 0 5 0,0 0 1 0,0 0 3 16,0 0-2-16,0 0 7 0,0 0-7 0,0 0-8 15,0 0 2-15,0 0-5 0,0 0-3 0,0 0-8 0,0 0 4 16,0 0-4-16,0 0-3 0,0 0 7 16,-16 17-4-16,7-9 15 0,-4 6-17 0,-3 7 1 0,0 1 2 15,-2 5-5-15,-2-3-2 0,2 2 0 0,0-3 4 16,0 4-2-16,-5-3-17 0,6 0 8 15,3-4 10-15,1-2-10 0,4-3-2 0,-1 0 5 16,4-1 0-16,0-3-13 0,3 2 17 0,-1-3-5 0,0-1 3 16,3-2 3-16,0 0-2 0,1-7 3 0,1 14 0 15,0-6 2-15,3-2 3 0,1-1-6 0,2-1 5 16,-2 1-10-16,4 0-6 0,-3-3 6 0,6 2 9 16,-6-3-8-16,-6-1 1 0,14 0-2 0,-14 0 6 15,12-3 0-15,-12 3-2 0,10-4 4 0,-8 0-5 16,-2 4 4-16,6-10-1 0,-4 6 0 0,-2 4-5 15,-4-12 7-15,4 12-9 0,-4-8 3 0,4 8-3 16,-8-8 5-16,8 8-4 0,-11-4 1 0,3 3-7 16,-3 1-1-16,-1 1-15 0,0 3-12 0,-1 0-22 15,2 1-28-15,-1-2-39 0,1 2-48 0,0 2-55 16,2-1-34-16,3-2-47 0,-2 2-180 0,4-1-533 16,4-5 236-16</inkml:trace>
  <inkml:trace contextRef="#ctx0" brushRef="#br0" timeOffset="88036.08">25172 11047 2249 0,'10'-15'71'0,"0"2"14"0,-4 2-13 15,-1 4-9-15,-1 0-18 0,1 3-11 0,-2-1-11 16,-3 5-2-16,4-4 5 0,-4 4 20 0,0 0 9 0,0 0-1 16,2 23 5-16,-4-9 2 0,0 3 2 0,0 2 0 15,1-1-8-15,1 1-2 0,1 0 1 16,3-1-6-16,-1-1-4 0,1 0-4 0,2-3-1 15,2 0-9-15,1 0 3 0,-1-5 0 0,0 0-5 0,5-4 0 16,0 4-5-16,1-5-4 0,1-1 4 16,3-5-1-16,-5 1-4 0,0-2 0 0,-1-2 9 15,-1-1 7-15,1-3-4 0,-5 0-4 0,3-3 2 16,-5 1 0-16,3-6 0 0,-3 0 4 0,0-2-4 0,-3 0 0 16,-1 0-9-16,-2-7 5 0,-5 8-8 0,0-2-4 15,1 4 4-15,-3-2 0 0,0 4-4 0,3 3-2 16,-7-1-5-16,-1-1-3 0,1 6 1 0,-3 4-6 15,-2 0-5-15,-3 2-18 0,1 5-24 0,-1 3-36 16,0-1-38-16,-3 5-41 0,-2 4-51 0,12-4-45 16,0 3-270-16,0-3-574 0,6 4 253 0</inkml:trace>
  <inkml:trace contextRef="#ctx0" brushRef="#br0" timeOffset="88343.42">25807 11117 64 0,'11'-3'267'0,"-11"3"-10"0,8 0-6 15,-8 0-10-15,0 0-6 0,8-1-12 0,-8 1-15 0,9-2-7 16,0 0-17-16,3 2-8 0,1-2-3 16,1 2-11-16,3-2-13 0,2 1-4 0,3 1-4 15,-4 0-6-15,2-1-14 0,-2 1-6 0,4 0-4 16,-3 0-7-16,0 1-20 0,-2-2-4 0,0-1-4 15,1 4-3-15,-5-2-3 0,-1-2 16 0,-3 2-23 0,-3-1 5 16,-6 1 5-16,12 0-7 0,-12 0-7 16,9-1-4-16,-9 1-5 0,0 0-6 0,0 0-2 15,9 0-5-15,-9 0-1 0,0 0-24 0,0 0-21 0,0 0-35 16,0 0-31-16,0 0-40 0,0 0-38 16,0 0-52-16,0 0-55 0,0 0-59 0,-32 6-275 15,24-4-642-15,-1 0 285 0</inkml:trace>
  <inkml:trace contextRef="#ctx0" brushRef="#br0" timeOffset="89265.89">26679 10814 46 0,'0'0'244'0,"0"-7"-11"0,0 7-4 0,0 0-12 16,0 0-10-16,-7-10-19 0,7 10-14 0,0 0-14 16,0 0-12-16,0 0-7 0,-15 6-7 0,15-6-6 15,-10 11-9-15,4-7-20 0,3 4-7 0,-1 3-1 0,2-3-5 16,0 2-10-16,2 3-6 0,2-2-8 15,4 5-5-15,-1-1-4 0,2 1-5 0,4-1-5 16,4-1-4-16,-1 0-3 0,0 0 2 0,2-1-7 0,3 5-4 16,-3-4-3-16,-2-3-4 0,0 0 0 0,-3 1-2 15,-5-3-2-15,4-2-2 0,-4 1 1 0,-4 0-4 16,3-3-2-16,-1 1 8 0,-4-6-5 16,-2 12 1-16,2-12 12 0,-9 11-13 0,-1-6-4 0,0-1 1 15,-3 2 2-15,-6-4-4 0,-1-1-18 16,0-1-17-16,-1-3-18 0,-1 1-28 0,-5-2-28 15,7 0-37-15,2-3-34 0,3-2-38 0,1-1-46 16,-2 0-166-16,5-2-458 0,2-1 203 0</inkml:trace>
  <inkml:trace contextRef="#ctx0" brushRef="#br0" timeOffset="89389.93">26741 10777 54 0,'12'-6'178'15,"-1"2"-2"-15,2 1-10 0,4 1-14 0,3-1-11 16,-1 3-15-16,2 3-16 0,2-1-14 0,4 3-36 15,2 1-47-15,-3-3-59 0,1 4-62 0,-6-2-79 16,10-1-202-16,1-1 90 0</inkml:trace>
  <inkml:trace contextRef="#ctx0" brushRef="#br0" timeOffset="89697.48">27416 10759 235 0,'0'0'228'0,"0"0"-7"0,0 0-8 0,0 0-12 16,-23 14-4-16,10-1 0 0,-6 8-14 0,2 0-6 16,-4 4-12-16,-1 3-14 0,0-1-15 0,3 2-12 15,0-1-13-15,3 1-8 0,1-1-11 0,1-3-11 16,3 0-8-16,3-3-5 0,2-3-13 0,8-4 8 16,-2 2-15-16,4-5-3 0,2-1-2 0,0-1-5 0,2 0-4 15,1-2-3-15,3 0-5 0,1-2 3 0,-1-2-10 16,-1-1 1-16,2-2-5 0,-1-1 3 15,-3-1-4-15,1-2 8 0,-2-1-10 0,-4 1-2 16,3-3 0-16,-5 0 1 0,-2 6-5 0,0-16-1 0,0 16-2 16,-9-14-10-16,-1 7-1 0,-4 0-23 15,-7 1-21-15,1 2-30 0,-7 3-36 0,-6 2-33 0,-3 3-39 16,3 0-57-16,-4 1-195 0,1 5-477 0,-2-3 211 16</inkml:trace>
  <inkml:trace contextRef="#ctx0" brushRef="#br0" timeOffset="90082.16">25176 11753 56 0,'-27'-10'308'0,"9"6"-32"0,5 0-26 0,2 2-18 16,4-1-13-16,1 0-20 0,6 3-19 0,0 0-14 16,0 0-8-16,37-8-12 0,3 8-11 0,26 0-6 15,36-1-10-15,9 2-6 0,10 1-9 0,3 1-8 16,5-3-10-16,5 6-3 0,0-3-7 0,4-3 0 16,7 0-8-16,1 0-7 0,-4 4-8 0,1-4-6 15,-5 3-2-15,-10-6 1 0,-9 1-9 0,-9 0-3 16,-11-1-1-16,-36-1-1 0,-7 1 4 0,-7 2 4 15,-15-2 2-15,-5 3-3 0,-10-2 10 0,-6 1 6 16,-1-1 8-16,-4 2 12 0,-2-1-7 0,-1-1-5 16,-5 2-11-16,6-7 2 0,-6 7-15 0,0 0 3 15,-9-12-22-15,-3 7-24 0,0-1-37 0,-5 1-27 16,-6 1-50-16,-2-4-48 0,-4 2-61 0,0 1-55 16,-3 1-301-16,3 4-631 0,-5-4 280 0</inkml:trace>
  <inkml:trace contextRef="#ctx0" brushRef="#br0" timeOffset="93610.07">25992 12041 132 0,'0'0'138'16,"0"0"-7"-16,0 0-3 0,4-5-7 0,-4 5-8 15,0 0-10-15,0 0 5 0,0 0-9 0,4-4 2 0,-4 4-8 16,0 0-5-16,0 0-7 0,0 0 0 16,0 0-8-16,7-4-5 0,-7 4-9 0,0 0 1 15,0 0-4-15,0 0-9 0,0 0 0 0,0 0 0 0,0 0-8 16,0 0 1-16,0 0 1 0,0 0-4 0,0 0 0 15,0 0 5-15,0 0-1 0,7-2-2 16,-7 2-3-16,0 0-1 0,0 0 0 0,0 0-1 16,0 0-2-16,0 0-3 0,0 0-2 0,0 0-4 0,0 0 0 15,0 0-1-15,0 0 1 0,0 0-3 0,0 0-3 16,0 0 0-16,-14 17-1 0,14-17-1 0,-4 6-4 16,4-6-1-16,-4 4 0 0,4-4-1 15,-5 5-1-15,5-5 0 0,-6 4-4 0,6-4 4 0,0 0-2 16,0 0 1-16,-2 9-3 0,2-9 1 0,0 0 1 15,0 0-6-15,-6 5 3 0,6-5-1 0,0 0 0 16,0 0 2-16,0 0-1 0,0 0-1 0,-2 6 2 16,2-6-2-16,0 0 0 0,0 0-3 0,0 0 5 15,0 0-3-15,0 0 6 0,0 0-5 0,0 0 0 16,0 0-2-16,0 0 2 0,0 0-1 0,0 0 3 16,0 0-5-16,0 0 0 0,0 0 2 15,0 0-1-15,0 0 3 0,0 0-3 0,0 0 0 0,0 0-3 16,0 0 4-16,0 0 1 0,0 0 1 0,0 0 0 15,0 0-3-15,0 0 3 0,0 0-2 0,10 7-2 16,-10-7 0-16,0 0 2 0,0 0-3 0,0 0 1 16,0 0 3-16,0 0 2 0,0 0-2 0,0 0 0 15,0 0-1-15,6 1 1 0,-6-1-2 0,0 0 0 16,0 0 0-16,0 0 3 0,0 0-4 0,0 0 5 16,0 0-4-16,0 0 1 0,0 0 1 0,0 0 0 15,0 0 0-15,0 0-2 0,0 0 2 0,0 0 2 0,0 0 3 16,0 0-6-16,0 0 2 0,0 0 1 15,0 0-1-15,0 0 2 0,0 0-4 0,0 0 0 16,0 0 1-16,0 0 3 0,0 0-4 0,0 0 2 0,0 0-2 16,0 0-3-16,0 0 3 0,0 0 1 15,0 0-7-15,0 0 4 0,0 0 3 0,0 0-1 16,0 0-1-16,0 0 2 0,0 0-2 0,0 0 0 16,0 0-2-16,0 0 4 0,0 0-1 0,0 0-1 0,0 0-2 15,0 0 4-15,0 0 1 0,0 0-4 0,0 0 3 16,0 0-1-16,0 0 0 0,0 0 3 0,0 0 2 15,0 0 0-15,0 0 3 0,0 0 1 16,0 0 0-16,7-12 2 0,-7 12-4 0,0 0-2 0,0 0 1 16,0 0 2-16,0 0 0 0,0 0 0 0,0 0 3 15,0 0 0-15,0 0 2 0,0 0-1 16,0-9-1-16,0 9 0 0,0 0-1 0,0 0 3 0,0 0-1 16,0 0 2-16,0 0-3 0,0 0 7 0,0 0-8 15,0-7-2-15,0 7-1 0,0 0-5 0,0 0 6 16,0 0 3-16,0 0-7 0,0 0 1 0,0 0-1 15,0 0 0-15,0 0-1 0,0 0 1 0,0 0-2 16,0 0 3-16,0 0-1 0,0 0 0 0,0 0-5 16,0 0 5-16,0 0-2 0,0 0 3 0,0 0-3 15,0 0 0-15,0 0 2 0,0 0 7 0,0 0-9 16,0 0-3-16,0 0 5 0,0 0 0 0,0 0 0 16,0 0-1-16,0 0 1 0,0 0-4 0,0 0 3 15,0 0 1-15,0 0 7 0,0 0-6 0,0 0 2 16,0 0 4-16,0 0-5 0,0 0 7 0,0 0-3 15,0 0 0-15,0 0 1 0,0 0-2 0,0 0 0 16,0 0 1-16,0 0-2 0,0 0 0 0,0 0 1 16,0 0-2-16,0 0 1 0,0 0 6 0,0 0-11 15,0 0 1-15,0 0-1 0,0 0-1 0,0 0 0 16,0 0-4-16,0 0 5 0,0 0-2 0,-18 15 3 16,11-6 4-16,-2 0-3 0,-2 0-5 0,-3 1 3 0,1 5 5 15,-1 0-4-15,1 1 14 0,-1-3-15 0,1 3 0 16,2-4 2-16,1 5 3 0,4-7-5 15,0 2 4-15,1 3 0 0,1-4-4 0,-2 1 1 16,5-1 0-16,-2-1-1 0,3 0 4 0,2-3-1 0,-2-7-3 16,3 12 2-16,4-7-1 0,-3 1-2 0,3-2 0 15,1-1 12-15,2 1-12 0,-1-1 0 0,4-2 1 16,-1 2-4-16,-1-2-2 0,-1 0 7 0,1 0-6 16,1 1 1-16,2 0-2 0,-5 2-1 0,0-1 2 15,0 2-3-15,-2-2 6 0,-1 3-1 0,1-1 3 16,-3 3-8-16,3-1 2 0,-2 0 1 0,-3 0-1 15,1 3 1-15,-1 1 0 0,-2-3-2 16,-2 2 4-16,-1-1 2 0,-1 1 8 0,-1 0-8 0,-4 1 0 16,-2 0 1-16,-3 0 0 0,1-1 0 0,-5-1-2 15,1-1 0-15,-2 0 2 0,4-2 7 0,-4-1-18 16,-1-2-6-16,3 0-6 0,3-3-19 0,-2 0-22 16,2-1-26-16,3-1-23 0,0-2-30 0,-1 1-40 15,2-4-21-15,3-3-32 0,3 1-32 0,-3-2-143 16,4-5-440-16,1 2 195 0</inkml:trace>
  <inkml:trace contextRef="#ctx0" brushRef="#br0" timeOffset="93763.57">25895 12191 1870 0,'9'-9'135'0,"-2"2"-62"0,2-1-48 0,-2 3-11 16,-1-1 0-16,-1 1-9 0,1 0 3 0,4 2 7 15,-2-3 3-15,3 4-1 0,3-1 0 0,-1 0 2 16,4 1-3-16,2 2-21 0,-1-1-21 0,1 1-27 15,-2-2-25-15,4 0-33 0,6-1-38 0,-5-1-155 16,-2 1-330-16,9-2 146 0</inkml:trace>
  <inkml:trace contextRef="#ctx0" brushRef="#br0" timeOffset="94128.49">26515 12069 209 0,'0'0'205'16,"0"0"-8"-16,0 0-5 0,-18 13 1 0,11-2 2 0,-4 3-7 16,0-2-8-16,-1 12-13 0,-3-4-4 0,-1 4-14 15,1 0-16-15,-1 0-7 0,3-2-13 0,1 2-11 16,1-2-10-16,5-4-5 0,0-2-7 16,0 1-9-16,5-5-6 0,1 4-10 0,3-4-2 0,-1 1-6 15,5-3-3-15,0-1-4 0,2 0 0 0,1-1-7 16,0-2-3-16,5-1-1 0,-3-1-5 0,6-2 2 15,0 0-7-15,-5-2 1 0,1-2-1 0,-1 0-1 16,-1-2 9-16,-1 0-12 0,-2-2 2 0,-1-1 5 16,0 0 3-16,-4-1 1 0,0 0 0 0,-6 1-1 15,0-6-1-15,-4 4 2 0,-2-3 3 0,-1 5-2 16,-2 0-7-16,-7 0-4 0,1 0 2 16,-2 3-1-16,-3 3-4 0,-6 1-3 0,9 1 2 0,-4 3-2 15,1 1-13-15,2-1-19 0,2 2-29 0,2 3-47 16,-2 0-60-16,0-1-73 0,3 1-73 0,0-1-187 15,4-4-531-15,-1 1 235 0</inkml:trace>
  <inkml:trace contextRef="#ctx0" brushRef="#br0" timeOffset="94934.67">28405 11062 90 0,'-10'-1'191'0,"10"1"-15"0,0 0-7 0,0 0-4 15,0 0-8-15,0 0-10 0,0 0-8 0,0 0-15 16,25 7-14-16,-10-7-10 0,5 1-6 0,2 2-17 16,6-3-20-16,-8 1-32 0,2 1-42 0,6 1-42 15,-9-1-39-15,0-1-43 0,-5 1-110 0,-2 0-273 16,-2-2 121-16</inkml:trace>
  <inkml:trace contextRef="#ctx0" brushRef="#br0" timeOffset="95100.63">28345 11275 52 0,'-6'6'166'0,"6"-6"-4"0,0 0-1 15,0 8 3-15,0-8-13 0,0 0-8 16,16 5-16-16,-4-2-12 0,8 1-9 0,-1-4-13 0,10 4-33 16,0-2-35-16,4 0-44 0,-1-1-50 0,5-1-34 15,-5 0-120-15,-1-2-241 0,1 1 107 16</inkml:trace>
  <inkml:trace contextRef="#ctx0" brushRef="#br0" timeOffset="95870.31">29237 10939 151 0,'3'-10'230'0,"-2"1"-6"15,3 2-11-15,-2 1-10 0,-2 6-4 0,3-13-11 16,-2 9-6-16,-1 4-3 0,3-9-20 0,-3 9-8 16,2-7-9-16,-2 7-18 0,0 0-12 0,3-7-11 15,-3 7-13-15,0 0 6 0,0 0-20 0,0 0-5 16,0 0-9-16,1-8-5 0,-1 8 1 0,0 0-18 16,0 0-1-16,0 0-2 0,0 0-4 0,0 0 0 15,0 0-4-15,0 0-4 0,0 0 5 0,0 0-10 16,0 0-1-16,0 0-1 0,0 0-3 0,7-2 6 15,-7 2-5-15,0 0-6 0,0 0 5 0,0 0 2 16,0 0-5-16,0 0 0 0,0 0 1 0,0 0 2 16,0 0 6-16,0 0-3 0,0 0 8 0,0 0 0 0,0 0 3 15,0 0 0-15,0 0-2 0,0 0 1 0,0 0-5 16,0 0 19-16,0 0-10 0,0 0-9 0,0 0 2 16,0 0 3-16,0 0-3 0,0 0-2 15,0 0 0-15,0 0-3 0,0 0-1 0,0 0-7 0,0 0 1 16,0 0 1-16,0 0-11 0,0 0 2 0,0 0 2 15,0 0-1-15,0 0-3 0,0 0 4 16,0 0-3-16,0 0-3 0,0 0 0 0,0 0 2 16,0 0-2-16,0 0 0 0,-4 30 2 0,2-20-2 0,1 6 7 15,1-3-4-15,-2 4-4 0,2-1 4 0,-2 0 4 16,0 0-1-16,0 0-6 0,1-3 3 0,0-1-2 16,1 0 0-16,-1 0 1 0,2 0 0 0,0-2 2 15,3 0 10-15,-1-1-11 0,-1-1 0 0,3 1 4 16,0-4-8-16,4 2 8 0,-1-1-2 0,2-2 5 15,4 0-9-15,-1-1 5 0,5-3-5 0,0 0 1 16,1 0-7-16,0 0 5 0,-1-4-4 0,1 0 5 16,-1-1 0-16,1-1-1 0,-1-1-4 0,-6 1 3 15,3-4-4-15,0 1 7 0,-3-3 0 0,1 0-6 16,-2 0 0-16,-3-1 3 0,-1-3 6 0,-2 4-6 16,1-3-2-16,-2-1 5 0,-1 0 4 0,-3 1-2 15,2 5 1-15,-2-2 1 0,0 1 1 0,0 4 5 16,0 7 1-16,-2-13 1 0,2 13-3 0,0-10-1 15,0 10-4-15,0 0-1 0,-2-7-2 0,2 7 0 16,0 0 6-16,0 0-3 0,-12 27-1 0,10-10 12 16,-8 2-8-16,2 10 3 0,-1-1-2 0,-3 2-5 15,3-2 6-15,0 1-2 0,2-1-6 0,-1-3 5 0,3 0 2 16,1-6-1-16,0 1-3 0,-1 3 4 0,4-4-12 16,0-3-22-16,-2 3-20 0,2-3-22 0,-3 1-27 15,2-6-43-15,0 6-38 0,0-4-40 16,-1-3-46-16,-2 0-44 0,0 0-179 0,0-1-524 15,-4 1 232-15</inkml:trace>
  <inkml:trace contextRef="#ctx0" brushRef="#br0" timeOffset="96108.66">29075 11559 106 0,'-7'-3'217'15,"7"3"-17"-15,0 0-15 0,0 0-9 0,0 0-11 16,28 6-12-16,-6-4-7 0,11-1-9 0,4 3-9 16,16 2-9-16,-1-4-6 0,1 0-10 0,-1 1-3 15,-2 0-7-15,0-3-12 0,-12 0-3 0,2 0-8 16,-3-1-7-16,-3-1-7 0,-4 5-8 0,-5-2-11 16,-4-1-23-16,-10 0-26 0,2 1-36 0,-5-1-39 15,1 2-38-15,-9-2-18 0,11 1-29 0,-11-1-162 16,0 0-362-16,0 0 161 0</inkml:trace>
  <inkml:trace contextRef="#ctx0" brushRef="#br0" timeOffset="96425.68">29177 11807 129 0,'-18'3'246'0,"-1"4"-10"16,2-1-11-16,-1 1-9 0,3 0-12 0,4 1-16 15,0 0-13-15,1 4-13 0,4-2-8 0,1 1-15 16,2 0-17-16,3 1-10 0,3 4-9 16,3 0-8-16,2 1-7 0,2-3-8 0,2 1-6 0,3-1 4 15,4 4-12-15,-4-4-4 0,4 5-1 16,-4-9-6-16,1 4-3 0,-3-3 7 0,0 0-15 0,-3-2 0 16,-1-2-3-16,-1 1-7 0,-2-1-1 15,0 1-2-15,-2-2 0 0,-1-1-2 0,-3-5 5 0,2 11-3 16,-2-11 1-16,-5 9-5 0,-1-5 1 0,-6 1-3 15,-1-1-8-15,-6-1-2 0,3-2-7 0,-3 1-18 16,-3-3-26-16,3-1-23 0,-1 0-24 0,1-2-35 16,0-1-26-16,1-1-34 0,5-3-38 0,2 0-28 15,2 0-190-15,1-2-468 0,4-1 208 0</inkml:trace>
  <inkml:trace contextRef="#ctx0" brushRef="#br0" timeOffset="96568.31">29197 11839 197 0,'11'-4'194'16,"4"2"-15"-16,2 0-17 0,2-2-9 0,4 3-15 16,5-1-12-16,-9 0-10 0,9 1-20 0,-6 1-30 15,0-2-47-15,3 0-64 0,-3-1-30 0,6 2-48 16,-8 1-78-16,-1-2-217 0,1-2 96 0</inkml:trace>
  <inkml:trace contextRef="#ctx0" brushRef="#br0" timeOffset="96861.55">29748 11769 66 0,'-9'-11'215'0,"9"11"-5"0,-10-3-8 0,10 3 5 16,-13 4-4-16,3-1 0 0,-1 4-3 0,-5 3 8 15,2 2-13-15,-1 4-12 0,-4 1-17 0,1 4-9 16,1-1-16-16,3 2-7 0,-2 2-10 16,1-2-8-16,5-5-17 0,3 1-6 0,1-1-8 0,4-1-14 15,-1 0-3-15,3-3-7 0,4-2-2 0,1 0 9 16,0-1-21-16,2-1-5 0,3 1-3 0,0-3-2 15,2-1 0-15,0-4-9 0,0 3-1 0,1-5-6 16,-2 2-1-16,0-4 3 0,-1-1-1 0,-3 1 0 16,0-1 13-16,-2-2-8 0,-1-1 3 0,2 0 3 15,-3-1-1-15,-3 7-10 0,-2-12 11 0,2 12-13 16,-6-12-4-16,-2 3-2 0,1 5-3 0,-4-1-1 16,0 2-7-16,-2 0-13 0,-1 4-18 0,-5-1-25 15,-1 1-43-15,-3 4-53 0,-5 0-67 0,8-2-76 16,-9 2-266-16,1 1-603 0,5-3 268 0</inkml:trace>
  <inkml:trace contextRef="#ctx0" brushRef="#br0" timeOffset="97407.08">30858 11521 52 0,'-7'-2'247'0,"7"2"-9"0,-15-1-13 0,7 1-8 0,8 0-17 16,-10-1-17-16,10 1-14 0,0 0-15 0,-11 1-19 15,11-1-10-15,0 0-11 0,0 0-8 0,0 0-13 16,0 0-7-16,21 11-8 0,-8-8-11 0,6-2-24 15,0 2-24-15,2 0-31 0,1 1-36 0,-2-1-36 16,-2 0-31-16,2-2-41 0,-2 3-35 0,-6 0-134 16,-3 0-350-16,-3-2 155 0</inkml:trace>
  <inkml:trace contextRef="#ctx0" brushRef="#br0" timeOffset="97554.19">30841 11671 101 0,'-6'2'171'15,"6"-2"4"-15,-5 5-3 0,5-5-8 0,0 0-10 0,0 0-13 16,19 7-12-16,-9-6-12 0,10 0-17 16,1 0-28-16,10-1-25 0,-1-1-55 0,3-1-44 15,2-1-53-15,-2 1-125 0,-4-2-249 16,0-3 110-16</inkml:trace>
  <inkml:trace contextRef="#ctx0" brushRef="#br0" timeOffset="100371.73">29651 10978 39 0,'5'-5'67'0,"-5"5"-6"0,7-5-3 16,-1 4-2-16,-6 1-5 0,11-7-1 16,-5 3 2-16,0 3-9 0,1-1 1 0,-7 2-3 15,10-5 2-15,-5 3-4 0,-5 2 0 0,10-3 0 0,-10 3 4 16,8-4 6-16,-8 4-4 0,9-3 10 0,-9 3-7 15,3-4-1-15,-3 4 13 0,0 0-3 16,0 0-1-16,7-3 6 0,-7 3-6 0,0 0-6 0,0 0-6 16,0 0-1-16,0 0-5 0,0 0-1 0,0 0-7 15,0 0-1-15,0 0 9 0,-14 19 2 16,1-5 0-16,-5 6 0 0,-2 3 1 0,-2 2-8 0,-4 3 1 16,-7 5-5-16,1 4-2 0,0-1 0 0,6-10-2 15,-6 10-5-15,-2 0-6 0,6-13-25 0,-8 11-34 16,10-8-29-16,-1-3-42 0,1 3-174 0,-11 6-312 15,13-11 139-15</inkml:trace>
  <inkml:trace contextRef="#ctx0" brushRef="#br0" timeOffset="100653.96">30111 10643 179 0,'5'-10'209'0,"-1"3"-17"0,0 3-25 16,-1 0-25-16,-3 4-4 0,0 0-10 16,0 0 2-16,0 0-2 0,2 25-12 0,-3-8-7 0,0 10-10 15,-2-1-9-15,-1 3-13 0,2 2-4 0,0 1-6 16,2 0-11-16,-1 2-5 0,1-1-10 0,1-1-26 15,3 0-25-15,1 0-23 0,1 0-39 0,0-3-35 16,-1 0-34-16,-1-3-167 0,-3 1-332 16,2-2 147-16</inkml:trace>
  <inkml:trace contextRef="#ctx0" brushRef="#br0" timeOffset="101056.66">29719 11690 180 0,'0'0'188'0,"-20"27"-16"16,4-14-9-16,-7 7-9 0,-2 1-16 0,-3 1-13 15,-12 7-11-15,0 0-12 0,2 2-12 16,-6 0-3-16,-2 0-11 0,-1 0-10 0,-3 2-14 0,2-6-24 16,-3 4-21-16,-1-4-42 0,0 3-23 0,0-2-34 15,2 2-43-15,-3-3-102 0,2 0-257 0,1-1 113 16</inkml:trace>
  <inkml:trace contextRef="#ctx0" brushRef="#br0" timeOffset="102392.12">29957 12254 98 0,'2'-4'115'0,"-2"4"-1"15,7-7-8-15,-7 7 3 0,5-6-6 0,-5 6-9 16,5-4 4-16,-5 4 1 0,4-5-5 0,-4 5 0 0,0 0 0 16,3-6-4-16,-3 6-5 0,0 0 3 0,0 0-4 15,0 0-3-15,0 0-1 0,4-5-7 16,-4 5-2-16,0 0-8 0,0 0-2 0,0 0-1 0,0 0-5 16,0 0-2-16,0 0-8 0,0 0-6 0,0 0-5 15,0 0-1-15,0 0-7 0,0 0-1 16,0 0-7-16,0 0 4 0,0 0 3 0,0 0 4 15,8 18 1-15,-8-8 5 0,0 1 1 0,1 5 0 16,-1 2 0-16,0 0-1 0,-1 1-4 0,1-1 4 0,-5 6 0 16,3 0-1-16,0-6-1 0,1 1-1 0,-2 0-4 15,-1 5-1-15,3-6-3 0,1 0-1 0,-2-2-4 16,-1 0-1-16,2 0 17 0,-1-4-4 0,1 0-3 16,2-2-2-16,-1 2 0 0,2-4-4 0,-1 2-2 15,0-4-4-15,2 0-4 0,-2 1-11 0,2-1-15 16,-3-6-26-16,5 9-27 0,-5-9-27 0,1 7-33 15,-1-7-36-15,0 0-34 0,0 0-45 0,-6 7-138 16,6-7-412-16,0 0 183 0</inkml:trace>
  <inkml:trace contextRef="#ctx0" brushRef="#br0" timeOffset="103454.78">30235 12194 36 0,'0'0'186'0,"1"-8"4"16,-1 8-3-16,0 0-5 0,3-5-12 0,-3 5-12 15,0 0-6-15,0 0-9 0,0 0-13 0,3-9-9 0,-3 9-8 16,0 0-6-16,0 0-15 0,0 0-7 15,0 0-5-15,0 0-8 0,0 0-7 0,0 0-4 16,0 0-7-16,0 0-5 0,0 0-2 0,0 0 6 16,0 0-10-16,0 0-2 0,0 0-3 0,0 0-2 0,9 15 4 15,-11-4-10-15,5-4 2 0,-3 3 2 0,0-2-4 16,0 4 8-16,0-2-11 0,-1 2-3 16,2 0-1-16,-1 4-2 0,0-3-5 0,1 0 4 15,0-2-2-15,2 0-3 0,-1 2-1 0,1-2 1 0,0 0-2 16,-1-3-3-16,3 2-2 0,-2-3 4 0,1-2-1 15,-2 0-4-15,3 0 0 0,2-1-2 0,-4 1 2 16,4-1 4-16,-2-2-5 0,-5-2 1 16,8 3 1-16,-1-3-1 0,-7 0-3 0,12-2 3 0,-12 2-1 15,13-3-2-15,-6-3 1 0,-2 3 11 0,-1-2-14 16,4-6 1-16,-2 5-2 0,2-3 1 0,-3 0 0 16,0 1 3-16,-1-3-6 0,0 1 7 0,0 4 4 15,-2 1 8-15,2-1 0 0,-4 6-3 0,5-8-1 16,-5 8-5-16,3-7-4 0,-3 7 4 0,0 0-2 15,0 0 6-15,0 0 2 0,6 17-2 0,-6-8 6 16,0 4-1-16,-1 5-1 0,0-1-3 0,1 3-3 16,-3-1 3-16,4 1-5 0,-1 5-2 0,0-7-9 15,-1 8-15-15,0-7-36 0,-2 2-39 0,-1 2-61 16,-2-5-42-16,4-1-48 0,-4-2-219 0,0 0-500 16,-2-2 222-16</inkml:trace>
  <inkml:trace contextRef="#ctx0" brushRef="#br0" timeOffset="106174.34">31746 11139 69 0,'-14'-2'127'0,"7"0"0"0,7 2-14 16,-12-2 2-16,12 2-5 0,-12 0-5 0,12 0-2 0,-10 2-4 15,10-2-4-15,-7 1-6 0,7-1-8 0,0 0-8 16,-11 1 0-16,11-1-5 0,0 0 1 0,0 0 0 16,0 0 1-16,0 0-5 0,0 0 7 0,0 0-6 15,0 0-4-15,22 12 0 0,-8-12-10 0,-1 1-4 16,6 0-6-16,-1 0-3 0,-1 0-1 0,0 0 3 16,-2-1-11-16,3 0-4 0,-6 0 1 0,-1 0-7 15,2 3-2-15,-4-3-1 0,-1 2 2 0,-2-2-7 16,3 1-3-16,-3 1 3 0,-6-2-2 15,9 2-1-15,-9-2-1 0,8 3-5 0,-8-3 3 0,0 0 0 16,9 2-5-16,-9-2 3 0,4 4 2 0,-4-4-1 16,2 6 5-16,-2-6-4 0,0 10 5 0,0-10-2 15,-1 15-1-15,-2-9 8 0,2 3-10 0,-1 2 5 16,-1 0 3-16,-1 1-1 0,1 4 4 0,-1 1-1 16,-1 2 3-16,-3 6 8 0,3 1-1 0,-3-1-1 15,2 1-1-15,1-3-5 0,-2 2 1 0,2 1-3 16,-1-7-1-16,3-1 1 0,-3 1-2 0,3-1-4 15,1 2 0-15,-4-3 1 0,4-1-2 0,1-3-14 16,-2-1-17-16,-2-1-34 0,3 0-27 0,0-4-32 16,0 3-28-16,2-10-30 0,-4 9-31 0,3-4-148 15,1-5-379-15,0 0 167 0</inkml:trace>
  <inkml:trace contextRef="#ctx0" brushRef="#br0" timeOffset="106349.93">31770 11446 152 0,'0'0'163'0,"0"0"-12"0,9-5-13 0,-9 5-5 16,13 2-17-16,-3 2-6 0,0-4-20 16,3 2-37-16,-13-2-30 0,33 1-42 0,-14-2-40 0,1 2-30 15,-4-1-72-15,-2 0-173 0,3-1 76 0</inkml:trace>
  <inkml:trace contextRef="#ctx0" brushRef="#br0" timeOffset="106508.7">32100 11490 80 0,'0'0'201'0,"0"0"-1"0,0 0-2 0,5 4-5 16,-5-4-11-16,0 0-16 0,0 0-17 0,0 0-16 15,0 0-11-15,0 0-15 0,0 0-32 0,0 0-31 16,0 0-28-16,0 0-35 0,0 0-46 0,0 0-19 15,0 0-44-15,10 7-134 0,-10-7-283 0,0 0 124 16</inkml:trace>
  <inkml:trace contextRef="#ctx0" brushRef="#br0" timeOffset="109586.8">31833 11483 19 0,'0'0'34'0,"0"0"2"16,0 0-16-16,0 0 2 0,-8-2-8 0,8 2-8 16,0 0-19-16,0 0-10 0,0 0-26 0,0 0 12 15</inkml:trace>
  <inkml:trace contextRef="#ctx0" brushRef="#br0" timeOffset="113963.88">27824 11495 172 0,'0'0'172'0,"0"-8"-4"16,0 8-10-16,-4-6-6 0,4 6-10 0,-3-6-10 16,3 6-5-16,0 0-6 0,-6-7-10 0,6 7-8 15,-3-6-13-15,3 6-7 0,0 0-1 0,0 0-4 16,-6-4-4-16,6 4-4 0,0 0-7 0,0 0-5 16,0 0-5-16,0 0-10 0,-8-4-1 0,8 4-9 15,0 0-4-15,0 0-2 0,0 0-2 0,0 0 1 16,0 0 3-16,0 0 5 0,0 0 3 0,9 31-2 15,-5-22 2-15,0 1 0 0,1 0-3 0,3 2 2 16,-1 2-3-16,-2-3-2 0,1 2-1 0,3 1-5 16,-2 0-1-16,-2-3-6 0,3 4 2 0,-3-3 0 15,0-3-4-15,4 7 4 0,-3-6-19 0,1 1-14 16,-2 0-22-16,1-4-33 0,1 3-32 0,-2-1-35 0,-1-4-38 16,1 1-33-16,-5-6-165 0,1 11-401 15,-1-11 178-15</inkml:trace>
  <inkml:trace contextRef="#ctx0" brushRef="#br0" timeOffset="114198">27941 11471 44 0,'2'-9'206'0,"-2"9"-18"15,3-4-7-15,-3 4-15 0,0 0-5 0,0 0 1 16,0 0 2-16,0 0 5 0,-5 25-20 0,3-15-12 15,-2 2-12-15,-1 5-6 0,1 0-21 0,-6 2-6 16,6-2-11-16,-1-1-6 0,-3 3-8 0,1-1-14 16,-1 0-20-16,0-2-23 0,5 0-37 0,-5 0-30 15,2 1-33-15,1-6-25 0,-2-1-36 0,4-1-38 16,-1 1-120-16,0-2-334 0,0-2 147 0</inkml:trace>
  <inkml:trace contextRef="#ctx0" brushRef="#br0" timeOffset="114420.01">28011 11443 69 0,'4'-10'246'0,"-1"5"-25"0,-1 0-20 0,-2 5-18 16,0 0-8-16,6-4 1 0,-6 4-1 0,0 0 3 0,1 22-17 15,0-5 2-15,-2 1-22 0,-3 11-14 0,-1-2-6 16,2 3-14-16,-6-1-9 0,4 1-11 15,1-1-11-15,2-3-3 0,-2-5-8 0,1-2-14 16,2-2-23-16,1 3-25 0,0-1-42 0,0-2-35 0,-1-1-53 16,2-6-51-16,2 1-60 0,-6-2-141 0,4-3-409 15,-1-6 181-15</inkml:trace>
  <inkml:trace contextRef="#ctx0" brushRef="#br0" timeOffset="114902.09">28139 11620 126 0,'0'0'219'0,"0"0"-24"0,0 0-9 0,0 0 4 15,0 0-3-15,0 0-18 0,0 0-9 0,3 19-14 16,-3-19-10-16,0 17-17 0,2-8-12 0,-2 1-7 16,0 0-10-16,2-1-7 0,2 0-7 0,-2-3-9 15,-1 3-6-15,3-4-7 0,0 2-3 0,1-2-6 16,-1-1-2-16,1 0-3 0,-5-4 1 0,6 6-6 15,-6-6-1-15,7 1-7 0,-7-1-2 0,0 0 0 16,0 0-3-16,10-10-4 0,-6 5 3 0,-4 5-4 16,5-11-1-16,-4 5-5 0,2-1 1 0,1-3-2 15,0 3 2-15,-2-2-8 0,1-1 2 0,3 0-6 16,-2 3-2-16,0 0 0 0,2 1-4 0,-2 0-2 0,1 3 0 16,3 0 1-16,-8 3-2 0,11 2 4 15,-11-2-2-15,9 4-1 0,-4 1 1 0,1 1 1 0,-3 2-1 16,1-3 3-16,0 4 1 0,1 0 2 0,-1 1-1 15,0-4-1-15,2 4 6 0,-2-3-6 16,0-3 4-16,0 2-4 0,-1 0 7 0,1-3 0 16,-4-3-3-16,9 6 5 0,-4-4-2 0,-5-2 0 0,9 0-2 15,-9 0-2-15,11-5 1 0,-11 5 2 0,4-8 2 16,-1 2 3-16,-3 6 3 0,5-11-1 16,-4-3 2-16,1 7-6 0,-2-5 6 0,0 6-4 15,-3-4-3-15,-2 1 0 0,1-1-1 0,1-1 2 0,-4 4-5 16,2 0-1-16,-3-2-10 0,4 4-18 0,-4 2-14 15,8 3-24-15,-13-1-23 0,2 2-27 0,0 2-34 16,2 0-21-16,-4 3-45 0,3-1-139 0,-1 0-382 16,5 0 169-16</inkml:trace>
  <inkml:trace contextRef="#ctx0" brushRef="#br0" timeOffset="115578.55">30029 11507 153 0,'0'0'182'15,"0"0"-13"-15,3-9-13 0,-3 9-4 0,0 0-3 16,0 0-2-16,0 0-3 0,0 0-9 0,17 14-5 15,-11-5-10-15,2 0-11 0,-2 1-6 0,3 0-14 0,1 2-5 16,1 3-9-16,-3-5-7 0,-1 0-7 16,0 1-6-16,3 0-6 0,0 2 0 0,-1-3-17 15,-2 1-16-15,1-3-27 0,1 2-32 0,-1-3-30 16,-3 1-37-16,1-3-28 0,-1-1-34 0,-1 1-142 16,0-1-339-16,-4-4 150 0</inkml:trace>
  <inkml:trace contextRef="#ctx0" brushRef="#br0" timeOffset="115766.13">30261 11517 104 0,'0'0'183'0,"0"0"-3"0,-9-4-7 0,9 4-16 0,0 0 3 16,-16 6-6-16,6 1-13 0,-2 4-9 0,-1 1-7 15,-4 3-16-15,0 3-10 0,-3 5-9 0,2-2-9 16,0-1-10-16,-1 2-18 0,2 0-29 0,1-1-39 15,2-2-38-15,1-4-49 0,5-2-43 0,-1 1-143 16,3-4-310-16,1-1 138 0</inkml:trace>
  <inkml:trace contextRef="#ctx0" brushRef="#br0" timeOffset="116005.74">30345 11459 14 0,'0'-5'256'0,"0"5"-28"16,3-11-23-16,-3 11-23 0,2-3-6 0,-2 3 0 15,0 0-14-15,0 0-4 0,0 0-12 0,-3 36-11 16,1-17-9-16,0-1-7 0,-1 2-17 0,-1 7-10 16,5-6-10-16,-6 3-4 0,4 1-8 0,-2 1-6 15,1-7-13-15,-2 0-21 0,-1 1-23 0,1-2-31 16,3-1-38-16,-2-4-32 0,1 1-34 0,-1-2-25 15,2-2-20-15,-2 0-165 0,2 1-366 0,1-4 162 16</inkml:trace>
  <inkml:trace contextRef="#ctx0" brushRef="#br0" timeOffset="116669.76">30418 11645 156 0,'0'0'198'0,"1"-8"-7"16,-1 8-21-16,1-10-15 0,-1 10-16 15,0 0-12-15,0 0-6 0,0 0 1 0,0 0 2 16,0 0-4-16,0 0-6 0,-5 31-14 0,4-21-9 0,2 0-12 16,-1-2-5-16,-1 1-7 0,4 1-2 0,-2-1-8 15,0-1-2-15,0 2-5 0,3-2-7 0,0-2 2 16,1 0 6-16,1-1-5 0,4-2 5 16,-4-1-4-16,2 0-2 0,6-1-3 0,-3-4-10 0,7 1-1 15,-5 0-2-15,0-3-5 0,3-1 2 0,-4 0-4 16,-1-2 0-16,0 3 4 0,-1-2-9 15,0 0-4-15,-4 0 7 0,2-3-6 0,-3 1-2 16,4 1-2-16,-5-3-2 0,0 0 2 0,0 0-5 0,-3 3 0 16,1-4 1-16,-2 3-1 0,0-1-3 0,-1-1 0 15,0 0 6-15,0 3-5 0,-3 2-2 0,0-2-1 16,1 0 4-16,1 2-4 0,2 6-3 0,-8-9 3 16,4 4 2-16,4 5-1 0,-6-5-3 0,6 5-1 15,-5-5 5-15,5 5-3 0,0 0 3 0,-7-3-2 16,7 3-2-16,0 0-2 0,-5-6 1 0,5 6-8 15,0 0-3-15,0 0 5 0,0 0 2 0,0 0-4 16,0 0 3-16,0 0 2 0,27 6 4 0,-15-3-4 16,-2-2 1-16,3 4 1 0,-1-2 0 0,0 1-1 15,2 0-1-15,-2 2 1 0,-3-2 0 0,1 2 2 16,-3 0 0-16,1 4-1 0,-3-3-1 0,0 1 4 16,0 0-1-16,-1 3-1 0,-1-1 2 0,-2-1 2 15,-1 2-1-15,-1 0-3 0,-1 0 3 0,1 0 3 16,-1 0-1-16,0 0-1 0,0 0 1 0,-2-2 1 15,3 0-3-15,0 0 0 0,1-2 3 0,0-7-3 0,2 13 4 16,3-8-2-16,-2 0 1 0,2 1-1 16,4-2 7-16,-3-1 10 0,6-1 1 0,-1-1-1 15,-1 0-3-15,2-2 0 0,1 0-2 0,1-1-1 16,-2-2-4-16,0 0 1 0,-2-3 3 0,-1 1-2 16,0-2-2-16,-1-1-1 0,-5 0-3 0,0-2 7 0,-2 1 4 15,-1 0-5-15,-4-6 1 0,-1 6 1 16,-7-5-3-16,1 3-4 0,4 4 5 0,-7-3-6 15,1 1 0-15,-2 2-4 0,3 2 2 0,-2 2-17 16,3 1-20-16,-1 1-19 0,1 0-32 0,2 3-33 0,9-1-42 16,-19 3-40-16,12-1-42 0,7-2-154 0,-12 2-429 15,12-2 190-15</inkml:trace>
  <inkml:trace contextRef="#ctx0" brushRef="#br0" timeOffset="116843.29">31106 11605 2169 0,'0'0'98'0,"6"-5"-23"16,-6 5-36-16,0 0-19 0,0 0 7 0,0 0 2 16,0 0 15-16,-14-14 4 0,14 14-1 15,-7-2 0-15,7 2 1 0,-8-2-3 0,8 2-11 0,0 0-3 16,0 0-8-16,0 0-19 0,0 0-43 0,0 0-42 16,-11 10-62-16,11-10-50 0,0 0-203 0,2 9-428 15,-2-9 190-15</inkml:trace>
  <inkml:trace contextRef="#ctx0" brushRef="#br0" timeOffset="117547.62">32206 11449 7 0,'0'0'219'0,"1"-8"-12"0,-1 8-15 15,0 0-10-15,0 0-12 0,0 0-18 0,0 0-17 16,0 0-11-16,0 0-12 0,1-8-15 0,-1 8-11 15,0 0-14-15,0 0-16 0,0 0-26 0,0 0-22 16,0 0-31-16,0 0-27 0,0 0-18 0,0 0-44 0,0 0-27 16,0 0-105-16,0 0-262 0,0 0 116 15</inkml:trace>
  <inkml:trace contextRef="#ctx0" brushRef="#br0" timeOffset="118145.11">31810 11678 152 0,'-8'3'152'0,"-3"-2"-10"0,2 0-5 16,1 2-5-16,-5-2-8 0,3 0-1 0,2 2 0 16,8-3-8-16,-15 3-2 0,9-3-4 15,6 0-5-15,-9 3-6 0,9-3-2 0,-9 0 1 0,9 0-8 16,0 0-3-16,0 0-3 0,0 0-5 0,0 0-3 16,0 0-9-16,37 7-4 0,-15-7-5 0,9 3-6 15,6-3-5-15,2 0-2 0,13 0-2 0,2-2-10 16,-2 1-16-16,2 2-17 0,3-2-31 0,-1 0-31 15,-3-1-41-15,2 1-33 0,-4-2-25 0,-1 3-31 16,-13 0-133-16,1-3-352 0,-1 1 156 0</inkml:trace>
  <inkml:trace contextRef="#ctx0" brushRef="#br0" timeOffset="118641.42">33016 11350 47 0,'0'0'223'0,"0"0"-12"0,0 0-11 15,0 0-9-15,0 0-11 0,-40-30-15 0,40 30-9 16,0 0-10-16,0 0-11 0,0 0-10 0,-72 42-11 0,51-26-11 16,0 3-6-16,0 6-13 0,-1-4-4 15,3 0-9-15,-2 1-9 0,5 0-6 0,-3 0-6 16,1-2-15-16,4-5-25 0,1 1-27 0,-1 0-27 15,1-2-29-15,1 2-51 0,0-4-31 0,3-2-46 16,-4 2-121-16,4-6-347 0,2-1 154 0</inkml:trace>
  <inkml:trace contextRef="#ctx0" brushRef="#br0" timeOffset="118823.58">32642 11361 154 0,'5'-3'136'15,"-5"3"-21"-15,0 0-22 0,0 0-31 0,0 0-39 16,0 0-35-16,0 0-38 0,0 0-38 0,0 0-93 16,64 32 42-16</inkml:trace>
  <inkml:trace contextRef="#ctx0" brushRef="#br0" timeOffset="118965.22">33034 11635 2 0,'0'0'52'0,"0"0"-28"0,0 0-37 0,0 0-15 15,0 0 7-15</inkml:trace>
  <inkml:trace contextRef="#ctx0" brushRef="#br0" timeOffset="119185.27">31981 11997 100 0,'55'0'110'0,"-1"-3"-30"15,10-5-28-15,-1 3-28 0,27-5-28 0,-28 3-57 0,1 5-65 16,-2-6 29-16</inkml:trace>
  <inkml:trace contextRef="#ctx0" brushRef="#br0" timeOffset="120706.65">31995 11503 135 0,'0'0'217'0,"0"0"-3"0,0 0-6 16,0 0-11-16,0 0-1 0,0 0-9 0,0 0-12 15,0 0-17-15,0 0-14 0,0 0-14 0,0 0 6 16,0 0-12-16,0 0-17 0,24 2-8 0,-24-2-12 16,0 0-5-16,0 0-11 0,8 2-4 0,-8-2-10 15,0 0-12-15,0 0-18 0,0 0-29 0,6 1-33 16,-6-1-42-16,0 0-43 0,0 0-52 0,8 2-61 16,-8-2-138-16,0 0-402 0,9 2 179 0</inkml:trace>
  <inkml:trace contextRef="#ctx0" brushRef="#br0" timeOffset="121119.69">32160 11493 103 0,'0'0'260'0,"-8"-3"-7"16,2 0-3-16,6 3-13 0,-7-4-14 0,7 4-12 16,0 0-18-16,-10-5-12 0,10 5-12 0,-5-3-11 15,5 3-13-15,0 0-6 0,0 0-8 0,-9-3-9 16,9 3-3-16,0 0-5 0,0 0-10 0,0 0-6 15,0 0-11-15,0 0-8 0,-6-3-1 0,6 3-16 16,0 0-1-16,0 0-3 0,0 0-8 0,0 0-7 16,0 0-7-16,0 0 2 0,0 0-8 0,0 0-6 15,0 0 1-15,0 0-4 0,0 0-4 0,0 0-2 16,0 0-3-16,0 0 0 0,0 0-5 0,0 0-9 16,0 0-16-16,0 0-21 0,0 0-23 0,0 0-24 15,-12 8-30-15,12-8-39 0,0 0-44 16,-5 6-37-16,5-6-38 0,-2 5-189 0,2-5-503 0,0 0 223 15</inkml:trace>
  <inkml:trace contextRef="#ctx0" brushRef="#br0" timeOffset="121332.21">32437 11250 8 0,'3'-7'299'15,"-1"3"-27"-15,-2 4-30 0,7-7-17 0,-7 7-1 16,0 0 3-16,0 0-7 0,0 0-2 0,-2 27-18 16,-1-9-21-16,-2 1-14 0,-1 5-23 0,0 3-10 15,-4-1-15-15,3 0-17 0,4 3-36 0,-5-2-36 16,4 0-55-16,-2-1-60 0,3 1-51 0,3-9-62 16,-1 1-235-16,-5 0-472 0,4-5 209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8T11:01:06.7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20061 4723 8 0,'0'0'19'0,"0"0"-4"0,0 0-1 16,-10 0-1-16,10 0-6 0,0 0 3 15,0 0-3-15,0 0-2 0,-13 2 4 0,13-2 4 0,-14 2-4 16,4-1-5-16,0 0 0 0,-2 1-1 0,2-2 6 16,-3 0-7-16,3 0 1 0,-2 0 5 0,1 0 4 15,2 0-6-15,0 0 3 0,9 0-3 16,-19-2 7-16,13 2 4 0,6 0 6 0,-14-1-1 0,14 1-3 15,-12 0-2-15,12 0 2 0,-9-1-4 0,9 1 3 16,0 0 4-16,-11-2 0 0,11 2 4 0,0 0 0 16,0 0 2-16,0 0-1 0,-9 2-1 0,9-2 13 15,0 0-1-15,0 0 5 0,0 0 9 0,0 0-9 16,0 0 1-16,0 0-5 0,39 0 4 16,-9 0-17-16,5 0 8 0,5-2-3 0,19 2-2 15,-2 0-2-15,1-1-3 0,2 2 10 0,1-1-14 0,1 2-6 16,-3-1 3-16,2-1 0 0,0-1-4 0,-2 1 6 15,-4 0 1-15,-4-2-14 0,-14 2 10 16,-2-2-3-16,-2 2 8 0,-5-2-2 0,-8 2-4 16,-2 0-3-16,-5-2 14 0,-1 1 7 0,-5 2 15 15,0-1 2-15,-7 0-1 0,12-1-9 0,-12 1 6 0,9-3-6 16,-9 3-5-16,7-3 3 0,-7 3-12 0,5-3 2 16,-5 3-10-16,1-9 0 0,-1 9-7 0,0 0 4 15,-4-12 0-15,4 12-5 0,-5-10-4 16,5 10 3-16,-6-8-3 0,2 6 2 0,4 2-14 0,-5-7-15 15,5 7-18-15,0 0-30 0,-7-4-10 0,7 4-30 16,0 0-13-16,-17 3-20 0,5 3-74 0,-8 1-233 16,-6 2 104-16</inkml:trace>
  <inkml:trace contextRef="#ctx0" brushRef="#br0" timeOffset="3559.59">28944 4583 14 0,'0'0'12'0,"0"0"-4"16,0 0-6-16,0 0-8 0,0 0-7 0,0 0 3 15</inkml:trace>
  <inkml:trace contextRef="#ctx0" brushRef="#br0" timeOffset="9560.03">14947 5992 11 0,'0'0'26'0,"0"0"-2"16,0 0-3-16,0 0-4 0,0 0 0 0,0 0 0 15,0 0-3-15,0 0-2 0,0 0 0 0,0 0 0 16,0 0-5-16,0 0 2 0,0 0 0 0,0 0-2 15,0 0-3-15,0 0 0 0,0 0 1 0,0 0 0 16,0 0 0-16,0 0 1 0,0 0 1 0,0 0-4 16,0 0-1-16,0 0 3 0,0 0-5 0,0 0 3 15,0 0-4-15,0 0 5 0,0 0-3 0,0 0 4 16,0 0-4-16,0 0 2 0,0 0-4 0,0 0 2 16,0 0 1-16,0 0-2 0,0 0 2 0,0 0-6 15,0 0 11-15,0 0-8 0,0 0-1 0,0 0 8 16,0 0-8-16,0 0 4 0,0 0-5 0,0 0 8 15,0 0-5-15,0 0 1 0,0 0 0 0,0 0 4 16,0 0 5-16,0-8-5 0,0 8 2 0,0 0-1 16,0 0-2-16,0 0 4 0,0 0-1 0,0 0-4 15,0 0-3-15,0 0 7 0,0 0-6 0,1-8 2 16,-1 8-7-16,0 0 6 0,0 0 0 0,0 0 3 16,0 0-6-16,0 0 3 0,1-9-2 0,-1 9 3 15,0 0-2-15,0 0-1 0,0 0 4 0,0 0-5 16,0 0 3-16,4-4-2 0,-4 4 2 0,0 0-3 15,0 0-1-15,0 0 2 0,0 0 0 0,0 0 0 16,0 0-2-16,0 0 6 0,4-6-5 0,-4 6 4 16,0 0-3-16,0 0-4 0,0 0 13 0,0 0-11 15,0 0 1-15,0 0-2 0,0 0-1 0,0 0 2 0,0 0 0 16,0 0-5-16,0 0-2 0,2-7-5 16,-2 7-10-16,0 0-2 0,0 0-22 0,0 0-52 0,0 0 23 15</inkml:trace>
  <inkml:trace contextRef="#ctx0" brushRef="#br0" timeOffset="49564.17">15458 8349 36 0,'0'0'80'16,"-3"-7"8"-16,3 7-7 0,0 0-8 0,0 0 2 0,0 0-12 15,-2-7-6-15,2 7-5 0,0 0-3 0,0 0-2 16,0 0-9-16,0 0 1 0,0 0-5 0,0 0 0 15,1-10-14-15,-1 10 0 0,0 0 1 16,0 0 3-16,0 0-4 0,0 0-6 0,0 0 3 0,0 0-8 16,0 0 12-16,0 0-9 0,0 0-8 0,0 0 10 15,0 0-9-15,0 0-1 0,0 0-2 0,10-3 1 16,-10 3 5-16,0 0-3 0,11 0-5 0,-11 0 9 16,10 0 0-16,-10 0-13 0,13 0 10 0,-2 0-6 15,-1-2 18-15,2 1-13 0,5-2-5 0,2 1 15 16,2 1 4-16,1-2-3 0,8 0-1 0,1 0 1 15,3 2-2-15,0-3-2 0,3 0 13 0,0-1-5 16,4-1-9-16,10 0 1 0,-11 5 6 0,-1-3-6 16,0 2-9-16,0 1 6 0,-5-1-6 0,-2 4-4 15,-3-1-1-15,-8 0-1 0,0 0-3 0,-3 3-5 16,-1-3-8-16,-3 5-11 0,-3-4-18 0,1 3-4 16,0 0-16-16,0-1-11 0,2 0-17 0,3 2-58 15,-1-1-165-15,5-3 74 0</inkml:trace>
  <inkml:trace contextRef="#ctx0" brushRef="#br0" timeOffset="50251.76">18496 8278 53 0,'-9'3'75'0,"9"-3"-11"0,0 0-3 0,0 0 0 16,0 0-12-16,-10 0 1 0,10 0-4 0,0 0 13 15,0 0-7-15,0 0-14 0,0 0 3 16,0 0 5-16,0 0-3 0,0 0-4 0,0 0-3 0,0 0-13 16,0 0 2-16,0 0-10 0,0 0 14 0,21 9 4 15,-4-7-2-15,5-1 7 0,8 2 4 0,9-2-7 16,16 3 1-16,2-2-2 0,6-1-12 0,1-2 10 15,28-1 0-15,-27 0 2 0,24-1-18 0,-29 6 4 16,0-3-7-16,-3-6-1 0,-1 4 4 0,-1-2 2 16,-18 3-7-16,-1 1 9 0,-3-3 1 0,-4 3-2 15,-9 0 2-15,-1-1 3 0,-3 1 10 0,-4-1-1 16,-1 1 11-16,-4-3 3 0,2 3 7 0,-9 0 2 16,11-1 2-16,-11 1-3 0,9-2-4 0,-9 2 2 15,0 0-7-15,11 0-4 0,-11 0-3 0,0 0-8 16,0 0 1-16,8-1-7 0,-8 1-1 0,0 0-1 15,0 0-8-15,0 0-5 0,0 0-17 0,0 0-34 0,0 0-41 16,9 3-36-16,-9-3-38 0,0 0-154 16,0 9-334-16,0-9 148 0</inkml:trace>
  <inkml:trace contextRef="#ctx0" brushRef="#br0" timeOffset="53212.68">15870 9851 14 0,'-6'4'45'0,"6"-4"0"0,0 0-2 16,0 0 1-16,0 0 1 0,0 0 0 0,0 0-6 0,0 0-5 16,0 0-3-16,0 0 1 0,0 0-5 0,-13-3-4 15,13 3 2-15,0 0-5 0,-10-2-3 0,10 2-1 16,0 0 3-16,0 0-3 0,0 0 0 0,-12 1 1 16,12-1-4-16,0 0 10 0,0 0-6 0,-8 1 4 15,8-1 4-15,0 0-3 0,0 0 0 0,0 0 5 16,0 0-6-16,0 0 6 0,0 0-6 0,0 0 3 15,0 0-2-15,0 0 1 0,0 0 2 0,0 0-9 16,0 0 8-16,0 0 3 0,0 0-7 0,0 0-6 16,0 0 4-16,38 7-1 0,-17-5 6 0,7 0 9 15,6-1-9-15,5 2-7 0,12-6 4 0,-14 4-3 16,14-3 9-16,0 2-8 0,-12-2 1 0,-1 4 9 0,0-2-1 16,-1-2-4-16,-2 2 5 0,-3-3-9 15,-4 3 3-15,-5 0-9 0,-5-2 1 0,0 2 4 16,-7 0-17-16,-1 2 15 0,-2-2-1 0,-8 0 15 15,12 0 6-15,-12 0 5 0,10 0 8 0,-10 0 6 0,0 0 6 16,10-2 1-16,-10 2 7 0,0 0-1 16,0 0 0-16,0 0-5 0,9-1-3 0,-9 1-9 15,0 0-1-15,0 0-4 0,0 0-2 0,0 0-7 0,0 0-5 16,0 0-2-16,0 0-3 0,0 0-3 0,0 0-5 16,0 0-13-16,0 0-16 0,0 0-24 0,0 0-23 15,0 0-40-15,0 0-34 0,0 0-38 0,0 0-21 16,0 0-117-16,0 0-332 0,0 0 146 0</inkml:trace>
  <inkml:trace contextRef="#ctx0" brushRef="#br0" timeOffset="54982.22">18850 9745 38 0,'0'0'89'15,"0"0"3"-15,0 0-4 0,0 0-19 0,0 0-3 16,0 0 4-16,0 0-4 0,0 0-11 0,0 0-1 16,0 0-6-16,0 0 8 0,0 0-6 0,0 0-5 0,0 0-6 15,0 0-3-15,0 0-1 0,0 0-11 16,-4-8 4-16,4 8 2 0,0 0 1 0,0 0 0 15,0 0 8-15,0 0-11 0,0 0 0 0,0 0-5 16,0 0 0-16,0 0-4 0,0 0-1 0,0 0-7 0,0 0 1 16,0 0 2-16,-3-6-5 0,3 6-3 0,0 0-1 15,0 0 3-15,0 0-5 0,0 0 5 0,0 0 1 16,0 0-7-16,0 0 4 0,0 0-9 0,0 0 11 16,-5-5-8-16,5 5 5 0,0 0 6 0,0 0-15 15,0 0 5-15,-9-2 7 0,9 2-10 0,0 0 5 16,0 0-3-16,0 0-5 0,-10-2 0 0,10 2 11 15,0 0-5-15,-9 0-9 0,9 0 18 0,0 0-17 16,0 0 7-16,-13 1-9 0,13-1 11 16,0 0 0-16,-10 0-6 0,10 0 4 0,0 0-1 0,0 0 11 15,-13 0-19-15,13 0 6 0,0 0 4 0,-10 0-5 16,10 0-2-16,0 0 6 0,0 0 3 0,0 0-2 16,0 0 2-16,0 0-8 0,-11 1 10 0,11-1-7 15,0 0 3-15,0 0-1 0,0 0 1 0,0 0 5 16,0 0-8-16,-7 2 3 0,7-2 4 0,0 0-7 15,0 0-6-15,0 0 11 0,0 0-6 0,0 0 3 16,0 0 6-16,0 0-1 0,0 0-8 0,0 0 12 16,0 0-6-16,0 0-3 0,0 0 4 0,0 0-2 15,0 0 5-15,0 0-3 0,0 0 1 0,0 0 1 0,0 0 2 16,0 0 3-16,0 0-5 0,0 0 2 16,0 0-3-16,0 0 4 0,0 0-6 0,0 0 2 15,0 0-4-15,-10 0 6 0,10 0-3 0,0 0 2 16,0 0-1-16,0 0 1 0,0 0-6 0,0 0 10 0,0 0-7 15,0 0 4-15,0 0 1 0,0 0 4 0,0 0-3 16,0 0-1-16,0 0 6 0,0 0 0 16,0 0-10-16,0 0 10 0,0 0-4 0,0 0 1 0,0 0-4 15,0 0 3-15,0 0-5 0,0 0 1 0,0 0-3 16,0 0 5-16,0 0 1 0,0 0-2 0,0 0 6 16,0 0 4-16,0 0-3 0,0 0 2 15,0 0-4-15,0 0-1 0,0 0 1 0,0 0-1 0,0 0 0 16,0 0 3-16,0 0-6 0,0 0 2 0,0 0-2 15,0 0 3-15,0 0-5 0,0 0-2 0,0 0-2 16,0 0 5-16,0 0-1 0,0 0 1 0,0 0-6 16,0 0 7-16,0 0-4 0,0 0-2 0,0 0-1 15,0 0 0-15,0 0 3 0,0 0-1 0,0 0-4 16,0 0 0-16,0 0-2 0,0 0 14 0,0 0-12 16,0 0-7-16,0 0 13 0,0 0-1 0,0 0-2 15,0 0-2-15,0 0 1 0,0 0 2 0,0 0-2 16,0 0 2-16,0 0 6 0,0 0 0 0,-8 3-4 15,8-3 1-15,0 0 2 0,0 0 1 0,0 0-6 16,0 0 6-16,-9 2-5 0,9-2 2 0,0 0 0 0,0 0 3 16,0 0-2-16,0 0 0 0,0 0-5 15,0 0-1-15,-4 5 4 0,4-5-12 0,0 0 13 16,0 0-3-16,0 0 0 0,0 0-2 0,0 0 1 16,0 0-3-16,0 0-1 0,0 0 1 0,0 0 1 0,0 0 3 15,0 0 1-15,0 0-1 0,0 0-1 16,0 0 14-16,30 1-1 0,-12 1 0 0,11-2 0 15,7-2-4-15,2 1 2 0,11 1-2 0,5 0 1 16,-1-3-4-16,1 2-6 0,-2-2 5 0,1 0-2 0,-3 1 2 16,2 0-1-16,3-1 1 0,-17 1 2 0,12-3-5 15,-12 3-2-15,1 1 5 0,-3-1 1 0,-1-4-1 16,0 4-2-16,-5-2 1 0,0-1 6 16,-2 5 8-16,-9-3 5 0,-3 2 5 0,-4-1 4 0,1 1 5 15,-3 0-2-15,-1-2 4 0,-2 2-3 0,-7 1 10 16,11-1-9-16,-11 1 0 0,8 0 7 0,-8 0 0 15,0 0-2-15,0 0 5 0,10-1 3 16,-10 1-6-16,0 0 1 0,0 0-2 0,0 0 1 0,0 0-2 16,9-2-3-16,-9 2-3 0,0 0-1 0,0 0-3 15,0 0 1-15,0 0-7 0,0 0 1 0,0 0-4 16,0 0-1-16,0 0-7 0,0 0-1 16,0 0-2-16,0 0 3 0,0 0-3 0,0 0-5 0,0 0 1 15,0 0-2-15,0 0-1 0,0 0-5 0,0 0-17 16,0 0-23-16,0 0-29 0,0 0-33 0,0 0-49 15,0 0-60-15,0 0-68 0,-37 8-174 0,8-4-488 16,-6-2 216-16</inkml:trace>
  <inkml:trace contextRef="#ctx0" brushRef="#br0" timeOffset="57602.46">15555 11439 25 0,'0'0'87'0,"0"0"-12"0,0 0-3 0,0 0-8 16,0 0-10-16,0 0-1 0,0 0-13 0,0 0-2 0,0 0-6 15,0 0 0-15,0 0-7 0,0 0-3 16,0 0 4-16,0 0-12 0,0 0-16 0,0 0 1 16,0 0-5-16,0 0-4 0,-13 7-3 0,13-7 2 0,0 0-6 15,0 0 6-15,0 0-4 0,-9 5-5 0,9-5-10 16,0 0 1-16,0 0 4 0,-5 2-9 0,5-2-3 15,0 0-30-15,0 0-72 0,0 0 33 0</inkml:trace>
  <inkml:trace contextRef="#ctx0" brushRef="#br0" timeOffset="59584.11">20112 11245 50 0,'0'0'99'0,"0"0"11"15,0 0-15-15,0 0 1 0,0 0-6 0,0 0-14 0,0 0-14 16,0 0-2-16,0 0-26 0,0 0-4 16,0 0-7-16,0 0-9 0,0 0-16 0,0 0-11 15,0 0-6-15,0 0-9 0,0 0-11 0,0 0-9 0,0 0-67 16,0 0-126-16,0 0 56 0</inkml:trace>
  <inkml:trace contextRef="#ctx0" brushRef="#br0" timeOffset="59897.48">21242 11107 28 0,'0'0'82'0,"0"0"6"15,0 0-6-15,0 0-13 0,0 0-2 0,0 0-13 16,0 0-8-16,0 0 5 0,0 0-30 0,0 0 6 16,0 0-17-16,0 0-16 0,0 0-13 0,0 0-18 15,0 0-58-15,0 0-100 0,0 0 44 0</inkml:trace>
  <inkml:trace contextRef="#ctx0" brushRef="#br0" timeOffset="60412.75">22399 11078 10 0,'0'0'119'0,"0"0"-10"0,0 0-8 0,0 0-9 16,-9 0-22-16,9 0-5 0,0 0-9 0,0 0-28 15,0 0-10-15,0 0-25 0,0 0-21 0,0 0-21 16,0 0-49-16,0 0-105 0,0 0 46 0</inkml:trace>
  <inkml:trace contextRef="#ctx0" brushRef="#br0" timeOffset="60892.26">26670 11043 23 0,'0'0'42'0,"0"0"-10"16,0 0-12-16,7 1-16 0,-7-1-25 0,0 0-21 15,0 0 9-15</inkml:trace>
  <inkml:trace contextRef="#ctx0" brushRef="#br0" timeOffset="61130.65">27139 11135 99 0,'0'0'106'15,"0"0"-18"-15,0 0-15 0,0 0-18 0,0 0-18 16,-15-6-10-16,15 6-23 0,0 0-29 0,-16 6-53 16,9-2-84-16,-1 0 38 0</inkml:trace>
  <inkml:trace contextRef="#ctx0" brushRef="#br0" timeOffset="61401.89">26448 12095 15 0,'0'0'68'0,"0"0"-11"0,0 0-18 0,0 0-18 15,0 0-22-15,0 0-33 0,0 0-35 0,0 0 16 16</inkml:trace>
  <inkml:trace contextRef="#ctx0" brushRef="#br0" timeOffset="61993.91">25925 12786 36 0,'0'0'152'0,"0"0"-10"0,0 0-7 0,-2 8-6 16,2-8-4-16,0 0 3 0,0 0-10 0,0 0-3 15,0 0-13-15,0 0-5 0,0 0-5 0,0 0-12 16,-1 7-5-16,1-7-13 0,0 0 3 0,0 0-4 16,0 0-7-16,0 0-4 0,0 0-3 0,0 0-7 15,0 0 0-15,0 0-6 0,0 0-1 0,0 0-4 16,0 0-6-16,0 0 0 0,0 0-2 0,0 0-1 0,0 0-4 15,0 0 0-15,0 0-4 0,0 0 0 16,0 0-6-16,0 0 3 0,0 0-1 0,0 0 0 16,0 0-4-16,0 0 1 0,0 0-2 0,0 0 2 15,0 0 1-15,0 0-1 0,0 0-7 0,0 0-3 0,0 0 4 16,0 0-6-16,0 0 3 0,0 0 1 16,0 0-5-16,0 0-1 0,0 0 2 0,0 0-7 15,0 0-10-15,0 0 4 0,0 0-3 0,0 0 7 16,0 0-6-16,0 0-1 0,0 0 6 0,0 0-2 0,0 0 1 15,0 0-1-15,0 0 3 0,0 0 1 0,0 0-2 16,0 0 7-16,0 0-7 0,0 0 0 16,0 0 6-16,0 0-6 0,0 0 4 0,0 0 2 15,0 0 0-15,0 0 2 0,0 0-2 0,0 0-3 0,0 0 8 16,0 0-4-16,0 0 9 0,0 0-7 0,0 0 6 16,0 0 1-16,0 0-5 0,0 0-3 0,0 0 0 15,0 0 5-15,0 0-5 0,0 0-1 16,0 0-17-16,0 0-7 0,0 0-12 0,0 0-24 0,0 0-2 15,0 0-12-15,0 0-8 0,0 0-7 0,0 0-20 16,0 0-61-16,0 0-194 0,0 0 87 0</inkml:trace>
  <inkml:trace contextRef="#ctx0" brushRef="#br0" timeOffset="62409.62">28211 11635 26 0,'0'0'60'0,"0"0"-22"15,0 0-12-15,0 0-22 0,0 0-18 0,0 0-10 16,0 0-25-16,0 0 11 0</inkml:trace>
  <inkml:trace contextRef="#ctx0" brushRef="#br0" timeOffset="62999.9">28328 11909 50 0,'0'0'149'0,"4"6"1"15,-4-6-10-15,0 0-5 0,0 0-17 0,5 3-6 16,-5-3-9-16,6 2-10 0,-6-2 0 0,0 0-11 16,0 0-1-16,10 1-9 0,-10-1-6 0,0 0-5 15,0 0-7-15,0 0-5 0,0 0-1 0,0 0-7 16,0 0-5-16,9 0-1 0,-9 0-6 0,0 0-6 0,0 0-2 16,0 0-1-16,0 0-1 0,0 0 3 0,0 0-10 15,0 0 2-15,0 0-2 0,0 0-1 0,0 0-10 16,0 0 9-16,0 0 0 0,0 0-4 15,0 0 1-15,0 0-1 0,0 0 2 0,0 0-5 0,0 0 2 16,0 0 1-16,0 0 2 0,0 0-6 0,0 0 0 16,0 0-2-16,0 0 3 0,0 0-4 15,0 0 1-15,0 0 2 0,0 0-4 0,0 0 2 0,0 0 0 16,0 0 2-16,0 0-3 0,0 0 1 16,0 0-1-16,0 0 1 0,0 0 3 0,0 0-1 0,0 0-4 15,0 0 4-15,0 0 1 0,0 0 1 0,0 0-2 16,0 0 1-16,0 0-4 0,0 0 3 15,0 0-1-15,0 0-4 0,0 0 6 0,0 0-2 16,0 0-1-16,0 0 3 0,0 0-6 0,0 0 0 0,0 0 2 16,0 0-1-16,0 0-6 0,0 0 5 0,0 0 3 15,0 0-2-15,0 0 3 0,0 0-4 0,0 0 2 16,0 0-6-16,0 0-1 0,0 0-3 0,0 0-1 16,0 0-2-16,0 0-8 0,0 0 9 0,0 0-16 15,0 0 0-15,0 0 1 0,0 0-11 0,0 0 0 16,0 0-4-16,0 0 1 0,0 0-7 0,0 0 2 15,0 0-10-15,0 0-6 0,0 0 2 0,0 0-15 16,0 0-16-16,0 0-4 0,0 0-96 0,0 0-207 16,0 0 92-16</inkml:trace>
  <inkml:trace contextRef="#ctx0" brushRef="#br0" timeOffset="64242.2">31932 11722 18 0,'0'0'63'0,"-12"-1"7"0,12 1-4 0,0 0 0 16,-8-2-3-16,8 2-2 0,0 0-5 0,-9-1-7 15,9 1 3-15,-6-2-2 0,6 2-5 16,0 0 5-16,0 0-5 0,-13 0 8 0,13 0-1 16,-9-2 1-16,9 2-5 0,-12-3 0 0,6 1 3 15,6 2-5-15,-13-5 0 0,7 4 1 0,-4-2-4 16,10 3 1-16,-18-3 0 0,7 1 1 0,3 1-9 0,-3-1 5 16,11 2-7-16,-14-1 0 0,7 1 3 0,7 0-7 15,-12-1-3-15,12 1-3 0,0 0-4 16,-13 0 3-16,13 0-6 0,0 0-1 0,-7-2 5 15,7 2-13-15,0 0 5 0,0 0-5 0,-9-3 5 16,9 3-3-16,0 0 0 0,0 0 4 0,0 0 1 0,0 0 2 16,0 0 7-16,0 0 3 0,0 0 0 0,24 12-5 15,-9-8 1-15,6 0-7 0,6 2 6 0,3 1-5 16,1-2-7-16,2 2 7 0,4-4-8 16,0 3 2-16,16 2 0 0,-15-4-6 0,-1 2 4 15,3-1 2-15,-2 1-7 0,-1-1 5 0,-1 0-5 0,-1 0 1 16,-5 0 1-16,1-3-6 0,-2-1 0 0,-6 1 1 15,4-1 1-15,-7 0-1 0,0-1 8 0,-3 3 6 16,-5-3 26-16,2 2 0 0,-4-2-7 16,-2 1 8-16,0-1 3 0,-8 0-2 0,12 0-2 15,-12 0 2-15,9 2 0 0,-9-2-4 0,0 0-2 16,8-5-5-16,-8 5-2 0,0 0-3 0,8-2-6 0,-8 2 0 16,0 0-2-16,0 0-4 0,0 0-2 0,2-8-1 15,-2 8-2-15,0 0 0 0,0 0-10 16,0 0-8-16,0 0-15 0,0 0-13 0,-16-10-23 0,16 10-26 15,-15-2-37-15,15 2-40 0,-24 1-30 16,6 1-164-16,0 0-385 0,-2-1 171 0</inkml:trace>
  <inkml:trace contextRef="#ctx0" brushRef="#br0" timeOffset="64826.9">31785 12037 13 0,'0'0'155'0,"0"0"0"16,0 0-11-16,0 0-9 0,0 0-11 0,0 0-9 15,0 0-10-15,0 0-2 0,-5 4-10 0,5-4-7 16,0 0 1-16,0 0-1 0,0 0 2 0,0 0-12 16,0 0-3-16,0 0-6 0,0 0-4 15,0 0-4-15,-15-6 2 0,15 6-6 0,0 0 4 0,-10-2-6 16,10 2 0-16,0 0-5 0,-11-3-5 0,11 3 0 16,-11 0-4-16,11 0 0 0,0 0-6 0,-8-3 2 15,8 3-2-15,0 0-2 0,0 0-2 0,0 0 2 16,0 0-5-16,-10 0-1 0,10 0-4 0,0 0 4 15,0 0 4-15,0 0 5 0,0 0 6 0,0 0 2 16,32 3-6-16,-10 0-4 0,8-3 0 0,4 0-8 16,3 2 1-16,0-2-3 0,14 2-2 0,-11-2-5 15,-2 3-3-15,13-3-3 0,-2-3 0 0,-10 2 2 16,1 0-3-16,-4-1-3 0,-2 2 2 0,-1-1-4 16,-3-3 3-16,-2 3 2 0,-8-3-3 15,1 3 2-15,-5-3 3 0,-2 4 7 0,-3-2 3 16,0 0 5-16,-2 1 3 0,-9 1 6 0,13-4-2 0,-8 3 5 15,-5 1-7-15,10-1-2 0,-10 1-3 0,9-4-1 16,-9 4 0-16,0 0-2 0,9 0-4 0,-9 0 2 16,0 0-17-16,5-4 15 0,-5 4-17 0,0 0 9 15,0 0-6-15,0 0-11 0,0 0-14 0,0 0-17 16,0 0-15-16,0 0-15 0,0 0-13 16,0 0-15-16,0 0-22 0,0 0-28 0,0 0-31 15,0 0-29-15,0 0-19 0,0 0-149 0,0 0-406 0,0 0 180 16</inkml:trace>
  <inkml:trace contextRef="#ctx0" brushRef="#br0" timeOffset="65612.5">32984 11433 73 0,'0'0'96'0,"0"0"-5"16,0 0-1-16,0 0 1 0,0 0-3 0,0 0-5 15,0 0-3-15,0 0-7 0,0 0-2 0,0 0-10 0,0 0 10 16,0 0-10-16,0 0-11 0,0 0-3 0,0 0-9 16,0 0 0-16,0 0-4 0,0 0-6 0,0 0-2 15,0 0-6-15,0 0 6 0,0 0-3 16,0 0-4-16,0 0-1 0,0 0-8 0,0 0 3 16,0 0-2-16,0 0 0 0,0 0 3 0,0 0-6 0,0 0 6 15,-39-36 1-15,39 36 4 0,0 0-2 16,0 0-3-16,0 0 9 0,0 0 1 0,0 0 6 0,0 0-2 15,-62 36-2-15,62-36 1 0,-23 20 0 16,23-20-2-16,-21 16-1 0,21-16-1 0,-29 21 13 16,29-21-2-16,-24 20-2 0,24-20-4 0,-26 17 2 15,13-8-5-15,2-2-1 0,1 0 1 0,-1-1 2 16,0 3-4-16,2-3 0 0,-1 0 1 0,1-1-3 16,0 2 4-16,0-2 3 0,2 1-2 0,-2-2-2 15,2 0-3-15,0-1-1 0,0 0 0 0,1 0-1 0,6-3 3 16,-10 5-6-16,6-1 0 0,4-4 0 0,-9 4-2 15,9-4 0-15,-9 2-4 0,4 1-5 16,5-3 5-16,-8 4-2 0,8-4 0 0,-10 4 2 16,10-4-4-16,-8 1-1 0,8-1-1 0,-9 1 2 15,9-1 1-15,-7 4-3 0,7-4 0 0,-8 2-1 16,8-2 0-16,-9 4 3 0,9-4-1 0,-8 3 0 16,8-3-4-16,-6 3 2 0,6-3-7 0,-5 4-10 15,5-4-5-15,0 0-14 0,0 0-13 0,0 0-18 16,0 0-12-16,-9 8-20 0,9-8-9 0,0 0-17 15,0 0-12-15,0 0-14 0,0 0-16 0,0 0-90 16,0 0-274-16,0 0 121 0</inkml:trace>
  <inkml:trace contextRef="#ctx0" brushRef="#br0" timeOffset="65885.73">32658 11383 174 0,'0'0'175'0,"4"-5"-7"0,-4 5-10 0,0 0-14 16,0 0-14-16,0 0-9 0,0 0-12 0,0 0-11 0,0 0-10 15,0 0-9-15,0 0-10 0,0 0-3 0,5-3-11 16,-5 3-3-16,0 0-7 0,0 0-4 0,0 0-4 15,0 0-1-15,0 0-3 0,0 0 0 0,0 0-14 16,0 0-25-16,0 0-40 0,-9 26-44 0,9-26-46 16,-6 15-140-16,3-10-298 0,3-5 132 15</inkml:trace>
  <inkml:trace contextRef="#ctx0" brushRef="#br0" timeOffset="66085.23">32822 11760 2340 0,'0'0'8'16,"0"0"-5"-16,0 0-8 0,0 0-2 0,0 0 6 15,0 0 8-15,0 0 25 0,0 0 21 0,30 26 3 16,-30-26 3-16,0 0-3 0,0 0-5 0,0 0-5 16,0 0-5-16,0 0-4 0,0 0-20 0,0 0-29 0,0 0-28 15,0 0-51-15,0 0-43 0,0 0-49 16,0 0-207-16,0 0-421 0,0 0 188 0</inkml:trace>
  <inkml:trace contextRef="#ctx0" brushRef="#br0" timeOffset="87855.57">25026 11023 110 0,'0'0'130'0,"0"0"-7"0,0 0 0 0,0 0-4 15,0 0-3-15,0 0-12 0,0 0-5 0,0 0-17 16,0 0-2-16,0 0-12 0,0 0-8 0,0 0 1 16,0 0-14-16,0 0 2 0,0 0-9 0,0 0-4 15,0 0-8-15,0 0-11 0,0 0-5 0,0 0-21 16,0 0-25-16,0 0-19 0,0 0-20 0,0 0-15 15,0 0-13-15,0 0-90 0,0 0-208 0,0 0 93 16</inkml:trace>
  <inkml:trace contextRef="#ctx0" brushRef="#br0" timeOffset="88255.82">27057 11046 25 0,'0'0'107'0,"0"0"-14"16,0 0-13-16,0 0 2 0,0 0-12 15,9 0-18-15,-9 0 0 0,0 0-13 0,0 0-11 0,0 0-23 16,0 0-13-16,0 0-12 0,0 0-10 0,0 0-67 16,0 0-103-16,0 0 46 0</inkml:trace>
  <inkml:trace contextRef="#ctx0" brushRef="#br0" timeOffset="89027.78">26626 11114 21 0,'0'0'103'0,"12"-1"-2"0,-12 1-11 0,0 0 2 16,0 0-15-16,0 0-1 0,0 0-4 15,0 0-9-15,0 0-7 0,0 0-8 0,0 0-2 0,0 0-2 16,0 0 0-16,0 0-9 0,0 0-15 0,0 0-6 16,0 0-21-16,5-3-17 0,-5 3-13 0,0 0-12 15,0 0-16-15,0 0-72 0,0 0-149 0,0 0 67 16</inkml:trace>
  <inkml:trace contextRef="#ctx0" brushRef="#br0" timeOffset="89288.01">25024 11239 25 0,'0'0'47'0,"0"0"-13"0,0 0-19 0,22 4-36 16,-22-4-21-16,13 2 9 0</inkml:trace>
  <inkml:trace contextRef="#ctx0" brushRef="#br0" timeOffset="89575.44">26814 11171 75 0,'6'2'114'0,"-6"-2"-19"0,0 0-16 0,0 0-21 16,0 0-10-16,0 0-23 0,7 5-8 0,-7-5-15 0,0 0-12 15,0 0-23-15,0 0-46 0,0 0-85 0,-20 7 38 16</inkml:trace>
  <inkml:trace contextRef="#ctx0" brushRef="#br0" timeOffset="89807.34">25466 11262 36 0,'13'2'14'0,"-3"-1"-23"0,-4 1-9 0,5-2 4 15</inkml:trace>
  <inkml:trace contextRef="#ctx0" brushRef="#br0" timeOffset="90067.14">26821 11177 1424 0,'6'0'34'0,"3"1"-31"0,-9-1 13 0,10-1-18 16,-10 1-5-16,10 1-11 0,-10-1 1 0,0 0-9 15,7 1-4-15,-7-1-5 0,0 0-7 0,0 0 0 16,0 0 11-16,0 0-3 0,4 6-15 0,-4-6-19 16,0 0-17-16,-17 8-81 0,5-7-178 0,1-1 79 15</inkml:trace>
  <inkml:trace contextRef="#ctx0" brushRef="#br0" timeOffset="90265.6">25382 11232 1555 0,'-8'0'10'0,"3"0"-9"16,5 0 4-16,-11-1-62 0,11 1-50 0,0 0-6 16,0 0 6-16,0 0-18 0,0 0-52 0,20 17-192 15,-9-12 85-15</inkml:trace>
  <inkml:trace contextRef="#ctx0" brushRef="#br0" timeOffset="90678.71">25100 11254 1515 0,'-5'0'-27'0,"5"0"-46"16,0 0-44-16,0 0-37 0,0 0-33 0,0 0 27 16,28 4-173-16,-7-4 77 0</inkml:trace>
  <inkml:trace contextRef="#ctx0" brushRef="#br0" timeOffset="92847.38">18915 11007 107 0,'0'0'101'0,"0"0"8"15,0 0-7-15,0 0-4 0,0 0-10 0,0 0 3 16,0 0-13-16,-4 4-4 0,4-4-7 0,0 0-3 16,0 0-16-16,0 0 3 0,0 0 0 0,0 0-6 15,0 0 0-15,0 0-11 0,0 0 1 0,0 0 9 16,0 0-14-16,0 0-1 0,0 0-4 15,0 0-4-15,0 0 0 0,0 0 4 0,0 0-6 0,0 0-1 16,0 0-4-16,0 0-5 0,0 0 1 0,0 0 0 16,0 0 0-16,0 0 0 0,0 0 0 0,0 0-1 15,0 0-6-15,0 0 7 0,0 0 0 0,0 0 3 0,0 0 4 16,0 0-9-16,0 0 0 0,0 0-4 16,0 0 3-16,0 0 1 0,0 0 4 0,0 0-5 15,0 0 1-15,0 0-1 0,0 0 2 0,0 0 0 16,0 0 0-16,0 0-1 0,0 0 1 0,0 0 2 0,0 0-2 15,0 0 11-15,0 0-15 0,0 0 7 16,0 0-2-16,0 0-4 0,0 0 1 0,0 0 0 16,0 0 7-16,0 0-1 0,0 0-10 0,0 0 5 0,0 0-1 15,0 0 1-15,0 0 3 0,0 0-2 0,0 0-1 16,0 0-2-16,0 0 0 0,0 0 3 16,0 0-7-16,0 0 2 0,0 0 1 0,0 0 2 0,0 0-12 15,0 0 7-15,0 0 0 0,0 0 0 0,0 0 0 16,0 0 4-16,0 0-3 0,0 0 5 0,0 0-4 15,0 0-2-15,0 0 3 0,0 0-5 0,0 0-2 16,0 0 1-16,0 0 2 0,0 0-1 0,0 0 0 16,0 0-2-16,0 0 7 0,0 0-6 0,0 0 3 15,0 0 3-15,0 0-5 0,0 0-3 0,0 0-1 16,0 0 4-16,0 0 0 0,0 0 0 0,0 0 0 16,0 0 1-16,0 0-2 0,0 0-8 0,0 0-5 15,0 0-14-15,0 0-7 0,0 0-14 0,0 0-18 16,0 0-27-16,0 0-26 0,0 0-19 0,0 0-104 15,0 0-261-15,0 0 116 0</inkml:trace>
  <inkml:trace contextRef="#ctx0" brushRef="#br0" timeOffset="95609.45">26856 11191 12 0,'0'0'109'0,"0"0"-8"15,0 0-16-15,0 0-10 0,0 0-1 0,0 0-9 16,0 0-4-16,0 0-10 0,0 0-23 0,0 0-19 15,0 0-23-15,0 0-26 0,0 0-63 0,0 0-111 16,0 0 48-16</inkml:trace>
  <inkml:trace contextRef="#ctx0" brushRef="#br0" timeOffset="96005.77">25349 11100 23 0,'0'0'64'0,"0"0"-14"16,0 0-9-16,0 0-21 0,0 0-19 0,0 0-35 16,0 0-35-16,0 0 16 0</inkml:trace>
  <inkml:trace contextRef="#ctx0" brushRef="#br0" timeOffset="96571.91">27085 11062 24 0,'0'0'4'15,"0"0"-9"-15,0 0-6 0,0 0 4 0</inkml:trace>
  <inkml:trace contextRef="#ctx0" brushRef="#br0" timeOffset="96884.37">25383 10943 14 0,'0'0'37'0,"0"0"-23"16,0 0-26-16,0 0-11 0,0 0 6 15</inkml:trace>
  <inkml:trace contextRef="#ctx0" brushRef="#br0" timeOffset="97200.13">27051 11023 64 0,'0'0'39'15,"0"0"-27"-15,0 0-32 0,0 0-21 0,0 0 10 16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7T05:00:40.3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2350 3013 19 0,'0'0'169'0,"0"0"-17"0,0 0-9 15,-3-8-15-15,3 8-16 0,-6-4-10 0,6 4-16 16,0 0-5-16,-18 4-9 0,18-4-5 0,-15 10-2 15,4-1-4-15,-3 3-2 0,1 1-8 0,2 4 11 16,-6 2-38-16,1 3 4 0,1 4 6 0,0 0 1 16,1 0 1-16,-1 0-1 0,2 4 3 0,-2 3-6 15,3 0 0-15,-2-1-4 0,-1 14 3 0,5-11 0 16,0-3-6-16,3 1-2 0,2 1-9 0,5-1 8 16,-1-1-4-16,2-2-3 0,3-3 2 0,2 0-8 15,4-3 8-15,-2-6-3 0,3 4-2 0,6-1-2 16,-5-8 0-16,4-1 1 0,1-3 0 0,3-3 0 15,2-1-3-15,5-5 3 0,4 0 4 0,-1-5-10 16,2-3 1-16,-1-2 0 0,1-2 2 0,-1-2-3 16,2-5 0-16,0-1-1 0,8-5-1 0,-12 3-3 15,10-11 2-15,-5-2 2 0,-8 10-1 0,6-15-1 16,-4 1 1-16,-10 7-4 0,1-11 0 0,1 1 3 16,-3-2-5-16,-8 12 3 0,-5-17-1 0,2 4 2 15,-3-2-5-15,-2 11 7 0,-5 3 4 16,-1 1-4-16,-1 0 5 0,-6 3 7 0,-2 4 11 0,-1 1-4 15,-4 1 3-15,-1 6-8 0,0-1-3 0,1 9 3 16,-9-1-6-16,-2 1-3 0,0 5 3 0,-2 1-5 16,-3 6-4-16,2 3 1 0,-2 3 6 0,1 3-7 15,-4 3 0-15,4 1 0 0,2 4 0 16,2 2-1-16,2 4 1 0,4-1-1 0,4 2 0 16,1 2-3-16,9 0 3 0,5-2-5 0,3 3 5 0,6-3-8 15,3-1-1-15,7 0 0 0,4-1 2 16,1-1-1-16,4-3 0 0,5 1 1 0,-1-1 3 0,3-1-2 15,1-1 0-15,0 0-1 0,1 1 8 0,-3-1-7 16,0 0 8-16,-2-1-1 0,-2-2 0 0,-4 2-1 16,0 2 1-16,-9-4-6 0,5 3 7 15,-6-4-10-15,-3 1 8 0,0-1-2 0,-3 2 1 16,-1-2 0-16,-2 0-2 0,0 1-8 0,-2-4-25 16,0-12-16-16,-4 24-38 0,1-15-22 0,3-9-18 15,-2 20-30-15,2-20-124 0,-3 12-306 0,3-12 135 16</inkml:trace>
  <inkml:trace contextRef="#ctx0" brushRef="#br0" timeOffset="176.04">3082 3423 2115 0,'7'-4'10'0,"-7"4"-27"0,11-9 0 0,-11 9 1 15,8-6 15-15,-8 6-3 0,5-5 4 0,-5 5 2 16,0 0-6-16,0 0 0 0,0 0 9 0,0 0-8 15,0 0-12-15,0 0-15 0,0 0-29 0,21 14-31 16,-21-14-44-16,3 17-156 0,-3-17-314 16,-4 21 139-16</inkml:trace>
  <inkml:trace contextRef="#ctx0" brushRef="#br0" timeOffset="381.97">2355 4025 126 0,'10'10'150'16,"-2"-8"-16"-16,10-1-11 0,0 0-10 0,11-2-13 16,2-2-7-16,4 0-9 0,5-1-16 0,-2-1-24 15,12 0-49-15,-12 0-41 0,0-2-118 0,-4 0-178 16,1-1 78-16</inkml:trace>
  <inkml:trace contextRef="#ctx0" brushRef="#br0" timeOffset="3319.71">5022 3160 150 0,'1'-11'159'0,"1"2"-6"15,-1-1-2-15,-1 10-3 0,-3-11 0 0,2 5-10 16,1 6-12-16,0 0-16 0,0-10-14 0,0 10-9 16,0 0-13-16,0 0-5 0,0 0-9 0,0 0-6 15,0 0-6-15,-8 20-8 0,3 0 4 0,-5 5-5 16,0 2-4-16,-2 2-2 0,0 0-7 0,1-1-2 15,-1 1-1-15,1-2 0 0,2-1-1 0,3-9-3 16,0 0-3-16,1-1 0 0,-1-5 3 0,3 2-7 16,3-4-3-16,-2 0 1 0,0-2 4 0,-1-3-5 15,3-4 5-15,-4 10 13 0,4-10 11 0,-5 6 9 16,5-6-1-16,0 0-4 0,0 0-4 0,0 0-6 16,0 0-12-16,8-29-3 0,0 11-3 0,1-8-1 15,3-1-15-15,0-3-7 0,4-1 4 0,0 1 3 16,-1-4-4-16,0 1 0 0,-4-2 1 0,10-9-2 15,-5 13 3-15,-1 1-3 0,3-1 1 0,-4 5 0 16,-1 0 2-16,-4 8-5 0,1 2 4 0,-1 2 0 16,-3 7 2-16,-2-1-5 0,0 3-1 0,0 1 1 15,-4 4-4-15,9-5 4 0,-2 5 2 0,-7 0-3 16,16 10 5-16,-7 1 2 0,5 6 3 0,0 4 4 16,1 6 0-16,-2-3 2 0,0 3-3 0,-3 3 3 15,-1-2 0-15,2-1 2 0,0 1-2 0,-4-2 2 16,1 2 3-16,1-3-1 0,0 1-6 0,-3-2 5 15,-1-6-4-15,3 7 2 0,-4-8-2 0,-2 0 0 16,2-1-23-16,-3-5-20 0,3 2-23 0,-4-3-32 16,2 0-26-16,-2-3-44 0,0-7-35 0,-4 12-110 15,0-9-331-15,-3-1 147 0</inkml:trace>
  <inkml:trace contextRef="#ctx0" brushRef="#br0" timeOffset="3486.23">4956 3303 77 0,'0'0'182'0,"21"-12"-20"0,-3 8-15 0,10-2-14 0,3-3-9 16,5 2-24-16,1-1-38 0,14 1-34 0,-11 3-49 16,11-3-47-16,-14 6-87 0,-4 1-167 15,3-1 74-15</inkml:trace>
  <inkml:trace contextRef="#ctx0" brushRef="#br0" timeOffset="3906.18">5936 3536 181 0,'14'-9'222'0,"1"-1"-9"0,1-1-4 16,-2-2-12-16,0-1-8 0,6-2-16 0,-1-1-9 15,-1-4-12-15,0 2-12 0,-3-3-6 0,1-1-14 16,0 0-12-16,0-1-11 0,-4-2-10 0,1 2-10 16,0-3-8-16,-1 4-4 0,-5-2-11 15,1 10 2-15,-4 0-5 0,-2 1-8 0,0 2-11 0,-1 2 6 16,-1 1-5-16,-1-1-4 0,1 10-7 0,-6-10-1 16,1 4-6-16,-1 3-7 0,-2 0 5 0,-2 3-3 15,-4 3-6-15,-3 1 1 0,-2 3 1 0,-5 4-4 16,7 2 1-16,-4 4-7 0,6-3-10 0,4 0-10 15,2 2-4-15,4 0-2 0,4 1 2 0,2 2 1 16,5-3 0-16,6 1-1 0,7 2 3 0,3-1 6 16,3-2-7-16,1 1 1 0,2-2 7 0,-1 0 1 15,-2-2 1-15,-6-3 1 0,-2 2-1 0,0-2 4 16,-4 0 1-16,-2 1 0 0,-3-3 1 0,-1-2-2 16,-1 3 6-16,0-1 0 0,-2 2-2 0,-4-2 4 15,-3 3-4-15,-2-2-4 0,-1 1-14 0,-3-1-20 16,-3 0-20-16,-2 0-22 0,4-1-24 0,1-1-36 15,-1-3-42-15,-2 2-124 0,1-4-339 0,4 0 151 16</inkml:trace>
  <inkml:trace contextRef="#ctx0" brushRef="#br0" timeOffset="4116.14">6480 3303 2010 0,'10'-16'14'0,"-1"1"47"0,-3 3-3 0,-1 2-6 16,0 5 3-16,-3-2-16 0,2 3-11 15,-4 4-3-15,4-9-10 0,-4 9-2 0,0 0 1 16,0 0 25-16,0 0 2 0,14 17-2 0,-8-2-6 0,-2 3 2 16,-1 8-1-16,-1 0-3 0,0-1-4 0,-2 3 1 15,1-2-2-15,-2 0-1 0,2 1-4 0,-2-3 0 16,-2-6-29-16,-1-2-20 0,2 3-42 16,0-3-45-16,4-1-44 0,-2-4-54 0,-4 0-153 15,0-4-395-15,4-7 175 0</inkml:trace>
  <inkml:trace contextRef="#ctx0" brushRef="#br0" timeOffset="4558.92">6738 3478 2080 0,'4'9'98'16,"-2"2"-66"-16,-1-5-18 0,1 0-7 0,1-2-7 15,-3-4-5-15,0 0 20 0,3 11 23 0,-3-11 15 16,1 6 21-16,-1-6 14 0,0 0 13 15,0 0 1-15,0 0-8 0,0 0 1 0,0 0 0 16,0 0 0-16,0 0-6 0,0 0-6 0,-13-17-3 16,12 7-15-16,1-1-3 0,1-1-13 0,3-5-21 0,2-2 3 15,6-5-16-15,-3-2-9 0,4 3 7 0,2 0-19 16,-6 10-1-16,6 1 1 0,-5-1 0 0,1 7-2 16,-1-1-4-16,-1 4-7 0,0 0 8 0,2 2-1 15,-1 2 2-15,1 2 1 0,0 3-2 16,-1 1 2-16,1 2-1 0,0 2 1 0,-2 3-3 15,0 1-4-15,-1 1-15 0,-1 0-16 0,-2 0-21 0,0 0-34 16,1 1-38-16,-1-2-59 0,-3-4-68 0,1 1-162 16,-2-1-464-16,-1-11 206 0</inkml:trace>
  <inkml:trace contextRef="#ctx0" brushRef="#br0" timeOffset="5196.38">7146 3323 1568 0,'4'-12'64'0,"0"3"21"0,-2-1-8 0,1 2-18 0,1 2-9 16,-4 6-14-16,3-8-7 0,-3 8-8 15,0 0 0-15,0 0-1 0,0 0 13 0,0 0 4 16,6 26 7-16,-6-9-3 0,0 0-1 0,0 10-3 16,1-7-2-16,-1-1-6 0,2-1 1 0,0-2-6 15,0 1 2-15,0-5-5 0,2-1 0 0,1 0-1 16,1-3 0-16,-1 1-2 0,-1-3-2 0,1-3 5 15,0 1 2-15,-5-4 6 0,14 3 0 0,-6-3-2 16,3-3-2-16,1-2 0 0,-1-3-2 0,3-2-2 16,0-2-1-16,-1-1-1 0,-1-3-4 0,-2 2 0 15,0-2-3-15,0-2-1 0,2-4-2 0,-3-3-1 16,0 7 0-16,-3-1-2 0,3-5 0 0,-2 8 4 16,-2 1 8-16,-3 4 9 0,1 1 1 0,-2 5-9 15,0-1-4-15,-1 6 2 0,3-9-7 0,-3 9-2 16,0 0-5-16,0 0 0 0,0 0 1 0,0 0 0 15,2 30-1-15,-5-12 0 0,1 2 0 0,1 3 1 16,-3 3-5-16,3-7 2 0,1-2 3 0,1-2-1 16,0-3 2-16,2 0 2 0,0-2-3 0,-1-1 1 15,2-2 2-15,4-1-2 0,-3 0 6 0,5-2 7 16,0-2-4-16,2-2 3 0,0-2-3 0,6-2 0 16,-1-3-2-16,2 0-2 0,-1-1-1 0,-1-3 1 15,-1 0-3-15,-2 0 2 0,0-4-1 0,0 1-8 16,-2-2-4-16,1-1-12 0,-3 2 1 0,-2-2 0 15,-1 1-5-15,1 1 3 0,-4 3-2 0,0 2 5 16,-1 1 2-16,0 4-4 0,-2-1 2 0,-1 6-3 16,4-10 1-16,-4 10-4 0,0 0 2 0,0 0 6 15,0 0-2-15,0 0 2 0,0 0 0 0,-8 30-2 16,7-20 4-16,-1 7 1 0,2-4 2 0,0 5-1 16,0-3 0-16,1 3 3 0,-2-3 0 0,2 1 1 15,0 0-2-15,0-4 5 0,-1-2-2 0,2 2 6 16,-1-1 2-16,0-1 1 0,-1-1 0 15,0 1 1-15,2-1-2 0,-2-9 5 0,-3 13-6 16,0-5 3-16,0-2-3 0,-5 1-16 0,0-2-30 0,3-1-37 16,-4 2-40-16,3-3-52 0,1 0-46 0,5-3-167 15,-13 5-415-15,7-5 184 0</inkml:trace>
  <inkml:trace contextRef="#ctx0" brushRef="#br0" timeOffset="5492.26">7924 3349 180 0,'2'6'197'0,"-4"4"5"0,2-1-7 0,-1 1-22 16,1-2-14-16,-1 3-10 0,1-1-15 0,1-3-14 16,0 1-8-16,1-1-9 0,-2-7-9 0,6 10-7 15,-2-4-4-15,1-2-3 0,1-2-3 0,2-2-5 16,5 0-5-16,0 0-3 0,-1-4-9 0,2 0-7 15,3 1-2-15,-2-5-3 0,-4 2 3 0,0-2 5 16,-3 1-2-16,-2-1-1 0,-1-2-12 0,0-1-3 16,-3 1-1-16,-2-2-7 0,-2-1 0 0,-3 2-8 15,-1-3 0-15,-2 3-11 0,-2-1-5 0,-1 3-16 16,-4 0-13-16,-1 3-14 0,-2 0-15 0,-1 5-22 16,6 1-26-16,-2 3-45 0,3 1-62 0,-2 0-161 15,5 2-405-15,-1-2 179 0</inkml:trace>
  <inkml:trace contextRef="#ctx0" brushRef="#br0" timeOffset="5712.77">8246 3227 2262 0,'9'-8'105'0,"-1"3"-6"0,1-3-24 0,-4 3-14 16,-1 2-7-16,-4 3 11 0,8-6 9 0,-8 6-3 15,4-5-8-15,-4 5-12 0,5-2-6 0,-5 2-6 16,0 0-4-16,6 10 2 0,-2 0-9 0,-2 5-4 15,0 1 2-15,-1 4-3 0,0-2 0 0,-1 3-6 16,4-2 3-16,-3 6-2 0,1-7-2 0,-1 3 3 16,-1-4-17-16,1-1-31 0,1-4-25 0,3 4-23 15,-5-6-29-15,2 0-38 0,1-3-71 0,-1-2-240 16,-2-5-492-16,0 0 218 0</inkml:trace>
  <inkml:trace contextRef="#ctx0" brushRef="#br0" timeOffset="5875.72">8313 2888 106 0,'-8'-1'153'0,"-2"1"-35"0,10 0-48 0,-9 4-44 0,4 0-45 15,1 1-57-15,4-5-82 0,-5 12 37 16</inkml:trace>
  <inkml:trace contextRef="#ctx0" brushRef="#br0" timeOffset="6505.62">8593 3336 109 0,'-5'-8'244'0,"1"3"-7"16,-6-3-15-16,2 3-7 0,-2 0-14 0,-2 1-15 15,-1 1-15-15,-1 1-18 0,-5 2-17 0,1 2-13 16,7 3-15-16,-6 2-9 0,4 0-9 0,-4 3-10 16,6 2-3-16,1 1-12 0,-1 1-6 0,2 2-8 15,2-3-4-15,2 1-10 0,4-2 2 0,1-1-4 16,-2-2-5-16,5 1-1 0,2-1-3 0,2 0-7 15,0-2 2-15,5-1-6 0,-3-1 1 0,4-1-1 16,1-2-3-16,2 0 2 0,2-5-5 16,0-1 1-16,0-1 0 0,0-2-2 0,0-3-5 15,-2-1-2-15,1-3-2 0,0 1-1 0,-6-4 1 0,3-3-3 16,-1-5 1-16,-2 2-7 0,-2-3-1 16,-2 0-1-16,-2-3-2 0,-1 1 5 0,-2 0-1 0,1 0 1 15,-3 2 2-15,0-2 0 0,0 11 8 0,0-1 14 16,-4 3 9-16,5 6 5 0,-1-1-2 0,0 2-2 15,0 8-5-15,0-11-6 0,0 11-5 16,0 0 1-16,0-8-6 0,0 8 0 0,0 0-1 16,0 0 0-16,-2 38 2 0,0-17 1 0,2 7 1 15,-1 2-3-15,0 0 0 0,1-1 0 0,-1 0 2 16,1-2-10-16,1 0-21 0,0-1-23 0,2-1-23 0,-2-7-29 16,0 0-43-16,5 0-39 0,0-4-32 15,-4-1-21-15,2-2-119 0,-1-6-384 0,4 1 170 16</inkml:trace>
  <inkml:trace contextRef="#ctx0" brushRef="#br0" timeOffset="6856.49">8993 3260 40 0,'0'0'210'0,"-1"-10"-9"0,1 10-2 0,-10-2-9 0,10 2-7 0,-17 5-13 15,5 1-13-15,-2 4-12 0,-3 2-9 16,-4 5-15-16,-1 0-9 0,5 2-13 0,3-4-10 15,5-3-7-15,0-1-10 0,6-1-7 0,-2 0-7 16,2 1-4-16,2-4-5 0,1 0-3 0,0-7-3 16,2 11-7-16,3-6 0 0,-5-5-3 0,9 4-5 15,-2-4-1-15,-7 0 0 0,19-7-2 16,-10 2-5-16,1 0 0 0,1-4-3 0,0 1 0 0,-3-1-1 16,3-5-4-16,-2 0-1 0,-3 3 2 0,1-3 0 15,-1 3-3-15,-1-5-1 0,-4 7-2 0,2 2-1 16,-2 0 4-16,2 1 2 0,-3 6-4 0,1-10-2 15,-1 10-3-15,0 0-6 0,0 0 5 0,0 0 0 16,0 0-1-16,0 0-1 0,0 28 0 16,-1-11 0-16,0 1 0 0,1 1 2 0,-2 1-6 15,4-2-14-15,-1 0-16 0,3-3-21 0,1 0-25 0,-1 2-14 16,3-6-29-16,0 0-25 0,2-1-33 0,1-4-36 16,1 0-116-16,1-4-359 0,1-2 159 0</inkml:trace>
  <inkml:trace contextRef="#ctx0" brushRef="#br0" timeOffset="7063.44">9239 3074 168 0,'-1'-9'276'0,"1"9"-17"0,-1-12-22 0,1 12-20 16,0 0-22-16,-1-12-26 0,1 12-13 15,0 0-18-15,0 0-11 0,0 0-8 0,-3 32-9 16,2-14-10-16,1 7-6 0,-3 1-7 0,1 2-8 0,3 0-11 15,0-1-2-15,-1 1-7 0,3 0-7 16,-2 1-20-16,2-3-47 0,-2 1-47 0,-2-3-63 16,3 2-68-16,-3-1-210 0,1-8-435 0,-4-1 193 15</inkml:trace>
  <inkml:trace contextRef="#ctx0" brushRef="#br0" timeOffset="7546.37">9586 3288 1362 0,'4'-10'-44'0,"-3"2"98"0,0 2-5 15,3-1 5-15,-4 7-20 0,2-9 5 0,-2 9 29 16,0 0-7-16,3-10-6 0,-3 10-5 16,0 0-6-16,0 0 2 0,0 0 1 0,0 0 6 0,16 14-1 15,-10-4 1-15,5 9-3 0,-2-2 2 0,2 6-4 16,-3-5 2-16,0 0-5 0,-1 0 1 0,-1 1-4 15,4-2-1-15,-2-3-4 0,-3 1 0 16,0-4-6-16,0 0 0 0,0-3-5 0,0 0 4 0,-1-1 10 16,-1-3 14-16,-3-4 23 0,6 9 20 15,-3-7 7-15,-3-2-3 0,0 0-11 0,0 0-13 0,14-15-15 16,-10 5 5-16,1-2-7 0,-1 1-3 16,2-7-8-16,2 0-2 0,-1-10-7 0,2 3-7 15,4-5-5-15,-1 2-2 0,-2-2 1 0,0 3-10 0,1 0-6 16,-4 8-15-16,1 0-17 0,-2 7-19 15,-2 1-24-15,0 4-43 0,-3 0-53 0,1 2-75 16,-2 5-38-16,6-3-212 0,-6 3-523 0,0 0 232 16</inkml:trace>
  <inkml:trace contextRef="#ctx0" brushRef="#br0" timeOffset="7855.89">9972 3346 70 0,'2'3'183'0,"-2"-3"0"0,2 8 6 0,-2-8-16 16,3 12-6-16,-3-4-20 0,3 0-6 0,-3 2-11 15,4 0-9-15,0 1-6 0,1 0-17 0,-3-1-5 16,3-1-10-16,1 1-10 0,1-3-2 0,1-1-8 16,2 0-2-16,0-2-8 0,1-1-3 0,1 0-3 15,1-5-2-15,6-2-2 0,-6 3 0 0,4-7-3 16,-1 0 2-16,0-1-2 0,-2-1-1 0,-2 0-2 15,-4 0-2-15,2-4-5 0,-1 3 0 0,-5-2-4 16,-1 1-3-16,-3-4-1 0,-2 0-5 0,0 3-2 16,-3 2-6-16,-2-4 0 0,0 4-4 0,-4 5-5 15,0-1 1-15,-1 3-6 0,0 3-26 0,-6 2-21 16,-1 6-25-16,-2 0-38 0,-3 5-33 0,6-2-28 16,-1 7-201-16,2-3-407 0,4-4 180 0</inkml:trace>
  <inkml:trace contextRef="#ctx0" brushRef="#br0" timeOffset="8100.31">10400 3117 38 0,'1'-6'297'0,"2"0"-10"15,-3 6-21-15,1-11-11 0,-1 11-32 0,1-9-22 16,-1 9-24-16,0 0-20 0,0 0-14 0,0 0-15 15,9 21 6-15,-4-3-17 0,-1 9-11 16,1 0-3-16,-2 0-15 0,-1 1-8 0,2 1-3 16,-1 0-9-16,-2-3-9 0,-1 3-4 0,0-5-5 0,0 2-36 15,1-7-26-15,-1 0-37 0,0-1-39 0,-1 0-43 16,2-3-53-16,-2-2-40 0,1-4-183 16,-2 1-438-16,2-6 193 0</inkml:trace>
  <inkml:trace contextRef="#ctx0" brushRef="#br0" timeOffset="8332.34">10726 3102 171 0,'1'-6'280'0,"2"-1"-21"0,-3 7-24 16,1-7-24-16,-1 7-23 0,0 0-15 0,0 0 18 15,0 0-12-15,4 29-14 0,-4-8-2 0,-4 6-10 16,3 5-14-16,-3-2-5 0,1 2-14 0,1-2-15 15,-2-2-10-15,1 3-4 0,-1-5-21 0,2-2 1 16,-1-3-2-16,1-2-6 0,-1-2-14 0,3 0-28 16,-1-5-34-16,0-2-29 0,1 0-40 0,-3 1-44 15,2-6-50-15,1-5-58 0,0 11-220 0,-5-8-491 16,5-3 216-16</inkml:trace>
  <inkml:trace contextRef="#ctx0" brushRef="#br0" timeOffset="9444.94">10543 3283 73 0,'13'-2'179'0,"-2"-1"-19"0,8 3-12 16,1-3-2-16,7 1-17 0,2 1-10 0,2-2-11 16,-1 3-10-16,1-4-11 0,2 3-5 0,-1-3-11 15,0 3-5-15,-5-2-6 0,-5 0-8 0,-1 2-5 16,-3 1-1-16,-4-3-6 0,-1 2 0 15,-3-1-13-15,-1 2 14 0,-9 0 4 0,12-1 10 16,-12 1 10-16,7-3-5 0,-7 3-4 0,0 0-2 0,0 0-9 16,0 0 2-16,0 0-4 0,0 0-3 0,0 0-1 15,-20 18-2-15,10-9 4 0,-3 3 1 0,1 1-3 16,-2 3 1-16,3-2-7 0,1 3 4 16,5-2 0-16,-2-1-4 0,1 1-4 0,2 1-3 0,3-6 2 15,-1 0-5-15,1-1 1 0,2-2-4 16,-1-7 0-16,5 12-4 0,-1-9-1 0,3 2 2 15,-2-2 2-15,4-1-3 0,1-1-1 0,-1-1-3 0,4-1-1 16,-3-2 0-16,2-1-2 0,0 0 1 16,-2-1 0-16,-2-2 0 0,4 0-1 0,-3-1 0 15,-3 0-4-15,1-2 4 0,0 1-1 0,-2-1-3 16,2 2-1-16,-4-1 1 0,0 2 0 0,0 3-1 16,-1-3-4-16,-2 7 0 0,6-6-2 0,-6 6-1 15,3-7-3-15,-3 7 3 0,0 0-1 0,0 0-1 16,0 0 1-16,0 0 2 0,4 18 0 0,-2-12-4 15,1 1 3-15,-1-2 5 0,4 2-1 0,0-1 1 16,5 2-2-16,0-1 1 0,6 0 1 0,2-3 1 16,9-1 0-16,1-1-2 0,2-2 1 0,1 0-5 15,0-4-8-15,-2 3 0 0,0-6-2 0,-2 3 3 16,-7-1 1-16,0 1 1 0,-3-5-1 0,1 4 4 16,-2-2-2-16,-2-1 3 0,-5 2 0 0,-2-4 3 15,1 3 1-15,-1-3-4 0,-5 1 5 0,1-1-1 16,0-2 3-16,-4 2 2 0,0 1 1 0,-3-1 5 15,1 2 6-15,-1 0 3 0,-4 2-4 0,-1 2 0 16,-2 0-3-16,-3 3 5 0,-4 2-3 0,-3 4-4 16,2 1 0-16,0 3 0 0,1 0 0 0,1 2-2 15,3-2-5-15,-1 3 7 0,5-4-3 0,4 2-2 16,-4-1-5-16,4 3 2 0,5-5-11 0,-3 1 1 16,3-8-11-16,6 13 1 0,0-8-7 0,3 2-3 15,1-4-8-15,4-3-4 0,-2 0-1 0,2 0 0 16,-2-1 1-16,0-1 3 0,2-2 5 0,-5-1 0 15,0-2 3-15,1 4 4 0,-4-1 2 0,1-2 4 16,-1-1 3-16,3 2 3 0,-5-2 5 0,-1 3 17 16,-3 4 4-16,2-9 8 0,-2 9-1 0,4-7 7 15,-4 7-6-15,0 0-1 0,5-6-8 0,-5 6-2 16,0 0-2-16,0 0 7 0,4 19-4 0,0-4 2 16,-3 4 1-16,4 9 4 0,-3 0 1 0,0 6-1 15,1 0 1-15,-2 0 8 0,-1 14-4 0,0-12 4 16,1-1-7-16,-1 1 2 0,-2 14 2 0,2-14-2 15,-3-4 4-15,-1-3-7 0,2 3-1 0,-5-6-2 16,2-7 5-16,0 0-7 0,-4-2 3 0,3-4-2 16,-4 3-1-16,0-7-1 0,1-1-1 0,-3-3-16 15,-1 1 18-15,-1-2-4 0,1-3 3 0,-6-1-15 16,2-3-3-16,1 1-5 0,-1-6 0 0,3 4 2 16,1-6-2-16,6 1-9 0,-1-9-9 0,4 3-9 15,5-4 1-15,3 0-2 0,8-10 1 0,3-1-5 16,4 1-3-16,9-12-9 0,4 2-2 15,2 2 0-15,1 2 4 0,-1-3-1 0,0 0 4 16,7 3 4-16,-3 2 1 0,-2-1 7 0,-10 8 4 0,8-8 3 16,-10 8 2-16,-1 0 3 0,-5 3 1 0,0 0 3 15,-7 8 5-15,0-10 3 0,-4 7 7 16,0 2 6-16,-4 0 3 0,-2-1 10 0,-3 6 5 16,-5-6 0-16,3 9 2 0,-6 0-3 0,0 3 1 15,-8 1 5-15,-2 7 2 0,0 1 2 0,-7 7 12 16,2 5 3-16,-3 2-3 0,4 2-4 0,3 3-4 15,2 2-4-15,3 0-1 0,7 4-2 0,-1-4-6 0,6 2-1 16,4-8-24-16,4 4-27 0,6 2-32 0,1-8-45 16,9 1-62-16,2-2-59 0,2-3-162 15,7-6-426-15,0 0 189 0</inkml:trace>
  <inkml:trace contextRef="#ctx0" brushRef="#br0" timeOffset="10208.59">12247 3296 64 0,'0'0'268'0,"3"-5"-17"16,-3 5-17-16,0 0-23 0,0 0-17 0,0 0-19 15,0 0-16-15,0 0-18 0,-17 14-8 0,14-6-15 16,-2 2-11-16,1 0-12 0,0 1-6 15,4 0-10-15,0 0 0 0,-2 1-10 0,4-3-6 16,0 1-2-16,3 0-1 0,1-1-2 0,-1 0-3 0,4-2 2 16,0 0-5-16,1-4-5 0,2 1 4 0,-2-1-9 15,2-3-2-15,0 0-5 0,-1-2 2 16,0 0-5-16,-1-2-7 0,0 0 3 0,1-1-4 16,1-3-7-16,-3 0-8 0,-1-2-4 0,2-2-4 15,-5-4-7-15,3 1-10 0,-7-2-3 0,2 1 2 16,-4 0 3-16,-2-2-2 0,-1 3 1 0,-2-1 1 15,-1 1-1-15,-3 6 0 0,3-1 1 0,-3 0 2 0,2 4-3 16,2 2 2-16,-1-2 3 0,1 2-2 16,6 4-1-16,-7-4 1 0,7 4 2 0,0 0 0 15,0 0-2-15,0 0 3 0,0 0 1 0,0 0 0 16,24 1 2-16,-6-1-3 0,10 0 4 0,7-6 0 16,-3-1 1-16,2 0-1 0,1-2-1 0,-1 0-2 15,-5 0 2-15,0-2 0 0,-4 1 3 0,-9 0-3 16,2-1 5-16,-2-3-4 0,-3-1 3 0,-2 0 4 0,-2-1 4 15,0 1 1-15,-5 4 6 0,1-4-5 16,-3 3 4-16,0 1 2 0,-2 0 0 0,0 2-1 16,0 0 2-16,0 9 2 0,0-8-6 0,0 8-3 15,0 0-4-15,0 0-1 0,0 0-1 0,0 0-2 16,-19 29 6-16,10-1-1 0,-5 5 3 0,1 11-2 16,-1 1 0-16,-1-2 5 0,1 4 1 0,1-2 4 15,8-9-1-15,-2-2-1 0,2 0-1 0,-3 1 1 16,1-3-3-16,3-2-1 0,-1 2 3 0,2-7-4 15,1 2 3-15,2-2-1 0,-4-6-1 0,4 0-2 16,0-1 2-16,0 0 1 0,0-3-17 0,0 1-16 16,-2-5-29-16,0-1-22 0,2-10-29 0,0 0-36 15,-5 20-37-15,5-15-53 0,0-5-184 0,0 0-445 16,-16 7 196-16</inkml:trace>
  <inkml:trace contextRef="#ctx0" brushRef="#br0" timeOffset="10375.77">12448 3471 2111 0,'2'-5'67'0,"-2"5"-35"16,2-10-7-16,-2 10-24 0,3-7-2 0,-3 7 9 15,7-4 18-15,-1 0 9 0,5 2 3 0,-1-2-4 16,7 2-1-16,2-1-4 0,8-3 2 16,1 2-5-16,2-1-16 0,4 0-28 0,0 1-37 0,1-3-60 15,1 2-65-15,-7-1-177 0,3 0-385 0,-5-1 170 16</inkml:trace>
  <inkml:trace contextRef="#ctx0" brushRef="#br0" timeOffset="11059.54">13591 3116 1261 0,'8'-24'58'0,"-4"5"19"0,0 2-37 16,-2 7 20-16,1 1 9 0,3 0 4 0,-6 2-7 0,2 1 12 15,-2 6-11-15,3-8-11 0,-3 8-7 0,0 0-3 16,0 0 4-16,0 0-8 0,0 0 8 16,-5 23 1-16,-1-7 2 0,-1 3-5 0,-3 5 0 15,-1 0-4-15,1 1-1 0,3-6-4 0,-5 3-4 16,3 1-1-16,1-5-6 0,2-1 0 0,0-6-3 16,2 0-4-16,-1-1 3 0,1-1-3 0,0 0-4 0,3-2 2 15,-4-3 0-15,5-4 1 0,-4 10-6 16,4-10 0-16,-2 6 0 0,2-6-5 0,0 0 2 0,-2 6-12 15,2-6-8-15,0 0-4 0,0 0 6 16,14 5-4-16,-14-5-4 0,19-2 2 0,-3 0 0 16,4 2-1-16,3-1 2 0,-1 0-1 0,6-4-2 15,1 4-1-15,0-2 3 0,0 1-1 0,-3-1 1 16,4-1 1-16,-3 1-1 0,0 1 3 0,-4-3 1 16,-1 1 3-16,-2-1-2 0,0 1 6 0,-1-3-5 15,-2 2 4-15,-3-2 3 0,-5 1 3 0,1 0 7 16,-3-3 5-16,3 2 6 0,-6-1 9 0,1-1 1 15,-1 0-6-15,-4-1 3 0,0 2 9 0,0-1 8 16,0 9-3-16,0-16-1 0,0 16 0 0,-4-11-1 16,4 6 4-16,0 5-2 0,-3-11-3 0,3 11-4 15,-2-5-9-15,2 5-8 0,0 0-1 0,0 0-3 16,0 0 1-16,0 0 5 0,-7 25-5 0,5-7 0 16,-5 6-3-16,1 0 2 0,3 4 0 0,-5 1 3 15,1-1-5-15,0-1 3 0,2-1-2 0,-1-1-3 16,4-6-9-16,-5-1-14 0,7 2-14 0,-2-1-21 15,0-1-33-15,-4-5-36 0,4-3-36 16,2 1-22-16,0-3-17 0,-2 0-18 0,2-8-7 0,2 10 3 16,-2-10-108-16,0 8-349 0,0-8 156 0</inkml:trace>
  <inkml:trace contextRef="#ctx0" brushRef="#br0" timeOffset="11366.33">14175 3307 116 0,'2'-6'227'0,"1"1"-10"0,-3 5-23 0,4-8-19 0,-4 8-12 16,0 0-11-16,0 0-4 0,0 0-6 0,0 0-9 16,-13 22-9-16,10-11-9 0,-1 5-14 0,0-2-4 15,1-2-12-15,2-1-9 0,2 2-3 0,0-2-7 16,1 1-5-16,0-2-2 0,3-2-4 0,1 1-3 16,1-3-1-16,2 0-2 0,2-2 1 15,7 2-3-15,-5-5-2 0,5-1 3 0,-2 0-5 16,-2-1 0-16,-1-2-6 0,-2-1 10 0,3 1 0 15,-1-3 8-15,-3 2-3 0,-4-3-7 0,3-2-9 0,-2-1-1 16,-5-1-6-16,0-2-1 0,1-2-2 0,-3 0-3 16,0-2-3-16,-4 5-4 0,-2-5-6 0,0 6-4 15,2 0-7-15,1 2-11 0,-5-1-11 0,0 4-18 16,-1 0-25-16,-2 2-23 0,0 3-24 16,-1-1-30-16,2 5-42 0,-4 3-48 0,5-2-203 15,1 3-472-15,2-2 209 0</inkml:trace>
  <inkml:trace contextRef="#ctx0" brushRef="#br0" timeOffset="11791.81">14599 3142 236 0,'0'0'266'0,"3"-7"-15"0,-3 7-22 0,0 0-22 15,2-5-24-15,-2 5-16 0,0 0-20 0,0 0-11 16,0 0-12-16,12 11-1 0,-5 1-15 0,4 4-2 16,1 0-12-16,2 9 2 0,-2-1-4 0,5-1-9 15,-3 3-8-15,0-1-8 0,-3-1 0 0,3-1-9 16,-5-6-6-16,2 0-3 0,-4 0-6 0,3-2-5 16,-1 1 7-16,-2-6-9 0,-1 0-2 0,-1-1-5 15,0-1-1-15,-1 0 3 0,-1-3-3 0,1 0 9 16,-4-5 11-16,2 8 13 0,-2-8 13 0,8 4-2 15,-8-4-5-15,0 0-6 0,0 0 3 0,14-9-7 16,-8-1-3-16,1 0-25 0,4-3 15 0,-1-3-9 16,4-6 3-16,2 1 5 0,0-2-17 0,-3 0-3 15,1-1-1-15,-1-1 7 0,0 1-8 16,-2 2-12-16,1-1 0 0,-3 5 3 0,-2 2 4 0,1 0-10 16,0 2 3-16,-4 1-6 0,-1 3 2 0,1 4-5 15,-1-1 0-15,-3 7-8 0,3-9-16 0,-1 3-18 16,-2 6-28-16,1-7-37 0,-1 7-31 0,0 0-42 15,0 0-42-15,2-10-52 0,-2 10-44 0,0 0-169 16,-14-2-527-16,14 2 233 0</inkml:trace>
  <inkml:trace contextRef="#ctx0" brushRef="#br0" timeOffset="14468.32">15817 3274 24 0,'3'-12'194'0,"-3"2"-1"15,1-3-5-15,-2 1-15 0,-1 2-5 0,0-1-9 16,-1 3-14-16,-2 1-7 0,1-2-14 0,-2 2-10 16,-2 1-8-16,-2-1-16 0,-1 4-7 0,-7 1-11 15,1 2-4-15,-3 2-7 0,-2 5-7 0,-5 3-5 16,1 5-6-16,0 0 2 0,3 4-11 0,2 3-2 16,0 0-2-16,5 0-2 0,6-6-2 0,1 10-3 15,4-7-4-15,0-1 1 0,5 1-1 16,0-2-4-16,5-2 4 0,1 2-8 0,3-2 4 0,1-4-4 15,0-1-6-15,5-2 7 0,-3-2-3 0,0-2 0 16,2-1-1-16,3-3-3 0,-1-4 3 0,2 0 0 16,0-1-1-16,-1-2-2 0,-2-2-2 0,-1-4 3 15,1 1-2-15,-3-1 1 0,-2-2-2 16,-1-2 1-16,0 0 1 0,-3-1-2 0,1 1 4 16,-3 0-3-16,2 0-3 0,-2 7 2 0,-3-1 3 15,-1 1 5-15,3 4-3 0,-2 0 0 0,-1 6-5 0,0-10-6 16,0 10 2-16,0 0 2 0,0 0-4 0,0 0 0 15,0 0 0-15,9 21 1 0,-8-8 5 0,3 4-5 16,0 2 3-16,-2 0 1 0,2-2 0 16,0 2-8-16,1 1-20 0,3 2-21 0,-3-4-28 15,0 0-30-15,0-2-23 0,0 0-29 0,3-6-24 16,-3 0-21-16,1-2-101 0,-2 0-329 0,-1-3 145 16</inkml:trace>
  <inkml:trace contextRef="#ctx0" brushRef="#br0" timeOffset="14798.34">16060 3302 65 0,'0'0'162'0,"4"-7"-16"0,-4 7-15 0,0 0-2 16,0 0 7-16,0 0-3 0,9 15-8 0,-9-5-5 16,1 0-6-16,2 3-8 0,-2-1 0 0,1-1-12 15,1 0-3-15,-2-3-9 0,3 3-6 0,-1-2-6 16,-1-3-5-16,1 0-6 0,-3-6 0 0,2 8 6 15,-2-8 16-15,3 7 13 0,-3-7 15 0,0 0-1 16,0 0-15-16,0 0 2 0,0 0-10 0,0 0-8 16,0 0-10-16,7-18-3 0,-4 8-8 0,0 0-4 15,0-2-8-15,1-4-5 0,3 6-5 0,-2-4-4 16,1 2-4-16,2 1-9 0,-3 2-5 0,4-1 0 16,-4 2-10-16,4 4-7 0,1 0 8 0,-2 2-2 15,-2 2 0-15,-6 0-1 0,19 5 0 0,-8-1-4 16,-2 3-1-16,1 2 1 0,-3 1-23 0,5 1-18 15,-2 3-23-15,-1 0-31 0,0 2-34 0,-1-1-43 16,2 0-46-16,-4-1-203 0,-1-5-461 0,2 0 205 16</inkml:trace>
  <inkml:trace contextRef="#ctx0" brushRef="#br0" timeOffset="15226.52">16735 3278 113 0,'-3'-9'224'0,"3"9"-10"0,-5-10-5 0,-1 7-9 16,6 3-16-16,-17-4-14 0,6 4-15 0,0 1-13 15,-7 3-15-15,3 4-12 0,0-1-12 0,-2 4-6 16,2 1-8-16,-1 0-10 0,2 1-9 0,3 1-8 0,-1-1-3 16,3 3-8-16,4-6-1 0,3 2-15 0,2-2-7 15,1 0-6-15,3 0-4 0,1-4-5 0,3 3-1 16,2-4 0-16,1 1 1 0,3-4-5 15,4 1-3-15,-1-4 0 0,2-2 0 0,0 0-1 16,-3-3 0-16,3-3-3 0,-1 1 2 0,-3-3-2 16,5-7 0-16,-7 5-1 0,0-4 3 0,0-6-1 15,-4-1 1-15,1 1-3 0,-2-2 2 0,-5-1 5 0,1-1-5 16,-1 0 7-16,-3-2 1 0,-1 0 5 16,-2-3 8-16,-1 3 4 0,3 3-1 0,-3-1 12 15,1 12 14-15,1-1 10 0,-2 4 6 0,2 2-2 16,0 5-5-16,2 5-10 0,-2-10-12 0,2 10-7 15,0 0-7-15,-3-6-1 0,3 6-7 0,0 0 0 16,0 33 1-16,-4-6 1 0,-1 5-3 0,1 1 1 0,0 3-3 16,2-1 2-16,1 1 0 0,-3-2-7 15,4 1 1-15,2-1-30 0,-2 0-32 0,3-2-50 16,-1-1-50-16,2-1-71 0,0 2-64 0,-6-6-161 16,0-1-484-16,0-5 214 0</inkml:trace>
  <inkml:trace contextRef="#ctx0" brushRef="#br0" timeOffset="15698.34">17794 2871 40 0,'3'-11'260'15,"-2"2"-14"-15,-1 9-10 0,-3-13-14 0,2 7-14 16,1 6-22-16,-3-8-22 0,3 8-19 0,0 0-16 16,0 0-13-16,0 0-10 0,-11 18-14 0,3 0-9 15,3 10-8-15,1 5-3 0,-1 15-3 16,-6-2-7-16,8 5-4 0,-3-1-4 0,1 2-1 16,1-5-2-16,-2 0-3 0,6 1-8 0,-2-14 0 0,-1 0 1 15,0 2 1-15,0-3-8 0,1-1-1 0,-2 0-6 16,1-2-2-16,2-2 1 0,2-4-5 0,-2-4 5 15,0-1-3-15,2-1-2 0,-2-2-19 16,-1 3-32-16,2-8-22 0,0-11-27 0,0 20-31 16,0-20-14-16,-2 12-28 0,2-12-33 0,0 0-32 15,-10 10-155-15,10-10-402 0,0 0 179 0</inkml:trace>
  <inkml:trace contextRef="#ctx0" brushRef="#br0" timeOffset="16040.8">17583 3296 4 0,'8'-4'170'0,"5"1"-6"15,3-2-4-15,2 0-8 0,1 4-2 0,2 0-14 16,-1 1-9-16,10 2-11 0,-11 2-5 0,8 4-11 16,-7-1-7-16,-2 2-10 0,8 3-5 0,-9-1-9 15,4 5-9-15,-7-1-3 0,0-1-7 0,-1 2-3 16,-2-2 0-16,-3 2-11 0,1 0 4 0,-4-6-3 15,-1 2-7-15,-2-2 1 0,2-1-3 0,-4-2-3 16,0 0 3-16,0-7-1 0,-5 9 0 0,5-9-1 16,-6 3 2-16,6-3 4 0,-13-3 3 0,13 3 2 15,-12-6-6-15,7-2 0 0,-2-1 0 0,3-3-3 16,0 2 0-16,3-6-3 0,1-1-1 0,2 0-3 16,1-1-5-16,4-1-3 0,1-4-1 0,0 5-8 15,3 1-15-15,1 4-11 0,1-1-10 0,1 0-25 16,-1 3-13-16,3 4-17 0,1 0-24 0,-1 1-25 15,-3 6-26-15,1 2-12 0,-2-1 0 0,-2 5-105 16,0-1-301-16,-2 4 134 0</inkml:trace>
  <inkml:trace contextRef="#ctx0" brushRef="#br0" timeOffset="16349.87">18146 3475 76 0,'0'0'184'0,"0"0"3"16,7 1-4-16,-7-1-11 0,0 0-7 0,19-10-6 15,-10 3-5-15,4-3-13 0,0-1-7 0,2-2-6 16,1 1-12-16,-1-3-8 0,3-4-9 0,-3 3-8 16,2-4-9-16,-5 4-6 0,4-6-13 15,-3 6-4-15,-3-1-4 0,-2 0-7 0,-2 0-6 16,0 3 5-16,-2 2-3 0,-1 1 0 0,-1 1-4 0,-2 1-3 16,0 0 0-16,0 9-1 0,-2-14-6 0,-1 7-2 15,3 7-8-15,-10-7-4 0,4 7 0 0,6 0-6 16,-25 8 1-16,10 1-6 0,-9 7 5 0,1-2-4 15,2 6-1-15,1 1 0 0,4-2 1 16,4-2-2-16,3 1-2 0,4 0 1 0,1-2 3 16,5 1-3-16,4 0-2 0,2-2-15 0,3 0-12 15,5-2-24-15,3-2-22 0,9 0-29 0,1-1-36 16,3-6-26-16,1 1-30 0,3-4-10 0,-1 0-137 0,5-1-367 16,-4-3 163-16</inkml:trace>
  <inkml:trace contextRef="#ctx0" brushRef="#br0" timeOffset="16832.71">18819 3288 73 0,'3'-10'141'0,"1"-1"14"0,-3-1 3 0,-1 12-11 16,-5-18-10-16,1 10-4 0,4 8-2 0,-13-12-5 15,3 9-1-15,0 3-8 0,10 0-4 0,-25 1-5 16,10 9-7-16,-3-1-5 0,-4 6-7 0,7-2-10 16,-7 4-8-16,3 2-6 0,8-7-6 15,0 3-6-15,5-4-6 0,1 0-3 0,0 1-8 0,4-3-5 16,1-9 1-16,2 17-10 0,1-10-5 0,-3-7-2 15,10 9 0-15,-10-9-2 0,13 3 0 0,-6-2-7 16,-7-1 1-16,0 0 0 0,26-10 1 0,-17 3-3 16,-2 1 1-16,0-2-1 0,-2 0-1 0,0-2 1 15,1 0 6-15,-1 1-1 0,-1-3 3 16,2 1 0-16,-3 0 2 0,1 2 6 0,0 0 6 16,-4 9 4-16,5-12 0 0,-5 12-3 0,3-8-8 15,-3 8-5-15,0 0-4 0,0 0 0 0,0 0-1 0,0 0 2 16,16 23 0-16,-13-6 0 0,2 8-1 0,0 1-1 15,-2 2 1-15,-2 2 2 0,-1 1-2 0,-3 2 0 16,3-2 3-16,-2 1 3 0,2-6-4 16,0 3 3-16,-3-4-3 0,6-5 3 0,-3 5-1 15,1-7-1-15,-1-1 2 0,1-2-4 0,-1-1 1 16,0-14-1-16,2 19 0 0,-1-9-2 0,-1-10 1 16,0 0 5-16,1 14 9 0,-1-14 25 0,0 0 11 15,0 0 3-15,0 0-4 0,0 0-9 0,0 0-1 16,0 0-7-16,0 0 0 0,28-35-9 0,-16 18-4 15,-1 0-2-15,8-5-3 0,2 3 1 0,-1-5-9 16,5 5-9-16,0-1-17 0,2 1-16 0,0 0-21 16,0 2-31-16,-2 1-25 0,4 1-34 0,-3-1-47 15,1 3-43-15,0 2-50 0,-8 3-181 0,4-5-495 16,-5 5 219-16</inkml:trace>
  <inkml:trace contextRef="#ctx0" brushRef="#br0" timeOffset="16994.34">19408 3379 219 0,'0'0'229'0,"0"0"-6"0,0 0-13 15,0 0-16-15,0 0-22 0,0 0-16 0,9-6-16 16,-9 6-11-16,0 0-16 0,22-1-28 0,-8 1-42 16,3 0-45-16,2-2-60 0,9-3-94 0,-8 3-127 15,11-4-305-15,5-2 135 0</inkml:trace>
  <inkml:trace contextRef="#ctx0" brushRef="#br0" timeOffset="17379.87">20266 3078 2187 0,'1'-12'40'15,"-1"12"12"-15,-2-9-3 0,2 9-7 0,0 0 8 16,0 0 6-16,-2-11 3 0,2 11-1 0,0 0-6 15,0 0-8-15,0 0-4 0,0 0-4 0,-4-5-6 0,4 5 0 16,0 0-2-16,0 0-1 0,-6 20-2 16,1-9 1-16,-1 2-5 0,3 0 2 0,-2 3-3 15,1-5 3-15,1 5-6 0,2 0 1 0,1-4-5 16,0 1 4-16,3 2-3 0,-1-2-1 0,3-3-4 16,-1 1 1-16,3 4 3 0,0-5-1 0,5 3 0 15,-8-3-2-15,8 3 0 0,0 0-4 0,0-1 2 0,-2-4-4 16,-1 5 4-16,0-5-5 0,1 2 3 15,-3-1-4-15,0 0 1 0,-1-1 3 0,-2 1-2 0,-1-2 0 16,-1 0-4-16,1 1 3 0,-3 2 4 16,0-10 3-16,-7 15 5 0,1-8 1 0,-3 1 1 15,-4-1-1-15,-3 1-1 0,-2-1-1 0,0-1-1 16,0-2-3-16,-3-2 3 0,1-1-5 0,-2-1-5 16,4-1-29-16,-2-1-25 0,2-4-35 0,0 2-35 15,0-2-50-15,4-3-61 0,-1 0-221 0,2-3-489 16,4-2 216-16</inkml:trace>
  <inkml:trace contextRef="#ctx0" brushRef="#br0" timeOffset="17536.66">20253 3094 159 0,'9'-6'193'0,"3"0"1"0,-1 2-15 15,4-2-12-15,3 0-23 0,1 2-9 0,2 1-16 16,0 0-22-16,8-4-40 0,-1 2-48 0,0 4-39 15,3-3-54-15,-1-1-41 0,0 5-78 0,-3-2-219 16,-6-2 97-16</inkml:trace>
  <inkml:trace contextRef="#ctx0" brushRef="#br0" timeOffset="17851.14">20746 3088 146 0,'-5'6'171'0,"1"-1"-2"16,-3 2-1-16,0 2-6 0,-3 6 1 0,-1-2-3 15,0 3-10-15,1 0-15 0,-1 1-8 16,2-2-12-16,2 3-5 0,0-1-9 0,2-2-5 16,2-2-9-16,3 0-7 0,1-4-9 0,1 2-3 15,3-1-5-15,3 0-5 0,0-3-1 0,1 1 3 0,4-4-4 16,-2 1 0-16,5-3-8 0,-1 0 0 16,4-1-3-16,-1-2-3 0,1-1-5 0,-2-1 6 15,1-4-4-15,-3 1-2 0,2 0 6 0,-8-2 2 16,1 0 0-16,-1-2-4 0,-1 0-3 0,1-3-3 15,-3 1-6-15,-1-4 1 0,-1 0-6 0,-2-1-3 16,0 5 0-16,-2-5-5 0,-2 5 1 0,-3-5 0 16,1 7-11-16,-2-4-4 0,-4 4-19 0,-2-1-15 0,-3 1-23 15,1 1-26-15,1 3-24 0,2 2-27 16,-2 1-40-16,2 3-45 0,0 3-39 0,1-1-133 16,1-1-421-16,9-1 187 0</inkml:trace>
  <inkml:trace contextRef="#ctx0" brushRef="#br0" timeOffset="18118.47">21122 3034 228 0,'0'-7'280'0,"4"3"6"0,-4 4 3 16,2-12-6-16,0 8-20 0,-2 4-18 0,2-7-25 15,-2 7-25-15,0 0-24 0,0 0-17 0,0 0-32 16,0 0-1-16,0 0-11 0,0 0 0 0,9 34-12 15,-5-16 5-15,0 10-20 0,-4-3 0 0,2 2-8 16,0-8-7-16,0 6-6 0,0-4-6 0,0-1-5 16,-2-3-7-16,0 4-3 0,0-2 0 0,0-1-3 15,0 0-5-15,-2-1-5 0,0-2-3 0,2-4-11 16,-2 2-27-16,2-2-35 0,-3-3-43 0,3 1-46 16,0-9-48-16,-2 15-53 0,-1-9-58 0,3-6-206 15,-8 6-545-15,8-6 241 0</inkml:trace>
  <inkml:trace contextRef="#ctx0" brushRef="#br0" timeOffset="18465.72">21121 3237 1979 0,'2'-7'49'0,"2"2"-26"0,-4 5-12 16,4-8-3-16,-4 8-6 0,5-6-2 0,-5 6 16 16,5-5 4-16,-5 5 8 0,9-5-6 0,-1 2 3 15,3 2-4-15,2-1 1 0,8-1-1 0,-2 0-10 16,1-1 6-16,-1 2-5 0,2-2-3 15,-1 1-13-15,-2-2-11 0,-4 2 4 0,2-3-4 0,-4 1 5 16,-3-1-2-16,2 0 0 0,-3-2 4 0,-1-2-1 16,1 0 6-16,-3-1 5 0,0 1 8 0,2-6 5 15,-3 5 7-15,0-1 3 0,-1 1 5 0,0 3 6 16,-1 0 7-16,-1-1 4 0,0 3 9 16,-1 6-3-16,3-8-6 0,-3 8-5 0,0 0-7 15,1-9-5-15,-1 9-6 0,0 0-1 0,0 0 7 0,-1 35 7 16,-2-17 8-16,-1 10 1 0,-1-3-2 15,0 1-2-15,1 1 2 0,-1-3-14 0,0 1 17 0,0-6-12 16,1 1 0-16,-1-3-3 0,1 0 1 0,-2 2-4 16,3 0-2-16,0-9-25 0,1 9-35 15,1-6-43-15,-2-3-54 0,3 1-75 0,-1 0-271 16,1-11-515-16,-2 12 229 0</inkml:trace>
  <inkml:trace contextRef="#ctx0" brushRef="#br0" timeOffset="18881.66">21583 3075 119 0,'9'-3'201'15,"2"-3"-9"-15,6 1-16 0,-6 0-6 0,3 1-14 16,-1 1-8-16,1 0-10 0,1-2-2 0,-2 5-28 15,0-4-4-15,-2 3-7 0,-1-3-12 0,0 2-3 16,-4 2-5-16,-6 0-3 0,11-2-5 0,-6 1-3 16,-5 1 1-16,0 0-4 0,12 0-7 0,-12 0-4 15,0 0-3-15,0 0-5 0,7 3 0 0,-7-3 7 16,0 12 2-16,0-3 4 0,-1 2-7 16,-3 6-2-16,0 0 4 0,1 7 2 0,-5-1 3 0,-1 5 2 15,-3-1 1-15,2-4 1 0,-5 3-7 0,2-2 0 16,2-7-4-16,2 1-2 0,-3-1-3 0,2-1-5 15,1 1-2-15,1-1-1 0,1-6 0 0,-1 2 0 16,2-3-2-16,2 1-3 0,0-4 1 0,0-2 2 16,1 1-5-16,3-5-4 0,0 0-3 0,-8 9-2 15,8-9 3-15,0 0-10 0,0 0 14 0,10 6-12 16,0-6-15-16,9-2-4 0,2 0-26 0,9 1-24 16,0-4-36-16,-2 2-37 0,0 0-30 0,0-1-47 15,3-2-44-15,-2 2-43 0,-9-2-167 0,9 2-493 16,-4-3 218-16</inkml:trace>
  <inkml:trace contextRef="#ctx0" brushRef="#br0" timeOffset="19027.91">22171 3385 5 0,'0'0'271'0,"0"0"-7"0,5 3-3 16,-5-3-8-16,0 0-17 0,0 0-23 0,0 0-23 15,0 0-21-15,0 0-31 0,0 0-48 16,0 0-52-16,0 0-66 0,0 0-75 0,0 0-94 15,0 0-103-15,0 0-325 0,0 0 143 0</inkml:trace>
  <inkml:trace contextRef="#ctx0" brushRef="#br0" timeOffset="22130.38">22780 3615 19 0,'0'0'181'16,"0"0"-6"-16,0 0-12 0,20-17-8 0,-10 11-9 16,-2-2-6-16,1-1-9 0,5 0-7 0,-1-2-6 0,1 1-3 15,-3-2-4-15,3-4-11 0,-1 4 20 0,1-1-5 16,-1-4-8-16,1-3 8 0,1-2-12 0,-6 6-8 15,2 0-3-15,3-8-4 0,-8 4-18 16,0 1 5-16,-2 0-7 0,0 1 8 0,2 1 0 16,-2 2-10-16,-1 2-12 0,-3 2-1 0,1 0-6 15,-1 4 0-15,1-1-3 0,-1 8-11 0,0-9 7 0,0 9-13 16,0 0-7-16,-1-12-6 0,1 12-4 16,0 0-3-16,0 0 3 0,0 0-4 0,0 0 1 15,-13 40 3-15,10-23-2 0,-4 10-2 0,3-8-3 16,-1 5 4-16,4-5-12 0,1 0 16 0,1-3-8 15,3 0-2-15,1-2 5 0,2-2-1 0,1-3-2 16,3 1 2-16,-2-3-7 0,3-3 4 0,5 0-2 16,1-2-7-16,0-2 9 0,2-2-4 0,1-4-1 15,-3-2-1-15,7-1 1 0,-7-2 2 0,-1-3-2 16,-1 4 2-16,-3-5 1 0,1-1 1 0,-4 1-5 16,-2-2-1-16,-2 0 2 0,3 2 5 0,-4 0-5 15,-2-1 1-15,1 0-1 0,-2 6 2 0,0-1-1 16,-1 5 2-16,-1 6-3 0,1-11-2 0,-1 11-4 15,3-6-5-15,-3 6 3 0,0 0 0 0,0 0 0 16,0 0 2-16,0 0 0 0,0 0 1 0,-8 28 2 16,4-12-2-16,0 2 5 0,1 0-3 0,0 1 4 15,-3-1 0-15,2 0 1 0,3 1-3 0,-1-2 5 16,1 0-3-16,0 0 1 0,1-3-3 0,-2-3-12 16,2 4-17-16,0-3-24 0,-2-1-39 0,1 1-38 15,-3-2-44-15,0 0-37 0,-4 0-207 0,-1-2-456 16,-1-1 202-16</inkml:trace>
  <inkml:trace contextRef="#ctx0" brushRef="#br0" timeOffset="22314.9">22969 2973 42 0,'0'0'116'0,"0"0"-15"0,0 0-33 0,0 0-41 16,0 0-21-16,0 0-66 0,20 19-65 0,-3-6 28 15</inkml:trace>
  <inkml:trace contextRef="#ctx0" brushRef="#br0" timeOffset="22764.08">24196 3287 1944 0,'18'-9'36'0,"-4"0"16"0,-2-1-10 0,-4 1-7 15,-2 1 11-15,-1 0 6 0,-2-1 10 0,-2-1 1 16,-1 4-5-16,0 6 3 0,-4-14 2 0,-3 7 0 16,3 2-4-16,-2 1-5 0,-2 1-8 0,-2 2 2 15,-3 2-11-15,-5 4-6 0,-6 7 2 0,-3 2-7 16,1 4 2-16,-4 2-6 0,-2 1-2 0,5 0-2 15,0-2-2-15,7 2-2 0,2-2 1 0,7-4-9 16,3-1-4-16,3-4-2 0,3 4 3 0,2-4-8 16,2-2 0-16,1 0 1 0,2-3-2 0,4 0 5 15,2-1-3-15,3-2-1 0,4-3 1 0,2-2-7 16,2-2-3-16,2-3 0 0,4-1 2 0,-9 0-1 16,7-2-2-16,-9-2 5 0,4-1 0 0,1-2-1 15,-9 3 3-15,1 1-2 0,-3-5 3 0,-2 2 0 16,1-2 1-16,-1 1-1 0,-1 1 2 0,-3 4 9 15,-2 0 5-15,-1 3 1 0,2 3 7 0,-1-1-6 16,-3 6-1-16,3-8-4 0,-3 8-4 0,0 0-3 16,0 0 2-16,0 0-3 0,0 0 3 0,0 0 0 15,-6 36 4-15,2-20 1 0,2 4 1 0,1-1-5 16,1 6 1-16,2-7 2 0,-1 1 1 0,6-1-3 16,-1-2 0-16,0 1-13 0,3-3-22 0,3 0-36 15,-1-4-39-15,7 2-39 0,-2-4-58 0,0 0-31 16,-3-5-127-16,5-3-391 0,-5-2 173 0</inkml:trace>
  <inkml:trace contextRef="#ctx0" brushRef="#br0" timeOffset="23006.32">24626 3089 212 0,'2'-16'254'15,"-2"4"-2"-15,1 0 2 0,-1 6-2 0,0 6-13 0,0-13-15 16,0 13-21-16,-1-9-26 0,1 9-31 0,0 0-7 15,0 0-16-15,0 0-13 0,0 0-18 0,0 0 1 16,3 45-1-16,1-16 1 0,-4 3-11 16,2 0-8-16,-1 1-11 0,0 0 1 0,-1-1-2 15,1 3-12-15,-1-3-2 0,0 0-2 0,2-3-7 16,-1 3 3-16,-4-4 6 0,2-2-17 0,4 0-22 16,-3-8 0-16,4 6-38 0,-6-4-39 0,6-2-40 15,-6 0-46-15,-1-2-43 0,0 1-45 0,1-1-229 16,-5-5-510-16,1-1 226 0</inkml:trace>
  <inkml:trace contextRef="#ctx0" brushRef="#br0" timeOffset="23229.78">24628 3283 12 0,'7'-16'220'0,"6"2"-5"0,-1 3-10 0,2 2-9 16,2 0-17-16,0 5-15 0,-2 1-11 0,4 1-11 15,-4 2-18-15,0 4-10 0,1 2-11 0,-1 3-8 16,0 2-10-16,-2 1-6 0,-3 1-7 0,-3 1-6 16,-2 3-4-16,-4-1-9 0,-5 1-5 0,0 1-14 15,-3-2-13-15,-4 1-17 0,0-3-18 0,-6 4-26 16,1-7-30-16,-2 1-44 0,2-3-38 0,1 1-51 16,-1-3-107-16,4-4-334 0,1-2 148 0</inkml:trace>
  <inkml:trace contextRef="#ctx0" brushRef="#br0" timeOffset="23476.49">25051 3039 247 0,'6'-12'278'0,"-1"4"-7"0,-2-1-6 16,-1 2-27-16,0 2-11 0,-2 5-26 0,2-7-23 15,-2 7-20-15,0 0-18 0,0 0-15 0,12 15-6 16,-6 4-7-16,0 5 3 0,-1 6-6 0,-1-2-9 15,-1 3-10-15,3-1-8 0,-3-1-16 0,-2 2 8 16,2-3-9-16,-3-1-4 0,0-3-18 16,-2 3 11-16,2 0-8 0,0-8-4 0,0-1-32 15,0 0-27-15,0-1-31 0,-2-1-37 0,-1 1-39 16,0-5-50-16,0-1-42 0,0 1-49 0,-7 1-167 16,3-6-467-16,-3 0 208 0</inkml:trace>
  <inkml:trace contextRef="#ctx0" brushRef="#br0" timeOffset="23696.4">25152 3178 95 0,'11'-12'227'0,"-2"5"-15"0,1 0 0 0,-2 4-10 16,1-4-20-16,-3 4-20 0,2 2-11 0,-8 1-20 15,14 1-10-15,-9 1-12 0,3 2-13 0,-2 0-9 16,-1 4-8-16,1 1-5 0,-4 0-6 0,-1 1-6 15,-2 2-5-15,-3 0-4 0,-2 2-4 0,-1-1-6 16,-3 3-9-16,-1-4-21 0,-1 1-24 0,-1-2-34 16,0 1-54-16,3-5-53 0,0 0-63 0,-1-2-119 15,-1-3-360-15,4 0 160 0</inkml:trace>
  <inkml:trace contextRef="#ctx0" brushRef="#br0" timeOffset="23924.6">25397 3063 2176 0,'10'-16'45'0,"-3"1"15"16,-1 0-1-16,0 8-4 0,-3 0 8 0,-1 2 1 16,2-1 9-16,-4 6 1 0,0-9-11 0,0 9-3 15,4-8-14-15,-4 8-2 0,0 0-4 0,0 0-7 16,0 0 5-16,9 17 1 0,-5 6 7 0,-4 3 4 16,4-1-11-16,-3 4 7 0,2-3-3 0,-5 2-2 15,4-1-4-15,0-1 4 0,-2 0-9 0,-4-1-5 16,4-1-5-16,4-3-6 0,-4-4-35 0,0 0-33 15,2-2-33-15,0 3-35 0,-4-6-46 0,4-4-57 16,-4 3-57-16,2-11-142 0,0 13-456 0,0-13 202 16</inkml:trace>
  <inkml:trace contextRef="#ctx0" brushRef="#br0" timeOffset="24104.36">25665 3197 144 0,'8'-5'264'0,"-6"0"-20"15,-2 5-18-15,4-5-20 0,-4 5-23 0,0 0-20 16,0 0-15-16,0 0-3 0,7 13-12 0,-7-3-11 16,0 2-9-16,0 4-11 0,0 1-11 0,0 3-7 0,-2-2-9 15,0-1-13-15,2 2-34 0,0-2-39 0,0-2-41 16,0-2-34-16,2-2-48 0,0 0-42 16,0-1-170-16,0-5-374 0,-2-5 165 0</inkml:trace>
  <inkml:trace contextRef="#ctx0" brushRef="#br0" timeOffset="24556.38">25931 3375 164 0,'9'-5'202'0,"0"-2"-9"0,2 1-11 0,2-4-9 16,-1 4-16-16,3-5-10 0,-1 1-20 0,2-2-11 15,-2-2-9-15,1 2-12 0,-1 0-11 0,-1-2-4 16,-4 3-9-16,-2 0-4 0,0 4 3 0,-1-3-3 16,-4 5 1-16,0-1-3 0,-2 6-3 0,0-11-4 15,0 11-1-15,-4-10-10 0,4 10 0 0,-11-7-5 16,2 7-4-16,9 0-1 0,-24 7-4 0,6 1 4 16,1 1 1-16,-4 6 1 0,6-1 3 15,-2 0-3-15,5 1 4 0,-1 0-6 0,5 2-1 16,0 1-3-16,4-7-3 0,2 2-3 0,4-1-4 0,6 3-15 15,4-2-22-15,3-2-26 0,12 2-39 0,3-4-35 16,3 0-43-16,1-4-38 0,-1-1-26 0,0-2-157 16,1-2-410-16,-1-3 181 0</inkml:trace>
  <inkml:trace contextRef="#ctx0" brushRef="#br0" timeOffset="24952.73">26502 3339 115 0,'15'-12'133'0,"1"-1"-1"15,-5-1 16-15,0 1 8 0,-4-2 9 0,-2 7 5 16,-1-3 5-16,-4 5-1 0,0-4-13 0,-2 1-5 15,-2 2-6-15,-2-2-8 0,-4 6-4 0,-1-2-7 0,-1 1-5 16,-5 2-9-16,-4 8-11 0,1-1-8 0,-12 3-12 16,1 5-3-16,3 0-11 0,2 1-8 15,8-4-16-15,0 4 6 0,2-3-11 0,5 3 0 16,2-1-13-16,2-2 6 0,3 1-5 0,0-2-3 16,2 1 0-16,2-4-5 0,4 3-2 0,0-5-4 15,0 2-12-15,3-2-6 0,5-1-7 0,1-1-8 0,5-4-6 16,-2 0-3-16,2-2 2 0,5-2-1 15,-8-2-1-15,3-1 6 0,-9 1 3 0,9-5 2 16,-5-1 0-16,-2-2 1 0,1-2 0 0,-1-4 3 16,3-2-1-16,-7 5 3 0,3-7 1 0,-1 1 2 15,1-4 8-15,-2 3 5 0,-1-2 8 0,-5 1 14 16,2 8 3-16,2-1 5 0,-2 2 6 0,-4 1 3 16,2 7 7-16,-2 0 10 0,0 1-5 0,3 1-2 15,-3 7-6-15,2-8-12 0,-2 8-9 0,0 0 10 16,0 0-19-16,0 0-1 0,0 0 0 0,-7 38-2 15,3-14-3-15,1 4 3 0,1-3-5 0,1 0-1 16,-3 1-2-16,2-1 7 0,2-1-5 0,-2-5-26 16,4 7-33-16,0-7-53 0,-2-1-56 0,2 0-69 15,1 0-77-15,-1-2-211 0,5-6-556 0,0 0 246 16</inkml:trace>
  <inkml:trace contextRef="#ctx0" brushRef="#br0" timeOffset="25209.6">27281 2985 222 0,'2'-13'321'0,"1"5"-5"0,-6 0-10 16,3 8-18-16,5-10-24 0,-5 3-27 0,0 7-32 16,0 0-25-16,0 0-11 0,0 0-23 0,0 0-13 15,-5 36-8-15,1-9-8 0,-2 4-1 0,0-1-4 16,2 2-21-16,-5-3-9 0,5 0-20 0,-1-1 14 15,1-3-9-15,-1 0-8 0,2 0-2 0,1-6-10 16,-2 0-22-16,0-3 3 0,3 1-25 0,-3-1-24 16,4-4-32-16,0 1-37 0,-2-2-33 0,0-2-41 15,2-9-45-15,0 16-50 0,0-11-231 0,0-5-529 16,0 0 234-16</inkml:trace>
  <inkml:trace contextRef="#ctx0" brushRef="#br0" timeOffset="25598.59">27143 3204 25 0,'0'0'234'0,"-2"-12"-13"0,2 12-20 15,0 0-13-15,0 0-13 0,10-10-10 0,-3 6-13 16,8 2-7-16,3-3-15 0,11 3-8 16,1 1-15-16,-1-3-7 0,0 2-14 0,0 2-4 15,-5 0-10-15,-3-2-5 0,1 4-9 0,-6 0-6 16,2 3-8-16,-5-4-4 0,-3 5-5 0,1-1-1 15,-3 1-2-15,-3 2-3 0,3-1 4 0,-4 2 1 0,-2-1 3 16,2 3 2-16,-4 0-3 0,4 0-1 16,-3-1-4-16,-2 1-1 0,1 0-2 0,1-1-2 15,0-1-1-15,0-2 0 0,5 2-5 0,0-1 0 16,-2-3 1-16,7 0-1 0,-2 1 1 0,3-3-2 16,-2-2 2-16,4 1-3 0,-1-4-2 0,0 1 1 15,-1-2 7-15,-1-1-1 0,1-1 4 0,-1-2 4 16,-4-1-7-16,4-1 3 0,-5-3-1 0,1-1 0 15,-3 1 0-15,-1-4-5 0,-1-2-1 0,-2 7-3 16,-2-5 1-16,-1-1-6 0,-3 1-4 0,0 2-4 16,-4 0-5-16,-3 3 4 0,-1 1-3 0,-4 1-13 15,-4 3-21-15,4 4-21 0,-13-1-34 0,10 2-42 16,-1 3-64-16,2 3-73 0,-1 0-186 0,3-1-490 16,5 1 217-16</inkml:trace>
  <inkml:trace contextRef="#ctx0" brushRef="#br0" timeOffset="26106.31">28275 3111 69 0,'11'-7'241'16,"1"2"6"-16,-5-2-8 0,1-1-10 0,0 1-10 15,-4 0-10-15,-3 2-7 0,-1 5-2 0,1-14-22 16,-6 6-10-16,2 2-17 0,3 6-16 0,-16-7-12 16,5 5-11-16,-8 1-7 0,-3 4-7 0,-5 6-5 15,0 1-3-15,-9 6-5 0,10-3 4 0,5 3-7 16,-1-1-8-16,7-3-4 0,-2 2-6 0,7 0-1 15,3-4-13-15,-1 1-4 0,4 4-4 0,1-5-2 16,3 1-7-16,0-2 1 0,3 1-4 0,4-2-1 16,2-2-1-16,4 1-1 0,4-1-6 0,2-3-18 15,0-1 3-15,3-2 4 0,-4 2-3 0,-1-5 3 16,2 0-7-16,-8 0-13 0,2 0 11 0,2-6 6 16,-7 2-4-16,2-1-4 0,0-1-7 0,-3 0 10 15,1-1-2-15,-1 0 1 0,2-1-1 0,-4 1 5 16,1 2 4-16,-3 1-5 0,1 3-3 0,-4 4-1 15,4-8 4-15,-4 8-6 0,3-5-8 0,-3 5 7 16,0 0 0-16,0 0 0 0,0 0 5 0,-7 24-6 16,5-12 6-16,-1-1-1 0,1 2 0 0,2 2-3 15,2 3-1-15,-1-1-11 0,7-2-23 0,2 1-49 16,1 0-45-16,8 2-45 0,-2-8-71 0,7 3-84 16,-3-6-174-16,1-3-546 0,-2-3 242 0</inkml:trace>
  <inkml:trace contextRef="#ctx0" brushRef="#br0" timeOffset="27690.42">4999 3924 147 0,'0'-7'237'0,"0"7"-13"0,-1-11-16 16,1 11-23-16,-3-8-18 0,3 8-27 0,0 0-18 15,0 0-12-15,0 0-10 0,0 0-12 0,0 0-7 0,7 35-8 16,-6-3-3-16,0 2-6 0,5 12-10 16,-2 1-1-16,-1-11-6 0,-3 10 3 0,-4-10-9 15,7 0-2-15,-2-4-7 0,0-1 0 0,0-2-6 16,1-1-1-16,-1-2 1 0,-1-7-5 0,0 1-1 16,0-4-5-16,1 1 2 0,-1-4-3 0,0-1-3 15,3 0 3-15,-3-12 0 0,1 14-2 0,1-6 0 0,-1-4 1 16,-1-4-1-16,-1 9 13 0,1-9 13 15,0 0 12-15,1 7 3 0,-1-7 3 0,0 0-11 16,0 0-6-16,0 0-3 0,0 0-4 0,2-30-1 16,3 19-3-16,-1-6-5 0,3 1-2 0,0-3-2 15,6-3-1-15,-1 5-6 0,3-5-4 0,4-1 0 0,0 3-1 16,1 4 0-16,2 0 27 0,-4 6-1 16,0 2-11-16,-4 3 0 0,3 1-5 0,-4 4-1 15,-1 0-7-15,1 4 4 0,0 0-4 0,1 3-1 16,-1 0-1-16,-3 1 1 0,2 3-2 0,-4 0-1 15,4 2 0-15,-2-1-10 0,0 1-16 0,-3-3-17 16,-1 1-21-16,2 0-36 0,-1-1-30 0,0 4-35 0,-1-4-48 16,1-1-46-16,-3 2-150 0,2-4-437 15,-1 1 194-15</inkml:trace>
  <inkml:trace contextRef="#ctx0" brushRef="#br0" timeOffset="28084.3">5831 4202 56 0,'-6'-9'226'0,"-1"5"-4"0,-2-3-6 0,-5 3-6 15,3 3-14-15,-8 2-10 0,2 4-12 0,-9 5-13 16,2 5-10-16,-1 2-12 0,0 4-13 0,3 1-13 16,1 1-12-16,3 0-10 0,4 0-11 0,5-7-3 15,1 2-12-15,6 0-8 0,-1-2-2 0,5 0-7 16,0-4-4-16,4-2-10 0,1-1-2 0,0-1-1 15,2-2-5-15,5-2-4 0,-1-4-3 0,6 2-5 16,-2-4-4-16,3-3-2 0,1-1-7 0,2-5-1 16,-4 3-1-16,-1-3 2 0,-5-3-1 0,3 3 1 15,-3-1-1-15,-1-1 1 0,0 0-1 0,-4-1 0 16,0-1 2-16,1-1-2 0,-6 5-2 0,0-2 5 16,-2 1 2-16,3 0 8 0,-3 2 6 15,1 0 4-15,-1 3-2 0,-1 7-2 0,1-8-4 0,-1 8-7 16,0 0-2-16,3-6-3 0,-3 6 1 0,0 0 3 15,0 0-1-15,-1 27-5 0,1-15 3 0,-2 5 3 16,2-1 3-16,-1 1-4 0,0 0-6 0,1 4-22 16,1-5-15-16,-1 0-34 0,3-1-36 0,-3 0-35 15,2-3-38-15,2-2-47 0,1 0-172 16,-4-2-430-16,-1-8 190 0</inkml:trace>
  <inkml:trace contextRef="#ctx0" brushRef="#br0" timeOffset="28322.56">6062 4040 133 0,'0'-10'296'16,"2"4"-19"-16,-2 6-24 0,0 0-30 0,-2-11-29 0,2 11-19 16,0 0-7-16,0 0-4 0,0 0 1 0,3 36-9 15,-1-7-7-15,0-1-17 0,-1 2-7 16,-1 0-12-16,1 0-9 0,2-2-12 0,-2 1-4 15,3-3-12-15,1 1-6 0,-1 1-6 0,-4-3-4 16,2-7-9-16,4 10-5 0,-3-10-35 0,-1-1-36 16,-1-1-52-16,-1 3-58 0,1-6-80 0,1 2-69 15,-2 5-158-15,-2-7-479 0,2-13 213 0</inkml:trace>
  <inkml:trace contextRef="#ctx0" brushRef="#br0" timeOffset="28603.77">6501 4005 301 0,'-2'-7'303'0,"2"7"-16"16,-1-11-23-16,1 11-28 0,-2-5-23 0,2 5-27 16,0 0-12-16,0 0-12 0,0 0 0 0,-7 29-11 15,2-5-6-15,5 4-18 0,-5 0-5 0,4 4-8 16,-2 0-4-16,1-3-8 0,0 1-14 0,0-2-2 15,0 2-15-15,2-1 1 0,-1 0-9 0,2-3-10 16,-1-1-2-16,0 1-14 0,-2-6 17 0,1 0-16 16,-1 5-1-16,0-1 1 0,0-5-5 0,1-2-20 15,1-3-24-15,0 1-31 0,-2-4-41 0,0-1-42 16,0 1-46-16,-1-2-41 0,3-9-58 0,-6 16-227 16,1-11-538-16,5-5 238 0</inkml:trace>
  <inkml:trace contextRef="#ctx0" brushRef="#br0" timeOffset="28770.04">6280 4398 2427 0,'3'-6'31'0,"1"-1"15"0,-1 3-22 0,-3 4-8 16,5-7-9-16,0 3 1 0,-5 4 17 0,12-6 5 16,-3 2-2-16,3 0 0 0,5-1-4 0,3 1-1 15,8-2-6-15,-8 2-6 0,17-2-35 16,-4 0-53-16,4 1-65 0,1-2-81 0,-2 1-158 0,-3 1-411 15,-2-2 183-15</inkml:trace>
  <inkml:trace contextRef="#ctx0" brushRef="#br0" timeOffset="29426.27">7020 4200 22 0,'3'-4'234'0,"0"-1"-29"0,-3 5-24 0,0 0-18 15,0 0-11-15,0 0-9 0,8 22-15 0,-10-5-8 16,1 6-7-16,-4 3-8 0,1 1-7 0,2-1-8 16,0 1-10-16,2-9-2 0,3 0-8 0,-2 1-8 15,2-4-5-15,-1-2-6 0,3-2-3 0,3-3-3 16,0 1-4-16,-3-2-5 0,4-1 4 0,2-4 1 15,1-1-3-15,-1-2 6 0,2-2-5 0,5-5 2 16,-1 0-8-16,0-3-4 0,-3 3 0 0,3-5-2 16,-4 0-2-16,-2-1 1 0,1 2-1 0,-2-2-2 15,0 2-1-15,-1 2-2 0,-2-6-6 0,-1 3 3 16,-2 3-5-16,0 0-1 0,0 4-2 0,-1 1-5 16,0-1-3-16,-3 6-13 0,4-6-5 0,-4 6-3 15,0 0 4-15,0 0-2 0,0 0 4 0,5 18 5 16,-5-8-1-16,0 2 0 0,2 3 0 0,-2-2 0 15,2-2 3-15,3 1 1 0,-3 1-2 0,2-2 4 16,1-2-3-16,0-1 1 0,2 0 6 0,1-1-1 16,2-4 0-16,-1 1 3 0,1-3-4 0,1-3 7 15,1-2-3-15,0-1 0 0,4-3 0 0,-1-1 6 16,2-3 3-16,-4-1 6 0,1 0 0 0,-5 0 7 16,0 0-8-16,-2-3 4 0,-2 0-4 0,2 0 3 15,-5-1-5-15,0 6-2 0,-1-2-3 0,-1-2-4 16,-1-1-10-16,-2 0-7 0,1 5-10 0,-2 0-23 15,2 4-25-15,2 7-38 0,0 0-42 0,-5-11-22 16,5 11-18-16,0 0-12 0,0 0-120 0,0 0-349 16,0 0 156-16</inkml:trace>
  <inkml:trace contextRef="#ctx0" brushRef="#br0" timeOffset="29777.29">7754 4182 131 0,'0'0'221'15,"3"-5"-9"-15,-3 5-17 0,0 0-12 0,0 0-18 0,0 0-17 16,0 0-8-16,0 0-9 0,0 0-7 0,-22 30 7 16,9-14-20-16,-3 7-6 0,-3 3-10 0,1-3-8 15,4 0 0-15,1 0-18 0,1 0-7 16,2-6-4-16,4 0-7 0,-2 0-6 0,7-4-2 16,1-1-5-16,0 0-2 0,1-4-15 0,2-2-1 15,-1 0-4-15,6 0-7 0,0-3-2 0,-1-3-6 0,4-2-6 16,0 0-1-16,2-3-7 0,5-2-1 0,-2-3-2 15,0 0 2-15,-2-1 3 0,-3-2-2 0,3-1 6 16,-3 0-5-16,0-2 6 0,-2 3-1 0,0-1 4 16,-3-1-1-16,1 4-5 0,-5 1 1 15,2 0 4-15,-3 1 7 0,1 2 0 0,-2 7 1 16,2-9-3-16,-2 9-3 0,4-4 4 0,-4 4-3 0,0 0 6 16,0 0 5-16,6 24-1 0,-2-12-3 0,-1 5 2 15,-1 0-3-15,1-1 4 0,-1 1-28 16,4 1-31-16,-3 1-52 0,6-1-68 0,1-1-57 15,-3-2-121-15,3 1-376 0,3-5 167 0</inkml:trace>
  <inkml:trace contextRef="#ctx0" brushRef="#br0" timeOffset="30099.79">8101 4282 1850 0,'0'-19'49'0,"1"7"18"15,0 3 19-15,1 3-3 0,-1-2-17 0,-1 8-11 16,0-9-17-16,0 9-5 0,0 0-11 0,0 0 3 0,0 0 0 16,0 0 9-16,8 24 2 0,-5-7-1 15,1 2-3-15,1 6 2 0,-1-5-2 0,0-2-4 16,2 6 5-16,-2-7-2 0,4 7-2 0,-3-10-2 16,-1-1-4-16,1-1-2 0,0-3-1 0,-1 1 1 15,0-5-2-15,-2 2 4 0,1-2 2 0,-3-5 26 16,0 0 17-16,4 10 14 0,-4-10 2 0,0 0-12 15,0 0-5-15,0 0-9 0,10-14 1 0,-7 5-9 16,-1-1-6-16,4-6-2 0,-3 4-11 0,2-5 5 16,4-5-5-16,0-2-11 0,2-2-25 0,2 0-14 15,4-2-15-15,-3-1-25 0,6 0-33 0,-2 1-35 16,4 4-37-16,0 1-55 0,-4 4-54 0,-7 10-179 16,-2-1-487-16,-4 5 215 0</inkml:trace>
  <inkml:trace contextRef="#ctx0" brushRef="#br0" timeOffset="30412.96">8490 4389 27 0,'7'-2'237'0,"2"-2"-6"0,1-1-13 16,-1-2-12-16,5-1-10 0,-2 0-16 0,2-2-11 15,1-3-17-15,-1 2-6 0,-1 0-9 0,0-2-12 16,0 1-9-16,-2-1-8 0,-2-2-14 0,-1 1-4 15,-2 1-4-15,0 2 3 0,-3 0-5 0,-2 1-8 16,-1 1 28-16,0 2-8 0,-3-2-8 0,0 3-7 16,-5 2-8-16,3 0-13 0,-3 1-1 0,-2 3-8 15,-3 4-5-15,-2 2-1 0,-3 3-7 0,3 4 20 16,-6 5-13-16,6-4-1 0,2 0 7 0,3 2-6 16,1 0-6-16,5 1-2 0,3-1-4 0,4 1 2 15,4-1 0-15,3-1-6 0,4-2-1 0,12 2-2 16,3-3-16-16,6-1-39 0,1 1-43 0,1-7-63 15,0 1-60-15,2-6-95 0,-5 3-261 0,-1-2-596 16,-11-5 264-16</inkml:trace>
  <inkml:trace contextRef="#ctx0" brushRef="#br0" timeOffset="31128.95">9366 4602 114 0,'-3'-23'245'16,"5"-3"-22"-16,-1 1-20 0,0 0-12 0,-1 6-10 16,4-9-9-16,-3 3-12 0,3-1-14 0,-4-1-9 15,-1 4-13-15,2-2-1 0,-2 8-5 0,1 0-9 16,-3 3 1-16,2 4-3 0,-1-2-4 0,0 3-6 16,1 2-12-16,1 7-6 0,-3-10-12 0,1 4-5 15,2 6-12-15,-4-8-2 0,4 8-11 0,-4-5-4 16,4 5-4-16,0 0-4 0,-11 0-2 0,11 0-1 15,0 0-7-15,-8 12-3 0,8-12-10 0,-4 10-9 16,4-10-3-16,4 12-5 0,0-5 7 0,0 0-8 16,6-2-2-16,1 0-7 0,2 1 0 0,4-2 0 15,2 2 4-15,2-3 2 0,-1 0-1 0,2-1 3 16,-4-1 1-16,-1 0 1 0,-4 1-1 0,0-1 2 16,-3-1-1-16,-3 4-1 0,2 1 2 0,-3 0 0 0,2 3 2 15,-3 3-2-15,1 4 4 0,-2-1 5 16,1 3-2-16,-3 0 2 0,2 0 1 0,-2 2 4 15,0-3-3-15,3 1 3 0,-1-1-2 0,-1-6 3 16,2 3 2-16,1-2-1 0,1-4 3 0,-1 1 2 16,3-1-2-16,1 0 2 0,2-4 1 0,-1-1-1 15,3 0-2-15,4-2 4 0,1-4-6 0,2 1 5 16,-3-6-1-16,2 2-4 0,4-6 0 0,-8 1-2 16,3 0 1-16,-4 0 2 0,1-2-2 0,-5 0-3 15,2-1 0-15,-3 1 0 0,-1 0 0 0,-1-4 0 16,-3 1-2-16,-4 1-1 0,0-1 2 0,1 5 3 15,-4-1-7-15,1 1 6 0,-2 2-1 0,1 0-3 16,-3 7-3-16,1-2 2 0,-2 1-2 0,6 4 2 16,-13 0-3-16,1 4 3 0,2 2 3 0,-3 6 4 15,-2 0-11-15,3 4 8 0,0 0 1 0,2 2-2 16,0-1-3-16,3 1 2 0,3 0-1 0,3-3-5 16,1 2-21-16,1-2-22 0,4-2-27 0,5 0-42 15,-2-4-33-15,5 2-36 0,5-4-180 0,-2-3-400 16,5-1 178-16</inkml:trace>
  <inkml:trace contextRef="#ctx0" brushRef="#br0" timeOffset="31356.56">10396 4232 22 0,'-10'-2'229'0,"-2"2"0"0,-3 2-10 0,-3 3-6 16,-1 4-11-16,-8 4-14 0,0 2-14 0,4 0-15 15,2 6-15-15,0-3-10 0,4 3-11 0,5-6-16 16,3 2-7-16,2 0-9 0,3 0-1 0,4 1-17 16,4-1-5-16,1-1-5 0,6 0-8 0,1-5-6 15,5 2-25-15,7 0-26 0,-3-7-30 16,8 0-32-16,-1-3-42 0,2-3-38 0,0 3-35 16,1-4-29-16,-4-4-130 0,-7-2-364 0,6-3 162 0</inkml:trace>
  <inkml:trace contextRef="#ctx0" brushRef="#br0" timeOffset="31592.02">10649 4063 188 0,'-1'-12'257'16,"-1"3"5"-16,0 0-11 0,2 9-18 0,-1-10-25 0,1 10-24 16,0 0-21-16,0 0-17 0,0 0-9 0,0 0-6 15,0 0 1-15,0 47 3 0,1-19-1 0,-1-1-11 16,0 3-8-16,-1 2-8 0,1-2-8 15,-2 0-10-15,0-2-4 0,1-1-5 0,-2 2-15 16,4-1-6-16,-3-4 2 0,1 2-13 0,-1-8-9 16,2 0-20-16,0-3-33 0,-1 2-33 0,1-5-34 15,0 0-36-15,0-3-37 0,0-9-58 0,1 13-20 16,-1-13-29-16,0 0-145 0,-6 9-439 0,6-9 195 16</inkml:trace>
  <inkml:trace contextRef="#ctx0" brushRef="#br0" timeOffset="31862.6">10446 4315 24 0,'0'0'164'0,"0"0"-3"0,18-4-6 16,-8 3-1-16,8 0-10 0,1-2-9 0,2 1-7 16,-1 0-5-16,11 2-6 0,-11-1-9 0,2-2-4 15,-1 0-8-15,0 1-7 0,1 2-6 0,-3-1-9 16,-6 1 4-16,-2 0-5 0,1 0-1 0,-1 0-8 15,-1 0-3-15,-3 1-5 0,-7-1 1 0,13 2-4 16,-8 0 11-16,0 2-4 0,-5-4 2 0,7 9-6 16,-3-1-1-16,-1 1-3 0,1 2-4 0,-3 0-5 15,2 0-1-15,-2 2-5 0,0-1-1 0,2 3-6 16,-2-3-26-16,0 0-38 0,2 4-25 0,-2-3-40 16,0-1-53-16,2-3-47 0,-1 0-205 0,-2-9-437 15,0 0 194-15</inkml:trace>
  <inkml:trace contextRef="#ctx0" brushRef="#br0" timeOffset="32033.24">10827 4117 19 0,'0'0'17'0,"0"0"-23"0,0 0-7 0,-12 14 3 16</inkml:trace>
  <inkml:trace contextRef="#ctx0" brushRef="#br0" timeOffset="32314.35">11262 3966 39 0,'-4'-10'257'0,"4"10"-4"0,-7-7-13 0,7 7-21 16,-5-5-18-16,5 5-20 0,0 0-6 0,-13 9-21 16,8 3-7-16,-1 6-9 0,-2 9-2 0,0 4-7 15,1 4-5-15,-5 12-7 0,2 0-3 0,2 0-11 16,1-14-10-16,-1 0-8 0,0 2-4 16,0 10 0-16,0-13-15 0,3-3 3 0,-3 0-6 0,5 2-6 15,-2-2-4-15,3-1-4 0,-1-5-2 0,-1-4-4 16,0 0-14-16,3-1 6 0,0-3-7 15,0 1 1-15,-1-6-21 0,4 2-30 0,-1-3-32 0,-1-2-25 16,0-7-34-16,0 0-40 0,-3 20-21 0,3-20-25 16,0 0-29-16,0 0-210 0,-4 6-473 0,4-6 211 15</inkml:trace>
  <inkml:trace contextRef="#ctx0" brushRef="#br0" timeOffset="32588.66">10966 4385 41 0,'12'-7'161'0,"-2"5"-12"0,1 0-12 16,3-1-13-16,6 1-4 0,10 1-11 0,-2-1 0 15,2-3-12-15,3 1-3 0,-2 0-12 0,3 1-11 16,-3-4-8-16,-2 2 0 0,1 1-6 0,-9 1-12 16,0-4-2-16,-5 4 2 0,-2 0 4 0,-2-1 8 0,-1 1 6 15,0 1 8-15,-4-1 7 0,0 2 12 16,-7 1-1-16,10-3-1 0,-10 3-6 0,7 0-6 0,-7 0-12 15,0 0 3-15,0 0-19 0,10 3 0 16,-10-3-7-16,1 12-2 0,0-2-4 0,-1 1-4 16,3 0-5-16,-3 1-8 0,1 0-29 0,1 0-26 15,-2 1-30-15,2 4-58 0,-2-4-52 0,4-1-42 0,-4-2-137 16,0-10-386-16,0 20 172 0</inkml:trace>
  <inkml:trace contextRef="#ctx0" brushRef="#br0" timeOffset="33350.96">11649 4352 183 0,'3'-3'225'0,"-3"3"-6"0,10-10-19 0,-4 5-8 15,0-5-15-15,1 3-16 0,-2-3-10 0,7-2-15 16,-7 0-10-16,1 2-7 0,-1 0 7 0,0-2-5 15,-1 4-3-15,-1-1 3 0,-1-1-16 0,-4 3-11 16,2 7-4-16,-1-14-10 0,-1 7-1 0,-1 0-15 16,3 7-7-16,-9-7-6 0,3 3-11 15,6 4-6-15,-18 0-1 0,8 4-5 0,-1 2-7 0,-3 4 6 16,3 2-8-16,-2 3 2 0,0 2-6 0,4 0-2 16,0 1-2-16,1 0-1 0,2-2-2 15,1 3 1-15,4-3-2 0,2-1 1 0,2-2-6 0,1 4 5 16,1-3-1-16,5-2-3 0,1 2 5 0,1-3 8 15,3 0-10-15,2-4 0 0,2-1-3 0,1-2 4 16,1-1-3-16,2-3 11 0,-3 0-9 0,8-1-2 16,-1-4 1-16,-9 2-3 0,4-1 1 0,-4-3-3 15,2 0 2-15,-3-2 4 0,0 1-4 16,-2-3 1-16,-2-1-5 0,2-2-10 0,-6-2-5 16,3 0-2-16,-2-1-1 0,-3 1 2 0,0-2-5 0,-3-2 2 15,0 4 0-15,-2-2-1 0,-2 1 6 0,0 0 0 16,-4 1 2-16,0 3 0 0,-1 4 5 0,-1-2-2 15,-1 1-6-15,-4 3 7 0,2 2 0 0,0-2-1 16,-1 4 2-16,3 0 3 0,1 0-3 16,6 3 0-16,-10-3-1 0,10 3 2 0,-9-4-2 15,9 4 2-15,0 0 2 0,-8 0 1 0,8 0 2 0,0 0-5 16,0 0 8-16,0 0-1 0,0 0 2 16,36 4-4-16,-22-4 1 0,-1 0 2 0,0 3-1 15,1-3 2-15,-1 2-1 0,-1-1 2 0,1 3-4 16,1 1 2-16,-3-1 0 0,-1 1 6 0,0 2 6 15,1 1 6-15,-4 1 6 0,4 3 5 0,-4 4-2 16,-2-4 7-16,-1 3 6 0,2 0-2 0,-2 1 1 0,2-1-8 16,-4 1-2-16,1 1 1 0,0-5-5 15,2 4 1-15,-3-4-20 0,0 1-26 0,3-3-45 16,-3 1-50-16,3 0-70 0,2-3-68 0,-5 0-213 16,-2-8-504-16,8 10 224 0</inkml:trace>
  <inkml:trace contextRef="#ctx0" brushRef="#br0" timeOffset="33523.41">12406 4395 2827 0,'0'0'81'0,"0"0"-4"0,11 0-1 16,-11 0-46-16,0 0 16 0,0 0 18 0,0 0 9 16,0 0-11-16,0 0-14 0,0 0-2 0,0 0-3 15,11-2-10-15,-11 2-24 0,0 0-37 0,0 0-44 0,0 0-49 16,0 0-62-16,0 0-92 0,9 0-198 15,-9 0-513-15,0 0 228 0</inkml:trace>
  <inkml:trace contextRef="#ctx0" brushRef="#br0" timeOffset="36098.57">13823 4263 128 0,'0'-7'227'16,"0"7"-14"-16,2-13-2 0,-2 7-8 0,0 6-13 15,0-10-11-15,0 10-18 0,0-8-19 0,0 8-18 16,0 0-12-16,0 0-15 0,0 0-3 0,0 0-16 16,0 0-8-16,0 0-5 0,0 32-4 0,0-14-3 15,-2 8 7-15,0 0-7 0,-3 2-10 0,3 0 5 16,-1 0-6-16,-1 3-2 0,3-4-6 0,-3 1 0 15,2 0-5-15,0-1-2 0,2 0-4 0,0-8 1 16,0 7-3-16,0-6-1 0,0-1-2 0,0-2-5 16,0-2-11-16,0-3-23 0,0 1-21 0,0-3-25 15,-2 0-34-15,2-10-31 0,0 16-28 0,0-16-12 16,-2 7-24-16,2-7-14 0,-1 6-125 0,1-6-356 16,0 0 159-16</inkml:trace>
  <inkml:trace contextRef="#ctx0" brushRef="#br0" timeOffset="36428.41">13789 4192 127 0,'9'-7'147'0,"4"1"0"16,1 2-3-16,-1 2-15 0,3 3-1 0,-5 2-11 15,8 2-6-15,-4 2-10 0,-1 4-6 16,-1-1-12-16,-1 5-5 0,-3-2-8 0,-1 2-7 0,-4 4-2 15,-3-2-1-15,-1 1-10 0,-1 0-3 0,-3-2-3 16,-2 0-2-16,-3 0-4 0,-3-2-6 0,1-1 0 16,-3 1-1-16,3-4-4 0,0-3 2 0,-1-1 1 15,2-1-1-15,1 3 4 0,3-6 1 0,-4 1 8 16,3-1 2-16,3 2 4 0,4-4-6 16,0 0 0-16,-12 2-8 0,12-2-3 0,0 0-2 0,0 0 0 15,0 0-9-15,0 0-2 0,0 0 0 0,0 0-4 16,0 0 1-16,0 0-4 0,25 7-1 0,-13-4-2 15,7 3-24-15,-2-2-20 0,2 2-39 0,10 3-32 16,-2 0-52-16,-8-2-44 0,-2-1-134 16,-3-2-364-16,4 0 162 0</inkml:trace>
  <inkml:trace contextRef="#ctx0" brushRef="#br0" timeOffset="36706.74">14227 4450 180 0,'0'0'202'0,"0"0"-24"0,0 0-16 16,0 0-10-16,0 0 0 0,0 0 7 0,0 0 1 0,4 23 4 15,-6-10-16-15,2 4-9 0,-4 3-9 16,1-4-5-16,2 5-11 0,-2-2-5 0,-1 0-9 16,1-1-3-16,1 1-6 0,-3-2 0 0,3-6-17 15,2 2-4-15,-2 3-4 0,0-4-2 0,2-2-7 16,0-1-8-16,0 1-1 0,0-3-6 0,0-7 0 15,0 11-3-15,0-11-3 0,4 10-5 0,-2-5 0 0,3-1-2 16,-5-4-9-16,16 5-3 0,-16-5-24 16,21 3-22-16,0-4-40 0,-3-1-38 0,0 0-45 15,9-5-57-15,0 1-52 0,0-1-162 0,-6 1-458 16,6-7 204-16</inkml:trace>
  <inkml:trace contextRef="#ctx0" brushRef="#br0" timeOffset="36864.08">14743 4544 1562 0,'6'-5'39'0,"-1"2"0"0,0-1-18 0,-5 4-11 16,10-5 2-16,-6 1 16 0,1 0-8 0,-5 4 9 15,12-5-2-15,-5 4-1 0,3 1-1 0,2-4-6 16,-1 4-10-16,-11 0-16 0,24-1-28 0,-11 2-44 16,0-1-41-16,-1 2-38 0,-12-2-87 0,14 7-265 15,-14-7 118-15</inkml:trace>
  <inkml:trace contextRef="#ctx0" brushRef="#br0" timeOffset="37006.04">14843 4621 30 0,'0'0'178'0,"-5"4"5"0,5-4-4 0,0 0-11 16,0 0-14-16,0 0-16 0,0 0-14 0,0 0-11 16,0 0-12-16,16 6-17 0,-16-6-36 0,24 3-42 15,-6-5-55-15,2 0-71 0,-1 0-104 0,8-5-240 16,-8 4 106-16</inkml:trace>
  <inkml:trace contextRef="#ctx0" brushRef="#br0" timeOffset="37380.61">15670 4295 155 0,'4'-7'257'0,"-4"7"-25"0,8-6-15 0,-2 4-14 16,3 0-12-16,4 2-12 0,-2 2-13 0,8 0-15 16,-2 3-16-16,-3 1-12 0,1 3-4 0,-1 2-15 0,2-1-14 15,-5 0-7-15,1 4-7 0,-7-2-6 0,2 3-9 16,-4-2-7-16,-3-2 0 0,-4 6-7 0,-2-1-3 16,-3 0-8-16,-1 0 1 0,-9 4-1 0,-1-1 2 15,-1-3-11-15,-4-2 0 0,6-4-4 16,-4 3-1-16,5-5-3 0,3-1-1 0,1-3-3 15,3-1-1-15,3 2 2 0,1-5-2 0,1 3-4 0,6-3 2 16,-9 3-1-16,9-3-2 0,-5 5-3 0,5-5 2 16,0 0-3-16,0 0-2 0,0 0 3 0,0 0 0 15,14 9-2-15,-4-9 2 0,3 2 5 16,4 2-7-16,4-2-5 0,0-1 5 0,8 2-8 16,4-1-17-16,-5-3-24 0,3 1-39 0,-4-2-35 15,2 2-41-15,2-2-39 0,-4 0-29 0,2 1-172 16,-10-1-433-16,3-3 192 0</inkml:trace>
  <inkml:trace contextRef="#ctx0" brushRef="#br0" timeOffset="37971.93">16240 4411 201 0,'-1'-11'221'0,"1"11"-4"0,-3-8-1 0,3 8-10 15,-4-7 0-15,4 7-26 0,0 0-16 0,-7-4-15 0,7 4-12 16,0 0-9-16,-18 12-11 0,10-4-7 15,-2 5-7-15,-1 1-7 0,-1-1-10 0,2 1-8 16,1 1 0-16,4-1-18 0,1-3-5 0,3 0-3 16,-1 1-5-16,4 0-4 0,-1 1 0 0,1-5-7 15,4 4 3-15,-1-5-1 0,3 3-9 0,-1-3-3 16,3 1-5-16,0-5 0 0,2 3 2 0,0-4-8 16,0 1 2-16,0-3-5 0,2 1-6 0,-14-1-4 15,19 0-4-15,-8-4-8 0,0 0 2 0,-2 0-9 16,-2-2 0-16,5-1-3 0,-5 1-3 0,0-1 0 15,2-2 1-15,-4-1 3 0,1 0 2 0,-3-1-1 16,1-1 6-16,-2 1-3 0,0 0 4 0,0-2-3 0,-1 2 0 16,-1 1 5-16,2-1 1 0,-2 5 1 15,0 6 4-15,1-13 2 0,3 7 2 0,-4 6 0 16,5-10-1-16,0 6 0 0,0-1 0 0,3 2 0 16,2-1 3-16,3 3-1 0,1 0-3 0,-1-1-1 15,4 2 1-15,-5 2-3 0,2 0 2 0,-1 2 1 16,-3 1-2-16,-1 1-2 0,0 2 2 0,0 1 2 15,-3 0-1-15,1 1 6 0,-1 0-6 0,-1-1 0 16,-1 0 2-16,0-1 3 0,0 3-1 0,1-3-3 16,-3-1 4-16,3 3-1 0,-5-10 4 0,7 12 3 15,-2-7 10-15,-5-5-1 0,10 8 2 0,-2-5 0 16,-8-3 3-16,14 2-1 0,-4-2-4 0,-10 0-1 16,19-6 5-16,-10 0-8 0,3 1 4 0,-2-2-6 15,-1 0 1-15,1-2-2 0,-4 1 1 0,3-1-1 16,-3-3-1-16,-3 0-3 0,4 1 3 0,-5-2-6 15,0 1 4-15,-4 1-2 0,-3-2 1 0,1 3-2 16,-2 1 0-16,0-1-2 0,-5-2-3 0,-1 5 2 16,-3-3-7-16,3 4 4 0,-5-1-13 0,1 3-17 15,1 2-25-15,-2 0-36 0,4 5-28 0,-1-1-34 16,4 1-38-16,-1 3-33 0,0 0-183 0,2-1-440 16,2 3 196-16</inkml:trace>
  <inkml:trace contextRef="#ctx0" brushRef="#br0" timeOffset="38469.91">16886 4589 32 0,'0'0'212'0,"1"12"-7"0,-1-12-10 15,0 0-13-15,0 0-4 0,6 12-8 0,-6-12-6 16,5 5-3-16,-5-5-8 0,9 3-6 0,-9-3-12 15,13 4-8-15,-13-4-10 0,18-1-6 0,-8 1-7 16,-10 0-12-16,24-3 5 0,-10-2-17 0,-2 0-6 16,-6 3-4-16,6-2-7 0,-1-2-6 0,0 0-1 15,-1-2-6-15,-1 1-2 0,0-3-9 0,-2 1 2 16,1-3-7-16,-2 2-7 0,1-4-1 16,1-2 3-16,-1 1-8 0,-2 0-7 0,2-1 8 0,-4 2-5 15,3-2-5-15,-4 0 0 0,1 1-3 0,-1 3-2 16,3 0-1-16,-1 2-1 0,-1-1 1 0,-1 1 3 15,3 2-1-15,1-1-4 0,0 1-2 0,0 2 2 16,2 1-2-16,1 0-4 0,2 0 3 0,0 3 2 16,-2 1-2-16,3 0-1 0,0 2-1 0,-1 0-2 15,3 3-2-15,-2 0 1 0,1 2 0 16,-3 1-1-16,-1 3 1 0,-4 0 1 0,3 1 8 16,-3-1-7-16,-1 6 1 0,-3-4-1 0,-1 1 3 0,-1 2-3 15,-1-3 3-15,1 3-1 0,-2-4-1 0,2-1 1 16,0-3 2-16,0 2 0 0,-1-3 1 0,2-6 2 15,0 13-2-15,2-8 4 0,-2-5 4 0,5 10 0 16,-5-10-1-16,15 8-2 0,-1-5 4 16,4-2-2-16,3 1-3 0,0-2 1 0,0-4-16 15,0 0-15-15,2 2-22 0,-3-2-29 0,-3-2-41 0,1 0-51 16,-2-2-73-16,-6 3-234 0,0-2-513 0,-5-1 226 16</inkml:trace>
  <inkml:trace contextRef="#ctx0" brushRef="#br0" timeOffset="40968.74">17944 4640 22 0,'0'0'168'0,"0"0"-15"0,0 0-14 15,0 0 4-15,0 0-3 0,0 0-20 0,0 0-2 16,-12 23-13-16,7-12-6 0,-1-2-13 0,-1 3-14 16,1-2 0-16,0 6-6 0,-2-3-17 0,3-1-6 15,-3 1-43-15,0-2-30 0,3-2-38 0,3 1-33 16,-3-1-31-16,-1 0-79 0,5-2-228 0,1-7 100 16</inkml:trace>
  <inkml:trace contextRef="#ctx0" brushRef="#br0" timeOffset="41458.85">18351 4253 202 0,'0'0'229'0,"4"-9"-12"0,-4 9-20 0,1-6-13 15,-1 6-18-15,0 0-18 0,0 0-11 0,3-6-22 16,-3 6-7-16,0 0-12 0,0 0-6 0,19 9-3 16,-10-4-5-16,1 2-6 0,6 3-5 0,-6-2-9 15,4 3-4-15,-3 0-4 0,0 2-7 0,0-1-5 16,1 2-5-16,-2-3-3 0,0 3 0 0,-3-3-11 16,2-2 1-16,-1-1-3 0,-3 3 1 0,2 0-2 15,-1-3-3-15,1 2 0 0,0-1 0 0,-3 0-5 16,1 0 3-16,0-1-4 0,-5-8 4 0,7 10-4 15,-2-5 2-15,-5-5-5 0,8 7 2 0,-8-7 6 16,0 0-2-16,6 6 15 0,-6-6 7 0,0 0-2 16,0 0-2-16,10-5-3 0,-10 5 3 0,7-11-12 15,-2 2 0-15,0-1-3 0,0-1 1 0,-1 0-2 16,0-5 6-16,2-1-13 0,3-2 4 0,-4 1-6 16,3 0 2-16,2-7-3 0,-4 6-2 0,3-7 3 15,-2 6-5-15,0-3-1 0,3-1 4 0,-4 6-2 16,-1 0 0-16,-4 5 4 0,0 3-5 0,2-1-1 15,-2 2 0-15,2-1-2 0,-2 3-2 0,0-1 9 16,-1 8-7-16,4-9-24 0,-4 9-14 0,1-8-19 16,-1 8-22-16,4-6-16 0,-4 6-24 0,0 0-23 15,0 0-38-15,14 6-30 0,-14-6-171 0,7 11-415 16,-6 0 184-16</inkml:trace>
  <inkml:trace contextRef="#ctx0" brushRef="#br0" timeOffset="41896.97">18790 4447 8 0,'0'0'231'0,"0"0"-14"0,0 0-6 15,0 0-6-15,0 0-13 0,0 0-16 0,0 0-17 16,0 0-10-16,0 0-18 0,0 0-12 0,0 0-14 15,0 0-9-15,0 0-12 0,0 0-5 0,0 0-9 16,0 0-4-16,0 0-8 0,0 0-3 16,19-1-5-16,-14 8-4 0,0-1-4 0,-1-1-8 0,1 3-2 15,1 1 1-15,-2-1-9 0,0-2 2 0,2 2 1 16,-2-2-5-16,2 0-2 0,0 3 0 0,-2-5 5 16,-2 2-11-16,1 1 0 0,-3-7 0 0,4 8-3 15,-4-8 3-15,2 6 1 0,-2-6 16 0,0 0 6 16,0 0 5-16,0 0 5 0,5 2-3 15,-5-2 0-15,0 0-2 0,0 0-5 0,8-16-6 0,-3 9-3 16,0-4 4-16,2-1-9 0,3-1-6 0,0-2 1 16,0-1-4-16,1 2 0 0,1-3 0 0,-2 0-5 15,2 3 2-15,-1-2-1 0,0 2-3 0,-2 0-1 16,1 4-1-16,-1 1-5 0,0 2 0 16,-5 2-5-16,2-1-19 0,2 0-20 0,-5 4-19 15,-3 2-18-15,10-2-12 0,-10 2-16 0,0 0-26 0,11 6-18 16,-11-6-33-16,2 12-23 0,-4-2-184 0,-3 1-425 15,-5 2 188-15</inkml:trace>
  <inkml:trace contextRef="#ctx0" brushRef="#br0" timeOffset="42144.51">18901 4527 1 0,'0'0'207'0,"0"0"-10"0,0 0-14 15,0 0-14-15,-3 4-14 0,3-4-2 0,-2 6 1 16,2-6-15-16,-4 10-2 0,1-4-5 0,1 4-3 16,1 1-2-16,-1-2-17 0,0 3-10 0,0-5-3 15,0 6-1-15,-1-1-6 0,2-1-7 0,-2 0-8 16,3 0 0-16,-1-2-12 0,1-2-6 0,-1 2-5 16,0 1-5-16,2 0-6 0,-1-3-6 0,1 0-26 0,-1-7-28 15,1 12-27-15,-1-12-43 0,0 0-31 16,2 14-44-16,-2-14-31 0,1 5-185 0,-1-5-412 15,0 0 182-15</inkml:trace>
  <inkml:trace contextRef="#ctx0" brushRef="#br0" timeOffset="42356.75">19341 4364 180 0,'0'0'239'0,"6"-4"-11"0,-6 4-11 0,0 0-14 16,10-4-19-16,-10 4-20 0,10-3-17 0,-10 3-6 15,12-1-23-15,-3-1-13 0,-9 2-38 0,16 1-36 16,-16-1-46-16,18 2-55 0,-18-2-48 0,18 3-49 16,-11-2-109-16,-7-1-299 0,10 4 132 0</inkml:trace>
  <inkml:trace contextRef="#ctx0" brushRef="#br0" timeOffset="42529.4">19388 4491 151 0,'0'0'220'0,"0"0"-6"0,0 0-9 0,0 0-8 16,0 0-17-16,0 0-25 0,0 0-14 0,0 0-15 15,14 7-12-15,-14-7-13 0,24-2-25 0,-7-1-28 16,2 1-48-16,3-1-45 0,6-2-54 0,0-1-43 15,0-1-132-15,-1 0-296 0,2-3 130 0</inkml:trace>
  <inkml:trace contextRef="#ctx0" brushRef="#br0" timeOffset="42908.85">20112 4217 18 0,'0'0'226'0,"0"0"-9"0,0 0-5 0,0 0-12 15,0 0-7-15,0 0-15 0,-25 8-2 0,17-1-5 16,-1 2-5-16,-3 3-18 0,1 1-14 0,0 3-9 16,-3 0-12-16,5 0-6 0,0-2-10 15,-1 1-8-15,3-2-4 0,1 0-13 0,-1 3-6 0,4-6-4 16,1 0-7-16,4-1-1 0,0 1-6 0,1-1 0 16,2 0 0-16,2-3-1 0,4 1 2 0,0-1-7 15,6 0-6-15,-1-3 1 0,1 0 0 16,2-3-7-16,2 1 1 0,-5-3-2 0,5 0-1 15,-2-2-6-15,-1 1-2 0,1-3 3 0,-4-1-1 16,-2 2-1-16,2-4 7 0,1-3-8 0,-3 2-5 0,-2-4 2 16,3-1-5-16,-5 0-1 0,1 0-5 0,-3-1 4 15,-2-2 0-15,1 2-5 0,-5-2 3 0,-2 6 0 16,1 0-4-16,-2-2-1 0,-2 3-5 16,-1 1 1-16,-2 2-1 0,0 1-3 0,-2 2 4 15,-5 2-7-15,2 1-4 0,-7 0-13 0,2 4-26 16,-2 1-21-16,2 0-34 0,1 2-33 0,-2 1-35 0,1 1-42 15,2 2-32-15,1 1-199 0,-1 0-483 0,2 0 215 16</inkml:trace>
  <inkml:trace contextRef="#ctx0" brushRef="#br0" timeOffset="43088.95">20432 4547 11 0,'0'0'220'0,"1"16"-9"0,-1-6-16 0,0-10-16 16,-5 20-14-16,0-8-17 0,1 3-15 0,-1-3-13 15,0 1-30-15,-3-2-42 0,2-1-59 0,-1-3-56 16,1 3-174-16,-2-2-260 0,8-8 116 0</inkml:trace>
  <inkml:trace contextRef="#ctx0" brushRef="#br0" timeOffset="44363.77">21136 4114 23 0,'-1'-13'219'0,"-2"4"-10"16,5-4-2-16,-4 4-5 0,0-1-12 15,2 10-7-15,0-10-17 0,0 10-15 0,-2-10-18 16,2 10-16-16,0 0-17 0,0 0-10 0,0 0-14 0,0 0 0 16,0 0-11-16,4 30-4 0,-1-5-2 0,-3 3-5 15,1 2-1-15,-2-2-4 0,0 1-3 16,1 2 2-16,-2-3-4 0,2 0-2 0,3-2-5 15,-2 0 2-15,-1-1-7 0,0-6 1 0,3-1-2 16,-2-1-2-16,3-2-5 0,-2 1-1 0,0-5-1 0,-1 5-2 16,3-6-2-16,0 1 1 0,-3 0 0 15,3-4-7-15,-3-1-19 0,2 1-20 0,0-1-25 16,0 0-24-16,-3-6-16 0,0 0-22 0,4 11-9 16,-4-11-31-16,0 0-30 0,0 0-182 0,0 0-396 15,0 0 176-15</inkml:trace>
  <inkml:trace contextRef="#ctx0" brushRef="#br0" timeOffset="44689.85">21217 3988 128 0,'11'-6'141'0,"2"2"-3"0,-2 0-2 0,3 4-12 15,-1 0-9-15,5 3-10 0,-6 2-13 0,-1-2-4 16,2 5-7-16,-4 1-4 0,0 2-11 15,0 3-9-15,-4-2-6 0,-3 4-4 0,-2-1 4 16,-3 2-6-16,-1-2-4 0,-3-3-1 0,-2 3-1 16,-2-2-8-16,0-5-3 0,-1 4 2 0,-5-3-3 0,2-3-4 15,3 0 3-15,1-4-4 0,1 2 3 0,1-1-2 16,3 1 3-16,-1-2 2 0,7-2 6 16,-9 2-7-16,9-2-3 0,-6 2-3 0,6-2-6 15,0 0-1-15,0 0-2 0,0 0-2 0,0 0-1 16,0 0 2-16,12 15-2 0,-4-9 2 0,2-1 1 15,1 3-10-15,1 0 5 0,5 1-2 0,0 3 2 0,0-2-2 16,3 0-16-16,0 6-39 0,-1-6-29 16,4 2-38-16,-3-3-46 0,-3 0-132 0,0-1-319 15,1-2 142-15</inkml:trace>
  <inkml:trace contextRef="#ctx0" brushRef="#br0" timeOffset="44964.71">21922 4155 11 0,'0'-5'215'0,"0"5"-14"0,-5-13-13 15,-1 9-9-15,-1 0-13 0,7 4-12 0,-15-2-10 16,3 4-10-16,3 2-9 0,-2 1-9 0,-3 7-8 16,1 1-4-16,-6 6 5 0,5 2-14 0,-3 0-5 15,7-3-8-15,0 0-3 0,-2 5-2 0,6-4-6 16,-1 0-1-16,4 0-9 0,-4 5-2 0,5-6-9 15,-1 0 0-15,2 1-7 0,1-2-3 0,0-3-1 16,0 3-4-16,4-5-6 0,-3 0 0 0,3 4-4 16,-2-4 1-16,2-3-20 0,-1 2-26 0,-1-1-27 15,0 1-27-15,0-1-36 0,-2-10-56 0,5 12-40 16,-3-5-193-16,-2-7-430 0,0 0 190 0</inkml:trace>
  <inkml:trace contextRef="#ctx0" brushRef="#br0" timeOffset="45130.32">21747 4407 154 0,'0'0'172'16,"8"-5"-20"-16,-2 1-13 0,2 2-4 0,1 1-17 16,5-2-15-16,-1 0-7 0,7 1-44 0,-3 0-39 15,4-2-49-15,1 1-54 0,-3 2-78 0,4-2-182 16,-1-1 80-16</inkml:trace>
  <inkml:trace contextRef="#ctx0" brushRef="#br0" timeOffset="45279.3">22252 4293 32 0,'6'-4'191'0,"2"2"-2"0,2-2-3 16,2 3-7-16,-1-3-16 0,1 0-14 0,2 2-16 15,-1 1-18-15,6 1-22 0,-8 0-37 0,7 1-25 16,-5 0-43-16,5 0-32 0,-5 0-43 15,-2 1-32-15,-1 1-91 0,-2 2-226 0,-8-5 100 0</inkml:trace>
  <inkml:trace contextRef="#ctx0" brushRef="#br0" timeOffset="45409.75">22351 4383 89 0,'-2'2'133'0,"2"-2"-8"0,-4 6 2 0,4-6-13 15,0 0-7-15,0 0-5 0,0 0-1 0,0 0-12 16,0 0-6-16,18 7-24 0,-5-7-22 0,5 0-39 0,3-2-62 15,1-1-40-15,-3-1-62 0,3 0-181 0,-2-2 80 16</inkml:trace>
  <inkml:trace contextRef="#ctx0" brushRef="#br0" timeOffset="45702.07">22909 4093 102 0,'11'-1'196'15,"3"2"2"-15,3 1-6 0,-1 4-10 0,0 2-16 16,2 2-9-16,-5 2-5 0,-1 2-13 0,-1-2-12 16,-2 4-9-16,-1 0-8 0,-3 0-8 0,-3-4-2 15,-2 5-11-15,-3-2-3 0,-4 1-9 0,0-2-2 16,-6 0-5-16,1-1-2 0,-1-2-3 0,-4 2-2 0,3-4-2 16,4-2-3-16,-9 0-4 0,7-1 0 15,0-4-4-15,3 3-2 0,1-2-1 0,4-1-5 16,4-2-5-16,0 0-3 0,-11 7-5 0,11-7-4 15,0 0-4-15,0 0-2 0,0 0-11 0,0 0-7 16,26-2-25-16,-8 0-12 0,2-1-26 0,6-2-17 16,2 3-25-16,-1-1-27 0,1-2-26 0,0 2-25 15,-1-3-24-15,-7 2-168 0,-1 1-405 0,-3 1 180 16</inkml:trace>
  <inkml:trace contextRef="#ctx0" brushRef="#br0" timeOffset="45992.97">23314 4249 78 0,'0'0'169'0,"1"-7"6"0,-1 7-6 0,0 0-8 0,0 0-15 16,0 0-10-16,0 0-16 0,0 0-2 0,0 0-5 16,-20 11-3-16,13-4-8 0,1 2-6 0,1 2-2 15,0-2-9-15,1 1-6 0,-1 1-10 0,5-1-1 16,1 0-2-16,0-1 0 0,4-1-9 0,3 2 2 16,1-3-6-16,1-1 4 0,4-1-3 0,-2-3 2 15,3 2 1-15,2-3-4 0,-3 0-1 0,-1-1 3 16,3-1-13-16,-3-2 0 0,0-1 1 0,3-1-4 15,-5 1-3-15,-1-2-4 0,-3 1 5 0,0 1-1 16,-1-4 1-16,1 0-5 0,-2 1 0 0,-1-1-4 16,-3-1-3-16,0 0-4 0,-2-1 0 0,0 0-10 15,-3 0-2-15,-4 1-3 0,3-1-4 0,-3 3-15 16,-1-1-13-16,0 1-21 0,-2 3-23 0,1 1-28 16,-3 3-35-16,13 0-45 0,-26 1-54 0,10 4-187 15,0-1-451-15,4 0 199 0</inkml:trace>
  <inkml:trace contextRef="#ctx0" brushRef="#br0" timeOffset="46416.82">23610 4488 222 0,'12'0'251'0,"-12"0"-4"0,28-4-4 0,-13 3-21 16,6 0-17-16,0-4-23 0,7-2-16 0,1 3-13 15,-4-5-17-15,3 2-13 0,-2-2-14 0,-7 1-9 16,-2 0-10-16,1 0-8 0,-6-3-6 0,1 0-9 16,-4 1-10-16,0-4 5 0,-1 0-14 0,-6-3-9 15,-1-2-2-15,-2 2-5 0,-3-2-3 0,-3 0-4 16,-2-5-4-16,-1-1-2 0,1 10-1 16,1-2-3-16,3 6 1 0,0-4 0 0,2 6-1 0,-1 0 0 15,2 2-3-15,-1 1 4 0,3 6 3 0,3-11-8 16,-3 11-6-16,11-11 5 0,0 5-4 0,1 2-1 15,5 1-1-15,2 2-1 0,-1 1 6 0,1 3-9 16,-1-2-7-16,-1 5 4 0,-1 2-2 0,-5-3 3 16,-1 4-2-16,0 0 5 0,-1 4-7 0,-4-3 6 15,0 0-2-15,0 1 1 0,0 1 3 0,-3-1 5 16,-2 0 3-16,-2 1 7 0,0-1-5 16,-1 1 1-16,2-1-5 0,0-2 3 0,0 2-5 0,2-3 4 15,-1 0-3-15,2 1 4 0,3-1-1 0,0 0-1 16,4 1 1-16,-1-3-12 0,5 1-27 0,4-2-43 15,0 1-57-15,1-1-66 0,3-4-64 0,-5 1-186 16,-2-2-481-16,-2 0 213 0</inkml:trace>
  <inkml:trace contextRef="#ctx0" brushRef="#br0" timeOffset="46596.54">24436 4437 202 0,'4'9'231'0,"-4"-9"-6"0,2 9-8 0,-2-9-17 16,0 0-18-16,-5 18-22 0,3-10-12 0,-1 0-14 0,3-8-11 15,-8 18-21-15,3-8-33 0,1-2-67 0,-6 1-72 16,4-2-84-16,-7 2-142 0,1 0-320 0,1-5 142 16</inkml:trace>
  <inkml:trace contextRef="#ctx0" brushRef="#br0" timeOffset="48078.87">25179 3917 41 0,'0'-10'205'0,"0"10"-4"0,0-11-8 0,0 11-6 15,0-9-6-15,0 9-7 0,0 0-14 0,-6-9-16 16,6 9-16-16,0 0-16 0,0 0-14 0,0 0-10 16,0 0-15-16,0 0-3 0,0 0-5 0,6 28 0 15,-4-11-6-15,-2 1 0 0,0 1-5 0,4 6-1 16,-2-6-3-16,1 0-3 0,-1 1 4 0,0 5-8 16,0-1 6-16,0-5-1 0,0-1 2 15,1-1-7-15,-3 0-2 0,0-1-5 0,0-4-5 0,2 0 2 16,-2-1-4-16,0-1-2 0,4-2-2 0,-4 2-1 15,1-5-8-15,-1-5 5 0,2 14-18 0,-1-9-20 16,-1-5-25-16,0 9-19 0,0-9-20 0,1 7-17 16,-1-7-11-16,0 0-24 0,0 0-19 0,-4 10-23 15,4-10-24-15,-7 0-136 0,7 0-364 0,0 0 162 16</inkml:trace>
  <inkml:trace contextRef="#ctx0" brushRef="#br0" timeOffset="48420.21">25173 3855 1 0,'0'0'133'0,"13"-10"-6"0,-3 6-2 0,-1 3-15 16,3-1 4-16,-12 2-7 0,20 5-8 16,-13-1-9-16,0 1-5 0,1 3-10 0,-2 1-3 0,0 0-8 15,-2 0-3-15,0 2-4 0,-4 0-6 16,-1 0-1-16,-2-1-1 0,-1 3-2 0,-2-1-1 15,0-2-5-15,-2-3-1 0,1 1 1 0,-4 1-7 16,2-2 9-16,2-1-3 0,-1-1-1 0,-2 1-1 0,5-4-2 16,-3 1 6-16,3 0-3 0,5-3 3 0,-9 4 4 15,9-4-10-15,-5 3-3 0,5-3-4 0,0 0-7 16,0 0 1-16,0 0-4 0,0 0 0 16,0 0 0-16,0 0-1 0,14 11 0 0,-10-8-7 15,3 1 0-15,1 2-2 0,2 1-1 0,3 3 4 0,-3-1-4 16,3-2 2-16,0 6-4 0,1-1-25 0,0 1-30 15,6 4-35-15,1-1-31 0,-7-3-30 0,0 1-46 16,2-1-108-16,-1-1-324 0,-3 0 144 16</inkml:trace>
  <inkml:trace contextRef="#ctx0" brushRef="#br0" timeOffset="48939.21">25516 4410 48 0,'6'2'192'0,"-6"-2"-3"0,0 0-3 0,9 2-15 16,-9-2-10-16,0 0-5 0,0 0-6 0,14-5-14 16,-7 1 1-16,-7 4-3 0,10-5-4 0,-1 3-5 15,-5-1-4-15,2-3 3 0,-1 2-16 0,3-5-4 16,-2 1-6-16,1-1-4 0,1 0-3 0,-4-1-8 16,1-2-3-16,1-3-11 0,-2 4-6 0,-1-6-7 15,2 1-6-15,-1 0-1 0,-2 1-6 0,1 0 2 16,-3-1-14-16,0 5-3 0,0-4-6 0,-1 3 4 15,1 0-2-15,-4 3-3 0,4-1-5 0,-4 3 0 0,2-1 0 16,2 8-2-16,-6-11-6 0,4 6 3 16,2 5-6-16,-9-6-1 0,1 5 1 0,8 1-5 15,-10-2 0-15,10 2 3 0,-9-3-6 0,9 3-1 16,0 0 0-16,-9 0 2 0,9 0-1 0,0 0-3 16,0 0-2-16,0 0-3 0,0 0 3 0,0 0 1 15,0 0 2-15,0 0-2 0,0 0 5 0,20 16-3 0,-8-13-1 16,1 0 5-16,1-1 2 0,4 0-7 15,0 0 1-15,2-1 5 0,-2 0-4 0,0 1 10 16,-5 0-13-16,-4 0 38 0,3 0-10 0,-4-1 0 16,-1-1-5-16,-2 2 0 0,2 0-2 0,-1 2-1 15,-1 0-6-15,1 0 5 0,-4 2-12 0,4 2 6 16,-4 0 1-16,2-1-2 0,-1 3-1 0,-2-1 0 16,0 2 1-16,1 0 7 0,0 1-4 0,-2-1 0 15,0-1 3-15,4 2-1 0,-4 0 2 0,0-4-7 16,2 4 3-16,-2-3 11 0,2 0-12 0,-2-3 2 15,3 4-6-15,-1-3-24 0,1 0-22 0,-1 1-28 16,-1-2-29-16,1 1-37 0,-2-7-41 0,6 11-39 16,-6-7-35-16,4 0-186 0,-4-4-473 0,0 0 211 15</inkml:trace>
  <inkml:trace contextRef="#ctx0" brushRef="#br0" timeOffset="49162">26210 4138 273 0,'0'0'278'0,"0"0"-10"0,0 0-12 0,2-7-20 16,-2 7-24-16,4-6-23 0,-4 6-18 0,7-6-23 15,-7 6-17-15,12-5-22 0,-4 2-31 0,-1 1-34 16,0-1-27-16,4 2-45 0,-11 1-40 0,23-4-48 15,-15 4-46-15,1-1-178 0,-9 1-367 0,0 0 162 16</inkml:trace>
  <inkml:trace contextRef="#ctx0" brushRef="#br0" timeOffset="49311.98">26205 4251 95 0,'0'0'206'0,"0"0"-6"0,0 0-11 0,0 0-16 15,0 0-14-15,2 9-19 0,-2-9-10 0,0 0-10 16,0 0-37-16,23 1-47 0,-12-1-47 0,9-1-52 0,0-4-63 16,1 3-97-16,8-4-239 0,-2 2 106 0</inkml:trace>
  <inkml:trace contextRef="#ctx0" brushRef="#br0" timeOffset="49864.52">26959 4034 1854 0,'10'-7'94'0,"-8"1"15"0,2 2-41 0,1 0-19 0,-5 4 8 16,4-8-3-16,-4 8-2 0,0 0-12 15,5-4-5-15,-5 4 6 0,0 0 3 0,0 0 6 16,-14 17-1-16,8-2 4 0,-6-2-3 0,1 3 1 16,-5 4 2-16,1 0 8 0,2-5-2 0,-6 4 1 15,-3-2-2-15,2 0 0 0,4-4-9 0,-3-3-10 0,0 2 16 16,-4 0-11-16,-2-2 1 0,4-3-4 15,-4 0 0-15,2-2-9 0,-4-1 1 0,6-3-8 16,2 1 2-16,-2-2-4 0,4-2 3 0,3 1-3 16,1-2 1-16,1 2-4 0,3-3 0 0,-2-1-5 15,4 2 3-15,3-3-3 0,1-1 3 0,-1-1-15 16,4 8-5-16,6-22-1 0,2 8-3 0,1 0 1 16,2-2-8-16,1 3 4 0,0 2-1 0,1 2 0 15,2-1-1-15,0 2-2 0,-1 5 4 0,-3-1-3 16,1 3-2-16,0 0 1 0,-1 1 2 0,1 4 1 15,-1 0 0-15,2 6 1 0,-1-3-9 0,3 4 13 16,-5-3-1-16,3 4 5 0,-4 1-2 0,5 1-7 16,-3-3 10-16,1 1-4 0,-4-2 5 0,5 1-3 15,-3-1 5-15,1-2-3 0,2 2 5 0,3-3-3 16,-3-3 4-16,-1 2 2 0,1-4-2 0,-1 0 4 16,1 1-8-16,5-3 4 0,-5 0-1 0,-2 0 3 15,1-3 1-15,-3 3-4 0,1-4 2 0,0-2-2 16,-3 2 1-16,1-3 1 0,-1-1-1 0,0 1-2 15,0-1 1-15,-3-3-5 0,1-1 1 0,-1-2 1 16,-4 1 0-16,2-3-5 0,-4 4 2 0,2-1-2 16,-4-3-3-16,1 5 1 0,-3 2 3 0,2-1-4 15,-2 2 1-15,-2 0-6 0,-1 2-10 0,0 3-17 16,-5-2-15-16,3 4-29 0,-3-1-31 0,1 3-42 16,4 0-56-16,-4 3-53 0,2 0-179 0,0-3-481 15,11-1 213-15</inkml:trace>
  <inkml:trace contextRef="#ctx0" brushRef="#br0" timeOffset="55418.84">7524 5315 42 0,'0'-15'183'0,"0"-2"4"0,0 2-1 16,-2-1 2-16,1 4-15 0,-2-3-15 0,2 3-8 15,-2 0-11-15,-2-3-5 0,1 3-13 0,-5-2-25 16,3 3-7-16,1 1-9 0,-3-1-10 0,0 2-5 16,-2 0-9-16,1 1-8 0,-1 2-6 0,0 1-6 15,-2 0-8-15,-2 3 1 0,-2 1-3 0,0 2-5 16,1 3-3-16,-3 1-3 0,0 2 1 0,3 3-7 15,-3 4 2-15,-1 3-3 0,5-2 5 0,-2 6-8 16,2 3 2-16,2-2-1 0,3 4 4 0,1 1-3 16,0 1-3-16,6 2 1 0,-1 0 0 0,2 2 1 15,1-3-1-15,0 3-2 0,0 0 3 0,3 0-3 16,-5 1 1-16,2-1-2 0,2-4 2 0,-1 3 2 16,1-4 3-16,-2-1-7 0,-1 0 1 0,2-7 3 15,-2-2-6-15,1 1-11 0,0-3-15 0,1 1-7 16,-2-4-7-16,-1 1-22 0,0 0-14 0,0-3-22 15,-1 0-12-15,-1-2-17 0,0-2-10 0,2-1-10 16,2-5-133-16,-9 9-303 0,3-8 134 0</inkml:trace>
  <inkml:trace contextRef="#ctx0" brushRef="#br0" timeOffset="55746.56">7093 5598 80 0,'12'-3'102'0,"6"-1"-6"16,3 0-11-16,9-4 4 0,1 4-10 0,2-1 3 15,-1-2 3-15,3 0-18 0,0 1-3 0,-1-2-1 16,1 3-8-16,-3-1-6 0,-1-1 4 0,-3 4-13 16,-9 0 10-16,-1 0-7 0,-5 2 0 0,0-2-10 15,-3 1-12-15,-2 2 8 0,-2-1-3 0,-6 1-2 16,11 0-3-16,-11 0 5 0,8-2-5 0,-8 2 2 15,0 0 11-15,10 5-8 0,-10-5 2 0,7 4-1 16,-5 0-1-16,-2-4 6 0,2 14-4 0,0-7-1 16,-1 3 5-16,-1 0-3 0,0 4-5 0,3-1-5 15,-3-1 2-15,1 4-4 0,-1 1 0 0,-1 1-1 16,1-1-2-16,0 0-21 0,0 1-17 16,-1-1-29-16,1-2-29 0,-2 2-42 0,1-5-31 0,-1 2-83 15,-1-4-256-15,-2 2 114 0</inkml:trace>
  <inkml:trace contextRef="#ctx0" brushRef="#br0" timeOffset="56166.75">7804 5749 103 0,'0'0'219'15,"7"-18"-5"-15,-6 12-16 0,0-2-11 0,2-4-19 0,1 0-11 16,-2 0-10-16,3-5-14 0,2 3-15 0,3-5-15 16,-2 2-7-16,2-2-11 0,1 2-10 0,1 5-6 15,-2-2-12-15,1 5-4 0,-2 3-8 16,0 1-6-16,2 1-2 0,-1 3-6 0,-10 1-3 16,14 5-7-16,-3 0-2 0,-3 1 3 0,1 4-10 0,-3 1 1 15,2 4 1-15,-2 2 0 0,0 1-8 0,-2-1-5 16,3 2-15-16,-4 1-32 0,-2-2-19 0,1 1-19 15,2-1-44-15,-2 0-31 0,-1-1-30 0,0-4-112 16,2-1-324-16,-1-1 144 0</inkml:trace>
  <inkml:trace contextRef="#ctx0" brushRef="#br0" timeOffset="56624.14">8489 5557 80 0,'0'0'186'0,"-9"-14"-6"16,3 8-5-16,-3 0-11 0,-4 0-12 0,2 2-6 0,-6 1-14 16,-1 4-15-16,-1 3-9 0,1 1-2 0,-1 4-9 15,-9 3-12-15,5 2-3 0,1 1-8 0,0 3-6 16,1 0-12-16,8-3-6 0,1-1-6 16,2 2-4-16,3-2-6 0,1 1-3 0,4-4-2 15,0 0-3-15,4-1-10 0,-1 1 0 0,2-3-3 16,1 0 2-16,2 0-2 0,2-2 0 0,0-3 0 0,3 0 2 15,-1-3-6-15,3 1 2 0,-2-5-1 0,3 0-8 16,0-3 5-16,3-2 0 0,-8 1-3 16,3-6 1-16,0-1-1 0,0-3-1 0,-3 1 0 0,3-8 6 15,-4 1-8-15,-1-4 2 0,1 2 1 16,-3-3 2-16,-1 0-1 0,-1 0-2 0,-2 0 6 0,2 0 7 16,-3 1-1-16,1 2 3 0,-2-1-2 0,1 8 11 15,-2 2 16-15,1 2 2 0,0 4-6 16,1 3 3-16,-1 1-5 0,1 7-7 0,-2-9-11 15,2 9-3-15,-2-8-5 0,2 8 0 0,0 0-4 16,0 0 0-16,0 0-3 0,2 25 3 0,0-7 0 16,-1 11 1-16,0 3 0 0,-1 3-2 0,0 0 2 0,1-1-1 15,-1 2-3-15,-1-4 1 0,0 0 1 0,1 2 2 16,0-2-4-16,0-2-2 0,1 1-29 16,-1-5-27-16,3 2-23 0,-3-3-38 0,1 1-35 15,0-9-46-15,-1 1-196 0,-2 0-422 0,-1-4 186 16</inkml:trace>
  <inkml:trace contextRef="#ctx0" brushRef="#br0" timeOffset="58179.6">9445 5568 69 0,'-5'-11'144'0,"3"6"6"0,2 5-9 16,-4-11 2-16,4 11-17 0,-1-10-1 0,1 10-4 16,-4-10-5-16,4 10-9 0,-3-6-6 0,3 6-6 15,0 0-4-15,0 0-10 0,-3-9-6 0,3 9-8 16,0 0-7-16,0 0-8 0,0 0-7 0,-2-7-6 15,2 7 1-15,0 0-6 0,0 0 2 0,0 0-9 16,0 0-8-16,0 0-1 0,0 0-1 0,0 0-3 0,0 0-2 16,0 0-4-16,0 0 1 0,0 0-1 15,0 0 1-15,5 22 6 0,-5-22-8 0,1 12-1 16,1-5-2-16,0 3 3 0,0 0-1 0,0 1 2 16,-1 0-2-16,3 0 0 0,-1 1 0 0,2 4-2 15,-1-1 5-15,-2-3-3 0,2 1-2 0,1 3 0 16,-1-1 2-16,1-1-4 0,-1-2 2 0,1-1 1 15,-1 1 0-15,0-3 0 0,0 2-1 0,1-2 1 16,-3 1-1-16,3-1 1 0,-2-2-4 0,-1-2 1 16,1 0 2-16,0 0-2 0,-3-5 5 0,3 8 0 15,0-3-5-15,-3-5 1 0,4 7-3 0,-4-7 4 16,2 6-1-16,-2-6-1 0,0 0 1 0,3 6-3 0,-3-6 2 16,0 0-3-16,0 0 2 0,4 6-1 15,-4-6 1-15,0 0-2 0,0 0-1 0,2 5-1 16,-2-5 1-16,0 0 2 0,0 0 4 0,0 0-5 15,4 6 1-15,-4-6 0 0,0 0 3 0,0 0-1 16,0 0 4-16,3 8-4 0,-3-8-3 0,0 0-1 16,0 0 6-16,0 0-1 0,0 0-1 0,0 0 0 15,3 3-2-15,-3-3 3 0,0 0-1 0,0 0 7 16,0 0 3-16,0 0 6 0,0 0 9 0,0 0 6 16,0 0 9-16,0 0-7 0,0 0-7 0,0 0-3 15,8-17 1-15,-3 10-3 0,2-2 1 0,0-1-2 16,1-3 4-16,1-3-3 0,4-1 2 0,-4 1-5 15,5-8-1-15,-2-3-5 0,5 1-4 0,-3-4 3 16,0 0-2-16,3 1-2 0,-2 2 0 0,-1-1-1 16,-2 1 3-16,-2 1-3 0,1 0 1 0,-3 10 1 15,-3 0 11-15,3 1 1 0,-4 5-2 0,0 2-5 16,-1-2 4-16,-1 5-2 0,2-2-1 0,-4 7-5 16,3-9 1-16,-3 9-3 0,2-5-1 0,-2 5-2 15,0 0-3-15,2-8-1 0,-2 8-1 0,0 0-4 16,0 0-12-16,0 0-7 0,0 0-6 0,0 0-19 15,0 0-13-15,0 0-10 0,3 26-24 0,-6-14-30 16,2 3-28-16,0 3-19 0,-3 0-27 0,0 8-162 0,-4-1-388 16,3-1 173-16</inkml:trace>
  <inkml:trace contextRef="#ctx0" brushRef="#br0" timeOffset="58730.09">9996 5960 189 0,'6'-7'208'16,"-4"2"-10"-16,-2 5-14 0,1-8-13 0,-1 8-4 16,0-9-13-16,0 9-9 0,0 0-4 0,-3-14-11 15,3 14-15-15,-5-8-13 0,3 3-7 0,2 5-14 16,-10-7-5-16,4 5-9 0,6 2-7 0,-12-2-9 15,12 2-2-15,-17 2-6 0,9-1-6 0,-1 3-3 16,-3 0-5-16,0 2-1 0,1 1 3 0,-1 3-10 16,1 3-7-16,-2-3 1 0,5 0 1 0,0 0-4 15,0-1 0-15,4 1-5 0,1 0-1 0,1-3-8 16,0 4 0-16,2-4-2 0,0-7 2 0,3 13-1 16,1-8 0-16,1 0 2 0,2-1 2 0,2 0-1 15,1-4 0-15,-2 0-1 0,3-1 2 0,-1 1 0 0,1-4 0 16,-2 0-1-16,3-1 3 0,-1-2-2 15,2-5 2-15,-4 3-1 0,2-3 0 0,-3-1-1 16,0-3 2-16,1 1-2 0,-3-2 2 0,-2-2-2 16,1 0 0-16,4-5 0 0,-1-1 3 0,-6 6 0 15,1-6 1-15,-6-2-3 0,2 2 3 0,1 0 0 16,0 7 2-16,0 2 20 0,0 0-9 0,-5 1-1 16,5 3 2-16,1 3-4 0,-1 1 0 0,0 8-4 15,-1-10 1-15,1 10-9 0,-1-9 1 0,1 9-5 16,0 0 2-16,0 0-1 0,0 0 0 0,0 0 0 15,8 24 1-15,-2-6-1 0,-5 0 2 0,1 8 2 16,8-4 5-16,-7 4-9 0,2-7 0 0,-1 8 2 0,1-3-1 16,-2-6 0-16,1 1 4 0,0 7-2 15,-3-7 0-15,3 0-18 0,-2 0-22 0,5-1-35 16,-4 0-33-16,1-2-39 0,0-5-35 0,1 7-28 16,-1-1-151-16,0-7-386 0,1 2 171 0</inkml:trace>
  <inkml:trace contextRef="#ctx0" brushRef="#br0" timeOffset="58953.68">10388 5900 153 0,'0'0'211'0,"-1"-12"1"0,1 12-8 16,-1-9-13-16,1 9-11 0,-4-8-23 15,4 8-20-15,0 0-11 0,0 0-8 0,0 0-14 16,-20 14-10-16,12-6-6 0,3 1-9 0,-2 2-7 15,1-1-8-15,-2 7-6 0,2-3-3 0,3-1-8 16,1-2-14-16,1 0-17 0,2 6-13 0,1-5-24 0,2-2-34 16,1 0-21-16,5-2-34 0,3 3-20 15,-2-5-31-15,4-2-148 0,-5-1-333 0,3 0 147 16</inkml:trace>
  <inkml:trace contextRef="#ctx0" brushRef="#br0" timeOffset="59112.93">10725 6045 101 0,'11'0'169'16,"-11"0"-13"-16,0 0-11 0,8 1-7 0,-8-1 6 16,4 5 1-16,-4-5-4 0,-2 12 4 0,2-12-7 15,-5 16-9-15,0-6-16 0,-4 3-9 0,1 3-8 16,-2-1-10-16,-3 2-23 0,3-3-44 0,-1 0-54 0,-2 0-57 16,3 1-71-16,-6 0-128 0,4-3-315 0,-4 2 141 15</inkml:trace>
  <inkml:trace contextRef="#ctx0" brushRef="#br0" timeOffset="59496.78">11926 5570 57 0,'-6'-4'230'0,"2"-1"-19"16,4 5-17-16,-4-7-23 0,4 7-17 0,0 0-16 16,15-13-14-16,-2 9-13 0,7-2-7 0,7-4-12 15,1 7-8-15,5-4-13 0,0 2-10 0,-3 0-33 16,1 3-24-16,-3-1-27 0,-4 0-31 0,-6 2-24 16,0-2-15-16,-4 3-25 0,-5 0-10 15,-1 0-6-15,-8 0-67 0,11-2-218 0,-11 2 96 0</inkml:trace>
  <inkml:trace contextRef="#ctx0" brushRef="#br0" timeOffset="60251.78">12176 5479 112 0,'-9'0'109'15,"9"0"1"-15,-6 3-16 0,6-3 1 0,-7 3-12 16,7-3 13-16,-8 12 1 0,4 0 5 0,2 4 12 16,-2 9 4-16,-3 2 0 0,7 2 0 0,-4 1-6 15,4 3-8-15,-4-2-8 0,4 3 2 0,0-5-11 16,0-3-8-16,-1 3-8 0,2-5-6 0,1 2-6 15,0-7-4-15,-2 0-6 0,2-1-4 0,0-1-6 16,1-1 4-16,-2 1-10 0,-1-5-4 0,1-1-2 16,-1-2-3-16,0-1-4 0,0-8-4 0,0 11-7 15,0-4-7-15,0-7-5 0,-4 9-3 0,4-9-4 16,-9 4-5-16,3-2 2 0,6-2-5 0,-17-2-2 16,5-1 1-16,1-2 1 0,1 0 5 0,-3-2 2 15,4 2-1-15,1-1 1 0,1 3 3 0,2-2 7 16,-1 2 4-16,6 3-1 0,-7-4-4 0,7 4 0 15,-6-4-4-15,6 4 5 0,0 0-4 0,0 0 5 16,0 0 1-16,0 0-2 0,0 0 4 0,27-2 1 16,-16 4-3-16,7 0 3 0,0 2-2 0,2-2-2 15,0 1 0-15,4-3-19 0,1 0-16 0,-2 3-19 16,4-3-24-16,-8-1-10 0,11-1-13 0,-1 2-11 16,-2-1 10-16,1-3 0 0,0 3-1 0,-1-4 11 15,-7 1 10-15,1 1 4 0,-1-2 15 0,3 1 4 16,-5-2 18-16,0 0 12 0,-1-2 17 0,-1 0 11 15,-3 4 17-15,-4-3 9 0,3 1 31 0,-6 3 17 16,-1-1-3-16,1 0 4 0,-6 4 2 0,8-6 3 16,-8 6 5-16,0 0 6 0,0-7-13 0,0 7-6 15,0 0-7-15,0 0 0 0,-19-4-6 0,19 4-3 16,-20 6-2-16,9 0-4 0,-2-1-3 0,1 1 5 16,-1 5-16-16,-3-3-3 0,7 1-2 0,-1 1-3 15,0-3-4-15,3 3-3 0,3-1 0 0,0-1-4 16,1-1 3-16,1 0-1 0,2 0-5 0,0-7-3 15,2 12-1-15,0-7 1 0,3 0 1 0,-1 0-2 16,5 0 2-16,-1-3 0 0,4-1-3 0,-3 1 1 16,5-4 0-16,-3 0-1 0,-2-2 0 0,3 0 1 15,-2 0-1-15,2-3-2 0,-1-1 0 0,-4 0 0 16,1-6 0-16,0 0-1 0,0-1-1 0,-5-2-1 16,-1-1 1-16,2 0 4 0,-4 0-8 0,0-1 5 15,0-8-5-15,-4 2 5 0,4 6 2 0,-4-5 6 16,2 4 3-16,1 1 7 0,-1 8 19 0,2-2 8 15,0 4 6-15,-4 2-1 0,4 7-5 0,-2-12-4 16,2 12-9-16,-2-9-5 0,2 9-9 0,0 0-2 16,0 0-2-16,0 0-3 0,0 0-5 0,0 0 2 15,4 42 0-15,-6-25 1 0,4 2 1 0,2 7-8 16,-4-1 3-16,4-6 3 0,-5 7-6 0,5-9 10 16,-6 7-39-16,6-4-28 0,-4-2-42 0,2 6-33 15,-2-7-52-15,2 0-54 0,-2-3-220 0,0-3-488 16,0-11 216-16</inkml:trace>
  <inkml:trace contextRef="#ctx0" brushRef="#br0" timeOffset="60475.95">13082 5909 157 0,'-5'-7'251'0,"5"7"-10"16,-14-3-6-16,4 4-8 0,-2 1-17 0,-2 2-12 15,-2 2-15-15,-1 3-13 0,-3 1-15 0,-2 4-14 16,8-2-12-16,3-5-14 0,1 1-8 0,3 4-10 16,3-1-11-16,0 0-6 0,0 1-10 0,4-2-7 15,4 0-12-15,0 1-26 0,5-1-35 0,5 1-49 16,1-1-53-16,6-5-61 0,-1-1-51 0,-2 3-179 16,4-4-435-16,-3-3 193 0</inkml:trace>
  <inkml:trace contextRef="#ctx0" brushRef="#br0" timeOffset="60644.27">13486 6034 92 0,'0'0'255'16,"8"4"-8"-16,-8-4-5 0,0 0-12 0,0 13-17 16,0-13-21-16,0 0-20 0,-6 22-18 0,2-13-12 15,1 1-15-15,-1 0-20 0,-1-1-48 0,-2 5-57 16,-1-2-71-16,1-3-86 0,-7 2-180 0,3 2-364 15,-5-2 162-15</inkml:trace>
  <inkml:trace contextRef="#ctx0" brushRef="#br0" timeOffset="61874.53">14298 5535 76 0,'0'0'126'15,"0"0"-10"-15,-10-3-9 0,10 3-1 0,0 0-7 16,-7-1-11-16,7 1-2 0,0 0-6 0,0 0 1 16,0 0-3-16,0 0-4 0,0 0-2 0,0 0 5 15,-7-4-12-15,7 4-4 0,0 0-2 0,0 0-4 16,0 0-4-16,0 0-1 0,0 0-3 0,0 0-1 15,0 0 2-15,0 0-6 0,0 0 4 0,0 0-3 16,0 0-3-16,29-6-3 0,-10 4-6 0,-1 1 1 16,8-4-7-16,3 2-1 0,0-2 5 0,-1 2-12 15,-1 0-2-15,1-1-6 0,-6 2-13 0,-3 0-13 16,4 0-24-16,-3 2-25 0,-3 0-4 0,0 0-19 16,-2-2-12-16,-3 2-9 0,-1 0-14 0,-3 0-5 15,-8 0-3-15,12 2-78 0,-5 0-226 0,-7-2 100 16</inkml:trace>
  <inkml:trace contextRef="#ctx0" brushRef="#br0" timeOffset="62288.83">14499 5482 115 0,'0'0'125'0,"-6"-3"-7"15,6 3-8-15,0 0-14 0,-8-2-14 0,8 2-8 16,0 0 8-16,0 0 5 0,0 15-2 0,0-3 0 15,2 5 4-15,-2 2-4 0,0 8 3 0,2 1-13 16,1 1-4-16,-3-2-5 0,1 0 0 0,0 0-6 16,2-3-1-16,-3 3-9 0,4-8 5 0,-2 1-3 15,1-1 1-15,-1-1-16 0,0 0-2 0,0-2-1 16,-2 0 1-16,2-3-5 0,-2-2-3 0,2 0-5 16,-2-3 1-16,0-1-5 0,1 1 0 0,-1-8-4 15,-1 11 0-15,-1-5 0 0,2-6-1 0,-2 10-1 16,-3-5-5-16,5-5-9 0,-10 6-8 0,2-5-4 15,1 1 1-15,-5-1-4 0,3-1 3 0,9 0-6 16,-20-3 3-16,11 2-1 0,-1-1 3 0,-1 0 1 16,4 1-2-16,7 1 10 0,-14-1-5 0,6-1 2 15,8 2 2-15,0 0-3 0,-13 0 0 0,13 0 1 16,0 0 1-16,-7 0 5 0,7 0-4 0,0 0 5 16,0 0 0-16,0 0 1 0,0 0 10 0,0 0 3 15,0 0 4-15,24 7 0 0,-15-7-2 0,5 1 1 16,-1 0-3-16,6-1-3 0,-2 2-18 0,4-2-25 15,1-2-31-15,6 1-46 0,-1 2-42 0,-10-2-141 16,3 0-317-16,-7 0 142 0</inkml:trace>
  <inkml:trace contextRef="#ctx0" brushRef="#br0" timeOffset="62824.8">14743 5946 28 0,'7'7'192'16,"-5"-3"-5"-16,1 2-11 0,-1 0-2 0,3 2-5 16,1 1-2-16,-5-2-10 0,3 2-19 0,-2-1-11 15,1 1-3-15,0 0-12 0,-2-3-9 0,1-1-11 16,-2-5-8-16,0 8-10 0,0-8-2 0,2 8-4 16,-2-8 10-16,0 0-1 0,2 8 14 0,-2-8-5 15,0 0-4-15,0 0-11 0,0 0-4 0,0 0 1 16,-20-9-4-16,20 9-5 0,-11-8-4 0,9 4-6 15,2 4-4-15,-6-15-3 0,6 8-5 0,1-4-6 16,0 2-3-16,3-3-2 0,3-3 0 0,-1 3-5 16,4-1-3-16,2-1-5 0,0 1 0 0,1 3-4 15,0 1-1-15,4 2-3 0,-6 1 2 0,2 3-5 16,0 2 8-16,1-1-9 0,-2 5 0 0,0 0-3 16,2 3-1-16,-2-1 1 0,0 4-2 0,-4-3 2 15,3 4 6-15,0-1-3 0,0 3-1 0,-2-3-3 16,-4 1 5-16,3-2-5 0,-4 0 2 0,0 0 0 15,1-4-1-15,-4 3 5 0,3-1-1 0,-4-6 1 16,2 4-2-16,-2-4 1 0,0 0 2 0,0 0 3 16,0 0 0-16,0 0-4 0,0 0 15 0,0 0-9 15,0 0-6-15,0 0 0 0,0 0-1 0,0 0-2 16,-7-21-2-16,7 21-3 0,4-15 4 0,0 6-2 16,4-1-3-16,4-2 0 0,-3 0 2 0,3 0-3 15,-1 4 1-15,-1 2-3 0,3 0 3 0,-4 2-2 16,3 1 0-16,-2 3 1 0,1 1-5 0,2 1 8 15,-3 3-3-15,-2 1 1 0,2 1 1 0,-1 1-1 16,-3 2 1-16,1 0-9 0,-5 0-29 0,2 3-24 16,-5-1-27-16,1 3-38 0,-3 0-48 0,2-2-44 15,0-3-211-15,-2 2-471 0,3-12 208 0</inkml:trace>
  <inkml:trace contextRef="#ctx0" brushRef="#br0" timeOffset="63000.8">15597 5995 97 0,'0'0'215'0,"12"4"-6"0,-12-4-9 15,4 7-1-15,-4 0-14 0,0-7-9 0,-7 16-13 16,2-6-15-16,-2 5-15 0,-1-2-12 0,0-2-15 16,-1 2-28-16,-1 0-45 0,-1 1-55 0,4-4-76 15,-2 0-79-15,-2-1-118 0,2 0-319 0,-2-4 142 16</inkml:trace>
  <inkml:trace contextRef="#ctx0" brushRef="#br0" timeOffset="63418.41">16799 5473 160 0,'-4'-4'217'0,"4"4"-16"16,-7-5-1-16,7 5-21 0,0 0-18 0,0 0-14 15,0 0-13-15,0 0-17 0,0 0-14 0,19-11-8 16,-2 8-11-16,5 0-11 0,-1 1-24 0,8 0-30 15,-9 1-41-15,-1 1-48 0,-1-1-35 0,0 1-44 16,-5-2-117-16,-4 1-288 0,-3 0 128 0</inkml:trace>
  <inkml:trace contextRef="#ctx0" brushRef="#br0" timeOffset="63808.91">16826 5489 59 0,'0'0'148'0,"0"15"7"0,1-3 3 0,0 4-4 16,-3 2-12-16,3 7 7 0,-4 4-1 0,3-1-3 16,-2 3-4-16,0-5-3 0,1 4-16 0,2-3-9 15,-6 2-9-15,3-5-3 0,-4 4-4 0,3-10-9 16,0 1-11-16,-1 0-8 0,2 0-7 0,-1-3-3 16,3-3-7-16,0 1-2 0,-1-2-6 0,-2 0-4 15,2-3-6-15,1 2 0 0,0-3-3 0,-2 0 0 16,0-2-9-16,2-6 2 0,0 11-7 0,0-11-3 15,-2 7-3-15,2-7-4 0,0 0-8 0,-7 3-9 16,7-3 3-16,0 0-15 0,0 0-1 0,-15-5 3 16,15 5-1-16,-9-8 3 0,3 0 3 0,-2 2-2 15,4 0 3-15,-2-2 1 0,1 3-1 0,1 1 7 16,4 4 1-16,-7-10 5 0,2 8 8 0,5 2-6 16,-3-6 2-16,3 6-1 0,0 0-1 0,0 0-5 15,-4-7 1-15,4 7 3 0,0 0 0 0,0 0 0 16,0 0 1-16,0 0 1 0,23 3 0 0,-12 0 1 15,4-2 0-15,3-1 0 0,4 1-12 0,0 1-20 16,5 0-36-16,1-1-44 0,-1-2-43 0,-6 2-46 16,-2-1-151-16,-1 2-377 0,-5 0 167 0</inkml:trace>
  <inkml:trace contextRef="#ctx0" brushRef="#br0" timeOffset="64194.87">17040 6096 110 0,'0'0'223'16,"12"-3"2"-16,-12 3-10 0,11-7-8 0,-3 3-9 16,2-3-16-16,0 2-9 0,4-6-9 0,-2 3-8 15,1-1-10-15,2-4-6 0,-2 3-5 0,-4 1-6 16,3-2-11-16,-3-2-7 0,-1 3-9 0,2-5-9 16,-5 4-8-16,0-1-3 0,1 1-6 0,-4-1-10 15,0 2-1-15,-1 0-5 0,-2-2-5 0,-2 3-3 16,0-1-2-16,-1 0-7 0,-1 2-1 0,1 2-7 15,1 0 0-15,-4 3-10 0,4-4-1 0,3 7-5 16,-7-6-3-16,7 6 4 0,-5-8-3 0,5 8-11 16,-3-5-1-16,3 5-5 0,0 0-11 0,0 0 0 15,0 0 0-15,0 0 2 0,20-4-16 0,-10 2-1 16,1 4 1-16,7-2 3 0,-5 1 2 0,5 1 3 16,-1 0 1-16,-4 1-4 0,-1 1 2 0,-2-1 4 15,3 2 3-15,-1 1-1 0,-5 1 1 0,3 2 0 16,-3 0 1-16,-1 2 3 0,1-3-3 0,-2 3 7 15,-2 0-4-15,0 0 3 0,-2 0 2 0,-1 2-2 16,0-1-11-16,0-1-25 0,-1 2-18 0,0-1-19 16,-2 0-39-16,1-3-47 0,0 0-52 0,-1 2-233 15,3-11-484-15,-3 12 214 0</inkml:trace>
  <inkml:trace contextRef="#ctx0" brushRef="#br0" timeOffset="64753.83">17576 5950 45 0,'7'7'190'0,"-5"0"-8"0,-2-7 5 16,0 14-8-16,0-4-16 0,0-3-15 0,0-7-9 16,0 16-18-16,0-7-9 0,1-2-7 0,-1-7-10 15,0 12-4-15,0-5-11 0,0-7-5 0,1 9-5 16,-1-9 3-16,1 6 6 0,-1-6 3 0,0 0 13 15,3 6 1-15,-3-6-6 0,0 0-5 0,0 0-8 0,0 0-4 16,0 0-4-16,0 0-6 0,0 0-5 16,0 0-9-16,-15-21-8 0,15 16-1 0,0 5-4 15,1-16-3-15,-1 8-4 0,1-3 1 0,0 1-7 16,3-2-5-16,3-3 0 0,0 0-3 0,5 1-6 16,1 1 0-16,-2 0-2 0,-1 6-3 0,6 0 0 15,-6 2-6-15,1-1 2 0,1 3 1 0,-1 3-5 16,-3 1-1-16,4 3 2 0,-1 0 1 0,-1 3 1 15,-1 1-4-15,0 0 5 0,-2-1-3 0,0 2 0 16,0 2 3-16,-1-2 0 0,-2 0-4 0,0-2 4 16,0 4-1-16,-2-6 2 0,1 2-3 0,-2-1 1 0,2 0 7 15,-3-6-1-15,3 5 2 0,-3-5 0 16,4 5 3-16,-4-5 2 0,0 0-1 0,0 0 0 16,0 0 8-16,0 0-13 0,0 0 1 0,0 0 1 15,0 0-5-15,0 0-2 0,1-26 1 0,1 20 1 16,0-5 0-16,3 2 1 0,0-4-4 0,2-1-3 0,3-1 6 15,0-2-10-15,1 2-1 0,-1 1 1 0,0 2 4 16,0 5-3-16,-2 0-1 0,2 0 0 16,-4 3-2-16,1 3-1 0,2-2 0 0,-9 3 3 15,14 1-1-15,-8 2 2 0,1 0 0 0,2 5 2 16,-2-3 0-16,0 4 0 0,-1-1-25 0,-2 2-29 0,1 1-23 16,-3-1-45-16,1 0-35 0,1 1-40 15,-3 0-32-15,-1 1-163 0,0-3-429 0,2 1 189 16</inkml:trace>
  <inkml:trace contextRef="#ctx0" brushRef="#br0" timeOffset="65130.51">18150 6032 108 0,'10'-10'181'0,"0"2"-3"15,-1-5-1-15,4 0-18 0,1-2 0 16,-4 2-15-16,8-6-14 0,-4 3-1 0,-3 1-13 0,2 0-6 15,5-6-6-15,-8 4-8 0,2 2-1 0,-3 1 3 16,-4 2-5-16,0 4 3 0,-1-1-8 16,-2 1-7-16,2 0-6 0,-1 3-3 0,-3 5-6 15,3-10-6-15,-3 10-11 0,0 0-9 0,0 0-2 16,-5-11-7-16,5 11-1 0,0 0-6 0,0 0-4 16,-20 10 2-16,15-7-8 0,0 4-4 0,-3-2-9 15,4 0-4-15,0 4-1 0,2-3-2 0,3 3-1 16,0 1 2-16,1-3-4 0,2 3 2 0,-1-2 1 15,4 0 0-15,-1 2 1 0,1-1 0 0,0-1-2 16,2 0 2-16,-3 0 4 0,2 2-4 0,-3 0 2 0,2-3 0 16,0 0 1-16,-3 2 1 0,1 1 2 0,-1-3-2 15,-1 0 3-15,-3-1-5 0,0-6 5 16,2 13-3-16,-3-7 4 0,-3 1-4 0,0 2 5 16,-1-4-4-16,-1 0-14 0,-4 2-18 0,1-1-39 15,0 0-45-15,0-2-48 0,1 0-60 0,-4-3-142 0,12-1-395 16,-20 2 176-16</inkml:trace>
  <inkml:trace contextRef="#ctx0" brushRef="#br0" timeOffset="65310.71">18754 5936 70 0,'6'1'227'0,"2"2"-9"0,-2 0-7 0,-6-3-12 16,8 7-6-16,-4-4-5 0,-2 3-12 0,1 2-14 15,-3-2-19-15,0 4-10 0,-1 0-10 0,-3 2-6 16,-1-2-34-16,-4 2-48 0,-1 2-48 0,-1-2-70 16,2-4-73-16,-7 6-182 0,3-3-366 0,-4-1 162 0</inkml:trace>
  <inkml:trace contextRef="#ctx0" brushRef="#br0" timeOffset="66884.03">19306 5447 116 0,'-1'-10'153'15,"1"10"-8"-15,0-9-1 0,0 9-5 0,1-10-5 16,-1 10 4-16,1-10 1 0,-1 10 4 0,2-6-2 16,-2 6-5-16,0 0-7 0,0 0-5 0,2-9-8 15,-2 9-6-15,0 0-8 0,0 0-7 0,0 0-4 16,0 0-7-16,0 0-5 0,0 0 0 0,0 0-9 16,0 0-6-16,0 0-5 0,0-7-8 0,0 7-3 15,0 0-5-15,0 0-4 0,0 0-8 0,0 0-3 16,0 0-5-16,0 0-4 0,0 0-4 0,0 0 3 15,0 0-8-15,0 0 1 0,0 0-1 0,7 23 0 16,-5-14-2-16,1 1 2 0,-2 1-3 0,3 5 1 0,-2 1-2 16,-2 0 1-16,3 2 0 0,1 0 0 15,-2 0 0-15,0 5 1 0,-2-3-2 0,1-3 3 16,0 0-5-16,-1 0 3 0,1 0-3 0,1-3 2 16,-1-2-2-16,-5-1 4 0,5 0-4 0,1 0 0 0,-2-2 0 15,1-1 0-15,-1 0 0 0,4-1-1 16,-3-1 0-16,0 0 0 0,1-1-1 0,0 2 1 15,-2-8 3-15,1 11-4 0,1-4 2 0,-2-7-2 16,2 10 1-16,-2-10-2 0,-1 10 1 0,1-10 0 16,1 9-1-16,-1-9 4 0,0 0-3 0,-2 8 0 0,2-8-3 15,0 0-1-15,1 8 2 0,-1-8-6 0,0 0-8 16,0 0-7-16,0 0-10 0,1 6-10 0,-1-6-16 16,0 0-26-16,0 0-35 0,0 0-39 15,0 0-42-15,0 0-43 0,0 0-143 0,-23-13-415 16,14 7 184-16</inkml:trace>
  <inkml:trace contextRef="#ctx0" brushRef="#br0" timeOffset="67224.33">19256 5382 90 0,'2'-12'176'0,"-1"1"-12"0,3 2-12 16,1-1-14-16,-2 2-14 0,5-1-7 16,0 1-11-16,6 3-8 0,-3 0-5 0,3 0-14 15,1 5 0-15,-4 0-12 0,7 2-7 0,0 2-4 16,-2 5-5-16,2 1-5 0,-6 2 2 15,-2 1-3-15,0 3-5 0,-3-1-3 0,-2 3-5 0,-3 0-4 0,-2-1 0 16,-2 0 3-16,-2 2-9 0,-6 4 4 16,0-5-1-16,2-1-8 0,-4-2 0 0,-2 1-4 15,4-2-12-15,-3-1-24 0,0-3-26 0,1 1-16 16,0-4-40-16,1 0-34 0,0-3-27 0,-1 2-95 16,1-5-281-16,0 3 126 0</inkml:trace>
  <inkml:trace contextRef="#ctx0" brushRef="#br0" timeOffset="67760.83">19733 5760 15 0,'5'-5'218'0,"1"-4"-3"0,-2 4-13 15,0-2-16-15,-1 1-3 0,-3 6-16 0,5-10-10 16,-5 10-29-16,-3-12-18 0,3 12-11 0,-10-10-8 0,4 7-11 16,-1 1-3-16,7 2-6 0,-20-2-9 15,9 4-7-15,-2 2-7 0,1 0-4 0,0 2-1 16,-2 2-8-16,0 1-4 0,0 3 0 0,4 1 0 16,4-1-5-16,-5-1-4 0,2 4-3 0,6-3 1 15,0-1 0-15,2-1-5 0,-1 0-2 0,4 0 1 0,-1-3-3 16,2 2 1-16,0-2-7 0,1-1 9 15,3 0-3-15,0-3 0 0,2 3-2 0,-1-3 2 16,3 0-2-16,0-3 2 0,0 0-5 0,1-1 3 16,-1 0-1-16,-4-3-3 0,3 0 2 0,-1 0-1 15,-2-3-2-15,2-3 3 0,0 3 3 0,-2-5-1 16,2-3-4-16,-3 1 5 0,2-3-3 0,-2-1-1 16,0-1 6-16,0 0 1 0,-1-7-2 0,0 2 2 15,-3 5-1-15,0 0 0 0,1 0 0 0,0 1 4 16,0 2 5-16,0-1 11 0,-1 8 2 0,0 0 2 15,0 2 2-15,-2 7-11 0,1-10-2 0,-1 10-7 0,1-5-5 16,-1 5 1-16,0 0-5 0,0 0 0 16,3 25 2-16,-2-12-2 0,0 6 3 0,3 4-1 15,-4 2 0-15,0-4-3 0,0-2 0 0,3 7-1 16,-3-7 0-16,0-1 2 0,-2 2-5 0,4-3 3 16,-2 1-7-16,1 0-26 0,0-2-30 0,-1 1-42 0,1 0-30 15,-1-5-48-15,2-1-21 0,-1-1-35 0,0 0-152 16,1-1-415-16,0-2 185 0</inkml:trace>
  <inkml:trace contextRef="#ctx0" brushRef="#br0" timeOffset="67995.08">20299 5721 163 0,'0'0'214'16,"-6"-10"-6"-16,0 6-8 0,-2 0-14 0,0 3-9 15,-4 0-10-15,-5 3-8 0,1 4-13 0,-3 2-9 0,1 0-13 16,-5 6-10-16,1 2-9 0,1-1-9 16,5 0-7-16,1-1-8 0,3-3-11 0,1 2-7 15,2 1-3-15,4-2-8 0,1-2 0 0,3 1-9 16,2-2-4-16,3 3-2 0,2-3-11 0,3 0-21 16,4 0-40-16,4-3-52 0,1 1-52 0,3-4-49 0,6 1-206 15,1-1-428-15,-1-3 190 0</inkml:trace>
  <inkml:trace contextRef="#ctx0" brushRef="#br0" timeOffset="68170.81">20580 5900 130 0,'0'0'220'0,"0"0"-1"15,-1 10-9-15,1-10-12 0,0 0-18 0,-10 11-17 16,7-5-18-16,-2-1-11 0,0 4-15 0,-1 0-14 15,-2 0-27-15,1-1-50 0,-3 1-51 0,3 1-56 16,-1-3-53-16,-2 1-151 0,-2-3-306 0,3 2 135 0</inkml:trace>
  <inkml:trace contextRef="#ctx0" brushRef="#br0" timeOffset="68910.45">21104 5482 163 0,'-2'-5'240'0,"2"5"-3"15,-4-11-1-15,4 11-9 0,-1-9-4 0,1 9-12 16,0 0-14-16,-3-7-20 0,3 7-16 16,0 0-15-16,0 0-16 0,0 0-18 0,0 0-10 15,0 0-15-15,0 0-11 0,0 0 0 0,0 0-11 16,10 32-2-16,-6-15-7 0,4 5-1 0,-6 3-7 0,3 0-1 15,-1 0 1-15,-1 0-7 0,1-5-2 0,-2 0-5 16,1-2-1-16,2 1-2 0,-5-3-2 16,1 1-6-16,0-5 2 0,2-2-4 0,-1 0 6 0,0-1-10 15,2-1 0-15,-3-2-1 0,0 0 4 0,-1-6 7 16,0 0 20-16,1 10 5 0,-1-10 28 0,0 0 11 16,0 0 0-16,0 0-19 0,0 0-9 0,0 0-6 15,0 0 2-15,0 0-10 0,-1-27-8 16,2 16-4-16,5-4-10 0,0-2-1 0,8-6-4 0,-1 0 0 15,1-2-2-15,0 0 2 0,2 0-15 0,0 2-6 16,-1 2 1-16,-2 5-1 0,1 3 0 0,-4-1-4 16,-1 6-10-16,0 1-2 0,-4 2 5 0,0 0 1 15,2 5 0-15,-7 0-2 0,11 3 5 0,-4 1 1 16,0 5 0-16,0 1 13 0,-2 6-9 0,2 0-13 16,-3 4 8-16,1-1 5 0,-1 6 5 0,1 0-6 15,1-1 3-15,-3-5 1 0,4 6-3 0,2-1 3 16,2-2-40-16,-1-4-45 0,4 3-50 0,2-6-61 15,-2-2-75-15,9 5-72 0,-6-7-213 0,-2-4-600 16,0 1 266-16</inkml:trace>
  <inkml:trace contextRef="#ctx0" brushRef="#br0" timeOffset="70317.78">22050 5851 2 0,'0'0'170'15,"0"0"-16"-15,-7 15-16 0,5-10-21 0,-1 5-7 16,-4-2-10-16,0 2-15 0,2 0-19 0,-3 2-26 16,0-2-34-16,1 0-49 0,0-1-44 0,-4 4-56 15,4-6-156-15,-1 0 70 0</inkml:trace>
  <inkml:trace contextRef="#ctx0" brushRef="#br0" timeOffset="71279.86">22534 5751 68 0,'-1'-9'222'0,"1"9"-11"0,-1-8-11 0,1 8 2 16,2-9-9-16,-2 9-14 0,3-11-15 0,1 4-13 16,-2-4-15-16,1 1-5 0,-1 1-10 0,4-1-8 15,0-2-8-15,-4 2-4 0,2-1 0 0,1-2-16 16,-1 2-3-16,-1-1-9 0,2-4-7 0,-3 0-5 15,1 2-5-15,1-3-6 0,-3 0-7 0,0 1 1 16,1-1-8-16,-2-2-6 0,1 0-5 0,-2 3 0 16,-3-1-5-16,0 3-2 0,1 2-2 0,0 1-1 15,-3 1 1-15,1 0-6 0,-1 3-3 0,-2-2-1 16,-1 2 3-16,0 4-2 0,-1-1-7 0,-3 2 4 16,2 1-5-16,-3 2 2 0,1 1-2 0,-1 0 1 15,2 1 0-15,1 1 2 0,1 0-6 0,2-2-2 16,3 2 1-16,5-4 2 0,-7 9 0 0,5-4 2 15,2-5 1-15,0 0 2 0,12 17-2 0,-5-11 0 16,6-3 1-16,4 2 2 0,0-1-4 0,0-1 5 16,4 0-5-16,-2-1 4 0,-3 0-2 0,-2-1 1 15,3-1-3-15,-3 0-1 0,-5 0-1 0,3 1 0 16,-2 0-2-16,-3 0 1 0,0 1-1 0,1 0 1 16,-1-1 0-16,-7-1-1 0,10 9-1 0,-5-5 6 15,1 5-3-15,-4 0 1 0,2 1-1 0,1 3 5 16,-4-1-6-16,3 1 3 0,-3 2-2 0,2-4 1 15,0 1-2-15,-2-1 4 0,1 3 1 0,4-3 3 16,-1 0-2-16,0 0-4 0,0-1 2 0,3-2 2 16,-2 0 5-16,4-2-4 0,-2 1 2 0,-2-4-4 15,5 2 5-15,0-3-4 0,2-2 0 0,-1 2-1 16,1-5 3-16,5 0 3 0,-5 0 1 0,-1 0-5 16,1-4-1-16,3 0 0 0,2-1 0 0,-7 1-2 15,3-1 4-15,0-4-4 0,2 1-2 0,-5 0 4 16,2-1-4-16,-2-4-2 0,-2 5-2 0,0-5 0 15,0 3 4-15,-2 2 1 0,-2 2 0 0,1 1-1 16,-2-2-1-16,-1 4 3 0,-3 6 1 0,3-11 2 16,-1 6-1-16,-2 5-2 0,0 0-2 0,2-8-4 15,-2 8 0-15,0 0 1 0,0 0 1 0,0 0-1 16,0 0 2-16,-16 26 3 0,8-12-4 0,1-3 2 16,2 0 1-16,-3 3 0 0,1-2 0 0,3 0 0 15,3-1-1-15,-2-1 2 0,2 1-3 0,0 0 4 16,1 0-21-16,2 0-27 0,0-1-43 0,0 0-46 15,2-4-63-15,1 1-242 0,-1-1-476 0,0-2 210 16</inkml:trace>
  <inkml:trace contextRef="#ctx0" brushRef="#br0" timeOffset="71457.69">23072 5254 1740 0,'-9'-8'-14'0,"2"0"28"0,0 3-19 0,4 0-15 16,3 5-44-16,-8-7-39 0,8 7 9 15,-3-3-3-15,3 3-16 0,0 0-95 0,0 0-224 16,0 0 99-16</inkml:trace>
  <inkml:trace contextRef="#ctx0" brushRef="#br0" timeOffset="71740.06">23359 5238 223 0,'6'-7'238'0,"-6"7"-3"0,4-6-6 16,-4 6-32-16,2-5-19 0,-2 5-18 0,0 0-18 15,0 0-16-15,0 0-14 0,0 0-12 0,0 0-9 16,12 11-7-16,-9 0-11 0,0 6 0 0,1 9 0 15,1 3-6-15,-2-2-7 0,-2 1-2 0,-1 1-7 16,1-2 6-16,-1 1-12 0,-1 1-5 0,1-2-4 0,-1 1 1 16,-1-4-4-16,1-4-7 0,-1-1 0 15,0-1 1-15,1 1-4 0,0-1-2 0,-2-3-10 16,3 4-24-16,-1-3-30 0,0-6-38 0,0 3-31 16,-1-2-42-16,4-1-27 0,-4-3-40 0,0 0-138 15,-2-3-386-15,4-4 170 0</inkml:trace>
  <inkml:trace contextRef="#ctx0" brushRef="#br0" timeOffset="71968.86">23419 5391 22 0,'11'-5'197'15,"-1"-2"-10"-15,4 5-11 0,-1-1-9 0,-1 2-12 16,2 4-12-16,-3 0-6 0,2 4-19 0,-1-1-11 15,-3 2-10-15,3 2-6 0,-4-1-11 0,-2-1-8 16,-3 3-5-16,-2 0-5 0,1 1-6 0,-5-1-5 0,-1-1-3 16,-2 1-8-16,-2 0-2 0,-5 1-15 15,2-1-22-15,-6 0-34 0,3-3-37 0,1-2-32 16,3-1-47-16,-2-1-149 0,0 1-321 0,2-5 143 16</inkml:trace>
  <inkml:trace contextRef="#ctx0" brushRef="#br0" timeOffset="72198.22">23757 5269 69 0,'7'-5'274'0,"-4"0"-17"16,1 2-19-16,-4 3-26 0,0 0-21 0,7-7-19 16,-7 7-22-16,0 0-12 0,0 0-6 0,2 19-6 15,0-4-7-15,-5 4-2 0,3-2-10 0,-3 10-9 16,0-1-7-16,0 1-9 0,3-1-6 0,-3-1-7 15,1 0-8-15,-1-4 0 0,3 2-9 0,-1 3-10 16,-3-7 0-16,4-1-14 0,0 2-22 0,0-4-31 16,-2 0-38-16,-1 1-44 0,-1-1-43 0,1-4-47 15,-3 0-215-15,-3 2-445 0,-1-6 196 0</inkml:trace>
  <inkml:trace contextRef="#ctx0" brushRef="#br0" timeOffset="72426.53">23759 5399 119 0,'11'-6'193'0,"1"2"-13"0,-2 1-8 16,1 3-13-16,1 0-11 0,-1 3-7 0,0 1-12 16,-1 1-6-16,1 0-17 0,-3 2-7 0,-2 3-16 15,0-3-7-15,0 2-2 0,-2 0-12 0,-3 1-6 16,-1-2-6-16,-1 3-4 0,-2-2-3 0,-2 1-1 15,-1-1-22-15,-1 0-24 0,-2-1-32 0,0 1-41 16,2-3-34-16,-2 1-45 0,1-1-134 0,0-3-314 16,8-3 139-16</inkml:trace>
  <inkml:trace contextRef="#ctx0" brushRef="#br0" timeOffset="72640.07">24047 5264 259 0,'3'-7'256'16,"-3"7"-15"-16,3-7-23 0,-3 7-23 0,0 0-24 16,0 0-19-16,0 0-15 0,0 0 2 0,0 0-6 15,0 33 1-15,-3-14-4 0,-2 7-20 0,1-1-10 16,-2 3-10-16,2-2-6 0,0-2-6 0,0 0-8 16,2-4-9-16,-1 0-7 0,0 0-20 0,1 3-38 15,-3-4-41-15,2-1-40 0,1-1-47 0,0-2-47 16,1-3-46-16,-4 0-138 0,4-1-393 0,-2-3 174 15</inkml:trace>
  <inkml:trace contextRef="#ctx0" brushRef="#br0" timeOffset="72891.3">24256 5538 97 0,'13'-10'212'0,"-1"-3"-12"15,5 2-3-15,-7-1-13 0,5-2-11 0,-2 2-9 16,1-1 2-16,-6 3-15 0,-2-1-5 0,2 2-9 15,1-5-10-15,-1 0-5 0,-6 5-2 0,1-3-1 16,-1 5-3-16,0-1 2 0,-1 0-9 0,-1 8-11 16,0-11-11-16,0 11-6 0,-4-8-10 0,4 8-4 15,-9-1-15-15,9 1-2 0,-18 6-3 0,4 3-11 16,-1 1 0-16,-1 4-3 0,1-1-6 0,5-1-2 16,0 2-2-16,2 1-3 0,3-3-13 0,1 3-16 15,2-3-35-15,4 4-33 0,-1-6-55 0,6 3-64 16,4-5-61-16,-2 0-194 0,9 1-488 0,1-2 216 15</inkml:trace>
  <inkml:trace contextRef="#ctx0" brushRef="#br0" timeOffset="73169.64">25029 5228 1885 0,'-3'-26'74'0,"-4"9"19"16,2 1-29-16,-1 2-4 0,3 3 16 0,-1 1 13 15,2 4-1-15,-3-1-23 0,5 7-17 0,-5-7-7 16,5 7-7-16,0 0 1 0,0 0 9 0,-9 20 7 16,6-4-2-16,0 3 3 0,-4 11-2 15,2 0 11-15,3 1-5 0,-3 0 2 0,1-1-3 0,0 2-5 16,-2-1 4-16,2-2-7 0,-1 0-1 0,-2-2-7 16,5-1-5-16,-3-2-3 0,0 2-3 0,2-8 1 15,0 2 0-15,3-1-2 0,-5 0-8 0,0-3-16 16,3 0-24-16,-2 0-22 0,0-4-29 0,0-2-32 15,3 4-37-15,-4-5-38 0,1-1-51 0,-1 1-40 16,0-3-148-16,2-2-452 0,3-4 201 0</inkml:trace>
  <inkml:trace contextRef="#ctx0" brushRef="#br0" timeOffset="73630.3">24765 5496 1709 0,'-2'-10'48'0,"2"-1"-2"0,2 2-22 0,1 0-20 15,2 2-3-15,4 1-1 0,3-1 6 0,6 1-3 16,1 0 0-16,10-4 8 0,2 3-2 0,2 0 0 16,3 2-5-16,-3 0 0 0,3 2 1 0,-3 1-2 15,-4-2 3-15,5 1-3 0,-5-4-1 0,-4 2 1 16,-9 1 2-16,3 1 2 0,-7-1-2 0,-2 1 3 16,1 0 6-16,-3 0 7 0,-4 1 1 0,-4 2 4 15,9-3 1-15,-9 3-3 0,5-4-11 0,-5 4 3 16,0 0-1-16,0 0 5 0,0 0-4 15,-26 4 1-15,12 1 0 0,0 4 0 0,0 1 0 0,-1 1 2 16,-2 1 1-16,3 2 1 0,-1 0-2 0,3-3-4 16,3-1 6-16,2 1-10 0,-2 0 7 0,2 3-4 15,4-5 1-15,0 3-5 0,3-5 1 0,1 2-2 16,2-2 1-16,1-2 3 0,2 0-3 0,4-1 0 16,2-1 5-16,0-1-9 0,2-1-3 0,-2-2-1 15,3 2-2-15,-2-4 1 0,0 1 1 0,0-3 0 16,-3 0 5-16,2 0-4 0,-3-2 0 0,-2 1-4 15,1-2 2-15,-3 0 2 0,0-2 0 0,3 1-9 16,-7 3 14-16,3 1 4 0,0-1 5 16,-4 6 0-16,4-8 0 0,2 6-1 0,-6 2-5 0,0 0-2 15,0 0 0-15,0 0-3 0,0 0 4 0,0 0-4 16,0 0-1-16,-1 20-2 0,1-20 3 0,-7 15-4 16,5-7-10-16,2 2-25 0,-2-1-36 0,4 0-38 15,-2-2-61-15,2 1-48 0,0-2-127 0,-2-6-370 16,12 10 164-16</inkml:trace>
  <inkml:trace contextRef="#ctx0" brushRef="#br0" timeOffset="73839.78">25508 5377 202 0,'0'0'215'0,"-8"-7"-11"0,8 7-15 16,-11 2-15-16,11-2-12 0,-17 10-8 0,3-3-1 15,-1 5-7-15,1 0-15 0,3 0-10 0,5 0-12 16,-3 1-6-16,3 3-15 0,-2-2-6 0,6-2-8 16,2 4-4-16,0-5-10 0,4 1-17 0,4-2-32 15,0 1-44-15,11-2-32 0,-2 0-54 0,6-4-52 16,5 1-180-16,1-4-379 0,2-4 167 0</inkml:trace>
  <inkml:trace contextRef="#ctx0" brushRef="#br0" timeOffset="74079.87">25881 5180 159 0,'0'-10'297'0,"0"3"-12"0,0 7-17 0,0-10-27 0,0 10-24 16,0 0-29-16,0-8-26 0,0 8-13 15,0 0-14-15,0 0-5 0,2 37-12 0,-2-18-7 0,0 4-17 16,1 4-3-16,-1 1-8 0,2 3-7 0,-2-3-6 15,0 0-8-15,3-2-1 0,-3 0-9 0,0-1 6 16,0-5-17-16,0-1-5 0,0-4-31 0,0 3-24 16,2-6-40-16,-2-1-44 0,0 1-59 0,0-3-32 15,0-1-48-15,-2-1-160 0,2-7-435 16,-6 7 192-16</inkml:trace>
  <inkml:trace contextRef="#ctx0" brushRef="#br0" timeOffset="74416.64">25841 5409 31 0,'5'-6'196'15,"-5"6"-7"-15,11-2-5 0,-6 1-8 0,3 0-16 16,-8 1-15-16,19-1-4 0,-13 2-19 0,5 0-7 16,-2 0-11-16,3 3-15 0,-4-2-7 0,-3 1-12 15,5 2 1-15,0 0-12 0,-3 0 3 0,-1-1-6 16,2 1-10-16,0 2-2 0,-1-2-2 0,-1 0-7 15,2 3 3-15,-3-4-2 0,3 1 2 0,-3-1-1 16,7-2-1-16,-6-1-1 0,1 2-2 0,-7-3-5 16,12 2 0-16,-4 0 2 0,-8-2 5 0,13 0 3 15,-13 0 7-15,9-3-4 0,-5-1 1 0,-4 4-3 16,7-9 0-16,-6 3-4 0,-1 6 1 0,2-14-8 16,-2 5-1-16,0 9 1 0,-4-17-7 0,-2 8-3 15,2-1-14-15,-3-2-13 0,1 4-21 0,-1-1-17 16,-3 2-27-16,4-1-24 0,-3 4-27 0,1 1-28 15,2 0-17-15,6 3-24 0,-13 3-162 16,4 3-386-16,0 1 172 0</inkml:trace>
  <inkml:trace contextRef="#ctx0" brushRef="#br0" timeOffset="74764.58">26133 5538 177 0,'0'0'203'0,"14"0"-3"16,-6-1-11-16,-8 1-12 0,12-6-6 15,-1 2-6-15,-2 0-15 0,-2 0-4 0,2-4-12 0,-3 2-11 16,1-2-5-16,0-3-14 0,0 0-10 0,2-3-8 16,-1-2-10-16,-3-1-5 0,0 2-9 15,-1-2-4-15,1 0-1 0,-1 2-6 0,-2-1-6 0,0-1-5 16,-2 5-2-16,0-5-11 0,-2 2 9 16,2 4-1-16,-2 4-5 0,2 7 3 0,-2-12-4 0,0 6-4 15,2 6 1-15,-2-10-6 0,2 10-3 0,-2-7-1 16,2 7-3-16,0 0-3 0,0 0-5 0,0 0 0 15,0 0 0-15,0 0 4 0,12-2-6 16,-12 2 0-16,17 10 5 0,-6-3-6 0,-3-2 2 16,2 4-6-16,-3 1 4 0,1-1-2 0,-1 2-1 0,2 3 4 15,-2-3 0-15,-3 2 1 0,1-1-2 0,-3 2 1 16,0 2 6-16,-2 0-3 0,0 1-1 0,0-5 4 16,0 1-1-16,0 2-2 0,-2-4-9 15,0 0-33-15,2 0-44 0,-3-1-54 0,3-2-66 0,-2-1-59 16,2-7-149-16,0 0-440 0,0 17 196 0</inkml:trace>
  <inkml:trace contextRef="#ctx0" brushRef="#br0" timeOffset="74928.86">26726 5624 172 0,'-4'5'229'0,"-3"4"-8"0,0 0-24 0,2 0-12 0,-3 2-20 15,1-4-14-15,-2 3-26 0,2 1-49 0,1-4-53 16,-1 0-69-16,0-1-86 0,2 1-96 0,-3-4-247 16,8-3 109-16</inkml:trace>
  <inkml:trace contextRef="#ctx0" brushRef="#br0" timeOffset="75476.52">27522 5178 140 0,'0'0'202'0,"0"0"-29"15,2-6-11-15,-2 6-20 0,0 0 1 0,0 0 4 16,0 0 0-16,-15 33-4 0,2-11-2 0,0 1-10 15,-3 6-6-15,-2-1-5 0,1 1-9 0,-2-2-14 16,2-1-5-16,1 4-8 0,-3-3-9 0,4-3-9 16,1 2-4-16,1-4-6 0,0 1-2 0,-1-7-9 15,5 3-3-15,0-3-25 0,-2-2-25 0,4 1-30 16,1-5-37-16,-1 0-57 0,0-3-47 0,2 0-203 16,-1-3-412-16,6-4 183 0</inkml:trace>
  <inkml:trace contextRef="#ctx0" brushRef="#br0" timeOffset="75640.45">27164 5283 105 0,'0'0'171'0,"13"3"-9"15,-13-3-26-15,18 9-49 0,-9-2-41 0,7 3-44 16,0 3-63-16,2-4-47 0,5 7-117 0,0-3 51 15</inkml:trace>
  <inkml:trace contextRef="#ctx0" brushRef="#br0" timeOffset="75781.85">27566 5587 171 0,'0'0'197'0,"5"5"-8"15,-5-5-22-15,0 0-10 0,0 0-16 0,4 4-12 0,-4-4-22 16,0 0-42-16,2 8-48 0,-2-8-61 15,9 2-76-15,-9-2-76 0,0 0-213 0,0 0 94 16</inkml:trace>
  <inkml:trace contextRef="#ctx0" brushRef="#br0" timeOffset="76445.22">27936 5587 98 0,'5'-5'242'0,"2"-2"-6"0,0 0-6 0,1-4-9 16,-3 3-11-16,3-3-20 0,2-3-18 0,-3 0-11 15,3-1-10-15,-5-3-11 0,2-2-5 0,1-3-14 16,-3 4-10-16,2-7-7 0,-5 1-9 0,1-5-8 16,-3 6-6-16,2 0 0 0,-6 4-9 0,1 1-5 15,-1 3-10-15,1-1-8 0,-2 2 7 0,2 5-5 0,1 0-9 16,-1 0 0-16,1 4-6 0,2 6-2 15,-5-10-10-15,1 6-8 0,4 4 3 0,-5-6-5 16,5 6-2-16,-8-5-3 0,8 5-1 0,0 0-4 16,0 0 9-16,0 0-11 0,-9 11-7 0,9-11 0 15,0 11 0-15,0-11-3 0,9 13-5 0,-1-6 0 16,4 2-2-16,5-2-5 0,0-1-3 0,3 1-1 16,8-1 2-16,-7 0-2 0,-3-3 2 0,0 4-2 0,1-4 5 15,-4 1-1-15,-2-4 4 0,-3 3-2 16,-2-2 5-16,-1 0 2 0,-7-1 0 0,13 2-1 15,-13-2 1-15,8 4-2 0,-4-2 1 0,-4-2 0 0,4 6-2 16,-2 0 7-16,-2-6-3 0,4 10-7 16,-8 2 11-16,4 3 1 0,0-4 3 0,-2-1-3 15,2 3-2-15,-2-2 3 0,1 0 0 0,0 2 4 16,2-1 0-16,0-4 1 0,-2 3 1 0,2-2 0 16,1 1 4-16,0-4-1 0,6 0 0 0,-2-1-1 0,2 2 2 15,3-5-6-15,6 3 3 0,3-2 1 16,0-5-12-16,1 1-1 0,-3 0 4 0,1-2-6 15,-5 0 6-15,3-4 2 0,-2-1 0 0,-2 0-3 16,4-3-2-16,-5 1 2 0,-3 0 1 0,2 0 2 16,-4 1 0-16,0-6 0 0,2 0 4 0,-2 0-4 0,-2 1 0 15,-1 2 6-15,-2 2 5 0,0-1 2 16,-1 6 0-16,-1 5 1 0,-3-14-3 0,1 8-3 16,2 6-1-16,-11-6-4 0,4 5 4 0,7 1-4 0,-23 3 3 15,3 1-4-15,1 3-2 0,-4 6 3 16,4-5 2-16,1 0-1 0,1 3 1 0,3 0-4 0,1 1-4 15,4-4-19-15,0 6-13 0,3-4-7 0,5-1-9 16,2 1-23-16,2-1-17 0,5-1-29 16,5 2-14-16,5-4-43 0,8 0-19 0,1 1-146 15,2-2-372-15,2-2 166 0</inkml:trace>
  <inkml:trace contextRef="#ctx0" brushRef="#br0" timeOffset="76845.95">28859 5314 8 0,'2'-12'166'0,"-1"2"11"0,-1 0 6 0,-3 1-5 16,0 2-6-16,-2-2-4 0,0 4-15 0,0 0-18 16,-1 1-8-16,-2 2-15 0,-1-1-3 0,9 3-12 15,-23 5-5-15,11-1-13 0,1 0-3 0,2 1-11 0,-1 0-3 16,2 0-9-16,0 2-2 0,3-3-9 16,1 2 1-16,-1 0-4 0,3 0-4 0,2-6-2 15,-4 14 1-15,4-9-7 0,0-5-4 0,5 13-3 16,-1-8 3-16,-4-5-8 0,9 6 3 0,-4-2-7 15,0-3-4-15,3 2 1 0,-2-1-4 0,-6-2 0 0,13 2 5 16,-7-2-4-16,-6 0 2 0,17-3-3 16,-12 1-1-16,3 0-1 0,-8 2 0 0,12-2 0 15,-12 2-4-15,9-4-4 0,-9 4 4 0,0 0-2 16,9 4-2-16,-4 0-1 0,-2 2 2 0,0 3 0 0,2 1 0 16,-1 3 1-16,-1 5 2 0,0 0 1 0,0 0 4 15,-2 8-2-15,-1-2 6 0,0 3-3 0,0-7 4 16,-1-1-3-16,-2 5 2 0,1 1 4 15,0-6 0-15,-2 0-1 0,2-3 2 0,-3 0-3 16,-3 0 5-16,2-2-2 0,-7-2 4 0,5-2-4 16,-6 2 5-16,0-4-4 0,-4-1-1 0,1-1-4 0,0-3-20 15,-1 0-24-15,0-3-41 0,0 0-49 0,5-2-56 16,-1-2-55-16,-1-3-123 0,2 1-389 16,3-4 172-16</inkml:trace>
  <inkml:trace contextRef="#ctx0" brushRef="#br0" timeOffset="77223.09">29044 5287 67 0,'0'0'232'0,"7"-5"-24"0,-7 5-21 16,0 0-15-16,0 0-5 0,0 0-8 0,0 0-11 0,8 14-9 15,-9-6-4-15,2 2-11 0,3-3-12 0,0 4-6 16,3-1-13-16,-2-1-2 0,1 1-13 15,5-2-4-15,5 2-7 0,-3-5-5 0,7 0-4 16,1-2-7-16,7 1-3 0,-2-4-5 0,-6-3-5 16,0 1 2-16,-1-3-8 0,-3 0-1 0,-2 0 6 15,-4-1 8-15,1-1-6 0,3-5-2 0,-6 3 2 16,0-2 0-16,-2 1 9 0,2-6 0 0,-2 6-6 16,-2-2 6-16,0 0-8 0,-1 1 1 0,-1 2-1 15,2 1 14-15,-2 3-4 0,-2 5 4 0,2-9-10 16,-2 9-12-16,2-8-9 0,-2 8-4 0,0 0-5 15,0 0 0-15,0 0-1 0,0 0 2 0,0 0-6 0,-1 32-2 16,1-19 1-16,0-1 3 0,-1 5-1 16,2-1-7-16,0 1 6 0,2 0 2 0,-1-2-30 15,3 1-19-15,2-3-33 0,2 3-35 0,-3-8-45 16,2 2-61-16,3 1-52 0,-1-3-210 0,2-5-514 16,2-1 227-16</inkml:trace>
  <inkml:trace contextRef="#ctx0" brushRef="#br0" timeOffset="77448.77">29603 5002 282 0,'0'-7'284'0,"0"7"-17"16,1-10-24-16,-1 10-30 0,0-8-27 0,0 8-22 15,0 0-13-15,0 0-16 0,9 25 12 0,-8-9-25 16,3 2-5-16,2 7-14 0,-1 3-9 0,-1-3-9 15,0 0-5-15,0 4-9 0,2-5-6 0,-1 2-6 16,-1-3-5-16,1 2-8 0,1 0-28 0,1-2-34 0,-4-5-41 16,0-2-38-16,0 1-59 0,0-6-55 15,-2 2-201-15,0-3-443 0,-1-10 197 0</inkml:trace>
  <inkml:trace contextRef="#ctx0" brushRef="#br0" timeOffset="77820.31">30009 5199 91 0,'-1'-10'263'0,"-3"0"-11"0,1 4-11 15,-2 1-16-15,0 0-16 0,-6 3-25 0,0 2-16 16,0 2-13-16,-7 5-12 0,-1 0-11 0,1 5-10 16,-1-2-10-16,3 0-8 0,1 2-14 0,4 0-6 15,3-4-10-15,0 3-4 0,3 0-8 0,1 2-3 16,2-2-4-16,0 0 0 0,4 0-13 15,-1-3-9-15,3 0-10 0,1-1-16 0,4-5-5 0,0 1-7 16,1-2-7-16,3 1-4 0,-3-5-1 0,4 0-3 16,-4 0 4-16,1-3 4 0,0 0-1 0,-2-1-1 15,0 0 2-15,0 0 5 0,-1-2 9 0,-2-2-4 16,0 2 0-16,0-3-1 0,-1 2 5 0,1 1 12 16,-1 0 13-16,-2 3-2 0,1 1 9 0,-4 5-5 15,5-7-2-15,-5 7-7 0,2-5-5 0,-2 5-2 16,0 0-2-16,0 0-3 0,0 0 0 0,0 0-2 15,0 0 3-15,-5 28-6 0,3-19 6 0,0 2-1 16,1 1 4-16,0 4-21 0,-1-3-28 0,4-2-33 16,-2 1-46-16,4-2-56 0,2 0-59 0,0 0-195 15,10-2-461-15,-6-3 205 0</inkml:trace>
  <inkml:trace contextRef="#ctx0" brushRef="#br0" timeOffset="78086.82">30385 5004 273 0,'1'-6'307'0,"-1"6"-16"16,0-11-17-16,0 11-32 0,1-6-25 0,-1 6-26 16,0 0-21-16,0 0-13 0,0 0-20 0,0 0-13 15,3 29-7-15,-2-11-8 0,0 7-8 0,-1-6-7 16,0 7-7-16,0-3-8 0,3 1-4 0,-6-3-8 15,6 4-2-15,-4 2 2 0,1-8-16 0,-2 5 0 16,1 2-7-16,0-1-3 0,-1-6-11 0,1-3-17 16,1 2-24-16,-1-1-35 0,-2-6-39 0,3 1-37 15,-1-3-40-15,1-9-44 0,-4 15-35 0,4-10-193 16,0-5-470-16,0 0 208 0</inkml:trace>
  <inkml:trace contextRef="#ctx0" brushRef="#br0" timeOffset="78396.42">30230 5180 44 0,'0'0'231'0,"0"0"-13"0,-6-6-26 16,6 6-10-16,0 0-18 0,21-8-14 0,0 5-13 16,-2 0-9-16,12 2-18 0,1-2-3 0,0 0-15 15,1 3-5-15,0-2-11 0,-1 0-4 16,-1 0-10-16,-3 2-3 0,-8 0-5 0,2 0-3 0,-3-1 4 15,-6 1-1-15,-1 0 5 0,-1 3 2 0,-3-6 5 16,-8 3-4-16,11 0-3 0,-11 0-2 0,10 0-10 16,-10 0 2-16,0 0-16 0,8 4-4 0,-8-4-3 15,4 9-1-15,-4-4-1 0,-1 5-1 16,1-1-3-16,-3 3-1 0,0 1-2 0,1-1 0 0,1 0-2 16,-3 1-2-16,1-1 1 0,1 0-1 0,-1 1-26 15,2 4-18-15,-3-5-28 0,4-2-36 0,-1 0-49 16,1-10-57-16,-2 14-52 0,2-14-127 0,0 0-411 15,0 0 182-15</inkml:trace>
  <inkml:trace contextRef="#ctx0" brushRef="#br0" timeOffset="78580.14">30670 4973 118 0,'0'0'206'0,"0"-10"-23"0,0 10-21 0,-2-7-47 0,2 7-41 16,0 0-24-16,0 0-51 0,0 0-52 0,0 0-90 15,0 0-154-15,12 25 68 0</inkml:trace>
  <inkml:trace contextRef="#ctx0" brushRef="#br0" timeOffset="79120.38">30884 5150 104 0,'-12'5'188'0,"0"0"-2"15,-2 4-11-15,-1-1-16 0,-1 2-6 0,1 2-14 16,2-1-14-16,2 0-11 0,2-1-12 0,1-1 4 16,-1 4-13-16,4-3 5 0,1 1-17 0,3-2-6 15,0 3-5-15,1-2-4 0,4-1-9 0,0 1-5 0,3 0-2 16,1-1-5-16,1-4 0 0,1-3-8 15,0 1-3-15,-2-1-3 0,2-2-6 0,-10 0 7 16,15-5-7-16,-6 2 3 0,0-3-4 0,0-1 7 16,-2 1 0-16,0-4 3 0,0 2 6 0,-2-3 3 15,0 1-2-15,-1-2-12 0,-3 1-4 0,4-2 6 16,-2 2 6-16,-1 0 0 0,2-5-5 0,1 5-3 0,-1-1 1 16,0 2 7-16,0 1 33 0,0-1-10 15,-1 6-4-15,-1-2-6 0,-2 6-7 0,5-9-5 16,-5 9-8-16,0 0 2 0,12 2-7 0,-12-2-5 15,11 9-2-15,-6-4-3 0,0 5-1 0,1-1-5 16,-1 1 1-16,-1 0-2 0,0 1 2 0,0 0-2 16,0 0 0-16,-2-2-6 0,2 1 6 0,-3-4 3 15,2 1-1-15,-2-1 3 0,-1-6-4 0,3 8 6 16,-3-8 1-16,0 0 10 0,1 7-1 0,-1-7 1 16,0 0 0-16,0 0-7 0,0 0 3 0,0 0 1 15,0 0-9-15,16-15-3 0,-10 9-3 0,0-2 5 16,3-1-11-16,0 2 3 0,4-5-7 0,-3 2-1 15,2 1-2-15,0 2-4 0,-1 1 0 0,0 1 0 16,-5 1-4-16,1 0-1 0,-1 3 1 0,-6 1 0 16,16 1 1-16,-16-1-2 0,10 4 2 0,-5 0 8 15,-1 2-4-15,-2-1 2 0,3 4-3 0,-2 1 5 16,0 0-6-16,-2-1-18 0,-1 2-35 0,2-2-32 16,-2 4-35-16,2-1-48 0,0-2-50 0,0-1-55 15,-2-9-164-15,6 11-484 0,4-8 214 0</inkml:trace>
  <inkml:trace contextRef="#ctx0" brushRef="#br0" timeOffset="79259.72">31453 5302 73 0,'0'0'297'0,"0"0"-4"16,8 0-13-16,-8 0-18 0,0 0-23 0,0 0-28 16,0 0-25-16,0 0-37 0,0 0-38 0,0 0-44 15,7-3-55-15,-7 3-78 0,0 0-81 0,0 0-182 16,0 0-354-16,0 0 157 0</inkml:trace>
  <inkml:trace contextRef="#ctx0" brushRef="#br0" timeOffset="86795.84">11045 7286 52 0,'0'0'139'0,"0"0"-5"16,0 0 2-16,0 0-12 0,1-9-5 0,-1 9-6 15,0 0-5-15,0 0 0 0,0 0-10 0,0 0-5 16,0 0-8-16,0 0-4 0,0 0-2 0,0 0-11 0,2-7-3 15,-2 7-2-15,0 0-5 0,0 0-4 0,0 0-4 16,0 0-8-16,0 0-2 0,0 0-2 16,0 0-6-16,0 0-1 0,0 0-6 0,0 0-2 0,0 0 0 15,0 0-13-15,0 0-1 0,0 0 2 0,0 0 1 16,0 0-1-16,0 0-4 0,10 19 1 0,-6-12 2 16,-1 1-1-16,-1 2-1 0,2-1 0 15,2 4-2-15,-3-1-1 0,1 0-4 0,2 2 2 0,0 4 5 16,2-1-7-16,-2-1 4 0,0 3 3 15,0-3-3-15,0 0 4 0,2-1 2 0,0 1 0 0,-3-1-2 16,1 1-1-16,1 0-2 0,-1-6 1 0,2 8 0 16,-3-7 2-16,0 2-2 0,1-1-6 0,-1-1 5 15,-1-2 0-15,1-3-1 0,-2 4 1 0,-1-5-3 16,2 1-1-16,0-1 2 0,0 0-3 0,-4-5 4 16,6 9 0-16,-6-9-1 0,3 6 4 0,-3-6 4 15,0 0 13-15,5 3 14 0,-5-3 10 0,0 0 2 16,0 0 1-16,0 0-8 0,12-9-2 0,-7-1-6 15,3 0 1-15,3-5-8 0,0-2-2 0,-1 0-3 16,6-6-1-16,-2-1-3 0,-2-2-1 0,3 2-6 16,-1-4 1-16,-3 2-3 0,3 4 17 0,-2-5-2 15,1 1-2-15,-4 2-4 0,1-2-2 0,-4 2-4 16,0 5 0-16,-1 1 3 0,-2 1-5 0,1 3-1 16,-3 2-3-16,2 2 0 0,-1 2 0 0,0 0 0 15,-2 2-2-15,0 6-4 0,1-8 5 0,-1 8-7 16,3-8-10-16,-3 8-25 0,0 0-29 0,0 0-24 15,0 0-25-15,0 0-17 0,0 0-25 0,0 0-17 16,10 16-29-16,-9-5-165 0,-1 0-397 0,1 1 175 16</inkml:trace>
  <inkml:trace contextRef="#ctx0" brushRef="#br0" timeOffset="87238.58">11682 7610 231 0,'4'-4'227'0,"-3"-3"-14"0,-1 7-13 0,6-9-9 0,-3 2-10 15,-3 7-3-15,2-9-13 0,-2 9-4 0,3-6-17 16,-3 6-11-16,0 0-13 0,0 0-11 0,0 0-9 15,0 0-15-15,0 0-12 0,0 0-3 0,-12-5-10 16,12 5-6-16,-16 7-7 0,7-1-5 0,3-3-5 16,-3 1-3-16,1 4-3 0,2 0-5 0,2 0-4 15,-4-1-1-15,6-1-1 0,-2 2-2 0,4-1-6 16,0-7-2-16,0 15-3 0,2-9-2 0,0 2-1 16,4 1 1-16,-2-1 0 0,2-1-3 0,1 1 1 15,1 1-3-15,1-2 0 0,3 0 0 0,-4 1 1 16,0-2 1-16,1 1-7 0,-5-2 7 0,1 1-4 15,-1-1 2-15,-4-5-3 0,5 8 2 0,-1-4 1 16,-4-4 1-16,1 7-1 0,-1-7 0 0,0 0-1 16,-14 12 3-16,5-9 2 0,-5 2-5 0,-2-1 2 15,-3 0-1-15,3-1-3 0,-3-1-5 0,5 1-17 16,-5-1-19-16,1 1-20 0,5-1-26 0,2-2-31 16,3 0-47-16,0 1-72 0,8-1-141 0,-13 0-412 15,13 0 182-15</inkml:trace>
  <inkml:trace contextRef="#ctx0" brushRef="#br0" timeOffset="87772.47">12064 7863 212 0,'0'0'214'0,"0"-11"-13"0,0 11-10 0,1-11-8 0,-1 11-16 15,4-14-14-15,0 9-7 0,-2-4-14 0,1 1-10 16,1-1-5-16,0-1-5 0,2 1-11 0,-2-1-5 16,0-1-7-16,-1 0-7 0,-1-2-8 0,0 3-4 15,0-6-10-15,-2 5-3 0,2 0-9 0,-2 1 5 16,0 3 1-16,0 7-5 0,-2-13-3 0,-1 5-2 15,3 8-5-15,-4-10-1 0,4 5 2 0,0 5-7 16,-8-9-8-16,5 5-1 0,3 4-5 0,-7-5 1 16,7 5-3-16,-9-4-1 0,5 1-5 0,4 3-3 15,0 0 0-15,-9-5 3 0,9 5-7 0,0 0 0 16,-8-4-7-16,8 4-3 0,0 0-8 0,0 0 3 16,0 0-5-16,0 0-2 0,0 0 4 0,0 0 0 15,0 0 3-15,30-2 2 0,-16 3-2 0,-1-1 3 16,1-3-2-16,1 5 4 0,-1-4 0 0,2 4-2 15,-5-1 3-15,0 0-3 0,0 1 5 0,-1-2-2 16,-2 2-3-16,1 0 0 0,-4 1 4 0,4 0-4 16,-5 0 2-16,1 1 4 0,-1 2-2 0,1 0-1 15,-1 1 0-15,0-2 4 0,1 4-2 0,-3-1 1 16,1-1-1-16,1 3 2 0,-3 0-3 0,0-4 3 16,2 3 1-16,-1 1 0 0,2 0 0 0,-2 0 0 15,0 1 2-15,-1-1-26 0,1-1-26 0,1-1-33 16,-1-1-35-16,-2 0-34 0,4-1-40 0,-3 2-195 15,-1-8-420-15,0 11 186 0</inkml:trace>
  <inkml:trace contextRef="#ctx0" brushRef="#br0" timeOffset="88954.92">12433 7703 28 0,'0'0'162'0,"0"0"1"0,0 0-15 0,8 15-9 16,-8-9-8-16,0-6-15 0,2 9-5 16,-2-9-11-16,0 13-5 0,0-8-10 0,0-5-6 15,0 16-6-15,0-10-5 0,0-6-1 0,-1 11-2 0,0-5-11 16,1-6 2-16,0 10 1 0,0-10 1 0,0 0 2 16,0 10 5-16,0-10 6 0,0 0 9 0,0 0 8 15,0 8 8-15,0-8 7 0,0 0-1 0,0 0-7 16,0 0-10-16,0 0 4 0,0 0-15 15,0 0-1-15,0 0-10 0,0 0-5 0,-13-18-6 0,13 18-1 16,0-12-10-16,0 3 0 0,0 9-3 0,0-18-7 16,3 8-3-16,-2 3-5 0,4-5 0 0,-5 2-4 15,4 0-2-15,-2 1-1 0,5-2-5 16,-5 3-2-16,6-1-2 0,-6 4 0 0,4 0-4 0,-1 0 0 16,-5 5 0-16,13-1-6 0,-1 1 2 0,-4 1 3 15,1 3-4-15,1-1 2 0,0 3 1 0,-1 3-3 16,3-1 0-16,-3 1-1 0,-3-1 1 0,1 1 4 15,0-1-6-15,0 0 1 0,0 1 3 0,-3-3-1 16,0-2 2-16,-2 2-4 0,-2-6 4 0,8 8-2 16,-6-3 3-16,-2-5 2 0,4 7 2 0,-4-7 0 15,3 4 5-15,-3-4-3 0,0 0 1 0,0 0-2 16,0 0-1-16,0 0 3 0,0 0-1 0,0 0-1 16,0 0-2-16,0 0 8 0,0 0-13 0,0 0-3 15,-2-30-3-15,3 21-7 0,4-1 2 0,1 0-2 16,-1-3-3-16,4 0 0 0,0 3-1 0,0-4-5 15,-1 5 13-15,0 1-11 0,-2 0 0 0,3 1 2 16,1 2-1-16,-5 2 0 0,3 2 2 0,1-5 3 16,-2 6-3-16,0-1 0 0,-7 1 2 0,15 5-1 15,-7-2 9-15,-2 3-6 0,0-2 2 0,1 4-2 16,-2 1 7-16,0 0-4 0,1 1 3 0,-3-1-1 16,1-1 1-16,0 0 1 0,0 1-1 0,-1 1 4 0,-1-4 0 15,3-1-2-15,-3 3 2 0,0-2 5 16,3 0-2-16,-1-1-3 0,0 1 5 0,1-2 1 15,-1-1 4-15,-4-3 2 0,12 4 4 0,-5-1 3 16,3-2 5-16,3-1-1 0,-1-2 0 0,0-2 5 16,1 1-6-16,2-4 2 0,2 0-2 0,-2 0 2 15,1-2-2-15,-1-2-2 0,-1 0-2 0,-1 0-3 16,1-3-2-16,-1 2-1 0,-1-5 3 0,1 2 0 16,-4-2-1-16,1 1-5 0,-1 1 3 0,3 4-2 0,-6-1-4 15,-2 4 3-15,1-2-2 0,-5 5 3 16,0 5 6-16,4-10-8 0,-4 10-2 0,2-4-3 15,-2 4-1-15,0 0-4 0,0 0-1 0,0 0 1 16,0 0-4-16,0 0 4 0,0 0 2 0,0 0-1 0,-21 19-2 16,13-11 9-16,1 0-10 0,1-1 3 0,-2 2-4 15,2 0-4-15,4-1 6 0,2-1-5 0,0 5 0 16,2-5 1-16,-2 0 2 0,4 2-2 16,4-1 1-16,-2 1 4 0,-1 1 0 0,3-2-4 0,-1-2 6 15,2 5-3-15,-2-4 1 0,2 2 1 0,-3-1 2 16,-1 0-3-16,0-2 2 0,1 3-1 15,-3-1 3-15,1 1-3 0,0-2-1 0,-2-1 2 16,-2-6 3-16,0 12-1 0,0-12-3 0,-4 13 2 16,2-7 2-16,-5 1-22 0,-1-1-28 0,-4 2-37 0,3-3-51 15,-2 0-68-15,-3 0-264 0,-3 0-509 0,-2-2 225 16</inkml:trace>
  <inkml:trace contextRef="#ctx0" brushRef="#br0" timeOffset="90164.88">14066 7568 14 0,'0'0'223'15,"-8"-1"-8"-15,8 1-14 0,0 0-15 0,0 0-18 0,-6-4-15 16,6 4-12-16,0 0-12 0,0 0 0 0,0 0-12 16,0 0-6-16,0 0-9 0,0 0-6 0,0 0-14 15,31-3-4-15,-13 2-5 0,0-1-11 0,0 2-27 16,3 0-29-16,-6 0-37 0,-1 0-41 0,-1 0-43 15,-2 0-40-15,-3 0-38 0,-8 0-100 16,10 3-317-16,-10-3 141 0</inkml:trace>
  <inkml:trace contextRef="#ctx0" brushRef="#br0" timeOffset="90314.23">14056 7711 139 0,'0'0'193'0,"0"0"-5"0,0 0-16 15,0 0-16-15,12 7-11 0,-12-7-18 0,19-3-12 16,-4 3-15-16,-2-2-42 0,5 1-44 0,2 1-42 16,-6 0-62-16,-1 0-126 0,0 0-232 0,-4 0 104 15</inkml:trace>
  <inkml:trace contextRef="#ctx0" brushRef="#br0" timeOffset="92254.75">15062 7354 109 0,'0'-6'192'0,"0"6"-24"0,0 0-15 16,0 0-14-16,1-9-10 0,-1 9-22 0,0 0-6 16,0 0-14-16,0 0-9 0,0 0-9 0,0 0-11 15,0 0-3-15,0 0-8 0,0 0-2 0,-5 35 11 16,1-17 1-16,-2 0 2 0,-4 7-9 0,1-3-3 16,2-5-10-16,1 2 3 0,-4-2-2 0,3 1-4 15,-1-4 1-15,1 3-4 0,-3-4 0 0,4-2-3 16,0 1 0-16,0-4-1 0,-1 1-3 0,4-3 5 15,0 0-3-15,-3 1 1 0,3-3 2 0,3-4 2 0,-3 7 4 16,3-7-1-16,-5 5 5 0,5-5 7 16,0 0-3-16,-4 6 1 0,4-6 1 0,0 0-3 15,0 0-2-15,0 0-4 0,0 0-5 0,0 0 4 16,0 0-7-16,0 0-2 0,0 0-8 0,0 0-1 0,0 0-1 16,0 0-6-16,0 0 2 0,0 0-6 15,11-21-2-15,-5 20-2 0,3-1-8 0,4-2-5 16,1 4 0-16,4-3-4 0,0 3-6 0,5 0 4 15,-3 0-5-15,4 0-6 0,-3 0-7 0,7-4 2 16,0 6 0-16,-6-4 1 0,-3 0 8 0,3 1-2 0,-3-2 0 16,-2 1 3-16,2-1 1 0,-6-1 4 0,0 1 2 15,0-2 0-15,0 0 4 0,-3-2 4 0,-1 2-2 16,2-3 14-16,-4 1 9 0,-1-1 1 16,0 0-4-16,-1-1 0 0,-3 0 3 0,3-2 4 0,-2 3 4 15,-3-2 9-15,1 3 1 0,-1 7 6 0,1-14 3 16,-1 8 3-16,0 6-10 0,0 0-2 0,2-10 2 15,-2 10-9-15,0 0-7 0,0 0-3 0,0 0-4 16,0 0 0-16,0 0-2 0,0 0-2 0,0 0-1 16,2 28 4-16,-2-12-6 0,0 1 2 0,0 1 1 15,-2 0 1-15,2 7-1 0,0-5 3 0,-2 6-3 16,1-10 0-16,-1 2-1 0,0 3-2 16,0-4-11-16,-3-1-24 0,5 0-37 0,-1 0-37 0,-2 0-32 15,2-5-44-15,-1-1-29 0,0 1-162 0,-3-4-405 16,1 0 179-16</inkml:trace>
  <inkml:trace contextRef="#ctx0" brushRef="#br0" timeOffset="92597.52">15613 7577 54 0,'0'0'169'0,"0"0"-10"0,-11 24-9 15,6-14-10-15,0 1-7 0,1-1-9 0,2 0-13 16,0 2-10-16,0-1-2 0,2 1-13 0,0-2-1 16,1 0-1-16,2-1-2 0,1-2-2 0,1 2-1 15,2-2 3-15,0 1-2 0,2-3 0 0,1 0-8 16,2-1-6-16,0-2-1 0,2-2 0 0,3-2-4 16,-4 1 3-16,1-2-3 0,-3 1 1 0,2-2-8 15,-1 0-1-15,-1-4 4 0,1 1-7 0,-2 1 1 16,-3-4-6-16,0 1-6 0,-1-2-3 0,-2-6-7 15,-1 3 1-15,-2 1-4 0,-2-1-5 0,-2-2-1 16,0 4-1-16,0 2-7 0,-3-2 1 0,0 4-7 16,-3-1-5-16,3 3-6 0,-3 0-5 0,-3 2-19 15,2 1-19-15,-3 3-16 0,-1 0-28 0,-1 3-35 0,-4 2-21 16,8 0-51-16,-5 3-190 0,4-1-422 16,2 0 186-16</inkml:trace>
  <inkml:trace contextRef="#ctx0" brushRef="#br0" timeOffset="93012.9">15972 7414 96 0,'0'0'255'0,"0"-8"-15"0,0 8-23 15,0 0-23-15,0 0-20 0,0 0-20 16,0 0-20-16,0 0-1 0,0 0-6 0,7 18-4 15,0-3-2-15,1 0-12 0,3 8-7 0,3 1-7 0,-5-1-1 16,5 0-10-16,-2 0-7 0,1 0-8 0,-1-1-6 16,-3-5-4-16,0 1-6 0,0-3-5 0,0 3-1 15,0-1-8-15,-2-4 0 0,-1-1-1 0,0-2-7 16,-1 1-7-16,-2-3 3 0,2 1-3 0,0-2-6 16,-1-2 3-16,-2 1-2 0,-2-6 0 0,5 6 12 15,-5-6 12-15,3 3 20 0,-3-3 12 0,0 0-7 16,0 0-2-16,15-8-12 0,-7-1-1 0,2-6-11 15,4 1 1-15,4-8-6 0,1-5-5 0,3 0 12 16,0-1-15-16,10-9-8 0,-12 11 4 0,3-4-7 16,4-8 1-16,-9 6-5 0,1 4-3 0,-2 1 1 15,-2-3-2-15,-2 5 3 0,-3 7-2 0,-4 2-4 16,-1 5-2-16,-1 0 2 0,0 4-12 0,-1 2-4 16,-1-1-19-16,-2 6-25 0,4-7-32 0,-4 7-19 15,0 0-55-15,0 0-34 0,0 0-44 0,0 0-51 16,-23 13-189-16,8-4-516 0,-3 2 228 0</inkml:trace>
  <inkml:trace contextRef="#ctx0" brushRef="#br0" timeOffset="95429.16">18135 7337 139 0,'-2'-8'211'0,"-2"0"-9"16,-2 0-10-16,1 1-14 0,-2 0 10 0,-1 1-5 15,1-1-12-15,-3 0-11 0,1 4-17 0,0 0-14 16,0 1-13-16,9 2-11 0,-16 0-14 0,6 3-11 15,1 1-9-15,0 4-4 0,1 1-10 0,-2 6-4 16,3 3-6-16,-2 6-3 0,2 1-1 0,-2 3-5 16,3 0-4-16,1 0-5 0,1 0 5 0,4 3-4 15,0 0 5-15,0 1 5 0,1 3-3 0,1-3-1 16,-1-4-4-16,0 3 2 0,0-3-6 0,1-2-3 16,-2 1 3-16,1-3-4 0,0-5-2 0,2 2-4 15,-3-4-1-15,1-1-1 0,-1 2-3 0,1-4 0 16,-1 0-9-16,0-2-13 0,0-2-16 0,-1 2-14 15,0-5-17-15,-2 1-28 0,-1 0-23 0,2-5-18 16,2-3-24-16,-8 9-48 0,3-8-19 0,5-1-159 16,-17 0-407-16,8-4 180 0</inkml:trace>
  <inkml:trace contextRef="#ctx0" brushRef="#br0" timeOffset="95600.87">17758 7695 90 0,'8'-8'185'0,"-2"5"-15"0,6 0-12 16,1-3-10-16,3 1-9 0,3 0-11 0,8-3-12 15,0 5-12-15,1-1-13 0,3 0-32 0,-2 0-44 16,2 0-44-16,2 2-35 0,-1 1-52 0,0 1-83 16,0-3-217-16,-3 0 96 0</inkml:trace>
  <inkml:trace contextRef="#ctx0" brushRef="#br0" timeOffset="95746.07">18466 7591 88 0,'8'-3'212'0,"-8"3"-14"15,10-3-8-15,-10 3-5 0,12-4-23 0,-7 1-16 16,1 1-16-16,2-1-15 0,0 2-23 0,-8 1-37 16,20-4-41-16,-6 3-49 0,-2-2-47 0,0 3-40 15,1 1-103-15,-13-1-244 0,14 3 108 0</inkml:trace>
  <inkml:trace contextRef="#ctx0" brushRef="#br0" timeOffset="95899.23">18572 7649 174 0,'0'0'170'16,"0"0"-6"-16,0 0-9 0,0 0-10 0,-3 8-13 16,3-8-8-16,0 0-13 0,0 0-7 0,0 0-14 15,20 3-9-15,-20-3-34 0,21 3-35 0,-8-6-43 16,6 2-22-16,-2-1-39 0,1 0-22 0,1 0-90 15,-1-2-220-15,0-3 98 0</inkml:trace>
  <inkml:trace contextRef="#ctx0" brushRef="#br0" timeOffset="96213.17">19158 7392 213 0,'4'-3'226'0,"-4"3"-9"0,5-6-9 0,-5 6-11 16,5-3-17-16,-5 3-14 0,0 0-17 0,0 0-13 15,0 0-16-15,0 0-4 0,0 0-5 0,0 0-10 16,-14 17-11-16,9-8-8 0,-1-1-6 0,4 1-8 16,-1 3-6-16,1-3-7 0,2 1-6 0,0 0-4 15,2-1-2-15,2 1-4 0,1 2 0 0,3-4-1 0,1 2 2 16,1-1-3-16,-2 2 3 0,5-2 3 0,-1 3-2 16,3-3-2-16,-5 1-7 0,-1-1 1 15,1-1-2-15,-2-1-6 0,0 3 0 0,0 1-4 16,-1-1 1-16,-4-2 2 0,4 2-8 0,-3-1 1 0,-3 0-1 15,-1 1-1-15,0-10 1 0,-4 13 0 0,-1-7-2 16,0 1-2-16,-3-1 0 0,0-1-10 16,-3-1-14-16,-2 0-23 0,2-1-26 0,-5 0-23 15,1-3-29-15,-3-3-35 0,0 0-36 0,2-3-35 16,-1 0-208-16,0-2-462 0,1-4 204 0</inkml:trace>
  <inkml:trace contextRef="#ctx0" brushRef="#br0" timeOffset="96629.93">19130 7385 143 0,'21'-7'207'0,"9"-1"-6"0,2 1-4 15,1-1-5-15,-2 2-17 0,-1 0-14 16,1 0-12-16,1 2-12 0,0 0-10 0,-4 0-9 16,3 1-11-16,-11 1-12 0,-2 1-10 0,-4 0-6 15,-1 0-11-15,-2 1-5 0,1 0-11 0,-4 0-6 0,-8 0 1 16,10 0-12-16,-10 0-4 0,0 0-2 0,10 3-3 15,-9 2 0-15,-1-5-1 0,1 12-5 0,-1-4 0 16,0 1-1-16,0 4 2 0,-2-4-1 16,-1 5 1-16,0 0 4 0,1 2-9 0,1-1 1 0,1-3-3 15,0 1 1-15,3-5 1 0,2 3-2 0,-2-1 7 16,3 1 5-16,-1-2 6 0,1 0 3 0,4-3 3 16,1 1-1-16,0 0 1 0,2-3 1 15,1 1-2-15,2-4-1 0,3-1-1 0,-2 1-1 16,0-2-3-16,-3 0 0 0,3-2-4 0,-3 0-1 0,-3-2 0 15,2 0 3-15,-3-1-3 0,-1-1 1 0,0-1-3 16,-3-1-1-16,-2-1-4 0,-1-2-5 0,-1 0-1 16,-3-1-2-16,-1-2-1 0,-2-1 2 0,-1 0-6 15,-4 1-3-15,1 0-2 0,-2 5-6 0,-2-2-7 16,-1 4-10-16,2 2-4 0,-7-2-13 0,0 3-17 16,-1 4-15-16,0-1-27 0,1 4-37 0,-2 3-34 15,3 1-33-15,5 1-54 0,-3-1-167 0,5 1-457 16,0-2 202-16</inkml:trace>
  <inkml:trace contextRef="#ctx0" brushRef="#br0" timeOffset="96910.76">20124 7245 67 0,'1'-6'310'16,"-1"6"-13"-16,4-7-21 0,-4 7-31 0,4-7-24 15,-4 7-25-15,0 0-23 0,0 0-14 0,0 0-16 16,0 0-6-16,4 20 3 0,-4-5-9 0,2 1-9 16,0 1-12-16,-1 1-8 0,1 2-9 0,-2-1-3 15,2 5-5-15,-1-6-7 0,2-1-4 0,-2 1-7 16,0 0-6-16,-1-2-4 0,1 0-1 0,-1 0-3 16,2 0-9-16,-2-5-1 0,0 0-7 0,1 0-5 15,1-2 0-15,-2 0-17 0,0-2-24 0,0-7-31 16,0 12-35-16,3-8-30 0,-3-4-38 0,0 0-39 15,-5 12-46-15,5-12-47 0,-8 2-171 0,8-2-483 16,-13-4 215-16</inkml:trace>
  <inkml:trace contextRef="#ctx0" brushRef="#br0" timeOffset="97241.17">20055 7409 115 0,'4'-4'166'0,"3"1"-3"0,2-3-8 16,2 3-8-16,3-1-9 0,-2-2-9 0,0 0-4 15,6 2-11-15,2-2-4 0,1 0-5 0,-1 0-11 16,1 1-7-16,-2-2-11 0,0 0-4 0,-2-1-4 16,-5 3 0-16,0 0 10 0,-2-2 3 0,0 2 2 15,-2-2 2-15,0-3-12 0,-2 1-2 0,0 2-4 16,-2-5 3-16,0 5 5 0,0-1 0 0,-1 1 3 16,-2 0-3-16,-1 7-1 0,2-9 4 0,-2 9-6 15,0-8-7-15,0 8-10 0,0 0-7 0,4-7-10 16,-4 7-9-16,0 0-2 0,0 0 0 0,0 0-5 15,4 27 1-15,-4-10 4 0,-1-1 5 0,-2 5-1 16,1-1-2-16,0-1-7 0,1 2 5 0,-1-2 1 0,-1-1-2 16,2 0-6-16,-1 0 3 0,1-2-4 15,-1 0 1-15,0 0-5 0,0 1 3 0,0-1-6 16,2-4-24-16,-1-2-29 0,-1 3-32 0,2-4-40 16,0 3-41-16,0-3-44 0,0-9-50 0,1 13-238 0,-1-13-525 15,0 0 232-15</inkml:trace>
  <inkml:trace contextRef="#ctx0" brushRef="#br0" timeOffset="97672.9">20612 7250 203 0,'5'-5'200'0,"3"2"-9"0,2-3-8 0,2 2-12 16,4-3-10-16,0 3-8 0,3-3-14 0,0 2-13 16,-1 2-12-16,0 0-7 0,-5 0-7 15,-1 2-6-15,0 1-4 0,-1-3-4 0,1 6-3 0,-12-3-7 16,14 0-8-16,-9-3-6 0,-5 3-6 16,11 0-5-16,-11 0-6 0,7 3-1 0,-7-3-5 15,5 4-1-15,-2 1-1 0,-3-5-3 0,1 14 2 16,-2-4 4-16,-2 3 1 0,-1 2 5 0,-2 4 3 0,-6 4 6 15,2 2 4-15,-5-3 5 0,1-1 2 0,-4 2 7 16,5-5-8-16,-1 3 2 0,-4-1-5 16,8-5 1-16,-3 0 15 0,1-2-10 0,2 1-12 0,1-4-6 15,3-1-4-15,0-1-2 0,0 0-1 0,2-3-8 16,2 0 1-16,2-5-7 0,-8 9 8 0,7-4-7 16,1-5-12-16,-2 9 10 0,2-9 4 0,0 0-2 15,7 11 1-15,1-9 3 0,3 0-2 16,3 1 13-16,6-1-23 0,9 1 2 0,0-2-31 15,2-3-43-15,-2 2-44 0,2 0-52 0,0 0-60 0,-3-3-54 16,0-1-54-16,-6 4-238 0,5-5-597 0,-10 1 264 16</inkml:trace>
  <inkml:trace contextRef="#ctx0" brushRef="#br0" timeOffset="97830.96">21178 7570 2885 0,'0'0'180'15,"8"0"-74"-15,-8 0-51 0,6 0-21 0,-6 0 22 16,0 0 29-16,0 0 17 0,0 0 25 0,8 2-7 15,-8-2-3-15,0 0-9 0,0 0-11 0,0 0-11 16,0 0-12-16,8 2 0 0,-8-2-44 0,0 0-55 16,0 0-49-16,0 0-53 0,0 0-64 0,1 8-78 15,-1-8-76-15,0 0-207 0,0 0-596 0,0 0 265 16</inkml:trace>
  <inkml:trace contextRef="#ctx0" brushRef="#br0" timeOffset="111002.01">8580 8477 13 0,'0'0'146'16,"0"0"-18"-16,0 0-4 0,0 0-9 0,0 0-2 15,0 0-10-15,0 0-2 0,0 0-12 0,0 0 2 0,0 0-8 16,0 0-13-16,0 0-8 0,0 0-2 15,0 0-4-15,0 0-8 0,0 0-4 0,0 0-4 16,0 0-2-16,0 0-3 0,0 0-4 0,0 0 0 0,0 0 1 16,0 0-3-16,0 0 2 0,0 0 0 0,0 0-4 15,0 0 1-15,0 0-2 0,0 0 0 0,0 0-2 16,0 0-5-16,0 0-4 0,0 0 1 16,0 0 2-16,0 0-6 0,0 0 0 0,0 0-3 0,0 0 8 15,0 0-5-15,0 0-4 0,0 0-1 0,0 0-9 16,0 0 5-16,0 0 2 0,0 0-8 0,0 0 6 15,0 0-5-15,0 0 5 0,0 0 1 0,0 0-2 16,0 0 0-16,0 0-2 0,0 0 0 0,0 0-1 16,-10 0 4-16,10 0-4 0,0 0 4 0,0 0 3 15,0 0-10-15,0 0 3 0,0 0 5 0,0 0-4 16,0 0-4-16,0 0 0 0,0 0 2 0,0 0 5 16,0 0-4-16,0 0-1 0,0 0 4 0,-7 4 3 15,7-4-5-15,0 0 3 0,0 0-2 0,0 0 1 16,0 0 1-16,0 0-2 0,0 0 0 0,0 0 8 15,-9 0-7-15,9 0 3 0,0 0 8 0,-7 3 5 16,7-3 5-16,0 0 0 0,-8 2-1 0,8-2-1 16,0 0-5-16,-11 0 2 0,11 0-2 0,-9 0 4 15,1 2-8-15,8-2 5 0,-11-1-4 0,11 1 4 16,-16 0 0-16,10 0-3 0,6 0 2 0,-12 0 1 16,12 0-2-16,-15-1 2 0,15 1 0 0,-13-2 2 15,13 2-3-15,-13-2 4 0,13 2-3 0,-11-1 5 16,11 1-3-16,-10 3 3 0,10-3-3 0,0 0-3 0,-9 2-5 15,9-2 1-15,0 0-1 0,0 0-3 0,0 0 2 16,0 0-2-16,0 0-4 0,0 0 0 16,0 0 2-16,0 0 0 0,44 1-2 0,-22-2 3 15,9-1-3-15,2 0-3 0,3-1-3 0,2-1-7 0,1 3-7 16,1-2-10-16,-1 0-9 0,-2 2-23 0,-1-1-14 16,-4 1-18-16,1 1-20 0,-5-4-22 15,-5 5-21-15,-4-1-28 0,-1 0-121 0,-5 2-328 0,0-2 146 16</inkml:trace>
  <inkml:trace contextRef="#ctx0" brushRef="#br0" timeOffset="111928.93">8682 8488 8 0,'0'0'152'0,"0"0"-3"0,0 0-6 0,0 0-9 15,0 0-8-15,0 0-1 0,-5-5-15 0,5 5-3 16,0 0-7-16,0 0-6 0,0 0-5 0,0 0-5 15,0 0-5-15,0 0-4 0,0 0-9 0,0 0-6 16,0 0-8-16,0 0-6 0,0 0-1 0,0 0-9 16,0 0-3-16,0 0-8 0,0 0 1 0,0 0-3 15,0 0-3-15,-5 14 2 0,4-5-2 0,-2 2 0 16,3 1 0-16,-1 1 2 0,-2 3 7 0,2 3 0 16,-3 0-4-16,2-1-1 0,-2 10 2 0,1-2-1 15,1-1-5-15,-2 1 4 0,0-6-3 0,0-1 1 16,-1 5 0-16,1-3-4 0,0-4-1 0,3 0-2 15,0 0 1-15,-2-2-2 0,1-2 2 0,0-2-2 16,2 2 1-16,-2 0-10 0,2-3 9 0,-1 0-2 0,1 1 0 16,-2-3-2-16,2-8-3 0,-2 13 3 15,2-6 1-15,-1 0-5 0,1-7 0 0,0 11-1 16,0-11-1-16,-2 10 0 0,2-10 1 0,2 9-1 16,-2-9-1-16,-3 7 0 0,3-7 3 0,0 0-3 15,0 0-1-15,1 11 1 0,-1-11 1 0,0 0-1 0,0 0 2 16,0 0 1-16,0 7-1 0,0-7 0 0,0 0 1 15,0 0 1-15,0 0-2 0,0 0 2 16,0 0 0-16,0 0 0 0,0 0 1 0,0 0-1 0,0 0 0 16,0 0-3-16,0 0 4 0,0 0-2 0,0 0-1 15,0 0 1-15,0 0 0 0,0 0-3 0,0 0 4 16,0 0-5-16,0 0 3 0,0 0-3 16,0 0 3-16,0 0-3 0,-16-14 1 0,16 14-1 0,0 0 0 15,-6-4-3-15,6 4 4 0,-6-4-2 0,6 4-3 16,-6-4 0-16,6 4 4 0,-9-3-4 0,9 3 3 15,-9-4-5-15,9 4 3 0,-12-2 1 0,7 0-2 16,5 2-2-16,-11-2 7 0,11 2-4 16,-14-4 0-16,7 4-2 0,7 0 3 0,-11-1 5 0,11 1-5 15,-12-3 0-15,12 3 0 0,-11 0-5 0,11 0 8 16,-9 0-1-16,9 0-1 0,0 0-1 0,0 0-1 16,-13-1 2-16,13 1 1 0,0 0-8 0,0 0 9 15,0 0-3-15,-9 0-2 0,9 0-1 0,0 0 2 16,0 0-3-16,0 0 2 0,0 0-3 0,0 0 5 15,0 0 0-15,0 0 2 0,0 0 3 0,30 5 1 16,-18-3 0-16,8-2 3 0,1 0 2 0,0 1-2 16,7-2-3-16,1 1-1 0,-1-2 4 0,-1 2-3 15,-5 0 0-15,-3-1 1 0,1-1-1 0,1 1-1 16,-3 2-2-16,0-2-1 0,-5 1 0 0,-1-1 3 16,0 1-2-16,-2-2 2 0,1 2 1 0,-4 0-1 15,-7 0-4-15,14-2 2 0,-14 2-2 0,11-1 3 16,-11 1-4-16,8-1 2 0,-8 1-9 0,0 0-16 15,9 0-15-15,-9 0-23 0,0 0-23 0,0 0-24 16,0 0-32-16,10 1-29 0,-10-1-34 0,0 0-144 16,0 0-375-16,0 0 167 0</inkml:trace>
  <inkml:trace contextRef="#ctx0" brushRef="#br0" timeOffset="112929.17">8989 8974 156 0,'0'0'199'0,"0"0"-19"16,0 0-18-16,8-3-20 0,-8 3-13 0,0 0-16 15,0 0-9-15,0 0-8 0,0 0-7 0,6 14-9 0,-6-14-4 16,-1 14-5-16,0-7-7 0,-1 2-7 16,0 2 1-16,0 1-3 0,0-3 1 0,-1 1-7 15,1 0-3-15,-2-1 1 0,0-1-3 0,0-1-6 16,2 2-5-16,2-9 2 0,-4 10 1 0,4-10 1 0,-3 7 8 16,3-7 6-16,-2 7 12 0,2-7 2 15,-4 5 14-15,4-5 6 0,0 0 3 0,0 0-8 16,0 0-10-16,0 0-3 0,0 0-7 0,0 0-8 0,0 0-7 15,-13-15-2-15,9 6-3 0,3 1-5 0,1 8-6 16,0-19-1-16,0 9-2 0,0-1-4 0,5-4-1 16,-2 4-4-16,2-6-2 0,1 0-5 0,3 1 2 15,1 2-7-15,1-2-1 0,1 4 1 0,1 0-4 16,-3 5 2-16,1-2-5 0,0 2 0 0,1 3 1 16,0 1-3-16,0 2 10 0,-2 1-12 0,1 1 3 15,1 3-2-15,0 1 10 0,-2-1-13 0,1 4 3 16,-2 1 3-16,1 0-2 0,1 2-2 0,-5 2 1 15,3-5 1-15,-3 2 3 0,1-1-3 0,-3 1 1 16,-2-4 0-16,1 4 1 0,1-5 4 0,1 1 1 16,-5-6-6-16,2 9 2 0,-2-9 2 0,1 7-1 15,-1-7 3-15,2 6 3 0,-2-6 0 0,0 0 9 16,0 0 11-16,0 0-16 0,0 0 3 0,0 0-3 16,0 0 4-16,0 0-4 0,0 0 4 0,0 0-2 15,0 0-1-15,-22-14 2 0,20 8-4 0,2 6 3 16,-4-11-9-16,2 3 3 0,1-2-2 0,1 10 0 15,1-19-2-15,2 10-3 0,0 0-1 0,2-1-5 16,1 1-3-16,4 0 0 0,-2 2-2 0,1-2 5 16,2 3-6-16,0 0 5 0,-1 1-3 0,2 0-4 15,-1 3 2-15,-1 2 4 0,3 2-1 0,-3 1 1 16,-1 1 0-16,1 1-2 0,0-1 3 0,-2 2 0 0,1 1 1 16,-3 2 2-16,1 0 2 0,-3-1 0 15,1-1 0-15,0 1-3 0,1 1 6 0,-3-4-2 16,-1 2-4-16,1-2 0 0,-2 2-12 0,-1-7-17 0,3 13-22 15,-2-8-19-15,-1-5-24 0,0 11-26 0,0-11-33 16,-1 9-30-16,1-9-33 0,-4 10-173 16,1-5-428-16,3-5 190 0</inkml:trace>
  <inkml:trace contextRef="#ctx0" brushRef="#br0" timeOffset="113605.72">10368 8927 146 0,'0'0'202'16,"0"0"-8"-16,0 0-12 0,-10 1-10 0,10-1-13 0,0 0-12 15,0 0-14-15,0 0-13 0,0 0-11 16,0 0-12-16,0 0-7 0,0 0-14 0,0 0-3 16,0 0-8-16,0 0-6 0,0 0-5 0,0 0-4 15,0 0-5-15,38 1-6 0,-26 1-20 0,-1-2-24 16,3 2-42-16,-2-2-38 0,2 0-44 0,-4 2-47 16,0-2-123-16,0 0-323 0,-10 0 144 0</inkml:trace>
  <inkml:trace contextRef="#ctx0" brushRef="#br0" timeOffset="113795.27">10337 9074 163 0,'0'0'201'0,"0"0"-7"0,0 0-17 0,0 0-14 15,0 0-17-15,0 0-6 0,8 8-17 0,-8-8-11 16,19 0-10-16,-6-1-12 0,0 2-28 15,1-2-26-15,2-2-37 0,2 3-43 0,1-1-34 0,-1 1-44 16,-5 0-122-16,0-1-265 0,0-1 117 0</inkml:trace>
  <inkml:trace contextRef="#ctx0" brushRef="#br0" timeOffset="142449.94">12460 8674 109 0,'0'0'119'16,"0"-10"-16"-16,0 10-8 0,0 0-1 0,0 0 2 15,0 0-6-15,0 0-1 0,-5-8-1 0,5 8-11 16,0 0 2-16,0 0-4 0,0 0-7 0,0 0 2 15,0 0-8-15,-3-7 2 0,3 7-8 0,0 0 7 16,0 0-6-16,0 0-1 0,0 0-1 0,0 0-1 0,0 0 0 16,0 0-8-16,0 0-1 0,0 0-6 0,0 0-2 15,0 0-9-15,0 0 0 0,0 0-6 0,0 0-3 16,0 0 2-16,0 0-6 0,0 0-5 16,0 0 1-16,0 0-3 0,0 0 1 0,0 0-5 0,0 0 3 15,0 0-2-15,0 0 1 0,12 16 1 0,-10-4-2 16,2-3 0-16,1 2-4 0,-1 7 1 0,1-2 0 15,4 2-1-15,-6 1 2 0,1-3 0 16,0 5-3-16,-2-4 1 0,3 3 1 0,-1-4-2 0,1 3 5 16,-4-4-2-16,3 1-5 0,-2-1 5 0,0-2-1 15,0-2-2-15,-1 3 4 0,1-4-2 0,2 1 2 16,-2-1 0-16,0-5-6 0,0 4 0 0,0-1 3 16,1-4 2-16,-3-4 0 0,7 8-4 0,-7-2 7 15,0-6 0-15,4 6-3 0,-4-6 6 0,3 5 10 16,-3-5 10-16,0 0 4 0,0 0 1 0,0 0-6 15,0 0 0-15,11-11 8 0,-5 3-7 0,-1-1 0 16,0-1-2-16,-1-2-1 0,5-3-5 0,-3 1-2 16,4-1-2-16,-5-1 0 0,3-1-4 0,-1 2 1 15,2-2-2-15,-2 1 0 0,0-1-5 0,-1 1 1 0,3 0-1 16,-2 6 3-16,0-6-6 0,1 5 4 16,-4 2-7-16,4 0 0 0,-3 0 1 0,-1 4-1 15,-2-2 0-15,3 2 2 0,-1 0-1 0,-4 5 1 16,9-8-3-16,-9 8 0 0,2-6 0 0,-2 6-4 0,7-4 5 15,-7 4-2-15,2-6-5 0,-2 6-2 16,0 0-17-16,9 0-14 0,-9 0-20 0,0 0-17 16,0 0-10-16,0 0-22 0,14 4-25 0,-14-4-28 15,9 3-18-15,-9-3-127 0,4 7-331 0,-4-7 147 0</inkml:trace>
  <inkml:trace contextRef="#ctx0" brushRef="#br0" timeOffset="144151.07">12729 9055 6 0,'0'0'185'0,"0"0"-21"0,0 0-11 0,0 0-22 16,0 0-8-16,0 0-14 0,0 0-15 0,2-5-10 15,-2 5-7-15,0 0-11 0,0 0-2 0,0 0-7 16,0 0-7-16,0 0-2 0,9 17-8 0,-9-17-6 16,5 10 9-16,-3-5-11 0,2 1-5 0,-4-6-4 15,2 11 2-15,0-5-3 0,1-1 1 0,-1 2-3 16,0-1 5-16,-2-6-1 0,2 9 2 0,1-4-8 0,-3-5 2 16,0 0 2-16,1 9 4 0,-1-9-3 15,0 0 7-15,0 0 7 0,0 7 2 0,0-7 4 0,0 0 5 16,0 0 5-16,0 0 3 0,0 0 6 15,0 0 1-15,0 0-2 0,0 0-3 0,0 0-3 0,0 0-7 16,0 0 2-16,0 0-11 0,0 0-4 0,0 0-2 16,0 0-2-16,-8-22-5 0,8 22-10 0,0-13-2 15,-2 5-2-15,2 8-1 0,2-13 2 0,0 6-6 16,0-1-2-16,4 0-2 0,0-2 2 0,1 3-4 16,-1 0 0-16,2-1 2 0,0 4 0 0,-1 1-2 15,4-1-2-15,-1-1-1 0,0 3-1 0,3 0 1 16,-1 3 2-16,-1-1-2 0,1 1 0 0,-1 1 0 15,-2 3 2-15,2-1-3 0,0 1 1 0,-2 1-2 16,-3 2 2-16,2-3-1 0,1 3-3 0,-3-1 4 16,1 0 2-16,0-1-2 0,-4 0 4 0,3-2-4 15,-4 2 1-15,2 0-2 0,-4-6 4 0,3 8-2 16,-3-8 3-16,0 7-3 0,0-7 4 0,0 0 3 16,4 5 9-16,-4-5 6 0,0 0 6 0,0 0 6 15,0 0 0-15,0 0-4 0,0 0-3 0,0 0-1 16,0 0-5-16,0 0 0 0,0 0 1 0,0 0-3 15,0 0-2-15,-2-24-6 0,2 14 1 0,4-1 0 16,1 1-4-16,2 0-2 0,-1-4 0 0,5 2-1 16,1-2 0-16,-3 7-6 0,4-4-1 0,-1 4-1 15,-3 1 1-15,1 1-2 0,0 3 0 0,-1-1-1 0,-1 2-1 16,-8 1-2-16,15 5 2 0,-9 0 1 16,1 2 1-16,-1 1 1 0,2 4-2 0,-2 4 2 15,-2-1 7-15,1 0-12 0,-1 2-18 0,-2 1-34 16,0 1-17-16,-1-1-42 0,-1-1-46 0,0 1-46 0,-1-1-194 15,-1-2-438-15,0 1 194 0</inkml:trace>
  <inkml:trace contextRef="#ctx0" brushRef="#br0" timeOffset="144764.31">12293 9454 163 0,'-16'0'169'16,"16"0"-14"-16,-11 0-1 0,11 0-12 0,-9-3-11 15,9 3-18-15,0 0-6 0,0 0-16 0,0 0-4 16,0 0-5-16,0 0 7 0,0 0 5 0,52 4-7 16,-18-5 1-16,20-5-9 0,38-1 1 0,-3-1-12 15,1-1-3-15,4 0-4 0,0 1-3 0,-2-6-4 16,-26 7-5-16,-3 0-2 0,0 2 1 0,2-2-3 15,-6 0-2-15,1 1-2 0,-9-1 0 0,-10 3 2 16,10 1-3-16,-17-1-6 0,1 1 1 0,-4 1-3 16,-3-3-2-16,0 3 0 0,-10 2-2 0,-1-1-1 15,-3 0-1-15,-3 1-4 0,-3-1-6 0,-8 1 4 16,15 0-4-16,-9-2-3 0,-6 2 2 0,7-1-3 16,-7 1-1-16,0 0-4 0,12 1-14 0,-12-1-18 0,0 0-16 15,0 0-32-15,0 0-41 0,0 0-43 16,0 0-63-16,-16 16-173 0,7-12-424 0,-4-1 189 15</inkml:trace>
  <inkml:trace contextRef="#ctx0" brushRef="#br0" timeOffset="146229.69">12452 9907 29 0,'-2'-10'50'0,"2"10"-3"0,0 0 7 0,0 0 8 15,0-11-3-15,0 11-3 0,-4-8 14 0,4 8 9 16,-4-10-8-16,3 3 10 0,1 7 4 0,-6-9 5 15,4 4 5-15,2 5 10 0,-4-8 9 0,4 8-5 16,-4-10-10-16,4 10-4 0,-2-7-1 0,2 7-6 16,0 0-3-16,-4-8-11 0,4 8-2 0,0 0-9 15,0 0-7-15,0 0-7 0,0 0-7 0,0 0-6 16,0 0-4-16,0 0 0 0,0 0-3 0,6 28 4 16,-2-15 1-16,-2 0 2 0,2 5-2 0,0 0-3 15,-4 0-3-15,2 1-1 0,-1 0-1 0,-1-1-3 16,1 0 1-16,2 1-2 0,-3-1-2 0,2-1-1 15,0-2-2-15,-2 5-4 0,0-4 1 0,0-4-3 0,2 0 4 16,-2 0-6-16,0 0 2 0,0 0-5 16,0 0-13-16,2-2-15 0,-4 1-19 0,2-1-16 15,-2-4-19-15,2 3-18 0,-2-2-12 0,2-7-21 16,-6 11 5-16,3-5-15 0,3-6 4 0,-4 8-26 0,4-8-104 16,-7 1-284-16,7-1 126 0</inkml:trace>
  <inkml:trace contextRef="#ctx0" brushRef="#br0" timeOffset="146566.03">12469 9863 65 0,'6'-17'133'0,"1"8"-8"0,4-1-8 0,-4 1-1 16,2 0-2-16,2 3-12 0,-2 2-2 0,-3 1-8 0,3 1-15 15,1 0-4-15,-1 4-3 0,-3 1-7 0,5 3-7 16,-3-3-2-16,0 5-6 0,-3 1-3 0,1 0-4 15,-3 1-2-15,-1 3-7 0,-4-1-2 0,-1 3-1 16,-1 0-1-16,-2 2-4 0,-1-2 0 0,0-5-1 16,-3 3-3-16,0-4-6 0,3 1 2 0,-3-4-3 15,-1 0 1-15,3-1-4 0,1 1 5 0,-2-4-2 16,9-2 0-16,-11 3 0 0,5-2 0 0,6-1 4 16,0 0-2-16,-13-3-1 0,13 3-5 0,0 0-4 15,-6-4 0-15,6 4 3 0,0 0-3 0,0 0 1 16,0 0-3-16,0 0-5 0,0 0-1 0,0 0 1 15,18 12 4-15,-9-7-2 0,-2 0 2 0,4 3 0 16,-2 0 2-16,0 0-9 0,5 2-30 0,-1 1-13 16,0-4-43-16,-1 1-45 0,-3 1-140 0,4-3-297 15,-2 0 133-15</inkml:trace>
  <inkml:trace contextRef="#ctx0" brushRef="#br0" timeOffset="146839.71">12906 9892 80 0,'0'-10'218'0,"0"10"-17"15,0 0-16-15,-2-9-19 0,2 9-8 16,0 0-9-16,0 0-6 0,-20 13-6 0,11-2-9 16,-2 3-6-16,-1 1-5 0,1 1-8 0,-2 4-9 0,3 6-9 15,-2-4-6-15,5-3-6 0,-3 5-7 16,4-5-8-16,1 0-2 0,1-1-10 0,2 1-3 15,0 0-3-15,0-1-4 0,1-2-8 0,-2 2 2 16,6-2-8-16,-2 0-1 0,1-4-5 0,-2 0-4 0,2 1-26 16,0-3-20-16,2 2-19 0,-4-3-28 0,2-1-31 15,-1 2-27-15,1-4-26 0,-2-6-27 16,0 9-161-16,0-9-375 0,0 0 166 0</inkml:trace>
  <inkml:trace contextRef="#ctx0" brushRef="#br0" timeOffset="146999.81">12781 10115 57 0,'10'-4'121'0,"4"0"-31"0,-1 0-19 16,6 1-23-16,-2-3-27 0,2 4-21 0,-1-3-24 15,0 1-9-15,6 2-26 0,-5-2-63 0,0 1 28 16</inkml:trace>
  <inkml:trace contextRef="#ctx0" brushRef="#br0" timeOffset="147156.7">13055 10065 41 0,'11'0'99'16,"-11"0"22"-16,9 0 5 0,-9 0 2 0,7-1 5 16,-7 1-8-16,0 0 0 0,0 0-2 0,0 0-1 15,0 0-3-15,13-2-7 0,-13 2-3 0,10-4-9 16,-2 1-7-16,3-1-10 0,1 1-9 0,1 1-7 16,-2-2-5-16,7 1-11 0,0 1-4 0,-4 0-25 15,4-4-32-15,-5 3-18 0,5 0-26 0,-2 2-20 16,0-3-27-16,-5-1-6 0,-1 2-13 0,0 0-10 15,-1 0-14-15,-3-2-75 0,3 2-238 0,-3-2 105 16</inkml:trace>
  <inkml:trace contextRef="#ctx0" brushRef="#br0" timeOffset="147326.6">13367 9964 104 0,'0'0'50'0,"0"0"16"0,-2-12 4 15,2 12 14-15,-7-9-12 0,5 6 31 0,2 3 12 16,-8-7 1-16,8 7 5 0,-8-7 8 0,8 7-6 16,-7-3-1-16,7 3-8 0,-6-5-8 0,6 5-11 15,0 0-9-15,0 0-10 0,0 0-9 0,0 0-3 0,-12 8 4 16,9 1 9-16,1 1-5 0,-2 2-3 15,0 2-8-15,1-3-3 0,-1 6-7 0,2-2-8 16,0 2-3-16,-1 1-6 0,3-2-13 0,-2 2-28 16,2-1-18-16,0-4-35 0,2-1-36 0,-2 0-30 0,0-2-36 15,3 1-172-15,-1-1-362 0,-2 0 161 16</inkml:trace>
  <inkml:trace contextRef="#ctx0" brushRef="#br0" timeOffset="147573.91">13587 9831 164 0,'0'-6'285'0,"0"6"-22"0,0-12-21 16,0 12-26-16,2-7-24 0,-2 7-23 0,0 0-11 16,0 0-14-16,0 0-10 0,0 0-5 0,-2 30-7 15,0-12-16-15,2-1-5 0,-1 2-9 16,1 1-7-16,1 3-12 0,-2-3-6 0,1 5-3 0,0-6-10 15,1-2-4-15,-2 4-4 0,1-5-7 0,0 1-14 16,0-1-23-16,0 1-23 0,-2-7-27 0,2 1-29 16,0-1-34-16,-2 0-41 0,2-2-23 0,0-8-27 15,-2 11-171-15,2-4-404 0,0-7 179 0</inkml:trace>
  <inkml:trace contextRef="#ctx0" brushRef="#br0" timeOffset="148114.84">13611 9777 80 0,'7'-4'176'0,"-2"2"-3"0,2-1-15 16,-7 3-11-16,11-1-12 0,-11 1 4 0,11 5-18 16,-2 1-10-16,-6 0-9 0,1 2-4 0,-2 3-9 15,0-3-6-15,0 3-3 0,-4 3-7 0,0-3-3 16,0 0-5-16,-2 2-3 0,1-3-9 0,-2 1-4 15,-1-4-5-15,6 3-2 0,-5-1-7 0,3-1-5 16,0-2 1-16,2-6-5 0,-2 13-2 0,2-7 0 16,0-6-2-16,0 10-2 0,0-10-4 0,4 10 2 15,3-7 0-15,-3 1-1 0,6 0-1 0,-2 1-2 16,3-4-13-16,1 1-14 0,3-1-29 0,1-1-17 0,0 2-32 16,2-4-18-16,1 2-12 0,0-3-7 15,-1 1-8-15,-2-2-2 0,0 1-6 0,-3 0 6 16,1-1 6-16,-3 0-71 0,0-2-217 0,1 1 725 15,-4-3-374-15,1 0 8 0,2 0 16 0,-2-1 22 0,-2 1 12 16,2-3 25-16,-2 2 10 0,0-1 14 16,-1 2 7-16,1-2 10 0,-1 1 15 0,-1 4 11 15,-2 0 16-15,-1 0 8 0,-2 5-1 0,8-7-8 16,-8 7-10-16,3-5-8 0,-3 5-3 0,0 0 4 0,0 0 4 16,9 10 10-16,-7-3 4 0,1 2 1 15,-1 4-8-15,0 3 5 0,-2 4 2 0,0-1-6 0,0 2-10 16,0-1 9-16,0-1-17 0,-2-1-6 15,2-2-1-15,0 0-3 0,0-3-6 0,0-1-1 0,0 0-5 16,2-1-7-16,-2-1 0 0,2-1-5 0,0 1-5 16,1-3 0-16,-1-1-3 0,0-1-3 0,3 0-3 15,-1-2 2-15,3 0-5 0,2-1-4 16,4-1-14-16,1-2-24 0,5-3-28 0,0-1-37 0,8-5-42 16,0 2-65-16,5-6-39 0,-4 3-224 0,4-6-492 15,-5-2 218-15</inkml:trace>
  <inkml:trace contextRef="#ctx0" brushRef="#br0" timeOffset="148356.22">14922 9396 168 0,'-6'-6'205'0,"6"6"-19"0,0 0-19 16,0 0-14-16,0 0-15 0,15-8-14 0,-7 5-13 15,1 2-12-15,4 0-19 0,0 0-30 0,1 1-28 16,-3 0-35-16,2 0-29 0,1 0-32 0,-4 1-39 16,-1 0-98-16,-1 3-227 0,-3-2 101 0</inkml:trace>
  <inkml:trace contextRef="#ctx0" brushRef="#br0" timeOffset="148503.75">14914 9504 152 0,'-6'4'208'0,"6"-4"-5"15,0 0-15-15,-7 3-14 0,7-3-13 0,0 0-18 0,0 0-7 16,0 0-6-16,0 0-16 0,0 0-8 0,25 4-11 16,-12-4-14-16,5-1-38 0,0-2-40 0,0 2-48 15,5-1-66-15,-1 1-187 0,-2-2-321 0,11-1 143 16</inkml:trace>
  <inkml:trace contextRef="#ctx0" brushRef="#br0" timeOffset="154268.79">15827 8513 132 0,'3'-10'190'16,"-3"10"-17"-16,2-6-12 0,-2 6-19 0,0 0-17 16,0 0-16-16,0 0-4 0,0 0-18 0,0 0-8 0,0 0-8 15,0 0 9-15,-3 30-6 0,0-11-3 0,-1 0-9 16,-1 5 2-16,-1 2-4 0,-1 1-3 15,1-2 0-15,-1-2-7 0,1-4-2 0,-1 0-3 0,3-2-4 16,-3-1-6-16,1 1 0 0,-1-5-3 0,2 4-2 16,2-7 1-16,-1 0 1 0,0-1-7 0,0-3 2 15,0 0 1-15,4-5-4 0,-2 9 3 0,2-9-4 16,-4 7 2-16,4-7-1 0,0 0 1 0,-5 5-4 16,5-5 0-16,0 0-2 0,0 0 0 0,0 0-4 15,0 0 1-15,0 0-7 0,0 0 1 0,0 0-5 16,0 0 2-16,14 4-2 0,-4-4 0 0,4-2-8 15,-1 0 0-15,5-1-8 0,0 1 2 0,2-1 0 16,0 1-2-16,6-2-3 0,-3 2 0 0,-1-3 6 16,5 2-7-16,1-1 1 0,-9 0 1 0,3-1-3 15,-2 1 7-15,-3 0-1 0,0-2-1 0,0-1 1 16,-2 1 5-16,-3 0 1 0,-2-1 1 0,-1 0 2 16,-2 1 2-16,0-3 6 0,-3 3 8 0,0-3 1 15,0-1 8-15,-2 4-2 0,1-3 7 0,-3 1 5 16,1 1 8-16,-1 7 6 0,0-12 0 0,0 12 2 15,0 0-4-15,0-10-5 0,0 10-7 0,0 0-4 16,0 0-8-16,0 0-2 0,0 0 4 0,0 0-5 16,0 0 5-16,-11 34 0 0,7-16-4 0,-3-2 9 0,1 8-5 15,1-4-7-15,1-1 3 0,-1 0-5 16,2-2 2-16,0 3-3 0,-1-2-2 0,1 1 1 16,2-2-8-16,0 1-16 0,-1-6-23 0,1 5-31 15,1-2-27-15,-1-2-28 0,-1-1-25 0,1-1-32 0,0-2-25 16,0-1-39-16,-4-1-123 0,5-7-395 15,-4 10 175-15</inkml:trace>
  <inkml:trace contextRef="#ctx0" brushRef="#br0" timeOffset="154599.09">16413 8833 27 0,'3'-2'197'0,"-3"2"-23"0,0 0-9 16,0 0 4-16,0 0-1 0,0 0 6 0,3 16-10 15,-4-8-14-15,-3 2-15 0,0 0-14 0,1 1-7 16,1-1-7-16,-1 0-8 0,0 0-12 0,1 0-10 16,2-1-6-16,0 0-4 0,5-2-6 0,-2 0-4 15,2-1-3-15,0 1-1 0,4-3-5 0,3-1 4 16,-1 1-5-16,4-1 3 0,2-2-3 0,1-4 0 16,-4 2-2-16,-1-3-5 0,1 1-2 0,-3-3-1 15,5-2 4-15,-6 2 0 0,4-4-3 0,-5 1-6 16,-3-1-1-16,0 0-4 0,0-3-1 0,-4 2-6 15,-3 0-2-15,1-2 8 0,-1 0-11 0,-5-1-1 16,-1 2-2-16,1 3-7 0,-2-1-2 0,-1 3-6 16,0 0-1-16,-4 4-9 0,1-2-17 0,-1 4-21 15,-1 1-20-15,2 0-32 0,-1 3-27 0,2-2-37 16,3 1-21-16,3 4-37 0,-1-2-160 0,1 2-416 16,5-6 185-16</inkml:trace>
  <inkml:trace contextRef="#ctx0" brushRef="#br0" timeOffset="154818.73">17039 8606 2010 0,'-3'-11'107'0,"3"11"3"16,-1-11-43-16,1 11-13 0,-1-11-15 0,1 11-11 15,1-8-5-15,3 3-6 0,6 0-5 0,3-1 4 0,7-2 6 16,10-1-1-16,2-1-2 0,3-2-2 15,2 3 2-15,-1 1-4 0,-2 3 1 0,-2-1-5 16,-2 2-19-16,-3 0-29 0,-7 4-27 0,-8-1-37 16,2-3-40-16,-5 6-28 0,-4 0-17 0,-5-2-134 0,0 0-346 15,0 0 153-15</inkml:trace>
  <inkml:trace contextRef="#ctx0" brushRef="#br0" timeOffset="155177.24">16972 8527 146 0,'0'0'148'0,"-3"6"-8"0,3-6-2 0,-2 13 12 15,1 1 3-15,0 5 5 0,-3 10-5 0,3-2 1 16,-2 7-11-16,-3-3-5 0,-1 4-12 0,3-2-12 0,-2 0-6 16,2-2-9-16,0-2-8 0,-2-3-9 15,2-7-9-15,0 6-9 0,-1-5-4 0,3-2-7 16,0-2-5-16,1-1-1 0,1-2-6 0,0-3-5 0,0 0-2 15,-1-1-5-15,-1-1 1 0,4 0-7 0,-2-8-1 16,1 9-2-16,-1-9 0 0,0 7-4 0,0-7 4 16,0 0-2-16,0 0-3 0,3 9 7 15,-3-9-1-15,0 0-9 0,0 0 4 0,0 0-1 0,0 0-4 16,0 0-3-16,0 0 0 0,-17-22-3 16,11 15 1-16,-2 3 4 0,0-3-6 0,-3 3-3 0,1 0 1 15,-2 0 0-15,-7-1-2 0,1 3-1 0,1 1 1 16,-2 1-3-16,1 0-10 0,0 3-2 0,-1-1-29 15,3 2-24-15,-1-1-24 0,4 2-30 0,3 0-34 16,1-3-32-16,4 3-29 0,-1-3-139 0,6-2-386 16,-7 5 172-16</inkml:trace>
  <inkml:trace contextRef="#ctx0" brushRef="#br0" timeOffset="155474.09">17246 8761 161 0,'13'0'193'16,"-2"-1"-12"-16,1 1-4 0,-2 3-5 0,3 1-3 15,-4 0-13-15,2 1-14 0,-3 0-17 0,-1 2-8 16,-1 1-10-16,0 2-5 0,-1 1-11 0,-2 0-3 0,-2 0-9 16,-1 1-4-16,-1 0-6 0,-3-1-3 15,-3 1-9-15,2-1 1 0,-4 2-11 0,2 2-1 16,-2-7-7-16,2 1-2 0,1-5-4 0,2 2-5 0,0 0-2 15,4-6-7-15,-6 5 7 0,6-5-9 0,-5 5-2 16,5-5 1-16,0 10 0 0,0-10-2 16,0 0 1-16,9 8 1 0,-2-6-2 0,5 0-6 15,3 0-7-15,4-1-27 0,11 0-25 0,2-2-27 0,1 0-36 16,5-3-45-16,-1-1-35 0,-5 3-172 0,0-1-397 16,-2 0 175-16</inkml:trace>
  <inkml:trace contextRef="#ctx0" brushRef="#br0" timeOffset="155962.76">15450 9508 118 0,'-20'3'160'16,"6"0"1"-16,1 0-6 0,3-1-7 0,1 1-12 15,0-2-12-15,9-1-11 0,-9 2-3 0,9-2 5 16,0 0 17-16,20 7-3 0,11-7-2 0,23-1-6 16,11-3-7-16,42-4-9 0,9-3-9 0,12-4-8 15,10-1-2-15,20 0-8 0,6-2-9 0,7 3-6 16,-2-3-4-16,-1-1-5 0,2 4-5 0,-10 3-3 16,-8 3 2-16,-9-1 3 0,-12 4 5 0,-5-2-6 15,-10 0-2-15,-14 1 0 0,-10 0-5 0,-30 7-7 16,-5-4 10-16,-7 4-12 0,-16-2-4 0,-3 0-5 15,-10 0 3-15,-6 3-11 0,-4-4 6 0,2 3 2 0,-7 0-13 16,-6 0 2-16,12 0 2 0,-12 0-7 16,0 0-1-16,0 0-27 0,0 0-23 0,0 0-33 15,0 0-43-15,-38 6-53 0,16-5-46 0,-6 0-47 16,-5 1-156-16,2 0-454 0,-1-1 200 0</inkml:trace>
  <inkml:trace contextRef="#ctx0" brushRef="#br0" timeOffset="157352.87">15855 9803 120 0,'-5'-6'172'16,"5"6"-3"-16,0 0-8 0,0 0-4 0,-6-6-9 15,6 6-9-15,0 0-9 0,0 0-3 0,0 0-6 16,0 0-5-16,0 0-7 0,0 0-5 0,0 0-2 16,-5-6-5-16,5 6-6 0,0 0-9 0,0 0-6 15,0 0-5-15,0 0-8 0,0 0-5 0,0 0-11 16,12-11-1-16,-12 11-7 0,8-2-7 0,-8 2-2 16,12-3-1-16,-2 2-2 0,-10 1-4 0,14 1-7 15,-1 2 1-15,-3 0-4 0,3 3-3 0,1-1 5 16,-4 3-2-16,5 1-1 0,-1 3-3 0,-6-2 1 15,0 1-3-15,-3 0-1 0,1 5 0 0,-3-4-3 16,-2 3 4-16,-1 2-2 0,-4-3 2 0,-1 1-4 0,-4 4 2 16,0-5-1-16,0 0 1 0,0 0 1 15,1-2-3-15,-5-3 1 0,4-1-2 0,-3 1-1 16,3-1 1-16,-1-2 0 0,0-1 0 0,0-1 0 16,3 2 1-16,0-5-1 0,0 3 1 0,2-1 0 0,5-3 2 15,-9 2 1-15,9-2 0 0,-8 3-4 0,8-3 4 16,0 0-6-16,-8 2 9 0,8-2-9 15,0 0 3-15,0 0-3 0,0 0 1 0,0 0-4 16,0 0 4-16,0 0 1 0,26-8-3 0,-13 5 0 0,-1 0 0 16,4 0 1-16,3-1-1 0,1-1-4 0,-2 2-12 15,8-6-20-15,-4 5-26 0,0 2-20 0,0-1-25 16,-1 0-32-16,6 0-22 0,-10 1-41 16,-3 0-149-16,-3-1-381 0,3-1 169 0</inkml:trace>
  <inkml:trace contextRef="#ctx0" brushRef="#br0" timeOffset="158359.97">16433 9807 53 0,'0'0'191'0,"-13"-3"-1"15,13 3-8-15,0 0-13 0,-15 2-6 0,15-2-15 16,-15 3-11-16,8-1-11 0,-1 2-16 0,3 0-9 15,-1 0-10-15,0 1-5 0,1 3-1 0,1-2-9 16,0 2-6-16,0 1-1 0,3 3-8 0,-3-5-1 16,3 5-3-16,2-5-5 0,-1 3-7 0,1-2 1 15,3 1-4-15,0-2-1 0,1 2-7 0,-1-7-1 16,2 6-3-16,2-1 5 0,1 0-5 0,0-3 1 16,1-1-2-16,3-2-1 0,-2 1-4 0,2 0 4 15,0-1-10-15,-2-1 5 0,1-1-4 0,-1-1-3 16,0 2 0-16,0-3-2 0,-2-1-1 0,0-2-2 15,0 3 1-15,-3-1-2 0,-1 1 0 0,-1-2-1 0,1-4-1 16,0 5-1-16,-3-3 2 0,1 2-4 16,-3 5 0-16,3-12 2 0,-3 6-3 0,0 6 0 15,1-11-1-15,1 5 4 0,-2 6-5 0,0-9 1 16,0 9-2-16,0 0 3 0,-3-12-3 0,3 12-1 16,1-7 0-16,-1 7 1 0,0 0-1 0,-2-9 1 15,2 9 2-15,0 0 0 0,-3-9-3 0,3 9 0 0,0 0-3 16,-2-7 2-16,2 7 1 0,0 0-1 15,0 0 2-15,0 0-1 0,-2-10 1 0,2 10 0 0,0 0-3 16,0 0 5-16,0 0-6 0,0-9 3 0,0 9-2 16,0 0 1-16,0 0 4 0,-3-8 0 15,3 8 1-15,0 0-2 0,0 0-3 0,0 0 0 0,0 0-1 16,-3-7 3-16,3 7-3 0,0 0 2 0,0 0 1 16,0 0 1-16,0 0-1 0,0 0 1 0,0 0-3 15,0 0 0-15,-1-9 0 0,1 9 0 0,0 0-1 16,0 0 0-16,0 0 3 0,0 0-3 0,0 0 3 15,0 0-1-15,0 0-2 0,-3-7 0 0,3 7 3 16,0 0 0-16,0 0-5 0,0 0 3 0,0 0 6 16,-4-6-7-16,4 6 1 0,0 0 1 0,0 0-2 15,0 0 4-15,0 0-1 0,0 0-4 0,0 0 1 16,-5-5 1-16,5 5 2 0,0 0-2 0,0 0 0 16,0 0 1-16,0 0 0 0,0 0 1 0,0 0-1 15,-5-5 1-15,5 5-1 0,0 0 2 0,0 0 0 16,0 0-4-16,0 0 2 0,0 0 2 0,0 0-4 15,0 0 4-15,-6-5-5 0,6 5 5 0,0 0-3 16,0 0 3-16,0 0-5 0,0 0 4 0,0 0-1 16,0 0 0-16,0 0-1 0,-8-2 3 0,8 2-1 15,0 0-1-15,0 0 0 0,0 0 2 0,0 0-4 16,0 0 2-16,0 0-1 0,0 0 2 0,0 0-2 16,0 0 2-16,0 0 1 0,-6-4-1 0,6 4-4 15,0 0 2-15,0 0 2 0,0 0-2 0,-7-3 0 16,7 3 0-16,0 0 1 0,0 0 3 0,0 0-3 15,-7-4 0-15,7 4 2 0,0 0-3 0,0 0 0 0,0 0-4 16,0 0 5-16,0 0 1 0,-5-4-1 16,5 4-2-16,0 0 3 0,0 0 0 0,0 0-2 15,0 0 1-15,0 0 1 0,0 0 1 0,0 0-4 16,0 0 2-16,-8-3-1 0,8 3 1 0,0 0-2 16,0 0 1-16,-8-3 1 0,8 3-7 0,0 0 7 15,-10 0-1-15,10 0-2 0,-10-2 3 0,10 2-3 16,-9-1 6-16,9 1-4 0,-9-1-3 0,9 1 0 15,-10-2 4-15,10 2-3 0,-11 0 4 0,11 0-3 0,-10-1 1 16,10 1 1-16,-11 1-4 0,11-1 1 0,-10 2 4 16,10-2-2-16,-11 4-2 0,7-1-5 0,4-3-15 15,-10 4-17-15,5-1-13 0,5-3-18 16,-9 5-11-16,5-1-24 0,4-4-19 0,-9 6-22 0,9-6-22 16,-3 5-28-16,0 0-126 0,3-5-347 0,0 0 153 15</inkml:trace>
  <inkml:trace contextRef="#ctx0" brushRef="#br0" timeOffset="158698.47">16925 9792 8 0,'0'0'167'16,"0"0"2"-16,0 0-4 0,0 0 1 0,0 0-7 15,0 0-8-15,0 0-2 0,0 0-5 0,0 0-3 16,0 0-1-16,0 0-7 0,0 0-7 0,0 0-4 16,0 0-10-16,0 0-8 0,0 0-14 0,0 0-5 15,0 0-9-15,0 0-5 0,0 0-8 0,14-3-6 16,-5 1-6-16,6-1-5 0,2 1-5 0,5-2 3 15,5-2-10-15,-4 2-12 0,5 1-18 0,-9 0-21 16,3-1-23-16,1 2-12 0,-4 0-32 0,1-2-22 16,-2 0-40-16,-4 3-2 0,-2-2-17 0,-1 2-24 15,-3-1-127-15,-2-1-342 0,1 0 151 0</inkml:trace>
  <inkml:trace contextRef="#ctx0" brushRef="#br0" timeOffset="158926.74">17159 9647 30 0,'0'0'198'0,"0"0"-11"16,0 0-7-16,0 0-12 0,0 0-15 15,0 0-19-15,0 0-7 0,0 0-5 0,0 0 0 16,0 0 11-16,-3 15-15 0,3-15-8 0,3 14-8 16,0-4-10-16,-1 0-7 0,-1 3-3 0,2 0-2 0,-1-3-8 15,0 7-5-15,0-5-8 0,-1 0-5 0,-1 4 0 16,2-5-10-16,0 0-1 0,0 1-10 15,-1 4-30-15,0-4-19 0,1-2-21 0,-1 2-41 0,1-2-38 16,2 1-48-16,-1-2-59 0,-2 1-114 0,0-4-364 16,-1 1 162-16</inkml:trace>
  <inkml:trace contextRef="#ctx0" brushRef="#br0" timeOffset="159330.1">17500 9659 99 0,'12'-9'209'16,"-1"-2"-11"-16,0 4-1 0,1 1-2 0,-2-2-14 16,1 3-7-16,1-1-16 0,0 0-8 0,1 2-15 15,-2 4-15-15,-2 0-18 0,3 0-2 0,-2 3-11 16,-2 4-11-16,2-3-9 0,-4 3-3 0,-1 1-5 15,0 1-6-15,-2 1-2 0,0 0-6 0,-6 2-5 16,2-2-4-16,-3 1-4 0,-5 2-2 0,-1 0-6 16,-2 1 2-16,2-1-5 0,-4-3 1 0,0 0-5 15,-1 0 0-15,4-3 4 0,1 0-8 0,-1-1-2 16,3 0-2-16,3-2 0 0,-2-1-1 0,1 0 0 16,6-3 1-16,-6 6-4 0,6-6-1 0,-6 5-2 0,6-5 4 15,0 0-7-15,-5 4 1 0,5-4 1 16,0 0 1-16,-4 4-3 0,4-4-2 0,0 0 3 15,0 0 0-15,0 0-1 0,17 2 2 0,-8-1 5 0,-9-1-5 16,18 0-1-16,-5 0 0 0,0-1-13 0,4 0-18 16,0-1-23-16,2 0-39 0,8 1-29 0,-6-3-31 15,5 0-39-15,1 0-201 0,-9 0-421 16,1-1 187-16</inkml:trace>
  <inkml:trace contextRef="#ctx0" brushRef="#br0" timeOffset="160010">18138 9558 185 0,'-5'-6'208'0,"5"6"-11"0,-8-2-11 16,8 2-16-16,-11-1-13 0,11 1-13 0,-13 3-11 16,4 3-7-16,1-1-10 0,-1 3-7 0,0-1-13 15,-1-2-9-15,1 5-6 0,3-2-4 0,-1 2-11 16,1 1-8-16,1-1-2 0,1 0-5 0,3-1-3 15,-2 0-9-15,3 2 3 0,0-5-8 0,0-6 3 16,2 13-6-16,0-6 1 0,2 0-1 0,2-2 1 16,3 0-1-16,0 0-1 0,0-1-6 0,4-1 7 15,-2 0-5-15,1-3-2 0,2 2-8 0,-2-4 3 16,1 2 0-16,0-3-2 0,1 1-3 0,-2 0 1 16,2-2-2-16,3-1-4 0,-5 1 2 0,1-1 0 15,-1-2 0-15,3-3-6 0,-5 2 0 0,-1 0 3 16,1-2 0-16,-2 1-4 0,-3-1 0 0,2 1 0 15,-4-2-2-15,-1 2-1 0,-1-1-2 0,-2 1 9 0,-1 0-5 16,2-1-2-16,-2 3 1 0,2 7-2 16,-3-12 0-16,2 6 1 0,1 6 1 0,-4-8 1 15,4 8-2-15,0 0-2 0,-2-10-2 0,2 10 4 16,0 0-2-16,6-6 1 0,-6 6-5 0,11-4 7 0,-3 4 0 16,2-3 4-16,3 2-5 0,-3 0 1 15,3 1-1-15,0 1 0 0,-3 0-2 0,2 2 0 0,0 1-4 16,-1-1 5-16,0 4-1 0,-3-1 3 15,1 1-3-15,-3-1 2 0,2 0 0 0,-2 4 0 0,-2-3-1 16,0 3 0-16,-2-2-1 0,1 0 0 0,-2-1 2 16,1 0-1-16,-1 3-2 0,0-3 4 0,0-1 1 15,2 2-4-15,-2-3-3 0,3 1 10 16,0-1-5-16,-2 1 3 0,4 0-3 0,-1-2 5 0,1-1-2 16,7 1-3-16,-2-2 3 0,1-2 1 0,-2 0-1 15,2 0 3-15,-1 0 3 0,1-3-2 0,-1-2-1 16,7 0 3-16,-6 0-3 0,0-2 3 0,-2 0-1 15,1-1 3-15,-2-1-5 0,-4 0 2 0,2-2 0 16,-1 0 4-16,-3-2-4 0,-3 3 2 0,0 0-2 16,-1-3 0-16,0 1-1 0,-4 4 3 0,1-1 3 15,0 0 0-15,0 1 0 0,-2-2-6 0,0 5-3 16,0 1 0-16,-1-2-1 0,-4 3-1 0,1-1-12 16,0 3-11-16,0-1-18 0,0 2-22 0,-2 1-33 15,2 0-26-15,0 3-50 0,2-3-39 0,-1 2-221 16,-2 0-465-16,4-2 206 0</inkml:trace>
  <inkml:trace contextRef="#ctx0" brushRef="#br0" timeOffset="160348.21">19493 9191 199 0,'0'0'254'0,"-7"-6"-6"0,7 6-15 15,-4-4-16-15,4 4-18 0,0 0-18 0,-5-7-15 16,5 7-18-16,0 0-16 0,0 0-15 0,0 0-10 16,0 0-9-16,17-7-13 0,-7 4-13 0,3 2-25 15,0-1-37-15,1 1-40 0,-1-1-42 0,4 2-45 16,0 0-29-16,-4 0-41 0,-6 0-141 0,-7 0-353 16,12 0 157-16</inkml:trace>
  <inkml:trace contextRef="#ctx0" brushRef="#br0" timeOffset="160499.9">19485 9273 129 0,'0'0'194'0,"-3"5"-6"0,3-5-10 0,0 0-12 16,0 0-13-16,0 0-11 0,0 0-11 0,13 7-14 0,-3-6-15 16,3-2-28-16,5-1-48 0,0 1-55 15,2 0-56-15,-2-3-163 0,1 1-269 0,1-3 120 0</inkml:trace>
  <inkml:trace contextRef="#ctx0" brushRef="#br0" timeOffset="163724.57">20958 8874 105 0,'-8'0'139'0,"8"0"-5"0,0 0-8 16,0 0-3-16,-11-1-2 0,11 1-5 0,0 0-5 15,0 0-8-15,-10-1-4 0,10 1-4 16,0 0 1-16,0 0-1 0,0 0-5 0,-10-3-5 15,10 3-3-15,0 0 0 0,0 0-5 0,0 0-2 0,0 0-2 16,0 0-6-16,-3-6-9 0,3 6-9 0,0 0-1 16,0 0-11-16,9-12 2 0,-1 9-6 0,-2 0-5 15,2 0-4-15,3-2-5 0,-3 3 1 0,2-2-3 16,3 2-2-16,0 2-2 0,-1 0 3 0,0-1-6 16,-2 2-5-16,1 2 1 0,-2 2-3 0,0 0-1 15,0 1 2-15,-1 1 1 0,0 5-2 0,-4-4 1 16,0 3 0-16,-2 6 1 0,0-5 0 0,-4 4 2 15,-1-1-2-15,-1 3-3 0,-2-4 4 0,-1 2 1 16,-1-5-4-16,2 0 0 0,-1-1 4 0,-5 5 0 16,3-5 0-16,-4 2-3 0,-2-4 3 0,2 2-1 15,-2-1 0-15,4-4 1 0,0-1 0 0,-1 0-1 16,2-1 3-16,1 0-1 0,-2-3 1 0,4 1 3 16,1 1 4-16,6-2-2 0,-14 0-3 0,14 0 3 15,-9-3-4-15,9 3 0 0,-11-4 1 0,6 2-5 16,5 2 5-16,-8-6-5 0,8 6 1 0,-6-4-2 0,6 4-3 15,0 0 3-15,-5-6-2 0,5 6-1 16,0 0 1-16,0 0-4 0,0 0 1 0,0 0 3 16,0 0-3-16,0 0-4 0,0 0 2 0,0 0-1 0,0 0 0 15,19-3 2-15,-19 3 3 0,15 2 0 0,-8 0-3 16,2 0 1-16,-3-1 5 0,5 4-3 16,-1-1 2-16,1-1 0 0,-2 3 1 0,2-3 0 15,-1 0 4-15,-1 1-3 0,1 1 4 0,1-1-5 0,-2 1 2 16,-2-1 3-16,-1-2-3 0,3 2 1 0,-4 0-3 15,-5-4-1-15,11 4 4 0,-6 0-5 0,2-1 2 16,-3 2-1-16,1-3-1 0,-5-2-2 16,9 6 2-16,-5-4 6 0,-4-2-5 0,11 6-3 15,-7-3-19-15,-4-3-29 0,9 5-28 0,-5-1-30 0,-4-4-38 16,8 3-32-16,-8-3-31 0,0 0-161 0,0 0-396 16,0 0 175-16</inkml:trace>
  <inkml:trace contextRef="#ctx0" brushRef="#br0" timeOffset="164188.03">21370 8904 75 0,'0'0'203'0,"3"-7"-9"0,-3 7-1 15,0 0-14-15,3-6-2 0,-3 6-13 0,0 0-12 16,0 0-13-16,0 0-11 0,0 0-10 0,0 0-15 16,0 0-14-16,0 0-7 0,4-5-9 0,-4 5-7 15,0 0-5-15,0 0-8 0,0 0-5 0,0 0-7 16,0 0 2-16,0 0-9 0,0 0-3 0,0 0 0 16,0 0-5-16,0 0-1 0,4 17-2 0,-4-17 1 15,3 11-5-15,-2-6 2 0,1 2 0 0,-2-7 3 16,3 13-2-16,-1-7 2 0,1 0-5 0,0 4 0 15,1-4-1-15,1 0-2 0,-1 1 2 0,3-1-4 16,2 2 0-16,-1-1-2 0,-1 1 0 0,4-2 0 16,-2 0-3-16,0 1 2 0,1 0-3 0,0-1 2 0,-2 0-3 15,-1 1-5-15,1-2 4 0,-2 1-2 16,-1 0 3-16,-1-3-2 0,2 4 2 0,-3-4-2 0,-3-3-3 16,8 9-3-16,-7-6 12 0,-1-3-8 15,1 10 2-15,-1-10 1 0,-6 7-2 0,0-3 1 0,-1-1-1 16,-2 1 3-16,-1 0-4 0,-1-1 1 0,-2-3-7 15,-1 2-9-15,1 0-17 0,-1-1-12 16,2-1-21-16,1 0-27 0,-3-1-35 0,2-2-33 0,3 0-28 16,-1-2-39-16,0-2-121 0,4 0-374 0,-1-2 166 15</inkml:trace>
  <inkml:trace contextRef="#ctx0" brushRef="#br0" timeOffset="164349.49">21458 8882 131 0,'7'-3'154'0,"0"1"-9"16,5-2-15-16,-2 2-9 0,3-1-13 0,2 2-17 15,-2-1-11-15,2 2-24 0,-1-2-36 0,5 0-27 16,-2 1-30-16,2-1-44 0,-1 2-72 0,-1-3-164 16,1 2 74-16</inkml:trace>
  <inkml:trace contextRef="#ctx0" brushRef="#br0" timeOffset="164736.09">21871 8803 11 0,'0'0'222'0,"0"0"-4"0,-4-13-11 0,4 13-11 16,0 0-17-16,0 0-16 0,0 0-10 0,0 0-9 15,9-3-12-15,-9 3-14 0,14 1-7 0,-4 1-11 16,3-2-10-16,-3 0-4 0,3 0-9 0,1 1-8 15,3-1-3-15,2-1-8 0,-6 2-3 0,1-1-2 16,-1 2-5-16,-2-2-5 0,-5 0-4 0,2 0-5 16,-8 0-3-16,12 2-6 0,-5 0 0 0,-7-2-8 15,0 0 0-15,9 2-2 0,-9-2-1 0,7 4 2 16,-3-1-3-16,-4-3-1 0,2 9 2 0,-2-2-2 16,0-7 8-16,3 15 4 0,-2-5 2 0,-1-2-1 15,0 4-1-15,0-1-2 0,0 1 1 0,-4 1 14 16,3 2 7-16,0-4-6 0,-1 4-6 0,1-1 2 0,-2-3-3 15,1 0-1-15,-1 1-5 0,1 0 1 0,0-1-3 16,0 0-6-16,1-2 4 0,1 2-3 16,-3-3-3-16,-1 3 0 0,3-4-3 0,-2 4-3 15,2-4-21-15,1-7-20 0,-2 13-21 0,0-9-27 0,0 2-24 16,2-6-26-16,-5 10-35 0,5-10-18 16,-6 6-31-16,6-6-23 0,-3 3-141 0,3-3-409 0,0 0 181 15</inkml:trace>
  <inkml:trace contextRef="#ctx0" brushRef="#br0" timeOffset="164902.43">22017 8990 32 0,'-4'-5'172'0,"4"5"-2"0,0 0-21 16,0 0-16-16,0 0-9 0,0 0-13 0,0 0-11 15,11-4-5-15,2 4-5 0,4-1-13 0,3-1-27 16,9 1-27-16,2-1-54 0,2-2-25 0,-1 2-38 15,-1 0-98-15,0-4-206 0,-2 3 92 0</inkml:trace>
  <inkml:trace contextRef="#ctx0" brushRef="#br0" timeOffset="165938.97">22707 8825 116 0,'0'0'169'0,"5"-3"-9"16,-5 3-3-16,0 0-9 0,0 0-10 0,0 0-8 16,0 0-13-16,0 0-3 0,0 0-12 0,0 0-10 0,0 0-6 15,0 0-8-15,0 0-5 0,0 0-10 0,0 0-7 16,0 0-11-16,0 0 0 0,0 0-8 16,0 0-3-16,0 0-1 0,0 0-4 0,0 0-2 15,0 0-5-15,0 0-3 0,0 0 2 0,0 0-5 0,0 0 0 16,0 0-2-16,0 0 7 0,-9 23 5 0,9-23 0 15,-5 6-6-15,5-6-3 0,-5 10 5 0,1-4-7 16,1-1 1-16,1 1-2 0,2-6 0 16,-5 9 0-16,2-3 0 0,2 2-1 0,-2 0-1 0,3-8 1 15,-2 13-3-15,-1-9 0 0,2 3 3 0,1-7-5 16,-3 11 2-16,1-5 0 0,2-6-2 0,-3 11 0 16,3-11-1-16,-1 7-5 0,1-7 2 15,-3 7 3-15,3-7-1 0,0 0-2 0,-2 7 3 0,2-7 3 16,0 0 5-16,0 0 5 0,0 0 7 0,0 0 8 15,0 0 9-15,0 0 3 0,0 0 8 0,0 0-4 16,0 0 0-16,0 0-2 0,0 0-5 0,0 0-5 16,0 0-1-16,0 0-3 0,0 0-8 0,0 0 0 15,-10-22-2-15,10 12-4 0,1 1 0 0,-1-1 0 16,1-1-3-16,3 0-5 0,0 1-1 0,0-4-1 16,-2 2-1-16,3-3-2 0,0-1 2 0,1 5-6 15,0-1 2-15,0 3-5 0,2 0 0 0,-2 1 0 16,3 1 0-16,0 0-2 0,-4 4 0 0,3 1-2 15,0-1 4-15,3 3-1 0,-11 0-1 0,18 3-4 16,-8 1 2-16,1 4 0 0,0-1-4 0,3 5 3 16,-4 1 0-16,-1 1 0 0,1-1 1 0,-1 0 0 15,-2-2 1-15,-1 1-1 0,-1-2 1 0,0 2-1 16,1-5 3-16,-4 2-5 0,-1-2 4 0,1-1-3 16,0 1 3-16,-2-7 4 0,2 8 1 0,-2-8 0 15,0 0 4-15,-3 11 11 0,3-11-6 0,0 0 6 16,-4 3 8-16,4-3-4 0,0 0 2 0,0 0-2 15,0 0 0-15,0 0-2 0,0 0-3 0,-11-16-1 16,11 16 0-16,0-12-3 0,0 12-6 0,3-15 3 16,1 5 3-16,1-1-10 0,4-2-4 0,3-2 1 0,-2 7-1 15,3-4-2-15,-3 4-2 0,0 2-1 16,-1-1 3-16,1 3 1 0,1 0-3 0,-2 3-3 16,-2-1 0-16,-7 2-1 0,13 1 2 0,-6 3-3 15,-1-1 4-15,0 1-3 0,1 3 1 0,-3-1 1 0,1 1 1 16,-1 2-1-16,-1 0 3 0,-1-3-1 0,0 4-1 15,-2-2-7-15,0-8-19 0,-2 18-18 0,0-8-24 16,0-2-29-16,-2 2-37 0,0-2-29 16,2-2-40-16,-1-1-34 0,3-5-167 0,-3 9-443 0,3-9 196 15</inkml:trace>
  <inkml:trace contextRef="#ctx0" brushRef="#br0" timeOffset="166410.73">23310 8869 90 0,'0'0'170'0,"0"0"3"16,12 0-4-16,-12 0-11 0,0 0-12 0,3 12-1 15,-1-6-11-15,-2-6-3 0,1 14 1 0,-1-7-7 16,-1 3-4-16,-1-1-1 0,1-1-12 0,1-8-8 16,-2 12-8-16,0-5-9 0,2-7-8 0,-2 9-2 15,2-9-6-15,-2 8 3 0,2-8 5 0,-1 7 9 16,1-7 9-16,0 0 7 0,0 0 4 0,0 0-10 15,0 0-11-15,0 0-6 0,0 0-9 0,0 0-1 16,0 0-8-16,0 0-4 0,-6-22-10 0,6 22-3 16,1-15-6-16,0 5 1 0,3-1-11 0,0-3 0 15,4-1-5-15,2-1 0 0,-1-1 0 0,1 1-7 16,5-6 0-16,-4 7 1 0,1 0-4 0,-1 1-5 16,-1 1 1-16,-1 5-4 0,-3 0 3 0,-1 2-1 15,2 0-6-15,-2 2-1 0,-1-1 7 0,-4 5-4 0,7-4-6 16,-7 4 0-16,0 0 2 0,12 2-3 15,-12-2-2-15,8 11 5 0,-1-5-9 0,-1 4 10 16,-2 0-1-16,0 0-3 0,0 1-2 0,0 6 11 16,0-2-1-16,-2-3 0 0,2 1 4 0,-1 2 1 0,-1-2-2 15,-1-2-1-15,2 1 6 0,-2 1 5 0,1-5-16 16,-1 3 4-16,-1-2 1 0,1-1 10 16,0 2-11-16,1-3 1 0,-1 0 0 0,-1-7 7 15,1 12-26-15,1-6-22 0,-2-6-19 0,1 11-26 0,-1-11-23 16,0 8-28-16,0-8-19 0,0 0-16 15,0 0-43-15,0 0-30 0,-4 7-199 0,4-7-476 16,0 0 211-16</inkml:trace>
  <inkml:trace contextRef="#ctx0" brushRef="#br0" timeOffset="166660.96">23384 8922 129 0,'0'0'227'16,"0"0"0"-16,-5-8-3 0,5 8-17 0,0 0-16 0,0 0-12 15,0 0-14-15,14-11-13 0,-4 8-10 0,2 0-13 16,0 0-11-16,3 2-8 0,2-1-10 0,0 0-7 16,2 2-9-16,-2-3-7 0,-3 2-6 0,0 0-7 15,-1 0 0-15,-3-1-8 0,-2 2-7 0,1-2 0 16,-9 2-8-16,11 0 10 0,-11 0-11 0,9-2-3 16,-9 2-1-16,8-2-2 0,-8 2-2 0,0 0-5 15,0 0-2-15,9-1-4 0,-9 1-1 0,0 0-6 16,0 0-17-16,0 0-26 0,0 0-32 0,0 0-42 15,0 0-70-15,0 0-62 0,0 0-213 0,0 0-483 16,0 0 214-16</inkml:trace>
  <inkml:trace contextRef="#ctx0" brushRef="#br0" timeOffset="166865.24">23962 8897 26 0,'8'2'273'16,"-8"-2"-9"-16,0 0-11 0,7 1-13 0,-7-1-16 15,0 0-23-15,0 0-22 0,0 0-21 0,8 1-19 16,-8-1-30-16,0 0-35 0,0 0-46 16,0 0-56-16,5 5-56 0,-5-5-57 0,0 0-179 0,0 0-346 15,0 0 154-15</inkml:trace>
  <inkml:trace contextRef="#ctx0" brushRef="#br0" timeOffset="169013.63">8235 11575 172 0,'0'0'177'15,"0"0"-8"-15,-6-4-9 0,6 4-18 0,0 0-11 16,0 0-11-16,0 0-11 0,0 0-6 16,0 0-3-16,0 0 0 0,0 0-6 0,29-6-8 15,-7 3-7-15,-1 0-2 0,10-2-9 0,1 2-4 0,0 1-10 16,0-1-3-16,0 0-7 0,-2-3-13 0,1 4-17 16,0-1-17-16,-3-2-22 0,-6 4-19 15,-2 1-20-15,1-2-42 0,-5 1-24 0,-1 0-24 16,-4 2-117-16,-5 2-291 0,1-3 129 0</inkml:trace>
  <inkml:trace contextRef="#ctx0" brushRef="#br0" timeOffset="169448.71">8502 11533 16 0,'0'0'179'0,"0"0"-11"16,0 0-2-16,-9-3-21 0,9 3-10 0,0 0-20 15,0 0 2-15,-3 15 9 0,2-5-5 0,2 6-5 16,-2 2-7-16,0 10-6 0,0-1 2 0,2 2-2 16,-1-1-8-16,1 1-7 0,0-1-7 0,1 0-8 15,-2-2-4-15,2-1-8 0,0 0-4 0,0-5-8 16,0-2-2-16,0 2-5 0,2-1-4 0,-3-3-3 16,2 0-4-16,-2-5-4 0,2 1-1 0,-1-1-4 15,-1 0-3-15,-1 0 0 0,2-2-3 0,0-2-1 16,-1 0-8-16,-1-7-11 0,2 10-7 0,-2-10-5 15,0 9-2-15,0-9-4 0,0 0 3 0,0 8-3 16,0-8-14-16,0 0-6 0,-12 2-4 0,12-2 4 16,0 0 0-16,-18-2 7 0,18 2 3 0,-17-6 3 15,9 4-1-15,-2-2 7 0,-2 1-2 0,2 1 5 16,-3 0 2-16,-1-1 2 0,2 2 0 0,1 0-2 16,1 1 6-16,10 0 3 0,-14-1-4 0,14 1-1 15,-13 0 3-15,13 0 1 0,-9 0 3 0,9 0 0 16,0 0 2-16,0 0 4 0,0 0 14 0,0 0 10 15,0 0-5-15,0 0 1 0,23 8 4 0,-9-6-4 0,5-2-3 16,2 0-6-16,0-2-17 0,9-1-26 16,-3 1-30-16,2 0-41 0,-2-1-33 0,-7 0-43 15,0 2-102-15,-3-2-304 0,-3 3 134 0</inkml:trace>
  <inkml:trace contextRef="#ctx0" brushRef="#br0" timeOffset="169833.02">8759 12110 30 0,'10'-3'185'0,"-6"-1"2"0,1-1-1 0,-5 5 0 0,9-5-6 15,-4 0-8-15,-5 5-14 0,9-9-12 0,-5 5-12 16,1-2-6-16,-1-3-5 0,1 2-13 16,-2 1-3-16,2-4-6 0,-3 1-7 0,-1 0-12 0,1 1-4 15,-2-3 12-15,0 1-5 0,-3 0-8 0,1-1-9 16,-3 1-5-16,0 1-6 0,-1 0-2 0,0 3-9 15,-1-2-3-15,-1 1-2 0,0 2-3 16,2 1-6-16,-3-2-6 0,1 4-5 0,2 0 1 16,6 2-6-16,-9-4-7 0,9 4-4 0,0 0 1 0,0 0-3 15,0 0-3-15,0 0 5 0,0 0 1 0,0 0-5 16,0 0 2-16,34 6-1 0,-15-4 0 16,2 1 0-16,-1-2-2 0,2 1 2 0,-3 1-3 0,0 1 0 15,-2-1-1-15,-3 2 3 0,3-1-6 0,-6 3-1 16,-1-1 4-16,2 0 0 0,-5 1-2 0,2 0 1 15,-2 1 2-15,-2-1-2 0,1 2 4 0,-1 1-2 16,-2 0 2-16,-1-3 1 0,0 1-5 0,0 0-25 16,-2-1-26-16,2 5-20 0,-1-4-29 0,-1-1-35 15,0-7-43-15,0 13-36 0,0-5-182 0,0-8-431 16,-1 9 192-16</inkml:trace>
  <inkml:trace contextRef="#ctx0" brushRef="#br0" timeOffset="170711.14">9140 12011 90 0,'0'0'218'0,"0"0"-17"0,2-6-26 15,-2 6-14-15,0 0-18 0,0 0-7 0,0 0-3 16,0 0 0-16,9 17-11 0,-7-11-5 0,-1 1-8 16,-1 3-2-16,2-1-10 0,0 1-2 0,-2-3-4 15,0 1-10-15,0-8-6 0,0 15-4 0,0-9-7 16,0-6-4-16,1 11 0 0,-1-11 0 0,0 0 10 15,-1 7 6-15,1-7 6 0,0 0-6 0,0 0-5 16,0 0-10-16,0 0 2 0,0 0-5 0,0 0-5 16,0 0-1-16,-11-18-5 0,11 18 1 0,0-15-6 15,2 3-5-15,0 3-5 0,1-3-2 0,2-4-2 16,3 1-4-16,1-2-5 0,1 0-3 0,8-4 1 16,-5 9-6-16,0-3 3 0,2 3-5 0,0 3-3 15,-6 2-1-15,1 0 1 0,0 4-1 0,-1 0-8 16,2 3 3-16,0 2 12 0,-2 2-14 0,1 3 6 15,0 1-5-15,-2 1-1 0,-2 2 1 0,1 0 3 16,-2 0-2-16,0 3 0 0,0-3-2 0,-1 0 6 16,0 0-4-16,-2-2-2 0,2 1 2 0,-4-1-3 15,2-2 3-15,0 0 0 0,-2-7 2 0,0 9 1 16,0-9 6-16,1 9 13 0,-1-9 11 0,3 5 13 16,-3-5 13-16,0 0 9 0,0 0-2 0,0 0-10 0,0 0-10 15,0 0 3-15,0 0-7 0,0 0-3 16,0 0-6-16,0 0 4 0,-1-28-14 0,6 16 2 15,0 2-6-15,1-6-7 0,7-5-2 0,2-1-3 16,-1 2-6-16,0 6-1 0,-1-2-1 0,0 0 4 16,-1 3-3-16,-5 3-5 0,1 3 4 0,1-1 2 0,-3 1-1 15,1 3 5-15,-1 0-14 0,2 2 0 16,-8 2 2-16,12 0-13 0,-5 3 7 0,-1 0 7 0,2 4 5 16,-3 0-7-16,1 2 4 0,0 1 0 15,-3 0-1-15,2 1 6 0,-1-1-5 0,-1 0 0 0,1 2-2 16,-2-4 7-16,2 2 7 0,0-2-12 0,0-1-14 15,-2 0 21-15,3-2-3 0,0 1 5 0,1-2 1 16,-1 0-1-16,2-3-1 0,1 2-1 16,2-3-1-16,1 0 4 0,1 0 2 0,-3-3-7 0,3 0 6 15,-2-1-6-15,-1-1 9 0,0 0 1 0,2-1-20 16,-3-3 19-16,1 0-9 0,-1-1 4 0,0-1 3 16,0-3-5-16,0-1-1 0,-4 0-10 15,0 4 4-15,1-2-2 0,-5 2 1 0,1 2 12 16,1-1-11-16,-2 2-6 0,0 8 4 0,-1-12-1 0,1 12-2 15,-1-7-3-15,1 7-2 0,0 0-2 0,0 0 4 16,-10-1 6-16,10 1-5 0,0 0 4 0,-12 16-7 16,8-9-2-16,0 3-2 0,1-1-2 0,-2 2 1 15,3 0-3-15,2-1-11 0,0 0-2 0,2 0 2 16,0 0 2-16,3 1 3 0,-1 0 6 0,1-1-1 16,-1 0 1-16,1-1 2 0,3 2 5 0,-2-3 2 15,-2 2-3-15,0-1 3 0,1 0 2 0,-2 0 0 16,-1-3 3-16,1 0-1 0,-1 1 5 0,0-1-3 15,1 1 1-15,-3-7 0 0,0 12-1 0,0-12 2 16,-5 10 1-16,4-5-3 0,-3 0-11 0,4-5-10 16,-6 11-18-16,1-8-20 0,-1-1-24 0,6-2-30 15,-10 7-34-15,5-5-36 0,5-2-45 0,-9 4-229 16,9-4-500-16,-10 0 221 0</inkml:trace>
  <inkml:trace contextRef="#ctx0" brushRef="#br0" timeOffset="170966">10367 11850 104 0,'7'-4'242'15,"-7"4"-1"-15,7-1-9 0,-7 1-8 0,0 0-20 16,0 0-19-16,9-2-15 0,-9 2-15 0,0 0-11 15,0 0-11-15,0 0-8 0,11 0-11 0,-11 0-5 16,8 2-19-16,-8-2-6 0,11 1-8 0,-11-1-10 16,14 0-27-16,-7 0-25 0,-7 0-31 0,14 0-37 15,-5 0-35-15,-9 0-50 0,11 0-44 0,-6 0-35 16,-5 0-125-16,8 3-369 0,-8-3 164 0</inkml:trace>
  <inkml:trace contextRef="#ctx0" brushRef="#br0" timeOffset="171130.45">10284 11978 94 0,'0'0'210'0,"-8"5"0"0,8-5 1 0,-6 5-8 0,6-5-12 15,0 0-11-15,0 0-1 0,0 0-6 16,0 0-11-16,0 0-15 0,19 9-13 0,-8-9-16 0,7 0-10 16,4-2-17-16,-2 1-34 0,8-2-48 15,1-2-53-15,1 0-67 0,0-1-65 0,-9 3-182 0,1-3-387 16,-1 1 170-16</inkml:trace>
  <inkml:trace contextRef="#ctx0" brushRef="#br0" timeOffset="175333.94">12050 11381 146 0,'0'0'189'15,"-21"-8"-18"-15,21 8-8 0,0 0-18 0,0 0-15 16,0 0-11-16,0 0-11 0,0 0-10 0,0 0-9 15,0 0-7-15,31-8-5 0,-14 6-9 0,11-2-6 16,0 3-14-16,2-2 5 0,1 1-9 0,-3-2-15 16,0 1-22-16,0 1-15 0,-8 2-20 0,2-2-22 15,-2 2-32-15,-2-2-29 0,-6 2-16 0,1 0-110 16,-6 0-257-16,-7 0 113 0</inkml:trace>
  <inkml:trace contextRef="#ctx0" brushRef="#br0" timeOffset="175766.31">12236 11355 28 0,'0'0'144'16,"0"0"-5"-16,0 0-19 0,0 0-1 0,-3 4 1 0,3-4 16 16,6 16 8-16,-6-5-11 0,5 4-11 0,-3 11-10 15,1 1-8-15,1-8-5 0,-4 11-7 0,4-1-4 16,-2-1-6-16,0 1-9 0,-1-3-2 15,-1-5-6-15,4 4-4 0,-2-6-6 0,2 6-6 0,-4-8-1 16,0-2-4-16,3 2-5 0,-2-4-6 0,-1-2 1 16,1-1-4-16,-1-1 1 0,1-1-8 15,-1-8-2-15,2 10 3 0,-2-10-4 0,0 11 0 0,0-11-1 16,0 0-3-16,-2 7-1 0,2-7-5 0,0 0 3 16,-10 2 0-16,10-2 0 0,0 0-7 0,-15-8-11 15,6 4-1-15,-1-1-1 0,1 0 2 0,-1 0 2 16,-2 1 0-16,1-2 0 0,2 2-3 0,-3 0 2 15,1 1 2-15,5-1-3 0,-4 3-2 0,10 1 5 16,-12-3-5-16,7 2 3 0,5 1 0 0,-11-1-1 16,11 1 2-16,0 0-4 0,0 0 4 0,-11 2 0 15,11-2 0-15,0 0-1 0,0 0 4 0,0 0 1 16,0 0-2-16,20 9 2 0,-7-8-3 0,5-2 7 16,2 0-14-16,1 0-22 0,7-4-19 0,0 1-22 15,-3 0-38-15,-5 0-11 0,-2 0-17 0,2-1-19 16,-3 2-14-16,0-1-108 0,0 0-302 0,0-5 134 15</inkml:trace>
  <inkml:trace contextRef="#ctx0" brushRef="#br0" timeOffset="176266.37">12538 11682 1 0,'0'0'125'16,"0"0"-10"-16,0 0 7 0,8 0-12 0,-8 0 11 16,0 0 2-16,6 10 6 0,-6-10 2 0,0 11-10 15,2-5-7-15,-2-6-7 0,2 12-10 0,-2-6 5 16,0-6-7-16,0 12-11 0,0-12 2 0,-2 8-8 15,2-8-1-15,0 8 1 0,0-8 3 0,-2 7 3 16,2-7 6-16,0 0 8 0,0 0-2 0,0 0 2 16,0 9-3-16,0-9-14 0,0 0-6 0,0 0-6 15,0 0-1-15,0 0-7 0,0 0-4 0,-18-12 5 16,18 12 3-16,-5-7-27 0,5 7-3 0,0-11-3 16,-2 5 3-16,2 6-10 0,2-16 1 0,-2 6-8 15,4-2 3-15,1 3-6 0,1-1 4 0,2-1-10 0,0 2 2 16,1 2-3-16,0 1-4 0,1 0 1 15,0 4-4-15,1 0 0 0,1 3 2 0,-1 0-6 16,1 5 1-16,-1 1-2 0,2 2 14 0,-1 3-9 16,-1 0-3-16,-3-1 1 0,2 2 11 0,-3-3-11 0,-1 0-1 15,-2 0-1-15,1 2 2 0,0-3-1 16,-1-2-1-16,-2 0 3 0,1-1 3 0,-3-6-1 0,4 9-1 16,-4-9 6-16,2 7 0 0,-2-7 7 15,2 3 3-15,-2-3 0 0,0 0 0 0,0 0-4 16,0 0-1-16,0 0 0 0,0 0 0 0,-2-24-2 0,4 15-4 15,-1-1-4-15,3-1-4 0,0-5 0 0,1 0-1 16,2 0-1-16,2 2 1 0,-1 1 0 16,4 0-2-16,-5 3 1 0,1 4-4 0,2-1 0 15,-5 3-2-15,5 1 3 0,-3 3 0 0,-7 0-1 0,14 2 1 16,-3 3 4-16,-3 2-7 0,2 3 3 0,-3-1 3 16,1 1 2-16,1 3-1 0,-1 1-17 15,0 0-24-15,-3-2-32 0,-5 3-35 0,6 2-34 16,-4-1-47-16,0 2-36 0,2-2-227 0,-4-5-492 0,-4 2 218 15</inkml:trace>
  <inkml:trace contextRef="#ctx0" brushRef="#br0" timeOffset="176532.15">12224 12191 28 0,'-7'1'213'0,"-2"-1"-14"16,9 0-3-16,0 0-1 0,0 0-1 0,0 0-12 15,0 0-15-15,40 6-12 0,-8-9-12 0,4-1-15 16,4 0-11-16,14 1-5 0,0-4-16 0,-3 2-5 16,-14 1-11-16,-1-1-4 0,2 2-12 0,-1-1-2 15,1 3-10-15,-3-1-4 0,-4 0-8 0,-1 1-18 16,1 1-29-16,-3-1-36 0,-1 0-37 0,-4 1-49 15,-2-2-59-15,-6 4-182 0,4-2-399 0,-9 0 177 16</inkml:trace>
  <inkml:trace contextRef="#ctx0" brushRef="#br0" timeOffset="177054.57">12414 12439 104 0,'9'-6'210'0,"1"2"-8"16,3 1-10-16,-4 1-22 0,4 1-17 0,-2 2-10 0,-1 1-14 15,-1 4-9-15,-1 2-13 0,-1-2-12 0,0 4-9 16,-2-1-1-16,-1 5-8 0,-4-3 0 0,-4 6-8 15,4-3-2-15,-8 4-5 0,0-3-6 0,-3 0-2 16,-1-1-4-16,1 2-8 0,-2-2 12 0,-1-4 3 16,-1 2-12-16,5-4-5 0,-3-1-2 0,4 0 0 15,-3-2 4-15,4-1 5 0,3 1 9 16,1-3 4-16,4-2 2 0,-10 4 9 0,10-4-3 0,-4 4-5 16,4-4-3-16,0 0-10 0,0 0-6 0,0 0-1 15,0 0-13-15,0 0-4 0,19-10 0 0,-7 8-6 16,5 1 2-16,5-1-6 0,-4 2 2 0,4-1-4 15,6 0 1-15,5 1-8 0,-2 0-23 0,3-2-30 16,0 0-46-16,1-1-60 0,4-2-71 0,-1 0-270 16,11-5-532-16,-10 1 235 0</inkml:trace>
  <inkml:trace contextRef="#ctx0" brushRef="#br0" timeOffset="177299.19">13959 12018 237 0,'0'0'259'16,"0"0"-18"-16,0-9-20 0,0 9-19 0,0 0-20 0,0 0-16 15,7-4-17-15,1 3-10 0,-8 1-16 0,19-1-12 16,-7-1-10-16,1 4-10 0,3-2-33 15,-5 0-30-15,0 0-39 0,-2 1-43 0,-2 0-45 16,0 2-41-16,-7-3-34 0,10 5-131 0,-10-5-331 0,0 5 146 16</inkml:trace>
  <inkml:trace contextRef="#ctx0" brushRef="#br0" timeOffset="177445.61">13894 12144 71 0,'-6'5'196'0,"6"-5"-3"0,0 0-7 0,-5 4-2 15,5-4-1-15,0 0-2 0,0 0-15 0,20 5-20 16,-6-5-11-16,6 0-12 0,-2 1-28 16,1-1-37-16,2-1-52 0,-2-2-55 0,3 2-80 0,-4-3-163 15,2 2-314-15,-2-2 139 0</inkml:trace>
  <inkml:trace contextRef="#ctx0" brushRef="#br0" timeOffset="179264.3">15400 11452 91 0,'0'0'170'0,"-2"-12"-1"15,2 12-7-15,-1-12 0 0,1 12-7 0,0-11-6 16,0 11-6-16,-2-10-7 0,2 10-9 0,0 0-6 16,0-10-8-16,0 10-15 0,0 0-8 0,-2-6-9 15,2 6-14-15,0 0-5 0,0 0-10 0,0 0-6 16,0 0-5-16,0 0 4 0,4 39 4 0,-4-20-2 15,-2 5 2-15,0 4 4 0,0 0 0 0,-3-1-5 16,0 1 2-16,0-3-11 0,3-1 1 0,0-3-3 16,0-3-3-16,0 2 0 0,0-1-2 0,1-2-6 15,1 2-1-15,-2-2-3 0,4-2 2 0,-2-3-6 16,1 2-2-16,-1-4-1 0,0 1-1 0,0-2 0 16,0 1-7-16,2-1-26 0,-2-1-15 0,3-5-32 15,-3-3-39-15,1 12-28 0,1-7-34 0,-2-5-29 16,0 8-25-16,0-8-127 0,0 0-376 0,0 0 166 15</inkml:trace>
  <inkml:trace contextRef="#ctx0" brushRef="#br0" timeOffset="179595.29">15705 11523 154 0,'19'0'172'0,"-3"1"-4"0,1 4-15 0,-4-2-12 15,-2 4-4-15,1 0-12 0,-2 2-5 0,0 3-13 0,0 2-5 16,-3-1-9-16,-3 0-8 0,0 3-7 16,-2 0-7-16,-2 0-6 0,0 1-7 0,-4-2-4 15,-1 1-4-15,-1-1-7 0,-1 0-3 0,0-3-1 16,-1 0-6-16,0-1-4 0,1-3 2 0,-2 1-6 0,2-1-3 16,2-3 0-16,0 1-4 0,0-3 4 0,0 1-3 15,5-4-1-15,-6 6 7 0,6-6 1 16,-4 5-2-16,4-5 2 0,0 0-1 0,0 0-3 15,0 0 1-15,0 0-11 0,0 0 8 0,0 0 0 0,15 4-1 16,-15-4-1-16,19-4 0 0,-5 3-5 0,3-2 0 16,2 0 0-16,4 1-4 0,-2 0-8 0,7-2-12 15,2-2-31-15,-2 0-32 0,3 0-30 16,-4 2-34-16,0-2-31 0,-9 3-179 0,2-1-376 16,0-1 167-16</inkml:trace>
  <inkml:trace contextRef="#ctx0" brushRef="#br0" timeOffset="180054.83">16267 11578 154 0,'1'-6'189'15,"-1"6"-20"-15,0 0-14 0,0 0-14 0,0 0-12 16,0 0 1-16,0 0-7 0,0 0-5 0,0 0-4 16,13 18 12-16,-8-7-6 0,1-2-9 0,1 3-4 15,3 5-7-15,-1-5-4 0,-1 4-10 0,2-2 3 16,0 0-15-16,0-2-6 0,-1 3-4 0,1-2-3 15,-3-2-3-15,-1-2-8 0,1 3-5 0,0-4-2 16,-4 2-6-16,1-1-1 0,-3-2-7 0,-1 2 1 16,-3 0 1-16,1-2-5 0,-6 0-6 0,2 0-4 15,-3-2-7-15,-1-1-4 0,-2 0-5 0,1-2-6 16,-2-2-5-16,3 0-1 0,-2-2-3 0,1-3-6 16,0 0-4-16,2-3 4 0,3-1-1 0,-1-3 0 15,4 1 0-15,2-5 5 0,1 0-2 0,4 0 2 16,1 1 2-16,2-2 1 0,2-1 7 0,3 3-3 15,-2 0 1-15,3-2 1 0,3-4 0 0,-2 6 0 16,0 1 0-16,-1 0 1 0,-1 2 1 0,2-1 3 16,-4 2 10-16,-2 1 7 0,-1 1 3 0,-2-1-1 15,-1 2 1-15,-1 0-3 0,-2 2-2 0,-1-3 2 16,0 9-5-16,-4-15 3 0,0 9-1 0,-2 1-1 16,-2 1-1-16,1 0 0 0,-5 0-1 0,1 3 0 15,-1 1-4-15,-1 3 3 0,-1-1 0 0,3 2-3 16,-2 1-1-16,-1 4 4 0,1 2-6 0,3-3-16 15,2 1-24-15,1 2-17 0,-1-2-26 0,3 4-37 16,2-5-32-16,0 5-26 0,1-4-28 0,2 2-129 16,-1-1-361-16,4 0 159 0</inkml:trace>
  <inkml:trace contextRef="#ctx0" brushRef="#br0" timeOffset="180230.73">16512 11691 16 0,'0'0'209'16,"8"-1"-2"-16,-8 1-8 0,0 0-9 0,0 0-13 16,10 0-16-16,-10 0-20 0,0 0-11 0,0 0-15 15,0 0-16-15,0 0-21 0,0 0-20 0,8 4-36 16,-8-4-28-16,0 0-42 0,2 5-50 0,-2-5-32 16,4 4-124-16,-4-4-274 0,0 0 121 0</inkml:trace>
  <inkml:trace contextRef="#ctx0" brushRef="#br0" timeOffset="180587.08">16846 11546 73 0,'0'0'242'0,"2"-6"-6"0,-2 6-6 0,0 0-11 16,0-9-15-16,0 9-20 0,0 0-22 0,0 0-13 15,0 0-18-15,0 0-13 0,0 0-12 0,0 0-9 0,0 0-9 16,0 0-9-16,0 0-10 0,-5 25-5 0,4-16-8 15,1-2-1-15,-1 2-7 0,1-9-4 0,2 16-4 16,0-6-3-16,1 0-5 0,1-2 1 16,1-1-5-16,2 3-4 0,-1-3-1 0,3 2-3 0,0-3-3 15,1 2 1-15,-1-2 0 0,0 1-4 0,0-1-3 16,0 0-3-16,0 2 1 0,-1-2 1 0,1 0-5 16,-2 1 4-16,-2-1-6 0,1-3 5 0,-3 1-5 15,2 2 0-15,-5-6 2 0,5 8 0 0,-3-4-1 16,-2-4 1-16,0 0-2 0,0 0 3 0,-7 16-3 15,2-14 0-15,0 2 0 0,-1 0 4 0,6-4-1 16,-12 5-2-16,3-3 0 0,2-1-1 0,-4 0-6 16,0 0-15-16,1-2-26 0,-2 1-32 0,1-1-33 15,1-1-35-15,-1-2-36 0,1-1-45 0,0 0-157 16,1 0-414-16,-1-4 184 0</inkml:trace>
  <inkml:trace contextRef="#ctx0" brushRef="#br0" timeOffset="180750.09">16916 11510 127 0,'9'-7'231'16,"-1"-1"-7"-16,-1 2-1 0,2-1-8 0,3 2-11 15,-1-1-11-15,1 0-17 0,8 0-15 0,-1 0-17 16,2-1-13-16,1 1-16 0,-1 2-10 0,-1 0-34 16,0 0-46-16,0-1-50 0,-2 4-53 0,0-2-61 15,1 1-57-15,-7 2-123 0,0-3-343 0,-4 3 152 16</inkml:trace>
  <inkml:trace contextRef="#ctx0" brushRef="#br0" timeOffset="180950.06">17463 11503 182 0,'0'0'314'0,"5"2"9"0,-5-2-2 0,0 0-6 16,8 2-17-16,-8-2-14 0,0 0-29 0,0 0-14 15,0 0-25-15,0 0-26 0,9 0-21 0,-9 0-7 16,0 0-28-16,0 0-39 0,0 0-55 0,0 0-49 16,0 0-53-16,0 0-55 0,0 0-75 0,0 0-79 15,0 0-211-15,0 0-521 0,0 0 230 0</inkml:trace>
  <inkml:trace contextRef="#ctx0" brushRef="#br0" timeOffset="185680.74">8814 13262 2 0,'0'0'88'0,"0"0"-1"16,-9-3-2-16,9 3-2 0,0 0-5 0,0 0-5 0,0 0-2 16,-9-2-2-16,9 2-7 0,0 0-9 0,0 0 6 15,-10 0-5-15,10 0 0 0,0 0-5 16,0 0-3-16,0 0 2 0,-9-2-1 0,9 2-1 15,0 0-4-15,0 0-5 0,-9-3-3 0,9 3 0 16,0 0 0-16,0 0-4 0,0 0-3 0,0 0-8 0,0 0 3 16,0 0-4-16,0 0-1 0,-9-2-1 0,9 2-4 15,0 0 3-15,0 0-3 0,0 0-6 16,0 0 5-16,0 0 0 0,0 0-5 0,0 0-4 16,0 0 9-16,0 0-6 0,0 0-1 0,0 0-1 15,0 0 0-15,0 0-3 0,0 0 3 0,0 0 3 0,0 0-4 16,0 0 1-16,0 0 0 0,0 0-2 0,0 0 0 15,0 0-2-15,0 0 2 0,0 0 2 0,0 0-3 16,0 0 3-16,0 0-3 0,0 0 5 16,0 0-7-16,0 0 2 0,0 0 3 0,0 0 0 15,0 0 7-15,0 0-7 0,0 0 1 0,0 0 7 0,0 0-4 16,-10 0 0-16,10 0 4 0,0 0-7 0,0 0 4 16,-11 0-1-16,11 0 1 0,0 0-2 15,0 0 1-15,-11 0 5 0,11 0 3 0,0 0-3 16,0 0 1-16,-12 0-2 0,12 0 1 0,0 0-4 15,-10-1 5-15,10 1-5 0,-9-2 6 0,9 2-2 0,0 0 7 16,-10 0-1-16,10 0 5 0,0 0-4 0,0 0 5 16,-10 0-1-16,10 0 0 0,0 0 4 0,0 0-2 15,0 0-5-15,0 0 0 0,0 0-4 16,-9-4-1-16,9 4-1 0,0 0-3 0,0 0 1 16,0 0-3-16,22-7 1 0,-5 4-2 0,0-2 1 0,6 1-5 15,4-1 1-15,0-2-2 0,1 3-2 0,0-3-1 16,-1 3-4-16,1-3-9 0,-6 2-11 0,5 0-4 15,-6 1-25-15,-1 1-13 0,0-2-18 0,2 1-10 16,-6 1-26-16,3-1-7 0,-6 2-8 16,0 0-107-16,-5 0-263 0,-8 2 117 0</inkml:trace>
  <inkml:trace contextRef="#ctx0" brushRef="#br0" timeOffset="186193.09">9020 13187 18 0,'0'0'153'0,"-8"2"-1"0,8-2-14 16,0 0-11-16,0 0-14 0,0 0-13 0,0 0-14 16,0 0-7-16,-3 9 3 0,3-9 8 0,2 13-6 15,-1-2-3-15,-1 3-5 0,0 4 3 0,1 3-5 0,-1 2-4 16,-1 4-8-16,1-2-5 0,0 1 4 0,0-6-9 15,0-2-3-15,1 7-1 0,0-7-11 0,1 0 1 16,0-2-5-16,0 0 2 0,-1-1-6 16,3-1-4-16,-3-1-2 0,-1-3-3 0,1 2-1 0,-1-4-5 15,2 1-1-15,0 1 3 0,0-3-4 0,-2-7 3 16,1 12-3-16,0-7-1 0,-1-5-1 0,0 9 0 16,0-9-2-16,1 9 0 0,-1-9-3 15,4 4-3-15,-4-4 0 0,0 0-7 0,0 0-1 16,0 0-11-16,-11 7-3 0,11-7-3 0,-9-1-4 0,9 1-2 15,-13-2-3-15,13 2-3 0,-13-4 6 0,4 1 1 16,-2 1 6-16,0 0-7 0,0-1 8 0,0 3-1 16,-2 0 0-16,0-3 4 0,0 3 0 0,1-1 7 15,0 1-3-15,0 0 4 0,2-1 3 16,10 1-1-16,-15-2 6 0,15 2 0 0,-11 2-1 0,11-2 3 16,0 0 0-16,-10 1-2 0,10-1 1 0,0 0 7 15,0 0 9-15,0 0 12 0,0 0 3 0,0 0 2 16,26 4-6-16,-13-6 3 0,1 2-4 0,3 0-5 15,2-1-1-15,-2 0 4 0,1 0-9 0,3 1-13 16,-2-2-19-16,-1 2-21 0,1-1-26 0,3 1-31 16,-4 0-30-16,-2-1-23 0,-3 1-125 0,0 0-295 15,-13 0 131-15</inkml:trace>
  <inkml:trace contextRef="#ctx0" brushRef="#br0" timeOffset="186707.04">9363 13577 123 0,'0'0'201'0,"-9"-11"-6"0,9 11-8 0,-6-3-10 16,6 3-12-16,-14-3-12 0,14 3-13 0,-13-1-14 0,6 1-8 16,7 0-11-16,-16 4-11 0,10-1-10 0,-4 0-11 15,-1 3-6-15,1-2-7 0,-1 3-6 0,-3 2-5 16,5 0-4-16,-1-1-10 0,1 1-2 0,2-3-6 15,2 1 2-15,-3 2-7 0,3-3 0 0,1 2-1 16,4-3-4-16,0-5-2 0,-1 13 0 0,1-13 0 16,1 9-4-16,-1-9 0 0,8 8-2 0,-4-3 1 15,3-4 0-15,0 0 0 0,1 1-2 0,-1-2 7 16,6 0-9-16,-3-3 2 0,-2 2 1 0,3-5-4 16,1 2-1-16,-3-1 1 0,4-2 0 0,-3 0-1 15,-1-2-1-15,2 0 0 0,1-4-2 0,-1 0 2 16,-2 0 2-16,-1-2-3 0,-2 1 4 0,1 1-3 15,-2-1 1-15,-1-2-4 0,1-1 0 0,-4-1 2 16,2-1-2-16,-2 0 11 0,-2 0 3 0,1 2 8 16,0 1 8-16,0 0 16 0,0 4 10 0,0 3 2 15,0 1-7-15,0 8-1 0,-2-14 7 0,2 14-18 16,-1-8-4-16,1 8-9 0,0 0-6 0,0 0-2 16,0 0-1-16,0 0-6 0,0 0-1 0,5 25 1 15,-3-8 2-15,0 2-2 0,-2 0-1 0,1 1-4 16,1-1 0-16,-4 6 2 0,4-7-5 0,-1 1 0 15,-2 0 2-15,2-2 2 0,-1 1-2 0,-1-2-10 16,1-3-11-16,1 2-27 0,-1-2-22 0,0 1-29 16,0-5-23-16,0 2-29 0,0 0-22 0,1-1-17 15,-1-10-18-15,4 14-21 0,-3-9-145 0,-1-5-399 16,0 0 177-16</inkml:trace>
  <inkml:trace contextRef="#ctx0" brushRef="#br0" timeOffset="186934.37">9746 13517 220 0,'0'0'219'0,"3"-8"-5"0,-3 8-9 0,0 0-10 15,-6-10-7-15,6 10-18 0,0 0-11 0,-14 0-11 16,14 0-6-16,-20 9-12 0,5-3-16 0,0 6-4 16,2-2-8-16,-2 4-10 0,2 0-8 0,2-1-6 15,-2 0-7-15,5-2-8 0,2-1-8 0,1 2 0 16,1 1-8-16,3-5-5 0,-1 3-4 0,5-1 3 15,3 0-19-15,-1-1-20 0,3-2-27 0,2 0-34 16,3-4-39-16,4 3-41 0,3-4-50 0,1 0-51 16,-3-2-136-16,2-2-408 0,0 0 181 0</inkml:trace>
  <inkml:trace contextRef="#ctx0" brushRef="#br0" timeOffset="187120.1">10323 13461 188 0,'0'0'239'0,"8"-4"-22"15,-8 4-24-15,9-3-20 0,-3 2-18 0,2-1-16 16,5 1-20-16,-4 2-31 0,0-2-42 0,2 1-44 16,-11 0-39-16,19 0-47 0,-11 1-39 0,-1 2-97 15,-7-3-237-15,11 3 105 0</inkml:trace>
  <inkml:trace contextRef="#ctx0" brushRef="#br0" timeOffset="187276.31">10325 13560 33 0,'0'0'229'0,"0"0"1"0,-9 3-7 0,9-3-15 16,0 0-22-16,0 0-17 0,0 0-17 0,0 0-11 15,0 0-15-15,0 0-11 0,19 3-18 0,-9-3-33 16,0 0-42-16,3 0-68 0,4-3-63 0,0 2-198 15,-1-2-332-15,-2 1 146 0</inkml:trace>
  <inkml:trace contextRef="#ctx0" brushRef="#br0" timeOffset="193722.97">12129 13101 33 0,'-4'-6'31'0,"4"6"2"0,0 0 1 16,0 0-2-16,0 0 2 0,0 0-9 15,0 0 3-15,0 0 1 0,0 0 3 0,0 0-3 16,0 0 2-16,0 0-8 0,0 0 10 0,0 0-10 16,0 0-2-16,0 0-10 0,0 0 6 0,0 0 7 15,0 0-8-15,0 0 0 0,0 0-5 0,0 0 1 16,0 0-2-16,0 0 3 0,0 0-4 0,0 0 0 15,0 0 2-15,0 0-5 0,0 0 4 0,0 0-2 16,0 0-4-16,0 0 2 0,0 0 0 0,0 0-3 16,0 0-12-16,0 0 17 0,0 0 1 0,0 0-8 0,0 0 6 15,0 0-5-15,0 0 7 0,0 0-8 16,-14 10 1-16,14-10 4 0,0 0-9 0,0 0 3 16,-4 6 1-16,4-6 0 0,0 0 1 0,0 0 0 15,0 0 0-15,0 0-3 0,0 0 1 0,0 0 3 16,-5 6-3-16,5-6 4 0,0 0 2 0,0 0-1 0,0 0 4 15,0 0 0-15,0 0-5 0,0 0 5 0,0 0 0 16,0 0 0-16,0 0 1 0,0 0-4 16,0 0-2-16,0 0 5 0,0 0 6 0,0 0-10 15,0 0 2-15,0 0 7 0,0 0-6 0,0 0 1 0,0 0 3 16,0 0 1-16,0 0-2 0,0 0 1 0,0 0 2 16,0 0-5-16,0 0 9 0,0 0 0 0,0 0-10 15,0 0 3-15,0 0-4 0,0 0 5 16,0 0 9-16,0 0-8 0,0 0-2 0,0 0 4 0,0 0 2 15,0 0 5-15,0 0-8 0,0 0-3 0,0 0 1 16,0 0-2-16,-8 1-6 0,8-1 2 16,0 0 2-16,0 0 2 0,0 0 1 0,0 0 2 15,-15-5-9-15,15 5 8 0,-6-2-1 0,6 2-1 16,-11 0-5-16,11 0 13 0,-10-2-2 0,10 2 2 0,-9-1-1 16,9 1 9-16,-10-1-2 0,10 1-4 0,-12-2 1 15,12 2 7-15,0 0-7 0,-11-2 1 0,11 2 4 16,0 0-5-16,-6-2 0 0,6 2-4 0,0 0-2 15,0 0 3-15,0 0-1 0,42-6-12 0,-10 2 10 16,5-2-3-16,0-2 2 0,14 2-3 0,1-5-5 16,-16 5 12-16,1 0-11 0,-2 1-7 0,-1 2-14 15,-6 0-26-15,-1 2-8 0,-6 1-23 0,-5 0-18 16,-5 0-15-16,-2 3-8 0,-1-2-93 0,-2 2-222 16,-6-3 99-16</inkml:trace>
  <inkml:trace contextRef="#ctx0" brushRef="#br0" timeOffset="194152.93">12331 13079 137 0,'0'0'138'0,"0"0"-11"0,-6-6-10 0,6 6-13 16,0 0-15-16,0 0 4 0,0 0-8 0,0 0 2 15,3 22 3-15,0-10-9 0,2 3-4 0,-5 0 8 16,1 5-5-16,1-2-8 0,-2 1-7 0,-2 1-6 15,2-1-5-15,0 0-6 0,-1-2-5 0,1 3-1 16,0-1-6-16,0-1-5 0,0 0-3 0,-3-2 0 16,3-4-1-16,0-2-2 0,0 3-5 0,-2-3 0 15,4-1 0-15,-4 0-4 0,2 0-4 0,0-2-2 16,0-7-7-16,0 11-12 0,0-11-7 0,-3 9-1 16,3-9-7-16,-4 9-8 0,0-5-14 0,-2 0-5 15,6-4-12-15,-9 5 2 0,1-3-5 0,0-2 3 16,8 0 7-16,-19 3 8 0,8-3 2 0,0-1 5 15,-1 1 1-15,2-2 4 0,-1 1 3 0,1 0 10 16,10 1 6-16,-15-2 13 0,9 2 15 0,6 0-5 16,-10-3 3-16,10 3-6 0,0 0-2 0,-9-1 1 15,9 1 1-15,0 0 9 0,0 0-4 0,0 0 6 16,0 0 4-16,0 0-2 0,0 0-2 0,0 0-1 16,40-2-3-16,-23 1 2 0,5 0-7 0,-5-1-10 15,4 2-19-15,-3-1-19 0,4-1-19 0,-4 0-5 16,2 1-9-16,0-1-4 0,-1 0-11 0,-6 1-3 15,0 0-52-15,3 0-157 0,-2-2 69 0</inkml:trace>
  <inkml:trace contextRef="#ctx0" brushRef="#br0" timeOffset="194633.87">12527 13427 284 0,'5'-5'16'0,"1"1"15"0,-6 4 8 15,8-4 8-15,-8 4 9 0,6-5 3 0,-6 5 10 16,0 0-9-16,6-4-5 0,-6 4-6 0,0 0-3 16,0 0-2-16,0 0-6 0,0 0 3 0,0 0 7 0,7 12-2 15,-7-12 18-15,2 11-10 0,-2-3 0 0,-2 1-8 16,2-9 4-16,0 16-5 0,0-6-6 15,0-5 2-15,0-5-4 0,0 14-6 0,0-9-3 16,0-5 2-16,0 10 8 0,0-10 10 0,0 0 17 0,-2 9 8 16,2-9-5-16,0 0-4 0,0 0 6 0,0 0-3 15,0 0-9-15,0 0-4 0,0 0-7 0,-11-25-5 16,11 16-2-16,0 0-7 0,0-3-5 16,0 2 2-16,2-2-5 0,2-4-4 0,1-1 2 15,-1 2-6-15,5 1-2 0,-1 2-4 0,2-1 2 0,-3 6-5 16,5-2-1-16,-1 4 1 0,1 1-3 0,1 2-2 15,-1 2 1-15,2 2-4 0,0 2 2 0,-2 1-4 16,0 4 2-16,-3-1 2 0,2 4-3 0,1 1 0 16,-6-3 2-16,1 2-1 0,-5-2-1 0,2 0 3 15,2 0-3-15,-2-1 1 0,0 1 3 0,-4-4-3 16,2-1 4-16,-2-5 0 0,3 8-2 16,-3-8 8-16,0 0-4 0,-5 10 0 0,5-10-1 15,0 0-2-15,-8 1-1 0,8-1 2 0,0 0 0 0,0 0-3 16,-16-11-3-16,13 6 2 0,3 5-7 0,-2-14-4 15,2 8-4-15,2-3-5 0,1-2 3 0,3 3-1 16,4-6 0-16,0 1 0 0,1 2 8 0,1 3-4 16,-1 1 2-16,5 0 0 0,-5 3 0 0,0 1-2 15,1 1 1-15,-1 2 4 0,0 3-3 0,0-1 3 16,0 3-2-16,1 3 1 0,-5-1 5 0,-1 3-1 16,-1 1 2-16,-1 4-2 0,-2 1-24 0,2 0-29 15,-4 3-37-15,-2 0-25 0,0 0-36 0,-4 5-150 16,-3 2-332-16,3-10 147 0</inkml:trace>
  <inkml:trace contextRef="#ctx0" brushRef="#br0" timeOffset="194954.29">12130 13979 84 0,'-7'0'172'0,"7"0"-21"0,0 0-1 0,0 0 6 16,0 0-11-16,51-10-3 0,-12 6-3 0,20-3-3 16,29-5-16-16,-23 5-3 0,25-7-5 0,-25 6-13 15,-1-1-6-15,-1-1-8 0,-6 2-4 0,-3 4-8 16,-16-1-10-16,1 0-2 0,-5 1-9 0,-2 3-2 15,-1-1-6-15,-12 1-4 0,4-1-12 0,-7 2 2 16,-3 0-1-16,1-1-4 0,-3-1-18 0,-4 2-22 16,-7 0-30-16,14-1-34 0,-14 1-45 0,9-2-28 15,-9 2-36-15,0 0-126 0,-1 11-340 0,1-11 151 16</inkml:trace>
  <inkml:trace contextRef="#ctx0" brushRef="#br0" timeOffset="195240.92">12462 14243 90 0,'0'0'197'16,"0"0"-20"-16,0 0-14 0,0 0-16 0,0 0-14 15,20-4-11-15,-20 4-12 0,16 9-8 0,-12-4-7 16,1 3-12-16,3 4-10 0,-6-1-4 0,4 1 1 15,-4 0-12-15,0 1-6 0,0 2 1 0,-2-2-3 16,-4 2-9-16,-1 0-3 0,-2-4 4 0,-2 3-1 16,-1-1-9-16,-1 0 4 0,1-2-4 0,-3-2-4 15,1-1 1-15,1 0-2 0,-7-1-5 0,9-1-10 16,-4-1-20-16,1-3-13 0,1 2-27 16,1-1-36-16,4-2-29 0,-3 0-33 0,9-1-155 15,-13-1-326-15,13 1 145 0</inkml:trace>
  <inkml:trace contextRef="#ctx0" brushRef="#br0" timeOffset="195490.87">12731 14202 165 0,'5'-6'224'0,"-1"0"-4"16,1 2-9-16,-1 0-12 0,-4 4-20 0,4-5-19 15,-4 5-14-15,0 0-18 0,7-2-15 0,-7 2-8 16,0 0-9-16,4 13-4 0,-4-3-9 0,3-1-5 15,-2 3-13-15,-1 1-3 0,0 3-7 0,0 0 1 16,0-1-10-16,0-2-5 0,4 2-5 16,-4-2-2-16,2-1-2 0,-2 1-3 0,0-1-5 0,0 0 0 15,2-1-3-15,0 0-4 0,-2-2-21 0,0 2-14 16,2-6-27-16,-2-5-29 0,1 14-19 0,-1-9-27 16,0-5-32-16,0 0-27 0,-3 13-164 0,-1-9-371 15,4-4 163-15</inkml:trace>
  <inkml:trace contextRef="#ctx0" brushRef="#br0" timeOffset="195670.37">12460 14251 154 0,'-6'-6'172'0,"6"6"-14"0,0 0-12 0,0 0-1 0,21-14-19 16,-3 7-12-16,9-2-11 0,9-1-10 0,2 3-15 15,16-5-21-15,-18 5-52 0,20-3-58 16,-9-4-43-16,-11 13-105 0,0-4-217 0,-4 1 96 16</inkml:trace>
  <inkml:trace contextRef="#ctx0" brushRef="#br0" timeOffset="196288.8">14018 13711 52 0,'0'0'167'0,"-9"-3"0"0,9 3-10 16,-8-1 3-16,8 1-26 0,0 0-14 0,0 0-3 16,-10-3-10-16,10 3-2 0,0 0-8 0,0 0-5 15,0 0-10-15,34-6-5 0,-14 3-7 0,1-1-6 16,8 0-8-16,0 2-13 0,-9 2-30 0,2-1-44 15,-3 2-42-15,2-1-32 0,-8 2-47 0,-3 1-102 16,1 1-274-16,-2 0 122 0</inkml:trace>
  <inkml:trace contextRef="#ctx0" brushRef="#br0" timeOffset="196457.11">14014 13850 64 0,'0'0'177'0,"25"-3"-18"0,-14 0-21 0,3-1-12 16,1 3-11-16,5-2-27 0,0 3-35 0,0 0-41 15,-1 0-45-15,2 0-36 0,-2 3-70 0,2 1-150 16,-2-4 67-16</inkml:trace>
  <inkml:trace contextRef="#ctx0" brushRef="#br0" timeOffset="197993.06">15462 13111 36 0,'4'-6'168'0,"-4"6"-12"0,7-5-12 16,-7 5-14-16,8-6-13 0,-8 6-6 0,9-2-9 15,-9 2-11-15,11 3-12 0,-3 2 7 0,0 2-6 0,-2 4-5 16,6 1-2-16,-4 5-1 0,-4-1-10 0,2 3-2 15,-4 7 13-15,-2-3-9 0,-2-2-4 0,-1 2-5 16,-4-3-4-16,0-2-3 0,-2 5-3 0,-1-5-7 16,-3-4 0-16,0 2-5 0,-1-2-5 0,-2-1 1 15,-1-2-7-15,-1-3-2 0,-2 2-3 0,-1-3-1 16,1 0 1-16,-2-4-6 0,4-2-3 0,0-2 4 16,7 0-7-16,-3-1 2 0,1-2-4 0,0 1 3 15,3 0-3-15,2-2-1 0,4 2 3 0,4 3-2 16,-10-6 1-16,10 6-4 0,-1-7-1 0,1 7-1 15,0 0 0-15,0 0 1 0,0 0-5 0,0 0 3 16,14-6-3-16,-14 6 3 0,17 5 4 0,-6-1 3 16,2 0 1-16,3 2 0 0,-4-3 1 0,6 3 2 15,-3 2 1-15,1-3-2 0,0 3 0 0,-1 1-1 16,1-3-3-16,-1 3-26 0,-3-4-28 0,2 2-25 16,-2 0-27-16,0-2-38 0,1 0-23 0,-3 0-144 15,-2 1-332-15,2-3 147 0</inkml:trace>
  <inkml:trace contextRef="#ctx0" brushRef="#br0" timeOffset="198308.98">15843 13218 55 0,'0'0'198'0,"0"-10"-20"0,0 10-14 0,0 0-19 16,-2-10-15-16,2 10-15 0,0 0-14 0,0 0-3 15,0 0-6-15,0 0-12 0,0 0-6 0,0 32-5 16,3-23-6-16,3 1-4 0,-2 0-2 0,2 0-5 16,2 0-3-16,2 4-2 0,-1 0-4 0,-2-3 1 15,1-2-5-15,2 5-1 0,-3-5-2 0,2 1-1 16,-1-2-2-16,0 1-2 0,-2-1-1 0,0 1-5 16,-2-4 2-16,1 4-2 0,-1-2-3 0,-3 0-4 15,-1 1 2-15,0-8-1 0,-8 15-2 0,-1-6-1 16,0 0-4-16,-5 1 2 0,-1-1-3 0,-1 0-10 15,0-2-10-15,-1-1-14 0,0 1-16 0,-1-4-13 16,-1 0-23-16,4-1-30 0,1 0-30 0,2-4-47 16,0 2-112-16,-1-2-318 0,2-1 141 0</inkml:trace>
  <inkml:trace contextRef="#ctx0" brushRef="#br0" timeOffset="198460.01">15898 13137 98 0,'12'-7'156'0,"4"-2"-17"16,4 5-17-16,-1-2-10 0,11 0-5 0,-1 2-25 15,-1 4-43-15,3-3-43 0,0 3-43 0,-1 0-87 16,0 2-146-16,-9-1 65 0</inkml:trace>
  <inkml:trace contextRef="#ctx0" brushRef="#br0" timeOffset="198782.7">16425 13062 104 0,'2'-12'190'0,"-2"12"-17"0,0 0-7 16,9-4-11-16,-9 4-10 0,15-2-9 0,-1-1-16 16,4 5-6-16,2-2 4 0,2-2-21 0,-3 1-8 15,2 2-13-15,-3 1-5 0,-1-4-9 0,1 4-3 16,-5-2-6-16,-3 3-10 0,3-3-3 0,-3 3-7 15,-1 1-2-15,-9-4-3 0,14 9-1 0,-8-5-3 16,-3 3-2-16,1 2 1 0,-1 1-3 0,-1 1 13 16,2 4 1-16,-8 1-1 0,4 1-2 0,-2 3 3 15,-1-2-4-15,-1 2 2 0,-1-2-5 0,1 2 0 16,-3 2 0-16,0-3-6 0,2 0 0 0,1-1 1 16,-1 0-5-16,0-1-1 0,1 2 1 0,2-4-2 15,-2-4-2-15,1 2-10 0,3-1-34 0,-1-3-38 16,0 1-15-16,0-3-18 0,1-7-34 0,1 12-22 15,0-5-25-15,-1-7-136 0,-1 8-344 0,1-8 152 16</inkml:trace>
  <inkml:trace contextRef="#ctx0" brushRef="#br0" timeOffset="198950.89">16514 13343 92 0,'0'0'153'15,"0"0"-9"-15,19-9-17 0,-6 7-4 0,8-1-16 16,1-1-6-16,7 2-11 0,1-2-8 0,-2 4-17 16,-1-1-34-16,-6 2-29 0,2 2-27 0,-3 0-48 15,-4 2-98-15,-3-1-183 0,-3 3 81 0</inkml:trace>
  <inkml:trace contextRef="#ctx0" brushRef="#br0" timeOffset="199230.03">15600 13919 163 0,'0'0'184'0,"0"0"-5"15,0 0-13-15,0 0 0 0,61-4-4 0,-8 0-11 16,9-7-9-16,28-1-14 0,7-3-6 0,0 1-13 16,0 0-10-16,-5-1-12 0,-5 3-5 0,-28 5-6 15,-2-3-12-15,-4 3-12 0,-19 4-28 0,1 2-33 16,-7-2-33-16,-8 2-36 0,-2 0-49 0,-4 2-43 16,-6 0-119-16,-8-1-312 0,5 6 139 0</inkml:trace>
  <inkml:trace contextRef="#ctx0" brushRef="#br0" timeOffset="199492.34">15973 14123 142 0,'10'4'204'15,"1"0"-12"-15,0 1-16 0,-1 3-11 0,-1-2-14 16,1 1-13-16,-1 0-12 0,-1 1-10 0,-2 2-12 15,1 0-9-15,-4 2-6 0,-1 0-5 0,-4 3-2 16,0 2 0-16,-7-3-7 0,-1 3-6 0,0-2 3 16,-6 0-8-16,2-2-5 0,-1-1 4 0,1-1-36 15,-4 1-1-15,3-3-4 0,-2 0-1 0,3 0 1 16,-3-1-8-16,6-2-29 0,-1-1-27 0,3-1-26 16,2-2-42-16,0 2-42 0,7-4-45 0,-11 3-119 15,11-3-343-15,-5 0 152 0</inkml:trace>
  <inkml:trace contextRef="#ctx0" brushRef="#br0" timeOffset="199722.43">16262 14130 52 0,'5'-3'181'16,"-5"3"-13"-16,5-6-12 0,-5 6-20 0,8-3-2 15,-8 3-1-15,0 0-4 0,0 0-5 0,10 13 3 16,-9-5-13-16,0 1-12 0,2 1-5 0,-2 2-10 15,1 0-10-15,-2-1-8 0,0 1 4 0,1 0-14 16,-1 0-7-16,0 0-6 0,-1-2-5 0,2 1-2 16,-2-3-7-16,1 2-2 0,-2-2-2 0,2 0-16 15,-1-1-21-15,1-7-39 0,-3 15-11 0,2-8-41 16,-1-2-32-16,2-5-30 0,-4 10-136 16,-1-5-324-16,-2 0 144 0</inkml:trace>
  <inkml:trace contextRef="#ctx0" brushRef="#br0" timeOffset="199914.91">15983 14128 72 0,'0'0'139'0,"0"0"-10"15,0 0-10-15,14-14-6 0,3 11-13 0,3-4-2 16,10 3-14-16,0-2-8 0,4-1-8 0,3 0-18 15,15-1-48-15,-1-2-25 0,0 1-47 0,-15 0-90 16,1 2-173-16,-5-3 77 0</inkml:trace>
  <inkml:trace contextRef="#ctx0" brushRef="#br0" timeOffset="200135.01">17588 13613 128 0,'0'-9'228'15,"0"9"-3"-15,2-6-11 0,-2 6-13 0,2-8-16 16,-2 8-21-16,0 0-17 0,0 0-15 0,7-7-16 16,0 6-9-16,4 1-12 0,0-1-38 0,3-1-46 15,4 2-35-15,0 0-71 0,-5 0-48 0,-1 3-149 16,-5 0-315-16,-3 0 139 0</inkml:trace>
  <inkml:trace contextRef="#ctx0" brushRef="#br0" timeOffset="200286.7">17555 13727 190 0,'0'0'197'0,"0"0"-9"0,0 0-19 0,0 0-21 16,31-6-10-16,-12 5-14 0,-2-2-17 0,-2 1-35 0,4 0-52 15,3-3-65-15,1 0-70 0,-6 1-85 0,2 0-214 16,-4-2 94-16</inkml:trace>
  <inkml:trace contextRef="#ctx0" brushRef="#br0" timeOffset="201632.94">18974 13154 137 0,'0'0'208'0,"-3"-9"-8"0,3 9-13 15,-2-8-10-15,2 8-7 0,-4-5-20 16,4 5-14-16,0 0-12 0,0 0-14 0,0 0-14 0,-4-6-9 15,4 6-9-15,0 0-8 0,0 0-6 0,0 0-6 16,-3 20-6-16,3-20-5 0,7 18-8 0,-2-7-2 16,1-1 16-16,6 2-2 0,-1 2-9 0,2 2-2 15,0-2-3-15,-2 2-6 0,2-2-1 0,-3 2-8 16,1 0-2-16,-1-1 1 0,-3 0 2 0,0 1 0 16,-2 0-7-16,-2-2 0 0,-5 2-2 0,1-3-3 15,-4 1 1-15,-3 1 3 0,-2-1-9 16,-2-2-5-16,1 0-4 0,-7-4-7 0,-1 2-9 0,4-4 0 15,-2-1 4-15,0 2-3 0,3-6 1 0,3 1 0 16,0-2 3-16,0-3 3 0,5 1 2 0,-1-2 0 16,2-2 0-16,1 0-2 0,4-5 5 0,0 11 0 15,5-21-4-15,3 7 8 0,1-1-4 0,5-2 0 16,-1 3 4-16,6-6-1 0,-1 1-3 16,2 1 0-16,-3 4 4 0,2-5-2 0,0 1 0 0,2 0 3 15,-7 5 1-15,0-2 0 0,0 1-1 0,-2 0 1 16,-1 3-2-16,-3-3 3 0,-1 0 1 0,-1 3-3 15,-3 0 2-15,1-1-1 0,-1 0 2 0,-3 0-1 16,0 1 2-16,-3 1-4 0,-2-1 4 0,-1 3-6 16,-1-2 1-16,-1 1-1 0,-3 3 1 0,1-1 0 15,-2 3 0-15,-6-1 4 0,-1 5-8 0,1 2 8 16,-3 1-2-16,3 4-3 0,-7 6 7 0,6-2-9 16,-2 6 5-16,5-4-5 0,-2 6-22 0,7-2-33 15,-3 4-23-15,5-3-46 0,4 1-53 0,1 1-146 16,3-1-356-16,2-1 158 0</inkml:trace>
  <inkml:trace contextRef="#ctx0" brushRef="#br0" timeOffset="201864.72">19280 13162 50 0,'8'-6'204'15,"-8"6"-9"-15,8 0 2 0,-8 0 3 0,7 8-13 16,1 3-6-16,-5-1-12 0,-1 6-11 0,2 1-14 16,-4 2-15-16,0 6-6 0,-1 0-17 0,-2 1-10 15,2 1-8-15,-3-2 0 0,0-6-18 0,2 6-25 16,-3-4-39-16,-3 2-30 0,2-5-39 0,0-2-49 16,4 1-41-16,-2-5-51 0,-2 2-110 0,3-3-339 15,-1-2 150-15</inkml:trace>
  <inkml:trace contextRef="#ctx0" brushRef="#br0" timeOffset="202033.81">19491 13401 14 0,'0'0'247'0,"4"-10"-21"0,-4 10-17 0,3-7-26 15,-3 7-21-15,0 0-19 0,2-7-36 0,-2 7-33 16,0 0-26-16,0 0-25 0,0 0-39 0,14 2-48 15,-14-2-56-15,9 5-86 0,-9-5-224 0,12 2 100 16</inkml:trace>
  <inkml:trace contextRef="#ctx0" brushRef="#br0" timeOffset="202465.42">19757 13236 43 0,'0'0'176'0,"3"-6"-4"15,-3 6-10-15,0 0 4 0,0 0 10 0,15 17-16 16,-8-9-4-16,3 5-11 0,0 1-13 0,1 2-7 16,1-1-7-16,-1 1-11 0,0 1-12 0,1-1-4 15,0-1-9-15,-1-2-10 0,-2 0-7 0,-2-1-5 16,-2-2-6-16,0 1-5 0,-4-2-5 0,2-1-3 16,-3-3-4-16,0-5 0 0,-5 14-6 0,1-10-3 15,-4 1-7-15,-2 0-7 0,-3-1-9 0,0-2-11 16,1-1 0-16,-5-2-4 0,3 0 2 0,1-3-2 15,0 0-2-15,2 1-2 0,3-2 3 0,2-4-3 16,1 1 3-16,0 0-4 0,2-2 2 0,4 0-7 16,1-2 1-16,3 2 2 0,2-6 1 0,1 3 1 15,2-1 0-15,3-3-2 0,0 1 5 0,1-1-3 16,-3 2 9-16,3 1 1 0,-2-3-5 0,0 2 3 16,-2 4 2-16,-1-4 3 0,-2 1 15 0,-3 3 1 15,0 0-6-15,-3 0 3 0,-1 2-1 0,0-1-3 16,-4 2-2-16,2 0-1 0,-5-1 0 0,1 2-1 15,-2 2-1-15,-3 0 2 0,-2 3-6 0,-2 4 1 16,-3 0 1-16,-3 3 3 0,-4 5-5 0,1 3 1 16,7-2 4-16,0 3-5 0,5 1 1 0,1 2-10 15,3-2-26-15,4 4-44 0,4-1-43 0,4 0-43 16,4 0-170-16,3 0-363 0,4-4 161 0</inkml:trace>
  <inkml:trace contextRef="#ctx0" brushRef="#br0" timeOffset="203003.67">20327 13313 140 0,'0'0'242'0,"5"-4"-22"0,-5 4-25 0,0 0-21 16,7-2-15-16,-7 2-11 0,0 0-13 0,9 7-11 15,-9-7-3-15,1 10-12 0,0-3-9 0,-1-7-9 16,1 12-6-16,-1-5-10 0,0-7-5 0,2 12-5 15,-2-6-5-15,0-6-3 0,-3 11-2 0,3-11 0 16,0 0 8-16,-1 7 12 0,1-7 1 0,-5 4 6 16,5-4-13-16,0 0-2 0,-10 0-8 0,10 0-5 15,0 0-4-15,-15-8-4 0,10 5-4 0,-1-3-4 16,1 1-5-16,-2-1-3 0,5-2-4 0,-3 0 1 16,3-1-8-16,1-1-1 0,2-2 0 0,2 1-4 15,3-6 0-15,4 2-4 0,0 0-2 0,-3 1 2 16,5-1-3-16,2 3-6 0,-5 5 1 0,1 1 0 15,3 1-4-15,-3 1 2 0,0 2-2 0,-1 1-4 16,4 4 2-16,-3 0-2 0,2 1 3 0,-2 4-1 16,-1 0 0-16,0 1 0 0,-1 1 0 0,-2 1 5 15,0-1-6-15,1 1 0 0,-2-3 0 0,-1 1 4 16,-2-3-1-16,1 1-1 0,-3-7 0 0,1 9 6 16,-1-9 3-16,1 7 2 0,-1-7-2 0,4 4 5 15,-4-4-6-15,0 0 1 0,0 0 3 0,0 0 3 16,0 0-8-16,0 0-1 0,0 0 3 0,0 0-1 15,0-25-12-15,4 17 0 0,2-1-3 0,-1-1-2 16,2 1-5-16,1-1 3 0,0 2-3 0,1-1 6 16,0 2-1-16,-1 1-3 0,0 1 1 0,-2 4 0 15,0-2 3-15,-6 3-2 0,16 0 2 0,-16 0 1 16,11 4-2-16,-4 1 6 0,-1 0-3 0,-1 3-5 16,1-1-17-16,-3 5-22 0,0-3-41 0,-2 2-35 15,-1 3-52-15,0-2-45 0,-1 0-193 0,1 0-454 16,-3-1 202-16</inkml:trace>
  <inkml:trace contextRef="#ctx0" brushRef="#br0" timeOffset="203408.59">20911 13285 11 0,'5'-4'242'15,"-5"4"-25"-15,0 0-19 0,0 0-19 0,0 0-6 16,0 0-2-16,0 0-13 0,-2 19-11 0,2-19-12 15,-4 17-11-15,3-8-8 0,-1 2-14 0,1-1-9 16,1-2-8-16,0-8-4 0,0 13-10 0,-1-8-9 16,1-5-1-16,-2 9 7 0,2-9 16 0,0 0 11 15,2 8 5-15,-2-8-11 0,0 0-8 0,0 0-8 16,0 0-8-16,0 0-2 0,0 0-6 0,-3-32-5 16,3 21 1-16,-1 0-3 0,2 0 2 0,0-2-2 15,1-1-15-15,3-2-6 0,-1 0-3 0,1-3 2 16,1 2-6-16,4-1 1 0,-1 0-8 0,5-4 3 15,2 1-2-15,-3 7-8 0,1 2 1 0,-3-2-1 16,4 4-3-16,-6 4-1 0,3 1-3 0,-3 0 4 16,-9 5-8-16,15 2 3 0,-15-2 1 0,19 8 0 15,-12-2-1-15,-2 4 8 0,1-3 3 0,1 5-3 16,-1 2 5-16,-2 1-1 0,0 1-2 0,1-1 8 16,0-1-6-16,0 1 8 0,-1-1-13 0,-2 0 0 15,2 1 1-15,-1-4-2 0,1 1-6 0,0-2-26 16,-1 0-30-16,4-1-31 0,-4 0-40 0,0 0-48 15,-3-9-50-15,5 12-47 0,-3-6-209 0,-2-6-519 16,0 0 230-16</inkml:trace>
  <inkml:trace contextRef="#ctx0" brushRef="#br0" timeOffset="203551.87">21017 13266 27 0,'-6'-8'208'0,"6"8"-13"16,-4-5-12-16,4 5-20 0,0 0-16 0,0 0-14 15,0 0-21-15,0 0-29 0,17-12-38 0,-5 10-54 16,17-4-45-16,-8 3-48 0,9-1-87 0,-5-3-204 16,3 2 90-16</inkml:trace>
  <inkml:trace contextRef="#ctx0" brushRef="#br0" timeOffset="203662.71">21374 13154 83 0,'0'0'190'0,"0"0"-16"16,0 0-13-16,4-5-23 0,-4 5-28 0,0 0-41 15,0 0-48-15,0 0-51 0,0 0-123 0,0 0-166 16,0 0 74-16</inkml:trace>
  <inkml:trace contextRef="#ctx0" brushRef="#br0" timeOffset="205364.86">17622 11546 42 0,'0'0'87'0,"0"0"-11"16,0 0-2-16,0 0-7 0,0 0 1 0,0 0 0 15,0 0 0-15,0 0 1 0,0 0-1 0,0 0-9 16,0 0 11-16,0 0-7 0,0 0-5 0,0 0 4 15,0 0-4-15,0 0-3 0,0 0 0 0,0 0-1 16,0 0-4-16,0 0-3 0,0 0-4 0,0 0-4 16,0 0 3-16,0 0-5 0,0 0 1 0,0 0-3 15,0 0-3-15,0 0-2 0,0 0 2 0,0 0-4 16,0 0 0-16,0 0-1 0,0 0-1 0,0 0 0 16,0 0 3-16,0 0-1 0,0 0 2 0,0 0 1 15,0 0-1-15,0 0 2 0,0 0 3 0,0 0-1 0,0 0 1 16,0 0-3-16,0 0-6 0,0-10 4 15,0 10-6-15,0 0 0 0,0 0 2 0,0 0 2 16,0 0 2-16,0-10 2 0,0 10-2 0,0 0 7 16,0 0-3-16,-2-8-3 0,2 8 1 0,0 0-5 15,0 0-1-15,2-8 1 0,-2 8 2 0,0 0-1 16,0 0-3-16,1-7-2 0,-1 7-3 0,0 0-5 16,0 0-3-16,0 0-2 0,0 0 1 0,0 0-3 0,0 0 2 15,0 0-5-15,6 28 0 0,-3-16 4 16,-2-1-9-16,0 4 2 0,-1-2-4 0,2 1 4 15,-4 1-2-15,1-3 2 0,0 1 1 0,1-2-5 16,-3 0 1-16,2 0-1 0,1-2 5 0,-1 0-2 0,0-2 0 16,1-7 1-16,0 11-3 0,0-11 2 0,-2 8 7 15,2-8 11-15,0 0 0 0,0 0-2 0,0 0 0 16,0 0 2-16,0 0-2 0,0 0 1 16,0 0-4-16,0 0 0 0,0 0 1 0,-14-16-2 0,11 10-1 15,3 6 4-15,-1-15-10 0,0 7 2 0,3-4-4 16,0 2 4-16,-1-1-2 0,2-2 1 0,-1 1-5 15,2 0 3-15,0 1-3 0,2-3-2 0,6 1-2 16,-3-1 5-16,-2 3-3 0,4-2-1 0,3 1 3 16,1 3-5-16,-5 2 2 0,2 1-2 0,0 1 3 15,0 1-1-15,-2 2-3 0,2 1 2 0,-2 3 0 16,1 1-4-16,-2 2-1 0,2 3 4 0,-2 1-2 16,-1-2 3-16,0 2-1 0,0 2-2 0,-3 0 5 0,3-2-1 15,-3 3-2-15,-3-3 2 0,1-2-1 16,-1 1 5-16,0 0-6 0,-2-8 5 0,4 10-3 15,-4-5 7-15,0-5-3 0,0 9 2 0,0-9 0 16,0 0 0-16,-4 7-1 0,4-7-1 0,0 0 1 16,-7 2 3-16,7-2-1 0,0 0-3 0,0 0 0 15,0 0 3-15,-15-12-4 0,15 12 2 0,-2-7-1 16,2 7 2-16,1-12-6 0,1 3 4 0,2 1-1 16,2-2-3-16,1 3-1 0,1-2 3 0,4-4-1 15,-1 2-3-15,-4 1 3 0,1 5-2 0,-1 1 0 16,0 1-2-16,-2-1-1 0,-5 4 1 0,14 0-1 15,-14 0 2-15,14 4 3 0,-6-1-5 0,1 2-2 16,-2 2 10-16,0-3-6 0,-1 3-1 0,1 1 2 0,0-1 2 16,-2 0-1-16,1 2-1 0,-4-4-2 0,3 4 4 15,-1-1-2-15,-1 0 2 0,0-1-15 16,-1 0-22-16,-1 2-26 0,-1-9-29 0,0 11-36 16,-1-3-24-16,1-8-32 0,-2 13-37 0,-1-8-133 0,0 0-384 15,-1 1 170-15</inkml:trace>
  <inkml:trace contextRef="#ctx0" brushRef="#br0" timeOffset="205950.75">18349 11572 116 0,'0'0'220'0,"4"-5"-10"0,-4 5-8 0,0 0-10 15,0 0-13-15,6-7-14 0,-6 7-10 0,0 0-15 16,4-4-15-16,-4 4-8 0,0 0-18 0,0 0-6 16,0 0-10-16,0 0-7 0,0 0-4 0,0 0-1 15,0 0-12-15,-9 19-4 0,9-19-4 0,-5 11-7 16,2-5-3-16,1 2-2 0,-3-3-11 0,2 3 3 16,3-8-3-16,-4 10-2 0,2-3-7 15,-1-2-1-15,3-5-1 0,-2 5-1 0,2-5-2 0,-3 7-4 16,3-7 4-16,0 0-4 0,-1 8 1 0,1-8 3 15,0 0-1-15,0 0 0 0,0 0 2 0,0 0 9 16,0 0-4-16,-4 6 18 0,4-6-4 0,0 0 3 16,0 0-5-16,0 0 0 0,0 0-4 0,0 0-6 15,0 0 2-15,0 0-4 0,0 0-6 0,1-24 5 16,-1 24-5-16,4-19-2 0,-1 6 3 0,0 2-5 16,1-4-4-16,3-4 3 0,-1 2-3 0,4-9-1 15,-3 7 1-15,0 2 0 0,5-6 1 0,-5 6-2 16,1 3-2-16,1 0 1 0,-3 1-2 0,3 0-3 15,-3 4 1-15,-1-1 3 0,1 3-4 0,-2 2-2 16,0-1 0-16,-1 2 1 0,-3 4-4 0,8-6 4 16,-8 6-3-16,10-1-1 0,-10 1 2 0,12 5-2 15,-6-2-1-15,1 5 4 0,2 0 1 0,-3 2 3 16,0 0 2-16,2 4 7 0,-2 2 5 0,-2-1 2 16,1 0 0-16,-2 1-1 0,1 0-2 0,-2-3 1 15,1-1-2-15,0 0-3 0,-3 2 1 0,1 0 2 0,-1-3-4 16,2 0 0-16,1-1-6 0,-2 0 5 15,-1-2-1-15,3 3-2 0,-2-5 0 0,1 0-23 16,-2-6-27-16,3 10-24 0,0-6-25 0,-3-4-30 16,1 8-24-16,-1-8-27 0,2 5-16 0,-2-5-21 0,0 0-18 15,0 0-137-15,0 0-399 0,0 0 177 0</inkml:trace>
  <inkml:trace contextRef="#ctx0" brushRef="#br0" timeOffset="206102.08">18355 11532 129 0,'0'0'156'0,"0"0"-11"0,0 0-5 15,0 0-12-15,28-5-13 0,-9 2-8 0,1-2-33 16,6-2-40-16,5 2-36 0,4-4-53 0,-5 5-108 16,0-5-174-16,-2 0 77 0</inkml:trace>
  <inkml:trace contextRef="#ctx0" brushRef="#br0" timeOffset="206265.96">18829 11430 31 0,'8'-3'242'0,"-8"3"3"0,0 0-6 16,0 0-8-16,0 0-19 0,0 0-22 0,8-3-23 16,-8 3-14-16,0 0-28 0,0 0-20 0,9-1-27 15,-9 1-38-15,0 0-49 0,7-1-53 0,-7 1-49 16,0 0-53-16,0 0-122 0,12 2-309 0,-12-2 137 15</inkml:trace>
  <inkml:trace contextRef="#ctx0" brushRef="#br0" timeOffset="208155.71">8519 15361 19 0,'0'0'227'0,"1"-11"-17"0,-1 11-21 0,0 0-20 15,0 0-27-15,0 0-9 0,0 0-12 0,0 0-11 16,0 0-3-16,10 31-9 0,-6-11 1 16,4 8-12-16,-2 4-5 0,0 1-3 0,0-1 14 15,1 2-7-15,0-1-8 0,1 1-6 0,-1-3-10 0,1-3-4 16,-2 2-8-16,3-5-3 0,-3-7-5 0,1 0-2 16,1-3-8-16,-3 0 1 0,0-3-5 15,-2-2-4-15,1-1 0 0,1 0-2 0,-2-3 0 16,-2-1-1-16,-1-5 14 0,4 7 17 0,-4-7 8 15,0 0-6-15,0 0-5 0,0 0-5 0,13-12-7 16,-11 0 4-16,2 2-5 0,1-8-9 0,2-1 0 16,0 1-2-16,2-11-3 0,0 2-3 0,2-2-4 0,-1 0 2 15,0-1-4-15,-2 0 1 0,2-2-2 16,-1 2-2-16,1-3-2 0,0 6-2 0,-3-1 2 16,0 2-2-16,-3 9 2 0,1 2-3 0,2 1-1 15,-4 4-25-15,0 1-27 0,-2 2-22 0,-1 7-12 16,0 0-10-16,0 0-18 0,0 0-39 0,0 0-40 15,14 33-39-15,-14-13-168 0,-3 4-428 0,-3 4 190 16</inkml:trace>
  <inkml:trace contextRef="#ctx0" brushRef="#br0" timeOffset="208616.45">8939 15812 71 0,'0'0'240'0,"-1"-10"0"0,1 10-19 0,0 0-14 16,-7-10-11-16,7 10-13 0,-10-6-11 0,6 3-12 16,4 3-20-16,-14-2-15 0,14 2-17 0,-14 2-6 15,5 1-13-15,-1 1-6 0,1 3-7 0,0 0-8 16,0 1-8-16,2 2-8 0,0 2-4 0,0-2 0 16,-1 0-12-16,4 2-1 0,2-2-1 0,0 2-6 15,1-2-5-15,2 0 1 0,2 0-5 0,-1-4 1 16,2 1-3-16,1-4 1 0,2 3-4 0,-1-3 3 15,-1-1-4-15,3 1 1 0,-8-3-2 0,18-4 2 16,-9-1-3-16,1 0-1 0,0-1-1 0,-1-1 0 16,-1-1-2-16,-1-3 3 0,1-2-2 0,-3 1 1 15,2-3-3-15,-1-3 1 0,-1 0-1 0,-1-1-3 16,0-7 0-16,-3 2 4 0,0-3-2 0,1 1 1 16,-1 2-4-16,-1-2 1 0,4 3 8 0,-3 5 8 15,-1-1 2-15,0 8 7 0,1 0 8 16,-1 0 8-16,0 4-2 0,0 0 2 0,0 7-12 15,3-9-12-15,-3 9-5 0,0 0 3 0,0 0-2 16,0 0-4-16,0 0-1 0,9 28 0 0,-8-11-6 0,1 8 8 16,-2-4-9-16,2 3 2 0,-4 0 0 0,2 2 0 15,0-1-1-15,-1-1 0 0,2-4-11 0,-1-2-27 16,0 3-35-16,0-2-25 0,2-1-31 16,-4 0-40-16,4-4-40 0,-1 3-50 0,0-5-185 15,-1-3-475-15,3 1 209 0</inkml:trace>
  <inkml:trace contextRef="#ctx0" brushRef="#br0" timeOffset="208840">9334 15729 70 0,'0'0'241'0,"-5"-12"-9"0,1 8-14 0,4 4-13 15,-14-1-11-15,4 4-6 0,-1 2-14 0,0 1-10 16,1 2-9-16,-2 5-10 0,0-1-9 0,0 0-12 15,4 3-9-15,2-4-7 0,2 0-7 0,0-1-10 16,3 2-3-16,2-1-16 0,2-1-6 0,2 0 0 16,1 1-9-16,3-2-7 0,2-1-35 0,5-1-35 15,0-3-37-15,3 1-49 0,2-1-72 0,0-2-67 16,-1-2-167-16,10-3-446 0,-10 0 197 0</inkml:trace>
  <inkml:trace contextRef="#ctx0" brushRef="#br0" timeOffset="209008.13">9908 15721 2456 0,'8'-8'148'0,"-2"0"-73"0,-1 4-20 0,-1-2-6 15,2 2 14-15,-2-1-4 0,-4 5-2 0,8-5-15 16,-4 1-7-16,-4 4-7 0,11-4-3 0,-11 4-2 0,18-3-19 16,-8 3-29-16,-10 0-29 0,21 0-30 15,-11 0-45-15,-10 0-58 0,15 5-58 0,-8-1-155 16,-7-4-432-16,12 6 191 0</inkml:trace>
  <inkml:trace contextRef="#ctx0" brushRef="#br0" timeOffset="209160.97">9974 15793 66 0,'-7'4'269'0,"7"-4"2"0,0 0-2 0,0 0-4 16,0 0-17-16,-9 2-22 0,9-2-22 0,0 0-15 15,0 0-20-15,0 0-14 0,0 0-21 0,37-4-47 16,-21 2-38-16,-3-1-70 0,6-1-90 0,2 1-93 15,-2-3-174-15,7 0-409 0,-7 1 182 0</inkml:trace>
  <inkml:trace contextRef="#ctx0" brushRef="#br0" timeOffset="211662.6">11739 15315 134 0,'-1'-8'204'0,"1"8"-10"0,0-11-17 0,0 11-20 0,-2-9-20 16,2 9-14-16,0 0-11 0,0 0-10 15,0 0-10-15,16 15-1 0,-5 1-3 0,2 6-6 0,1 5-21 16,1-2 3-16,-2 1-4 0,0 0-4 0,0-2-2 16,-2 3-6-16,0-4-4 0,1 0-1 15,-6-4-10-15,1-2 5 0,2 0 20 0,-2 0-4 16,-2-7-1-16,1 3-7 0,-2-4-7 0,1 1-4 15,-1-5 4-15,-2 1 0 0,1 0 11 0,-3-6 13 16,4 6 3-16,-4-6 0 0,0 0-8 0,0 0-9 0,13-10 0 16,-8 3-9-16,0-1 1 0,2-3-6 0,0-3-4 15,1-1-5-15,-1-3-2 0,2 0-3 16,0 0-2-16,0-8-11 0,1 0 13 0,1 1-6 16,-1-2-1-16,2-2-4 0,-3 4 2 0,-1-1 0 15,2 2 1-15,-1 0-7 0,-2 8 0 0,-1 5-2 16,-2-2-25-16,1 3-34 0,-4 4-49 0,-1 6-37 15,8-10-35-15,-8 10-29 0,0 0-44 0,0 0-146 0,0 0-427 16,7 27 190-16</inkml:trace>
  <inkml:trace contextRef="#ctx0" brushRef="#br0" timeOffset="212145.81">12178 15758 185 0,'0'0'193'0,"3"5"-7"0,-3-5-3 16,0 0-5-16,4 4-5 0,-4-4-2 0,0 0-2 15,0 0 3-15,0 0-5 0,0 0-1 0,0 0-12 16,0 0-7-16,0 0-16 0,0 0-9 16,0 0-12-16,0 0-11 0,-11-22-8 0,8 14-13 0,3-2-8 15,-1-2-5-15,2-1-7 0,2 0-4 0,-1-4-10 16,6 1 0-16,-4 0-9 0,2 1-4 0,5 2-2 15,-1 3 1-15,-3 0-8 0,1 3-6 0,1 1 3 16,5 4-8-16,-5 1-3 0,1 1 2 0,2 1-5 16,-3 2-2-16,3 2 3 0,-1 1-3 0,-2 1 2 15,2 2 1-15,-2 0-1 0,-3 1-3 16,3-1 0-16,1 1 3 0,-4-1-2 0,1 0 0 16,-3-2-1-16,0-2 1 0,-1 1-2 0,2-2 1 0,-5-4 2 15,0 0 3-15,5 7-6 0,-5-7 12 16,0 0-4-16,0 0-4 0,0 0 2 0,0 0 0 0,0 0-2 15,0 0 2-15,0 0-2 0,-7-31-2 0,7 21 7 16,4-2-14-16,3-4 2 0,-3 2 3 0,2-2-5 16,1 6 3-16,-1-1 1 0,2 0 0 0,-1 2-5 15,2 0 2-15,0 3-2 0,0 3 6 16,-3 2-6-16,1-1 0 0,-7 2-2 0,16 3 4 16,-9 0-7-16,-1 4 4 0,0 0 0 0,2 2 1 15,-4 1-20-15,5 3-7 0,-5 3-41 0,-3 1-42 0,1 2-48 16,1 0-65-16,-3 0-249 0,-8 1-515 0,-1-2 229 15</inkml:trace>
  <inkml:trace contextRef="#ctx0" brushRef="#br0" timeOffset="212415.03">11813 16116 18 0,'-7'2'212'0,"7"-2"-6"0,0 0-3 15,0 0-3-15,33 0-13 0,-13 0-3 0,12-3-7 16,2-3-14-16,4-1-10 0,18-1-7 16,-4 0-8-16,-2 1-11 0,5-5-15 0,-14 9-12 0,-1-3-6 15,-6 0-10-15,-1-1-9 0,1 6-6 0,-5-4-9 16,-2 3-27-16,0-1-35 0,-6 2-34 0,-8 2-35 15,1-1-45-15,-1 1-50 0,-2 2-43 0,-3 0-149 16,-8-3-386-16,8 7 171 0</inkml:trace>
  <inkml:trace contextRef="#ctx0" brushRef="#br0" timeOffset="212722.24">12025 16345 114 0,'0'0'198'0,"0"0"-11"0,0 0 1 16,0 0-19-16,0 0-5 0,21 16-18 16,-11-11-5-16,2 4-12 0,-2-1-14 0,4 2-10 15,-4-1-10-15,-1 0-8 0,-4 1-5 0,4 2-3 16,-5-4-3-16,0 4-7 0,-3 0 0 15,-1-1-6-15,-1 1 4 0,0-2-1 0,-4 3-3 0,1-3-4 0,-4 3 4 16,0-4-14-16,-1-1-6 0,3 1-3 16,-4-1-3-16,1 0 0 0,1 0-6 0,-1-2-16 15,4-2-29-15,-5 1-34 0,10-5-36 0,-10 9-48 16,10-9-45-16,-10 1-55 0,10-1-129 0,0 0-389 16,-11 0 173-16</inkml:trace>
  <inkml:trace contextRef="#ctx0" brushRef="#br0" timeOffset="212959.97">12293 16379 13 0,'0'0'246'0,"7"-8"-10"0,-7 8-10 0,7-5-11 16,-7 5-17-16,0 0-17 0,0 0-13 0,0 0-1 16,0 0-7-16,0 0-10 0,0 0-16 0,15 20-6 0,-13-11-14 15,-1 1-9-15,1 2-12 0,2-2-12 0,-4 3-3 16,5-1-7-16,-4-2-9 0,2 2-6 15,-2 0-5-15,-2 0-7 0,2-2-5 0,1 1 0 0,-2-11-8 16,0 16-13-16,-2-8-13 0,2 0-18 16,0-8-28-16,0 0-30 0,0 14-27 0,0-14-32 15,0 0-23-15,0 0-46 0,-1 12-39 0,1-12-123 16,-12 6-392-16,12-6 174 0</inkml:trace>
  <inkml:trace contextRef="#ctx0" brushRef="#br0" timeOffset="213147.31">12014 16407 157 0,'9'-18'209'0,"1"13"0"0,3-4-11 16,12-3-14-16,0 3-12 0,4-2-19 0,4 1-15 15,4-1-15-15,-2 2-18 0,3 1-31 0,-6 1-54 16,1 1-55-16,-2 1-70 0,-4 2-162 0,-8 0-290 15,-1-1 128-15</inkml:trace>
  <inkml:trace contextRef="#ctx0" brushRef="#br0" timeOffset="213428.59">13365 15867 210 0,'0'0'244'0,"6"-5"-20"0,-6 5-23 16,9-4-18-16,-2 0-21 0,2 4-16 0,-2-2-19 15,-7 2-34-15,20-2-37 0,-11 0-40 0,-9 2-48 16,16-1-54-16,-10 2-31 0,-6-1-122 0,11 3-256 16,-11-3 113-16</inkml:trace>
  <inkml:trace contextRef="#ctx0" brushRef="#br0" timeOffset="213570.75">13348 15934 50 0,'-10'1'180'16,"10"-1"-3"-16,0 0-4 0,-9 3-10 0,9-3-11 15,0 0-10-15,0 0 12 0,0 0 1 0,0 0-15 16,23 9-7-16,-13-8-17 0,11-1-19 0,-2 0-28 16,0 0-46-16,0-1-59 0,18-3-73 0,-5 1-188 15,-1 0-321-15,3-2 142 0</inkml:trace>
  <inkml:trace contextRef="#ctx0" brushRef="#br0" timeOffset="-204526.08">13540 15639 75 0,'-12'0'121'15,"12"0"1"-15,-11-2-9 0,11 2-4 0,-9-1-16 16,9 1-1-16,-11-1-6 0,11 1-7 0,0 0-11 16,0 0-8-16,0 0-3 0,0 0-3 0,0 0-18 15,0 0 7-15,0 0-7 0,0 0 2 0,0 0-2 16,0 0 0-16,25 12-5 0,-11-8 1 0,-1-1-11 16,5 1 8-16,-1-1-7 0,2 0-4 0,0 1 1 15,-2 1-3-15,-4-1-4 0,1 0-1 0,-1 1 6 16,-1 2-5-16,-2-1 25 0,-3 1-5 0,2 2-5 15,-2 1-3-15,-4-1 0 0,-1 4-5 16,-2-4-1-16,0 4 0 0,-2-1-5 0,-6 2 0 0,1 0 1 16,-3 3 0-16,1-2-1 0,-3 2 2 0,1-4-6 15,-1 2-15-15,1-1-36 0,1 1-29 0,0-5-43 16,5 0-40-16,-3 2-96 0,3-5-271 0,-1 2 121 16</inkml:trace>
  <inkml:trace contextRef="#ctx0" brushRef="#br0" timeOffset="-203790.77">14579 15579 66 0,'0'0'90'0,"0"0"-5"0,-9 3 15 0,9-3 1 16,0 0-11-16,0 0 9 0,0 0-11 0,0 0-13 15,-8 1-11-15,8-1 2 0,0 0-4 0,0 0-8 16,0 0-7-16,0 0 1 0,0 0-5 0,32-10-12 16,-18 7 0-16,3 0-23 0,4-1-26 0,0 1-15 15,1 0-24-15,-3 0-29 0,1 1-90 0,-6 2-191 16,-1 0 85-16</inkml:trace>
  <inkml:trace contextRef="#ctx0" brushRef="#br0" timeOffset="-203593.84">14548 15735 158 0,'0'0'168'0,"0"0"-2"0,0 0-9 16,0 0-10-16,27 5-17 0,-13-5-12 0,4 0-17 15,0 0-6-15,3-2-12 0,0 2-17 0,1 2-27 16,-3-1-31-16,1-1-38 0,7 2-42 0,-5-1-38 15,-4-1-94-15,1-1-221 0,1-4 97 0</inkml:trace>
  <inkml:trace contextRef="#ctx0" brushRef="#br0" timeOffset="-203326.07">15523 15407 1362 0,'-8'-6'38'0,"-4"-1"27"0,0 2 7 0,-4-1-35 0,4-1 8 15,2 3-8-15,0-1 10 0,2 3 7 16,2-1 7-16,6 3-1 0,-9-3-4 0,9 3-3 16,-9-2-6-16,9 2-6 0,0 0-3 0,0 0-5 15,0 0-1-15,20-10 0 0,-1 8-6 0,9-3-4 16,2-1-3-16,-5 2-9 0,6 2-20 0,-4-1-16 15,-5 0-25-15,-2 3-27 0,1-1-36 0,-2 2-31 16,-6 1-29-16,0-4-108 0,-1 4-305 0,-12-2 136 0</inkml:trace>
  <inkml:trace contextRef="#ctx0" brushRef="#br0" timeOffset="-202940.13">15594 15333 78 0,'0'0'141'0,"0"0"-7"15,-8 2 7-15,8-2 14 0,-3 10 0 0,2-5-14 16,0 8 2-16,-3 1-5 0,1 2-9 0,1 0-6 16,0 4-5-16,-1-1-9 0,0-1-11 0,-1 2-9 15,3-1-5-15,0 1-8 0,-1-2-5 0,1 0-7 16,1 0-1-16,-1-3-10 0,0-1-8 0,-1-2-3 16,2-1-2-16,0-2-1 0,0 2-8 0,-1-6-2 15,1-5-2-15,1 14-1 0,-1-14-4 0,-1 7-2 16,1-7-1-16,0 0-1 0,0 11 0 0,0-11 2 15,0 0-2-15,-3 5-2 0,3-5-4 0,0 0 4 16,-12-1-10-16,12 1-5 0,0 0-2 0,-17-6 0 16,7 3-8-16,0-1-1 0,1-2 1 0,1 6 7 15,-3-3-6-15,2-1 1 0,1 2 0 0,-1 1 1 16,9 1-1-16,-13-2 0 0,13 2-1 0,-9-5-1 16,9 5 3-16,0 0-2 0,-10 0-1 0,10 0 2 15,0 0 3-15,0 0 0 0,0 0 1 0,0 0 4 16,0 0-3-16,0 0 2 0,29 10 0 0,-9-8-1 15,-8 0-9-15,9-2-18 0,-1 3-30 0,-1-3-35 16,3 2-32-16,-2-1-29 0,0-1-33 0,0 1-144 16,-7 2-356-16,1-3 158 0</inkml:trace>
  <inkml:trace contextRef="#ctx0" brushRef="#br0" timeOffset="-202512.83">15889 15632 2 0,'0'0'181'0,"0"0"-6"0,0 0-2 0,-12-12-3 16,12 12 3-16,-13-2-11 0,13 2-10 16,-13 2-14-16,3 0-12 0,0 2-10 0,-1 1-11 15,-3-1-8-15,3 4-12 0,-1-2-9 0,4 1-7 16,-1 0-7-16,0 0-7 0,4 0-3 0,1 0-7 0,-1 1-4 16,4-1-4-16,-1-1-1 0,2-6-4 0,3 12-2 15,-3-12-5-15,5 9-1 0,1-5 0 16,2-2 0-16,0-2-5 0,2 2-3 0,1-2 1 15,4 0-1-15,-4-4-1 0,1 2-6 0,-3-1 1 16,2-1 2-16,-2-2-1 0,0-1-2 0,-1 0 0 16,-3-2 2-16,0-2-5 0,0 0 2 0,-1-1-4 15,-2-3 3-15,0 3 1 0,3-6-2 0,-5 2 2 0,1-2-5 16,3 1 2-16,-3-1 3 0,0 1-5 16,1-1 7-16,-2 7 9 0,1-1 9 0,1 2 8 15,-2 10 7-15,-1-14 0 0,1 14 2 0,-1-13-12 16,1 13-1-16,0 0-5 0,0 0-4 0,4-6-2 15,-4 6-2-15,0 0 3 0,2 23-2 0,0-12-6 16,-2 8 6-16,0 0-2 0,-2 1-5 0,2-1 2 16,-1 6-2-16,0-6 0 0,-1 6 0 0,1-5-5 15,2-1 3-15,-1-1-22 0,3 1-20 0,-3-3-34 16,1-1-36-16,-2-2-27 0,0 0-28 0,2-3-38 16,-2 1-48-16,-1-2-148 0,4-1-422 0,-2-8 187 15</inkml:trace>
  <inkml:trace contextRef="#ctx0" brushRef="#br0" timeOffset="-202303.9">16179 15677 84 0,'0'0'216'0,"-5"-11"-3"0,5 11-8 16,0 0-6-16,-13-2-13 0,13 2-9 0,-17 6-11 15,7 0-11-15,0-1-15 0,0 2-9 0,1 2-11 16,1-1-14-16,0-1-11 0,3 3-8 0,0-2-12 15,1 0-2-15,2 2-6 0,2-2-14 0,0-8-21 16,4 15-22-16,-1-6-24 0,1-3-35 0,3 0-36 16,0-1-53-16,-2 0-46 0,2-3-170 0,-2 1-383 15,4-2 170-15</inkml:trace>
  <inkml:trace contextRef="#ctx0" brushRef="#br0" timeOffset="-202144.69">16328 15689 170 0,'0'0'249'0,"3"-8"-5"0,-3 8-7 0,0 0-20 0,2-8-17 16,-2 8-22-16,0 0-16 0,0 0-23 0,0 0-21 15,7-3-28-15,-7 3-31 0,0 0-31 16,0 0-50-16,0 0-79 0,0 0-77 0,13 10-121 16,-13-10-323-16,0 0 143 0</inkml:trace>
  <inkml:trace contextRef="#ctx0" brushRef="#br0" timeOffset="-201813.72">16785 15373 58 0,'0'0'275'0,"-3"-10"-16"0,3 10-10 0,0-13-8 15,0 13-18-15,-1-7-16 0,1 7-22 0,0 0-21 16,0 0-20-16,0 0-12 0,0 0-12 0,0 0-18 16,0 0-9-16,0 0-6 0,11 20-13 0,-8-8-5 15,-1 5-5-15,2 0-6 0,-4 3-7 0,0 5-1 16,0 1-2-16,-2-8 2 0,0 2-4 0,-1 5-13 16,0-7-2-16,0 0-4 0,1-1-4 0,-1 0 2 15,2 1 29-15,-2-2-5 0,2-5-7 0,0 3-3 16,1-5-7-16,0 2-10 0,1-1-19 0,-1-1-23 15,3 1-30-15,-3-4-35 0,0-6-23 0,0 10-34 16,0-10-22-16,0 7-30 0,0-7-14 0,0 0-21 16,0 0-143-16,0 0-402 0,0 0 177 0</inkml:trace>
  <inkml:trace contextRef="#ctx0" brushRef="#br0" timeOffset="-201526.73">16837 15302 155 0,'11'-6'201'0,"1"0"-14"16,-1 3 2-16,0 2-4 0,-11 1-20 0,21 4-11 15,-16 0-14-15,5 0-9 0,-3 3-11 0,-1 4-6 16,-2-1-5-16,-1 1-10 0,-3 5-7 0,-1 1-4 16,-6-2-4-16,1 1-7 0,-7-2-2 0,4 0-8 15,-2 0-5-15,0-2 0 0,4-1-6 0,-1-4-4 16,-2 1-5-16,2-1 0 0,2-2-6 0,1 0-3 15,-2-1-7-15,7-4-6 0,-3 6 4 0,3-6-6 16,-6 8-1-16,6-8 2 0,-1 5-3 0,1-5-1 16,7 8-4-16,-7-8-13 0,13 7-6 0,-2-5-27 15,3 0-34-15,0-1-31 0,-1 1-51 0,6-1-42 16,1-1-43-16,-2 1-152 0,-3-2-414 16,2 1 183-16</inkml:trace>
  <inkml:trace contextRef="#ctx0" brushRef="#br0" timeOffset="-201263.83">17227 15444 76 0,'0'0'247'16,"7"-4"-10"-16,-7 4-5 0,4-5-8 0,-4 5-15 15,0 0-21-15,0 0-16 0,7-5-17 16,-7 5-9-16,0 0 10 0,0 0 2 0,1 21-5 16,-2-10-9-16,-3 0-14 0,1 6-1 0,-1 1-7 15,-1 0-4-15,3 1-13 0,-1 0-8 0,1 0-9 0,-2-3 2 16,4 1-17-16,-2-1-5 0,1 0-17 0,2-5 9 15,-1 0-6-15,2-1-8 0,0 1-4 0,2-3 3 16,0 1-6-16,0-2-2 0,0-1-2 16,1 0-6-16,0-1 2 0,0 0-6 0,4 1-4 15,2-2-19-15,1-1-29 0,2-3-32 0,0 1-29 16,3-2-38-16,-1-2-33 0,2 0-41 0,0-1-41 0,3-2-34 16,-2-1-202-16,-4-5-516 0,8-2 228 15</inkml:trace>
  <inkml:trace contextRef="#ctx0" brushRef="#br0" timeOffset="-201104.78">17818 15452 42 0,'0'0'235'16,"0"0"-8"-16,0 0-6 0,0 0-12 0,5-8-18 16,-5 8-21-16,8 0-15 0,-8 0-17 0,18-1-15 15,-5-1-19-15,0 0-42 0,3 0-65 0,-3 0-72 16,5 2-60-16,-6 0-143 0,-1-2-300 0,0 2 133 15</inkml:trace>
  <inkml:trace contextRef="#ctx0" brushRef="#br0" timeOffset="-200947.09">17781 15579 175 0,'0'0'257'0,"-6"4"-5"0,6-4-10 0,0 0-28 16,0 0-17-16,0 0-23 0,0 0-19 0,33-6-27 15,-19 4-44-15,3-3-48 0,-1 2-53 0,-3-2-64 16,1 3-67-16,-5-1-130 0,-9 3-302 0,14-6 134 16</inkml:trace>
  <inkml:trace contextRef="#ctx0" brushRef="#br0" timeOffset="-195940.19">13637 15693 147 0,'0'0'148'0,"-12"-8"-8"0,5 3-3 16,-2 1-8-16,-1 1 4 0,-2 0-13 0,1 3-7 15,-1 2-7-15,-5-1-5 0,0 3-6 0,-4 3 0 16,2 1-9-16,-1 3 0 0,-2 3-2 0,-3 1-6 15,4 3-5-15,6-5-7 0,-5 5 2 0,5-2-2 16,3 0-3-16,-1 5 0 0,1-3-8 0,5-3 1 16,1 2-4-16,1-1-3 0,5-3-6 0,-2 2 1 15,4 2 1-15,0-5 1 0,3-1-4 16,1-2-2-16,3 1 0 0,5 0 1 0,1-3 0 0,2 1 0 16,1-5 1-16,2 2-3 0,11-4-3 0,-2-1-1 15,3-3-2-15,1-4-4 0,-1 0-3 16,3-4 1-16,-3 2-4 0,2-3 0 0,-4-1-4 15,-2 2 1-15,-1-2-3 0,-2 0-2 0,-3-3 1 0,-6 5-1 16,-2-3-4-16,-1 0 2 0,1-1-2 16,-7-1 1-16,-1-2-5 0,-2 2 5 0,0 0-4 15,-6-1-2-15,4-1-2 0,-6 2-2 0,-4 1 2 0,1 0-2 16,-7-1 0-16,3 3-3 0,-7 3 0 0,0 0 2 16,-2 1-1-16,-5-3-2 0,-2 8 0 15,5 2 1-15,1-1 1 0,-1 2-4 0,2 3 1 16,0 0 2-16,1 3-1 0,2-2-7 0,-2 4-11 15,2 0-17-15,1 3-10 0,3 1-20 0,-1 1-18 16,1 2-25-16,2-1-30 0,4 3-35 0,0 1-45 16,3 2-183-16,-3-2-436 0,5 0 193 0</inkml:trace>
  <inkml:trace contextRef="#ctx0" brushRef="#br0" timeOffset="-195368.78">13921 16063 111 0,'0'0'224'0,"14"-4"-8"0,-7 3-8 15,0-3-13-15,4 2-13 0,-2-5-9 0,-2 6-8 16,4-5-11-16,0-2-7 0,-2 4-6 0,2-4-9 16,-2 1-7-16,2 0-9 0,-4-3-6 0,4-1-12 15,-1 0-5-15,-4 1-6 0,1 1-4 16,-3-4-11-16,2-1-8 0,-2 1-4 0,0-3-6 15,-4-2-4-15,4 0-5 0,-6 0-8 0,2-1-1 0,-2-1-7 16,-2 2-1-16,0-1-3 0,0 2-2 0,-2 1-2 16,1 4-4-16,1-1-4 0,-1 3 8 0,-2-1-11 15,1 0 5-15,-3 2-4 0,5 3-4 0,-3-2 2 16,-3 2-1-16,2 1-2 0,-1 2-4 0,4-1-1 16,-4 2 1-16,9 2-2 0,-16 1 2 0,5 0-1 15,4 3 0-15,1-1-2 0,-1 1-6 0,1 2 6 16,-2-2-1-16,4 1-1 0,4-5-3 0,-4 8 5 15,1-5 0-15,3-3 2 0,-2 11-1 0,2-11 1 16,6 8-3-16,-3-2 6 0,3-2-2 0,4 0 1 16,3-2-2-16,3 5 3 0,4-4-3 0,0 0-6 15,1-2 10-15,1 0-5 0,-2-1 2 0,9 2 2 16,-8-2-2-16,8 0-1 0,-11-2 5 0,4 1-9 16,-4 1 4-16,0 1 1 0,-7-1-2 15,-1 2-9-15,1-2 8 0,0 1 0 0,-2 0 0 16,0 1-3-16,-3-1 8 0,1 1-5 0,-7-2-1 0,10 5-3 15,-6-1 5-15,1 2 0 0,-3-2-1 0,2 3 2 16,0 1 5-16,4 1 0 0,-6 0 5 0,0 2-1 16,0 1 2-16,-2-1-1 0,3 1 6 0,-3-1-8 15,3 6 3-15,-2-2-5 0,3 1 2 16,-2-5-8-16,4 2-21 0,0-1-25 0,-2 0-15 16,1-1-36-16,1 0-19 0,1 0-26 0,1-2-36 15,5 1-27-15,-2-5-26 0,2 1-178 0,-2-1-440 16,1-2 196-16</inkml:trace>
  <inkml:trace contextRef="#ctx0" brushRef="#br0" timeOffset="-194675.63">14663 15695 101 0,'0'0'198'15,"0"0"-6"-15,-4-4-8 0,4 4-16 0,0 0-4 16,0 0-9-16,0 0-12 0,0 0-7 0,0 0-11 16,0 0-9-16,0 0-13 0,0 0-9 0,0 0-8 15,0 0-9-15,0 0-6 0,0 0-9 16,0 0-7-16,0 0-4 0,0 0-5 0,0 0-5 0,0 0 0 15,0 0-4-15,0 0 2 0,0 0 2 0,0 0 4 16,0 0-1-16,0 0-1 0,5-11 0 0,-5 11-5 16,3-7 3-16,-3 7-7 0,0-9-2 0,0 9-1 15,0-8 3-15,0 8-1 0,0 0 1 0,0 0-2 16,0-12-6-16,0 12-1 0,0 0-7 0,0 0-4 16,0 0-7-16,-5-4 6 0,5 4-4 0,-10 14 2 15,3-6-4-15,-2 6 1 0,0-1-4 0,0 1 0 16,5-2-2-16,-1 2 3 0,3-3-4 0,2 0 7 15,1-1-2-15,2 0-1 0,4-2-1 0,2-1 5 16,2-1-1-16,1-1 2 0,1-3-1 0,5-1-3 16,1-2 0-16,-2-1 1 0,0-2 2 0,1-1-6 15,-6-2 8-15,3-1-2 0,-3 1-3 16,-2 0-1-16,-2-1 2 0,-2-2-2 0,-1-1 0 16,-1 2-2-16,-1-4 6 0,-3 2-8 0,0 0 0 0,-3-2-1 15,-1 2 0-15,0 0-1 0,-1 0 4 0,-2 3-7 16,-2 2 1-16,4 0-3 0,-3 4 3 0,-3 0-2 15,-1 4-3-15,-1 2 7 0,-1 5-7 16,-1 3 5-16,1 1-3 0,3 1 0 0,0 0 3 16,2-1-3-16,4-2 1 0,1-1 4 0,1 1-3 15,-1-3 1-15,4 0-2 0,0-8 5 0,2 11 2 16,-2-11-3-16,4 8 2 0,-2-5 2 0,-2-3-1 16,9 2 1-16,-9-2-2 0,12-3 2 0,-12 3 0 0,9-7 2 15,-4 2-1-15,-3-1-2 0,-2 6 0 16,2-13-1-16,-2 4-4 0,-2-1-1 0,1 2-2 15,-3-1-1-15,-2 2-2 0,1 1-5 0,-1 0-5 16,0 2-3-16,6 4-16 0,-17-4-27 0,10 4-29 16,7 0-39-16,-18 7-36 0,9-2-54 0,-2 3-188 15,0-2-444-15,2 1 196 0</inkml:trace>
  <inkml:trace contextRef="#ctx0" brushRef="#br0" timeOffset="-188861.25">19641 15426 213 0,'6'-8'244'15,"-6"8"-14"-15,4-7-9 0,-4 7-17 16,0 0-16-16,4-9-25 0,-4 9-16 0,0 0-17 0,0 0-29 16,0 0-24-16,0 0-28 0,0 0-19 0,0 0-28 15,0 0-37-15,0 0-68 0,0 0-42 0,0 0-141 16,0 0-311-16,0 0 138 0</inkml:trace>
  <inkml:trace contextRef="#ctx0" brushRef="#br0" timeOffset="-174242.13">19297 15312 47 0,'1'-10'157'0,"1"3"-3"0,-2 7 4 0,1-15 2 15,-1 15-8-15,0-9-9 0,0 9-2 0,0-9-15 16,0 9-13-16,0 0-14 0,1-8 1 0,-1 8-19 16,0 0-6-16,0 0-12 0,0 0-2 0,0-9-13 15,0 9-3-15,0 0-7 0,0 0-3 0,0 0-4 16,0 0-1-16,0 0-5 0,0 0-1 0,-2 35-3 15,0-24-3-15,4 5-1 0,-2-5-4 0,0 1-1 16,-2 5 2-16,2-2-2 0,0 2 2 0,0-1-2 16,-2 4 4-16,-1-2 1 0,1 1-2 0,0 1-2 15,0 6 1-15,-1-7-2 0,2 0-1 0,0 2 1 16,-1 2 0-16,1-4 23 0,0-2-7 0,0 1-20 16,-1-1-25-16,-2-2-29 0,3-1-30 0,1-2-36 15,-1-1-36-15,1-1-51 0,-1 0-107 0,-1-4-331 16,2-6 146-16</inkml:trace>
  <inkml:trace contextRef="#ctx0" brushRef="#br0" timeOffset="-173827.83">19815 15345 183 0,'2'-14'221'0,"-2"14"-5"0,0 0-7 16,-4-15-8-16,4 15-15 0,-5-7-20 16,5 7-15-16,-9-2-15 0,9 2-6 0,-23 8-6 15,10-2-10-15,-2 7-8 0,-8 3-9 0,4 4-9 16,1-1-10-16,-1 1-3 0,4 1-11 0,2 0-5 16,1-5-5-16,3 3-9 0,0-2 3 0,4 0-6 15,-2 0-6-15,5-1-8 0,1 0 3 0,1-3-5 16,4 1 0-16,2 2-6 0,-1-7 1 0,3 0-3 15,0 0 1-15,1-3 0 0,0 0-1 0,1-1-4 16,1-2 0-16,0-1-4 0,2-1-1 0,-2-2 0 16,-1-1 2-16,2 0-2 0,-2-1 0 0,-2-3 1 15,-3 2-1-15,0-4-1 0,-4 3-5 0,-1 5 4 16,-2-13-6-16,-5 3-1 0,2 1 3 0,-3 0-4 16,-3 1 2-16,-2-2-2 0,-1 5-1 0,-3-2 4 15,1 4-1-15,-2-1-1 0,0 3-5 0,5 2-3 16,-2 1-12-16,3 1-20 0,-2 1-19 0,4 0-17 15,1 2-14-15,1 1-26 0,1 2-53 0,2 0-43 16,1-1-186-16,0 0-431 0,4-8 190 0</inkml:trace>
  <inkml:trace contextRef="#ctx0" brushRef="#br0" timeOffset="-173651.25">19939 15577 211 0,'0'0'207'0,"0"0"-14"0,3-8-18 0,-3 8-21 16,0 0-18-16,0 0-27 0,0 0-29 0,0 0-25 15,0 0-35-15,0 0-41 0,9 1-32 0,-9-1-41 16,0 0-102-16,9 9-211 0,-5-5 93 0</inkml:trace>
  <inkml:trace contextRef="#ctx0" brushRef="#br0" timeOffset="-173269.14">20265 15341 210 0,'7'-7'212'0,"0"0"-9"0,0 0-14 16,-2 2-18-16,-5 5-19 0,12-8-14 0,-6 5-11 15,-6 3-12-15,14-2-14 0,-14 2-7 0,16 3-8 16,-16-3-10-16,15 7-11 0,-11-3-6 0,-4-4-6 15,9 10-1-15,-7-3-4 0,0 3-4 0,0 0-9 16,-2-10 0-16,-6 22 0 0,1-11-6 0,0-2-3 16,-2 1-2-16,1 0-2 0,-2 0-2 0,2-1-9 15,2-3-7-15,4-6-11 0,-9 13-1 0,6-4-2 16,3-9-2-16,-5 13 3 0,5-13-5 0,4 13 0 16,-1-7 3-16,0 2-2 0,3-3 1 0,0 3 7 15,-3-3-8-15,2 1 2 0,1-1 0 0,-1 1 2 16,-1-2 0-16,-1 2 2 0,-3-6-2 0,6 7 1 15,-5-2 3-15,-1-5-2 0,-1 10 7 0,1-10-9 16,-5 7 8-16,-2-4-4 0,1 0 5 0,-4 0-4 16,1 2 4-16,-1-2 4 0,0 0-5 0,3-2 1 15,-1 1-3-15,2 1 3 0,6-3-9 0,-15 3-27 16,15-3-32-16,-13 2-33 0,9-1-49 0,4-1-159 16,0 0-333-16,0 0 147 0</inkml:trace>
  <inkml:trace contextRef="#ctx0" brushRef="#br0" timeOffset="-172892.5">20763 15315 152 0,'3'-7'244'15,"-2"-2"-18"-15,-1 9-13 0,-1-13-18 0,1 13-16 16,-4-10-19-16,4 10-16 0,-9-3-15 0,9 3-9 15,0 0-10-15,-26 11-9 0,13 1-9 0,-1 1-6 16,-2 8-9-16,0-1-6 0,2 3-11 16,3-6-4-16,1 4-5 0,1-3-5 0,-1 4-4 0,4-5-6 15,2 1-4-15,3-1-2 0,2-2-1 0,1 2 0 16,-1-4-5-16,3-2-4 0,1 0 4 16,3-1-5-16,-3-1-4 0,2-2-1 0,0 0 0 0,3-1 1 15,-1-3-2-15,-1-2-1 0,-1-1-2 16,2 0 3-16,-9 0-3 0,16-1 2 0,-10-2-4 15,0-1 1-15,-6 4 1 0,5-9-1 0,-3 3 0 16,-2 6-3-16,0-13 2 0,0 13-3 0,-7-15-1 0,0 11-1 16,0-3 1-16,-2 1-3 0,2 4 2 0,-3 0-5 15,-2 1-1-15,2 1-10 0,-4 1-28 16,2 3-30-16,0-1-35 0,1 2-51 0,1-1-44 16,2 1-201-16,8-5-435 0,-10 10 192 0</inkml:trace>
  <inkml:trace contextRef="#ctx0" brushRef="#br0" timeOffset="-171078.7">21137 15354 16 0,'0'0'103'0,"0"0"-4"0,0 0-3 15,0 0-15-15,0 0 3 0,0 0-3 0,0 0-1 16,0 0-9-16,0 0-12 0,0 0-3 0,0 0-5 16,0 0-2-16,0 0-7 0,0 0-1 0,0 0-7 15,0 0-2-15,0 0 5 0,0 0-3 0,0 0-4 16,0 0-1-16,0 0-4 0,0 0-5 0,0 0 1 15,0 0-2-15,0 0-3 0,0 0-1 0,0 0-1 16,0 0-1-16,0 0 5 0,0 0-7 0,0 0 2 16,0 0 2-16,0 0 2 0,0 0-6 0,0 0 0 15,0 0-9-15,0 0 2 0,0 0 1 0,0 0 1 16,0 0 0-16,0 0-3 0,0 0 1 0,0 0-2 16,0 0-3-16,0 0 7 0,0 0-3 0,0 0 1 15,0 0-1-15,0 0-2 0,0 0 2 0,0 0-6 16,0 0 6-16,0 0 2 0,0 0-15 0,0 0 6 15,0 0 4-15,0 0 2 0,0 0 5 0,0 0 10 16,0 0-16-16,0 0-2 0,0 0 2 0,0 0 3 16,0 0-4-16,0 0 3 0,0 0-3 0,0 0 6 15,0 0-4-15,0 0 4 0,0 0 7 0,0 0-3 16,0 0 11-16,0 0-1 0,0 0 15 0,0 0-14 16,0 0 5-16,0 0 1 0,0 0 0 15,0 0 1-15,0 0-1 0,0 0-2 0,0 0 2 0,0 0-2 16,0 0 3-16,0 0-3 0,0 0 1 0,0 0-4 15,0 0 7-15,0 0-7 0,0 0 0 0,0 0 7 16,0 0-10-16,0 0-3 0,0 0 0 16,0 0-1-16,0 0-5 0,0 0 4 0,0 0-7 15,0 0 5-15,0 0 1 0,0 0-3 0,0 0 2 16,0 0-4-16,0 0-2 0,0 0-3 0,0 0 4 0,0 0-1 16,0 0 2-16,0 0-4 0,22-14 0 0,-22 14 0 15,0 0-1-15,0 0-4 0,0 0 5 0,0 0-5 16,0 0 7-16,0 0-5 0,0 0 3 15,0 0-3-15,0 0 0 0,0 0 3 0,0 0 5 0,0 0-7 16,0 0-1-16,0 0 1 0,0 0 5 0,-9-12-2 16,9 12 2-16,0 0-8 0,0 0 7 0,-1-8-4 15,1 8 5-15,0 0-2 0,-3-7-3 0,3 7 3 16,0 0 3-16,0 0-7 0,-1-9 2 16,1 9 3-16,0 0 2 0,-5-6-3 0,5 6-1 0,0 0-1 15,0 0 11-15,0 0 1 0,0 0-3 0,-4-8 0 16,4 8 4-16,0 0 2 0,0 0-3 15,0 0 2-15,0 0-1 0,0 0-3 0,0 0-4 0,0 0-3 16,0 0 3-16,0 0 2 0,1-10-3 0,-1 10-1 16,0 0-3-16,0 0 2 0,0 0-2 0,0 0-1 15,0 0-1-15,0 0-1 0,0 0 3 0,0 0-3 16,0 0 1-16,0 0 3 0,0 0-4 16,0 0 4-16,0 0-5 0,0 0 1 0,0 0-2 15,0 0-2-15,0 0 3 0,0 0-1 0,0 0-1 0,0 0 2 16,0 0-2-16,0 0 5 0,0 0-6 0,0 0 10 15,0 0-6-15,0 0 1 0,0 0-1 0,0 0-1 16,0 0-2-16,0 0 1 0,0 0 1 16,0 0 3-16,0 0-3 0,0 0 2 0,0 0-1 15,0 0 3-15,0 0-3 0,0 0 0 0,0 0 1 16,0 0-2-16,0 0 4 0,0 0-2 0,0 0-3 0,0 0 2 16,0 0-1-16,0 0 3 0,-2-7 6 15,2 7-6-15,0 0-1 0,0 0-2 0,-4-7 1 16,4 7 1-16,0 0-2 0,-1-9 2 0,1 9 1 15,-3-7 1-15,3 7 4 0,0 0 0 0,-2-9 4 16,2 9-4-16,-2-7 0 0,2 7 4 0,0 0 4 16,-2-8 4-16,2 8-5 0,0 0 3 0,-3-7 5 15,3 7-7-15,0 0 2 0,0 0-1 0,-2-7-2 0,2 7 0 16,0 0-3-16,0 0-3 0,0 0-4 16,0 0-1-16,0 0 1 0,0 0-2 0,0 0-1 15,0 0 1-15,0 0-2 0,0 0-1 0,5 28-1 16,-4-21 2-16,2 3 0 0,0-1 0 0,1 6 0 15,1 2 1-15,-1-2 3 0,1 0-3 0,-1-3 2 16,1 2 2-16,0-1-4 0,3 1 0 0,-2 0-3 16,-1-2 3-16,-1-1 0 0,3 0 2 0,-3 0-1 15,1 0 0-15,-3 0-1 0,5-3-2 0,-4 2 3 16,3 0-1-16,-3-4 0 0,1 0 0 0,-1 0 1 16,2 3-1-16,-4-5 4 0,-1-4-4 0,4 6-1 15,-4-6 2-15,1 7 1 0,-1-7 4 0,0 0 2 16,5 4 11-16,-5-4 13 0,0 0 2 0,0 0-1 15,0 0-3-15,0 0 2 0,13-12 0 0,-10 6-1 16,2-2-5-16,0-2-1 0,0-6-3 0,2 0-1 16,-1 0-4-16,0-8-1 0,1 6 0 0,-2-7-3 15,1 0 0-15,3 0-2 0,-4 6-1 0,0 0-1 16,-1 1 2-16,1 0-4 0,-1 2-3 0,0 0 2 16,-1 6-1-16,-2-3-2 0,1 4 3 0,0 1-6 15,0 2 4-15,-2 6-3 0,4-12 0 0,-3 8-11 16,-1 4-18-16,0 0-30 0,2-9-34 0,-2 9-24 15,0 0-14-15,0 0-30 0,0 0-59 0,0 0-46 16,-16 20-158-16,16-20-454 0,-14 11 201 0</inkml:trace>
  <inkml:trace contextRef="#ctx0" brushRef="#br0" timeOffset="-170924.9">21458 15294 92 0,'0'0'212'0,"4"-4"-18"16,-4 4-23-16,0 0-18 0,0 0-38 0,0 0-39 16,0 0-40-16,0 0-39 0,0 0-55 0,0 0-107 15,0 0-179-15,0 0 79 0</inkml:trace>
  <inkml:trace contextRef="#ctx0" brushRef="#br0" timeOffset="-169526.41">8617 16976 67 0,'0'0'213'15,"-5"-11"-21"-15,5 11-7 0,-3-6-15 0,3 6-15 16,-5-5-16-16,5 5-19 0,0 0-11 0,0 0-16 16,0 0-6-16,0 0-10 0,0 0-4 0,0 0-10 15,0 0-3-15,8 19-11 0,-6-5 0 0,0-2-4 16,-1 8-2-16,0-3 31 0,-1 2-7 0,2 7-1 16,-1-6-7-16,1 6-4 0,0-6-3 0,-2 3-4 15,1 2-4-15,0-8-7 0,-1 0 2 0,2-1-5 16,-1-3-5-16,0 3 0 0,2-4-5 0,-3 0 2 15,1-2-5-15,0 1-4 0,-1-11 2 0,4 16-3 16,-1-10-5-16,-3-6 4 0,2 14-7 0,-2-14-20 16,3 11-17-16,-3-11-27 0,2 10-18 0,-2-10-24 15,0 0-16-15,0 0-12 0,4 11-10 0,-4-11-28 16,0 0-26-16,0 0-107 0,0 0-322 0,0 0 143 16</inkml:trace>
  <inkml:trace contextRef="#ctx0" brushRef="#br0" timeOffset="-169279.89">8566 16969 150 0,'10'-24'166'0,"4"2"-11"0,-1 7-11 16,7-3-7-16,0 7-8 0,1-2-8 0,-1 4-22 16,1 3-3-16,-1 2-12 0,0 2-3 0,-1 4-8 15,-1 2-11-15,-2-1-5 0,-1 6-4 0,-1 3-5 16,-3 2-7-16,-4 3-12 0,-2 0 4 0,-3 3 1 15,-4-2-6-15,0 0-4 0,-1 1 0 0,-5 4-4 16,0-8-8-16,-1 3 8 0,3-2-17 0,-3-2-6 16,-1 0-11-16,1-4-6 0,2 0-3 0,0-3-10 15,7-7-18-15,-12 10-33 0,8-6-27 0,4-4-45 16,-6 9-82-16,6-9-259 0,0 0 115 0</inkml:trace>
  <inkml:trace contextRef="#ctx0" brushRef="#br0" timeOffset="-168754.1">9090 17376 32 0,'1'-10'244'16,"-1"10"-16"-16,0 0-17 0,-1-17-19 0,1 17-4 15,-6-11-16-15,0 6-18 0,6 5-7 0,-15-11-17 16,6 6-10-16,-2 1-13 0,-1 0-3 0,1 3-8 16,11 1-11-16,-26 3-5 0,13 2-14 0,1 0-4 15,1 0-8-15,-3 3-6 0,1 1-3 0,2 3-10 16,2-4 0-16,1 1-3 0,3 0-5 0,1 0-1 16,3 2-2-16,0-4-5 0,2 2 1 0,0-1-2 15,-1-8-1-15,11 16-1 0,-5-8-2 0,4-3 1 16,-1 1-4-16,2-3-4 0,1 0 3 0,0-2 0 15,3-1 0-15,-2-1-2 0,0-3 2 0,4 2-6 16,0-4 3-16,-4 0 0 0,1-3 3 16,1-3-1-16,-4 0-5 0,-4 3 0 0,3-7 1 15,-5 2 1-15,3-4-4 0,-3 1 6 0,-1 0-3 16,0-4-1-16,-4 2 1 0,1-4 5 0,-3-4-6 16,-3 2 11-16,3 6 13 0,0 0 7 0,3 2 14 0,-3 6-1 15,2 11-2-15,1-22 2 0,-1 22-4 0,-3-14-7 16,3 14-4-16,0 0-8 0,-1-13-6 0,1 13-2 15,0 0-4-15,0 0 2 0,0 0-4 0,0 0-2 16,8 40 0-16,-5-22 0 0,0 9-1 16,-3-2-2-16,2 0 3 0,0 0 1 0,0-4-3 15,2 4-1-15,-3 0 0 0,1-6-4 0,-1 7-18 16,2-7-19-16,-3 0-31 0,-2-2-36 0,5 2-27 16,-3-2-39-16,4 1-54 0,-2-7-41 0,1 5-168 15,-2-3-468-15,-1-13 208 0</inkml:trace>
  <inkml:trace contextRef="#ctx0" brushRef="#br0" timeOffset="-168517.69">9503 17307 204 0,'-13'-13'249'0,"8"9"-9"15,5 4-18-15,-18-4-14 0,10 2-14 0,8 2-16 16,-16 2-15-16,4 5-14 0,2-1-11 0,0 1-12 15,-2 6-11-15,6-2-8 0,-3 2-17 0,-1 2-2 16,3 1-7-16,1-1-7 0,5 3-9 16,-3-3-7-16,5-3-3 0,-1 5-7 0,3-6-5 15,3 4-18-15,-1-5-17 0,7 5-27 0,-3-8-29 0,1 3-39 16,1-4-34-16,6-1-40 0,3 2-42 0,1-4-179 16,1 1-414-16,6-3 184 0</inkml:trace>
  <inkml:trace contextRef="#ctx0" brushRef="#br0" timeOffset="-168349.69">10077 17335 242 0,'6'-2'222'0,"-6"2"-23"0,15-7-12 16,-6 3-24-16,3 4-14 0,-12 0-20 0,24-3-32 15,-13 3-45-15,-11 0-49 0,21 0-51 0,-8 0-58 16,-13 0-110-16,13 3-232 0,-13-3 104 0</inkml:trace>
  <inkml:trace contextRef="#ctx0" brushRef="#br0" timeOffset="-168190.09">10142 17427 1892 0,'-10'6'186'0,"10"-6"-76"16,-11 4-49-16,11-4-9 0,-6 4 3 0,6-4 21 16,0 0 6-16,-10 3 2 0,10-3-4 0,0 0-13 15,0 0 9-15,0 0-4 0,0 0-1 16,0 0-15-16,0 0 2 0,0 0-10 0,36 3-10 15,-25-2-28-15,-1-1-32 0,2 1-33 0,2-1-41 16,-14 0-71-16,24 0-49 0,-11 2-221 0,-13-2-472 16,20 0 209-16</inkml:trace>
  <inkml:trace contextRef="#ctx0" brushRef="#br0" timeOffset="-166476.46">11665 17126 75 0,'0'0'192'0,"-10"-2"-7"0,10 2-10 15,-6-3-18-15,6 3-11 0,0 0-22 0,0 0-16 16,0 0-3-16,0 0-11 0,13-9-8 0,-1 5-7 16,6 1-13-16,9-5 0 0,1 4-14 15,4-2-14-15,-1-1-31 0,3 3-25 0,-2-2-34 0,0 1-22 16,-1-2-34-16,-2 6-14 0,0-1-109 0,-12-1-249 15,2 2 111-15</inkml:trace>
  <inkml:trace contextRef="#ctx0" brushRef="#br0" timeOffset="-166074.05">11962 17024 62 0,'-8'2'126'0,"8"-2"7"16,-5 7 16-16,5-7-20 0,-4 15 6 0,4-5-1 15,-2 3-6-15,2 3-7 0,0 3 18 16,0-1-2-16,-2 7-14 0,2-6-6 16,4 0-16-16,-2 0-10 0,-1 1-10 0,0-2-5 0,1 1-4 15,0-1-11-15,-1 0-4 0,3-1-8 0,-4-5-11 16,2 1 4-16,0-1-1 0,-1 0-3 0,0-3-6 16,-1 1-3-16,0-10-5 0,0 17 0 0,0-17-5 15,-2 15 1-15,2-15-6 0,0 13-5 0,0-13-11 16,-2 10-7-16,2-10-3 0,0 0-8 0,-4 12-6 15,4-12-7-15,0 0-7 0,-8 5 1 0,8-5 0 16,-12 1 6-16,12-1 1 0,-11 3 0 0,11-3 4 16,-12 1 3-16,12-1 4 0,-15 1 1 0,15-1 0 15,0 0 6-15,-16-1 0 0,16 1 8 0,0 0 4 16,-11 1-2-16,11-1-1 0,0 0 13 0,0 0-12 16,0 0 5-16,0 0 8 0,0 0 0 0,0 0 14 15,0 0-5-15,0 0 2 0,0 0-5 0,36 8 1 16,-23-8-2-16,6 0 0 0,0 1-4 0,0-1-23 15,3 0-26-15,0-1-32 0,-2 1-24 16,7-4-30-16,-6 3-38 0,-4-1-124 0,2 1-312 0,-6 0 139 16</inkml:trace>
  <inkml:trace contextRef="#ctx0" brushRef="#br0" timeOffset="-165174.18">12415 17403 113 0,'0'0'186'0,"0"0"-10"0,0 0-11 16,0 0-12-16,-9-15-12 0,9 15-7 0,-7-7-10 0,7 7-4 15,-12-5-8-15,12 5-11 0,-13-2-7 16,13 2-14-16,-14 0-8 0,14 0-6 0,-11 3-6 15,11-3-5-15,-16 6-6 0,9-2-5 0,1 0-6 16,6-4-1-16,-11 12-1 0,7-6-7 0,-2 0-2 16,2-1-2-16,0 1-4 0,4-6-4 0,-3 9 2 15,3-9-3-15,-3 8 1 0,3-8-5 16,0 0 3-16,-3 8 0 0,3-8 3 0,-5 3 3 0,5-3 6 16,0 0 7-16,0 0 8 0,0 0-5 0,0 0-2 15,0 0-5-15,0 0-2 0,0 0-4 0,0 0-3 16,0 0-7-16,0 0 0 0,8-21 4 0,-8 21-5 15,6-8 3-15,-6 8 2 0,2-9-7 0,-2 9 3 16,4-8-3-16,-3 2-2 0,-1 6-1 0,1-9 2 16,-1 9-2-16,0-10-3 0,0 10 4 0,-1-9-4 15,1 9 0-15,-3-11 7 0,3 11 2 0,-4-5 0 16,4 5 0-16,-2-6 1 0,2 6 0 0,0 0-6 16,-7-4-3-16,7 4 1 0,0 0-4 15,0 0 2-15,-16 9-4 0,11-5 1 0,-1 4 2 16,1-1-4-16,2 1 0 0,-5-1-1 0,3 1 4 15,1 1-4-15,-2-2 0 0,2 3 4 0,1-3 1 16,3 2-4-16,0-9-4 0,0 11 7 0,0-5 4 0,0-6-8 16,4 12 4-16,-4-12-1 0,7 9 1 15,-3-5 1-15,-4-4 0 0,14 4 1 0,-7-2-5 16,3-1 2-16,-10-1-2 0,21-1 3 0,-10-1 0 16,-1 0 7-16,3-2-8 0,-13 4 5 0,15-8-3 15,-5 2-4-15,-4-1-2 0,-1-1-6 0,3-1 0 16,-3-2-4-16,-2 1 3 0,1-1 1 0,-1-1-3 15,0 0 7-15,-2-1-3 0,1-3 4 0,-2-3-2 16,0 2 1-16,0 1 0 0,-2 0 3 0,1 5 5 16,-2-1 0-16,2 2 2 0,1 10 8 0,-2-19 6 15,2 19 8-15,-4-10 0 0,4 10-4 0,-3-8-3 16,3 8-7-16,0 0 1 0,0 0-8 0,0 0 0 16,0 0 1-16,0 0-4 0,0 0 3 0,0 0-2 15,7 32-2-15,-5-14 3 0,-1 0 0 0,0 1-1 16,1 0-2-16,-2 0 3 0,3 7 0 0,-3-7-4 15,-2 0 3-15,2 1-1 0,0-2 0 0,0 0-23 16,2-2-20-16,-2 2-31 0,-2-2-22 0,1 0-37 16,1-16-43-16,0 23-29 0,1-12-23 0,1 0-159 15,-2-11-414-15,0 16 184 0</inkml:trace>
  <inkml:trace contextRef="#ctx0" brushRef="#br0" timeOffset="-164945.72">12607 17381 198 0,'2'-10'219'0,"-1"0"-2"0,-1 10-13 0,-1-13-1 16,1 13-11-16,0 0-11 0,-4-15-15 0,4 15-8 15,0 0-18-15,-9-3-12 0,9 3-8 0,0 0-4 16,-25 14-12-16,17-4-6 0,1-2-11 0,-5 7-7 16,6-4-11-16,0 0-3 0,3 1-7 0,-1-1-8 15,4 0 5-15,-2 1-9 0,2-1-5 0,2-1-4 16,2-1-5-16,1 1-8 0,3-3-17 0,2 0-26 15,1 0-27-15,-3-4-34 0,-8-3-35 0,21 6-51 16,-10-5-42-16,3 0-207 0,-14-1-447 16,0 0 199-16</inkml:trace>
  <inkml:trace contextRef="#ctx0" brushRef="#br0" timeOffset="-164576.43">12035 16868 1309 0,'-2'-16'51'0,"0"7"36"15,2 9-41-15,-3-11-21 0,3 11-9 0,0 0-9 16,5-13 6-16,-5 13 14 0,10-4-1 0,-10 4 6 15,17 1 1-15,-17-1 1 0,22 6 2 0,-12-2-4 16,0 1-1-16,-1 2-3 0,1 3-1 0,-1-2 3 16,-1 3-10-16,-2 3 8 0,2-2-10 0,-6 4 9 15,-2-5-3-15,0-1-1 0,0 1 1 0,-2-1 6 16,-4 1 3-16,2-2 2 0,0 1 1 0,-2-4 3 16,3 0 3-16,3-6 0 0,-4 6-1 0,4-6-1 15,-5 7-7-15,5-7-2 0,0 0-4 0,0 0-2 16,10 5-5-16,3-5-17 0,5-2-12 0,11-2-30 15,3-3-36-15,5 2-22 0,-1-1-38 16,2 2-9-16,-1-3-195 0,-2 4-367 0,1 3 162 16</inkml:trace>
  <inkml:trace contextRef="#ctx0" brushRef="#br0" timeOffset="-164240.3">13017 17135 73 0,'0'0'267'0,"-10"-20"-10"16,10 20-9-16,0 0-18 0,0 0-5 0,0 0-16 15,-4-6-23-15,4 6-21 0,0 0-17 0,0 0-19 16,0 0-12-16,0 0-14 0,0 0-2 0,0 0-5 15,6 32-5-15,-4-15-5 0,-2 2-8 0,-2 7-8 16,2-6 0-16,-2 6-8 0,0-6-10 16,0 0-4-16,2-1-7 0,-2 1-2 0,-1-1-1 0,3-3-6 15,0 2-3-15,-4-2-3 0,4 0-2 0,0-4 5 16,0-2-12-16,0 2-17 0,0-12-24 16,0 20-23-16,-2-14-33 0,2-6-29 0,2 16-34 15,-2-16-12-15,0 10-57 0,0-10-31 0,-2 10-153 16,2-10-428-16,0 0 189 0</inkml:trace>
  <inkml:trace contextRef="#ctx0" brushRef="#br0" timeOffset="-163946.45">12996 17094 166 0,'7'-7'195'0,"4"1"-15"16,0 4-10-16,0 0-13 0,-11 2-9 0,21 9-10 15,-12-4-10-15,0 2-13 0,-2 3-10 0,-3 1-5 16,1 0-14-16,-1 7-3 0,-4-3-5 0,0 2-1 16,-2 0-6-16,-3-2-7 0,-1 2-2 0,-4-4-3 15,1-3-2-15,1 3 0 0,1-3-4 0,-3-2-6 16,2 1 0-16,1-3-6 0,7-6-3 16,-9 7 0-16,4-4-8 0,5-3 1 0,-6 7-5 15,6-7-6-15,0 0-4 0,-3 6 1 0,3-6-2 16,0 0 1-16,11 7 0 0,-11-7-23 0,21 6-25 15,-7-4-33-15,3 0-34 0,2 1-27 0,-2-1-27 16,2-1-21-16,1 2-21 0,-3-1-121 0,2 0-343 16,-6 0 152-16</inkml:trace>
  <inkml:trace contextRef="#ctx0" brushRef="#br0" timeOffset="-163693.97">13340 17305 107 0,'0'0'199'0,"0"0"2"16,6-5 1-16,-6 5-4 0,0 0 1 0,0 0-17 15,0 0-7-15,0 0-14 0,0 0-16 0,0 0 3 16,0 0 0-16,0 0 5 0,0 0 2 0,2 26 4 16,-4-16 3-16,2 2-13 0,-4 2-13 0,2 0-12 15,-1 1 7-15,1 2-26 0,0-1-6 0,0-1-7 16,0-3-7-16,2 5-1 0,0-6-19 16,0 0 2-16,2 0-16 0,0-1 0 0,0 1-5 0,-2-11-1 15,3 20-5-15,3-11-1 0,-6-9-2 0,8 13-3 16,0-7-5-16,1 1-9 0,2-3-26 0,3-2-31 15,3 2-41-15,-1-2-34 0,3-3-49 0,2 0-34 16,2-2-47-16,4-4-40 0,2 0-237 0,-11 1-562 16,9-4 250-16</inkml:trace>
  <inkml:trace contextRef="#ctx0" brushRef="#br0" timeOffset="-163517.72">14170 17287 1841 0,'5'-4'96'0,"-5"4"12"15,10-7-30-15,-10 7-5 0,9-5 2 0,-9 5 15 16,4-6 5-16,-4 6-12 0,0 0-9 0,11-4-7 16,-11 4-8-16,9-5-7 0,0 1-2 0,2 1-8 15,1 2-6-15,1 0-28 0,7-1-37 0,-3 2-40 16,-17 0-46-16,24 4-26 0,-11-2-59 0,-4 1-196 16,-9-3-428-16,17 7 189 0</inkml:trace>
  <inkml:trace contextRef="#ctx0" brushRef="#br0" timeOffset="-163362.09">14265 17396 199 0,'0'0'244'0,"-6"3"-1"0,6-3-9 15,0 0-6-15,0 0-19 0,0 0-19 16,-9 6-17-16,9-6-14 0,0 0-15 0,0 0-8 16,0 0-21-16,29 3-24 0,-16-4-42 0,1 0-43 15,-14 1-64-15,34-1-50 0,-15-2-68 0,0 2-171 16,4-3-375-16,-4 0 166 0</inkml:trace>
  <inkml:trace contextRef="#ctx0" brushRef="#br0" timeOffset="-159498.15">15357 16939 118 0,'-3'-10'175'0,"3"10"-14"16,0-20-3-16,-1 9-4 0,1 11 12 0,-2-18-10 15,2 8 0-15,0 10-11 0,0-16-1 16,0 16-5-16,0 0-7 0,-2-13-12 0,2 13-18 16,0 0-8-16,0 0-9 0,-1-9-10 0,1 9-9 15,0 0-5-15,0 0-7 0,0 0 4 0,0 0-7 0,6 31 0 16,-6-19-6-16,3 7 1 0,-2 0-6 0,2-1-1 15,1 8-3-15,-3-7-3 0,1 5-2 0,-2-5-3 16,0 0 1-16,3 0-2 0,-2 1-11 16,-1-2 9-16,2 0 0 0,-1 0-3 0,0-1-4 15,-1-2-2-15,3 1 1 0,-3-5-3 0,5 5 1 16,-4-5-4-16,3 1-17 0,-2-2-25 0,0 0-26 16,2-1-33-16,-1-1-23 0,-3-8-36 0,6 13-38 15,-3-9-43-15,0 2-153 0,-3-6-412 0,0 0 182 0</inkml:trace>
  <inkml:trace contextRef="#ctx0" brushRef="#br0" timeOffset="-159302.39">15618 17090 16 0,'2'-3'242'0,"-2"3"-8"15,0 0-7-15,3-8-14 0,-3 8-13 0,0 0-19 16,0 0-15-16,0 0-21 0,2-6-17 0,-2 6-12 15,0 0-16-15,0 0-2 0,0 0-33 0,0 0-31 16,12 11-25-16,-12-11-20 0,5 10-35 0,-5-10-41 16,6 11-49-16,-2-5-41 0,-2 1-110 0,-2-7-310 15,5 12 138-15</inkml:trace>
  <inkml:trace contextRef="#ctx0" brushRef="#br0" timeOffset="-158862">15910 16884 42 0,'9'-7'225'16,"0"0"-10"-16,7 0-8 0,-4 2-8 0,4-2-12 16,3 5-16-16,1-2-15 0,1 4-10 0,1 0-17 15,-3 2-13-15,-1 2-11 0,1 1-13 0,-4 1-4 16,-3-1-14-16,-2 3-4 0,-1 0-7 0,-2 1-8 15,0 1-2-15,-6 0-11 0,-1 1 3 0,0-11-8 16,-9 25 1-16,-1-11-5 0,-3-1-4 0,0 0 1 16,-5 1-5-16,1-4-3 0,0 0 1 0,3 1-6 15,5-5-4-15,-3 2-4 0,5-3 2 0,0 0-7 16,7-5-8-16,-9 4-7 0,9-4-8 16,0 0 6-16,-6 6 0 0,6-6 1 0,0 0-1 15,0 0 4-15,0 0-6 0,24 10 12 0,-12-7-5 0,-2-2 0 16,1 2 3-16,2 0-4 0,-13-3 4 0,21 4 1 15,-12-1 0-15,0 0-3 0,1 2 2 0,-10-5-1 16,11 6 4-16,-7-2-1 0,-2 0 2 0,-2-4-1 16,3 10 2-16,-3-10 3 0,-2 11-5 0,-3-5 3 15,5-6-3-15,-14 13 4 0,3-7-1 16,0 0-1-16,-1-1 3 0,-5 2-2 0,4 0-2 16,1-4 0-16,1 1-4 0,3-1-11 0,8-3-18 15,-14 6-26-15,14-6-37 0,-6 3-48 0,6-3-65 0,0 0-128 16,0 0-367-16,0 0 163 0</inkml:trace>
  <inkml:trace contextRef="#ctx0" brushRef="#br0" timeOffset="-158092.65">16229 16858 180 0,'0'0'181'0,"0"0"-4"0,-7-6-16 0,7 6-2 15,0 0-13-15,0 0-13 0,-1-8-8 16,1 8-13-16,0 0-6 0,0 0-9 0,0 0-5 15,0 0-7-15,0 0-6 0,0 0-6 0,0 0-3 16,-3-7-6-16,3 7-1 0,0 0-10 0,0 0 1 16,0 0-8-16,0 0-4 0,0 0-3 0,17-5-6 15,-9 5 1-15,-1-2-6 0,1 1 0 0,0-2-2 16,-8 3-6-16,15 0-1 0,-7 0-5 0,-8 0 1 16,15 1 1-16,-6 1-4 0,-3 0-1 0,1-1 0 15,2 5 3-15,-3-1-7 0,0 3 5 0,-2 1-8 16,0 1 7-16,-3 0-4 0,-1 0 0 0,-1 2-3 15,-3-1 6-15,-2 1-6 0,-3-3 3 0,-1 2-1 16,-1-2-3-16,-1 2 3 0,-2 0-5 0,0-1 3 16,5-2 1-16,0 0-5 0,0-3 1 0,-1 1 2 15,4-2-1-15,1 0 0 0,0-1 1 0,5-3-5 16,-10 5 4-16,10-5-1 0,-5 4 0 16,5-4-5-16,0 0 3 0,0 0-4 0,0 0 3 0,0 0 0 15,15 8 2-15,-5-8-1 0,3 2-2 0,1 0 3 16,-1 0-5-16,1-1 6 0,-2 2-3 0,0 1 5 15,-1-1-7-15,-2 0 0 0,1 1 1 16,-4-2-3-16,-1 2 4 0,0-2 0 0,-1 2 1 0,0 2-1 16,-4-6 0-16,6 7-1 0,-6-7 4 0,-5 11-1 15,5-11 0-15,-10 8 3 0,2-2-3 16,1-2-1-16,-3-1 0 0,-1 1 4 0,0-1-4 16,-2-1 4-16,3 0-6 0,0-1 6 0,-2-1-6 0,3 3-3 15,0-3-6-15,9 0-11 0,0 0-19 0,-18 2-24 16,18-2-32-16,0 0-31 0,-14-2-35 0,14 2-45 15,0 0-114-15,-13-3-349 0,13 3 154 16</inkml:trace>
  <inkml:trace contextRef="#ctx0" brushRef="#br0" timeOffset="-156796.58">16736 16769 194 0,'0'-12'208'0,"0"12"3"0,1-9-7 0,-1 9-12 16,0 0-12-16,0 0-21 0,0 0-15 0,0-13-20 15,0 13-13-15,0 0-14 0,0 0-7 0,0 0-3 16,0 0-2-16,0 0-6 0,0 0-11 0,-4 46 2 15,4-29-10-15,-1 0-2 0,2-6-3 0,-2 8-5 16,1-2-3-16,1 0-2 0,2-1-4 0,-3 0-4 16,4 0-2-16,-2-4-11 0,0-2 5 0,-1 2 3 15,-1-12-5-15,6 15-5 0,-4-8 1 0,1 2 1 16,-3-9-2-16,6 10-3 0,-1-5 4 0,-5-5 0 16,8 8-4-16,-8-8 0 0,11 4 4 0,-11-4 0 15,9 2 0-15,-9-2-1 0,0 0-3 0,20-5 2 16,-12 0 1-16,-8 5 0 0,13-9-2 0,-8 5 1 15,2-2-1-15,-7 6-4 0,18-19 0 0,-9 7-5 16,-2 3 1-16,-2-2-7 0,2 0 5 0,0 1 0 16,-2-1-2-16,1 4-2 0,-6 7-9 0,8-12 4 15,-8 12 2-15,6-7-1 0,-6 7-4 0,0 0 3 16,0 0-2-16,0 0-2 0,0 0-8 0,13 1 10 16,-13-1 0-16,9 14-1 0,-5-6-2 15,4 2 5-15,-5-1-3 0,1 0-1 0,3 2 7 16,-2-2-3-16,0 0-1 0,0-3 0 0,3 4-8 15,-2-5 10-15,-2 3 0 0,-4-8-2 0,11 8 7 16,-4-3-4-16,-7-5-2 0,13 4 4 0,-13-4-11 0,16 0 12 16,-16 0-2-16,14-2 1 0,-6-3 0 0,2 2 0 15,-2-4-2-15,0 1 5 0,0 0-2 16,0-1 0-16,0-7 1 0,-3 2-3 0,0 0 3 16,1-5-4-16,-1-2 3 0,-1 1 1 0,0 2 0 15,-1-4-5-15,-2 4 5 0,0-2-6 0,-2 1 1 16,-2 0 0-16,2 2 1 0,0 4 1 0,0-5-4 15,-2 6 2-15,2 1-4 0,1 9-4 0,-3-13-9 16,3 13-33-16,-2-9-20 0,2 9-36 0,0 0-32 16,0 0-10-16,0 0-35 0,0 0-25 0,0 0-48 15,0 0-130-15,0 0-415 0,0 0 185 0</inkml:trace>
  <inkml:trace contextRef="#ctx0" brushRef="#br0" timeOffset="-156637.22">17266 16740 83 0,'5'-10'202'0,"-5"10"-16"15,4-6-20-15,-4 6-18 0,0 0-19 16,0 0-30-16,0 0-32 0,0 0-40 0,0 0-46 0,16 0-39 16,-16 0-114-16,0 0-186 0,0 0 83 15</inkml:trace>
  <inkml:trace contextRef="#ctx0" brushRef="#br0" timeOffset="-156364.83">16232 17360 69 0,'0'0'203'0,"21"5"-11"0,-7-7-6 16,6 1-18-16,8-3-15 0,7 3-12 0,3-5-13 16,16-1-14-16,-3 1-12 0,4 1-13 0,3-4-24 15,0 2-48-15,-1 1-62 0,3-3-71 0,-5 7-129 16,-5-4-264-16,-12 1 117 0</inkml:trace>
  <inkml:trace contextRef="#ctx0" brushRef="#br0" timeOffset="-156199.52">17504 17179 90 0,'0'0'189'0,"8"-6"-24"15,-8 6-38-15,0 0-24 0,0 0-43 0,0 0-61 16,0 0-58-16,7-5-54 0,-7 5-121 0,0 0 53 16</inkml:trace>
  <inkml:trace contextRef="#ctx0" brushRef="#br0" timeOffset="-153147.85">24176 7701 76 0,'0'0'140'0,"0"-9"-5"0,0 9-18 0,0 0-12 16,0 0-11-16,0 0-7 0,0 0-11 0,3-6-7 16,-3 6-4-16,0 0-10 0,0 0 9 0,0 0-2 15,0 0-10-15,15 21 2 0,-10-10 4 0,2-1-8 16,2 3-1-16,0 5-5 0,-3 0-4 0,6 4-2 16,-3 3-3-16,-1 2-7 0,2-1 2 0,0 2 1 15,1 0-3-15,-3 4-5 0,0-2-2 0,3 3 1 16,-3 0 1-16,1 1 0 0,0 10 1 0,2-10 2 15,-2 12 1-15,-2-1 2 0,0-8-4 0,-1 12 8 0,1 4-3 16,-2-2-3-16,1-2-2 0,-3 2 4 16,5 1-6-16,-3 2 2 0,-1-3 2 0,3 2 2 15,-2-2 2-15,3 1-7 0,0-3 3 0,-2 3-2 16,1 3 3-16,3 3 3 0,-2 0 5 0,4 23-7 16,1-24-3-16,-5 1 1 0,4 24-1 0,0-24 0 15,2 23 2-15,-1-27-4 0,-2 5 2 0,1 0-3 16,6 20-1-16,1-1 4 0,-10-20-2 0,9 27-6 15,-6-5 4-15,0 0-2 0,-2-21-2 0,5 23 1 0,-2-2-5 16,1 2-1-16,4-2 0 0,0-1 0 0,-2 3 1 16,0 2-3-16,2-5-1 0,-1 1-4 15,3 3 1-15,0-4-1 0,-2 4 0 0,-2 0-1 16,-5 5 2-16,2 3 0 0,-5 4 0 0,-2 1-3 0,-1 2-4 16,-5 0 4-16,1-1-4 0,-4 3 0 0,-3 3 4 15,1 3-3-15,-9 0 2 0,5-1 0 0,-5 3-1 16,-1 3-5-16,3-2 2 0,-3 10 4 0,0-4 0 15,-2 5-2-15,3 1-1 0,-3-5-2 0,11 2 3 16,-1-1 3-16,5 2 13 0,-2 1-9 0,3-1 17 16,6-3-1-16,-5-4-2 0,-6 2-10 0,3-2 0 15,-2-1-6-15,0 7 1 0,-5-5 1 0,0-2-2 16,2-5 4-16,-2 0 2 0,-3 4 10 0,0-7 1 16,0-2 4-16,1 3-22 0,-1-4 3 0,-1-4-1 15,2-2 2-15,-6-1-3 0,1-2-1 0,-1-6 1 16,-5 0-6-16,8-26-7 0,-14 21-8 0,1-4 19 15,5-27-16-15,0 2-11 0,-1-5-14 0,-5 0-8 16,-1-6 0-16,0-3-3 0,1-14 3 16,-3-1 1-16,1-5 0 0,-2-4-8 0,-3-6-12 15,-4-3-8-15,0-8-11 0,-10-7-15 0,1-4-23 0,6-11-11 16,1-5-35-16,6-12-31 0,-2-6-116 0,-8-32-341 16,5 1 151-16</inkml:trace>
  <inkml:trace contextRef="#ctx0" brushRef="#br0" timeOffset="-152249.58">25697 6751 175 0,'-2'-10'178'0,"2"0"6"0,0-1 6 0,0 1-2 15,-4 0 4-15,3 1-5 0,-1 1-6 16,2 8-9-16,-2-11-4 0,0 4-12 0,2 7-14 16,-2-9-13-16,2 9-11 0,0 0-20 0,-4-7-9 0,4 7-13 15,0 0-8-15,0 0-6 0,0 0-7 0,0 0-2 16,-3 32-6-16,1-14-4 0,2 8 1 0,0 3-3 15,0-2-8-15,0 7-2 0,0 1-1 0,-2-6-2 16,2 2-2-16,2-2 0 0,-2 2-2 0,2-2-6 16,0-6-4-16,-1-3 2 0,0 1-1 0,2-2-4 15,-3-4 3-15,2 0-3 0,0-2-16 0,-2 0-26 16,2-2-27-16,0-1-26 0,-2 1-32 0,1-3-23 16,-1-8-21-16,4 11-13 0,-4-7-20 0,0-4-15 15,0 0-153-15,0 0-392 0,-9 6 174 0</inkml:trace>
  <inkml:trace contextRef="#ctx0" brushRef="#br0" timeOffset="-151996.65">25671 6709 47 0,'2'-18'174'0,"3"1"-13"0,3 2-5 0,-2 1-7 15,4-2-9-15,-1 9-5 0,0-2-12 0,-1 2-3 16,5 3-7-16,0-1-12 0,1 3-10 0,-2 2-10 15,2 1-5-15,-1 3-3 0,0 1-9 0,0 0-2 16,-3 3-10-16,-3 1-5 0,1 2-2 0,-2 1-3 16,-4 1-3-16,-2 3-4 0,0 1-2 0,-5 0-2 15,-4-1-2-15,0 2 1 0,-6 2-7 0,-3-1 0 16,5-3-1-16,-1-1-2 0,-1-1-15 16,-6 2-23-16,6-4-26 0,-2-1-27 0,4 2-41 0,2-5-36 15,2 1-32-15,0 0-116 0,-1 0-318 0,1-2 140 16</inkml:trace>
  <inkml:trace contextRef="#ctx0" brushRef="#br0" timeOffset="-151555.96">26057 6995 166 0,'0'0'245'0,"2"-12"-21"0,-2 12-13 15,0 0-10-15,-4-10-18 0,4 10-15 0,-9-4-15 16,9 4-18-16,-14-2-11 0,7 2-10 0,7 0-14 16,-22 5-4-16,11 0-8 0,0 0-10 0,-1 5-3 15,-1 3-8-15,1 0-11 0,3-4 2 0,-1 5-14 16,0-2-5-16,5-1-3 0,1 0 0 0,2 1-3 16,0 0-9-16,2-3-3 0,2 2 6 0,2-1-5 15,1-1-1-15,4-2-2 0,-2-2 2 0,0 1-4 16,3-3 1-16,2-2-3 0,-3 2 1 0,3-5-2 15,-1 0 0-15,-1-3 4 0,0 2-4 0,-1-3-2 16,2-1 0-16,-3 0-6 0,2-2 4 0,-4 1 0 16,3 0-2-16,-4-1 0 0,0-2 0 0,-1-1 1 15,-2 2-3-15,1-3 0 0,1 0 4 0,-4 7 0 16,2-4 13-16,-2 10-4 0,2-10 5 0,0 4-9 16,-2 6-1-16,3-7-4 0,-3 7-6 0,0 0 3 15,0 0-3-15,0 0-3 0,0 0 3 0,0 0-3 16,0 0 0-16,2 26 1 0,0-16 0 0,-2 0 1 15,3 2-2-15,-3 1 2 0,2-1-9 0,0-4-17 16,-2 5-24-16,3-4-27 0,-1 2-33 0,0 0-40 16,0-2-44-16,1 1-34 0,1-4-183 0,-2 0-441 15,-2-6 195-15</inkml:trace>
  <inkml:trace contextRef="#ctx0" brushRef="#br0" timeOffset="-151326.48">26423 6985 11 0,'-4'-11'231'16,"4"11"-9"-16,-7-4-9 0,7 4-7 0,-12-1-11 15,12 1-17-15,-19 5-12 0,9 2-8 0,1 0-11 16,-4 2-13-16,-5 3-16 0,7 1 2 0,-1 3-12 16,1 0-8-16,0 0-11 0,2 0-8 0,2-3-3 15,3 2-9-15,-1-2-9 0,3-2-6 0,0 1-3 16,2-2-8-16,2 1-3 0,1 0-13 0,3-3-25 15,0 1-29-15,1-3-43 0,3 1-51 0,3-2-52 16,-2-1-47-16,1-2-162 0,1-2-413 0,3-1 182 16</inkml:trace>
  <inkml:trace contextRef="#ctx0" brushRef="#br0" timeOffset="-151140.65">26859 6943 233 0,'4'-5'264'0,"-4"5"-15"16,0 0-22-16,0 0-23 0,10-7-23 0,-10 7-18 15,10-6-15-15,-1 6-21 0,5-3-34 0,-5 1-40 16,2 1-45-16,-11 1-47 0,22-1-47 0,-15 1-44 16,0-2-153-16,-7 2-306 0,0 0 135 0</inkml:trace>
  <inkml:trace contextRef="#ctx0" brushRef="#br0" timeOffset="-150981.06">26854 7006 82 0,'0'0'227'0,"0"0"-7"0,0 0-12 16,0 0-11-16,0 0-16 0,9 8-16 0,-9-8-20 16,18-2-10-16,-7 1-13 0,3 0-21 0,-1 0-40 15,1-2-46-15,-1 2-53 0,6-5-69 0,-4 4-179 16,1-3-309-16,1 1 136 0</inkml:trace>
  <inkml:trace contextRef="#ctx0" brushRef="#br0" timeOffset="-129887.73">27582 6677 12 0,'-5'-7'142'16,"5"7"-10"-16,-5-7 9 0,1 4-6 0,4 3 0 15,-6-6-9-15,6 6-4 0,-7-5 3 0,7 5-4 16,-6-4-6-16,6 4-8 0,0 0-7 0,-5-7-4 15,5 7-12-15,0 0-9 0,0 0-7 0,0 0-7 16,0 0-7-16,0 0-4 0,11-6-8 0,2 2-5 16,1 1-2-16,4 1-5 0,5-3-2 0,5 0-5 15,-7 2-12-15,-1-1-17 0,3 3-16 0,-1-2-24 16,-4 0-23-16,2 0-25 0,-3-2-17 0,2 1-22 16,-6 3-30-16,5-3-98 0,-9 1-282 0,3-2 124 15</inkml:trace>
  <inkml:trace contextRef="#ctx0" brushRef="#br0" timeOffset="-129481.77">27752 6543 18 0,'-1'9'119'0,"1"-9"-5"15,-5 13 5-15,5-4 4 0,-2 3-5 0,-2 4-6 16,1 1-6-16,-2 1-2 0,3-1-7 0,-1 3-10 15,-1-3-10-15,0 0-4 0,2 3-8 0,-3-1-6 16,-1-3-6-16,3-1-5 0,0 3-6 0,-1 0 2 16,2-3-5-16,0-1-7 0,2-4-2 0,-1 2-3 15,1-1-3-15,-2 0 2 0,2-11-4 0,2 19 0 16,-2-9-5-16,0-10-2 0,1 11-3 0,-1-11-5 16,0 0-6-16,-1 14 5 0,1-14-1 0,0 0 1 15,0 0-9-15,0 0-5 0,-8 5-19 0,8-5-3 16,0 0 1-16,-18-2-8 0,18 2 4 0,-20-3-1 15,10 1 7-15,10 2 2 0,-22-4 1 0,9 3 7 0,2-2-2 16,11 3 9-16,-21-2-2 0,21 2 6 16,-13-2-13-16,13 2 12 0,-10-2-3 0,10 2-6 15,0 0 4-15,0 0 9 0,0 0-8 0,0 0 8 16,0 0 3-16,0 0 0 0,0 0-5 0,0 0 7 16,0 0 1-16,0 0 0 0,40 6-4 0,-21-6 2 15,4 0 2-15,4-2-18 0,2-2-24 0,2 3-35 16,-2-3-30-16,-1 2-100 0,1-1-220 0,-9-3 97 15</inkml:trace>
  <inkml:trace contextRef="#ctx0" brushRef="#br0" timeOffset="-128550.45">27840 6324 121 0,'0'0'177'0,"-2"-11"-17"0,2 11-14 0,2-12-4 15,1 7-11-15,-3 5-6 0,6-12-10 0,-4 7-9 16,-2 5-9-16,10-7-8 0,-4 5-10 0,-6 2-1 16,17-3-17-16,-9 3-8 0,-8 0-2 0,11 3-9 15,-3 1 0-15,-5 1-8 0,5 0-2 0,-4 0-3 16,-2 3-3-16,0 1-3 0,-2 3 6 0,0-3 1 16,-4 2 1-16,3 1 0 0,-3-1-6 0,-1-2 3 15,1 1 0-15,0-3-4 0,-1 2 1 0,3-3-4 16,0-2 0-16,-2 3-2 0,4-7-5 0,0 0 0 0,-3 8 0 15,3-8 0-15,0 0 1 0,7 10-2 16,-3-7 0-16,9-2-11 0,5-1-16 0,3 2-26 16,-1-2-30-16,9 0-43 0,0 0-36 0,-2 0-48 15,-6 0-102-15,-2 1-321 0,-5 1 142 0</inkml:trace>
  <inkml:trace contextRef="#ctx0" brushRef="#br0" timeOffset="-128010.43">28107 6954 16 0,'-1'6'181'0,"1"-6"2"0,0 0-1 16,0 0-4-16,0 0-5 0,0 0-5 0,0 0-16 15,0 0-11-15,0 0-16 0,0 0-11 0,0 0-9 16,0 0-12-16,0 0-5 0,0 0-8 0,0 0-8 16,2-25-6-16,0 15-4 0,2 4-9 0,-2-3-6 15,0-1-6-15,0-5-3 0,1 2-3 0,-1 1-5 16,0-4-4-16,0 0-1 0,-2 3-2 0,1 2-3 16,-1-1 0-16,-1-1 5 0,0 2-4 0,1 2 4 15,-3 2-7-15,1 2 1 0,-1-3-3 0,3 8 0 16,-6-10 1-16,0 8-5 0,-1-4 1 0,2 1-5 15,-6 2-1-15,4 1-2 0,-4 0 3 0,2 1 1 16,9 1-6-16,-13 0-1 0,4-2-2 0,9 2-2 16,-12 0 3-16,12 0-4 0,-10 0-1 0,10 0-3 15,-10 2 0-15,10-2-2 0,0 0 1 0,0 0 0 16,0 0 5-16,0 0-1 0,0 0-1 0,23 10 2 16,-12-10 2-16,2 0-3 0,-1 2-1 0,3-2 1 15,-2 1 3-15,1 1-2 0,-1-2 2 0,-2 2-1 16,0 0-2-16,-1-1-1 0,-4 0-1 0,-1 3-1 15,4-2 7-15,-4 4-5 0,0-2-1 0,-1 1 1 16,-2 1 1-16,3 3 0 0,-2 0 0 0,1-1 2 0,-4 1 11 16,2 2-11-16,0 0 1 0,-4 0-4 15,4 3 5-15,-2-2 2 0,0-1-2 0,4 2-20 16,-4-1-15-16,2-2-26 0,0 1-36 0,-1 0-33 16,1-2-28-16,0 1-16 0,3-4-152 0,-5 0-353 0,0-6 156 15</inkml:trace>
  <inkml:trace contextRef="#ctx0" brushRef="#br0" timeOffset="-127215.52">28351 6872 84 0,'4'-4'159'0,"-4"4"-13"0,0 0-21 0,0 0-5 16,8-1 0-16,-8 1-1 0,0 0-1 0,7 10-5 15,-2-4-4-15,-3 0-8 0,0 5-10 0,1-6-8 16,1 4-8-16,-2-3-6 0,1 1-6 0,-2 0-3 0,2 0-10 15,-3-7-3-15,2 10-4 0,-2-10-4 16,2 8 0-16,-2-8 9 0,1 5 14 0,-1-5 16 16,0 0 10-16,0 0 0 0,0 0-6 0,0 0-7 15,0 0-7-15,0 0-7 0,0 0-7 0,0 0-2 0,0 0-7 16,0 0-6-16,-1-27-4 0,3 15-6 0,2 1 1 16,2-1-5-16,0-4-1 0,3 0-3 15,-3 2-8-15,0 3 0 0,1 1-2 0,3 2 3 16,-5 0-9-16,3 3 0 0,-2 1 0 0,2-1-7 0,-3 4 1 15,4-1 0-15,-9 2 0 0,14 3-5 0,-4 2 4 16,-5-1-2-16,2 2 3 0,-2 1-1 16,1 1 1-16,-2 2 0 0,-1-1-5 0,2 2 3 15,-3-2 0-15,2 0-2 0,-4-3 5 0,2 5-2 16,-2-11 1-16,4 12-3 0,-4-12-3 0,3 8 6 0,-3-8-1 16,0 5 2-16,0-5 3 0,0 0 0 0,2 7 3 15,-2-7-4-15,0 0 2 0,0 0-2 16,0 0 1-16,0 0-2 0,0 0-4 0,2-22 2 15,-1 12-2-15,3 1-3 0,1 0-5 0,-1-3 0 0,1 3-1 16,4-5 1-16,0 4-3 0,-1-4-2 0,4 2 0 16,-4 3 0-16,1 0 1 0,1 3 2 0,-1 0-4 15,-2 3 3-15,-1 1-2 0,0 0 1 16,-6 2 1-16,12 0 0 0,-12 0-2 0,11 5 1 0,-7 1 1 16,0 0 3-16,0-1 2 0,0 4 0 0,1 0 2 15,0-1 3-15,-1-2-3 0,0 1 0 0,1 2 5 16,1-2-2-16,-3-1 6 0,4 1-3 0,-1-1 3 15,2-3 0-15,1 1 1 0,1-3 2 0,1-1-3 16,0-1-1-16,1-3 5 0,-2 1-6 0,3-2 4 16,-2-1-2-16,1 0 1 0,-2-1-1 0,3-4 1 15,-1 3 0-15,-1 0-2 0,-1-2 2 0,0 2-3 16,-1-6 3-16,-2 4 1 0,0 0-2 0,-1 0 0 16,-3 4 0-16,0 0 2 0,-2-1 1 0,-1 7 4 15,4-10-1-15,-4 10-3 0,2-7-4 0,-2 7 2 16,3-5-3-16,-3 5-3 0,0 0-2 0,0 0 4 15,0 0 0-15,-19 12-2 0,10-5-7 0,1 0-6 16,0 1-7-16,2-1 0 0,0 3 4 0,3-1-1 16,1 1 3-16,2-1 1 0,1 1 2 0,0 0-1 15,2 2 12-15,2-1-8 0,-1-2 2 0,1 1-1 16,-1 0 1-16,1-1 3 0,-3-3 0 0,2 1-2 16,-1 0 3-16,-1-1 1 0,1 1-5 0,-3-7 6 0,1 9 2 15,-1-9 1-15,-4 11 0 0,2-5-3 16,2-6-23-16,-9 8-24 0,2-5-31 0,-2 1-47 15,-1 0-42-15,1 1-169 0,3-4-366 0,6-1 161 16</inkml:trace>
  <inkml:trace contextRef="#ctx0" brushRef="#br0" timeOffset="-124311.49">29470 6550 35 0,'0'0'162'0,"1"-12"-5"16,-2 5-6-16,1 7-6 0,1-12-9 0,-1 12-7 15,-1-9-3-15,1 9-5 0,-2-8-7 0,2 8-8 16,0 0-10-16,-2-9-12 0,2 9-8 0,0 0-12 16,-9 0-7-16,9 0-1 0,-9 11-7 0,-1-2 3 15,-3 6 4-15,1-1 1 0,-7 8-6 0,1 1 3 16,-2 0-7-16,3 4 0 0,1-1-3 0,3 0-4 16,0 1-3-16,4-1-2 0,1 2-1 0,2-5-4 15,2 3-3-15,3-1-2 0,2-6 0 0,1 0-2 0,1 0-1 16,2 0-2-16,2-1-3 0,1-1 0 0,3 0-9 15,-1-1-19-15,2-2-20 0,2 0-29 0,-1-2-24 16,2-2-45-16,0 1-33 0,3-4-38 16,-4 1-127-16,4-7-352 0,-5 2 156 0</inkml:trace>
  <inkml:trace contextRef="#ctx0" brushRef="#br0" timeOffset="-124050.02">29725 6667 136 0,'-2'-12'235'0,"2"12"10"0,1-10-27 0,-1 10-18 15,0-7-18-15,0 7-24 0,0 0-17 16,0 0-14-16,0 0-12 0,0 0-12 0,0 0-13 16,0 0-8-16,9 18-7 0,-8-5-9 0,3 0-5 0,0 4-6 15,0-1-5-15,-4 2 0 0,2 0-7 16,0 1-4-16,0-2-4 0,-1 0-5 0,1 2-1 0,-1 2-1 15,0-6-2-15,-1 4-3 0,2-2-2 16,-2-2-24-16,1-3-24 0,0 0-20 0,0-2-26 0,-1 1-37 16,2-3-39-16,-2-1-19 0,0-7-26 0,1 11-122 15,-1-11-341-15,0 0 150 0</inkml:trace>
  <inkml:trace contextRef="#ctx0" brushRef="#br0" timeOffset="-123766">29788 6647 141 0,'4'-6'134'16,"-3"0"-21"-16,3-1-3 0,-4 7-13 0,5-4-1 15,-5 4-5-15,8-1 2 0,-8 1-9 0,0 0-3 16,11 9 4-16,-7-3-18 0,0-1-8 0,0 6-1 16,-3-2-6-16,0 0-6 0,-2 0-3 0,0 2 0 15,-3-1-5-15,-1 1-8 0,0-3 5 0,-1 0-6 16,1 1 0-16,0-3-1 0,1 0-4 0,-1-2 4 15,0 1-8-15,5-5 4 0,-5 11-9 0,5-11 1 16,-4 7-4-16,4-7 2 0,-1 9-2 0,1-9 2 16,3 9-1-16,0-2 1 0,3-2-5 0,4 2-6 15,2 3-7-15,4-2-21 0,-3-2-31 0,2 1-18 16,4-1-17-16,1 0-12 0,1-2-18 0,-1 2-13 16,1-3-82-16,-2-3-233 0,0 0 103 0</inkml:trace>
  <inkml:trace contextRef="#ctx0" brushRef="#br0" timeOffset="-123539.86">30175 6776 110 0,'3'-9'140'0,"-2"-1"4"16,-1 3 13-16,1-1 3 0,-1 8 1 0,-1-11-1 15,1 11-4-15,-1-10-5 0,1 10-17 0,-2-7-13 16,2 7-16-16,0 0-15 0,-3-6-11 0,3 6-5 16,0 0-9-16,0 0-6 0,-16 20 0 0,10-7-2 15,-2 3-6-15,2 1-4 0,-2 2-5 0,0 7 1 16,2-2-4-16,2 0-3 0,-1-5 0 0,1 0-6 15,2 0 0-15,-2-1-4 0,3 1-3 0,-1-2 2 16,1 1-6-16,0-1 2 0,2 1-2 0,-1-8-16 16,0 5-24-16,0-2-32 0,1-3-28 0,-1 3-32 15,3-3-44-15,-3-1-49 0,-1-1-135 0,1-8-368 16,-4 13 163-16</inkml:trace>
  <inkml:trace contextRef="#ctx0" brushRef="#br0" timeOffset="-123391.18">30042 6954 76 0,'7'-5'166'0,"2"1"-17"0,0 0-9 0,3 1-18 16,0 0-36-16,3-1-40 0,4 4-42 0,3-6-36 16,1 5-95-16,3-3-136 0,-5 2 60 0</inkml:trace>
  <inkml:trace contextRef="#ctx0" brushRef="#br0" timeOffset="-123236.61">30447 6889 29 0,'0'0'183'0,"8"-3"0"0,-8 3-10 0,9-4-5 15,-9 4-12-15,13-4-10 0,-13 4-19 0,14-4-7 16,-1 2-15-16,2 0-13 0,3-1-13 0,0 0-23 16,0 0-24-16,-2 2-29 0,-3 0-31 0,1-1-22 15,-1-1-23-15,-3-1-21 0,-1 1-15 0,-1 1-10 16,-1-1-78-16,1-4-213 0,-4 3 95 0</inkml:trace>
  <inkml:trace contextRef="#ctx0" brushRef="#br0" timeOffset="-123076.63">30685 6820 450 0,'1'-11'-15'0,"-1"11"22"16,2-13 16-16,-2 13 16 0,-2-15 16 0,1 8 17 16,-1 0 9-16,-1 1 22 0,0-1 5 0,3 7 13 15,-3-10 9-15,3 10 2 0,-4-9-5 0,4 9-11 16,-4-7-10-16,4 7-16 0,0 0-10 0,0 0-11 16,0 0-4-16,0 0-8 0,0 0-2 0,-13 22 3 15,9-11-6-15,0 2-6 0,1 4 0 0,-1-1-3 16,0 2-4-16,1 1-4 0,-2-3-2 0,4 5-4 15,0-2-18-15,-2-1-42 0,3 1-36 0,0-3-60 16,-1 0-53-16,2 0-163 0,-1-4-373 0,-1-3 165 16</inkml:trace>
  <inkml:trace contextRef="#ctx0" brushRef="#br0" timeOffset="-122821.81">30955 6745 2182 0,'2'-17'95'16,"0"0"-47"-16,-1 2-22 0,-1 4 11 0,0 2 17 16,1 3-5-16,-1 6-3 0,3-11-14 0,-3 11-11 15,0 0-4-15,0 0 0 0,0 0-2 0,0 0 1 16,0 0 1-16,0 0 3 0,-3 40-1 0,3-21 1 16,0 0-2-16,-2 7 1 0,2-2-1 0,0-6 0 15,-2 0-3-15,1 2 1 0,-2-3-5 0,3 1 5 16,-2-1-9-16,1-3-8 0,1 1-27 0,-2-2-16 15,0-5-18-15,0 3-25 0,1-4-18 0,1-7-29 16,-1 12-28-16,0-6-23 0,1-6-159 0,-7 7-372 16,7-7 165-16</inkml:trace>
  <inkml:trace contextRef="#ctx0" brushRef="#br0" timeOffset="-122551.64">30991 6606 155 0,'7'-4'149'16,"-2"-1"-11"-16,-5 5-12 0,12 0 4 0,-12 0 2 16,15 9-5-16,-7 0-9 0,-2 0-11 0,-1 3-6 15,2 2-9-15,0 1-4 0,-3 2-1 0,-1 0-8 16,-3-6-7-16,-2 2-2 0,1 1-5 0,-1-1 5 16,-1-2 4-16,-1-1 8 0,1 1 1 0,1-4-1 15,1 0 0-15,1-7-6 0,-5 10-1 0,1-3-7 16,4-7-7-16,-1 9-7 0,1-9-8 0,-2 6-1 15,2-6-5-15,0 0-1 0,5 10-3 0,-1-6-8 16,2-2-20-16,4 2-21 0,2-1-29 0,5 2-36 16,1-4-43-16,2 1-43 0,3 0-41 0,-3 0-172 15,-3-5-409-15,1 2 180 0</inkml:trace>
  <inkml:trace contextRef="#ctx0" brushRef="#br0" timeOffset="-122302.2">31357 6771 140 0,'4'-7'242'0,"-4"7"-13"0,4-3-10 16,-4 3-18-16,0 0-18 0,6-4-19 0,-6 4-19 16,0 0-14-16,0 0-16 0,0 0-7 0,3 14 1 15,-3-14-1-15,-1 15-9 0,1-5-8 0,-3 1 6 16,2 1-6-16,1 0-6 0,0 1-4 0,0-1-4 16,-4-1-2-16,4 1-8 0,0-2-8 0,0 3-7 15,0-5-2-15,0 2-1 0,1-1-11 0,3-3 1 16,-4 3-2-16,3-2-4 0,-1-1-2 0,1 1-5 15,-3-7-3-15,5 11-3 0,-1-4 0 0,0-6-17 16,4 5-23-16,3-2-31 0,-1-1-37 0,1-2-36 16,6-2-35-16,2 0-39 0,-2-3-39 0,1 1-173 15,-3-3-445-15,2-3 197 0</inkml:trace>
  <inkml:trace contextRef="#ctx0" brushRef="#br0" timeOffset="-122056.18">31865 6554 20 0,'0'0'214'0,"-2"-12"-2"0,4 6-11 0,-2 6-9 0,0-8-24 15,0 8-22-15,0 0-13 0,0 0-17 16,0 0-9-16,0 0-10 0,0 0-6 0,0 0-9 16,7 32-7-16,-2-15 1 0,3 8-2 0,-3-7-4 15,3 7-2-15,-2-1-7 0,2 2-4 0,-3-1-3 0,0-6-10 16,0-1 1-16,-1 11-7 0,0 0 4 0,-3 0-6 15,-2-3-4-15,-4 3-1 0,-5-3-12 0,-1 0-23 16,-8 2-30-16,-1-1-40 0,-7-1-45 16,-13 6-25-16,-3 0-36 0,1-3-161 0,-5 0-370 15,3-4 163-15</inkml:trace>
  <inkml:trace contextRef="#ctx0" brushRef="#br0" timeOffset="-102485.39">27160 8313 133 0,'0'0'201'15,"-2"-10"-10"-15,2 10-13 0,2-7-16 0,-2 7-14 16,4-9-13-16,0 6-22 0,3 0-11 0,3-3-10 16,-2 3-18-16,3-1-16 0,3 1-41 0,-3 2-24 15,5 0-39-15,-5-1-29 0,2-1-50 0,-3 2-101 16,-1 2-243-16,-9-1 108 0</inkml:trace>
  <inkml:trace contextRef="#ctx0" brushRef="#br0" timeOffset="-102336.5">27108 8432 41 0,'0'0'142'0,"0"0"-30"0,0 0 8 16,0 0-17-16,14 8-13 0,-3-6-37 0,0-2-27 15,3 1-37-15,3-1-45 0,1 3-48 0,3-4-111 16,0-1 49-16</inkml:trace>
  <inkml:trace contextRef="#ctx0" brushRef="#br0" timeOffset="-101937.27">27811 8158 136 0,'8'-4'214'0,"0"-2"-11"16,1 1-12-16,-2 1-9 0,1 1-13 0,4 2-20 16,-1-1-8-16,5 2-14 0,1 0-11 0,2 2-12 15,0-2-10-15,0 3-8 0,-1 0-14 16,-7-1-3-16,2 3-9 0,-1 1-3 0,-1 0-8 0,0-2-1 16,-4 0-6-16,-2 2-4 0,1-2-9 0,-4 1-2 15,3 0-1-15,-5-5-3 0,0 11-4 0,0-11 1 16,-7 11-8-16,3-6 1 0,-5 2-6 0,1 0 2 15,0-1-13-15,1 0-3 0,-1 0-14 0,0-2-6 16,3 1-11-16,-1 0-6 0,2-1 9 0,3 4-4 16,1-8 5-16,-2 13 1 0,5-7 2 0,-1 2 4 15,4-4-2-15,-2 5 7 0,1-2-3 0,1 1-2 16,0 0 12-16,1 0-2 0,1-1 6 0,-1 0-5 16,-2-1 3-16,0-1 2 0,-2 1-3 0,-3-6 1 15,3 10 8-15,-1-5-3 0,-2-5 4 0,0 10 1 16,0-10 2-16,-8 10-2 0,3-4 0 0,-4 0 0 15,0-3-1-15,-2 3 5 0,-6-5-7 0,4 3-15 16,1-2-23-16,-1 1-31 0,3-2-30 0,-2 0-38 16,1 1-116-16,3-2-280 0,8 0 123 0</inkml:trace>
  <inkml:trace contextRef="#ctx0" brushRef="#br0" timeOffset="-101754.66">28303 8311 33 0,'5'-2'220'16,"-5"2"-5"-16,8-3-5 0,-8 3-20 0,9-2-17 15,-9 2-20-15,0 0-19 0,7-3-23 0,-7 3-32 16,0 0-26-16,0 0-18 0,0 0-21 0,0 0-31 0,0 0-37 16,11 5-43-16,-11-5-38 0,0 0-85 0,3 4-238 15,-3-4 105-15</inkml:trace>
  <inkml:trace contextRef="#ctx0" brushRef="#br0" timeOffset="-101416.02">28648 8148 227 0,'3'-6'218'0,"-1"2"-4"0,-2 4-17 0,8-9-12 16,-8 9-18-16,3-5-20 0,-3 5-17 0,0 0-18 15,0 0-8-15,0 0-10 0,0 0-10 0,-13 22 2 16,-2-7-6-16,-4 5-10 0,1 2-3 0,-1-1-9 15,0-3-6-15,6 4-4 0,2-5-6 0,3-3-1 16,0 0-4-16,3-1-5 0,-1 0-2 0,6 1-6 16,0-3 1-16,0 0 1 0,6 0-1 0,-1 0-3 15,2-1 1-15,2-3-5 0,2 1 0 0,0-1-4 16,1-1 2-16,0-4-1 0,-1 3 1 0,3-5-1 16,-3 2-1-16,-1-4 3 0,-1 2-5 0,-9 0-2 15,14-5 0-15,-5 0-3 0,-3-1-5 0,1 1-3 16,-4-2 0-16,0 1-2 0,1 1 2 0,-3-2-1 15,-1 7-2-15,1-13-3 0,-2 5-3 0,1 8-3 16,-5-11-9-16,1 7-8 0,-5 1-9 0,1 0-10 16,-7 3-19-16,-2-1-20 0,-2 2-24 0,-1 0-25 15,1-1-22-15,-3 2-23 0,2 3-139 0,2-3-347 16,4 2 153-16</inkml:trace>
  <inkml:trace contextRef="#ctx0" brushRef="#br0" timeOffset="-101012.46">28878 8167 90 0,'9'-7'227'0,"1"2"-8"0,3 1-15 0,-7 0-10 16,2 2-22-16,3-1-6 0,-3 2-19 0,1 1-16 15,-9 0-14-15,14 2-11 0,-6 1-12 16,-3 0-10-16,-1 2-5 0,-4-5-10 0,9 7-7 0,-4 0-7 15,-4-1-6-15,-1-6 0 0,0 11-8 0,-1-4-4 16,-3 2 0-16,0-1-4 0,-1-2-8 0,0 1-4 16,1 0-12-16,-1-1-7 0,1 1-7 0,-2-2-16 15,6-5-3-15,-5 9 0 0,2-2-5 0,3-7-3 16,-2 10 4-16,2-10-7 0,2 11 9 0,1-7 0 16,-3-4 4-16,9 12 7 0,-3-9-5 0,-1 4 6 15,0-1-1-15,2 0 2 0,0-1-4 0,1-1 6 16,-2 3-3-16,1 1 0 0,-3-3 8 0,-2 2-5 15,2-2 3-15,-4-5 8 0,4 10 0 0,-4-10 0 16,-4 9 3-16,0-3 8 0,0-1 2 0,-3 1-4 16,-1-2 1-16,-3 2 1 0,0-5-1 0,1 3 7 15,-1-1-8-15,0 1 2 0,1-3-7 0,0 1-15 16,-2-3-24-16,5 2-27 0,7-1-37 0,-16-1-32 16,16 1-42-16,-11-4-108 0,7 2-305 0,4 2 134 15</inkml:trace>
  <inkml:trace contextRef="#ctx0" brushRef="#br0" timeOffset="-100508.5">29275 8210 106 0,'5'-3'256'0,"1"-1"-16"16,-6 4-6-16,5-4-20 0,-5 4-1 15,0 0-23-15,5-4-19 0,-5 4-26 0,0 0-13 16,0 0-15-16,0 0-12 0,0 0-8 0,3 15-10 0,-3-15-10 15,-4 15-7-15,4-5-5 0,-2-3-6 16,1 4-6-16,1-1-6 0,1-2-5 0,-2-1-3 16,2 3-2-16,1-2-1 0,0-1-8 0,2-1 6 15,1-1-8-15,-1 1-1 0,1-1-5 0,0-1 2 16,0-2-2-16,0 3 0 0,4-3 3 0,-9-2-8 0,14 0-1 16,-3 3 1-16,-11-3-4 0,16-3 6 0,-5 0-6 15,-1-1-1-15,-1 0-1 0,1-1-1 16,1 0-1-16,-3-1 3 0,0 1-4 0,-1-4 4 15,2 3-9-15,-4 1 0 0,1 1 1 0,-1 0-1 0,-5 4-4 16,7-5-1-16,-7 5 0 0,8-5 1 0,-8 5-3 16,0 0 4-16,0 0-7 0,0 0 6 15,10 5-2-15,-10-5-1 0,7 8 2 0,-3-3 3 16,-1-1 1-16,4 2 0 0,-1-1 1 0,-1 0 0 16,0-1 2-16,5 0 0 0,-2-1 0 0,1 0 0 0,1-1 2 15,3 1 3-15,-3-3-3 0,3 0 1 0,-4-2 1 16,-1 1 1-16,-2-4 3 0,3 2 3 0,-1-4 5 15,1 3 0-15,0-4-2 0,-4-3 2 0,1 0-1 16,-1 1 3-16,-1 0-4 0,-1-2-8 0,-2 0 2 16,-1 1 0-16,3-2-1 0,-3 1 1 0,-2 1-8 15,1 0 4-15,-2 1-16 0,1 1-26 0,-2 2-34 16,0 1-37-16,4 6-23 0,-9-7-33 0,0 4-26 16,9 3-34-16,-11-1-15 0,11 1-141 15,-9 4-408-15,9-4 182 0</inkml:trace>
  <inkml:trace contextRef="#ctx0" brushRef="#br0" timeOffset="-100384.33">29794 8171 150 0,'7'-3'199'0,"-7"3"-16"0,3-5-12 0,-3 5-21 0,4-4-17 16,-4 4-26-16,0 0-27 0,0 0-46 0,3-7-58 16,-3 7-56-16,0 0-105 0,0 0-198 0,0 0 88 15</inkml:trace>
  <inkml:trace contextRef="#ctx0" brushRef="#br0" timeOffset="-97317.46">25724 9403 28 0,'-2'-7'201'0,"2"7"-3"0,0 0-2 16,-2-9-9-16,2 9-5 0,-2-9-9 15,2 9-9-15,0 0-11 0,0 0-11 0,0 0-5 0,0 0-12 16,0 0-14-16,2-10-8 0,-2 10-12 0,0 0-10 16,0 0-8-16,0 0-12 0,0 0-5 0,0 0-9 15,0 0-2-15,0 0-4 0,0 0-6 16,14 20-5-16,-10-9 0 0,1 0-3 0,1 7-6 0,0-1 2 16,-1 1-3-16,0 0-3 0,-2 1 3 0,-1 0-6 15,0 1 1-15,0-3-3 0,2 1 1 0,-2 0-3 16,-2-3 1-16,2 2-3 0,-1 0 0 0,-1-5-3 15,0 0 4-15,2-1 2 0,0 1-6 0,-2-4 2 16,0 0-1-16,0-8-4 0,0 11 4 0,0-11-4 16,0 9 3-16,0-9 1 0,0 0 6 0,0 11 12 15,0-11 12-15,0 0 7 0,0 0-1 0,0 0 3 16,0 0-11-16,0 0-2 0,0 0-4 0,12-25-3 16,-6 12 0-16,1-5-8 0,2 1-3 0,3-6 0 15,2-3 1-15,5-1-3 0,-6 2 1 0,6-1-5 16,-2 0 1-16,3 3-1 0,-3 0 3 0,-2 1-8 15,-1 7 1-15,-1 1 9 0,0-1-12 0,-3 6 2 16,-2 0-5-16,-1 4 2 0,-3-1-7 0,1 2 1 16,-5 4 8-16,9-4-10 0,-9 4 2 0,0 0-3 15,9 18 6-15,-7-8-1 0,0 5 1 0,0 11-3 16,-2 0 0-16,0 2 1 0,0 0-1 0,-2 3 4 16,2-2-2-16,-2-1 0 0,0 1 0 0,0 0 1 15,2-2 4-15,0-1-2 0,2 1-1 0,0 0 2 16,0-4 1-16,0-3 4 0,8 4-3 0,-6-6-18 0,5 0-25 15,-5 0-20-15,6-2-29 0,-1 0-34 0,0-1-37 16,1-4-41-16,-2-1-41 0,1-1-165 16,-1-3-442-16,2-3 196 0</inkml:trace>
  <inkml:trace contextRef="#ctx0" brushRef="#br0" timeOffset="-97086.42">26668 9618 7 0,'-5'-11'283'0,"5"11"-13"0,-2-7-13 16,2 7-20-16,-2-8-13 0,2 8-17 0,0 0-18 16,0 0-19-16,4-14-13 0,3 10-19 0,2-1-11 15,5 0-15-15,3 0-15 0,1 1-12 0,3 1-31 16,-1-2-30-16,0 3-32 0,1-1-46 0,-4 0-53 15,2 1-37-15,-6 1-40 0,3 2-174 0,-8-1-386 16,1 2 171-16</inkml:trace>
  <inkml:trace contextRef="#ctx0" brushRef="#br0" timeOffset="-96925.47">26742 9653 94 0,'0'0'201'16,"0"0"5"-16,0 0-4 0,-3 5-3 0,3-5-17 15,0 0-11-15,0 0-15 0,0 0-22 0,0 0-8 16,23 2-17-16,-12-3-24 0,1 1-40 0,-1 0-44 16,7-2-41-16,-1-1-62 0,2 2-63 0,-2-3-103 15,-3 0-289-15,2 0 127 0</inkml:trace>
  <inkml:trace contextRef="#ctx0" brushRef="#br0" timeOffset="-94655.61">27390 9354 168 0,'0'0'257'0,"3"-12"-10"16,-3 12-19-16,0-7-13 0,0 7-21 0,3-7-23 0,-3 7-16 15,0 0-14-15,0 0-20 0,0 0-7 0,0 0-14 16,0 0-6-16,0 0-8 0,7 19-5 0,-6-8 0 16,-1 5-3-16,1 0-4 0,-1-1-2 15,-1 2-7-15,1 2 0 0,-2 0-5 0,0 0-4 0,0 1-5 16,0-1-7-16,-1-1-2 0,1 0-4 0,1-1-6 15,-1-1 0-15,2 0-3 0,-2-3-6 0,0-1-1 16,2 0 1-16,0 1-10 0,-2-2-30 0,2-1-24 16,0 0-19-16,-2-1-25 0,2-9-20 0,0 14-25 15,0-14-24-15,0 8-8 0,0-8-23 0,0 0-21 16,0 0-149-16,-4 4-384 0,4-4 170 0</inkml:trace>
  <inkml:trace contextRef="#ctx0" brushRef="#br0" timeOffset="-94436.61">27378 9267 78 0,'2'-17'166'0,"4"6"-6"0,1 0-10 15,3 2-13-15,0 0-5 0,1 3-11 0,-1 1-6 16,1 2-7-16,3 0-8 0,-3 3-14 0,-1 1-6 16,0 2 1-16,-1 4-13 0,1 0-6 0,-5 2-10 15,2 0-1-15,-4 4-8 0,-1 3 0 0,-4 1-6 16,-1 0-2-16,-4 0-6 0,0-2 2 0,-3 1-5 15,3 1-2-15,-4-2-1 0,-1 0-6 0,2-1-20 16,-2-1-26-16,5-3-29 0,-1 1-27 0,0-3-24 0,2 2-33 16,-1 0-130-16,2-4-294 0,1 0 130 15</inkml:trace>
  <inkml:trace contextRef="#ctx0" brushRef="#br0" timeOffset="-94006.27">27771 9494 171 0,'0'0'222'0,"-6"-9"-9"0,6 9-8 0,-10-6-17 15,5 4-13-15,5 2-13 0,-18-3-20 0,9 3-8 16,-4 1-17-16,1 3-5 0,-3 3-13 0,-1 0-9 16,1 3-10-16,-1 0-8 0,2 0-7 0,1 2-2 15,1-2-10-15,2 3-3 0,3-3-7 0,2 0-4 16,-2-1-5-16,5 1-4 0,0-2-2 0,2 0-1 15,0-8-3-15,4 13-2 0,3-7-2 0,-2-1 0 16,2-1-2-16,3-2-2 0,1 1-1 0,1-3 3 16,-1-1-8-16,3-1 1 0,-3-2-3 0,2 0 0 15,1-7-3-15,-3 4 4 0,1-5-4 0,-1-1 0 16,-1-1 0-16,0-3 0 0,-4 2 0 0,-1-3 0 16,2 1-2-16,-3-1 3 0,3-1 0 0,-6 0 5 15,3 3 9-15,-4-1 3 0,2 0 1 0,0 5 2 16,-2 2 6-16,0 1 10 0,3 0 0 0,-3 9-5 15,0-10-1-15,0 10-9 0,1-5-9 0,-1 5 2 16,0 0-7-16,0 0 2 0,0 0-6 0,0 0 2 16,-4 29 0-16,0-12 1 0,2 0 1 0,-1 3-9 15,-2-2 3-15,3 3 0 0,-2-3-5 0,2 1-17 16,-1 1-19-16,1 0-27 0,2-2-33 0,0 0-45 16,2-2-33-16,0-1-46 0,1-3-28 0,-1-1-145 15,6-3-425-15,-2-1 188 0</inkml:trace>
  <inkml:trace contextRef="#ctx0" brushRef="#br0" timeOffset="-93803.83">28130 9515 132 0,'0'0'217'0,"0"0"-6"0,-7-9-7 16,7 9-8-16,-9-2-10 0,9 2-13 0,-14 4-10 15,5 2-4-15,-3 2-3 0,0 3-13 0,-8-2-7 16,6 4-17-16,1 1-4 0,6-1-19 0,-5 1-7 0,2 0-8 15,7-3-5-15,2 1-13 0,1 0-6 16,4 1-37-16,0 0-29 0,7-1-37 0,-1-2-33 16,5 1-37-16,9 2-30 0,-5-4-60 0,0-2-159 15,2 2-396-15,-3-5 175 0</inkml:trace>
  <inkml:trace contextRef="#ctx0" brushRef="#br0" timeOffset="-93582.02">27361 10062 46 0,'-2'3'218'0,"2"-3"-22"16,0 0-17-16,34 4-20 0,4-4-17 0,21-4-15 15,4 3-12-15,27-3-8 0,-27-1-22 0,0 0 0 16,2 0-14-16,0 1-17 0,-4 0-28 0,-7 0-22 15,-16 0-39-15,-2 4-35 0,-5 0-33 0,-11 0-132 16,-3 0-254-16,-4 3 113 0</inkml:trace>
  <inkml:trace contextRef="#ctx0" brushRef="#br0" timeOffset="-93303.61">27824 10257 177 0,'0'0'271'0,"-8"-3"-20"0,8 3-9 0,-8-4-16 0,8 4-19 15,-6-1-26-15,6 1-16 0,0 0-14 16,-6 9-9-16,6-9-14 0,-3 17 0 0,3-4-19 16,-1 6-6-16,1 6-5 0,1 1-6 0,-2-2-13 15,0-5-5-15,1 6-8 0,0 0-3 0,-3-5-8 0,3 0-2 16,-4 3-6-16,2-2-6 0,1-4-4 0,-2 2 0 15,-2-3-14-15,1 1-15 0,0 1-19 0,-2-8-18 16,2 1-28-16,-1 1-34 0,1-3-30 16,0 4-40-16,-1-6-33 0,0 0-37 0,0-1-163 0,-1-2-425 15,0-1 188-15</inkml:trace>
  <inkml:trace contextRef="#ctx0" brushRef="#br0" timeOffset="-93059.56">27775 10420 1886 0,'5'-26'36'0,"-1"7"4"16,-2 0-17-16,3 2 8 0,-3 2-7 0,3 3-8 16,0 3 6-16,1-1 10 0,1 2 3 0,1 0 11 15,4 2-2-15,-3 0 2 0,4 2-3 0,0 3-7 16,-3 1-4-16,3 2-1 0,-4 4 0 0,0-2-5 16,-2 2-2-16,-1 4-3 0,-3-1-1 0,-1 3-4 15,-2 1 2-15,-4-2-7 0,0 1 3 0,-6 1 0 16,-1 1-1-16,0 0-3 0,-5 1 1 0,3-3-4 15,-1 1 1-15,-1-2-13 0,-1-2-22 0,-2 1-28 16,4-2-26-16,-3 3-25 0,5-5-21 0,3 0-34 16,0-3-29-16,2 1-130 0,0-1-346 0,7-3 154 15</inkml:trace>
  <inkml:trace contextRef="#ctx0" brushRef="#br0" timeOffset="-92685.41">28075 10461 18 0,'2'-7'214'0,"-2"7"-3"0,0 0-10 0,-17-4-1 16,17 4-14-16,-13 0-11 0,13 0-18 15,-18 5-10-15,7-1-17 0,1 1-7 0,1 2-14 16,0-1-10-16,-4 2-12 0,4 1-9 0,3 0-9 0,-1 1-6 16,0-2-2-16,2 1-7 0,3 1-7 0,-2-1 0 15,3 0-11-15,4 0 1 0,-3-1-4 0,4-2-2 16,-1 0-1-16,4-3-4 0,3-2-4 0,-2 2 2 15,3-1-4-15,-2-1-5 0,4-1 2 0,-2-2 1 16,0 1 0-16,-4 0-3 0,2-2-4 0,-4 0-1 16,3-2-1-16,0-1 0 0,-2-1-4 0,-1 2 3 15,1-4-1-15,-3 1-1 0,1 0-4 0,-2 2 10 16,-2 6 4-16,5-12 5 0,-3 7 4 0,-2 5 9 16,4-9-3-16,-4 9 0 0,2-6-7 0,-2 6 6 15,0 0-12-15,0 0-4 0,0 0 1 0,0 0-2 16,0 0 8-16,0 0-12 0,0 21 1 0,0-21-1 15,0 15-6-15,0-5-16 0,0 0-14 0,0 1-26 16,3-2-33-16,-1 1-34 0,1-2-37 0,2 1-38 16,1-1-53-16,-2-5-139 0,3 2-420 0,3-1 186 15</inkml:trace>
  <inkml:trace contextRef="#ctx0" brushRef="#br0" timeOffset="-92475.91">28443 10491 42 0,'-6'-4'231'16,"0"2"0"-16,-3-1-3 0,0 3-6 16,9 0-14-16,-23 3-8 0,9 0-14 0,4 3-11 15,-2 0-12-15,-2 5-7 0,1 0-19 0,2-3-11 0,3 4-10 16,0 3-10-16,2-5-12 0,-3 5-10 0,5-3-6 16,3-1-9-16,1 1-12 0,1-3-16 15,3 1-26-15,1-1-24 0,3-3-30 0,1 3-43 16,3-4-56-16,3-5-48 0,2 3-60 0,0-4-132 0,-3-1-409 15,-1 2 182-15</inkml:trace>
  <inkml:trace contextRef="#ctx0" brushRef="#br0" timeOffset="-92185.66">28840 9924 237 0,'-5'-9'254'15,"3"-2"-8"-15,-2 3-2 0,2 0-9 0,1 2-16 16,1 6-25-16,0 0-18 0,-4-8-22 0,4 8-6 16,0 0-19-16,0 0-12 0,0 0-7 0,13 16-10 15,-7-7-6-15,-1 1-9 0,0 2 4 0,4 2-14 16,-1 2-10-16,1-2-6 0,-2 2-8 0,2-1-1 15,-2-1-6-15,3 2-19 0,-2-1-24 0,-1-2-37 16,-2-2-39-16,3-1-36 0,-3 1-50 0,0-1-39 16,-1-3-53-16,-4-1-142 0,4-1-427 0,-4-5 190 0</inkml:trace>
  <inkml:trace contextRef="#ctx0" brushRef="#br0" timeOffset="-92003.29">29015 9932 208 0,'0'0'232'0,"-5"-10"-9"16,5 10-14-16,-8-5-8 0,8 5-7 16,-14 5-4-16,4 1-14 0,-4 7-3 0,-3 0-14 0,-5 5-14 15,-1 0-17-15,-2 5-15 0,2 0-7 16,1 1-10-16,-2-3-14 0,6 1-16 0,-2-3-37 0,3 4-46 16,-1-4-50-16,6-2-68 0,0-4-56 0,0 0-196 15,5-4-419-15,1-1 185 0</inkml:trace>
  <inkml:trace contextRef="#ctx0" brushRef="#br0" timeOffset="-91756.41">29243 9792 23 0,'7'-10'312'0,"-2"1"-14"0,0 1-12 0,0 1-13 16,-1 2-24-16,-1 0-22 0,-3 5-30 0,7-5-23 15,-7 5-20-15,0 0 1 0,8 15-4 0,-3-6-14 16,-1 7-3-16,0 2-7 0,1 0-11 0,-3 2-9 16,1-1-3-16,-1 10-13 0,1-3-6 0,-2-2-10 15,-1 1-8-15,0-6-6 0,0-1-8 0,0-2-43 16,-1-3-30-16,1 0-36 0,0 0-35 0,-1-2-41 16,-1-2-43-16,2-1-39 0,0-8-31 0,-1 14-211 15,1-14-493-15,0 7 218 0</inkml:trace>
  <inkml:trace contextRef="#ctx0" brushRef="#br0" timeOffset="-91266.63">29541 9917 195 0,'0'0'241'0,"3"-8"-9"0,-3 8-20 0,2-6-14 16,-2 6-21-16,0 0-4 0,0 0-11 0,0 0-8 15,0 0-13-15,0 0-7 0,-7 21-14 0,4-12-9 0,2 1-9 16,0 0-8-16,-1-1-12 0,4 1-9 0,-2 0-9 15,1-2-4-15,-1-1-7 0,1 3-3 0,2-4-3 16,1-1-5-16,4 1-3 0,-2-4-2 16,-1 1-6-16,0 0 7 0,-5-3-9 0,15 0-4 0,-15 0 0 15,13-3-4-15,-5 0 0 0,-1 0-2 0,3-1 0 16,-3-3-2-16,2 0-4 0,0-2-1 16,2-2-1-16,-2-2-3 0,4 2 1 0,-5-1 1 0,1-2-6 15,-3 3 5-15,3 4-1 0,-3 0 0 0,1-2 2 16,-2 5-3-16,1-1 2 0,1 0-4 0,-2 3-3 15,-5 2 2-15,11-3 2 0,-11 3-4 0,13 5 1 16,-8-1 0-16,2-1-1 0,-4 2 2 0,5 1 1 16,0 4 1-16,-3-2-6 0,1 2 3 0,1 0 3 15,0-1 0-15,1 0 3 0,2 1-1 0,0-4 5 16,2 0 0-16,-1-2-1 0,2-1 2 0,4 1-2 16,-2-3-2-16,2-2 3 0,2 1-1 0,-2-4 1 15,-4 2 0-15,-1-3 4 0,1-2 1 0,-2 0 3 16,0-1 4-16,-1-1 0 0,-3 2-10 0,-1-3 3 15,-1 1 0-15,-4-3-5 0,-1 2 1 0,-1 0 8 16,-2-3-10-16,-1 3-7 0,-1-2 1 0,-4 2-3 16,0 3-2-16,2 0-5 0,-5-1 7 0,-2 4-1 15,-3 0-20-15,-2 4-16 0,0 1-18 0,1 1-27 16,-1 1-33-16,1 1-37 0,5 0-45 0,3 2-48 16,-1 1-244-16,6-1-525 0,5-6 234 0</inkml:trace>
  <inkml:trace contextRef="#ctx0" brushRef="#br0" timeOffset="-86178.88">26538 11273 190 0,'0'0'205'0,"0"0"-1"0,0 0-8 0,0 0-4 16,0 0-14-16,0 0-14 0,0 0-10 0,0 0-16 15,0 0-8-15,0 0-11 0,0 0-3 0,0 0-10 16,0 0-11-16,0 0-8 0,33-4-6 0,-20 3-8 15,4-2-10-15,2 2-3 0,0-1-10 0,1-2-4 16,0 2-16-16,0 0-24 0,3-2-32 0,4-1-33 16,-5 3-48-16,-2-2-42 0,1 0-55 0,-8 2-153 15,5 0-386-15,-5-2 171 0</inkml:trace>
  <inkml:trace contextRef="#ctx0" brushRef="#br0" timeOffset="-85994.61">26565 11343 129 0,'0'0'180'0,"-8"3"-9"15,8-3-1-15,-6 4-7 0,6-4-8 0,0 0-4 0,0 0-18 16,14 8-12-16,1-5-11 0,4-2-8 0,10 0-23 16,0-1-32-16,4 0-33 0,-1 0-45 0,1-2-42 15,-3-3-53-15,-1 3-124 0,-2-1-269 16,-1-2 119-16</inkml:trace>
  <inkml:trace contextRef="#ctx0" brushRef="#br0" timeOffset="-84267.24">27288 11095 81 0,'-5'-4'155'0,"5"4"-9"0,0 0-2 0,0 0-6 0,0 0 0 15,0 0-17-15,0 0 9 0,0 0-1 0,0 0-5 16,0 0 0-16,0 0-9 0,0 0-5 0,0 0-14 16,0 0-8-16,9-10-10 0,-3 7-8 0,4 0-7 15,1 1-2-15,0 0-1 0,7-1-2 0,0-1-8 16,-2 2-1-16,2 2-7 0,-7 0-3 0,2 0-2 16,-3 1-8-16,0 1-1 0,-3 0-2 0,-1 2-7 15,0 0 2-15,-2-1-3 0,-4-3 2 0,3 12 1 16,-3-5-4-16,-5 1-4 0,1 1-1 0,-3-1-2 15,0 0-1-15,-2 2-1 0,1-1 0 0,-2-3-1 16,1 1 0-16,1 0-2 0,1-1-2 0,1 0 2 16,0 0 1-16,2-2-3 0,2 1 1 0,2-5-5 15,-2 14 2-15,2-14-2 0,4 12 4 0,0-7-6 16,5 3-2-16,-2 0 7 0,4-1-1 0,-2 1-1 16,1-1 2-16,-2 0-4 0,1 2-1 0,1-1-5 15,0-3 5-15,-3 2 3 0,0 0-8 0,-3-2 1 16,1 1-2-16,-2 0 1 0,-1-1 1 0,-2-5-3 0,-2 13 6 15,2-13 2-15,-10 11 1 0,3-7-2 16,-4-1 0-16,0 3 0 0,0-1 1 0,-1-2-1 16,-3 0-3-16,2-1 5 0,-1-1-2 0,1 0-5 15,3 0-11-15,-1 2-15 0,0-3-16 0,2 0-21 0,-2 0-30 16,11 0-18-16,-14-1-30 0,14 1-42 0,-10-3-127 16,10 3-344-16,-8-6 152 0</inkml:trace>
  <inkml:trace contextRef="#ctx0" brushRef="#br0" timeOffset="-83904.49">27899 11069 21 0,'8'-7'221'0,"-3"3"-8"0,-1-3-12 0,-1 3-18 0,-3 4-20 15,7-4-19-15,-7 4-18 0,0 0-6 0,0 0 0 16,0 0 1-16,-31 22-12 0,9-4-4 0,0 3-7 15,1 1-11-15,-2-1-5 0,2 0-9 0,4-1-6 16,-1-1-10-16,6 0-1 0,3-4-8 0,0 0-3 16,5 1-7-16,2-4 1 0,2 0-6 0,1-3-3 15,2 3-1-15,1-3-3 0,5 1-2 0,1-4 1 16,1-1-3-16,5 3 0 0,1-2-3 0,3-5-1 16,-2 1-2-16,3-2 1 0,1-1-6 0,-5-1 4 15,-2-3-4-15,2 3 0 0,-3-3 1 0,-3-1 0 16,-1 2-2-16,-2-5 1 0,-3 2-3 0,-1 1 1 15,-1-2-1-15,-3 8-4 0,-7-15-1 0,2 7 2 16,-3 3-2-16,-4-1-1 0,1 2-1 0,-1 0 3 16,-1 2-3-16,-2 1-5 0,1-1-12 0,1 4-17 15,-1-1-16-15,1 1-35 0,-1 2-36 0,3 0-25 16,4-2-56-16,-3 2-184 0,4-1-417 0,6-3 186 16</inkml:trace>
  <inkml:trace contextRef="#ctx0" brushRef="#br0" timeOffset="-83744.58">28080 11259 59 0,'5'-4'219'0,"-5"4"-13"0,0 0-9 0,6-2-15 16,-6 2-16-16,0 0-25 0,0 0-15 16,0 0-19-16,9-2-32 0,-9 2-44 0,0 0-48 15,8 7-54-15,-8-7-53 0,8 4-93 0,-1-2-233 16,-7-2 103-16</inkml:trace>
  <inkml:trace contextRef="#ctx0" brushRef="#br0" timeOffset="-83304.24">28474 11132 104 0,'0'0'166'15,"6"-3"-12"-15,-6 3 7 0,0 0 4 0,0 0 2 16,9 11-14-16,-3-4-1 0,-3 1-9 0,4 2-7 15,-2 1 5-15,3 0-12 0,-1 3-6 0,3-2-10 16,-3-1-3-16,-1 0-9 0,5 3-5 0,-4-4-10 16,-1-1-6-16,-1 2-8 0,3-3-8 0,-3 1-6 15,-2-4-2-15,2 2-5 0,-2-1-8 0,-3-6-4 16,1 9 1-16,-1-9-7 0,-5 10 1 0,-2-6-4 16,-2-1-3-16,-2 0-2 0,-4-1-5 0,2-2-2 15,-6 0-4-15,2 0-2 0,-2-1-3 0,6-1 0 16,2 0-3-16,0-1-3 0,4 1 2 0,0-3-4 15,2 0-4-15,5 5-4 0,-1-14-1 0,1 14-6 16,10-15-1-16,-2 5 4 0,5-1 0 0,1-2-12 16,2-1 4-16,6-1-3 0,0 0 2 0,-7 4 3 15,8-7 0-15,-1 4 1 0,-6 1 1 0,2 2 3 16,-1-1 1-16,-4-1 3 0,-4 5 0 0,0 0 3 16,-3-1 1-16,0 2 1 0,-3-2 1 0,-1 2 4 15,-2 1 1-15,0 6-3 0,-2-11 4 0,-3 6-1 16,-4 2-2-16,1-1-2 0,-2 1 1 0,-4 3 4 0,-5 3-2 15,0-1-2-15,-3 3 4 0,5 0-2 0,-1 2-16 16,0 0-20-16,-1 0-29 0,5 3-36 16,3-3-36-16,3 1-33 0,2-1-22 0,-1 2-177 15,6-2-397-15,1-7 176 0</inkml:trace>
  <inkml:trace contextRef="#ctx0" brushRef="#br0" timeOffset="-82966.41">28941 11055 83 0,'0'0'207'0,"5"-6"-16"0,-5 6-18 0,0 0-13 15,0 0-9-15,0 0 4 0,0 0-7 0,-16 20-2 16,6-9-9-16,-3 3-2 0,-1-1-18 0,-5 6-5 16,0 1-11-16,13-4-3 0,-6-2-16 0,3 0-5 15,3-1-6-15,-1 1-8 0,2-4-6 0,2 2-4 16,1-2-3-16,5 3-5 0,2-4-5 0,1 1-2 15,3-2-2-15,0-1-5 0,3-2-3 0,-1 2 1 16,2-2-7-16,-2-3 1 0,1 1 4 0,1-2-7 16,-3-2-3-16,0 2 2 0,0-2 1 0,-2 0 4 15,0-3-5-15,-3 0 0 0,1-1 1 0,-2 1-4 16,-4 4-3-16,2-14 0 0,-2 14-5 0,-3-11 3 16,0 4-6-16,-2 1 4 0,-4 2-5 0,4 0 2 15,-3 0-8-15,-6 3-15 0,1 0-23 0,-4-1-22 16,0 5-32-16,-1-1-33 0,5 0-36 0,1 0-37 15,3 1-33-15,1-1-133 0,3 0-395 0,5-2 175 16</inkml:trace>
  <inkml:trace contextRef="#ctx0" brushRef="#br0" timeOffset="-82737.2">29470 11039 258 0,'5'-4'273'15,"-1"-2"-14"-15,0 3-27 0,-4 3-24 0,7-4-22 16,-7 4-17-16,0 0 0 0,0 0 2 16,-5 25-7-16,1-8-6 0,-1 0-10 0,-7 5-9 15,2 1-13-15,1-6-10 0,0 2-10 0,2-2-9 0,-1 1-7 16,-1-1-9-16,0 0-10 0,0 0-11 16,3-3-2-16,1-1-27 0,0-3-31 0,1-1-32 0,-1 2-44 15,-3-1-54-15,4-2-50 0,0-1-61 16,-2-4-212-16,1 3-489 0,-2-5 218 0</inkml:trace>
  <inkml:trace contextRef="#ctx0" brushRef="#br0" timeOffset="-82583.52">29240 11157 2004 0,'-4'-12'45'0,"1"2"15"16,1 1-9-16,0 2-7 0,2 7 0 0,-2-12 10 15,2 12-8-15,0 0-9 0,1-10-7 0,-1 10-5 16,0 0-3-16,5-3-12 0,-5 3-35 0,0 0-45 15,22 9-51-15,-9-5-45 0,5 3-183 0,2 0-377 16,7 4 167-16</inkml:trace>
  <inkml:trace contextRef="#ctx0" brushRef="#br0" timeOffset="-82448.61">29623 11281 2266 0,'6'3'141'16,"0"0"-77"-16,0 0-29 0,-6-3-14 0,8 4 8 15,-8-4 25-15,6 4 13 0,-6-4-2 0,4 3-9 16,-4-3-8-16,0 0-2 0,5 4-7 0,-5-4-25 15,0 0-21-15,0 0-38 0,0 0-49 0,3 6-47 16,-3-6-54-16,0 0-216 0,0 0-444 0,0 0 196 16</inkml:trace>
  <inkml:trace contextRef="#ctx0" brushRef="#br0" timeOffset="-79796.69">25587 12314 129 0,'-2'-6'212'0,"0"-1"-5"0,2 7-14 0,-2-11-13 16,2 11-16-16,-2-9-13 0,2 9-23 15,0 0-7-15,7-5-4 0,-7 5-9 0,19 2-11 0,-1 1-10 16,1 6-7-16,1 0-4 0,6 3-9 0,-3 1-8 16,2 4-7-16,-5-1-3 0,-2-4-4 15,-5 4-8-15,3-3-3 0,-5 3-4 0,1-1-2 16,-4-1-2-16,1 1 11 0,-2-1 0 0,0-4-5 0,-4 3-5 15,1-3-2-15,-2 2-2 0,2-2-1 0,-3-4-3 16,0 1-4-16,-1-7 2 0,3 11-1 0,-3-5 1 16,0-6-2-16,0 0 2 0,2 9 9 15,-2-9 9-15,0 0-1 0,0 0-3 0,0 0-3 16,0 0-3-16,0 0-1 0,0 0-2 0,2-27 0 0,-2 16-2 16,4-4-3-16,2 0-3 0,0-2 0 0,1-2-3 15,-1 0-1-15,4-6-1 0,3 0 0 0,-2 0-3 16,1 2 0-16,1 0 1 0,1 0 0 0,-3 9-1 15,-3 0-3-15,-1 4-4 0,1-1-19 0,0 4-13 16,-4 1-26-16,1 2-24 0,-1 1-20 0,-4 3-15 16,0 0-23-16,0 0-20 0,0 0-23 0,14 16-13 15,-16-5-150-15,-2 1-377 0,-4 5 167 0</inkml:trace>
  <inkml:trace contextRef="#ctx0" brushRef="#br0" timeOffset="-79557.69">25884 12526 59 0,'0'0'195'0,"0"0"-19"16,0 0-21-16,0 0-12 0,0 0-15 0,0 0 1 16,0 0 1-16,0 0-12 0,-1 11-10 0,-3-1-8 15,0 2-10-15,-1 0-5 0,-3 2 0 0,3 1-12 16,-5 1-7-16,2-2-6 0,1 1-4 0,-1 0 1 15,-2 1-9-15,2-1-5 0,-1 1-9 0,1-1-20 16,4-4-32-16,-1 4-38 0,1-3-35 0,2-4-28 16,0 3-36-16,0-3-131 0,1-1-310 0,1-7 138 15</inkml:trace>
  <inkml:trace contextRef="#ctx0" brushRef="#br0" timeOffset="-79218.22">26524 12507 106 0,'0'0'214'0,"0"0"-16"0,2-7-16 16,-2 7-15-16,0 0-16 0,7-5-20 0,-7 5-11 15,0 0-13-15,9-5-10 0,-9 5-19 0,13-3-29 16,-9 3-38-16,-4 0-41 0,15 0-56 0,-15 0-42 15,8 2-101-15,-8-2-246 0,12-2 109 0</inkml:trace>
  <inkml:trace contextRef="#ctx0" brushRef="#br0" timeOffset="-79062.98">26506 12581 101 0,'0'0'197'16,"-4"4"-6"-16,4-4-11 0,0 0-18 0,0 0-14 0,0 0-6 15,0 7-11-15,0-7-11 0,9 6-7 0,-3-3-41 16,1 1-53-16,2-2-64 0,2 2-58 0,0-2-135 16,8-2-259-16,-6 0 115 0</inkml:trace>
  <inkml:trace contextRef="#ctx0" brushRef="#br0" timeOffset="-28042.18">27508 12177 84 0,'0'0'91'0,"0"0"6"0,0-8-5 0,0 8 0 16,0 0-5-16,0 0-5 0,-5-9-9 0,5 9-6 15,-6-4-5-15,6 4-3 0,-9-5-2 0,9 5 0 16,-12-2-4-16,6-1-1 0,6 3-6 0,-9 0 5 15,9 0-6-15,-14-2-3 0,14 2-2 0,-9-1-1 16,9 1-1-16,-7 0-9 0,7 0 1 0,0 0-6 16,0 0-1-16,0 0-1 0,0 0 1 0,0 0 16 0,0 0 3 15,26-2 7-15,11 4-8 0,18-4 7 16,36-3-5-16,4 2-8 0,2 1-8 0,5-2 4 16,-3-1-4-16,3-2-7 0,1 2-3 0,-5 2-6 15,-2-4-1-15,-7 1-2 0,-25 1-6 0,-1 1 2 0,1-4-2 16,0 3 6-16,-5-3-6 0,-5-1 0 0,-14 4-4 15,0 2-2-15,-6-3 1 0,-1 4-3 0,-1-4-4 16,-10 3-5-16,-3-1-3 0,-5 2-2 16,-1-1-18-16,-3 1-5 0,-2 1-24 0,0 1-20 0,-8 0-26 15,0 0-16-15,0 0-116 0,0 0-266 0,0 0 117 16</inkml:trace>
  <inkml:trace contextRef="#ctx0" brushRef="#br0" timeOffset="-27546.76">27564 12207 123 0,'0'0'144'0,"7"-6"-4"0,-3 3 3 15,-4 3-12-15,7-6-18 0,-7 6-4 0,0 0-16 16,0 0-4-16,7 0-12 0,-7 0-7 0,2 11 1 16,0 6 2-16,-4 0 2 0,0 9 7 0,-1 5-12 15,-1 2 0-15,-5 13-13 0,-2 2 0 0,2 0-6 16,-1 3-1-16,2-3 3 0,-1-2-6 0,4 2 6 16,-4-14-16-16,2 0-1 0,-2-2-2 0,1 0-6 15,1-1 2-15,0 0-6 0,3-4-4 0,-3 1 2 16,3-3-6-16,-2-1 3 0,0-5-2 0,3-2-4 15,-3 0 0-15,2-5-3 0,1 0 5 0,1 0-8 16,-3-1 1-16,1-2-2 0,1-2 1 0,2-1 3 16,1-6-2-16,-5 12 0 0,1-8 1 0,4-4 1 15,0 0-5-15,-7 3 2 0,7-3 2 0,0 0-4 16,-14-10-1-16,8 5 1 0,2-2 1 0,-3-7-4 16,-3 3-1-16,-1-2 2 0,1-1-4 0,-4 0 4 15,0 2-5-15,-4 0 4 0,3-1 2 0,-10-1-5 16,4 1 0-16,0 4-1 0,2 2 2 0,-1 1-2 15,0 2-1-15,0-1 2 0,-1 4-2 0,4 0 0 16,4 2-1-16,0 0-8 0,-1 2-21 0,4-2-22 16,-1 1-24-16,3 1-31 0,2 0-26 0,1 0-28 15,5-3-152-15,-6 8-341 0,6-8 150 0</inkml:trace>
  <inkml:trace contextRef="#ctx0" brushRef="#br0" timeOffset="-27283.95">27786 12649 149 0,'2'-6'228'16,"2"-1"-3"-16,-2 1-7 0,-2 6-20 0,4-6-19 16,-4 6-22-16,0 0-16 0,6-3-15 0,-6 3-11 15,0 0-9-15,0 0-4 0,2 22-8 0,-4-11-5 16,1 4-6-16,1 2-7 0,-3 0-8 0,1-1-7 15,0 2-6-15,-1-1-7 0,2 0-4 16,0-1 1-16,-2 1-7 0,1 0-4 0,0-1-8 0,0 0-14 16,0-5-29-16,2 1-24 0,-1-1-28 0,-3 1-32 15,4-2-31-15,-2-1-40 0,2-1-46 0,0-8-111 16,0 0-354-16,-2 17 157 0</inkml:trace>
  <inkml:trace contextRef="#ctx0" brushRef="#br0" timeOffset="-27072.5">28008 12707 67 0,'0'0'180'0,"-4"-11"0"0,4 11-6 0,0 0-1 16,-13-1-10-16,13 1-22 0,-19 5-7 0,9-1-13 16,1 1-8-16,-5 1-10 0,5 1-7 0,-2 0-13 15,0 0-7-15,2 1-5 0,0 1-8 0,2 0 1 16,-2 1-11-16,3 0-5 0,1-1-6 0,3 1-22 0,-1 0-20 15,3-1-28-15,1 1-38 0,3-3-32 16,1 1-25-16,1 1-38 0,4-4-121 0,-2 0-305 16,3 2 136-16</inkml:trace>
  <inkml:trace contextRef="#ctx0" brushRef="#br0" timeOffset="-26821.86">28230 12760 95 0,'3'-5'209'0,"-3"5"-4"0,5-9-1 0,-5 9-14 16,4-6-16-16,-4 6-21 0,0 0-15 0,0 0-15 0,0 0-4 16,0 0-5-16,0 0-9 0,-13 18-2 0,4-9-14 15,0 5-6-15,0 0-3 0,-1 2-7 16,1 0-8-16,1 1 1 0,2-2-3 0,-2 1-8 16,6 1-5-16,-2 2-2 0,-1-6-6 0,3 4-2 15,0-5-4-15,2 1-5 0,0 0-2 0,0-1 0 0,2 1 4 16,0-3-7-16,-2 2-18 0,0-2-23 15,0 0-30-15,2-1-28 0,-2 1-32 0,0-2-37 16,0 0-22-16,0-8-30 0,-2 10-163 0,2-10-387 16,-4 9 171-16</inkml:trace>
  <inkml:trace contextRef="#ctx0" brushRef="#br0" timeOffset="-26657.68">28128 12958 119 0,'4'-8'184'0,"1"4"-8"0,-5 4-13 16,15-9-15-16,-6 5-14 0,3 2-14 0,3 1-8 16,7-3-17-16,-1 2-2 0,9-1-29 15,-2 1-32-15,-1 0-48 0,-6 2-45 0,-1-1-59 0,-5 1-88 16,3 0-224-16,-7-2 99 0</inkml:trace>
  <inkml:trace contextRef="#ctx0" brushRef="#br0" timeOffset="-26366.52">28215 12448 140 0,'9'-7'178'0,"2"1"-12"0,-3 2-11 16,0 0-14-16,2 3-15 0,-10 1-13 0,12 0-10 0,-12 0-12 15,10 3-7-15,-10-3-2 0,7 6-3 0,-7-6-9 16,-1 11-2-16,1-11-1 0,-6 14-4 0,-1-6-8 16,4-1-5-16,0-1-2 0,-4 0-3 15,3 1-7-15,-2-3-3 0,2-1-5 0,4-3 0 16,-4 10-4-16,4-10-1 0,2 8-1 0,-2-8 9 0,6 11-12 16,4-5-5-16,7 1-16 0,2 0-28 0,8 1-31 15,1-2-56-15,4 1-34 0,4 0-160 0,-6-4-334 16,2 3 147-16</inkml:trace>
  <inkml:trace contextRef="#ctx0" brushRef="#br0" timeOffset="-26176.89">28759 12762 31 0,'0'0'212'0,"0"0"-4"0,0 0-16 15,0 0-14-15,14 1-18 0,-14-1-15 0,21 0-15 16,-2 0-12-16,0 2-12 0,3-2-32 0,-2 0-42 16,1 0-56-16,8-3-46 0,-1 1-68 15,-6-2-88-15,6 2-244 0,0-2 107 0</inkml:trace>
  <inkml:trace contextRef="#ctx0" brushRef="#br0" timeOffset="-25996.37">29337 12579 1700 0,'9'-16'110'0,"0"3"1"0,-3 3 25 16,0 2-3-16,-2 2-9 0,0 1-14 0,1 2-12 16,-5 3-17-16,4-7-10 0,-4 7-11 0,0 0-7 15,0 0-2-15,0 0 0 0,0 0-1 0,-1 22-5 16,-3-6-3-16,-1 1-5 0,1 3-3 16,0 5-9-16,0-6-33 0,1 5-54 0,0-5-62 0,2 1-62 15,-3 5-66-15,-3 0-163 0,2-8-451 0,-4 2 200 16</inkml:trace>
  <inkml:trace contextRef="#ctx0" brushRef="#br0" timeOffset="-25462.49">24945 14561 20 0,'-7'-3'247'0,"3"-1"-33"16,4 4-19-16,-10-6-22 0,10 6-17 0,0 0-15 0,0 0-15 15,0 0-13-15,19-7-7 0,-8 7-27 0,5 0-30 16,0-1-24-16,1 0-38 0,1 3-36 0,1 0-42 15,-6-1-42-15,7 0-94 0,-10 2-245 0,1-1 108 16</inkml:trace>
  <inkml:trace contextRef="#ctx0" brushRef="#br0" timeOffset="-25315.19">24978 14647 96 0,'0'0'181'0,"-6"3"-16"0,6-3-11 0,0 0-19 0,0 0-11 15,0 0-14-15,0 0-6 0,27 3-15 0,-10-4-20 16,6 1-46-16,9-2-52 0,1 2-61 0,-1-3-99 16,5-4-204-16,2 0 90 0</inkml:trace>
  <inkml:trace contextRef="#ctx0" brushRef="#br0" timeOffset="-19981.81">25010 14508 1612 0,'-5'1'-105'0,"2"1"316"0,0 0-415 0,1 0 479 0,2-2-582 0,0 2 242 0,0 0 129 0,0 1-138 0,0-3 141 15,0 0 31-15,2 5-170 0,-2-5 13 0,8 4 136 16,-1-3-84-16,5 3-47 0,1-4 79 0,-2 3-47 16,6-5 83-16,1 4-51 0,-6-2-11 0,1 1 4 15,-1 0-2-15,-3-1-29 0,0 0 60 0,1 0-106 16,-10 0 40-16,12 3 63 0,-7-2-50 0,-5-1 46 15,0 0-61-15,3 5 40 0,-3-5-31 0,0 0 93 16,-13 12-91-16,1-7 37 0,-1 1-4 0,-6 1-37 16,-5-1 40-16,4 1-3 0,-1 0-44 0,1-3 33 15,-1 1-55-15,2-1 155 0,6 0-129 0,2-3 60 16,-1 3-100-16,5-3 50 0,3 2 26 16,4-3 9-16,-9 5 41 0,9-5-85 0,-5 6 72 0,5-6-139 15,0 0 18-15,0 0 17 0,18 6-54 16,-5-6-83-16,1-2 46 0,2 1-102 0,2 0-122 15</inkml:trace>
  <inkml:trace contextRef="#ctx0" brushRef="#br0" timeOffset="-19874.72">25056 14636 1 0,'-10'4'63'0</inkml:trace>
  <inkml:trace contextRef="#ctx0" brushRef="#br0" timeOffset="-19787.16">25021 14663 90 0,'0'0'-13'15,"-2"7"29"-15,2-7 73 0,0 0-56 0,10 7 23 16,-4-3-7-16,-6-4 1 0,13 4-59 0,-4-3 23 16,-1 0 7-16,0 1-6 0,2 0-19 0,-2-1-39 15,-1 1 47-15,-1 0 7 0,-6-2-102 16,13 2-17-16,-13-2-4 0</inkml:trace>
  <inkml:trace contextRef="#ctx0" brushRef="#br0" timeOffset="-19716.27">25140 14695 1596 0</inkml:trace>
  <inkml:trace contextRef="#ctx0" brushRef="#br0" timeOffset="-18406.13">25366 13634 67 0,'1'-13'155'16,"2"0"-1"-16,1 1 3 0,-4-1 2 0,2 1-23 15,-2 1-2-15,0 1-6 0,-2 0-5 0,0 0-8 16,2 10-8-16,-2-13-6 0,2 13-13 0,-3-8-12 16,3 8-11-16,0 0-5 0,0 0-8 0,0 0-4 15,0 0-3-15,-7 25-4 0,3-9 0 0,-1 9-4 16,-1-2-3-16,0 4-1 0,3 1-2 0,-1-2-3 15,0 2 2-15,0-1-7 0,2 0-1 0,0-2-1 16,0 3-4-16,2-3 3 0,-2 2-2 0,2-8-2 16,4 5 12-16,-4-6-22 0,0 1-19 0,0 0-40 0,0-3-32 15,0-1-25-15,2-4-38 0,-4 0-44 16,2 1-111-16,-2-5-327 0,0 0 144 0</inkml:trace>
  <inkml:trace contextRef="#ctx0" brushRef="#br0" timeOffset="-18131.3">25576 13699 135 0,'5'-5'146'0,"-5"5"-11"0,0 0-19 16,0 0-11-16,0 0-8 0,0 0-6 15,0 0-10-15,-27 7-8 0,15 1-3 0,1-2-8 0,-4 4-5 16,1-1-4-16,-4 1-10 0,6-1-7 15,2-4 1-15,0 3-7 0,-3-1-4 0,4-1 0 16,5 1-4-16,-4-2 2 0,2 1-6 0,4-1 0 0,-3 1 0 16,3 0-5-16,2-6-1 0,-2 12 1 15,0-7 0-15,2-5-4 0,4 16-1 0,-1-6-2 16,3-1-7-16,2 1-12 0,1 0-18 0,4 2-22 16,-3-1-29-16,0-1-21 0,3 2-27 0,3 1-67 15,-7-3-214-15,2-1 96 0</inkml:trace>
  <inkml:trace contextRef="#ctx0" brushRef="#br0" timeOffset="-17881.33">25832 13761 105 0,'-2'-6'175'0,"-2"0"-12"15,4 6-15-15,-10-6-17 0,10 6 0 16,-13 2-7-16,6 6-5 0,-6 2-3 0,0 4-8 0,-2 9 9 15,2 3-14-15,0 0-8 0,2 1-6 16,0 2-13-16,1-1-5 0,1-2-5 0,3 2-7 0,-3-1-4 16,4 0-6-16,-1-2-6 0,3 1 2 0,3-5-20 15,-4-2-9-15,3 0 4 0,1-1-4 0,-1 0-4 16,3 1-17-16,-2-1-25 0,0 0-28 16,-1 1-39-16,1-4-45 0,-1-3-46 0,-2 4-106 15,1-5-317-15,-4-1 142 0</inkml:trace>
  <inkml:trace contextRef="#ctx0" brushRef="#br0" timeOffset="-17715.95">25644 14080 78 0,'10'-5'131'0,"4"-1"-11"0,4 0-13 16,0 4-21-16,2-2-30 0,3 2-49 0,4 1-37 0,-5 1-63 15,-2 1-100-15,7-3 44 0</inkml:trace>
  <inkml:trace contextRef="#ctx0" brushRef="#br0" timeOffset="-17459.45">26115 13984 113 0,'9'0'114'0,"-9"0"-11"0,14-2-21 15,-14 2-30-15,17 3-19 0,-7-2-18 0,-4 3-19 16,1 0-17-16,-1 0-7 0,-1-1 2 16,0 3-5-16,0-2-4 0,-3 3 3 0,-2-7 6 0,-2 9 4 15,2-9 25-15,-5 10 11 0,0-4 17 16,-1-1 10-16,-1 0 10 0,1-2 11 0,-4 2 1 16,1 0 4-16,0 0 3 0,5-3-9 0,-2 2 16 15,6-4-19-15,-10 5-3 0,6-1-4 0,4-4 3 16,-3 6 1-16,3-6-11 0,0 0 0 0,9 9-33 0,5-8-31 15,-1 2-36-15,5-1-51 0,10-2-63 0,5 0-183 16,3-6 81-16</inkml:trace>
  <inkml:trace contextRef="#ctx0" brushRef="#br0" timeOffset="-16858">26953 13692 69 0,'0'0'171'15,"0"0"-16"-15,-2-7-17 0,2 7-10 0,0 0-11 0,20-8-16 16,-3 4-12-16,2 0-7 0,1 1-3 16,7 0-13-16,0 2-4 0,-4-1-16 0,-3 1-30 0,0 1-6 15,-2-1-40-15,-5 1-19 0,-1 0-22 0,-1 0-24 16,1 0-86-16,-12 0-196 0,13 0 87 0</inkml:trace>
  <inkml:trace contextRef="#ctx0" brushRef="#br0" timeOffset="-16491.93">27177 13666 88 0,'-2'6'109'0,"2"-6"1"15,-4 10 5-15,4-1 7 0,-2 3 2 0,-1 0-3 16,-1 3-7-16,-2 4-10 0,3-2-2 0,-6 9-9 15,0-2-7-15,4-6-12 0,-3 0-1 0,0-1-10 16,2 2-6-16,1 1-5 0,1-4-1 0,-2 3 4 16,3-4-4-16,-2 0-6 0,1 1-7 0,4-4-2 15,-1-2-2-15,1 0-3 0,1 0-3 0,-2-4-4 16,1 5-11-16,0-11-11 0,-1 10-16 0,1-10-11 16,-3 10-6-16,3-10-2 0,0 0 1 0,-4 8-7 15,4-8-6-15,-4 1-11 0,4-1 4 0,0 0-2 16,-15-1 1-16,15 1 9 0,-12-4 2 0,5 0 2 15,1 0 0-15,6 4 2 0,-13-5 12 0,13 5 4 16,-12-3 13-16,7 1 6 0,5 2 7 0,-7-4-4 16,7 4 9-16,0 0-1 0,-9-2-7 0,9 2 5 15,0 0 13-15,0 0-4 0,0 0 11 0,0 0-6 16,0 0 2-16,0 0 1 0,0 0-4 0,38 5-10 16,-18-5 7-16,1 2-3 0,11-2-27 0,1-1-34 15,-1 0-41-15,1 1-37 0,-4-2-83 0,5 1-225 16,-7 0 99-16</inkml:trace>
  <inkml:trace contextRef="#ctx0" brushRef="#br0" timeOffset="-15383.08">27376 14037 143 0,'3'-3'165'15,"2"-4"-13"-15,1 0-16 0,0 0-1 0,-2 1-9 16,3-2-5-16,1 0-8 0,-5 1-2 0,3-1-7 16,1-1-5-16,-4 2-8 0,1-1-7 0,1 2-1 15,-4-4-12-15,2 1-6 0,-3 0-9 0,0 0-4 16,0-2-4-16,0 2-3 0,-3 1-10 0,-1-1 2 15,0 3-9-15,-5-2-3 0,-1 2-1 0,0 1 2 16,-4 1-4-16,0-3-5 0,1 4-1 0,-2 1-2 16,4 1-1-16,-1-2-1 0,5 2 2 0,7 1-7 15,-15 0-3-15,15 0 1 0,-6 2-3 0,6-2 6 16,0 0-8-16,0 0 5 0,0 0 0 0,19 15-1 16,-6-13 1-16,7 3 3 0,-1-2-7 0,3 2 4 0,5 2-2 15,-4-3-3-15,-3 2 4 0,-2-2-3 16,2 2-2-16,-5-5 3 0,-1 6-4 0,-3-2 2 15,1 1-1-15,-3-1 1 0,-3 3-3 0,1-1 2 16,-2 0-1-16,1 2 1 0,-5-2 4 0,-1 0-2 16,2 1 2-16,-2 1-1 0,0 1-4 0,-2-1 3 0,2 0-2 15,-1 3 6-15,0-3-13 0,1 1-28 16,-3-3-11-16,3 5-21 0,0-4-36 0,0 1-15 16,0-9-30-16,3 15-7 0,-2-6-122 0,-1-4-301 15,0-5 133-15</inkml:trace>
  <inkml:trace contextRef="#ctx0" brushRef="#br0" timeOffset="-14620.43">27746 14008 125 0,'0'0'136'0,"0"0"2"0,0 0-22 16,-2 23-10-16,2-23 0 0,-1 9-3 0,1-9-13 15,-3 11-6-15,3-11-5 0,0 10-16 0,0-10 7 16,-1 5-1-16,1-5 0 0,0 0 7 0,-2 9 12 16,2-9 4-16,0 0-7 0,0 0-6 0,0 0 7 0,0 0 2 15,0 0-7-15,0 0-13 0,0 0-4 16,-9-24-7-16,8 17-9 0,1 7-1 0,-4-16-5 16,4 8-5-16,0-1-7 0,0-1 3 0,0 3-3 15,2-3-10-15,0-1 3 0,0 1-2 0,1 1-3 0,0 1-3 16,-1 2-2-16,1 0-3 0,-3 6 0 0,6-9 4 15,-1 5-8-15,1 1 0 0,-6 3-6 16,12-3 3-16,-12 3-3 0,12 4 1 0,-5 0 0 16,1 0-1-16,-1 1 0 0,1 3 0 0,0-2 0 15,-3 2-1-15,1-2 0 0,-2 0 2 0,-2 0-4 0,2 3 4 16,0-4 0-16,-1 1-2 0,1 0 1 16,-4-6 7-16,7 6-8 0,-7-6 1 0,1 7 5 0,-1-7-1 15,0 0 1-15,2 7-1 0,-2-7 3 16,0 0 2-16,0 0-3 0,0 0 8 0,0 0-7 15,0 0 0-15,0 0-4 0,0 0 2 0,0 0 0 0,9-16-3 16,-9 16 0-16,4-10-2 0,0 5-2 0,1 0-5 16,-3-1-2-16,5-1-7 0,-1 0 1 15,-3 0-6-15,4-2 3 0,-3 4 2 0,0 1 0 16,2 1-5-16,-6 3 4 0,8-3 2 0,-8 3-2 0,0 0 1 16,11 5 4-16,-11-5 1 0,9 8-2 0,-8 0 9 15,6-2-6-15,-3 1 1 0,0 0 2 16,2 0 3-16,-1 0 0 0,0 2 1 0,1-5 3 15,1 1-1-15,2-1 2 0,1-3 0 0,2 1 0 16,2-2 3-16,4-4-3 0,7-5-1 0,2 2 1 0,-7 1-1 16,0-2 4-16,3-4-4 0,-5 2 0 0,-1-1 1 15,-1 1 1-15,-2-2 0 0,-1-1-3 0,1-1 3 16,-3 2 0-16,-1 2 0 0,-1 2-1 16,-4-5-1-16,0 4 2 0,-1-1 0 0,-1 5-1 0,-2-1 0 15,-1 6-4-15,0 0-1 0,0 0 0 0,0 0 0 16,0 0 0-16,0 0 2 0,0 0-1 0,-24 19-1 15,11-5-1-15,2 0 1 0,4 2 2 0,-3 0-3 16,4 1 3-16,-1-1 2 0,5 3-3 0,-2-4 2 16,-1 3 3-16,3 0-3 0,1-7 2 0,1 2-1 15,0 0-1-15,1 3 1 0,1 0 4 0,-2-4-2 16,0-2 3-16,3 4-2 0,-3-2-4 0,-3 1-20 16,3 2-21-16,-3-2-27 0,-1 2-22 0,-2-4-40 15,1 2-36-15,-7 0-154 0,-3-1-347 0,-1 1 153 16</inkml:trace>
  <inkml:trace contextRef="#ctx0" brushRef="#br0" timeOffset="-14286.38">27133 14331 150 0,'-13'-1'132'0,"1"1"-9"16,5 0-13-16,7 0-14 0,-11 0-1 0,11 0-10 15,0 0 14-15,0 0 0 0,0 0-10 0,53 1-1 16,-19-4-10-16,25-3-2 0,5 2-7 0,29-5-7 16,-1 4 1-16,-28 0 2 0,27-4-6 0,-25-1-4 15,-3 2 0-15,0-2 2 0,-1 1 0 0,-1 1-2 16,-5-1 0-16,-16 4-3 0,-3 0-4 0,-4 2 0 15,-2-3-4-15,-8 4-2 0,-5-2-5 0,-4 1 0 16,-4 2-7-16,2-1-7 0,-3 1-1 0,-2 1-4 16,-7 0-1-16,17 1-18 0,-12 1-29 0,1 2-32 15,-1 0-33-15,0 0-34 0,-5-4-34 0,1 12-156 16,-1-12-345-16,-11 18 153 0</inkml:trace>
  <inkml:trace contextRef="#ctx0" brushRef="#br0" timeOffset="-12936.26">26773 14633 50 0,'-11'-2'93'0,"-5"2"-3"0,3 0-10 16,0-1 6-16,1-2 4 0,1 1-7 0,4 2-2 16,7 0 6-16,-16 0 3 0,10-2-2 0,6 2-2 15,-7-1 1-15,7 1-17 0,0 0-7 0,0 0-6 16,0 0 0-16,18-10-7 0,-4 6-5 0,5 0-5 15,8 2-6-15,3-5-4 0,1 2 1 0,-2 1-3 0,1-1 0 16,1 3-3-16,-2-1-27 0,-10 0-14 16,-2 3-19-16,1-2-18 0,-5 0-15 0,-6 2-9 15,-7 0-12-15,14-1 2 0,-14 1-1 0,0 0-1 16,11-1 3-16,-11 1 5 0,0 0 4 0,0 0 5 0,0 0 4 16,0 0 11-16,0 0 7 0,0 0 1 15,0 0 16-15,-34 1 11 0,34-1 5 0,-15 0 8 16,7-2 7-16,8 2 9 0,-15-1 9 0,15 1 7 15,0 0 13-15,-16 0 3 0,16 0 9 0,0 0-2 16,-11-3-15-16,11 3-5 0,-4 4 22 0,4-4 24 16,-5 9 6-16,1-3 1 0,0 3 0 0,-1 3 0 0,-2 4 8 15,3 2-3-15,-3-1-6 0,1 6-4 16,-2-5-6-16,2 5-8 0,-1 0 2 0,3 1-5 16,1-5-7-16,-1 0-6 0,-1-1-4 0,5-1-4 15,-2 1-4-15,1-3 1 0,-1 1-6 0,2-4-6 0,0 5 0 16,0-2 1-16,0-7 0 0,0 1-3 15,0-3-12-15,0-6-17 0,-2 13-5 0,0-7-6 16,2-6-11-16,-4 8-7 0,4-8-5 0,-9 6-2 16,9-6-2-16,-10 3-4 0,2-3 0 0,8 0 2 15,-11-4-1-15,11 4-3 0,-14-6 15 0,7 4 0 0,3-3 11 16,-3-1 7-16,7 6 2 0,-7-6 9 16,3 3 12-16,4 3 1 0,-5-7 2 0,5 7 1 15,0 0 0-15,-4-5-1 0,4 5 2 0,0 0-1 16,0 0-5-16,11-5 3 0,-2 1-1 0,2 3 6 15,0-3-12-15,8 4 7 0,-1 1 2 0,1-2-21 0,0 2-12 16,0-2-10-16,0 1-30 0,3 0-20 0,-4 1-12 16,0-2-91-16,-5 1-204 0,1 0 90 0</inkml:trace>
  <inkml:trace contextRef="#ctx0" brushRef="#br0" timeOffset="-12546.32">27175 14867 58 0,'-6'-10'170'0,"1"4"-8"0,-1 3-10 0,6 3-2 16,-14-3-3-16,5 3-10 0,-4 3-11 0,1-1-12 16,-1 3-7-16,-3 3-8 0,5-3-4 0,2 3-16 15,-3 1-9-15,4 0-4 0,1-1-9 0,0 2-5 16,0-2-2-16,3 1-4 0,4-2-4 0,0 0-3 16,0-7-7-16,2 12 0 0,4-7-1 15,0-1-3-15,2 1-4 0,1-1-4 0,-2 0 1 16,5-2 1-16,-6-2-5 0,5-2-4 0,1-2 7 0,-2 1-5 15,1-1-1-15,-3-1 1 0,1-1-5 0,-1-1 5 16,0-4-4-16,-2-1-3 0,1-1-1 0,0-4-1 16,-1 1-1-16,1-2 1 0,-2 0-3 0,-1-2 3 15,-4-1-3-15,0 4 2 0,2 1 1 0,1 0 10 16,-4 3 1-16,1 3 3 0,0 2 3 0,0 1 9 16,2 1-10-16,-2 6-3 0,0 0-3 0,-4-11 3 15,4 11-9-15,0 0 0 0,0 0 2 0,0 0-3 16,-4 35 1-16,0-20 5 0,2 1-2 0,-4 1-4 15,2 1 0-15,0 0 0 0,3 1-2 0,-1-1-1 16,0 1 0-16,0 1-8 0,2-1-21 0,2-1-27 16,-2-1-33-16,2-2-45 0,1-4-26 0,-1 0-39 15,-2-2-156-15,0 1-376 0,2-2 166 0</inkml:trace>
  <inkml:trace contextRef="#ctx0" brushRef="#br0" timeOffset="-12327.71">27424 14863 123 0,'3'-8'225'16,"-1"2"-8"-16,-2 6-14 0,-7-12-20 15,7 12-11-15,-9-4-10 0,1 4-10 0,8 0-10 0,-23 7-4 16,8 0-17-16,0 3 2 0,1-1-17 0,-3 1-11 16,8-1-10-16,-3 2-9 0,4-2-6 0,-1 2-5 15,5-2-9-15,4 0-2 0,0 0-8 0,4 1-17 16,1-2-20-16,7 0-26 0,-2 2-29 0,7-4-31 15,2 0-29-15,8-2-32 0,3 2-33 0,-9-4-21 16,6 2-126-16,-6-3-344 0,-3-1 153 0</inkml:trace>
  <inkml:trace contextRef="#ctx0" brushRef="#br0" timeOffset="8748.2">28824 13866 82 0,'0'0'75'0,"2"-9"-4"0,-2 9-3 16,0 0-13-16,0 0 2 0,-4-10-4 0,4 10-16 16,0 0 3-16,-3-7 3 0,3 7-8 0,0 0 2 15,0 0-6-15,-5-7-7 0,5 7 5 0,0 0-8 16,0 0-5-16,0 0 8 0,0 0-4 0,0 0 6 16,0 0-12-16,-4-6-5 0,4 6 3 0,0 0-12 15,0 0 5-15,0 0 6 0,0 0-5 0,0 0 5 16,0 0-4-16,0 0-4 0,0 0 2 0,0 0 6 15,0 0-3-15,0 0 0 0,0 0 12 0,0 0-9 0,0 0-5 16,0 0 3-16,0 0-3 0,-2 20 8 16,2-20-3-16,0 0-3 0,0 12 0 0,0-12-15 15,0 0 22-15,2 9-6 0,-2-9 0 0,0 0-2 0,0 0 5 16,3 7 2-16,-3-7-12 0,0 0-4 0,9 0-12 16,-9 0-25-16,16-7-10 0,-3 1-29 15,3-4-77-15,1 2-167 0,9-6 74 0</inkml:trace>
  <inkml:trace contextRef="#ctx0" brushRef="#br0" timeOffset="10100.18">28335 14384 39 0,'0'0'47'16,"0"0"-3"-16,0 0 2 0,0 0-11 0,4-5-2 15,-4 5-6-15,0 0-3 0,0 0 1 0,0 0-2 16,0 0 1-16,0 0-8 0,4-6 1 0,-4 6-1 16,0 0 4-16,0 0-3 0,0 0-3 0,0 0 3 15,0 0 0-15,0 0-2 0,0 0-1 0,0 0 4 16,0 0-9-16,0 0 9 0,0 0-9 0,0 0 3 15,0 0 0-15,0 0 2 0,0 0-4 0,0 0-1 16,0 0-3-16,0 0-1 0,0 0 9 0,0 0-10 16,0 0-2-16,0 0 7 0,0 0-3 0,0 0-3 15,3 17-5-15,-3-17-4 0,0 0-6 0,16-4-11 0,-16 4-11 16,13-4-14-16,-6 2-47 0,3-3-102 16,1 2 46-16</inkml:trace>
  <inkml:trace contextRef="#ctx0" brushRef="#br0" timeOffset="17921.38">26781 15027 62 0,'0'0'97'0,"0"0"-15"15,0 0-3-15,0 0-6 0,0 0-8 0,0 0-7 0,6 5 3 16,-6-5-18-16,0 0-1 0,0 0-18 0,0 0-21 15,0 0-11-15,0 0-12 0,0 0-24 16,0 0-60-16,0 0-110 0,0 0 48 0</inkml:trace>
  <inkml:trace contextRef="#ctx0" brushRef="#br0" timeOffset="22027.46">29321 13699 31 0,'0'0'13'0,"0"0"-21"15,-16-1-7-15,7 2 3 0</inkml:trace>
  <inkml:trace contextRef="#ctx0" brushRef="#br0" timeOffset="22315.72">28978 13976 5 0,'0'0'192'0,"0"0"-8"16,0 0-5-16,0 0-7 0,0 0 8 15,0 0-6-15,0 0-10 0,0 0-8 0,0 0-11 16,0 0-13-16,0 0-15 0,0 0-11 0,11-1-10 15,-11 1-11-15,17-2-21 0,-6 2-25 0,3 0-25 16,-3 0-28-16,0 2-33 0,0-1-38 0,-1-2-45 0,1 2-26 16,-1 2-140-16,-3-3-319 0,-7 0 141 0</inkml:trace>
  <inkml:trace contextRef="#ctx0" brushRef="#br0" timeOffset="22478.06">28916 14091 104 0,'0'0'203'0,"-4"4"-19"16,4-4-17-16,0 0-10 0,0 0-15 0,12 9-18 15,1-6-17-15,2 1-26 0,8-3-27 0,-1 1-31 16,12-4-53-16,-1 1-67 0,-2-2-107 0,2-1-220 16,2-5 98-16</inkml:trace>
  <inkml:trace contextRef="#ctx0" brushRef="#br0" timeOffset="25017.7">30276 12686 146 0,'0'0'187'0,"0"0"1"0,0 0-6 0,0 0-7 16,0 0-9-16,0 0-4 0,0 0-3 0,0 0-5 15,0 0-12-15,0 0-10 0,0 0-15 0,0 0-15 16,0 0-4-16,19-18-12 0,-7 14-20 0,-2-1-23 16,4 3-22-16,-1-1-22 0,0 1-30 0,-1 0-33 15,2-1-30-15,-2 2-29 0,1-2-18 0,1 3-26 16,-5-2-118-16,-1 4-307 0,-8-2 136 0</inkml:trace>
  <inkml:trace contextRef="#ctx0" brushRef="#br0" timeOffset="25188.53">30220 12827 14 0,'0'0'137'0,"-4"6"-10"0,4-6-11 16,0 0 1-16,0 0-3 0,0 10-10 0,0-10-16 15,10 3-2-15,-1 0-12 0,4-1-15 0,1 2-26 16,3-2-24-16,3-1-27 0,-1-1-31 0,3 1-33 16,-3-1-74-16,-1-1-167 0,3-2 75 0</inkml:trace>
  <inkml:trace contextRef="#ctx0" brushRef="#br0" timeOffset="25491.71">30851 12579 104 0,'3'-8'209'0,"-1"2"-5"0,0-1-6 0,0 0 0 16,-2 7-6-16,4-11-5 0,-4 11-3 0,1-8-13 16,-1 8-11-16,2-6-14 0,-2 6-10 0,0 0-21 15,2-7-7-15,-2 7-10 0,0 0-11 0,0 0-14 16,0 0-23-16,0 0-4 0,0 0-5 0,0 0-1 15,0 0-11-15,13 18 3 0,-12-12-5 0,0 6-4 16,1-1 1-16,-4 3-4 0,1 1 0 0,-1 3-1 16,0-3-4-16,2 2 4 0,-1 0-4 0,0-2-6 15,-1 3 6-15,-3-1-4 0,2-2-21 0,0-2-13 16,-1 2-27-16,0 3-22 0,2-6-34 0,-5 3-37 16,5-4-27-16,-3 0-32 0,0 0-174 0,-3-1-405 15,3-3 180-15</inkml:trace>
  <inkml:trace contextRef="#ctx0" brushRef="#br0" timeOffset="25685.32">30944 12754 1851 0,'6'-5'55'0,"-3"0"-10"0,3 1-18 0,-6 4-15 16,7-8-3-16,-7 8-1 0,7-3-5 0,-7 3 0 15,0 0 0-15,5-4 1 0,-5 4-1 0,0 0 3 16,0 0-5-16,0 0-1 0,5-3 3 0,-5 3-3 15,0 0 0-15,0 0-3 0,0 0-28 0,0 0-28 16,1 18-30-16,-1-18-29 0,0 6-27 0,0-6-120 16,0 0-287-16,-4 13 127 0</inkml:trace>
  <inkml:trace contextRef="#ctx0" brushRef="#br0" timeOffset="26015.91">31240 12569 44 0,'7'-1'176'0,"0"-2"-4"0,-7 3-10 15,13 0 3-15,-7-1-7 0,-6 1-13 0,15 4-5 16,-8 0-6-16,-1 0 0 0,2 2-8 0,1 1-9 16,-5-2-8-16,-1 4-7 0,1 1-6 0,-1-1-9 15,-3-1-8-15,2 2-2 0,1 0-11 0,-6-1 8 16,2 0-12-16,-1-1-5 0,-2 1-8 0,-3 0 5 15,2 0-10-15,-1-4-4 0,1 1-4 0,0-1-2 16,1 0-4-16,4-5-5 0,-7 6 3 0,5-2-5 16,2-4-3-16,-7 5 3 0,7-5-4 0,0 0 0 15,0 0 0-15,-6 4-2 0,6-4-2 0,0 0-2 16,0 0-2-16,0 0 0 0,0 0-4 0,20 8-11 16,-6-8-13-16,3 2-25 0,6 0-28 0,-4-2-29 15,9 1-25-15,1-1-28 0,-8 0-21 0,7-1-23 16,0 0-161-16,-10 0-387 0,4-3 171 0</inkml:trace>
  <inkml:trace contextRef="#ctx0" brushRef="#br0" timeOffset="26213.12">31779 12553 82 0,'3'-8'199'15,"-3"8"-19"-15,0 0-18 0,3-8-14 0,-3 8-7 16,0 0-15-16,0 0-4 0,0 0-10 0,0 0-2 0,0 0-6 15,0 0-11-15,0 0-10 0,-5 29-8 16,3-17-2-16,-1 4-10 0,-2 1-8 0,1 2-17 16,-2-2-36-16,2 1-26 0,-4 0-26 0,3 2-31 15,-2-2-30-15,-4 7-23 0,0-3-18 0,-2 2-84 0,0-1-256 16,6-5 113-16</inkml:trace>
  <inkml:trace contextRef="#ctx0" brushRef="#br0" timeOffset="26418.95">31030 13189 59 0,'12'-6'194'15,"14"-2"-15"-15,4-1-26 0,2 0-9 0,4 3-13 0,2 0-13 16,14-3-27-16,4-1-21 0,-4 1-43 0,0 1-29 15,2 0-46-15,3 2-44 0,-17 2-79 16,10-6-185-16,-2-3 82 0</inkml:trace>
  <inkml:trace contextRef="#ctx0" brushRef="#br0" timeOffset="26668.56">32111 12765 2376 0,'0'0'12'0,"3"-6"-1"16,-3 6-20-16,8-6 9 0,-8 6-29 0,5-4 4 16,-5 4 6-16,0 0 7 0,0 0 0 15,0 0 5-15,0 0 11 0,7 0 9 0,-7 0 5 0,0 0 7 16,0 0 6-16,0 0 1 0,0 0 17 0,13 2-4 16,-13-2-3-16,9 4 2 0,1-4-4 0,-1 0 0 15,-1 1-9-15,10-2-1 0,0 0-6 0,2-3-17 16,3 0-26-16,8-2-23 0,1-3-38 0,2 2-37 15,16-6-27-15,-1 0-45 0,-1-2-21 0,1 0-117 16,2-4-354-16,-4 0 157 0</inkml:trace>
  <inkml:trace contextRef="#ctx0" brushRef="#br0" timeOffset="-98696.79">13342 8944 22 0,'0'0'31'0,"0"0"0"15,0 0-4-15,0 0-6 0,0 0 4 0,0 0-7 16,0 0 2-16,0 0-4 0,0 0 6 0,0 0-8 16,0 0-1-16,0 0-4 0,0 0 3 0,0 0-3 15,0 0 3-15,0 0 4 0,0 0-4 0,0 0-2 16,0 0-1-16,0 0 5 0,0 0 3 0,0 0-7 16,0 0-4-16,0 0 6 0,0 0-2 0,0 0-1 15,0 0-1-15,0 0-4 0,0 0 4 0,0 0 0 16,0 0-3-16,16 5 2 0,-16-5-1 0,0 0 4 15,0 0-12-15,0 0 16 0,0 0-8 0,0 0 2 16,0 0 1-16,0 0-4 0,0 0 2 0,0 0-7 16,0 0 10-16,4-4 0 0,-4 4 1 0,0 0 2 15,0 0-1-15,0 0-7 0,0 0-2 0,0 0-1 16,0 0 0-16,0 0 0 0,0 0 9 0,0 0-2 16,9-1-2-16,-9 1 2 0,0 0 1 0,0 0-2 15,0 0-7-15,4-5 4 0,-4 5-1 0,5-6-3 16,-5 6-7-16,9-5 8 0,-9 5-2 0,9-5 1 15,-4 4-13-15,3-2-10 0,-2-1-1 0,4 0-16 16,3 1-3-16,-1-1-46 0,4 0-94 0,0-4 41 0</inkml:trace>
  <inkml:trace contextRef="#ctx0" brushRef="#br0" timeOffset="-95810.53">6774 3889 2 0,'12'6'2'0,"-1"-5"0"0,-2 3-1 0,3-2 0 16,2 1 1-16,2-1 4 0,3-1-1 0,3 1 4 15,5-1-4-15,0-1 3 0,1 0-2 16,1 0 6-16,2 2-3 0,2-5-1 0,-1 1 3 0,3 2-5 16,-2-1 0-16,1 1-4 0,0-1 2 0,-1 1 4 15,-1-3-1-15,2 5 6 0,2-4-3 0,0 1-4 16,3-1 0-16,0 0 0 0,12-3 3 0,-13 4-1 16,16-2-8-16,-4 3 6 0,1-2-1 0,-11 0 1 15,12 0-4-15,2 1 3 0,-4 1 3 0,-12 1-2 16,13 0 1-16,-11 2-2 0,9 1-4 0,-9-3 3 15,11 5 0-15,3-4-4 0,-18 1 2 0,19 1 3 16,-5-2 0-16,2 0-2 0,-1 1 0 0,-1 0-1 16,2-1 2-16,-1 0-4 0,-11 1 1 0,14 0 2 15,-3 0 2-15,1-3 2 0,2 3-5 0,-3-2 0 16,1-1-1-16,1 0 8 0,2 0-4 0,-4-1 3 16,6-2-1-16,2 1-2 0,0-1-8 0,2 2 4 15,-1-3-1-15,4 4 2 0,1-3 3 0,-1 0-4 16,0-1 1-16,0 1 2 0,-1 1-2 15,1-1 1-15,0 3-1 0,1-2-1 0,-4 0 1 0,2 2 5 16,0-5-6-16,0 5-2 0,1-1 4 0,0 1 0 16,0 0-5-16,-3-4-1 0,2 4 4 0,-1-1 3 15,-3 1 0-15,3-3 3 0,2 2 3 0,-2 0 2 16,-1 1-13-16,2 0 8 0,1-3-6 0,0 3 0 16,1-4 4-16,0 4-2 0,-2-2 2 0,-2-1-3 15,2 3 2-15,1-1 2 0,-5-2-2 0,-2-1-3 16,3 1 0-16,-2 1 3 0,3 2-3 0,-2-1 5 15,1-2 0-15,-1 0-2 0,1-1 1 0,-3-1-15 16,1 2 13-16,-2-2-1 0,0 2 6 0,-1 0-6 16,-3 0-5-16,-2-4 5 0,4 4 2 0,-16 0-10 15,1 1 11-15,-1-2-3 0,16-1-2 0,-3 0 7 16,-13 3-4-16,12-3 0 0,-12 0 1 16,3 0-2-16,10 1 5 0,-15 0-3 0,5 0-2 0,-3 0-1 15,0 1 3-15,-2 0 1 0,0 0-4 0,0 1 8 16,0-2-5-16,-2 4-1 0,-3-2-2 15,3-1-5-15,-3 1 5 0,1 0 2 0,1-1-3 16,-1 1-2-16,-1 1-1 0,2-1 7 0,-1 2 0 0,-3-3-6 16,2 1 7-16,-3 4 0 0,3-2-6 15,-4 0 4-15,3 1-2 0,-1 1-3 0,2-2 4 16,-2 2-4-16,1-1 1 0,1-1 6 0,-2 1-7 0,1-1 2 16,1-1 5-16,2 1-2 0,-3 1 2 0,1-1-5 15,3 1 3-15,-3-1-2 0,-3 2 4 0,3-2-1 16,0 0-2-16,-1 1-7 0,-2 0 13 0,2 0-9 15,-1-2 6-15,0 1-6 0,0-2 4 0,-1-1 3 16,-8 3-9-16,8-1-1 0,-5 0 5 16,-2-1-2-16,1 2-1 0,4-6 5 0,-4 5 2 0,0-1-3 15,0 1 2-15,-1-3-4 0,7 2 0 16,-7-2 2-16,8 3 6 0,-9-3-6 0,9 3 10 16,-8-1-7-16,2 1 1 0,3-2 0 0,-4 3-3 15,1-1-3-15,-2 1-1 0,0-1 4 0,2 2 2 16,-3-2 3-16,2 0-7 0,-1-1 2 0,-1 0 0 15,-2 3-1-15,1-4 1 0,-2 2 0 0,-3-2-2 0,0 3-3 16,-2 0 8-16,-1 0-6 0,-1 0-4 16,1-1 3-16,-4-1-5 0,-7 2 14 0,10 0-10 15,-10 0 12-15,10 0 3 0,-10 0-1 0,0 0 6 16,11-2-1-16,-11 2-3 0,0 0 3 0,0 0 1 16,7 0 1-16,-7 0-14 0,0 0 1 0,0 0 5 15,0 0 8-15,0 0-10 0,0 0-4 0,8-2 5 0,-8 2 1 16,0 0 8-16,0 0-5 0,0 0-4 0,0 0 3 15,0 0-2-15,0 0 3 0,0 0 6 16,0 0-9-16,0 0 8 0,0 0-7 0,0 0 0 16,0 0 0-16,0 0-4 0,0 0 16 0,0 0-9 15,0 0-14-15,0 0 9 0,0 0-7 0,0 0 7 16,0 0-3-16,0 0-9 0,0 0 14 0,0 0-5 0,0 0 4 16,0 0-7-16,0 0-3 0,0 0-1 15,0 0-5-15,0 0 6 0,5-5 6 0,-5 5-4 16,0 0 2-16,0 0-3 0,0 0 1 0,0 0 0 15,0 0 6-15,0 0-4 0,0 0 2 0,0 0-5 16,0 0 6-16,0 0-7 0,0 0 3 0,0 0 2 16,0 0 3-16,0 0-2 0,0 0 9 0,0 0-13 15,0 0-1-15,0 0-1 0,0 0 1 0,0 0 1 16,0 0-2-16,0 0 4 0,0 0-4 0,0 0-1 16,0 0-1-16,0 0 1 0,0 0-3 0,0 0 2 15,0 0 1-15,0 0 3 0,0 0-4 0,0 0-2 16,0 0 6-16,0 0 6 0,0 0-1 0,0 0-15 15,0 0-6-15,0 0-12 0,0 0-9 0,0 0-5 16,0 0-4-16,0 0-17 0,0 0-8 0,0 0-18 16,0 0-64-16,0 0-162 0,0 0 72 0</inkml:trace>
  <inkml:trace contextRef="#ctx0" brushRef="#br0" timeOffset="-92470.41">1368 9671 11 0,'0'0'111'0,"-13"-3"1"16,13 3-12-16,-6-3-1 0,6 3-9 0,0 0-5 15,-10-4-1-15,10 4-5 0,-5-2-3 0,5 2 0 16,0 0-3-16,0 0 0 0,-9-2-11 0,9 2-4 16,0 0-4-16,0 0-11 0,0 0 6 0,-8-3-13 15,8 3-1-15,0 0-5 0,0 0-5 0,0 0-5 16,0 0 2-16,0 0-9 0,0 0 2 0,0 0 2 15,0 0-3-15,0 0-6 0,0 0 6 0,0 0-2 16,0 0 0-16,0 0-4 0,0 0-10 0,-9-1 6 16,9 1 12-16,0 0-7 0,-10 5-12 0,10-5 6 15,-8 0 4-15,8 0 0 0,-11 2-12 0,11-2 6 16,-9 1 4-16,9-1 3 0,-10 1 6 0,10-1-11 16,-12-1 1-16,12 1-1 0,-12 0 0 0,12 0-1 15,-11 0 1-15,11 0-2 0,-16-1 6 0,16 1-4 16,-13 0-3-16,8-1-3 0,5 1 7 0,-16-1 2 15,16 1-5-15,-13 0 2 0,7-1 1 0,6 1 3 16,-12-2 4-16,12 2-2 0,-9-1 2 0,9 1 3 16,0 0-9-16,-8-1-3 0,8 1 5 0,0 0-5 15,0 0-2-15,0 0 4 0,0 0-1 0,-12-1-5 16,12 1-2-16,0 0 1 0,0 0 7 0,0 0-7 16,0 0 3-16,22 9-4 0,-11-6 4 0,11 2-1 15,8 0 7-15,3-1-11 0,6 0 11 0,19 0-5 16,7-2 9-16,25 0-4 0,-25-1 1 0,31-2-2 15,-1 2 0-15,0-1 0 0,1-1 2 0,-3-2-8 16,1 2 7-16,-3 2-3 0,0-2 9 0,0-1-3 16,2 1 1-16,2-4-7 0,2-1 4 0,-5-1-1 15,0 0 4-15,-26 2-2 0,26-7-3 0,-30 6-5 16,3-3 8-16,-1 2 0 0,-4 1-3 0,-4-3-1 16,-2 1-15-16,-17 2-5 0,0 2-6 0,-4-1-7 15,-1 2-13-15,-10 0-19 0,-1 1-7 0,-2 0-18 16,-6 0-13-16,-1 1-13 0,-12 1-17 0,15 0-83 15,-15 0-229-15,0 0 102 0</inkml:trace>
  <inkml:trace contextRef="#ctx0" brushRef="#br0" timeOffset="-91745.52">1160 8388 64 0,'-3'-9'118'0,"-2"-1"-2"16,3 4-3-16,-2 1-12 0,4 5-2 0,-4-12-16 16,4 12-12-16,-3-8-3 0,3 8-15 0,0 0 1 0,-2-7-8 15,2 7 4-15,0 0-23 0,0 0 3 16,0 0-4-16,0 34-5 0,2-17 1 0,0 10 4 16,-2 6-7-16,3 12 1 0,-1 3-6 15,-2 7 1-15,0 1-4 0,4 27 0 0,-6-22 6 0,2 23 9 16,-2 0-6-16,2 0-3 0,2 5 1 0,1-1-6 15,-3 2 3-15,5 8-5 0,-1 2 7 0,-2-10-5 16,2 3 1-16,-1 7-3 0,-1 4-1 0,-3-4 0 16,1 2-3-16,1 1 2 0,1-3-2 0,2-7-2 15,-8 2 1-15,2-6-14 0,1 0 1 0,1-4-8 16,-5-2-13-16,4-23-11 0,-3-2-7 0,0 26-10 16,-2-32-18-16,0 1-17 0,-1-3-22 0,0-3-58 15,-4-12-184-15,2-3 82 0</inkml:trace>
  <inkml:trace contextRef="#ctx0" brushRef="#br0" timeOffset="-89919.57">1173 9719 83 0,'0'0'107'16,"0"0"-7"-16,0 0 12 0,0 0-12 0,0 0 5 15,0 0-6-15,0 0-3 0,0-7-3 0,0 7-3 16,0 0 1-16,0 0-8 0,0 0 1 0,0 0-8 15,0 0-3-15,0 0-13 0,0 0 0 0,0 0-3 16,-3-12-5-16,3 12-7 0,0 0-2 0,-1-9-4 16,1 9 4-16,-1-8-6 0,1 8-5 0,-4-9-5 15,2 2-3-15,2-3 0 0,-2 2-3 0,2-4-1 16,0-4-3-16,0 0-1 0,0 1-2 0,0-4-5 16,0 2 3-16,-2-1-8 0,2-1 1 0,2-7 1 15,0 8 2-15,0-9-3 0,-1 7 4 0,3 1-5 16,-2-9-2-16,4 1 3 0,-3 1-4 0,1-3 3 15,1 3-1-15,0-3-1 0,-1 1-1 0,0 0 0 16,3-2-2-16,-1 5 1 0,0 0 1 0,0 2 2 16,1-2-3-16,1 2-2 0,-2 4-1 0,0-7 2 15,1 1 0-15,4 2-3 0,2-1 0 0,-1-1-1 16,-2 1 3-16,0 0-5 0,1-2 6 0,0 0-8 16,3 4 5-16,-1-4 1 0,-1 2 0 0,-4 6 2 15,5-6 0-15,-3 1 3 0,-1 8-6 0,0-1-2 16,0 0 5-16,-4 6-2 0,1-5 5 0,1 2-3 15,-1 3 0-15,1 0-5 0,-4 1 2 0,3 0 0 16,-1 1 3-16,2 0 2 0,0 1-4 0,2 0-2 16,-3-3 2-16,-1 7 3 0,3-4-4 0,2 3 5 15,-2-1-4-15,-3 2-3 0,5-3 1 0,-10 6 0 16,14-4-5-16,-14 4 2 0,17-2 4 0,-17 2-8 16,13 0 4-16,-13 0 0 0,22 4 1 0,-11-2 4 15,-2 4-2-15,3-4 6 0,-1 3-1 0,-1 1-3 16,5 3 0-16,-2 2-4 0,0 2 6 0,-2 1-5 15,0 2 9-15,0 2-7 0,2 3 0 0,-5-4 0 16,4 5-1-16,-3 3 3 0,0-2 1 0,0-1-1 16,-1 5 6-16,-3-3-2 0,4 1-6 0,-2 1 3 15,1-1-2-15,-3 1 4 0,2 0-1 0,-1 1 3 16,0-1-2-16,-2 2-2 0,1-1-1 0,-1 2 0 16,0 2 6-16,1 1 0 0,0 1 0 0,-1 1-2 15,3-1 1-15,-1 1 2 0,-5 0-4 16,4-1 3-16,1 1 0 0,-3-1-2 0,1-1-4 0,-1 3 2 15,-2-2 0-15,5 2-1 0,-4-2 2 0,0-1-3 16,0-1 7-16,1 0 1 0,-1 0-7 0,1-2 0 16,-1 0-2-16,-1-2 3 0,1 2-4 0,0 0 5 15,-2 2 2-15,5-4-5 0,-5 4 4 0,2 1-1 16,0-2-1-16,-2 1 1 0,1-1 0 0,-1-1-1 16,1-2-3-16,1 1 1 0,-2-1 4 0,0-1-3 15,3 3-2-15,0 0 4 0,-2-1 3 0,-1-1-1 16,3 1 4-16,-2 0-8 0,2-2 4 0,-1 1-2 15,-2-1-5-15,1-5 1 0,1 3 4 0,3-5-2 16,-4 0 2-16,4 1 1 0,-1-4 3 0,0 1-5 16,1 2 6-16,1 1-2 0,0-2 1 15,-1 0-3-15,0-1 2 0,-1-6 2 0,4 6-4 0,-4-5 1 16,1-1 1-16,2 3 5 0,-1-4-6 0,1 4 3 16,0 1-1-16,0-7 0 0,-2 3-4 0,4-2 2 15,-2-2 3-15,0 2-1 0,0 2-5 0,2-4 3 16,-1 1 2-16,2 0-5 0,1-1 1 0,0 0 4 15,-1-2-2-15,2 1 5 0,1-3-5 16,-2-2 0-16,3 1 2 0,-1-4-1 0,6 2 1 0,0-1 3 16,2-3-6-16,0 0 2 0,0-4 2 0,-1 5-5 15,-1-5 4-15,1 2 0 0,0-1-2 0,-2-1-3 16,-3-1-1-16,3-3 6 0,-1 1-8 0,-1-1 3 16,0-1-1-16,6-5-7 0,-3-1 2 0,-3-1-2 15,1-2 3-15,0 0-4 0,-2 1 10 16,-1-5-10-16,-1 2 4 0,-2-1 3 0,-2-5 2 15,0 1-2-15,-3-2-2 0,3-1-4 0,-1-2 5 0,1-11 0 16,-5 10-7-16,1-14 1 0,0 4 8 0,2 0-3 16,-4-1-1-16,2 11 2 0,-1 0 2 0,-1 2 6 15,2 0-2-15,-1-2 3 0,1 2-2 16,0 3 13-16,1 1-5 0,-1 1 6 0,2-3-1 16,-3 2 5-16,1-3-5 0,0 1 2 0,4-4-8 0,-1 1-2 15,2-12 2-15,-4 14 0 0,2 0 1 0,0-2 2 16,4-12-3-16,-5 12-2 0,2 0 1 0,-2-11-1 15,-2 9 5-15,4 3-8 0,-1-1 2 0,-2-2-2 16,2 7-4-16,0-4-9 0,-2 4 6 0,2-2-1 16,-3 4-2-16,0-2 2 0,1 3-3 15,1-2 7-15,-2 3-9 0,-1 6 6 0,2 2 4 16,-1-1-6-16,2 3 4 0,-5 2 0 0,3-3 0 16,-1 7-2-16,-1-2-1 0,-1 2-4 0,2 1 6 0,-4 8-2 15,8-15 5-15,-5 8-6 0,5 1 2 16,0 0-3-16,0 0-3 0,3 1 5 0,-1-1-3 15,3 2 4-15,-1 0 1 0,-2-1-1 0,3 2-1 16,-3 1-1-16,-10 2 0 0,21-3-2 0,-13 3-1 16,-8 0 5-16,16-2-6 0,-16 2-5 0,15 1 7 0,-15-1-4 15,14-1-2-15,-14 1-3 0,0 0-5 0,17 1-1 16,-17-1 0-16,7 1 5 0,-7-1-4 16,7 6 3-16,-7-6 10 0,10 9-6 0,-5-2-10 15,0 2 8-15,2 0 5 0,-2 2 0 0,2 4 1 16,1-1-1-16,-3 2-1 0,2 1-2 0,-2 0 0 0,1 1 4 15,0 0-15-15,-1-1-6 0,-1-1 9 0,3-1 3 16,-1 1-10-16,0-2-5 0,1 2-16 16,-1 0-12-16,2-3-32 0,-1 4-8 0,0-1-26 15,-1 0-97-15,0-1-239 0,-1 0 106 0</inkml:trace>
  <inkml:trace contextRef="#ctx0" brushRef="#br0" timeOffset="-89170.6">3265 8868 32 0,'0'0'77'0,"-4"-10"-1"0,4 10-1 16,-3-10 9-16,3 10-2 0,-4-12-2 0,4 12-10 0,-1-10 4 16,1 10-18-16,0 0 15 0,-5-13-6 0,5 13-8 15,0 0 4-15,-2-10 1 0,2 10-16 0,0 0 2 16,0 0-3-16,0 0-10 0,0 0-8 15,0 0-7-15,0 0 1 0,0 0-4 0,0 0 0 16,0 0-1-16,0 0-2 0,0 0-1 0,8 32 0 0,-5-20-2 16,0 4 3-16,-1 3-13 0,3-1 5 0,-2 8-1 15,1 3 6-15,0-2-2 0,-3 5-16 0,1-1 19 16,0 3-1-16,0 13-3 0,-1-15 3 0,-2 3 1 16,2 0-5-16,2 0 1 0,-3-1 1 15,1 0-6-15,2-1 1 0,1-1 5 0,-2 1-1 16,2-2-4-16,0 1 10 0,2-1-5 0,-2 1-1 0,1-2-4 15,-1-2-1-15,0-2-1 0,1 2 3 0,-1-2-4 16,1-1-23-16,-1 0-6 0,-3-6-14 0,0 5-17 16,5 0-7-16,-5-3-23 0,-1-2-24 15,0 0-77-15,0-1-206 0,-1-2 92 0</inkml:trace>
  <inkml:trace contextRef="#ctx0" brushRef="#br0" timeOffset="-88874.25">3312 9635 43 0,'33'-2'36'0,"7"0"-24"0,11-3-28 15,-13 2-16-15,17-4 7 0</inkml:trace>
  <inkml:trace contextRef="#ctx0" brushRef="#br0" timeOffset="-83115.93">1501 8492 49 0,'0'0'71'16,"0"0"-7"-16,-6-4-4 0,6 4 5 0,0 0-11 16,0 0-1-16,0 0-7 0,-14-1-2 0,14 1 1 15,0 0-8-15,-9-1 2 0,9 1-8 0,0 0-2 16,-12-2 4-16,12 2-12 0,0 0 1 0,-15 3 2 16,15-3 2-16,-9 0-6 0,9 0 0 0,-10 1 5 15,10-1 7-15,-10 0-11 0,10 0 4 0,-11 2-7 16,11-2 17-16,-10 0-13 0,10 0 4 0,-6 2-5 15,6-2 1-15,0 0 4 0,0 0-12 0,0 0 6 0,-12-2-2 16,12 2-6-16,0 0 0 0,0 0-5 16,0 0 3-16,0 0 3 0,0 0-7 0,0 0-1 15,0 0 0-15,0 0-5 0,0 0 6 0,0 0 1 16,21 13-2-16,-10-13 3 0,2 1 2 0,5 1-2 16,2 1 4-16,1-2-10 0,3-1 3 0,-2 2 5 15,3-5-2-15,3 4-3 0,1-4 6 0,-9 3-1 16,3-4-4-16,-1 2 8 0,-1-2-4 0,0 0-1 15,-2 1 1-15,1 1 0 0,0-2 3 0,-8 1-5 16,1-1 0-16,-1 2 3 0,-2 0-1 0,-4 0-9 16,-6 2 15-16,14-2-11 0,-14 2 19 0,8 2 3 15,-8-2-1-15,0 0-4 0,10-2-2 0,-10 2 4 16,0 0-3-16,0 0-6 0,0 0 2 0,4-6-4 16,-4 6-1-16,0 0-2 0,0 0-3 0,-19-5 3 15,19 5-4-15,-19-1 1 0,9 3-6 0,-6-1 1 16,3 0 0-16,-6 2-3 0,3-2-2 0,-6 3-5 0,5-2-4 15,-2 1 6-15,-1-3-9 0,2 5 5 16,-9 0 3-16,5 1-5 0,2-4 3 0,2 2-1 16,-1-1 0-16,3 1 1 0,2-3 4 0,2 4-4 0,1-4 4 15,-1 2 0-15,4-2 11 0,0 2-15 0,8-3 0 16,-11 2 4-16,6 0-5 0,5-2-3 16,0 0 2-16,-10 1-1 0,10-1 2 0,0 0 1 15,0 0-3-15,0 0 3 0,0 0 3 0,0 0 3 16,24 4 2-16,-13-3 1 0,3-2 3 0,4 0-2 15,0-3 3-15,0 2 2 0,-4 0 3 0,-1 0 1 0,1 0-2 16,-1 1-2-16,-3-1 12 0,1-2-11 16,-3 1 3-16,0 3-5 0,-2-4 7 0,-6 4-5 15,9-2-1-15,-9 2-4 0,10-1 6 0,-10 1-4 16,0 0 2-16,0 0-5 0,0 0-1 0,0 0 0 0,0 0 2 16,0 0-2-16,0 0 1 0,-33 11-5 15,17-5 1-15,-4 0-1 0,-7 1 1 0,0 0-5 16,0 1 4-16,10-3-1 0,-2-2-16 0,1 2 10 15,5-3-1-15,4 0 3 0,-2 0-2 0,4 1 2 16,7-3 0-16,-13 1-11 0,13-1 11 0,-7 1-6 0,7-1 9 16,0 0-3-16,0 0 5 0,0 0-6 0,0 0 9 15,0 0-4-15,25 3 4 0,-12-4-1 16,0 1 2-16,5-2-8 0,0-2 22 0,-1 1-14 16,0 3 11-16,-1-3-3 0,3 1-2 0,-5-2 9 15,-2 2-6-15,-1 0-6 0,-2 0 6 0,0 1-3 0,-3 0 0 16,-6 1 8-16,10-3-11 0,-10 3 5 0,8-1 3 15,-8 1 6-15,0 0-8 0,0 0-1 16,0 0 0-16,0 0-6 0,0 0 0 0,0 0 12 16,-39 2-13-16,22 1 3 0,0-2 9 0,-4 2-12 15,2 1 7-15,7-1 1 0,-1-2-14 0,-1 1 3 16,3 0 2-16,5-2-3 0,-2 2-2 0,8-2 0 0,-7 3-9 16,7-3-3-16,0 0-10 0,0 0-24 0,0 0-33 15,28 1-29-15,-8-4-109 0,6 2-240 0,7-3 107 16</inkml:trace>
  <inkml:trace contextRef="#ctx0" brushRef="#br0" timeOffset="-82011.19">1594 8438 30 0,'0'0'36'16,"0"0"-6"-16,0 0 3 0,0 0-3 0,0 0 2 15,0 0-18-15,0 0 1 0,0 0 2 0,0 0 2 16,3 25-5-16,-3-25 1 0,3 10-3 0,-1-6 0 15,1 2-4-15,-3-6 2 0,4 13-3 0,-2-5-9 16,0 3 2-16,0 0 0 0,3 0 4 0,-1 6-6 16,-3 0 8-16,3 1-2 0,-1 7 0 0,-2 0-1 15,0 1 3-15,0 4-10 0,1-1-6 0,-1 2-9 16,-1 0-1-16,0 2-5 0,2-1-22 0,2 3 41 16,-4-1-32-16,3 0-41 0,2-1 18 0</inkml:trace>
  <inkml:trace contextRef="#ctx0" brushRef="#br0" timeOffset="-81522.38">1625 8768 39 0,'0'0'53'15,"0"0"-2"-15,0 0-6 0,0 0 6 0,0 0-16 16,4 22-3-16,-4-9 3 0,0 3-11 0,0 4 4 16,0 6 0-16,-2 0 9 0,2 3 5 0,0 2-13 15,-3 4-3-15,1-3-4 0,1 4 0 0,0 10 0 16,-4 2-3-16,5-12-3 0,-2 9 7 15,2-11-3-15,0-1-3 0,-2 0-5 0,2 1-5 0,0-1 7 16,0 0 2-16,2-4-6 0,-2 2-1 0,-2-5 0 16,2 1-6-16,0-2-5 0,0-5-3 15,0 0-5-15,0-3-14 0,0 2-5 0,0 0-9 16,0-2-6-16,-1 0-12 0,0-3-42 0,-2 2-107 16,-1-5 48-16</inkml:trace>
  <inkml:trace contextRef="#ctx0" brushRef="#br0" timeOffset="51441.11">697 11982 96 0,'0'0'176'15,"0"0"-11"-15,0 0-11 0,0 0-6 16,-21-39 3-16,21 39 2 0,0 0-3 0,0 0 19 15,0 0-16-15,0 0-16 0,-13-22-14 0,13 22-16 16,0 0-13-16,0 0-11 0,0 0-9 0,0 0-11 16,0 0-1-16,0 0-9 0,0 0-5 0,0 0-5 15,0 0-6-15,0 0-4 0,56 80-1 0,-38-58-3 16,-2-2-5-16,0 3 0 0,-5-6-3 0,1 0 6 16,1 5-13-16,3 0 2 0,-5-4-3 0,0-2 1 15,3 7-3-15,-6-9 2 0,1 1-3 0,1-1-2 16,-4-3 1-16,1-3-1 0,-3 2-1 0,2-1 0 15,-2-4-1-15,0 2-4 0,-2-2 6 0,2 0-1 16,-4-5-2-16,5 9 3 0,-5-9 1 0,4 4 2 16,-4-4 2-16,0 0-1 0,0 0-2 0,0 0-1 15,0 0 0-15,5-18-4 0,-5 5 3 0,2-7 0 16,1 1-3-16,1-6 3 0,0-2-5 0,-1-3 0 16,1 4 3-16,3-3-4 0,-1 0 3 0,2 1-1 15,2-1 0-15,-3 4-1 0,3-1-1 0,-4 8 1 16,1 0 3-16,-5 2-4 0,6 0 2 0,-5 5-9 15,2-1-20-15,-1 1-11 0,-1 2-26 0,-1 3-42 16,0 1-57-16,-2 5-27 0,6-5-11 0,-6 5-2 16,0 0-127-16,0 0-356 0,0 0 158 0</inkml:trace>
  <inkml:trace contextRef="#ctx0" brushRef="#br0" timeOffset="51877.37">1119 12354 45 0,'0'0'191'0,"0"0"-5"15,0 0-11-15,0 0-8 0,0 0-5 0,16-9-6 16,-12 3-8-16,-1 0-13 0,1-4-11 0,2 3-10 16,0-4-10-16,1-7-9 0,-2 2-6 0,0-1-10 15,2-1-5-15,0 2-8 0,-3 0-1 0,-1 3-10 16,1-3-3-16,-4 4-6 0,2 0 1 15,-2 4-2-15,0-4-4 0,0 7 1 0,0-6-10 16,0 11 0-16,-2-10-3 0,2 10-4 0,-4-7-6 0,4 7 1 16,-3-7-6-16,3 7 1 0,0 0-7 0,-4-4 0 15,4 4 0-15,0 0-4 0,-7-4 0 16,7 4-2-16,0 0 3 0,0 0-7 0,0 0-2 16,0 0 0-16,0 0 0 0,0 0 0 0,0 0 1 15,0 0 1-15,20 12-3 0,-13-9 1 0,4-1 4 16,-1-1-2-16,0 3-2 0,2-1 4 0,-1 0-1 0,0-1-2 15,0 4 0-15,-2-2-3 0,0 2 3 0,1 1-1 16,1 1 1-16,-5 2-2 0,3-1 3 16,-2 3-2-16,0 3 3 0,-1 0-1 0,-2 5 4 15,-1-2-2-15,2 1 1 0,-4 0 4 0,0-2-3 16,2 1-12-16,-3-1-30 0,1 0-23 0,-1-2-15 16,0 1-30-16,1-3-42 0,1 0-25 0,0-3-16 15,1-1-117-15,-3-9-334 0,1 15 147 0</inkml:trace>
  <inkml:trace contextRef="#ctx0" brushRef="#br0" timeOffset="52730.32">1512 12309 147 0,'0'0'172'0,"0"0"-16"0,3-14-15 16,-3 14-9-16,0 0-21 0,0 0-8 0,0 0 2 15,0 0-14-15,0 0 2 0,0 0-4 0,0 0-8 16,3 33-8-16,-3-33 2 0,-1 17-8 0,1-17-3 15,1 13-7-15,-1-3-6 0,0-10 1 0,0 11-1 16,0-11 7-16,0 0 2 0,1 15 8 0,-1-15 11 16,1 9 16-16,-1-9 10 0,0 0 6 0,0 0-8 15,0 0-9-15,0 0-8 0,0 0-10 0,0 0-8 16,0 0-4-16,0 0-7 0,0 0-6 0,-15-22-6 16,15 22-2-16,-6-13-9 0,6 3-2 15,0 10-2-15,-2-25-1 0,4 10-6 0,-2 0-1 0,3-2-7 16,1 6-3-16,2-1-1 0,0 3-3 15,3-2-3-15,-1 3 4 0,-1 0-5 0,1 3-5 0,-8 5-4 16,14-3 1-16,-14 3 1 0,16 4-2 0,-5 3 1 16,-2 0 2-16,1 6-1 0,1 1 2 0,-3 0-4 15,0 2 2-15,-2-1 1 0,0-3 0 16,-3-3-7-16,3 1 6 0,-3-1 0 0,-1-1 2 16,-2-8 2-16,4 12 3 0,-1-8-2 0,-2 1 3 0,-1-5 1 15,4 8 0-15,-4-8 9 0,0 0 3 0,0 0 13 16,0 0-4-16,0 0 3 0,0 0-8 0,0 0-3 15,0 0 3-15,0 0-4 0,0 0-3 0,0 0 0 16,0 0-4-16,0 0-9 0,-8-37-8 16,8 27-9-16,2-3 8 0,0-2-10 0,3-2-12 15,2-2-5-15,0 1-2 0,1 2 3 0,1 2 1 16,1 1 5-16,-3 4-3 0,-1 2 0 0,2-1 5 0,-2 4 1 16,-6 4 0-16,13-7 4 0,-13 7-1 0,13 0 2 15,-13 0 0-15,19 8 4 0,-13 1-4 0,3-1 4 16,-4 2 1-16,6 3 4 0,-5-1 4 15,4 2-1-15,-4-4-1 0,1 0-2 0,1-1 4 16,-5 0 1-16,5 0 0 0,-2 2 4 0,1-6 0 16,-3 0 2-16,-2-2 1 0,-2-3 2 0,12 6 0 15,-12-6 2-15,15 0 1 0,-15 0-1 0,14-7 2 16,-5 3-2-16,-1-1-1 0,1-2 1 0,-2-2 2 16,1 0-3-16,-2-2 4 0,2-4-4 0,0 1 0 15,-3 2-3-15,0 1 6 0,-2-1-7 0,2-2 5 16,-3 3-5-16,1 1 2 0,-2-1-4 0,-1 2 4 15,0 9-3-15,5-11-3 0,-5 11 3 0,0 0-6 16,1-13-4-16,-1 13-9 0,0 0-4 0,0 0 3 16,0 0 6-16,0 0-6 0,0 0 3 0,0 0 3 15,-9 30-1-15,8-17 2 0,0-1 5 0,2 6-4 16,-1-1 5-16,1-2 0 0,-1 3-1 0,3-1 3 16,-3 0 1-16,5-1-2 0,-3-5 2 0,0 3 0 15,2-2 0-15,-3 0 0 0,3 0 4 0,-2-2-5 16,1 0 4-16,-1-1 1 0,-2-2 0 0,2 1-3 15,0 1-2-15,-2-2 3 0,0-7 3 0,0 14 0 16,0-14-1-16,-2 11 2 0,0-5-1 0,0-1 2 16,-2 2-1-16,-1-2 1 0,1 0 4 0,4-5-22 15,-10 9-19-15,7-5-30 0,3-4-23 0,0 0-33 16,-10 6-46-16,8-4-51 0,2-2-153 0,0 0-399 16,0 0 177-16</inkml:trace>
  <inkml:trace contextRef="#ctx0" brushRef="#br0" timeOffset="53040.94">2278 12244 1745 0,'9'-7'55'15,"4"0"-28"-15,-4 3-19 0,-9 4-11 0,13-7-2 16,-13 7 8-16,18-5 0 0,-18 5-4 0,14-3-1 16,-14 3 7-16,16-3-3 0,-16 3-18 0,14 0-9 15,-14 0-17-15,18 1-10 0,-18-1-20 16,18 2-15-16,-18-2-7 0,11 6-3 0,-11-6 6 15,11 5-8-15,-11-5 0 0,7 8 2 0,-7-8 1 16,4 13 12-16,-4-13 17 0,0 0 14 0,-1 15 21 16,1-15 20-16,0 0 15 0,0 0 19 0,-9 18 22 0,9-18 5 15,0 0 9-15,-6 9 8 0,6-9 2 0,0 0 5 16,0 0-1-16,0 0 1 0,0 0-1 16,-8 9-4-16,8-9-7 0,0 0-1 0,0 0-4 15,0 0-5-15,0 0-3 0,0 0-1 0,0 0-9 16,0 0-7-16,23 10-25 0,-23-10-42 0,23-1-49 15,-5-3-60-15,-5-1-92 0,5 1-257 0,-3-5 113 0</inkml:trace>
  <inkml:trace contextRef="#ctx0" brushRef="#br0" timeOffset="53955.02">3062 11904 106 0,'0'0'209'16,"-3"-10"-17"-16,3 10-8 0,-1-9-13 0,1 9-14 15,-3-6-19-15,3 6-17 0,0 0-13 0,0 0-12 0,0 0-10 16,0 0-9-16,0 0-9 0,0 0-7 16,17 22-4-16,-8-8-4 0,0 4-4 0,5 5-6 15,-1-1-5-15,1 4-1 0,-2-3-5 0,-1 4-4 16,1-4 0-16,-1-6-2 0,-2-1-4 0,1 0-5 15,1-1 1-15,-2-1-2 0,-1-4 1 0,-2 2-7 0,1-4 2 16,-1 1 3-16,-1-5 1 0,-1-1 10 16,-4-3 12-16,4 8 22 0,-2-4 13 0,-2-4 14 15,0 0 2-15,0 0-10 0,0 0-7 0,0 0-1 16,9-21-10-16,-5 11-3 0,0-7 0 0,-1 0-8 16,4-2-5-16,2-6-8 0,0-3-2 0,1-1-2 0,-1 0-1 15,2-1-8-15,1 0-2 0,-1-1-4 16,1 0-2-16,1 4-1 0,-1 4 0 0,-1 0-5 15,-2 8 1-15,-3 4-11 0,-3 5-24 0,2-2-42 16,-1 2-35-16,1 4-15 0,-5 2-19 0,6-3-16 16,-6 3-11-16,12 14-4 0,-8-4-28 0,-2 7-17 0,0 2-143 15,-4 7-382-15,1 0 170 0</inkml:trace>
  <inkml:trace contextRef="#ctx0" brushRef="#br0" timeOffset="54487.38">3509 12228 70 0,'2'8'127'16,"-2"-8"-1"-16,2 4-2 0,-2-4-3 0,0 0 3 15,4 6-7-15,-4-6 0 0,0 0-3 0,0 0-5 16,1 7-1-16,-1-7-3 0,0 0 1 0,0 0 0 0,0 0-2 16,0 0-1-16,0 0 1 0,0 0 6 0,0 0 8 15,0 0 10-15,0 0 3 0,0 0-9 16,0 0-12-16,0 0-9 0,0 0-8 0,0 0-7 15,1-30-10-15,-1 18-10 0,1 1-2 0,1-5-12 16,3-1-3-16,-3 0-8 0,2 0-2 0,3 1-4 0,-2 0-5 16,1 1-2-16,3 0-5 0,0 2-5 0,1 1-2 15,0 3-1-15,-1 2-3 0,3 0-6 0,-1 3 0 16,2 1-3-16,0 1 0 0,0 4-1 16,3 0 2-16,1 4-4 0,0 0 2 0,-1 4-5 15,-3 0 1-15,2 2-3 0,-3-1 7 0,0 2-3 0,-1-1-1 16,-1 1 2-16,-4-2-1 0,-1-2 1 0,1 1-2 15,-3-2-1-15,0-3 1 0,1 1 1 16,-4-6 1-16,5 5 6 0,-4 1 1 0,-1-6-2 16,0 0 5-16,0 0 0 0,0 0-2 0,0 0-2 15,0 0 2-15,0 0-7 0,0 0 5 0,-20-17-5 16,15 9-1-16,0-2 2 0,3 0-9 0,1-2-5 0,1-4-5 16,1-1-2-16,4 1-4 0,0 0 0 0,3-1 2 15,1 3 0-15,3 1 3 0,0 2 1 0,-3 2 2 16,4 2-4-16,-3 4 4 0,2-1-5 15,1 2 6-15,-2 4-2 0,1 0 5 0,-1 3-1 0,1 3 2 16,0 3-1-16,0 3-1 0,-3-1 2 0,0 3 1 16,-2 2 1-16,0 6 3 0,-2 1-12 0,-2-1-23 15,2 0-16-15,-3 3-25 0,-3 0-23 16,0 0-37-16,1-4-30 0,0-2-18 0,-3-2-22 16,-2 0-148-16,0 0-388 0,2-1 172 0</inkml:trace>
  <inkml:trace contextRef="#ctx0" brushRef="#br0" timeOffset="54829.8">3273 12723 81 0,'0'0'220'0,"-8"-2"-21"0,8 2-19 15,0 0-19-15,0 0-13 0,0 0-2 0,0 0-17 16,0 0-3-16,38-12-5 0,-3 8-8 16,5-1-20-16,13-1-11 0,3-1-1 0,3 1-10 15,-7-2-4-15,2 4-3 0,-14 0-4 0,-2-2-5 16,-1 4-4-16,1-2-5 0,-1 1-3 0,-2 0-4 0,-4 1-1 15,-1 0-6-15,1-2-3 0,-3 2 3 0,-10 1-25 16,2 0-26-16,-2 1-20 0,-5 0-24 16,-3 1-30-16,2 2-25 0,-4-2-24 0,-2 2-24 15,-1 0-147-15,-5-3-338 0,0 0 150 0</inkml:trace>
  <inkml:trace contextRef="#ctx0" brushRef="#br0" timeOffset="55158.13">3331 13071 163 0,'0'0'182'0,"-9"-4"-3"0,9 4-3 0,-7-4-14 16,7 4-10-16,0 0-8 0,-5-5-10 0,5 5-15 0,0 0-3 16,12-10-10-16,-3 5-2 0,5 2-8 15,6-5-8-15,0 2-2 0,8-2-14 0,1 2-7 16,1-1-4-16,0-2-8 0,0 1-5 0,0-1-7 16,0 2-4-16,-2 1-1 0,0 0-6 0,-1 0-19 15,-7 2-17-15,1 3-29 0,-6-2-29 0,-1 2-28 0,-2-1-21 16,-1 2-28-16,-1 0-17 0,-2 0-14 15,-8 0-108-15,12 0-304 0,-12 0 135 0</inkml:trace>
  <inkml:trace contextRef="#ctx0" brushRef="#br0" timeOffset="55595.86">3387 13065 125 0,'0'0'124'0,"-3"7"-9"0,3-7 12 16,-2 12 12-16,1-2-6 0,1-1-15 0,0 6-8 15,-1 4-5-15,-1 5 0 0,2 2-6 0,-2 1-6 16,-1 2-6-16,3-3-12 0,0 3-2 0,0 3-9 16,-2-4-9-16,1-2-1 0,1 1-2 0,0-4-9 15,0 1-1-15,0-5 1 0,-2 1-8 0,1-3-2 16,1-1-7-16,-1 1 2 0,1-6-9 0,0 0 1 15,0-1 1-15,0-1-5 0,-1 1 0 0,-1-3 1 16,0-1-1-16,2-6-1 0,-2 11 0 0,2-11-1 16,0 7-1-16,0-7 8 0,0 0 14 0,-1 8 9 15,1-8 0-15,0 0-6 0,0 0 0 0,0 0-4 16,0 0-5-16,0 0-1 0,0 0 0 0,-19-14-9 16,14 8 1-16,0-2-1 0,0 0-1 0,-2-2-4 15,-2 1-1-15,-2-4-5 0,2 6 2 0,-1-2-1 16,-1 1-1-16,1 0 0 0,1 2-3 0,-1 5-1 15,1-5-2-15,0 3 0 0,-1 0 5 0,2 2-10 16,8 1-3-16,-16 0-8 0,5 1-17 0,4 2-17 0,-6-2-13 16,7 1-15-16,-2 1-24 0,1 0-18 15,7-3-13-15,-10 5-13 0,10-5-22 0,-5 6-20 16,5-6-99-16,-2 6-308 0,2-6 137 0</inkml:trace>
  <inkml:trace contextRef="#ctx0" brushRef="#br0" timeOffset="55877.89">3570 13343 92 0,'11'-2'174'0,"-1"1"-13"16,-3 1-6-16,4 0-3 0,-4 3-13 0,3 1-4 16,-3-1-16-16,1 2-8 0,-2 3-10 0,0 1-10 15,-2 1-5-15,-1 3-6 0,-5 5-7 0,1-6-13 16,-5 4 1-16,-2 2-7 0,0-1 2 0,-1-1-8 15,-1-1-3-15,1-3-5 0,2-1-1 0,0-1-5 16,1-3 2-16,0 1-8 0,2-3-3 0,0-1-4 16,4-4 4-16,-5 7-8 0,5-7 2 0,0 0-2 15,0 0 1-15,9 8-2 0,5-10 3 0,4 0-4 16,11-4-12-16,3 0-12 0,1-3-17 0,3-1-26 16,14-3-26-16,-14 3-27 0,11-6-25 0,-11 5-39 15,-1 2-131-15,-3-3-324 0,-1 1 144 0</inkml:trace>
  <inkml:trace contextRef="#ctx0" brushRef="#br0" timeOffset="56402.71">3517 13021 50 0,'0'0'140'0,"0"0"-40"16,0 0-10-16,0 0-7 0,0 0-6 0,0 0-5 15,0 0 0-15,0 0-4 0,0 0-2 0,0 0-3 16,0 0 0-16,20 10-1 0,-7-9-6 0,7 0 10 15,10-3-12-15,3 0 5 0,4-3-14 0,0 0-4 16,4-2-6-16,11-1 2 0,-12 0-9 0,11-1-3 16,-14 1 0-16,-4 4-3 0,-1-3-2 0,-2 3-3 15,-10 2-5-15,-2-2 2 0,-5 4-3 0,-1-1-1 16,-2-1-1-16,0 0-5 0,-10 2-7 0,12-1 9 16,-12 1-6-16,8 0-5 0,-8 0 8 0,0 0-1 15,0 0-11-15,0 0-10 0,0 0-26 0,0 0-8 16,0 0-37-16,0 0-35 0,0 0-85 0,0 0-227 15,-21 14 100-15</inkml:trace>
  <inkml:trace contextRef="#ctx0" brushRef="#br0" timeOffset="75248.42">3660 13771 12 0,'0'0'34'0,"0"0"-1"0,0 0 4 0,0 0-13 16,0 0 2-16,0 0-7 0,0 0 4 0,0 0 1 15,0 0 0-15,0 0 4 0,0 0-5 0,0 0-1 16,0 0 3-16,0 0 4 0,0 0 7 0,0 0-5 16,0 0 8-16,0 0 0 0,0 0-6 0,0 0 0 15,0 0 13-15,0 0-8 0,0 0-13 0,0 0 5 16,0 0-12-16,0 0 5 0,0 0-8 0,0 0 8 16,0 0-2-16,0 0-3 0,0 0 3 0,0 0-12 15,0 0 8-15,0 0-6 0,0 0 1 0,0 0 4 16,0 0-2-16,0 0 13 0,0 0-12 0,0 0 1 15,0 0-2-15,0 0-5 0,0 0-2 0,0 0 12 16,0 0-11-16,0 0-10 0,0 0 3 0,0 0-2 16,0 0 2-16,0 0 1 0,0 0 7 0,0 0-2 15,0 0-7-15,0 0 3 0,0 0-7 0,0 0 11 16,0 0-4-16,0 0-2 0,0 0 0 0,0 0 4 16,0 0-1-16,0 0 5 0,0 0-12 0,0 0-8 15,0 0 8-15,0 0 8 0,0 0-6 0,1-17 0 16,-1 17 1-16,0 0 5 0,0 0-3 0,0 0-1 15,0 0-4-15,0 0 6 0,0 0-9 0,0 0 9 16,0 0-6-16,0 0 5 0,0 0-1 0,0 0-6 16,0 0-1-16,0 0-2 0,0 0 6 0,0 0-2 15,0 0 9-15,0 0-7 0,0 0-18 0,0 0 0 16,0 0-7-16,0 0-9 0,0 0-5 0,0 0-6 16,0 0-4-16,0 0-9 0,0 0-10 0,0 0-49 15,0 0-128-15,0 0 57 0</inkml:trace>
  <inkml:trace contextRef="#ctx0" brushRef="#br0" timeOffset="76418.52">635 14317 130 0,'0'0'149'0,"0"0"-9"0,0 0-14 0,0 0-21 0,0 0-6 15,0 0-13-15,0 0-15 0,0 0-6 16,0 0-5-16,0 0-7 0,0 0-11 0,0 0 8 16,0 0-10-16,0 0-6 0,0 0 2 0,0 0-8 15,0 0-4-15,0 0-2 0,48 56-2 0,-48-56-1 16,17 31-2-16,-17-31-1 0,15 31-7 0,-3-14 2 16,-12-17-1-16,0 0 2 0,17 36-1 0,-17-36 1 15,12 19-3-15,-12-19-1 0,0 0-5 0,0 0-5 16,15 27 9-16,-15-27-7 0,0 0 6 0,0 0 14 15,0 0 20-15,0 0 10 0,16 19 16 0,-16-19 3 16,0 0-4-16,0 0-13 0,0 0 0 0,0 0-7 16,0 0-2-16,0 0-7 0,13-62-2 0,-8 38-6 15,-1 0 0-15,0-4-5 0,2 2 3 0,-4-3-7 16,7 1 2-16,-3 0-5 0,0 0-1 0,2 2-2 16,-1 1 1-16,-1 1-6 0,0 4-2 0,-3 3-12 15,4 2-8-15,-3 2-9 0,-1 3-16 0,-1 0-19 16,-2 10-31-16,5-12-14 0,-3 9-29 0,-2 3 2 15,0 0-6-15,0 0-10 0,13 13-95 0,-13-2-259 16,0 4 115-16</inkml:trace>
  <inkml:trace contextRef="#ctx0" brushRef="#br0" timeOffset="76957.67">1045 14641 9 0,'0'11'95'16,"0"-11"-2"-16,4 6-7 0,-4-6-1 0,0 0 8 15,0 0-7-15,-2 9 5 0,2-9 0 0,0 0 13 16,0 0 10-16,0 0 4 0,0 0-4 0,0 0-8 16,0 0-12-16,0 0-9 0,0 0-5 0,-13-17-4 15,10 4-8-15,-2 3-8 0,-3-5-3 0,3-3-4 16,1 0-11-16,0 0-5 0,2-1-3 0,-2 2-6 15,5 0-5-15,-2 3 4 0,2 2-10 0,2 2-1 16,-1 0-1-16,0 3-3 0,1 2-6 0,3-1-4 16,0 2-2-16,3 1-3 0,1 3 3 0,3 0-4 15,-1 1-2-15,-1 4 3 0,4 3-4 0,-1 2-1 16,-1 1-3-16,-1 1-1 0,-1 0-3 0,-3-3-3 16,-1 7 9-16,0 0-3 0,-3-6-9 0,-1 2 10 15,1-6-2-15,0 3-6 0,-3-1-2 0,1-3 11 16,-2-5-3-16,2 10-2 0,-2-10 11 0,0 0-6 15,0 0 2-15,-2 8 4 0,2-8 2 0,0 0 10 16,0 0 1-16,0 0-6 0,0 0 5 0,0 0 4 16,-9-21-5-16,9 11-2 0,0 0-5 0,0-1-2 15,4 1-2-15,-2-2-8 0,1-5 1 0,2 8 2 16,1-3-3-16,1 1 3 0,-2 3 0 0,1 2-1 16,2-2 1-16,-4 1-1 0,3 4-5 0,-1-1 4 15,1 1 3-15,-7 3-9 0,0 0 11 0,18 1-5 16,-18-1 5-16,15 6 1 0,-7-1-3 15,-4 1 2-15,3 2 0 0,-1 1-2 0,-2 2-3 0,2 0-1 16,-5 0-12-16,0 3-8 0,1 1-18 0,0 2-18 16,-2-2 0-16,0 1-16 0,0 1-22 0,0-6-8 15,3 1-76-15,-3 0-206 0,0-2 92 16</inkml:trace>
  <inkml:trace contextRef="#ctx0" brushRef="#br0" timeOffset="77113.03">1625 14511 56 0,'0'0'44'0,"13"-2"-8"0,-13 2-17 0,14 0-20 16,-14 0-25-16,13 6-28 0,-13-6 12 0</inkml:trace>
  <inkml:trace contextRef="#ctx0" brushRef="#br0" timeOffset="77235.67">1688 14593 31 0,'0'0'57'15,"0"0"-16"-15,0 0-3 0,4 9-2 16,-4-9-6-16,0 0-7 0,10 6-21 0,-4-3-25 0,-6-3-17 16,17 6-42-16,-17-6 19 0</inkml:trace>
  <inkml:trace contextRef="#ctx0" brushRef="#br0" timeOffset="77527.83">2235 14359 125 0,'0'0'124'0,"0"0"-22"0,13-12 3 16,-2 5-13-16,16-2-8 0,1-2-12 0,3 2-2 15,1 0-11-15,0 1-20 0,0 2-35 16,-4 0-30-16,-7 3-24 0,0 0-24 0,-5 2-47 0,-3 1-132 15,-1-2 59-15</inkml:trace>
  <inkml:trace contextRef="#ctx0" brushRef="#br0" timeOffset="77879.58">2319 14318 22 0,'0'0'83'0,"0"0"-10"15,-5 4-2-15,5-4-7 0,-1 12 7 16,-1-2-7-16,1 5-6 0,0 2 5 0,0 11 0 16,-3 0 10-16,-1 3-28 0,-2 3 5 0,2-1-4 0,0-1-7 15,0 2-1-15,-2-4-1 0,-1-2-12 16,3 0 9-16,-1-1-12 0,0-2-1 0,1-9-1 16,1 2 0-16,0-3 1 0,-1-5 2 0,4 1-9 15,-3-3 2-15,3 2 1 0,-1-6-4 0,2-4-1 16,-3 10 1-16,3-10 7 0,-3 8 9 0,3-8 33 15,-3 4 9-15,3-4 0 0,0 0-6 0,0 0-5 0,0 0-6 16,-10 0-8-16,10 0-4 0,-10-8-2 16,2 3-7-16,1-1-5 0,-5 0-2 0,2 0-10 15,-4 1 2-15,1 0-13 0,2 2-9 0,-3 0-11 16,-4 0-11-16,-2 4-8 0,-1-1-5 0,0 3-19 16,-6 3 3-16,1 2-17 0,-1 1-12 0,1 1-19 15,7-1-28-15,0 0-85 0,0 1-234 0,5 0 103 16</inkml:trace>
  <inkml:trace contextRef="#ctx0" brushRef="#br0" timeOffset="78150.15">2369 14604 129 0,'0'0'113'16,"22"-2"-15"-16,-22 2-13 0,14 2-3 0,-14-2-6 15,11 8-11-15,-11-8 9 0,8 12-12 0,-8-12 0 16,-1 20-7-16,1-20-2 0,-8 28 0 0,4-17-4 16,-1 2-8-16,-1-2-4 0,-1 0 3 0,3-2-4 15,-2-1-3-15,6-8-2 0,-2 13 0 0,2-13 4 16,0 0-18-16,3 16 8 0,6-10-2 0,0-1-10 16,4-1-3-16,6-4-13 0,1 2-15 0,11 0-22 15,1-4-18-15,0 0-15 0,1-2-9 0,-1-1-14 16,2 1-6-16,-4-4-58 0,0 2-172 15,-4-2 76-15</inkml:trace>
  <inkml:trace contextRef="#ctx0" brushRef="#br0" timeOffset="78464.53">2908 14448 86 0,'-1'-9'144'15,"0"-2"5"-15,1 11 6 0,-2-13-5 0,2 13-17 16,-2-10-9-16,2 10-18 0,0 0-8 0,-3-11-16 15,3 11-5-15,0 0-12 0,0 0 0 0,0 0-10 16,0 0-7-16,0 0-8 0,18 32-3 0,-13-17 1 16,0 3-7-16,3 5 2 0,-5-5-9 0,2 1-1 15,-2-4-3-15,1 5-3 0,-1-3-5 0,1-1 9 16,-2-1-8-16,0-5-1 0,0 1 0 0,2 0-3 16,-4-11 4-16,4 13-8 0,0-8 4 0,-4-5-4 15,1 9 7-15,-1-9-1 0,0 0 4 0,2 9 14 16,-2-9-3-16,0 0-3 0,0 0 1 0,0 0-1 15,0 0 0-15,16-20-5 0,-10 7-5 0,4 0 1 16,1-4-10-16,-4 1-20 0,5 1-5 0,-6-1-22 16,3 1-24-16,-1 0-15 0,2 0-26 0,-1 7-20 15,-1-1-7-15,1 1-15 0,-9 8-83 0,14-8-253 16,-14 8 113-16</inkml:trace>
  <inkml:trace contextRef="#ctx0" brushRef="#br0" timeOffset="78826.02">3169 14737 19 0,'0'0'115'0,"0"0"14"15,0 0 10-15,0 0-3 0,0 0-8 0,0 0-10 16,0 0-10-16,0 0-3 0,0 0-4 0,0 0-5 16,12-35-3-16,-10 23-7 0,2-2-9 0,0-4-7 0,-2 7-4 15,2-6-8-15,0 0-3 0,-3 2-8 0,3-1 0 16,-3 5 6-16,-1 11 1 0,-1-23-6 15,1 12-7-15,0 11 3 0,0-15-5 0,0 15-6 16,0 0-3-16,-4-15-4 0,4 15-4 0,0 0 4 16,-4-13-11-16,4 13 0 0,0 0-6 0,0 0-6 15,0 0-11-15,0 0 2 0,-1-15-6 0,1 15 1 16,0 0 1-16,0 0 2 0,0 0-3 0,0 0 4 16,0 0 2-16,40 23-6 0,-29-17 0 0,2 1 2 15,-3 1-4-15,2 0 7 0,-5 1-2 0,2-1 4 16,2 4-1-16,-4-1 0 0,0 0-1 0,-1 3 3 15,-1-3 0-15,0 3-5 0,-1 1-1 0,-2 2-10 16,1-2-18-16,-3 2-25 0,-3-2-15 0,2 2-24 16,-1-3-31-16,-2 3-21 0,3-6-96 0,-1 2-269 15,2-13 119-15</inkml:trace>
  <inkml:trace contextRef="#ctx0" brushRef="#br0" timeOffset="79591.98">3532 14687 150 0,'6'-7'141'16,"-6"7"-10"-16,0 0-15 0,0 0-10 0,0 0-13 15,0 0-11-15,0 0-3 0,0 0-10 0,0 0-10 16,0 0-3-16,0 0-5 0,0 0-3 16,0 0-5-16,0 0-1 0,0 0 1 0,0 0 3 15,0 0 5-15,0 0 10 0,0 0 7 0,0 0 10 16,7-3 1-16,-7 3-7 0,0 0-3 0,0 0-8 0,0 0-7 15,0 0-3-15,0 0-3 0,-8-21 0 0,8 21-3 16,-1-16-2-16,1 16-9 0,0 0 0 16,4-19-4-16,-2 9-7 0,1-1 0 0,2 1-2 15,-1 0-5-15,3 1 1 0,1 1-4 0,-3 1-3 16,0 1-1-16,-5 6-7 0,15-10 7 0,-8 7-10 16,-7 3-1-16,0 0-4 0,23-5 1 0,-23 5-1 15,17 5-2-15,-7 1 2 0,0 1-4 0,-2 0 4 16,-1 1 0-16,2 0 0 0,-2 1-3 0,-2 2 5 15,-1-2-5-15,-2-2 0 0,-2-7-1 0,5 14-2 16,-5-14 3-16,2 11 1 0,-2-11 5 0,3 9 0 16,-3-9 1-16,0 0 2 0,2 9 1 0,-2-9 2 15,0 0 3-15,0 0 1 0,0 0 4 0,0 0-5 16,0 0 2-16,0 0 0 0,0 0-5 0,0 0 5 16,0 0-2-16,0 0-4 0,6-44 1 0,-1 34 2 15,-1-6-4-15,2 1-4 0,2 4-5 0,0-4-1 16,1 4-4-16,6 0 4 0,-7 3 2 0,-2 1-1 15,1 0-3-15,-7 7-2 0,12-6 2 0,-12 6 1 16,0 0-2-16,19-2 5 0,-19 2-2 0,16 6-3 16,-16-6 3-16,14 13 0 0,-8-6 5 0,2 1-2 15,1 0 1-15,-3 1-2 0,1-1 3 0,0 2-1 16,0-3-2-16,-7-7-1 0,10 15 9 0,-10-15-2 16,10 7-1-16,-10-7 1 0,12 6-1 0,-12-6 5 15,0 0 3-15,20-3-7 0,-20 3 5 0,18-8 3 16,-7 5-3-16,-3-5-1 0,0-1 2 0,1 1-3 15,2-1 4-15,-3 0-4 0,0 0 0 0,-1 0 0 16,1-1 1-16,0-1 0 0,-8 11-1 0,3-15 1 16,-3 15-3-16,3-13 2 0,-3 13-5 0,3-10 3 15,-3 10-5-15,0 0-1 0,0 0 0 16,0 0-5-16,0 0-1 0,0 0 4 0,0 0 2 16,0 0-5-16,0 0 0 0,0 0-4 0,-16 32 3 15,16-32-2-15,-5 28-3 0,4-16-1 0,-3 2 6 16,3 0 2-16,-1 2-5 0,2-16-2 0,0 25 10 0,2-14 0 15,-2-11-6-15,0 23 7 0,0-12 0 0,0-11 1 16,0 23 1-16,-2-12 0 0,2-11 4 16,-2 23-8-16,1-13-32 0,1-10-10 0,-7 19-27 15,2-10-10-15,1 1-32 0,-3-1-29 0,-2 4-89 16,-2-4-256-16,4-1 113 0</inkml:trace>
  <inkml:trace contextRef="#ctx0" brushRef="#br0" timeOffset="79837.5">4098 14799 76 0,'0'0'200'0,"0"0"-20"0,8-4-23 16,-8 4-23-16,0 0-37 0,0 0-49 0,0 0-32 15,0 0-51-15,0 0-50 0,0 0-47 0,0 0-142 0,0 0 63 16</inkml:trace>
  <inkml:trace contextRef="#ctx0" brushRef="#br0" timeOffset="80057.42">2782 15186 19 0,'0'0'200'0,"0"0"-28"0,0 0-33 0,38-1-42 15,-4-3-38-15,19-5-30 0,3-1-27 0,7 1-22 16,2-4-30-16,26-6-13 0,-27 6-35 0,0-5-105 16,24-2 46-16</inkml:trace>
  <inkml:trace contextRef="#ctx0" brushRef="#br0" timeOffset="101558.71">3306 15073 77 0,'0'0'94'0,"0"0"-4"0,0 0-11 15,0 0-16-15,0 0-10 0,0 0-13 0,11-14-24 16,-3 9-27-16,1 2-28 0,0 2-38 0,1-4-84 16,0 1 37-16</inkml:trace>
  <inkml:trace contextRef="#ctx0" brushRef="#br0" timeOffset="103447.53">1169 9679 2 0,'0'0'14'0,"0"0"3"0,-3-8-4 0,3 8-11 16,-2-7-2-16,2 7-8 0,-4-7-9 0,4 7 3 15</inkml:trace>
  <inkml:trace contextRef="#ctx0" brushRef="#br0" timeOffset="107856.52">13838 3693 22 0,'0'0'25'16,"0"0"1"-16,-11-1-1 0,11 1-2 0,0 0-4 15,0 0-2-15,0 0 3 0,-9 0-2 0,9 0-2 16,0 0-2-16,0 0 3 0,0 0-2 0,0 0 1 15,-14 0 1-15,14 0-3 0,0 0 6 0,-10 0-7 16,10 0 4-16,0 0 0 0,-9 1 4 0,9-1-2 16,0 0-5-16,-10 0 4 0,10 0-4 15,-8 0 0-15,8 0-3 0,-9 0-1 0,9 0 0 0,-8 3-3 16,8-3-1-16,0 0-3 0,-8 2 2 0,8-2 0 16,-9 1-4-16,9-1 2 0,-9 3 2 0,2-1-3 15,7-2 2-15,-9 2-1 0,9-2 3 0,-7 3 5 16,7-3 7-16,-8 2-6 0,8-2 3 15,-8 3-2-15,8-3 5 0,0 0-3 0,-9 2-2 16,9-2 7-16,0 0-11 0,-10 0 5 0,10 0-1 0,-8 2-5 16,8-2 7-16,0 0 16 0,-8 0-12 15,8 0 0-15,0 0 5 0,0 0-6 0,0 0-6 0,-11 2 8 16,11-2-14-16,0 0 8 0,0 0-4 16,0 0 5-16,0 0-10 0,0 0 3 0,0 0 0 15,0 0 1-15,0 0-5 0,0 0 10 0,-7 1-4 16,7-1-4-16,0 0-1 0,0 0 2 0,0 0-2 15,0 0 2-15,0 0 12 0,0 0-4 0,0 0 10 0,0 0-12 16,0 0 4-16,0 0-2 0,0 0 2 16,0 0 3-16,0 0 1 0,0 0 0 0,0 0-6 15,0 0-1-15,0 0-7 0,0 0 12 0,0 0-9 16,0 0-1-16,0 0-2 0,0 0-5 0,0 0-1 16,0 0 6-16,0 0-2 0,0 0 2 0,0 0-3 15,0 0 1-15,0 0-2 0,34 0-1 0,-23 0 4 16,5 0 0-16,1-3-1 0,6 1-1 0,6 0-4 15,3 1 5-15,1-2-3 0,1-1 2 0,2 2-4 16,4 0 0-16,-6-2-2 0,4 2 9 0,-4-1-4 16,2 2 13-16,-1 0-15 0,-3-1-2 0,1 2 4 15,-1 0 1-15,-1-1-1 0,1 1-1 0,-3 0 1 16,0 0-4-16,1-1 1 0,-2-1 1 0,0 2-1 16,1 0 6-16,-2-1-3 0,-7 1-3 0,8 0-1 15,-11-2-1-15,2 2 13 0,-2-2-16 0,2 1 6 16,-2 0-2-16,-3 0-2 0,-1 1 6 0,0-2-3 15,-1 1-1-15,1 0-2 0,-3 0 5 0,-2-1-5 16,1 1 5-16,-9 1-2 0,14-1 6 0,-14 1-9 16,13 0 3-16,-13 0-2 0,8 0 4 0,-8 0 1 15,0 0-4-15,0 0 6 0,8 0-1 0,-8 0-3 16,0 0 0-16,0 0 2 0,0 0-5 0,0 0 2 16,0 0 8-16,0 0-10 0,0 0-2 0,0 0 4 15,0 0 0-15,0 0-2 0,-34-2-1 0,20 2-3 16,-5 0-5-16,-2 2 0 0,-2-1 5 0,-4 0-9 15,-2 2-5-15,3-2 4 0,-5 0 4 0,2 1 15 16,-3-1-8-16,1 0-17 0,2 0 5 0,-1-1 3 16,-1 2-7-16,1-2 11 0,-1 2 4 0,2-1-8 15,0-1 2-15,2 3 4 0,0 0 0 0,-1-2-1 16,6 0 5-16,2 1-4 0,-1-1 10 0,1 0-4 16,2 0 0-16,0 2-3 0,5-2-1 0,1-1 1 15,6 2 3-15,6-2-2 0,-11 0-7 0,11 0 11 16,-5 3 0-16,5-3 3 0,0 0-5 0,0 0 2 15,20 9 0-15,1-7-1 0,10 0-1 0,3-1 4 16,4-2-1-16,16 2 0 0,4-4 2 0,3 0-3 16,-1-2-1-16,-1 1-5 0,1 0 5 0,-3 1 1 15,1-1 0-15,-7-2 0 0,-10 2 4 0,-5-1 10 16,-2 2-11-16,2 0 4 0,-3 1 1 0,-3-2-6 16,-3 2 5-16,-5 1-7 0,-4-1 3 0,-4 2-1 15,-1-2 7-15,-2 1-8 0,1 1-5 0,-6 0 6 16,-6 0-1-16,11-3 2 0,-11 3 5 0,9-1 0 15,-9 1 4-15,0 0-4 0,0 0-3 16,0 0 2-16,0 0-1 0,0 0 2 0,0 0 8 16,-47 4-10-16,25-3 0 0,-5 1-2 0,-2-2-4 0,9 0 3 15,1 2 2-15,6-2 1 0,3 1 3 0,-1-1 0 16,3 0-2-16,8 0-6 0,-9 0 2 0,9 0-8 16,0 0 8-16,-11-1 14 0,11 1-23 0,0 0 8 15,0 0-4-15,0 0 16 0,0 0-12 0,33 5 4 16,-14-7-3-16,0 0 0 0,0 2 0 0,3 0 0 15,-2-3 1-15,-2 3 1 0,-4 0-2 0,4-2 0 16,-4 1 1-16,-1 0 0 0,0 1 0 0,-4-3 3 16,-2 2-7-16,-7 1 1 0,13 0-2 0,-13 0-6 15,12 0-11-15,-12 0 6 0,6-2-27 0,-6 2-15 16,0 0-26-16,10 0-24 0,-10 0-78 0,0 0-196 16,0 0 87-16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7T05:53:23.7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15622 15990 30 0,'0'0'60'0,"0"0"2"16,-4-5-18-16,4 5-1 0,0 0-10 15,0 0-3-15,0 0 1 0,0 0-2 0,0 0-6 0,0 0 0 16,0 0-9-16,-8-4 5 0,8 4-13 0,0 0 7 15,0 0-11-15,-8-4 0 0,8 4-1 0,0 0-2 16,-10-2-5-16,10 2 9 0,0 0-5 0,-9-3-4 16,9 3-5-16,-9-1-1 0,9 1 8 15,0 0 0-15,-14 2-4 0,8 0-3 0,6-2 7 16,-13 1-5-16,4 0 4 0,0 1 3 0,1 0-6 16,-3 1 3-16,3-2 2 0,1 0-3 0,-1 0 1 0,8-1 3 15,-18 2-1-15,12-1 6 0,-1-1 0 0,7 0 4 16,-10 3 0-16,10-3 2 0,-10 0 0 15,10 0 1-15,0 0 1 0,-10 0-5 0,10 0 3 16,0 0-4-16,-9 0 2 0,9 0 6 0,0 0-3 16,0 0 0-16,0 0-4 0,0 0-1 0,0 0-5 15,0 0 8-15,0 0-4 0,0 0 4 0,0 0-3 0,0 0 0 16,0 0-1-16,0 0-1 0,0 0 5 16,0 0-1-16,0 0 15 0,0 0-13 0,30-3-2 15,-16 2 0-15,2-2-3 0,4 0 10 0,1-1 1 16,7-2-5-16,2 3 0 0,2-2-2 0,4-2 0 15,1 2 2-15,2-3-6 0,17 0-1 0,-4 0 11 16,-1-1-3-16,2 1-5 0,3 1 0 0,-2-2 5 16,-1-1-1-16,4 1-3 0,-4 3 3 0,6-4 2 0,-2 2 5 15,2-1-5-15,1 3 11 0,2-3 1 16,-7-1-4-16,2 4-6 0,-1-3 12 0,3 5-12 16,-4-2 11-16,1 0-13 0,-2 4-1 0,0-3 0 15,-1 3 3-15,-3-1-5 0,-10 0-1 0,-1 2 5 16,12-1 0-16,1 1-11 0,-18 1 7 0,2 0-3 15,-7 0 3-15,5 0-5 0,-5 2 0 0,-8-1 4 16,-1 0-4-16,2-1-3 0,-4 0 2 0,-5 2 1 16,0-2 0-16,0 0 1 0,-5 0-4 0,-3 1 4 15,-5-1 1-15,10 0-3 0,-10 0 20 0,10 0-21 16,-10 0 7-16,0 0 2 0,8 0 7 0,-8 0-3 16,0 0 1-16,0 0-8 0,0 0 1 0,0 0-7 15,0 0-5-15,0 0-6 0,0 0-11 0,0 0-12 16,0 0-4-16,0 0-14 0,-24 7-8 0,24-7-6 15,-11 5-20-15,8-3-58 0,-6 2-155 0,0 0 69 16</inkml:trace>
  <inkml:trace contextRef="#ctx0" brushRef="#br0" timeOffset="1348.49">20124 16108 77 0,'5'-10'120'0,"-4"-2"4"0,1 2-9 0,0 1-5 16,-1 0-4-16,2 2-3 0,-2 0-3 0,1 0 3 16,-2 7-14-16,1-10-1 0,-1 10-12 0,1-7-6 15,-1 7-11-15,0 0-3 0,0 0-4 0,0-11-10 16,0 11-9-16,0 0 1 0,0 0-9 0,0 0 1 15,0 0-4-15,0 0 0 0,0 0-18 0,0 0 14 16,0 0-1-16,4 36-2 0,-4-25-4 16,1-1 3-16,2 3 1 0,-2-4-5 0,0 3 2 0,1 0-4 15,1-2 2-15,0 1-2 0,-2-1-4 16,2 1 8-16,-3 0-10 0,2 1 2 0,0-3-7 16,-1 3-14-16,-1-1-17 0,3 0-21 0,-2 0-11 0,-1 1-21 15,1-1-21-15,-1 1-24 0,0-2-87 0,-1 0-238 16,0-3 105-16</inkml:trace>
  <inkml:trace contextRef="#ctx0" brushRef="#br0" timeOffset="1750.29">20458 15995 166 0,'0'0'167'0,"1"-8"-11"0,-1 8-9 15,0 0-11-15,0 0-14 0,1-7-11 0,-1 7-14 16,0 0-10-16,0 0-8 0,0 0-9 0,6-4-9 16,-6 4-6-16,11-1-6 0,-11 1-4 0,13 1-5 15,-5 2-2-15,3-2-9 0,0 2 2 0,1-1-7 16,-6 0 6-16,6 1-11 0,-4 0-1 0,1 1-2 15,-1-1-4-15,0 2-1 0,-1-1 1 0,-2 0-2 16,1 4-1-16,0-2-2 0,-2 4 0 0,1 0 3 16,0 1-3-16,-4 1-5 0,2-1 1 0,-1 2 5 15,-2 1-9-15,-1-1 14 0,1 2-11 0,-1 2 0 16,0-1-1-16,-1-4-3 0,0 4 5 0,-2-4-1 16,2 0 3-16,2 1-1 0,-3-2-13 0,0-2-9 15,2 3-3-15,0-5-16 0,-1 3-10 0,0-3-13 16,2 2-12-16,0-9-13 0,-1 12-11 0,-1-5-6 15,2-7-15-15,0 9-93 0,0-9-227 0,-1 10 101 16</inkml:trace>
  <inkml:trace contextRef="#ctx0" brushRef="#br0" timeOffset="1930.14">20521 16244 118 0,'0'0'104'0,"0"0"-9"0,9-10-7 0,-9 10-12 16,16-4-21-16,-4 0-1 0,0 0-36 0,1 1-3 15,-1 0-26-15,3 2-19 0,-1-2-18 0,-2 0-41 16,1 1-97-16,1 2 42 0</inkml:trace>
  <inkml:trace contextRef="#ctx0" brushRef="#br0" timeOffset="2275.79">20779 16102 76 0,'0'0'110'0,"0"0"-22"0,0 0-9 0,0 0-15 16,0 0 14-16,0 0 0 0,0 0-8 0,0 0 2 15,0 0-6-15,27 20 2 0,-19-13 0 0,1 0-2 16,-3 1-2-16,5 2-3 0,-2-1-8 0,-2 0-9 15,3 0 2-15,-2-1-4 0,0-1-3 0,-2 0-5 16,1-2-7-16,-1-1-3 0,-1 2 1 0,-5-6-4 16,8 4-1-16,-6-1 11 0,-2-3 6 0,6 4 8 15,-6-4 5-15,0 0 2 0,7 3-2 0,-7-3-5 16,0 0-2-16,9-11-7 0,-5 5-8 16,1-1 2-16,0-2-6 0,1-1 0 0,-2-2-1 15,4-2-3-15,-2 1-7 0,1-4 0 0,0-1-3 16,-2-1-6-16,1 4-4 0,0 0-9 0,-1-1-8 15,3 1-7-15,-4 2-4 0,-1 4 1 0,0 0-15 0,-3 9-28 16,4-14-19-16,-4 14-25 0,5-7-18 0,-5 7-120 16,0 0-272-16,0 0 120 0</inkml:trace>
  <inkml:trace contextRef="#ctx0" brushRef="#br0" timeOffset="2566.41">20045 16540 17 0,'21'-5'86'15,"9"0"-13"-15,-1-1-20 0,4 0-21 0,4 1-16 16,-5 0-23-16,6-1-12 0,-3 1-24 0,2-1-44 16,2-2 20-16</inkml:trace>
  <inkml:trace contextRef="#ctx0" brushRef="#br0" timeOffset="3461">20054 16544 47 0,'-13'-6'91'0,"-2"-2"2"0,-1-4 2 0,0 1-2 16,-1-1-12-16,-7-3-15 0,2 0 1 15,-2-1-2-15,-1 1-9 0,8 3 8 0,-6-3-15 16,1 1-1-16,5 1-1 0,3 4 0 0,-3-1-3 15,5-1-2-15,-2-1-11 0,1 2 3 0,0-2-6 16,4 4-4-16,-2-5 2 0,3 5 3 0,2-3-2 16,-1 1-7-16,1-5 6 0,1 3-4 0,0-6-10 15,2 2 2-15,3-1-6 0,3-2-1 0,2 0-12 16,0 2-5-16,2-9 7 0,1 8-4 0,9-5-8 16,-2 2 0-16,3 2 2 0,2-2-26 0,2 3 13 15,2-1 0-15,2 1-9 0,-2 0-1 0,3 2 3 16,-1-1-4-16,-1 2 5 0,3 2-4 0,-2 0 9 15,-2 0 4-15,-1 2 1 0,-2 2 2 0,-2 2 0 16,-1 0 0-16,7-4-5 0,-6 5 11 0,1-2 4 16,7 1-1-16,-7 1-6 0,9 0 7 0,-1 2-1 15,0-1 0-15,2-1 4 0,-2 1 2 0,0 2-1 16,-1-1-1-16,2 1 0 0,-2-3 2 16,-5 5 5-16,9-2 4 0,-10 3-4 0,9-1 9 0,0 0-8 15,-4 1-15-15,3 1 13 0,-2 2-4 0,0 2 5 16,-4-2 2-16,4 4-1 0,1-3-11 0,-2 4 8 15,-1-1-3-15,-3-3-2 0,-1 1-5 0,8 3 10 16,-4 0 9-16,1-1-2 0,-6 0 3 16,1-2-12-16,-2 4 6 0,1-3-6 0,1 3-2 15,-1-2 1-15,-2 0-2 0,-1 2-3 0,2-2 4 16,-1 3-12-16,-2-2 7 0,0 2 2 0,-2-2-2 16,-3 3 0-16,3-1-8 0,-6-1 1 0,0 1-1 15,-1 0-5-15,-3 1 5 0,1 3 5 0,-1 0-2 0,-4 3 3 16,-2 1 2-16,0 1-3 0,-2 5 5 15,-1 0-2-15,-3 0 5 0,2-5-6 0,-5 5 2 16,-1 1 1-16,2-2-9 0,1-5 7 0,1 1 0 16,1-2 3-16,-1-1 8 0,-1 0-7 0,0 0 4 15,4 0 0-15,3-4-3 0,-6 2 1 0,3-4-3 16,0 0 8-16,-3 0-5 0,2-3-3 0,-2 2-1 16,-1 0-2-16,-2-2 1 0,-4 3-16 0,-1 0-19 15,-1-1-47-15,-2-2 22 0</inkml:trace>
  <inkml:trace contextRef="#ctx0" brushRef="#br0" timeOffset="5733.02">19430 15819 16 0,'0'0'51'0,"0"0"-3"16,0 0-17-16,0 0 0 0,0 0-4 16,0 0-5-16,0 0-6 0,0 0-2 0,32-4-11 15,-10 1-4-15,8-1-10 0,5-2 3 0,4 3-6 16,15-7-4-16,-3 2-17 0,7 3-37 0,-3-1 17 15</inkml:trace>
  <inkml:trace contextRef="#ctx0" brushRef="#br0" timeOffset="12514.37">12948 16018 33 0,'0'0'41'0,"0"0"3"15,6-10 7-15,-2 6-11 0,5-1-1 0,-2-1-7 16,6 0 3-16,3-4-5 0,2 0-5 0,7-3 2 15,1-1-2-15,1-1-5 0,4-1-15 0,-1 0-19 16,6-1-24-16,11-6-29 0,1 4-70 0,-2-6 31 16</inkml:trace>
  <inkml:trace contextRef="#ctx0" brushRef="#br0" timeOffset="13298.91">12929 15807 13 0,'-6'-4'24'0,"6"4"-2"0,-3-4-3 0,3 4-1 0,0 0 1 15,0 0-5-15,-10-4-3 0,10 4 5 16,0 0-9-16,0 0 1 0,0 0-5 0,0 0 0 16,0 0 5-16,0 0 0 0,0 0-5 0,0 0-3 15,15 21 3-15,-7-12 3 0,-3 2-4 0,1 5-2 16,2 1 1-16,0 0 3 0,-1 6-2 0,0-4-1 16,2 6 1-16,-2-7 1 0,-1 1-1 0,1-1-2 15,-3 0 8-15,3-1 0 0,-4-6-3 0,3 1-1 16,-3-3-3-16,1-3 2 0,0-1-5 0,-2 1 6 15,-2-6 4-15,5 7-2 0,0-4-3 0,-5-3 2 16,0 0-1-16,0 0 5 0,22-9-2 0,-8 2-1 16,1-4 1-16,8-5 2 0,2 0-8 0,2-5-13 15,2 2-9-15,4-4-27 0,8-6-51 0,1 2 22 16</inkml:trace>
  <inkml:trace contextRef="#ctx0" brushRef="#br0" timeOffset="13701.84">13034 15980 24 0,'12'-3'23'0,"1"1"-6"0,5-2-8 0,2-2-10 0,7-2-5 16,0-4-5-16,4-1-13 0,-1-1 6 15</inkml:trace>
  <inkml:trace contextRef="#ctx0" brushRef="#br0" timeOffset="20090.74">17797 15481 12 0,'0'0'28'0,"0"0"0"0,0 0 3 15,0 0 2-15,0 0-5 0,0 0 6 0,0 0-6 16,0 0 1-16,0 0-4 0,0 0 6 0,0 0-9 16,0 0-2-16,0 0 1 0,0 0-3 0,0 0-5 15,0 0-3-15,0 0 3 0,0 0-6 0,0 0 7 16,-11-5-9-16,11 5 0 0,0 0 1 0,0 0 8 16,0 0-11-16,0 0-2 0,0 0 8 0,-23 9-9 15,23-9 6-15,0 0-5 0,-10 1-2 0,10-1 2 16,0 0 0-16,0 0 5 0,0 0 0 0,0 0 7 15,0 0-9-15,0 0 7 0,-6 7-4 0,6-7 2 16,0 0 5-16,0 0 0 0,0 0-1 0,0 0-3 16,0 0 3-16,0 0 4 0,0 0-3 0,0 0-3 15,36-7-1-15,-24 6-3 0,3-1 4 0,2-2-2 16,4 0 2-16,-3 1 1 0,1-1 1 0,-1 2-2 16,1-3 7-16,-1-1-7 0,-5 4 6 0,1 0 0 15,-2-2 14-15,-1 1-16 0,-1 2 9 0,-10 1-5 16,15-3 0-16,-15 3-2 0,11-3 0 0,-11 3 5 15,0 0-3-15,13-3-2 0,-13 3 9 16,0 0-4-16,9-1-1 0,-9 1 0 0,0 0 0 0,0 0-6 16,0 0 0-16,0 0-6 0,10-4 4 15,-10 4-3-15,0 0 1 0,0 0-6 0,0 0 2 0,0 0-5 16,0 0-3-16,0 0-19 0,0 0-25 0,0 0-3 16,0 0-5-16,0 0-13 0,0 0-2 0,6 11-14 15,-6-11-55-15,0 0-149 0,0 0 67 0</inkml:trace>
  <inkml:trace contextRef="#ctx0" brushRef="#br0" timeOffset="20487.58">17810 15647 53 0,'0'0'46'0,"0"0"1"0,0 0-5 0,0 0-8 15,0 0 10-15,0 0-1 0,0 0-4 0,0 0-4 16,0 0-1-16,0 0-2 0,0 0-3 0,0 0-1 15,0 0-1-15,0 0 3 0,0 0-9 0,0 0 2 16,0 0 2-16,0 0-1 0,0 0-1 0,0 0 0 16,25-12 4-16,-25 12-5 0,13-4-5 0,-13 4 7 15,19-4 3-15,-6 2-2 0,0-2-5 16,-1 1 15-16,2-2-14 0,3 4-3 0,-3-2 4 0,3 1-5 16,1 0-4-16,-1-2 0 0,0 1-4 0,2 3 3 15,-1-2-12-15,1-1-5 0,-2 4-23 0,-3-1-14 16,-1 0-21-16,1 2-15 0,-4 0-57 0,-2 1-146 15,1-2 65-15</inkml:trace>
  <inkml:trace contextRef="#ctx0" brushRef="#br0" timeOffset="20814.29">17946 15395 25 0,'13'-2'24'16,"1"1"-13"-16,-1 0-21 0,0 0-12 0,-1 1 6 16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8T11:03:18.5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13293 8652 2 0,'0'0'-1'0</inkml:trace>
  <inkml:trace contextRef="#ctx0" brushRef="#br0" timeOffset="439.55">12956 10178 11 0,'0'0'79'0,"0"0"-9"0,0 0 1 0,0 0-16 0,0 0-8 16,0 0-6-16,0 0-27 0,0 0-22 0,0 0-56 15,0 0-68-15,0 0 30 0</inkml:trace>
  <inkml:trace contextRef="#ctx0" brushRef="#br0" timeOffset="667.98">13814 10139 25 0,'7'-4'73'0,"-7"4"-5"0,4-4-11 15,-4 4-13-15,0 0-4 0,0 0-9 0,9-2-14 16,-9 2-18-16,0 0-21 0,6 10-34 0,-6-10-59 16,0 10 26-16</inkml:trace>
  <inkml:trace contextRef="#ctx0" brushRef="#br0" timeOffset="1072.1">14272 10194 28 0,'0'0'31'16,"0"0"13"-16,0 0-10 0,0 0-8 0,0 0 1 15,0 0-1-15,0 0-2 0,0 0-2 0,0 0-3 16,0 0 2-16,0 0-6 0,0 0-1 0,0 0-4 16,0 0 1-16,0 0-2 0,0 0-1 0,0 0 0 15,0 0 1-15,0 0 1 0,0 0-9 0,0 0 4 16,0 0 4-16,0 0-4 0,0 0-4 0,0 0 4 15,0 0 2-15,0 0-4 0,0 0 4 0,0 0 1 16,0 0-8-16,0 0 0 0,0 0 1 0,0 0-2 16,0 0 3-16,0 0-1 0,0 0 1 0,0 0 1 15,0 0-2-15,0 0-5 0,0 0-1 0,0 0 2 16,0 0 3-16,0 0-2 0,0 0-1 0,0 0-3 16,0 0 1-16,0 0-2 0,0 0-10 0,0 0-10 15,0 0-2-15,0 0-6 0,0 0-18 0,0 0-56 16,0 0 25-16</inkml:trace>
  <inkml:trace contextRef="#ctx0" brushRef="#br0" timeOffset="70262.67">25918 12437 90 0,'0'0'76'15,"2"-5"2"-15,-2 5-10 0,0 0-3 0,0 0-15 16,7-3-4-16,-7 3-8 0,0 0-1 0,0 0-24 0,0 0-8 16,0 0-15-16,0 0-20 0,0 0-58 0,13 8-95 15,-13-8 42-15</inkml:trace>
  <inkml:trace contextRef="#ctx0" brushRef="#br0" timeOffset="71001.89">29967 12718 53 0,'2'-5'93'0,"-2"5"-17"0,0 0-3 0,0 0-22 16,0 0-23-16,2-8-25 0,-2 8-31 0,0 0-31 16,0 0-63-16,-20-1 29 0</inkml:trace>
  <inkml:trace contextRef="#ctx0" brushRef="#br0" timeOffset="92282.18">14185 10196 20 0,'0'0'41'0,"0"0"-4"16,0 0-4-16,0 0-2 0,0 0-5 0,0 0-3 15,0 0-3-15,0 0-2 0,0 0-3 0,0 0 1 16,0 0 2-16,0 0-4 0,0 0-7 0,0 0 6 16,0 0-3-16,0 0 0 0,0 0-3 0,0 0 0 15,0 0 4-15,0 0-3 0,0 0-4 0,0 0 2 16,0 0-7-16,0 0 7 0,0 0-1 0,0 0 3 16,0 0-8-16,0 0 4 0,0 0 6 0,0 0-7 15,0 0 1-15,0 0 1 0,0 0-5 0,0 0 5 16,0 0-2-16,0 0 0 0,0 0-3 0,0 0 3 15,0 0-9-15,13-4 10 0,-13 4-1 0,0 0-4 16,0 0 5-16,0 0-2 0,0 0-6 0,0 0 2 16,0 0-4-16,0 0 3 0,0 0-3 0,0 0 0 15,0 0-6-15,0 0-11 0,0 0-7 0,0 0-2 16,0 0-25-16,0 0-60 0,0 0 28 0</inkml:trace>
  <inkml:trace contextRef="#ctx0" brushRef="#br0" timeOffset="97000.44">16415 10533 16 0,'0'0'38'0,"0"0"-3"0,0 0-5 15,0 0-3-15,0 0-10 0,0 0-6 0,0 0-1 0,0 0-9 16,0 0-8-16,0 0-1 0,0 0-7 0,0 0-12 16,0 0-27-16,0 0 12 0</inkml:trace>
  <inkml:trace contextRef="#ctx0" brushRef="#br0" timeOffset="106532.66">17119 9015 16 0,'0'0'40'0,"0"0"-2"0,0 0-6 15,0 0-3-15,0 0 4 0,0 0-5 0,0 0-5 16,0 0-3-16,0 0 2 0,-2-15-5 0,2 15 8 16,0 0-7-16,0 0-4 0,0 0-7 0,0 0 0 15,0 0-6-15,0 0-6 0,0 0-9 0,0 0-19 0,0 0-20 16,0 0-58-16,0 0 25 0</inkml:trace>
  <inkml:trace contextRef="#ctx0" brushRef="#br0" timeOffset="109093.98">21071 9551 3 0,'0'0'43'0,"-6"-7"-5"0,2 4 0 16,4 3-3-16,-8-8-2 0,3 4 2 0,5 4 5 16,-6-7 1-16,2 4-7 0,4 3 2 0,-8-6-1 15,3 2-3-15,5 4-2 0,-9-6-5 0,9 6 0 16,-6-4-6-16,2-1-5 0,4 5 1 0,-8-4 1 15,8 4-1-15,-8-5 2 0,2 2-5 0,6 3 4 16,-6-5-2-16,6 5-5 0,-7-5 13 0,7 5-5 16,-6-5-3-16,6 5-6 0,-9-2-1 0,9 2-1 15,-8-4 3-15,8 4 1 0,0 0 2 0,-7-3-2 16,7 3-3-16,0 0 3 0,0 0 3 0,-8-3 3 16,8 3-4-16,0 0-16 0,0 0 20 0,0 0 4 15,0 0 5-15,0 0-2 0,0 0 2 0,0 0-2 16,28 0-5-16,-9 1 12 0,9-2-7 0,2 2 5 15,6 1-3-15,-2 0 3 0,6-1-1 0,-1 1-1 16,11-1-12-16,1 2 5 0,-11-2 0 0,10 3 0 16,1-1-2-16,-1 1-5 0,2-1-7 0,2-1 6 15,-1 0 2-15,0-1-6 0,-2 2 0 0,2-2-14 16,-15-1-2-16,14 1 17 0,-3-3 4 0,3 1-3 16,-14 1 2-16,2-2-7 0,14 2 5 0,-3-2-3 0,-12 1-4 15,12-1 3-15,-12 2 0 0,-1-1-5 16,2-2-4-16,-5 3 8 0,1-4-5 0,-1 2 0 15,-3 1 4-15,0-1-4 0,-3 2 1 0,2-1-1 16,-3 1 7-16,-5-1-8 0,-4 1 1 0,3-2 4 0,-3 2-19 16,-1 0 18-16,-4-1-2 0,-3 1 4 0,1-1-1 15,3-1-1-15,-3 2-2 0,2 0 7 16,-5 0-6-16,-1-1 7 0,-8 1 4 0,13 1-9 16,-13-1 3-16,9-1 8 0,-9 1 9 0,8-2 0 0,-8 2 3 15,0 0 5-15,0 0-11 0,12 0 13 0,-12 0-7 16,0 0-5-16,7-2-2 0,-7 2 6 0,0 0-6 15,0 0-7-15,12 0 5 0,-12 0 3 16,0 0-15-16,6-2 7 0,-6 2-4 0,0 0 4 0,0 0-1 16,0 0 5-16,9-3-4 0,-9 3-4 0,0 0 0 15,0 0-3-15,0 0 1 0,0 0 0 0,0 0 2 16,0 0 0-16,0 0-4 0,7-3-1 0,-7 3 3 16,0 0-2-16,0 0 3 0,0 0-5 0,0 0 2 15,0 0 8-15,0 0-9 0,0 0-3 0,0 0-2 16,0 0 9-16,0 0-6 0,0 0-4 0,0 0 3 15,0 0-2-15,0 0 5 0,0 0-3 0,0 0-1 16,0 0-2-16,0 0 7 0,0 0-6 0,0 0 5 16,0 0-7-16,0 0 12 0,0 0-7 0,0 0 3 15,0 0-5-15,0 0-2 0,0 0 3 0,0 0 3 16,0 0-2-16,0 0 0 0,0 0 2 0,0 0-6 16,0 0 9-16,0 0-9 0,0 0 0 0,0 0-2 15,0 0 7-15,0 0-1 0,0 0 1 0,0 0 5 16,0 0-8-16,0 0 1 0,0 0-1 0,0 0 2 15,0 0-2-15,0 0-1 0,0 0 10 0,0 0-10 0,0 0 2 16,0 0-3-16,0 0 3 0,0 0 1 16,0 0 1-16,0 0-3 0,0 0 2 0,0 0-2 15,0 0 2-15,0 0-1 0,0 0-1 0,0 0 2 16,0 0 1-16,0 0-1 0,0 0-5 0,0 0-1 16,0 0 9-16,0 0 1 0,0 0-8 0,0 0 9 15,0 0-7-15,0 0-4 0,0 0 5 0,0 0 0 16,0 0 0-16,0 0 1 0,0 0 2 0,0 0-6 15,0 0 7-15,0 0 0 0,0 0-2 0,0 0 0 0,0 0 7 16,0 0-6-16,0 0 3 0,0 0 2 0,0 0 1 16,0 0-6-16,0 0-1 0,0 0-2 15,0 0 4-15,0 0 3 0,0 0-2 0,0 0-2 0,0 0 0 16,0 0-2-16,0 0-1 0,0 0 5 0,0 0-4 16,0 0 1-16,0 0 2 0,0 0-5 0,0 0 2 15,0 0-10-15,0 0-11 0,0 0-22 0,0 0-25 16,0 0-24-16,0 0-27 0,0 0-21 0,0 0-117 15,0 0-278-15,-34-5 123 0</inkml:trace>
  <inkml:trace contextRef="#ctx0" brushRef="#br0" timeOffset="114076.98">12727 12787 10 0,'0'0'49'0,"0"0"-7"0,0 0-4 0,0 0-1 15,0 0-3-15,0 0 1 0,0 0 1 0,0 0-2 16,0 0-1-16,0 0 1 0,0 0 2 0,0 0 0 16,0 0-3-16,0 0-6 0,0 0 14 0,0 0-16 15,0 0 0-15,0 0-5 0,0 0 5 0,0 0 3 16,0 0-9-16,9-10 7 0,-9 10-12 0,0 0 3 15,0 0-4-15,0 0-3 0,0 0-2 0,0 0 1 16,0 0-2-16,0 0-8 0,0 0 14 0,0 0-10 16,0 0 0-16,0 0-11 0,0 0 16 0,0 0 0 15,0 0 1-15,0 0-3 0,0 0-4 0,0 0 4 16,0 0-3-16,0 0-2 0,0 0 0 0,0 0 0 16,0 0 4-16,0 0-4 0,0 0-2 0,0 0 0 15,0 0 3-15,0 0-1 0,0 0 0 0,0 0-2 16,0 0 1-16,0 0 2 0,0 0 5 0,0 0-4 15,0 0 0-15,0 0 0 0,4-6-1 0,-4 6 1 16,0 0-11-16,0 0 10 0,0 0-7 0,0 0 2 16,0 0 1-16,0 0 3 0,0 0 4 0,0 0-6 15,0 0 2-15,0 0-7 0,0 0 0 0,0 0-3 0,0 0 2 16,0 0-7-16,0 0 5 0,0 0-9 16,0 0 1-16,0 0-8 0,0 0 3 0,0 0-2 15,0 0-9-15,0 0-14 0,0 0-4 0,0 0-47 16,0 0-107-16,0 0 48 0</inkml:trace>
  <inkml:trace contextRef="#ctx0" brushRef="#br0" timeOffset="114670.8">16594 12215 101 0,'0'0'146'0,"-3"-11"-24"16,3 11-9-16,-2-9-11 0,2 9-5 16,0 0-12-16,0-10-15 0,0 10-2 0,0 0-7 15,0 0-7-15,0-10-6 0,0 10-9 0,0 0 3 16,6-4-18-16,-6 4-10 0,0 0-18 0,0 0 4 0,8-2-10 15,-8 2 2-15,7-2-7 0,-7 2 6 16,0 0-11-16,0 0 3 0,11 5-4 0,-11-5 11 16,6 3-5-16,-6-3 11 0,0 0-11 0,0 0-4 15,8 0-7-15,-8 0-6 0,0 0-15 0,0 0-4 0,6 4-9 16,-6-4-5-16,0 0-6 0,0 0-41 0,0 0-120 16,0 0 53-16</inkml:trace>
  <inkml:trace contextRef="#ctx0" brushRef="#br0" timeOffset="115471.68">9053 13875 22 0,'0'0'73'15,"0"0"-4"-15,-1-7-16 0,1 7 7 0,0 0-11 16,0 0-8-16,0 0 2 0,0 0-5 0,0 0 5 16,0 0-13-16,0 0-11 0,0 0 1 0,0 0 2 15,0 0-7-15,0-11 2 0,0 11-5 0,0 0-5 16,0 0 2-16,0 0 7 0,0 0-15 0,0 0 7 15,0 0 1-15,0 0 1 0,0 0-7 0,0 0 4 16,0 0 4-16,0 0-9 0,0 0 3 0,0 0-3 16,0 0-1-16,0 0-3 0,0 0-1 0,0 0-5 15,0 0 5-15,0 0 5 0,0 0-2 0,0 0-1 16,0 0-3-16,0 0 12 0,0 0-5 0,0 0-6 16,0 0-5-16,0 0 0 0,0 0-10 0,0 0 6 15,0 0-10-15,0 0 0 0,0 0-3 0,0 0-3 16,0 0-6-16,0 0-3 0,0 0 2 0,0 0-5 15,0 0-30-15,0 0-76 0,2 25 35 0</inkml:trace>
  <inkml:trace contextRef="#ctx0" brushRef="#br0" timeOffset="116812.53">12722 14768 22 0,'0'0'90'0,"2"-11"-4"16,0 6-10-16,-2 5-4 0,0-9-8 0,0 9-1 16,3-6-12-16,-3 6-7 0,0 0-6 0,0 0 0 15,2-10-4-15,-2 10-5 0,0 0-7 0,0 0-12 16,2-7-9-16,-2 7-18 0,0 0-10 0,0 0-10 16,0 0-7-16,0 0 0 0,0 0-12 0,0 0-31 15,0 0-92-15,0 0 41 0</inkml:trace>
  <inkml:trace contextRef="#ctx0" brushRef="#br0" timeOffset="117731.56">21922 13090 82 0,'9'-8'146'0,"-2"1"6"0,-4 1-8 16,1 2-10-16,-4 4-6 0,6-10-10 0,-3 8-9 16,-3 2-16-16,0 0-10 0,5-7-7 0,-5 7-9 15,0 0-8-15,0 0-4 0,0 0-6 0,8-2-9 16,-8 2 4-16,0 0 13 0,0 0 0 0,14 7-1 15,-10-3-6-15,0 1 8 0,1 0-5 0,-1 1-4 16,1-1-8-16,1 1 0 0,-4-2-7 0,4 1-3 16,-2-1-2-16,-4-4-3 0,5 6-3 0,-5-6-2 15,4 4-2-15,-4-4 2 0,7 3 9 0,-7-3 14 16,10-1 2-16,-1-3-9 0,9-3-2 0,8-7-3 16,-1-2-8-16,4-4 0 0,12-7-3 0,0-2 6 15,-10 8-8-15,9-9-7 0,4-1-1 0,-4 2-10 16,2-1-16-16,-3 1-38 0,0-4-43 0,-11 9-19 15,11-8-32-15,-1 4-26 0,-10 4-20 0,-1 0-110 16,1 0-328-16,-2 2 145 0</inkml:trace>
  <inkml:trace contextRef="#ctx0" brushRef="#br0" timeOffset="118240.94">19550 11507 64 0,'-5'-3'90'0,"5"3"3"0,0 0-5 0,0 0-7 15,0 0-5-15,0 0-18 0,0 0-3 0,0 0-4 16,0 0 1-16,0 0-12 0,0 0 13 0,0 0 2 16,0 0 4-16,0 0-1 0,0 0-2 0,22 0 11 15,-11-4-9-15,6-2 4 0,10-1-10 0,5-7-10 16,4 0-4-16,16-9-2 0,3 1 0 0,2-5-1 15,3 2-14-15,22-11-7 0,-24 11-28 0,2 1-42 16,24-10-50-16,-23 11-113 0,-2-4-238 0,24-12 105 16</inkml:trace>
  <inkml:trace contextRef="#ctx0" brushRef="#br0" timeOffset="121854.69">17188 15459 22 0,'8'0'-4'0,"-8"0"-4"16,0 0 2-16</inkml:trace>
  <inkml:trace contextRef="#ctx0" brushRef="#br0" timeOffset="123139.71">21876 15225 64 0,'0'0'137'15,"9"-8"-3"-15,-9 8 10 0,5-4-24 0,-5 4-12 16,4-5-10-16,-4 5-9 0,0 0-12 0,0 0-6 16,3-6-2-16,-3 6-7 0,0 0-5 0,0 0-18 15,0 0 2-15,9 0 0 0,-9 0-5 16,0 0-8-16,0 0-2 0,15 2-3 0,-15-2-1 0,7 3-4 16,-7-3 1-16,8 2-1 0,0 0 0 0,-8-2 1 15,11 0-9-15,-11 0-5 0,14-3 3 16,-1 2 5-16,-1-1-6 0,0 1-8 0,-3-1 11 0,4 0-2 15,5-3-2-15,-1-2 1 0,8-4 1 16,3 1 1-16,3-4-1 0,4-2-3 0,13-6-3 0,2-5-24 16,4-1-26-16,2 2-38 0,1-3-40 0,1 1-108 15,-3-6-253-15,16-16 113 0</inkml:trace>
  <inkml:trace contextRef="#ctx0" brushRef="#br0" timeOffset="127641.16">18305 16830 49 0,'0'0'153'0,"2"-14"-10"0,-2 14-19 0,0 0 6 15,3-17-3-15,-3 17-9 0,0 0-11 16,0 0-11-16,2-13-6 0,-2 13-12 0,0 0-11 16,0 0-10-16,0 0-3 0,0 0-9 0,0 0-8 15,0 0 5-15,2-13-10 0,-2 13-1 0,0 0-4 16,0 0-1-16,0 0-9 0,0 0-1 0,0 0-1 16,0 0 4-16,0 0-8 0,0 0 3 0,0 0-4 15,0 0 4-15,0 0-8 0,0 0 3 0,27 18 0 16,-27-18-3-16,0 0-2 0,0 0 3 0,0 0-4 15,13 5 6-15,-13-5-1 0,0 0 0 0,18-5-1 16,-18 5-10-16,22-11-3 0,-7 1-23 16,2-2-24-16,5-6-29 0,4 0-19 0,1-2-29 15,0-2-108-15,-3-4-256 0,16-8 114 0</inkml:trace>
  <inkml:trace contextRef="#ctx0" brushRef="#br0" timeOffset="140388.79">28267 10857 33 0,'0'0'37'16,"0"0"-7"-16,0 0 5 0,0 0-3 0,3-6-4 0,-3 6-3 16,0 0-8-16,0 0 7 0,0 0-9 0,0 0-1 15,0 0-3-15,0 0 3 0,2-10-3 0,-2 10-3 16,0 0 7-16,0 0-5 0,0 0 2 16,0 0-6-16,0 0 1 0,0 0 2 0,0-8-2 0,0 8 2 15,0 0 3-15,0 0-6 0,0 0 7 0,0 0-7 16,0 0-4-16,0 0 5 0,0 0 4 0,0 0-6 15,0 0 0-15,0 0 1 0,0 0-1 16,0 0-3-16,0 0 6 0,0 0-2 0,0 0-3 16,0 0 1-16,0 0 2 0,0 0-1 0,0 0-6 0,0 0 7 15,0 0-11-15,0 0 6 0,0 0 9 0,-1-9-6 16,1 9-3-16,0 0 2 0,0 0-7 0,0 0 3 16,0 0 6-16,0 0-4 0,0 0 5 0,0 0-6 15,0 0 0-15,0 0-5 0,0 0 7 0,0 0-6 16,0 0 8-16,0 0-6 0,0 0-3 0,0 0 0 15,0 0 7-15,0 0-5 0,0 0 6 0,0 0 0 16,0 0-3-16,0 0 2 0,0 0-3 0,0 0 1 16,0 0 5-16,0 0-5 0,0 0 1 0,0 0-2 15,0 0 1-15,0 0 1 0,0 0-6 0,0 0 9 16,0 0-7-16,0 0 11 0,0 0-7 0,0 0-4 16,0 0 0-16,0 0 5 0,0 0 0 0,0 0-3 15,0 0-5-15,0 0 12 0,0 0-3 0,0 0-1 16,0 0-2-16,0 0-9 0,0 0 10 0,0 0-1 15,-4-10 0-15,4 10-1 0,0 0-1 0,0 0 4 16,0 0-3-16,0 0-11 0,0 0-8 0,0 0 3 16,0 0-12-16,0 0-4 0,0 0-2 0,0 0-32 15,-19 9-70-15,19-9 31 0</inkml:trace>
  <inkml:trace contextRef="#ctx0" brushRef="#br0" timeOffset="145028.72">28613 10675 32 0,'0'0'48'0,"0"0"-4"0,0 0-9 16,0 0-3-16,0 0-1 0,0 0-3 0,0 0-4 15,0 0-2-15,0 0-1 0,0 0-3 0,0 0-2 16,0 0-2-16,0 0-1 0,0 0-5 0,0 0 1 16,0 0 1-16,0 0 2 0,0 0-9 0,0 0 4 15,0 0-5-15,0 0 8 0,0 0-7 0,0 0-1 16,0 0 2-16,0 0 4 0,0 0-6 0,0 0 4 15,0 0-5-15,0 0-8 0,0 0 11 0,0 0-2 16,0 0-8-16,0 0 6 0,0 0 1 0,0 0-3 16,0 0-5-16,0 0 1 0,0 0-5 0,0 0-4 15,0 0-6-15,0 0-8 0,0 0 2 0,0 0-31 0,0 0-61 16,0 0 28-16</inkml:trace>
  <inkml:trace contextRef="#ctx0" brushRef="#br0" timeOffset="149202.17">28772 8651 6 0,'5'-4'63'0,"-5"4"-8"0,0 0-8 16,0 0 2-16,0 0-7 0,0 0-12 0,0 0-7 15,0 0-16-15,0 0-11 0,0 0-19 0,13 11-27 16,-13-11-53-16,2 9 24 0</inkml:trace>
  <inkml:trace contextRef="#ctx0" brushRef="#br0" timeOffset="150245">27987 11713 42 0,'8'-4'74'0,"-8"4"-9"0,8-4-6 0,-8 4-9 16,5-4-12-16,-5 4 4 0,0 0-8 15,7-2-12-15,-7 2-14 0,0 0-19 0,0 0-14 16,12 5-42-16,-12-5-72 0,4 5 33 0</inkml:trace>
  <inkml:trace contextRef="#ctx0" brushRef="#br0" timeOffset="150636.1">27543 11730 106 0,'0'0'140'0,"-6"-3"-9"0,6 3-10 16,0 0-15-16,0 0-11 0,0 0 0 0,0 0-15 0,0 0-8 15,21-11-5-15,-7 9-9 0,3-1-10 0,7 1-2 16,6-3-4-16,6 4-2 0,2-3-2 0,16 4-11 15,2 0 6-15,1-2-10 0,5 0 2 16,5 1-12-16,21-1-11 0,-23 2-20 0,30 2-18 0,-3-5-20 16,-28 3-29-16,2-1-24 0,1-2-75 0,23-4-200 15,-30 2 89-15</inkml:trace>
  <inkml:trace contextRef="#ctx0" brushRef="#br0" timeOffset="154619.07">26165 12708 38 0,'0'0'44'0,"0"0"-8"0,0 0-7 16,0 0 8-16,0 0-10 0,0 0-7 0,0 0 3 16,0 0-7-16,0 0-2 0,0 0 0 0,0 0-18 15,0 0 5-15,0 0-3 0,0 0-4 0,0 0-6 16,0 0-5-16,0 0 1 0,0 0 2 0,9 7-4 15,-9-7-2-15,0 0 2 0,0 0 3 0,0 0-12 16,0 0 25-16,0 0-9 0,0 9-9 0,0-9-21 16,0 0 10-16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7T05:08:54.4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7748 3932 2 0,'-1'-15'147'16,"-3"4"-16"-16,3 0-4 0,-1-1 15 0,0 1-2 15,1 1-12-15,-3-2-5 0,2 2-8 0,0 0 9 16,-1 4-8-16,3 6-10 0,-4-10-12 0,3 3-9 16,1 7-15-16,0 0-9 0,-4-7-10 0,4 7 0 15,0 0-5-15,0 0-8 0,-14 21-2 0,4 4-4 16,-4-1 2-16,-3 2-6 0,0 5 2 0,-10 8-8 15,13-9 2-15,-5 1-3 0,2 1 0 0,-1-2-6 16,3 0 1-16,-1-1-2 0,3-2-2 0,0-2-2 16,1-2 1-16,3-5-2 0,0-2 0 0,1 0-15 0,2-1-7 15,-1 1-13-15,-1-2-21 0,3-1-10 16,-1-4-25-16,1 2-24 0,-1 1-26 0,0-2-16 16,-1-1-123-16,-1 1-293 0,1-4 129 0</inkml:trace>
  <inkml:trace contextRef="#ctx0" brushRef="#br0" timeOffset="155.18">7315 4011 19 0,'14'3'17'0,"-4"1"-23"16,-1 1-7-16,0 4 3 0</inkml:trace>
  <inkml:trace contextRef="#ctx0" brushRef="#br0" timeOffset="323.25">7706 4345 7 0,'8'2'187'0,"-8"-2"-21"0,8 2-14 0,-8-2-14 0,8 3-17 15,-3-2-31-15,0 3-25 0,-5-4-30 0,12 6-35 16,-6-3-32-16,2 4-36 0,0-3-76 0,-1 4-155 16,2-1 68-16</inkml:trace>
  <inkml:trace contextRef="#ctx0" brushRef="#br0" timeOffset="1431.57">8482 4440 136 0,'0'0'195'0,"7"-7"-14"0,-3 1-6 0,0-3-12 0,1 1-11 15,-1 0-6-15,0 1 8 0,0-3-12 0,2-1-23 16,-2-4-7-16,0 3-13 0,-2-1-4 0,3-3-11 16,0 0-5-16,-2-1-10 0,2 0-4 15,-5-1-11-15,1-7-1 0,1 7-9 0,-4 0-2 16,2 0-6-16,-2 0-2 0,-2 1 2 0,1-2-12 15,1 4 1-15,-1 5-5 0,1-3-4 0,-1 4-1 0,-1-1-4 16,0 6 1-16,1-2-5 0,-4 1 0 0,7 5-2 16,-7-7-2-16,7 7 5 0,-9-3-8 0,9 3 1 15,-9 0 0-15,9 0-3 0,-9 5-5 16,9-5-3-16,-3 6 2 0,3-6 5 0,0 0-5 16,7 13-7-16,-2-8 6 0,1-3 2 0,4 5 2 15,1-4-3-15,4 0 2 0,-4 1 2 0,3 0-1 0,3-2 0 16,-2 1-1-16,-2 0 6 0,1-3-9 0,-1 3 0 15,-4 1 1-15,4-1 0 0,-4 1 7 16,-2 1 20-16,3 1 0 0,-2 3-5 0,-1-1-1 16,-2 2-5-16,-1-1 4 0,1 4-1 0,-2-3-2 15,1 6 4-15,0-1-4 0,0-4-1 0,1 5 1 16,-1-6-1-16,2 0 1 0,-1 1-4 0,2-1 3 0,-1-1-2 16,3 0 2-16,1-3-1 0,1-1-1 15,-1 1-1-15,5-2 3 0,-2-4-5 0,5 3 6 16,1-5-6-16,-2 1 2 0,2-3 0 0,-2-2 1 15,2 1-3-15,-1-2 1 0,-2-3 1 0,2 3-1 16,-4-5-2-16,3 1 0 0,-5-1 1 0,1-1 1 16,0 0-4-16,-3-2 1 0,-1 2-1 0,-1 2 3 15,-4-1-3-15,0 1-3 0,-3 1 3 0,1-1 1 16,0 5-1-16,0-1-1 0,-2 7 2 0,-1-11-3 16,1 11-2-16,-1-9-2 0,1 9 6 0,0 0-5 15,-11-1-1-15,11 1 0 0,-14 10 0 0,5-3 1 16,2 4-2-16,-3 3 4 0,1-1-1 0,1 1-1 15,3-5-1-15,1 2 2 0,3-2 2 0,1 1-1 16,1-1 0-16,4 1 3 0,0-1-2 0,0-2 2 16,4 0 0-16,4-2 0 0,2 1 0 0,5-2 0 15,-4-1 0-15,6-3-3 0,6-2 5 0,1-1-4 16,1-3-1-16,-11 2 0 0,9-3-2 0,-1-3 3 16,0 1 0-16,-2-1 0 0,-6 2-1 0,1-1-1 15,3-3 0-15,-6-1 4 0,-1 3-2 0,-1-3 3 16,-1 1 0-16,-2 0-3 0,-3 1-2 0,0 3 3 15,-4-1-6-15,0 2 6 0,0 2 2 0,-1 2-2 16,-4 3 4-16,4-9 0 0,-4 9 0 0,0 0 2 16,0 0-4-16,0 0-1 0,0 0-1 0,0 0-1 15,-26 5 4-15,11 3-4 0,-2 3 5 0,-6 3-5 16,4 3 1-16,0-6-2 0,5 0 3 0,2-2 0 16,3-1 0-16,0 1-3 0,1-1 1 0,1-3 1 15,1 1-1-15,2 1-1 0,1-3 1 0,3-4-4 16,-1 8 3-16,1-8 0 0,0 0 2 0,5 13-1 15,-1-9-4-15,-4-4 1 0,9 8 0 0,-5-6-2 16,3 1 3-16,1 3-3 0,1-3 3 0,-3 1 0 16,5 2-4-16,-1 1-2 0,-1 2 5 0,3 2-3 15,-1 3 0-15,2 0 2 0,-3 2 3 0,0-1 1 16,-2 3 1-16,-2 0-2 0,-1 1 1 16,0 5-2-16,-2 1 1 0,-1 2-1 0,0 1 3 15,-2 0 1-15,0-3 0 0,-2-1 3 0,-4 2-3 0,-4-2-7 16,-2-1-17-16,-3-1-23 0,-3 1-24 0,-2-1-34 15,2-4-24-15,-7-1-51 0,8-5-144 0,-5 2-349 16,4-8 156-16</inkml:trace>
  <inkml:trace contextRef="#ctx0" brushRef="#br0" timeOffset="1849.66">9698 4219 180 0,'0'0'185'0,"3"-5"-18"0,-3 5-19 15,0 0-15-15,0 0-11 0,0 0-3 0,0 0-11 16,0 0-10-16,-5 30-10 0,1-19-5 0,1 0-7 16,1 1-5-16,2 1-8 0,-3-2-3 0,3 1-4 15,3-2-12-15,-2 0 4 0,0-1-8 0,3 1-4 16,-1-4-2-16,2 3-2 0,0-4 0 0,0-1-4 15,0 0-2-15,1 0 3 0,-6-4-4 0,13 2 0 16,-13-2-5-16,14-5 2 0,-5 0 1 0,-1-1 1 16,1-1 0-16,1-1 1 0,-3-2-2 0,0-1-1 15,2-1-2-15,-1-4-3 0,-2 1-2 0,-1 1 3 16,1 2-3-16,-1 2-4 0,-2 1 2 0,0 4 1 16,-2-1 2-16,-1 6-5 0,4-9-4 0,-4 9 0 15,0 0-7-15,0 0 2 0,0 0-1 0,0 0 3 16,0 0-5-16,10 19 4 0,-7-2-1 0,-3-5 2 15,0 4-2-15,1-1 0 0,1 0 5 0,-1 3-2 16,0-2-3-16,4-2-5 0,-4-1-16 0,3 1-13 16,-1-1-21-16,2-4-27 0,0 1-54 0,1-2-27 15,2-1-24-15,-3 0-127 0,-5-7-337 0,0 0 149 16</inkml:trace>
  <inkml:trace contextRef="#ctx0" brushRef="#br0" timeOffset="2061.31">10052 4053 191 0,'2'-18'203'0,"0"1"-17"0,-1 5-3 16,-2 2 8-16,1 10-3 0,0-16-17 0,0 16-20 15,0 0-15-15,0-12-22 0,0 12-7 16,0 0-15-16,0 0-8 0,0 0-6 0,1 36-9 0,2-12-6 16,-3 4-2-16,1 1-6 0,0 1-7 0,1 1-4 15,-1-2-3-15,3 2 1 0,1-3-12 0,-2-2-34 16,0-1-23-16,1-8-26 0,0 2-29 15,2 0-19-15,1-2-36 0,1-3-23 0,2 0-25 0,1-3-112 16,0-2-321-16,0-2 142 0</inkml:trace>
  <inkml:trace contextRef="#ctx0" brushRef="#br0" timeOffset="2408.17">10494 4183 161 0,'0'-12'195'0,"-1"1"-5"16,-3 1-16-16,-2 5-7 0,-2-2-7 0,-3 5-14 15,-3 0-7-15,-4 6-10 0,-8 5-9 0,2 1-14 16,4 0-7-16,-2 5-5 0,5-2-9 0,2-2-12 16,5-2-4-16,-2 3-4 0,3-1-9 0,4-2-3 15,0 1-9-15,3-1 0 0,2 2-4 0,1-5-5 16,3 0-6-16,1 1-1 0,1-2 0 0,4-4-1 16,4 2-1-16,-2-4-7 0,2-1-3 0,4-1-6 15,0-1-2-15,-3-3 0 0,2-1-1 0,-6 2 1 16,-2-2 0-16,1 1-5 0,-1-3 0 0,-2 0 2 15,0-1-1-15,0 0 0 0,-4 1 2 0,0 1-4 16,-2 0 3-16,3 4 8 0,-4 5 0 0,3-11-9 16,-3 11-1-16,2-7-2 0,-2 7-2 0,0 0-2 15,0 0 2-15,0 0 1 0,0 0-1 0,0 0 3 16,3 26-4-16,-4-17 3 0,1 3 0 0,0-1-2 16,0-1 4-16,3 3-5 0,1-1-18 0,4 2-26 15,-4-2-21-15,2-2-41 0,6 1-45 0,-1-3-39 16,1-2-165-16,0-5-387 0,2 1 171 0</inkml:trace>
  <inkml:trace contextRef="#ctx0" brushRef="#br0" timeOffset="2659.65">10829 3927 140 0,'0'-18'213'15,"-1"7"11"-15,0 0 2 0,-2 1 7 0,3 10-6 16,-2-17-18-16,2 17-10 0,-3-8-28 0,3 8-17 15,0 0-21-15,0 0-13 0,0 0-18 0,0 0-1 16,-2 27-9-16,0-10-9 0,2 14-2 16,-1-3-9-16,2 2-1 0,-3 1-11 0,0 0-7 0,0-3-1 15,2-1-4-15,0 2-8 0,1-5 4 16,-1 0-8-16,-1-5-4 0,1 0-3 0,-1 0-16 16,1-4-22-16,-2 0-24 0,2-1-22 0,-1-3-24 15,1 0-27-15,0-11-30 0,-1 18-35 0,1-18-21 16,0 12-26-16,-3-9-159 0,3-3-408 0,0 0 181 15</inkml:trace>
  <inkml:trace contextRef="#ctx0" brushRef="#br0" timeOffset="2918.09">10646 4123 149 0,'-5'-6'145'0,"5"6"-17"0,0 0-10 15,-5-5-3-15,5 5 1 0,0 0-4 0,0 0-10 16,26 2 3-16,-7-2-7 0,8 0-14 0,2 0-2 15,2 0-7-15,2 0-1 0,-2-3-14 0,-2 3-6 16,1-1 7-16,-1 0-16 0,-8 1-4 0,0 0-1 16,1 0-6-16,-4 1-2 0,-3-1 2 0,-3 0-10 15,-1 1-5-15,1 2 2 0,-6-2-4 0,1 3-2 16,-1 1 8-16,3 2-2 0,-4-2-2 0,-1 2-4 16,-2 3 6-16,1 1-2 0,-2-1-2 0,0 3 2 15,-1 0-5-15,0-2 0 0,0 2-18 0,0-1-42 16,0-1-45-16,0 1-36 0,3-2-38 0,-3 1-127 15,0-11-316-15,0 13 140 0</inkml:trace>
  <inkml:trace contextRef="#ctx0" brushRef="#br0" timeOffset="3080.94">11034 3973 5 0,'-5'-10'121'0,"5"10"-50"0,0 0-12 0,0 0-32 0,0 0-26 16,0 0-49-16,0 0-51 0,0 0 23 0</inkml:trace>
  <inkml:trace contextRef="#ctx0" brushRef="#br0" timeOffset="3584.13">11231 4078 106 0,'-7'14'180'16,"7"-14"-9"-16,-7 10-1 0,1-1-7 0,1 0-6 0,-4 2-15 16,2 0-12-16,0 3-12 0,3-1-10 0,-1-4-10 15,3 2-8-15,-2 1-12 0,2-2-7 16,2-1-6-16,0 1-6 0,0-3-4 0,0-7-1 16,4 13-9-16,0-8-1 0,1 0-6 0,2-2 2 15,-1 0-7-15,3-3 1 0,-9 0-5 0,13-3-2 16,-5 1-5-16,2-2 0 0,-2-3-2 0,1 1-1 15,-3-1 0-15,1-2-3 0,2 2-4 0,-3-3 1 16,1 1-5-16,-2-2 3 0,2 1 5 0,-2-1-9 16,0 0-1-16,1 2-1 0,1 0-1 0,-3 4-3 15,-2 0-1-15,3-1-2 0,-5 6 1 0,8-6-2 16,-8 6-2-16,15 0-1 0,-15 0 0 0,16 8-1 16,-10-2 6-16,5 1-5 0,-4 3 5 0,-1-1-3 15,-1-1 2-15,2 2 2 0,-1-3-2 0,-2 1 1 16,1-2 2-16,0 2-2 0,-2-4 2 0,0 1 3 15,-3-5 1-15,3 6 1 0,-3-6 17 0,5 6-2 16,-5-6-1-16,0 0 2 0,0 0-3 0,0 0-1 16,0 0-4-16,0 0 1 0,8-19 0 0,-5 13-2 15,-1-1 0-15,1-3-2 0,2-1 0 0,0 2-1 16,2-3-3-16,0 4-2 0,1-3-1 0,4 5-2 16,-3-3 0-16,0 4 0 0,0-2-1 0,2 5-1 15,2-1-6-15,-6 5 6 0,-7-2-3 0,14 3 2 16,-8 1-1-16,0 2 2 0,2 4-1 0,-1-3 1 15,-2 4-2-15,0-3 4 0,0 3-3 0,-2-1 1 16,-1 0-22-16,2-1-29 0,-1 1-35 0,1 1-54 16,1-1-52-16,1-2-178 0,-6-8-400 0,6 12 176 15</inkml:trace>
  <inkml:trace contextRef="#ctx0" brushRef="#br0" timeOffset="3744.33">11972 4131 129 0,'0'0'183'16,"5"-4"-18"-16,-5 4-20 0,8-4-24 0,-8 4-39 15,9-6-26-15,-9 6-42 0,18 0-35 16,-11-2-29-16,3 4-23 0,-2-2-53 0,1 3-135 16,-9-3 60-16</inkml:trace>
  <inkml:trace contextRef="#ctx0" brushRef="#br0" timeOffset="3853.18">12040 4179 93 0,'0'0'170'0,"-7"4"14"0,7-4-9 16,-6 4-9-16,6-4-16 0,0 0-13 0,0 0-14 16,-8 2-22-16,8-2 0 0,0 0-23 0,0 0-22 15,0 0-42-15,31 6-79 0,-8-6-183 0,-3-3-268 16,12-1 119-16</inkml:trace>
  <inkml:trace contextRef="#ctx0" brushRef="#br0" timeOffset="4391.29">14467 3598 198 0,'-9'-7'228'0,"2"0"-15"0,-1 4-20 0,6-3-17 15,2 6-26-15,-9-5-19 0,9 5-13 16,0 0-9-16,0 0-15 0,0 0-8 0,9 28-3 0,-1-12-10 15,4 7-5-15,1 1-6 0,-2 3-4 0,3 2-7 16,1 5 3-16,-3-3-9 0,-1-1-2 0,0-2-4 16,1-1-3-16,-2-1-2 0,-1-2-8 15,1-5 2-15,-1-4-3 0,-1 0 0 0,-3-3 1 16,0-3 2-16,0 1 0 0,-1-5 6 0,-2 0 5 16,2-1 12-16,-4-4 19 0,4 6 4 0,-4-6 3 0,0 0-11 15,14-3-7-15,-9-6-8 0,1 0-2 0,3-7-7 16,3-1-6-16,1-7-3 0,3 0-3 15,-2-4-3-15,4-3-1 0,-5 2-4 0,5-2-3 16,-3 1-3-16,6 1 30 0,-6-1-3 0,2 2-4 16,1 0-7-16,-5 4-2 0,2 3-10 0,-3 6-12 15,-3 1-18-15,-1 4-25 0,0 0-23 0,-2 2-23 16,-1 0-35-16,-1 5-15 0,-4 3-4 0,10-2-16 16,-10 2-18-16,13 9-18 0,-5-1-4 0,-3 4-25 15,-1 4-133-15,1 3-376 0,-8-2 167 0</inkml:trace>
  <inkml:trace contextRef="#ctx0" brushRef="#br0" timeOffset="4617.99">15011 3847 98 0,'0'0'163'16,"0"0"-10"-16,2 9-12 0,-2-9-1 0,0 0-24 16,0 0-9-16,0 0-1 0,3 13 5 0,-3-8 7 15,0 3-3-15,2 2 3 0,-4 3-2 0,2-1-13 16,2 3-3-16,-4-3-9 0,4 0-7 0,-2 0-4 15,0 3-9-15,-2 1-6 0,4 0-7 0,0-1-3 16,-2-4-5-16,0 1-7 0,1-1-2 0,0 0-4 16,-1 1-3-16,0-4-9 0,1 3-18 0,1-3-22 15,-2-2-26-15,1 2-31 0,-1-8-35 0,0 0-19 16,1 15-30-16,-1-15-27 0,-2 9-125 0,2-9-334 16,0 0 149-16</inkml:trace>
  <inkml:trace contextRef="#ctx0" brushRef="#br0" timeOffset="4792.54">15023 3938 104 0,'0'0'181'0,"6"-11"-6"0,-6 11-16 16,0 0-7-16,10-4-17 0,1 2-8 0,-11 2-14 0,19-2-11 16,-2 0-9-16,-4 2-3 0,7 2-17 0,2-1-6 15,-4 2-44-15,5-2-29 0,-3 0-39 16,6 2-38-16,-7-1-40 0,1 1-101 0,-7 0-240 0,0-2 106 15</inkml:trace>
  <inkml:trace contextRef="#ctx0" brushRef="#br0" timeOffset="4979.1">15406 3820 156 0,'0'-15'198'0,"0"8"-7"16,0 7-9-16,-2-9-6 0,2 9-12 15,0 0-20-15,-1-10-12 0,1 10-17 0,0 0-16 16,0 0-7-16,0 0-2 0,0 0-2 0,-3 38-9 15,1-21 0-15,-1 8-4 0,-2 0-7 0,4-4-7 16,-2 4-4-16,-2 1-7 0,3 0-2 0,1-2-8 16,-2-6-15-16,3 1-21 0,0 0-30 0,1-3-45 15,-1 1-48-15,3-6-31 0,-3 0-42 0,0 1-118 16,0-12-334-16,2 11 148 0</inkml:trace>
  <inkml:trace contextRef="#ctx0" brushRef="#br0" timeOffset="5224.3">15577 3902 66 0,'0'0'215'0,"5"-6"-21"15,-5 6-19-15,0 0-18 0,0 0-6 0,0 0 8 16,0 0 2-16,6 14-9 0,-4-1-4 0,-2 2-9 16,2 3-7-16,0 0-6 0,0 1-8 0,-1-2-12 15,-1 3-10-15,3-5-9 0,-2 2-4 0,2-1-8 16,-1 1-3-16,1-6-4 0,-1 0-5 0,3 0-7 15,-1-2-6-15,1 0-5 0,2-2-3 0,-1 2 0 16,3-4-5-16,-1 1-2 0,4-1-5 0,-1-1-28 16,8-2-40-16,0-1-40 0,2-2-53 0,8-1-53 15,0-5-57-15,-2 2-161 0,2-9-435 0,2 4 192 16</inkml:trace>
  <inkml:trace contextRef="#ctx0" brushRef="#br0" timeOffset="5397.56">16321 3957 2029 0,'0'0'128'0,"0"0"-71"0,2-7-32 0,-2 7-9 16,0 0 11-16,0 0 15 0,0 0 14 0,1-8 8 15,-1 8-3-15,0 0-4 0,0 0-4 0,0 0-7 0,0 0-7 16,9-3-3-16,-9 3-2 0,21 0-9 16,-1-2-27-16,8-2-29 0,-1 4-40 0,3-3-45 0,0 1-56 15,1-1-38-15,0 1-156 0,-3-2-396 16,4-1 176-16</inkml:trace>
  <inkml:trace contextRef="#ctx0" brushRef="#br0" timeOffset="5755.28">16991 3685 1340 0,'6'-12'157'16,"-4"2"-41"-16,1-3-36 0,-2 2-13 0,0 2 13 16,-1 2 3-16,2-1-5 0,-2 8 3 0,-3-13 7 15,3 13 13-15,-2-10-4 0,2 10-5 0,0 0-15 16,-2-8-14-16,2 8-12 0,0 0 3 0,0 0-7 15,0 0-7-15,13 27-3 0,-8-8-9 0,1 0 4 16,2 7-2-16,1 1-3 0,0-4-4 0,-1 4 3 16,-2-1-3-16,1-2-3 0,-1-6-1 0,0-1-3 15,-1-1-2-15,2 0 1 0,-3-6-2 0,1 4-5 16,-3-2 3-16,5-4-6 0,-4-1 6 0,0 0-2 16,1-2-2-16,-4-5 5 0,4 7 3 0,-4-7 1 15,0 0 3-15,8 4-3 0,-8-4-1 0,0 0-1 16,15-16-1-16,-8 8-2 0,5-6-5 0,2-2 3 15,-2 1-2-15,7-9-1 0,-3 1-5 0,1-2 4 16,-2 1 0-16,2 2-2 0,1-1-6 0,-3-1 6 16,0 3-3-16,-3 5 0 0,-2 1 1 0,0 1-3 15,-5 4 0-15,1 1-18 0,-3 4-23 0,0 0-31 16,1 1-40-16,-4 4-50 0,5-7-29 0,-5 7-27 16,9 0-8-16,-9 0-152 0,0 0-412 0,9 8 182 15</inkml:trace>
  <inkml:trace contextRef="#ctx0" brushRef="#br0" timeOffset="5947.24">17532 3792 7 0,'0'0'243'0,"3"9"-6"16,-3-9-1-16,0 0-8 0,0 0-9 0,7 6-19 15,-7-6-20-15,16-2-15 0,-5 3-17 0,8-1-14 16,3 0-11-16,-3-2-15 0,11-1-19 0,-11 0-36 15,2 0-33-15,-1 0-36 0,-2 0-32 0,-5 1-35 16,0 0-27-16,-2 0-33 0,-1-2-29 0,-10 4-131 0,10-5-329 16,-10 5 145-16</inkml:trace>
  <inkml:trace contextRef="#ctx0" brushRef="#br0" timeOffset="6142.21">17563 3776 130 0,'-7'9'175'15,"2"-1"1"-15,0 3 2 0,1 0-3 0,-3 5-5 16,3 3-3-16,-3-3-7 0,5 5-5 0,-5 2-5 0,4-3-10 16,-2 3-9-16,2-3-11 0,1 0-16 15,-2 4-8-15,2-4-7 0,1-4-9 0,0 1-5 16,2-2-10-16,0 1-3 0,-1-3-15 0,2 0-38 16,-1-2-36-16,0 1-44 0,1-3-58 0,-1-2-66 15,0 2-177-15,-1-9-403 0,0 0 178 0</inkml:trace>
  <inkml:trace contextRef="#ctx0" brushRef="#br0" timeOffset="6288.25">17541 4093 1671 0,'4'-6'26'16,"1"1"36"-16,-1 1-22 0,-4 4-14 0,8-9-16 16,-3 6 10-16,1-3-4 0,0 3-1 0,2-3-4 15,4 1-5-15,0 0 0 0,4 1-21 0,3-3-45 16,8 0-54-16,-1 0-173 0,-6 0-311 15,8-1 138-15</inkml:trace>
  <inkml:trace contextRef="#ctx0" brushRef="#br0" timeOffset="6545.45">18028 3789 1859 0,'6'-11'91'0,"-2"2"-28"0,-1 2-18 16,-1 2-17-16,2 0-11 0,-4 5-7 15,4-9 1-15,-4 9-1 0,0 0 14 0,0 0 36 16,0 0 22-16,0 23 1 0,-3-6-3 0,0 2-3 15,-1 7-2-15,-4 2-5 0,2-1-8 0,-1 0-5 0,1 0 1 16,-1-1-3-16,5-7-8 0,-4-2-4 0,3 1 1 16,-1-1-5-16,3 0-4 0,1-4-4 0,-1-2 0 15,2-1-7-15,0-2 4 0,1-1-1 16,-2-7-2-16,3 11-5 0,4-7 3 0,3 1-4 16,2-1 4-16,7-3-8 0,2 1 1 0,10-4-2 15,3 0-17-15,4-2-22 0,-4-1-29 0,3 1-27 16,0-2-35-16,0 0-35 0,-2 1-50 0,-1 1-48 15,-4 0-175-15,-9 0-459 0,-3 1 203 0</inkml:trace>
  <inkml:trace contextRef="#ctx0" brushRef="#br0" timeOffset="6986.04">15004 4891 80 0,'-32'-2'191'0,"9"2"8"0,8 2-1 0,3-2-13 15,4 0-16-15,8 0-17 0,0 0-14 0,0 0-9 16,36-9-5-16,20 1-6 0,52-6-15 0,16-7-2 16,14 2-12-16,13-3-4 0,8 5-4 0,8-7 1 15,3 3-2-15,4 2-5 0,-7 3-5 0,0 0-10 16,-5 4 1-16,-9-5-2 0,-5 7-5 0,-8-4-3 15,-14 3-6-15,-11 8-5 0,-8-2-2 0,-11 2-7 16,-29 1 2-16,-3 2-6 0,-2 0-5 0,-7 1-9 16,-5 0-8-16,-9 0-23 0,-8 2-27 0,-4 1-31 15,-8-2-25-15,-4 2-31 0,-7 3-31 0,-6-1-32 16,-4-1-182-16,-8 5-407 0,-9 1 180 0</inkml:trace>
  <inkml:trace contextRef="#ctx0" brushRef="#br0" timeOffset="7419.08">15863 5276 270 0,'-3'-10'284'0,"1"1"-6"0,-2 1-25 16,3 1-15-16,1 7-18 0,-7-9-26 0,5 4-11 16,2 5-25-16,0 0-15 0,0 0-17 0,0 0-12 15,0 0-11-15,0 0-9 0,6 23-9 16,-1-6-19-16,3 6 2 0,1 3-8 0,4 0-6 0,-6 3-2 16,5-3-5-16,-1-3-3 0,0 3-6 0,-5-7-6 15,4-3-3-15,-1 1-1 0,-5-3 4 0,6-2-8 16,-1 0 1-16,-5-3-3 0,1-1-1 0,0-2-2 15,-1 0 3-15,0-2 7 0,-4-4 13 16,10 3 2-16,-10-3 5 0,14-5-11 0,-5-3 2 16,5-3-9-16,5-9 1 0,-2-1-4 0,3-4-2 0,1 2-4 15,2-6-4-15,-1 0 0 0,7-10-2 0,0 0-2 16,3 1-2-16,-1 2-5 0,4 2 0 16,-9 7-1-16,-5 4-3 0,3 1-12 0,-3 2-21 15,-7 7-15-15,-4 4-28 0,-1 2-37 0,-4 1-43 16,1 3-48-16,1 1-29 0,-7 2-20 0,9 0-19 0,-9 0-154 15,2 11-459-15,-2-11 203 0</inkml:trace>
  <inkml:trace contextRef="#ctx0" brushRef="#br0" timeOffset="7599.41">16486 5340 11 0,'0'0'254'16,"0"0"-24"-16,0 0-20 0,15-9-7 0,-9 5-11 15,3-2-14-15,5 3-19 0,4-1-15 0,3-3-14 16,5 2-13-16,2-1-13 0,-6 5-18 16,8-1-37-16,-11 1-50 0,0 2-45 0,-2 1-43 15,-3-1-36-15,-4 1-30 0,-4 2-121 0,-6-4-298 0,0 0 133 16</inkml:trace>
  <inkml:trace contextRef="#ctx0" brushRef="#br0" timeOffset="7796.16">16491 5365 31 0,'-11'2'158'0,"6"3"8"0,1 0 3 0,-1 4-9 16,1 0-1-16,-2 6-2 0,1 0-3 15,0 5-7-15,1 4-10 0,-1-6-11 0,1 6-8 16,0 2-9-16,-1-2-10 0,4 2-11 0,0-6-9 16,-2 4-4-16,3-5-9 0,-1-2-5 0,1-1-8 15,-2 0-10-15,2-5-29 0,2 1-30 0,-2 0-37 16,0-3-28-16,1-2-38 0,0-1-33 0,-1-6-26 0,0 0-117 15,-2 11-321-15,2-11 142 0</inkml:trace>
  <inkml:trace contextRef="#ctx0" brushRef="#br0" timeOffset="7941.61">16478 5595 163 0,'9'-4'166'0,"3"0"-20"0,4-1-4 0,3 1-14 15,9 1-17-15,-1-4-23 0,4 3-36 0,-2-1-46 16,2-1-51-16,2 2-115 0,-5-2-173 0,3 1 77 16</inkml:trace>
  <inkml:trace contextRef="#ctx0" brushRef="#br0" timeOffset="8204.4">17066 5360 1993 0,'6'-10'83'0,"0"0"5"0,-2 1-4 0,-1 3-17 16,1 2-2-16,-2-2-5 0,-2 6-6 0,4-6-6 15,-4 6-10-15,4-5-5 0,-4 5-5 0,0 0 14 16,0 0 13-16,0 0 14 0,3 19 8 0,-3-8-4 16,-2 3-4-16,1 5-4 0,-2 5 0 0,1 0-10 15,-1-3-3-15,2 3 1 0,0-4-8 0,-2-1-6 16,3 0 2-16,-3-3-5 0,3 1-2 0,0-5-4 16,2 0-4-16,-2-1-1 0,2-2 0 0,0-2-3 15,2 0 1-15,-1-2 0 0,5 2 0 0,5-1-1 16,4-2-3-16,3-1-3 0,13-3-2 0,-1-2-3 15,4-2-10-15,5-3-30 0,14-2-25 0,-4-1-33 16,0-5-42-16,0 1-46 0,3-2-46 0,-2 2-43 16,-3 3-208-16,-11 2-512 0,-2 0 227 0</inkml:trace>
  <inkml:trace contextRef="#ctx0" brushRef="#br0" timeOffset="9436.12">8129 7449 57 0,'-7'-14'204'0,"2"-2"13"15,2 3-5-15,-1 0-15 0,1 1-10 0,-1 1 2 16,2-1-10-16,-1 2-17 0,1 0 1 0,0 4-7 0,2 6-10 15,-2-12-21-15,2 12-13 0,-2-7-17 0,2 7-11 16,0 0-5-16,0 0-11 0,0 0-7 0,21 25-4 16,-11-9-6-16,3 7 0 0,-3 0-9 0,4 2-5 15,-1 4-2-15,-2-5-6 0,-1 2 2 16,0-1-7-16,1 1-3 0,-1-2 3 0,-1 0-5 0,2-9-3 16,-2 3 3-16,0-4-5 0,-3-4 0 0,0 0-2 15,-1 2 0-15,1-4 1 0,0 1-1 0,-2-3-5 16,-4-6 4-16,5 8-1 0,-5-8-1 0,7 6 2 15,-7-6 3-15,0 0 12 0,7 6 7 16,-7-6 2-16,0 0 2 0,0 0-7 0,14-19 1 0,-5 1-2 16,-1 0-5-16,3-10 0 0,0 0 0 0,0-3-10 15,-2 1-2-15,3-1 0 0,-5-3-4 0,-2 1 2 16,9 0-4-16,-9 0 1 0,4-2-5 0,-2 1 1 16,4 0-5-16,-2 5 1 0,1 4-7 15,-3-1-10-15,0 9-13 0,-2 2-8 0,-1 6-25 0,0 1-38 16,-3 2-50-16,-1 6-14 0,6-5 8 0,-6 5-9 15,0 0-24-15,12 21-11 0,-7-5-12 0,-1 10-143 16,-6 2-387-16,2 2 171 0</inkml:trace>
  <inkml:trace contextRef="#ctx0" brushRef="#br0" timeOffset="9697.7">8574 7738 14 0,'6'4'199'0,"-6"-4"-7"16,0 0-15-16,0 0-11 0,0 0-14 0,0 0-12 16,0 0-13-16,0 0-19 0,4 7-10 0,-4-7-13 15,2 8 0-15,0-2-4 0,-1 4 0 0,-1 1-8 16,0 2-2-16,1 2-6 0,1 0-3 16,-2 3-6-16,0 0-3 0,-2-1-4 0,2 2-5 15,-1-3-2-15,1 4-4 0,-1-4-3 0,1 1-3 0,0 1-4 16,-2-4-8-16,1 1-22 0,1 2-19 0,-1-5-32 15,-1-2-19-15,2-10-22 0,0 13-28 0,0-7-20 16,0-6-16-16,0 8-6 0,0-8-94 0,0 0-279 16,0 0 124-16</inkml:trace>
  <inkml:trace contextRef="#ctx0" brushRef="#br0" timeOffset="9865.44">8572 7837 27 0,'2'-9'163'0,"-2"9"-19"15,0 0-19-15,1-7-5 0,-1 7-5 16,6-3-7-16,-6 3-3 0,11-2-2 0,-11 2-6 0,17 2-13 16,-6-2-4-16,0 3-11 0,7-1-3 0,-3 0-12 15,5 5-26-15,-3-4-26 0,0 4-34 0,3-3-34 16,0 1-48-16,-2 0-99 0,-6 0-231 0,0-1 102 16</inkml:trace>
  <inkml:trace contextRef="#ctx0" brushRef="#br0" timeOffset="10079.73">8958 7722 92 0,'2'-15'236'0,"-1"11"-1"0,-1 4-12 16,1-8-13-16,-1 8-24 0,0 0-17 0,1-8-22 0,-1 8-13 16,0 0-17-16,0 0-8 0,0 0-13 0,0 0-7 15,7 23-6-15,-5-8-5 0,1 1-4 0,-3 2-13 16,1 2 1-16,3 4-8 0,-4-5-1 0,0 0-8 15,1 0-6-15,-1 1-1 0,3-1-16 0,-2 1-32 16,0 6-31-16,2-6-38 0,1-3-55 0,0 1-47 16,-2-3-188-16,0-1-398 0,1-2 177 0</inkml:trace>
  <inkml:trace contextRef="#ctx0" brushRef="#br0" timeOffset="10379.1">9333 7731 167 0,'0'0'231'16,"1"-9"-13"-16,-1 9-18 0,0 0-17 0,0 0-19 15,0 0-15-15,0 0-14 0,0 0-12 16,0 0 4-16,0 0-8 0,0 0-5 0,9 29-7 0,-8-13-6 16,3 1-12-16,-3 2 1 0,2 1-13 0,-2-2 1 15,3 8-6-15,-3-7-7 0,2-3-5 0,-1 1-4 16,2 0-2-16,-2-4-9 0,1 2-2 0,0-5-4 15,-2 2-3-15,2-2-2 0,-1 0-4 16,-2-1-5-16,2-2 0 0,0-1-4 0,1 1 0 0,-3-7-2 16,2 10 0-16,-2-10-1 0,3 9-2 0,1-7-2 15,1 2 0-15,-5-4-8 0,19 3-19 16,1-5-25-16,11 2-40 0,3-4-54 0,2-3-39 16,14-6-46-16,3-1-24 0,0 2-145 0,1-6-418 15,0-1 185-15</inkml:trace>
  <inkml:trace contextRef="#ctx0" brushRef="#br0" timeOffset="10555.1">10709 7642 96 0,'0'0'227'0,"10"-4"-7"0,-10 4-6 16,0 0-12-16,13-5-13 0,-13 5-17 0,12-4-20 15,-12 4-15-15,18-4-15 0,-4 1-12 0,5 1-9 16,-1 0-25-16,3 2-42 0,7 2-45 0,-8-2-65 15,1 2-45-15,-1-2-59 0,-9 3-98 0,1 1-300 16,-12-4 133-16</inkml:trace>
  <inkml:trace contextRef="#ctx0" brushRef="#br0" timeOffset="10715.28">10792 7822 2432 0,'-10'3'137'0,"2"0"-67"0,2 1-46 15,-2-1-7-15,8-3-6 0,-9 5 3 0,9-5 15 16,-7 3 13-16,7-3 5 0,-6 2 4 0,6-2-6 15,0 0-4-15,0 0-4 0,0 0-2 0,0 0-1 16,0 0-3-16,36 2-11 0,-15-2-21 0,1-2-43 16,11-1-45-16,1-1-70 0,3-2-65 0,-5 1-210 15,0 2-469-15,-4-3 207 0</inkml:trace>
  <inkml:trace contextRef="#ctx0" brushRef="#br0" timeOffset="17059.12">12561 7225 183 0,'-1'-19'203'0,"-1"0"-4"16,2 2-18-16,-2 0 2 0,2-1-11 0,0 6-18 16,0 0-8-16,0 1 10 0,0 1-10 0,0 10-16 15,0-12-15-15,0 12-14 0,2-8-11 0,-2 8-12 16,0 0-7-16,0 0-10 0,0 0-6 0,0 0-4 15,13 16-13-15,-4-2 2 0,-1 4-2 0,7 9-5 16,1-1-3-16,-3 3-4 0,-1-2 2 0,1 2-7 16,0 1 3-16,-1-2-6 0,-1-1 0 0,-2-1-2 15,2-2-1-15,-6-6 0 0,6 6-4 0,-2-8 0 16,-2 2 1-16,-1-3-1 0,1-4-3 0,-5 1-2 16,6-2 3-16,-2 0 0 0,0 0 1 0,-3-4-10 15,1 2 14-15,0-2-8 0,-1 0 0 0,-3-6 1 16,7 7 2-16,-7-7 0 0,4 8 2 0,-4-8 0 15,5 5 0-15,-5-5-2 0,0 0 5 0,8-13-8 16,-1 4 2-16,0-3 1 0,0-4-3 0,4-2 1 16,-2-7-6-16,2 0 3 0,-2-1 17 0,0-2-4 15,3-3 1-15,-3 2-4 0,2 0-2 0,-2-2-2 16,-3 3 0-16,3 1-6 0,3-1 1 0,-7 3-2 16,-1 8 2-16,2-1-8 0,-3 3-2 0,-1 6-7 15,2 1-13-15,-1 2-31 0,-3 6-34 0,2-9-24 16,-2 9-8-16,0 0 1 0,0 0-14 0,0 0-18 0,13 24-16 15,-11-9-14-15,1 10-11 0,-3 4-108 16,0 1-326-16,-3-1 145 0</inkml:trace>
  <inkml:trace contextRef="#ctx0" brushRef="#br0" timeOffset="17613.37">13048 7616 162 0,'0'0'147'0,"0"0"-9"0,0 0-11 0,0 0-10 16,0 0-20-16,0 0-8 0,0 8-9 0,0-8-4 0,0 0-5 16,2 9 1-16,-2-9-7 0,2 9-6 15,-2-9-4-15,0 7-6 0,0-7-6 0,0 0-1 16,0 8-6-16,0-8 3 0,0 0-3 0,0 10 3 16,0-10 7-16,0 0 11 0,0 0 14 0,0 0 14 15,0 0 11-15,0 0-7 0,0 0-4 0,0 0-4 0,0 0-5 16,0 0-8-16,0 0-11 0,0 0 3 0,-6-25-11 15,4 15-7-15,2-2-1 0,0 1-6 16,4-2-4-16,-2-4-2 0,5-1-4 0,-5 2-4 16,5-1-4-16,-1-1-5 0,8 3-5 0,-1-1-1 0,-1 2-4 15,-1 1 0-15,3 5-2 0,1-1-2 16,-4 6-3-16,1-1 2 0,1 4 3 0,1 3-7 0,3 3 1 16,-3 2 1-16,1 2 1 0,-3 2-2 15,-1 0 2-15,2 4-1 0,-3-1 4 0,-1 0 0 16,-5-1 1-16,3 1-5 0,-3-4 3 0,-2 1-1 0,3-2 3 15,-4-6 0-15,3 6 1 0,-2-4 8 0,0-1-5 16,-2-5 2-16,0 0 6 0,0 8 6 0,0-8 4 16,0 0 5-16,0 0 1 0,0 0 0 0,0 0-3 15,0 0-1-15,0 0-2 0,2-29-2 0,0 20-4 16,1-1-4-16,3-2 0 0,0-4-5 0,4 1 2 16,-1 1-4-16,0-1 2 0,5 0 0 0,-5 0-3 15,-1 8-1-15,0-2 0 0,-2 2 0 0,-1 2-7 16,-1 1 3-16,2 1-4 0,-6 3-2 0,14-3 0 15,-5 6-2-15,0 0 1 0,1 1 0 0,-2 4 0 16,-1 2 2-16,2 0-3 0,-2 3 1 0,0 3-9 16,1 1-3-16,-3 2-24 0,0-1-20 0,-3 1-16 15,2 6-25-15,-4 0-27 0,5-2-26 0,-7 2-20 16,1-5-18-16,-3 5-143 0,-2-2-367 0,0-3 164 16</inkml:trace>
  <inkml:trace contextRef="#ctx0" brushRef="#br0" timeOffset="17883.14">12520 8125 27 0,'-13'0'195'15,"13"0"-15"-15,-5 1-5 0,5-1-3 0,0 0-11 16,33-2-14-16,-3 0-8 0,10-3-3 0,17-1-12 15,5-2-4-15,1 1-4 0,0 0-13 0,-2 0-8 16,-1 2-9-16,-4-1-9 0,-1 2-5 0,-15 1-7 16,10-1-2-16,-12 2-12 0,2-2-5 0,-5 2-4 15,4 0-8-15,-5-2-13 0,-2 2-10 0,-1 0-17 16,-2 1-14-16,-11-1-28 0,4 1-27 0,-4 1-28 16,-6 0-34-16,-2 0-20 0,2 4-162 0,-8-1-345 15,-1 2 152-15</inkml:trace>
  <inkml:trace contextRef="#ctx0" brushRef="#br0" timeOffset="18175.14">12823 8526 216 0,'-9'1'203'0,"9"-1"-22"16,0 0-15-16,-8 2-12 0,8-2-18 0,0 0-11 15,0 0-10-15,0 0-9 0,0 0-1 0,12 17-16 16,-5-10-10-16,1 1-3 0,0 2-4 0,-1 0-6 16,-1 0-7-16,0 2-7 0,0 3-3 0,-2 0-6 15,-1 1-2-15,-3 0-5 0,-3 0 0 0,-1 0-1 16,2 1-3-16,-6-6-3 0,0 3-2 0,-3 1 1 16,-3-2-7-16,5-2 1 0,-4 1-1 0,1-3-1 15,3-2-2-15,3-3-2 0,-4 1-13 0,1-1-22 16,3-3-27-16,2 4-28 0,4-5-34 0,-16 3-28 15,16-3-32-15,-11-3-153 0,11 3-348 0,0 0 154 16</inkml:trace>
  <inkml:trace contextRef="#ctx0" brushRef="#br0" timeOffset="18425.08">13063 8514 9 0,'12'-13'232'0,"-5"5"-6"0,1-2-6 16,-3 2-7-16,-1 4-9 0,0 1-13 0,-2-4-21 15,-2 7-16-15,8-7-16 0,-8 7-23 0,0 0-11 16,0 0-7-16,0 0-6 0,7 15 0 0,-5-3-7 16,-2 0-10-16,0 1-1 0,0 5-5 0,0 1-1 15,0-1-13-15,0 0 0 0,0 0-8 0,-2-1-1 16,0 0-5-16,2-2-4 0,-1-3-4 0,2 1-3 16,-1-2 1-16,0 0-8 0,0 1-5 0,-1-2-15 15,1-1-25-15,0-1-14 0,0-1-23 0,0-7-24 16,0 13-24-16,0-13-19 0,-2 11-10 0,2-11-16 15,0 0-16-15,-2 8-186 0,2-8-386 0,0 0 171 16</inkml:trace>
  <inkml:trace contextRef="#ctx0" brushRef="#br0" timeOffset="18620.08">12740 8484 137 0,'0'0'151'0,"0"0"-3"0,0-7 2 0,0 7 7 0,34-9-7 16,0-1-2-16,14-2-13 0,7 1-10 16,5-1-10-16,1-1-12 0,2 3-12 0,-7 2-6 15,-2 1-9-15,-5 1-33 0,-12 1-31 0,-1 0-39 16,-5 3-27-16,0-2-41 0,-11 1-32 0,1 2-128 16,-7 0-274-16,3 1 121 0</inkml:trace>
  <inkml:trace contextRef="#ctx0" brushRef="#br0" timeOffset="18751.28">13564 8315 123 0,'12'-8'96'0,"-8"7"-35"0,-4 1-56 16,0 0-53-16,0 0-51 0,13-5 22 0</inkml:trace>
  <inkml:trace contextRef="#ctx0" brushRef="#br0" timeOffset="49058.8">23955 3878 59 0,'0'0'62'0,"0"0"-1"0,0 0-21 15,0 0 15-15,0 0-14 0,0 0-1 0,-4 23-1 16,3-13 1-16,1 2-4 0,-1 6-2 0,-2 0 2 16,-4 6-2-16,2 3-3 0,-3 2 2 0,2 3 4 15,-5 2-6-15,-3 11 7 0,0 1-7 0,5-11-6 16,-5 11 3-16,0 0 0 0,1 1-3 0,1-2 7 15,1 9 2-15,0-2-7 0,-2 1-1 0,5 1 1 16,-1 3 8-16,4 0-1 0,-2 3-9 0,4-3 2 16,-2 2-3-16,3-4 0 0,4 3 2 0,-1-1-1 15,6-1-5-15,2 25 0 0,-3-23 3 0,6 23-1 16,-1-24-3-16,-1 2 6 0,3 24-5 0,4 2 5 16,-7-5-2-16,3-22 2 0,-1 24-13 0,4 0 2 15,-7-23 5-15,4 25-5 0,-2 0-2 0,-2-4-4 16,-1 1 0-16,1-1 0 0,-2-22-8 0,2 23 14 15,-2-23-4-15,-1 3 5 0,8 22 2 0,-5-2 0 16,-1-22-7-16,3 25 1 0,3-4 0 0,-6-21 2 16,7 22 4-16,-4-24-5 0,0 2-3 0,0-2 6 15,1 0-11-15,-2-1 8 0,2 2-3 0,-1 0-2 16,-1-6 4-16,2 1-1 0,2-3-2 0,-1-2 1 16,3-1-1-16,4-5 2 0,-4-11-8 0,3-3-5 15,7-3-10-15,5-2-3 0,13 1-16 0,5-6-12 16,11-10-24-16,1-4-13 0,30-5-4 0,-2-10-13 15,3-6-4-15,-2-12-19 0,2-1-74 0,-2-7-210 16,-4 0 94-16</inkml:trace>
  <inkml:trace contextRef="#ctx0" brushRef="#br0" timeOffset="51997.84">25171 4157 33 0,'0'0'140'16,"-1"-9"-12"-16,1 9 8 0,-3-7-6 0,3 7-8 16,0 0-3-16,-2-7-10 0,2 7-7 0,0 0-12 15,0 0-11-15,-3-7-10 0,3 7-9 0,0 0-11 16,0 0-5-16,0 0-1 0,0 0-6 0,0 0 0 16,0 0-8-16,3 26-6 0,0-13 1 0,1 3-3 15,0 3 1-15,2 0-3 0,-2-1-12 0,4 5 11 16,-4-4-3-16,1 0 4 0,1 0-6 0,0 1 0 15,-2-1 2-15,1 3-4 0,1-3 3 0,-3-2-6 16,4 1-3-16,-1-1 4 0,-3-6-2 0,-1 1 3 16,2 0-3-16,0-2 1 0,0 0-3 0,-3-4 1 15,3 0 1-15,-1 0 3 0,-3-6-3 0,2 8 3 16,-2-8 19-16,1 5 18 0,-1-5 6 0,0 0 2 16,0 0-4-16,0 0 0 0,0 0-9 0,12-18-2 15,-8 2-11-15,3 0 3 0,1 0-3 0,3-8-5 16,0 1-4-16,4-2 0 0,-5 1-7 0,2-1 1 15,3 0-2-15,-5 0-2 0,6 0 2 0,-5 1-6 16,-1 6 3-16,-2 1-1 0,-1 0-6 0,0 2-2 16,0 1-11-16,-2 2-14 0,-3 7-17 0,2-4-24 15,-1 4-36-15,-3 5-21 0,6-4 5 0,-6 4-10 16,0 0-8-16,8 12-6 0,-5-2-7 0,-5 6-94 16,2 1-262-16,-4 0 115 0</inkml:trace>
  <inkml:trace contextRef="#ctx0" brushRef="#br0" timeOffset="52495.42">25484 4621 36 0,'0'0'125'0,"0"0"-2"0,0 0 1 0,0 0-3 16,0 0-3-16,0 13-3 0,0-13 11 15,0 0-3-15,0 0 8 0,-1 7 5 0,1-7-1 16,0 0 8-16,0 0-2 0,0 0-8 0,0 0-8 0,0 0-12 15,0 0-13-15,0 0-10 0,0 0-9 0,-2-35-5 16,2 20-8-16,0 3-9 0,3-6-8 0,2 1 1 16,-1 0-19-16,1 0-3 0,1-1-6 15,1 3-6-15,2-2 1 0,-2 7-14 0,2-4-6 16,-1 6-8-16,2 1-2 0,-1 1 8 0,0 5-4 16,2-2-2-16,0 4 2 0,0 2-2 0,1 3-2 0,1 4 3 15,-2-1 1-15,1 4 1 0,-1 4 0 0,0-2 3 16,-4 3-2-16,2-3 2 0,-3 3 0 15,1-4-2-15,-2-1 3 0,-3-4-1 0,2 1 0 16,-3-4-1-16,3 1-1 0,-4-7 2 0,2 7 5 16,0-3 1-16,-2-4 0 0,0 0 4 0,0 0-5 15,0 0 5-15,0 0-4 0,0 0-2 0,0 0 0 0,0 0-2 16,5-26-2-16,0 15-6 0,-1 1 4 16,0-2-5-16,1-3 1 0,3-2-4 0,2 2-7 15,-1 0-2-15,0 3 3 0,-1 3-1 0,2 0 4 16,-4 2 1-16,1 0-2 0,-1 3 2 0,2 1 0 15,-3 0 2-15,-5 3-3 0,12 0 2 0,-12 0 3 0,13 6 1 16,-7-1 1-16,1 3 0 0,-1-1 0 0,0 3-2 16,0 0 6-16,-2 1 1 0,0 4 2 0,-2 2-4 15,1 0-18-15,-1-1-15 0,2-5-19 16,-4 4-24-16,3-2-36 0,-3-1-44 0,1 0-149 16,-1-12-334-16,1 18 147 0</inkml:trace>
  <inkml:trace contextRef="#ctx0" brushRef="#br0" timeOffset="52661.18">26364 4467 50 0,'7'-3'166'16,"-7"3"-7"-16,10-7-19 0,-6 5-14 0,-4 2-18 15,11-3-12-15,-4 1-28 0,4 2-47 0,-11 0-39 16,18 2-37-16,-9-1-89 0,-9-1-155 0,9 7 68 15</inkml:trace>
  <inkml:trace contextRef="#ctx0" brushRef="#br0" timeOffset="52801.15">26329 4604 136 0,'0'0'155'0,"23"2"-7"0,-13-3-14 0,9-2-12 16,0 0-18-16,8 1-25 0,0-4-36 0,5 2-52 15,-3 0-64-15,2 1-68 0,3-3-151 0,-3-2 68 16</inkml:trace>
  <inkml:trace contextRef="#ctx0" brushRef="#br0" timeOffset="55424.49">27193 4330 8 0,'0'0'96'16,"0"0"-14"-16,0 0-8 0,0 0-10 0,0 0-1 16,0 0-9-16,-2 5-12 0,2-5-4 0,-6 4 4 15,6-4-2-15,-3 6-2 0,3-6 2 16,-5 5-1-16,5-5 8 0,-6 3-16 0,6-3-14 15,0 0 17-15,-7 6 9 0,7-6 11 0,0 0-11 16,0 0 4-16,-6 2-4 0,6-2 5 0,0 0 6 0,0 0-2 16,0 0 8-16,0 0-5 0,0 0-4 0,0 0 3 15,0 0-1-15,0 0 8 0,0 0-2 0,0 0 2 16,0 0 1-16,0 0-4 0,0 0-1 16,0 0-9-16,0 0-6 0,0 0-6 0,0 0-2 0,0 0-3 15,-5-16 0-15,5 16-5 0,0 0-1 0,7-15-3 16,-5 8-3-16,2 2-1 0,-2-2 4 0,3 1-12 15,4-1 2-15,-2 1-4 0,4-1-3 0,1 2-3 16,-1-1-1-16,-1 3-1 0,2-2 2 16,-1 5-3-16,0 2-1 0,-4-1 2 0,5 4-1 15,-2 1 0-15,-2 2 0 0,0 1-2 0,-3 3 0 0,1 2 1 16,-1 1 1-16,-5 2 2 0,-1-1 1 0,-2 1 0 16,0 0 1-16,-3 7-4 0,-3-6 1 0,-3-1 3 15,1-2-1-15,-5 8-1 0,-1-1 1 16,-6-3 3-16,4-1-5 0,4-5 3 0,-3-2 3 15,-6 1-4-15,5-5 3 0,-1 2-6 0,3-4 6 16,-2-2-3-16,6-1-1 0,1-1 5 0,1 0 1 0,1-1-5 16,2 0 1-16,8 0 1 0,-11-1-1 0,11 1 5 15,0 0-4-15,-13-3 0 0,13 3-1 0,0 0-2 16,-7-1-1-16,7 1 3 0,0 0-4 16,0 0-1-16,0 0 2 0,0 0-6 0,29 1 3 15,-9-1-5-15,-1 0-7 0,2 0-11 0,7 0-15 16,5-1-13-16,-1 1-46 0,3 0-11 0,2 1-22 0,1-1-24 15,0 0-123-15,-4-3-303 0,2 1 134 0</inkml:trace>
  <inkml:trace contextRef="#ctx0" brushRef="#br0" timeOffset="57345.42">27637 4389 116 0,'0'0'124'0,"0"0"-17"0,0 0 3 0,0 0-9 16,0 0-3-16,0 0-7 0,-1-11-15 0,1 11-7 16,0 0-2-16,0 0-16 0,0 0 2 0,0 0-17 15,0 0-2-15,0 0 1 0,0 0-13 0,0 0 2 16,-20 20 3-16,10-12-8 0,3 1 8 0,-5 4-7 15,-2-1 2-15,3 1-3 0,0 0-5 0,1 0 5 16,4-3 0-16,1 1-5 0,-1-3 3 0,4 3-9 16,-1 0 5-16,0-2 0 0,3 2-6 0,0-5 2 15,3 1 2-15,-1 0-4 0,1 1 2 0,3-3 5 16,-1 1 1-16,3 0 0 0,-2-3 4 0,4 0 0 16,-1-3-4-16,3 1 1 0,-1-1 0 0,-2 0-2 15,2-3-3-15,-4 1 5 0,2-3-7 0,-1 1-2 16,0-2 6-16,-1-2-8 0,-3 0 3 0,2-1 6 15,-2-1-12-15,-1 1 1 0,-1-2 2 0,1 1 0 16,-1-1-2-16,-2-3-3 0,-2 4 4 0,-1-2-7 16,3 3 6-16,0 0-2 0,0 9 0 0,0-15-2 15,0 9 3-15,0 6-2 0,5-8-2 0,-5 8-1 16,3-8-6-16,-3 8 7 0,8-3-4 16,-1 2 3-16,5 1-3 0,-1 1 4 0,-1 2-2 0,4 1 2 15,-2 1 1-15,-2 0-2 0,4 2-2 0,-5 0 14 16,3 2-12-16,0 2-2 0,-3-4 0 0,1 1 1 15,-3 0 1-15,1-1 5 0,-3 1 7 0,1 1-9 16,0-2 0-16,-6-7 3 0,8 10-8 0,-4-6 1 16,-4-4 6-16,7 8 0 0,-1-3-1 0,-6-5-2 15,8 6 8-15,-8-6 3 0,7 6 4 0,-7-6 1 16,0 0 6-16,13 1 2 0,-13-1-7 0,0 0 2 16,14-8-3-16,-10 2 3 0,1 1 7 0,-1-3 4 15,0 2-4-15,-1-3-6 0,2 0 1 0,-5-2-1 16,2 0-2-16,-2 0-2 0,2 1-5 0,-4-1-3 15,2 1 2-15,-5 1 2 0,2 1-11 0,-1 0-9 16,-1 2-11-16,-1-1-13 0,-1 1-14 0,-4 3-17 16,4 3-9-16,-2-2-23 0,-3 2-16 0,1 2-21 15,-1 1-115-15,0 3-268 0,3-1 119 16</inkml:trace>
  <inkml:trace contextRef="#ctx0" brushRef="#br0" timeOffset="57672.1">28227 4371 191 0,'7'-5'183'16,"-7"5"-23"-16,0 0-14 0,8-2-15 0,-8 2-18 16,0 0-8-16,15 7-3 0,-9 0-7 0,2 2-12 15,2 2-1-15,1 5-8 0,-1 1-2 0,0-1-9 0,0 1-7 16,-2-2 2-16,2 2-5 0,0 0-8 0,-1-2-4 15,-1 3-1-15,-3-8-5 0,0 0 2 0,0 1-9 16,1-3-1-16,-3-1 3 0,1-1 1 16,0-2 5-16,0 2 8 0,-1-3 5 0,-3-3 4 15,12 2 1-15,-12-2-6 0,13-5-1 0,-1-2-10 16,3-6 0-16,1-1-3 0,5-4-2 0,0-4-7 0,0 3-1 16,-1-4 2-16,3 1-6 0,-2-2-1 15,-1 1 0-15,-1-2-21 0,-1 3-21 0,-1-2-22 16,-1 0-22-16,-2 0-33 0,0 2-40 0,-2 6-32 15,-3 3-184-15,-4 4-386 0,-2-1 170 0</inkml:trace>
  <inkml:trace contextRef="#ctx0" brushRef="#br0" timeOffset="64658.14">26892 5702 51 0,'0'0'117'0,"-6"-4"-4"15,6 4-28-15,0 0-34 0,0 0-39 0,0 0-29 16,0 0-52-16,0 0-75 0,16-14 33 0</inkml:trace>
  <inkml:trace contextRef="#ctx0" brushRef="#br0" timeOffset="69129.39">24753 5557 132 0,'-3'-6'158'0,"-2"0"2"0,3-1-5 0,2 7-7 15,-3-10-8-15,3 10-8 0,-4-7-15 0,4 7-13 16,0 0-15-16,-2-7-8 0,2 7-13 0,0 0-5 0,0 0-11 16,0 0-3-16,0 0-5 0,11 24-5 15,-1-9-2-15,-2 1-1 0,0-2-2 0,0 5-5 16,0-3-4-16,1 7-2 0,-2-4 0 0,-1-2-5 15,0-1 2-15,0 1-5 0,-3-2 0 0,1-1 0 16,1 2-1-16,2-1-3 0,-5-3 2 0,0-1-3 0,0 1-1 16,2-1-2-16,-1-2 0 0,-1 0 1 15,0-1-3-15,0 0 0 0,-2-8-1 0,4 9 1 16,-1-5 3-16,-3-4 2 0,4 7 3 0,-4-7 3 16,0 0 3-16,0 0 3 0,0 0 2 0,0 0-5 0,12-13-3 15,-7 5-4-15,3-8 3 0,2-1-1 16,0-7 4-16,2 0-3 0,2-2-2 0,-3-2-4 15,4 0-3-15,-3 1-1 0,2-1 3 0,-2 2-4 0,-2 2 1 16,1 0 1-16,-4 5-3 0,2 2 2 16,-3 1-4-16,-4 6 3 0,4-3-3 0,-3 4-6 0,0 4-20 15,-3 5-29-15,4-9-26 0,-1 5-24 16,-3 4-14-16,8-2-9 0,-8 2-3 0,12 8-16 16,-8-3-15-16,1 4-83 0,-3 2-263 0,2 2 116 15</inkml:trace>
  <inkml:trace contextRef="#ctx0" brushRef="#br0" timeOffset="69345.12">25134 5864 43 0,'0'0'114'0,"0"10"-11"0,0-10-6 16,-2 11-1-16,2-11-12 0,0 11 2 15,2-5-16-15,-1 2-5 0,0-1-8 0,1 3-5 16,0-3 0-16,-2 1-3 0,3 0-14 0,-3-8-3 16,2 14-4-16,-2-14-17 0,5 13-25 0,-5-13-26 15,4 12-26-15,-6-6-93 0,2-6-173 0,-9 8 76 0</inkml:trace>
  <inkml:trace contextRef="#ctx0" brushRef="#br0" timeOffset="69534.02">25144 5856 82 0,'10'-2'137'0,"-2"1"-11"16,3 0-17-16,1 1-6 0,-1 0-13 0,3 1-6 16,-2 0-10-16,1 1-18 0,5-1-22 0,0 2-13 15,-1 0-30-15,0 1-14 0,-4-2-20 0,-2-1-13 0,3 3-9 16,-2-3-55-16,0 0-130 0,0 0 57 15</inkml:trace>
  <inkml:trace contextRef="#ctx0" brushRef="#br0" timeOffset="69725.2">25426 5871 87 0,'9'-7'4'0,"-5"2"14"16,-4 5 16-16,3-12-1 0,-2 5 4 0,-2-2 9 15,1 9 17-15,0-22 4 0,-3 12 10 0,3 0 11 0,-2-1 0 16,0 3 13-16,0 1 3 0,0-1 3 16,2 8 3-16,-5-10-12 0,5 10-7 0,0-7-15 15,0 7-11-15,-6-4-5 0,6 4-7 0,0 0-5 16,0 0-1-16,0 0-3 0,0 25 2 0,-1-14-4 15,-2 5-2-15,1 3-4 0,-2 0-3 0,1 0-2 0,1 1-2 16,0-1-3-16,0 1 1 0,0-1-18 0,-3 1-17 16,4-1-26-16,-3-2-33 0,4-1-20 15,2 0-35-15,-4 0-26 0,0-5-103 0,2-11-269 16,0 15 119-16</inkml:trace>
  <inkml:trace contextRef="#ctx0" brushRef="#br0" timeOffset="69983.7">25579 5821 90 0,'4'-6'160'0,"-4"6"-9"0,0 0-1 16,0 0-4-16,0 0-10 0,0 0-1 0,0 0-5 16,6 19-4-16,-5-8-11 0,-1 4-4 15,2 1-9-15,-5 1-13 0,4-1-5 0,1 0-10 16,-4 1-4-16,4 0-7 0,-2-2-5 0,2-3-2 15,-2 3-8-15,2-3-3 0,-2-1-5 0,3-1-3 0,1 0-1 16,3-1-3-16,-2-1-7 0,3 1-1 0,1-2-8 16,1-2-13-16,-1-1-22 0,5-1-25 15,5 1-32-15,1-1-37 0,0-3-31 0,-1-1-38 16,8-3-117-16,2-5-323 0,-2 1 144 0</inkml:trace>
  <inkml:trace contextRef="#ctx0" brushRef="#br0" timeOffset="70130.23">26174 5852 68 0,'0'0'137'0,"9"-2"-10"0,-3 1-12 0,4-2-13 16,0 3-12-16,-10 0-19 0,30-1-39 0,-10 2-40 0,0 3-52 16,-4-1-53-16,1 0-121 0,-5-2 53 15</inkml:trace>
  <inkml:trace contextRef="#ctx0" brushRef="#br0" timeOffset="70267.92">26257 5957 11 0,'0'0'222'0,"-5"2"-9"0,5-2-3 0,0 0-23 0,0 0-24 16,0 0-17-16,25-4-17 0,-11 3-12 16,7-2-19-16,7 0-35 0,1 1-51 0,2-2-60 0,-2-1-58 15,1 2-131-15,-1-2-255 0,-6 1 113 0</inkml:trace>
  <inkml:trace contextRef="#ctx0" brushRef="#br0" timeOffset="72064.1">27296 5327 126 0,'0'-12'185'0,"0"12"-9"16,-2-6-9-16,2 6-16 0,0 0-16 0,0 0-6 16,-2-9-24-16,2 9-14 0,0 0-11 0,0 0-9 15,0 0-4-15,0 0-7 0,0 0-6 0,14 25-4 16,-10-14-5-16,1 3-4 0,4 1-5 0,-3 1-1 16,2-1-2-16,0-1-8 0,-3 1 0 0,1-1 1 15,-2-2-2-15,4 0-4 0,-2-2-3 0,-1 0-2 16,-1 0 0-16,2-1-2 0,-3-1 0 0,2 0 0 15,-1-3-1-15,-4-5 0 0,3 8 1 0,-3-8-3 16,6 7 2-16,-6-7 9 0,2 5 12 0,-2-5 9 16,0 0 12-16,4 4 6 0,-4-4 1 0,0 0-6 15,0 0-5-15,0 0 0 0,14-13-8 0,-7 6-4 16,-2-2-3-16,3-5-6 0,2-1 0 0,-1 1-7 16,1-4-3-16,-5 2-1 0,9-8-2 0,-5 7-4 15,-1 1-1-15,2 1-8 0,-4-1-9 0,1 5-9 16,-2 3-17-16,0 2-29 0,-1-1-34 0,-2 1-38 15,-2 6-38-15,3-6-10 0,-3 6-4 0,0 0 7 16,0 0-114-16,0 0-314 0,0 0 139 0</inkml:trace>
  <inkml:trace contextRef="#ctx0" brushRef="#br0" timeOffset="72571.17">27568 5643 62 0,'0'0'151'0,"0"0"-4"0,3 7 8 16,-3-7-6-16,0 0 4 0,0 0-10 0,0 0-1 16,0 0-3-16,0 0-4 0,0 0-4 0,0 0-6 15,0 0-10-15,0 0-15 0,0 0-8 0,0 0-10 16,0 0-11-16,0 0-6 0,0 0-4 0,-3-29-10 16,1 20-2-16,2 9-5 0,2-19-3 0,-2 11-4 15,0-3-7-15,4 1-3 0,-1-1-2 0,2 0-4 16,1 2-1-16,-3-1-4 0,4 3-3 0,-3-3-4 15,4 3 2-15,-2 3-4 0,-2 0 0 0,2-1-4 16,1 2-1-16,-7 3 2 0,12-1-1 0,-12 1 0 16,13 4-5-16,-4-1 2 0,-2-1 0 0,0 3 0 15,1 1 2-15,-1 0-3 0,3 2 0 0,-4-1 6 16,1 1-4-16,1-1-4 0,-3 1 6 0,2-1-5 16,-4-3 0-16,1 2-2 0,-2-1 5 0,-2-5-3 15,5 7-3-15,-5-7 4 0,4 7 1 0,-4-7 5 16,0 0-2-16,4 6 4 0,-4-6 3 0,0 0-4 15,0 0-1-15,0 0-2 0,0 0 6 0,0 0-3 16,0 0 1-16,0 0-3 0,0 0-2 0,-13-18 2 16,13 18-1-16,0-13-4 0,0 13 0 0,2-17-2 15,2 9-5-15,1-1-6 0,-1 1 8 0,4 1-6 16,-2 0 4-16,3 1 3 0,-1 0-3 0,-2 2 2 16,4 1-5-16,-3 1 8 0,-7 2-8 0,16 2 2 15,-9-2 1-15,-7 0-2 0,11 5 1 0,-6-1-5 16,2 1-7-16,-1 3 0 0,-2 1-14 0,-1 1-10 15,-1 1-8-15,0 0-18 0,1 4-29 0,0 1-6 16,-2-3-31-16,-2 3-27 0,0-4-137 0,-2 3-326 16,-1 1 145-16</inkml:trace>
  <inkml:trace contextRef="#ctx0" brushRef="#br0" timeOffset="72774.33">27431 5919 42 0,'0'0'163'15,"0"0"-5"-15,0 0-12 0,0 0-11 0,45-6-1 16,-16 0-11-16,7 3-12 0,3-2-11 0,12 1-9 16,-13 0-17-16,-1 1-31 0,-1 1-33 0,-5 2-35 15,-2-1-39-15,-11 2-28 0,2 0-100 0,-9 0-207 16,-3 0 91-16</inkml:trace>
  <inkml:trace contextRef="#ctx0" brushRef="#br0" timeOffset="73044.31">27555 6099 150 0,'0'0'187'0,"0"0"-3"0,0 0-10 0,0 0-15 15,0 0-7-15,0 0-12 0,16 6-11 0,-10-3-14 16,-1 0-11-16,2 0-10 0,3 1-10 0,-5-1-11 16,2 4-8-16,0-2-5 0,1 2-6 0,-3 0-5 15,-3 3-4-15,1-1-1 0,-2 0-8 0,-1-1-3 16,0-8-2-16,-2 19-5 0,0-11 1 0,-4 1-5 16,1 3 1-16,-3-5-5 0,5-2 1 0,-2 2-13 15,-1 0-17-15,1-1-18 0,-1-2-38 0,3 1-31 16,3-5-29-16,-9 6-25 0,9-6-23 0,-6 5-99 15,6-5-298-15,0 0 132 0</inkml:trace>
  <inkml:trace contextRef="#ctx0" brushRef="#br0" timeOffset="73263.73">27761 6132 211 0,'10'-4'207'0,"-10"4"-7"16,4-3-11-16,-4 3-12 0,0 0-13 0,0 0-19 15,0 0-15-15,0 0-13 0,0 0-14 0,0 0-5 16,0 0-4-16,11 13 8 0,-9-7-7 0,-2-6-8 16,-2 15-7-16,2-6-7 0,0 0-6 0,2 1-5 15,-2-1-8-15,0 1-2 0,0 1-6 0,0-1 1 16,3-3-28-16,-3 1-31 0,1 0-25 0,-1-8-31 16,0 0-43-16,1 17-31 0,0-14-38 0,-1-3-166 15,0 0-373-15,-6 12 166 0</inkml:trace>
  <inkml:trace contextRef="#ctx0" brushRef="#br0" timeOffset="73413.32">27647 6089 134 0,'20'-6'149'0,"-8"3"-21"15,5-2-21-15,3 2-33 0,-1 1-37 0,-2 2-48 16,2-6-42-16,-6 5-42 0,7-1-102 0,-2 0 46 15</inkml:trace>
  <inkml:trace contextRef="#ctx0" brushRef="#br0" timeOffset="74662.34">27626 6670 2 0,'-39'9'99'0,"1"1"2"15,-15 1-13-15,-1-1-1 0,-4 0 2 0,-1-2-6 16,-3 2-6-16,-3 0-3 0,0-4-7 0,-28 4-4 16,28-3-4-16,-27 3 6 0,27-3-6 0,-27 0-5 15,27 0-5-15,-25-2 3 0,28 1-10 0,-1-4 2 16,-29 5-2-16,33-7-2 0,-2 2-8 0,-3-3 1 15,0 2-2-15,-25-2-5 0,26 0-5 0,-2 1 5 16,-23-7-8-16,25 3-4 0,-2-1-2 0,-25-5-4 16,0 2-1-16,30-1 5 0,-3 3-1 0,0-4-5 15,-27-5 0-15,30 2-3 0,-2 1-2 0,2-3 9 16,0-2-4-16,3 0-4 0,3-3-1 0,0-2 0 16,3 0-3-16,3-2 2 0,2-3 3 0,2-1-5 15,2-3 3-15,4 0 0 0,10 6-4 0,-5-10 2 16,-1-2-4-16,3-1 4 0,7 9-1 0,-4-9 3 15,4-4-5-15,3 0 5 0,2-1-5 0,5-4-2 16,-2-1 0-16,9-2 4 0,3-4-5 0,5-2-4 16,5-4 4-16,4-20-8 0,3 24 3 0,1-2 1 15,9-24-1-15,-5 26 0 0,14-22 10 0,-6 24-9 16,13-19-4-16,-12 23 1 0,3-1 3 0,19-22 5 16,2 4-6-16,-17 20-1 0,20-19-7 0,-17 20 4 15,2 2-4-15,21-21 9 0,-22 23-9 0,2-1 4 16,4 6 3-16,-2-4 0 0,2 3 7 0,-6 2-1 15,2 2 4-15,-2 1-7 0,-1 0 8 0,0 2 7 16,1 0-8-16,2 1 5 0,1-3-6 0,-1 0 4 16,3-1 4-16,2 0-5 0,0 1 1 0,0 3 8 15,-3 1-5-15,2 0 0 0,0 1-3 0,-2-1 2 16,4 0 1-16,-2 1-2 0,-2 1 1 0,0 1 4 16,0 2-3-16,-1-1 6 0,-9 7-9 0,1 0 5 15,9-6 0-15,-6 8 3 0,10-5-10 0,-11 7 6 16,13-6 4-16,-1 5 1 0,3 0 0 0,1 2-5 15,7 0 11-15,3 2-13 0,4 1 2 0,27-2 2 16,0 0-5-16,-24 7 2 0,21-4-8 0,1 8 13 16,-27-4-5-16,29 3 5 0,-26 2-10 0,25 1 3 15,-25-1 2-15,26 2-4 0,-29 2-8 0,2-1 3 16,25 1 6-16,-29 0-17 0,2 0 17 0,28 2 1 16,-28-1-3-16,26 3 3 0,-25-1 10 0,3 1-15 15,25 4 0-15,-28-1 4 0,1-2 2 0,0 1 2 16,-4 0 0-16,1 0 0 0,-5 2-4 0,-1 0 4 15,-3 2-5-15,-2 0 0 0,1 2-1 0,-4-1 10 16,-9 0 2-16,11 7-12 0,4 1 5 0,-4-4-10 16,-2 6 9-16,1-1-9 0,-1 0 19 0,1 3-3 15,-8 1-6-15,2 1-3 0,-11-6-2 0,8 12 15 16,-13-6-6-16,5 9-3 0,-9-8 4 0,0 14-6 16,-4-10-1-16,2 10 2 0,-6-8 3 0,2 9 11 15,-8-8-9-15,0 12-1 0,-1 2-5 0,-7-2-2 16,2 7 8-16,-3-3-2 0,-4 1-1 0,-4 4 1 15,-2 1 2-15,-1-2 1 0,-6 3-1 0,-7 21 7 16,6-24-10-16,-9-1 5 0,-10 22-3 0,10-23 2 16,-16 21-3-16,-2-4 1 0,12-17 5 0,-16 13-3 15,13-17 1-15,-19 19 3 0,17-23 0 0,-18 25 2 16,15-27-13-16,-19 19 8 0,16-21-3 0,0 3 2 16,-24 11-4-16,3 2 2 0,18-21 0 0,-21 17-3 15,19-13 5-15,-19 14 1 0,19-16-1 0,-21 19-2 16,23-20 7-16,-20 17-5 0,23-19-5 0,2 0 3 15,-2 3 1-15,0-1-6 0,4-4 0 0,-1 4 4 16,2-5-3-16,-6-2-1 0,2-1 3 0,-2-4-4 16,3 0 6-16,7-7-6 0,-10 3 1 0,-4-1-2 15,13-7 2-15,-15 3-4 0,-3 1-7 0,0-3 1 16,-1-2 0-16,-3 2-6 0,0-2-9 0,-3 0 2 16,4-2-11-16,-6 0 0 0,2-4-15 0,0 2-1 15,7-3-8-15,-2 2-21 0,2-4-7 0,16-3-9 16,0 4-15-16,4-6-89 0,-1-1-211 0,3-3 94 15</inkml:trace>
  <inkml:trace contextRef="#ctx0" brushRef="#br0" timeOffset="74974.64">29412 5364 5 0,'0'0'140'0,"4"14"-12"0,-1-3-10 0,-2 0-17 0,2 0-5 16,-2-1-14-16,0 0-14 0,3 0-1 0,-3-5 3 15,0 2 12-15,3-3 9 0,-4-4 12 0,14 6-10 16,-1-5-8-16,5-4-22 0,11-2-16 0,5-6-18 16,14-7-25-16,2 0-29 0,2-7-18 15,6 4-52-15,-2-8-23 0,3 5-81 0,-2-3-215 0,27-11 95 16</inkml:trace>
  <inkml:trace contextRef="#ctx0" brushRef="#br0" timeOffset="75326.07">29617 5396 107 0,'0'0'111'15,"0"0"-6"-15,0 0-20 0,37-8-11 0,-7-1-16 16,6 0-23-16,19-6-19 0,5-2-18 0,31-6-97 16,-7-6-106-16,-24 7 48 0</inkml:trace>
  <inkml:trace contextRef="#ctx0" brushRef="#br0" timeOffset="99603.79">7207 10348 120 0,'-3'-17'162'0,"1"0"-2"0,-2 3-8 0,3 2-7 15,0 0-11-15,0 3-12 0,-1 0-13 0,1 0 3 16,-1 2-2-16,2 7-8 0,-2-10-8 0,2 10-13 0,-1-8-13 15,1 8-8-15,0 0 0 0,0 0-8 16,0 0-7-16,0 0-1 0,0 0-5 0,0 0-6 16,0 0-5-16,23 13-2 0,-13 1-1 0,0-3-2 15,1 5-4-15,-2 1-4 0,2 0 1 0,-2 0-1 0,0 0-3 16,2 5 1-16</inkml:trace>
  <inkml:trace contextRef="#ctx0" brushRef="#br0">7420 10631 1539 0,'1'0'55'0,"0"1"-114"0,0 0 60 0,1-1-16 0,-2 0 54 0,1 0-18 0,2-1 8 16,-3 1 43-16,0 0-88 0,0 0 5 0,6-15 11 15,-2 5 66-15,-2-3 153 0,3-2-259 16,2-4 83-16,4-6-83 0,1-1 38 0,-2-3 24 0,4 1-18 16,0-3-15-16,-1 0 13 0,-2-1-4 0,1-2-8 15,-2 0 11-15</inkml:trace>
  <inkml:trace contextRef="#ctx0" brushRef="#br0" timeOffset="103955.26">23233 9317 102 0,'-2'-6'135'0,"2"6"-9"16,-4-12-4-16,3 6-7 0,1 6-1 0,-2-11 3 15,2 11-14-15,-1-8-1 0,1 8-12 0,0 0-8 16,-2-7-12-16,2 7-9 0,0 0-7 0,0 0-3 15,0 0-3-15,0 0-3 0,0 0-6 0,0 0-11 16,0 0 4-16,20 19-5 0,-14-9-4 0,2 0 4 16,1 3-6-16,2 3-4 0,-2-1-6 0,-1 2 4 15,1-2-5-15,-1 3 3 0,-2 0-3 0,2-1-2 16,1 1 5-16,-2 0 0 0,1 5-5 0,-1-6-3 16,0 0 1-16,-1 1-4 0,2-3 5 0,-1 2-1 15,0-2 0-15,2 1-3 0,-2-2-7 0,-2-2-3 16,-1-2-5-16,1 0-1 0,0-3 2 0,0 2-4 15,-3-4 2-15,2 0 0 0,-4-5 2 0,5 7 7 16,-5-7-3-16,7 5 4 0,-7-5 0 0,0 0 2 16,0 0-7-16,15-10 8 0,-10 4 4 0,0-3-6 15,4-7 12-15,-2-1 1 0,-1 0-2 0,2-9 4 16,-2-2 1-16,2 1 0 0,-1-2-2 0,0 0-1 16,-1 1 9-16,-1 3 0 0,3-1-1 0,-3 0-2 15,-1 7 4-15,0 3-3 0,-2 0-4 0,-2 4 1 16,2 0-1-16,-1 3-2 0,-1-3-1 0,-1 5-1 15,1 7-12-15,1-10-20 0,-1 10-26 0,1-6-26 0,-1 6-13 16,0 0-14-16,0 0-13 0,0 0-9 0,0 0-13 16,0 0-88-16,0 0-243 0,3 32 108 0</inkml:trace>
  <inkml:trace contextRef="#ctx0" brushRef="#br0" timeOffset="104220.08">23601 9672 28 0,'0'0'126'0,"0"0"2"0,0 0-31 0,4 5-9 0,-4-5-7 16,0 0-6-16,0 0-3 0,-1 11-7 0,1-11-5 15,0 8-13-15,0-8 8 0,-1 14-9 0,1-5-8 16,0 0-11-16,0-1 9 0,0 2-5 0,-2 0 0 15,2-1-9-15,2 3 7 0,-2-2-3 0,-2 0 1 16,4 1-7-16,-2 0-8 0,-2-3-15 0,2 4-6 16,2-6-35-16,-4 3-17 0,4-2-12 0,-1 0-23 15,-1-7-68-15,0 0-177 0,-3 10 79 0</inkml:trace>
  <inkml:trace contextRef="#ctx0" brushRef="#br0" timeOffset="104409.21">23573 9686 11 0,'5'-8'144'0,"-5"8"-18"0,9-4-12 0,-2 1-8 16,4 1-12-16,2 0-5 0,0 0-15 0,7 2-5 0,2 0-12 16,-3 3-16-16,3 0-14 0,-2 0-16 15,1 1-13-15,-2 1-19 0,1 0-20 0,-2 1-19 16,0-3-22-16,-1 4-45 0,-5-2-136 0,1-4 60 15</inkml:trace>
  <inkml:trace contextRef="#ctx0" brushRef="#br0" timeOffset="104613.53">23918 9619 136 0,'-6'-9'156'0,"6"9"-9"0,-1-7-6 0,1 7-20 0,0 0-14 16,-4-6-11-16,4 6-15 0,0 0-8 0,0 0 0 15,0 0-9-15,0 0-7 0,0 22-6 0,1-9 1 16,-1 0-6-16,1 3-5 0,-1 2-6 0,-2 0 0 16,2 2-2-16,-1 5-5 0,-1-5-2 15,4 0-27-15,-2 1-15 0,0-2-27 0,1-2-28 16,0 2-34-16,0-3-18 0,-1 4-84 0,2-5-224 0,-2-5 99 16</inkml:trace>
  <inkml:trace contextRef="#ctx0" brushRef="#br0" timeOffset="104877.9">24138 9651 139 0,'1'-5'177'0,"-1"5"-18"0,4-6-19 0,-4 6-17 16,0 0-11-16,0 0-15 0,0 0 9 0,0 0-5 15,0 0-11-15,0 27-10 0,0-16 0 0,-1 6-12 16,0-2-1-16,-1 1-4 0,2 1-10 0,0 0-8 15,0-4 1-15,2-1-5 0,-1 4-4 0,0-4-1 16,1 0-3-16,1-1-7 0,1-1 1 0,0-1 1 16,2-3-8-16,0 4 0 0,0-1-2 0,2-3 2 15,-1 0 0-15,3-1-4 0,-1-1-10 0,3 0-19 16,-1-2-27-16,2 0-33 0,5-2-22 0,0-2-28 16,0 0-31-16,2-3-112 0,-2 1-289 0,0-4 128 15</inkml:trace>
  <inkml:trace contextRef="#ctx0" brushRef="#br0" timeOffset="105034.19">24642 9674 121 0,'9'-2'124'16,"3"-2"-14"-16,0 0-3 0,7-2-19 0,8 1-9 15,0 1-26-15,4-3-26 0,0 4-41 0,1-1-33 16,1 1-61-16,1-3-117 0,4-1 51 15</inkml:trace>
  <inkml:trace contextRef="#ctx0" brushRef="#br0" timeOffset="105435.4">25278 9229 61 0,'0'-6'217'0,"0"6"-20"0,-1-13-13 0,1 13-14 16,0-9-24-16,0 9-13 0,0 0-13 0,7-4-14 16,-7 4-12-16,0 0-13 0,20 11-5 0,-8 0-3 15,1 1-7-15,0 3-5 0,5 7-5 0,0 0-8 16,-5 1-4-16,3 0-1 0,-3 0-7 0,1 0-4 16,0 2-5-16,-6-3-1 0,2 2 0 0,-1-6-7 15,-3 1 2-15,2-1-5 0,-2-1 1 0,3 0-2 16,-3-1-5-16,2-3 5 0,-4-3-5 0,1-1-4 15,-1 0 3-15,0 1 2 0,-1-5 4 0,-1-1-5 16,-2-4 1-16,5 6 11 0,-5-6 4 0,7 2 1 16,-7-2-6-16,0 0-1 0,10-19-4 0,-5 4-1 15,4-2-1-15,1-7 3 0,0-5-5 0,1 1 0 16,1-1 3-16,-1-1-2 0,-1-2-2 0,0 0-1 16,2 1 1-16,-1 0 0 0,-2 3-2 0,-3 5-1 15,1 6-2-15,0 1 0 0,-4 6-4 0,1 1-13 16,-2 3-30-16,0-1-33 0,-2 7-39 0,3-7-19 15,-3 7-9-15,0 0 0 0,0 0-10 0,0 0-10 0,6 20-114 16,-8-8-297-16,2-2 132 0</inkml:trace>
  <inkml:trace contextRef="#ctx0" brushRef="#br0" timeOffset="105617.71">25864 9436 45 0,'11'-1'152'15,"-5"-2"1"-15,6 0-9 0,1 0-6 0,4-3-6 0,4 1-8 16,6-3-12-16,4 1-2 0,-1-3-14 0,3 2-11 16,-1 2-6-16,-1 1-9 0,-2-2-13 0,1 3-34 15,-10 2-22-15,-7-1-39 0,1 3-26 0,-9 0-26 16,3 0-16-16,-8 0-2 0,0 0-79 0,0 0-200 16,0 0 89-16</inkml:trace>
  <inkml:trace contextRef="#ctx0" brushRef="#br0" timeOffset="105819.23">25946 9367 27 0,'-11'2'112'0,"11"-2"-7"16,-8 2 0-16,8-2 1 0,-4 3-2 0,4-3 1 15,-1 12-6-15,-1-7-3 0,2 7 10 0,2-1-6 16,-2 6 0-16,0 1-8 0,0 1-9 0,0 6-2 16,-2-4 5-16,2 4-7 0,-2 0-11 0,-3-6-5 15,3 5-5-15,-1-5-3 0,-1 0-7 0,-1 0-6 16,3-1-3-16,0 0-5 0,-2-1-14 0,-1-2-19 15,0-1-22-15,3-2-32 0,2-2-28 0,-2 0-21 16,0-1-25-16,2-4-31 0,-5 3-88 0,1-2-266 16,-1-3 118-16</inkml:trace>
  <inkml:trace contextRef="#ctx0" brushRef="#br0" timeOffset="105967.48">25839 9710 83 0,'7'-1'143'0,"2"-1"-19"0,2-1-5 16,2 0-15-16,5-1-5 0,0 2-11 0,5 1-26 0,6-2-17 16,0 2-36-16,0-2-26 0,0 0-37 0,-2 1-81 15,-6-2-145-15,1 0 65 0</inkml:trace>
  <inkml:trace contextRef="#ctx0" brushRef="#br0" timeOffset="106231.62">26349 9414 65 0,'0'0'167'16,"3"-7"-20"-16,-3 7-8 0,0 0-18 0,0 0-8 0,0 0 11 15,0 0 3-15,0 0-10 0,15 12-13 0,-11-2-8 16,-2 6-12-16,0 0 2 0,0 1-8 0,-2 4-8 16,0-2 0-16,-2 0-7 0,-2 2-4 15,2-2-8-15,-3-2-2 0,-1 2-2 0,2-3-3 0,-1 0-10 16,2-4 1-16,-1 2-4 0,2-7-4 0,1 3-3 15,1-1 1-15,1-1 1 0,3-3-4 0,1 2-1 16,0-2-1-16,5-1 0 0,3-1-1 0,8-3-6 16,8 0-13-16,3-1-30 0,1-3-21 0,3-2-27 15,1 0-28-15,-3-1-27 0,3-2-38 0,-7 3-125 16,1-3-318-16,-2-1 140 0</inkml:trace>
  <inkml:trace contextRef="#ctx0" brushRef="#br0" timeOffset="107720.29">23274 10276 3 0,'-12'-2'120'0,"12"2"4"0,-11-3-31 16,5 1 14-16,6 2 2 0,-13-4-8 0,7 3-4 15,6 1-10-15,-12 0-8 0,12 0 7 0,-10-3-17 16,10 3 1-16,-8-2-10 0,8 2-3 0,0 0-8 15,0 0 0-15,0 0 1 0,0 0-2 0,0 0-3 16,51 1-1-16,-16-2-2 0,16-1 0 0,9 0 3 0,28-6 2 16,11 0-5-16,3 0 6 0,8 1-9 15,1 1 0-15,8-1-3 0,-4 1-4 0,6-2 4 16,-5 1-4-16,4 0-1 0,2 2 0 0,1 4-2 16,1-1 5-16,-2 0-9 0,0 0 3 0,1 2-3 0,1 0 1 15,2 0-1-15,4 0-1 0,1 4-3 0,-2-2-1 16,-7-1-4-16,1-1 4 0,-4 0-2 15,-1-3 2-15,-7 3-2 0,-3-4-1 0,-11 2-6 16,-3 1 8-16,-29-2-3 0,2-1-3 0,23-1-1 0,-31 1 1 16,-3-1-2-16,-2 0 4 0,-16 2-3 0,2-3-2 15,-2-1-1-15,-3 1 5 0,0-1-5 16,-1-2 2-16,0-1-4 0,2 1 2 0,-3-1 0 16,0 3-1-16,-3-1-5 0,-3-2 2 0,-2-1 2 0,2 3-2 15,-8 3-1-15,-2-1 4 0,-7 3-1 0,3-2 2 16,-3 0-7-16,-3-1-1 0,2 0 0 0,-2 1-1 15,0 1 2-15,-1-1 1 0,-1 0-3 0,-1 0 0 16,1-1-3-16,-2 0 2 0,1-1-4 0,0 2-2 16,-1-5-2-16,-2 4 3 0,2-4-2 0,-2-1 2 15,-1 0 2-15,-1 0 0 0,-1 0 0 0,0-3-1 16,-1-2 3-16,-3 2-5 0,1-4 0 0,-3 0-2 16,2-1-3-16,-1-6-4 0,-3 0 4 0,2-2-3 15,1 0-1-15,-3-2-1 0,1 0-1 0,-2-4-3 16,-2 1 6-16,-2 1-1 0,0-3-1 0,-3 3 1 15,-7-12 1-15,-1 3-1 0,-4 3 1 0,1-1 2 16,-4-1 0-16,-2 4 0 0,-3 2 1 0,2 1 2 16,-2 0 2-16,-9 1-4 0,-2 1 3 0,-3 3 0 15,-6-4-2-15,-1 5 4 0,-27-10-2 0,4 1-5 16,-4 9-3-16,3-5 4 0,0 3 2 0,17 9-2 16,-25-8 1-16,-4 2 4 0,1 2 4 0,-5 6-8 15,1 2 5-15,-5 3-4 0,-1 3 3 0,-2-1-3 16,5 3 3-16,-5 4-4 0,1 1 3 0,-1 1 4 15,4 2-5-15,-3 1-1 0,5 3 2 0,-1-1 2 0,4 6 1 16,-4-2-1-16,4 2 3 0,1 2-2 0,0 2 3 16,-1 0 0-16,4 5 3 0,-2-2-8 0,7 2 2 15,0 0-1-15,23-6 0 0,-25 7 2 16,2 3 2-16,26-6 0 0,-27 9 3 0,5 1 0 0,23-7-3 16,-28 8-5-16,29-7 5 0,-26 8 5 0,25-5-5 15,0-2-3-15,2 2 7 0,1-1-4 16,-1 4 2-16,1 3 1 0,3 1 2 0,5-3-2 0,6 4-3 15,0-1 3-15,6 0 0 0,2 2 3 0,12-6 0 16,2 5-7-16,-3 5 1 0,8-6-3 0,3 1 7 16,4 1 1-16,2 2-1 0,2 0 2 0,2-2-2 15,-1-1-4-15,4 3 1 0,1-2 3 0,1 3 3 16,4-3-1-16,1 1 0 0,3-2 1 0,8 12-1 16,-3-13 0-16,5 2-3 0,9 6 0 0,4 1 3 15,5-4-1-15,5 1 5 0,2-2-2 0,7-1 2 16,25 9 5-16,-19-18 0 0,22 10-4 0,-19-13-5 15,28 3 1-15,-25-4 1 0,25 1-2 0,-25-6 1 16,2-1-12-16,-1 0-7 0,29 3-13 0,-29-9-15 16,0 0-14-16,28 1-29 0,-27-6-24 0,26 7-29 15,-27-6-124-15,3-6-282 0,24-3 124 0</inkml:trace>
  <inkml:trace contextRef="#ctx0" brushRef="#br0" timeOffset="108474.77">27254 9110 58 0,'-18'9'115'0,"18"-9"2"0,-11 0-3 16,11 0 0-16,-13 0 1 0,13 0-7 0,-10 0-8 15,10 0 3-15,0 0-10 0,-11-1-13 0,11 1-5 16,0 0-9-16,0 0-7 0,0 0 3 0,0 0-9 16,0 0-1-16,36-4-5 0,-9 3-6 0,5-2-4 15,3 2 1-15,19-3-10 0,0-4 3 0,-2 2-11 16,2 2 6-16,-16-1-2 0,16-3 4 0,-18 5-6 15,2-1 2-15,0 1 1 0,-6-1-2 0,0 1 3 16,-4-3-5-16,-1 1-5 0,-9 1-8 0,0 2 13 16,0 0 3-16,-5-1 1 0,-6 3 7 0,2-3 3 15,-9 3 4-15,14-3 6 0,-9 0-2 0,-5 3-5 16,8 0 5-16,-8 0-4 0,0 0-5 0,8-3-3 16,-8 3-5-16,0 0-1 0,0 0-5 0,10 0-2 15,-10 0-5-15,0 0-1 0,0 0-3 0,0 0-4 16,0 0-1-16,0 0 2 0,0 0 0 0,0 0-1 15,-15 17-2-15,6-8 0 0,-3 3 0 0,-3 1-4 0,3-1 3 16,-3 3 2-16,-1-2-9 0,-3 5-16 0,0 1-23 16,7-7-23-16,-6 7-35 0,7-4-12 15,1-1-37-15,-1 1-19 0,1 0-149 0,-1-4-343 16,5-2 152-16</inkml:trace>
  <inkml:trace contextRef="#ctx0" brushRef="#br0" timeOffset="108675.27">27859 8971 11 0,'-8'-26'196'0,"-1"8"-9"0,-1-6-7 16,-2 0-8-16,3 8-6 0,1-1-10 0,-4 0-15 16,0 2-13-16,2 2-7 0,-2 2-15 0,3 0-15 15,1 5-1-15,3 1-18 0,-1-2-28 0,2 4-32 16,4 3-34-16,-8-4-30 0,8 4-30 0,0 0-35 15,0 0-22-15,-14 11-105 0,9-5-264 0,3-1 117 16</inkml:trace>
  <inkml:trace contextRef="#ctx0" brushRef="#br0" timeOffset="109118.2">28093 8729 1783 0,'3'-15'7'0,"-1"-4"-4"0,0 2 19 16,-1 4-4-16,0 2 7 0,-1-2 2 0,3 3 4 0,-2 1 11 15,-1 9 5-15,0-12 11 0,1 6 3 0,-1 6-6 16,1-7-9-16,-1 7-6 0,0 0-5 16,0 0-5-16,6-5-1 0,-6 5-4 0,0 0-5 15,16 18 0-15,-4-5-3 0,-2 3 0 0,5 6-3 0,-3-1-1 16,0 2-4-16,1 0 0 0,-4-5 2 0,2 4-4 15,3 0 2-15,-8-2-2 0,1-4 2 0,3 1-2 16,-4-2-4-16,0 1 1 0,1-1 3 0,-2-3-4 16,0-2 3-16,1-1-2 0,-2 0-1 0,1 1-1 15,-2-5 4-15,1 1-1 0,-2-1-3 0,-2-5 4 16,7 9 3-16,-7-9-1 0,4 5 9 0,-4-5 7 16,0 0 0-16,0 0-3 0,0 0 0 0,11-20-1 15,-6 4-4-15,0-2-1 0,4-7-4 0,0-2-2 16,0-4 2-16,0 0-3 0,0 1 2 0,-1-5-3 15,-1 3-7-15,2 1 5 0,-2-1-1 0,0 2-2 16,-1 1 4-16,2 3-6 0,-4 8 3 0,0-1-5 16,-3 6-8-16,2 0-1 0,-2 3-17 0,1 2-21 15,-2 1-28-15,0 7-35 0,0 0-31 0,-4-10-17 16,4 10-6-16,0 0-6 0,-19 16-150 0,11-7-347 16,-1 5 154-16</inkml:trace>
  <inkml:trace contextRef="#ctx0" brushRef="#br0" timeOffset="110047.55">28680 8700 10 0,'5'-3'198'0,"1"-1"-4"16,-6 4-7-16,7-6 3 0,-7 6-13 0,1-7-21 16,-1 7-7-16,0 0-18 0,0 0-14 0,-8-11-10 15,8 11-12-15,-12 2-12 0,3 5-6 0,-2 0-10 0,-6 3-4 16,2 4-9-16,-2 3-6 0,-5 4-4 15,6-1-2-15,3-5-10 0,1 2-1 0,2-1-1 16,0 0-1-16,3 1-6 0,1-2-1 0,2-4-3 16,4 1 0-16,-3-1-5 0,5-2-1 0,-1 1-4 0,3-1-4 15,0-3-2-15,1-1-1 0,2-2-1 0,0 0-8 16,4-3-2-16,-2 0 4 0,4-3-5 0,-2 0 5 16,1-2-3-16,3-4 1 0,-2-2-1 15,0 0 1-15,1-4 3 0,-3-1 0 0,-3 0-1 0,4-1 2 16,-5-1 1-16,1 0 1 0,-2-1 6 0,2 1-4 15,-4 1 0-15,0 2 10 0,-1 3 3 0,0 2 10 16,0 2-1-16,-2 2-2 0,-1 6-7 0,4-9-1 16,-4 9-4-16,0-6-1 0,0 6-4 0,0 0 0 15,0 0-4-15,0 0 1 0,0 0 2 0,0 0-1 16,-3 25-1-16,2-13 0 0,1 2 2 0,0 1-2 16,-1-1-1-16,3 2 1 0,-1 1-2 0,2-1 1 15,0-5 2-15,0 1 1 0,1-1-5 0,5 0 2 16,-3 0 7-16,1-2-3 0,0-1-1 0,4-3 3 15,-2 1-1-15,1 1 1 0,-2-4 0 0,3 0 1 16,1-3-4-16,-5 2 3 0,4-4 0 0,0 0-2 16,-2-2 0-16,2-2 0 0,0-2 1 0,-2 1-3 15,1-5 1-15,-2-4 3 0,-3 0-9 0,0-1-7 16,-3-1 3-16,0-3 1 0,-1 2 0 0,-4 2-5 16,3-3 5-16,-2 3 1 0,-2 1-4 0,-1 3 4 15,0 0-1-15,1 1 4 0,-1 2-6 0,-4 1 2 16,4 1 2-16,0 2 0 0,-1 1-2 0,0 1 2 15,6 4-1-15,-6-6-3 0,6 6-1 0,-6-4 3 16,6 4-1-16,0 0 2 0,-4-4-4 0,4 4 2 16,0 0 1-16,0 0 7 0,0 0-7 0,0 0 8 15,21 12-5-15,-9-10 2 0,-3 2 4 0,5-3-4 16,1-1 2-16,3 4-1 0,-1-3 3 0,-5 1-5 16,1-2 3-16,-1 0-2 0,-2 3 1 0,-4-3 0 15,1 2-4-15,0 0 3 0,0 1-2 0,-1 0 3 0,-2 3 0 16,1-1 0-16,-3 3-2 0,4-1 2 15,-4 6 0-15,1-2 0 0,-1 1 2 0,-1 0 1 16,1 3 0-16,-2-3-2 0,1 4 1 0,3 0 1 16,-3-2-1-16,1-1-1 0,2-1-1 0,-1-1 5 0,5 0 0 15,-3-1 1-15,1-2 1 0,2 0 1 0,2 0 3 16,-1-3-3-16,2 0-1 0,0-1 3 0,2-2-1 16,-2 0-2-16,2-4 1 0,-3-2 4 15,3 2-6-15,-1-4 1 0,2-3 1 0,-3 2 0 0,1-5-2 16,-1-3 2-16,-2 0-1 0,-1-1-3 0,-2-1 3 15,-1 1-1-15,0-2-5 0,0 0 5 16,-2 3-2-16,0 3 9 0,-1 0 2 0,-1 2 1 0,-1 3-4 16,2 0 2-16,-2 7-3 0,1-14-7 0,-1 14 3 15,1-6 0-15,-1 6-4 0,0 0-2 0,0 0-1 16,0 0-1-16,0 0-2 0,0 0 4 0,0 0 0 16,-6 30-1-16,3-18 0 0,1 5 2 0,0-1-2 15,0 1-14-15,1 0-26 0,1 0-21 0,1-2-30 16,0 0-15-16,2 1-33 0,-1-4-23 0,3-1-25 15,-2 0-135-15,1-3-348 0,-2-2 155 0</inkml:trace>
  <inkml:trace contextRef="#ctx0" brushRef="#br0" timeOffset="110206.51">29127 8429 47 0,'-6'-7'134'0,"1"2"-35"0,5 5-2 0,-5-7-13 16,5 7-26-16,0 0-19 0,0 0-17 0,0 0-47 16,21 28-68-16,-8-20-100 0,10 10 44 0</inkml:trace>
  <inkml:trace contextRef="#ctx0" brushRef="#br0" timeOffset="110571.7">29583 8642 95 0,'0'0'191'0,"8"1"0"0,-8-1-7 16,0 0-12-16,0 0-15 0,0 0-16 16,0 0-15-16,0 0-15 0,5 4-9 0,-5-4-10 15,0 0-13-15,0 0-6 0,-19 20-8 0,10-10 0 16,0-1-7-16,-4 4-6 0,1 2-7 0,0-3-3 0,1 1-8 16,0 0-3-16,6-4-2 0,0 1-5 15,1 0 0-15,2-3-3 0,1 0-1 0,1-7-3 16,0 12-3-16,1-6 0 0,5-1 2 0,-1-3-1 15,2 2-5-15,-1-2-3 0,-6-2-3 0,20 0 3 0,-9-1 1 16,3-2-1-16,-3 0-5 0,0-2 5 0,5 0 0 16,-7-3-4-16,-1-2 2 0,2 1-1 15,-4 1-1-15,1-2 3 0,0 0-2 0,2-5-1 16,-5 7 1-16,-1 0-2 0,-2 1 0 0,0 0 4 16,-1 7-1-16,2-9 0 0,-2 9-3 0,2-7-4 0,-2 7 4 15,0 0-4-15,0 0-2 0,0 0 1 0,0 0 2 16,-6 23-3-16,4-13 5 0,-1 2-2 15,1 0-7-15,1 3-11 0,1-2-23 0,1-1-18 0,1 4-31 16,1-4-23-16,3-1-37 0,3 2-168 0,-1-6-347 16,1-1 154-16</inkml:trace>
  <inkml:trace contextRef="#ctx0" brushRef="#br0" timeOffset="110825.37">29903 8433 54 0,'0'-17'225'0,"0"2"-1"0,-1 4-6 16,1-1-5-16,-2 2-8 0,2 2-13 0,0 8-20 15,0-11-20-15,0 11-20 0,0 0-14 0,0 0-13 16,0 0-11-16,0 0-7 0,7 31-6 0,-3-7-8 16,-2 5-10-16,0 1 2 0,-4-1-10 0,6 1-4 15,1-1-11-15,-4 3 4 0,2-2-5 0,-1-1 15 16,0 0-7-16,0-3-3 0,1-1-19 0,-3-6-25 15,1-1-29-15,-1-1-30 0,3 0-21 0,-3-1-34 16,0-5-34-16,0 0-29 0,0-1-27 0,-3-3-140 16,-1-2-372-16,4-5 165 0</inkml:trace>
  <inkml:trace contextRef="#ctx0" brushRef="#br0" timeOffset="111105.28">29753 8613 105 0,'0'0'160'0,"-2"-7"-13"0,2 7-12 16,0 0-1-16,9-6-2 0,2 5-13 0,7-2-6 16,10 2-2-16,0-2-12 0,6 0-5 0,0 3-10 15,2-2-3-15,0 1-11 0,-3 1-2 0,-2 0-5 16,-2-3 3-16,-8 3 1 0,-1-2 0 0,0-1-3 16,-8 2 0-16,-1-1-1 0,-3 1 3 0,-8 1-3 15,14 0-4-15,-9-1-4 0,-5 1-11 0,10 2-5 16,-10-2-2-16,0 0-7 0,8 6 2 0,-8-6-6 15,3 8-4-15,-1-1-3 0,-2 3 1 0,0 3-3 16,0 0 0-16,-1 2-1 0,1 2-9 0,-3 0-16 16,3-1-11-16,0 3-33 0,-2-2-23 0,0 0-26 15,2-2-30-15,0-3-23 0,2 1-31 0,-2 0-138 16,1-6-351-16,-1 3 155 0</inkml:trace>
  <inkml:trace contextRef="#ctx0" brushRef="#br0" timeOffset="111275.35">30110 8367 175 0,'-3'-7'156'0,"3"7"-17"0,-2-9-27 16,2 9-39-16,-5-7-33 0,5 7-12 0,0 0-14 15,0 0-27-15,0 0-29 0,14 17-72 0,-3-4-123 16,2-2 54-16</inkml:trace>
  <inkml:trace contextRef="#ctx0" brushRef="#br0" timeOffset="111784">30385 8575 133 0,'-9'8'140'0,"9"-8"-5"0,-9 8-2 0,1 0-2 15,-2-1-13-15,2 1-2 0,-1 5-10 0,2-3-12 16,-1 0-7-16,3 1-11 0,0-1-5 0,2 2-10 15,2-2-1-15,1 0-6 0,3 1-6 0,-1-3-1 16,1 1-2-16,2 1-8 0,1-5-5 0,0 2 2 16,2-2 5-16,1-1-12 0,0-3-2 0,1-1-2 0,1-1-2 15,0 0 2-15,-1-3-2 0,-2-1-2 16,-2-2-3-16,2-2-3 0,-2 1-2 0,-1-2 10 16,2-6-12-16,-3 4-3 0,3-2 3 0,-3-1-1 15,0-1-5-15,-1-1 0 0,-1 7-2 0,1-2 3 0,1 1 0 16,-2 5 6-16,1-1 1 0,-2 1-5 0,-1 6-3 15,5-8 1-15,-5 8-2 0,5-2-4 0,-5 2-2 16,0 0 1-16,14 10 4 0,-9-2-1 16,3 2 6-16,-2-1 4 0,0 1-7 0,-4 2 2 15,3-1-3-15,-1-1 2 0,1 1 2 0,0-2 0 0,-1 2-3 16,-1-2 1-16,-1-5 3 0,-1 2-4 16,-1-6 16-16,7 7 15 0,-7-7 20 0,2 5 10 15,-2-5-7-15,0 0-3 0,0 0-8 0,0 0-5 16,9-15-6-16,-6 7 2 0,1-1-10 0,0-1 1 15,2-2 0-15,2 3-6 0,0-4-5 0,0 3-2 0,1-1-1 16,4-1 2-16,-2 0-8 0,2 1 1 0,1 2-2 16,-3 3 0-16,0-1-4 0,-2 4-3 15,-1 2-1-15,-1 0 2 0,3 3-5 0,-2 1 2 16,0 1 0-16,1 4-2 0,-2 0 3 0,0 2 2 0,-1 0-4 16,-1 2 1-16,2 4-1 0,-3 0-16 0,-2-1-20 15,1 0-33-15,-2 2-32 0,0-4-47 16,1-2-58-16,-1 0-155 0,1-2-393 0,1 0 174 0</inkml:trace>
  <inkml:trace contextRef="#ctx0" brushRef="#br0" timeOffset="111993.89">31081 8586 1712 0,'4'-16'25'0,"-4"-1"13"0,-1-1 1 15,1 5 3-15,-1 1 22 0,-1 1 14 0,0 4 6 0,2 7 4 16,-2-11-7-16,2 11-4 0,-1-8-9 0,1 8-8 15,0 0-12-15,-2-8-4 0,2 8-6 0,0 0-1 16,0 0-6-16,0 0-4 0,-2 30 2 0,1-15-4 16,2 2-1-16,-3 1-2 0,3 0-7 15,-2-2-22-15,2 2-16 0,-2-1-43 0,1 2-27 0,-2-1-32 16,1-2-25-16,0 0-40 0,-4-2-167 0,0-2-387 16,1-5 171-16</inkml:trace>
  <inkml:trace contextRef="#ctx0" brushRef="#br0" timeOffset="112149.84">31048 8247 65 0,'0'-11'34'0,"0"11"-27"0,0 0-25 0,0 0-19 16,0 0 8-16</inkml:trace>
  <inkml:trace contextRef="#ctx0" brushRef="#br0" timeOffset="112393.19">31242 8600 1896 0,'0'0'27'0,"0"0"-11"16,0 0-11-16,12-10 7 0,-12 10 3 0,2-9-1 15,1-1 21-15,-1 0 10 0,2-2 12 0,0-2 0 16,-1 1-1-16,3-2 3 0,-2-2-8 0,4 2-6 15,2 0-8-15,0 1-2 0,-1 6-3 0,3-5-5 16,-1 5-4-16,0 4-1 0,1-3-5 0,-2 4-4 16,2 3-2-16,0 1 0 0,0 4-2 15,-3-4-7-15,1 5 7 0,0 1-6 0,-1 1-3 0,-2-1-10 16,0 4-8-16,0-1-11 0,-2 5-18 0,0-1-17 16,-2-1-39-16,0-1-26 0,4 0-34 0,-5 0-41 15,-2-1-109-15,4-3-338 0,0-1 150 0</inkml:trace>
  <inkml:trace contextRef="#ctx0" brushRef="#br0" timeOffset="112647.85">31907 8219 228 0,'0'0'238'16,"-1"-9"-15"-16,1 9-18 0,0 0-24 0,0 0-20 15,0-10-16-15,0 10-20 0,0 0-11 0,0 0-8 16,0 0-12-16,5 25-6 0,-1-8 4 0,-1-1-14 16,2 3-10-16,-1-1 4 0,-3 9-12 0,3-2-2 15,0 3-9-15,-1 0-4 0,-1-8-7 0,1 0-3 16,-2 6-2-16,-1-2-22 0,0-7-30 0,2 1-19 16,-4-5-18-16,2 0-22 0,0 0-23 0,-1-2-18 15,-2 1-32-15,0-2-30 0,-1-4-120 0,-3-1-326 16,7-5 145-16</inkml:trace>
  <inkml:trace contextRef="#ctx0" brushRef="#br0" timeOffset="113196.19">31934 8390 87 0,'5'-9'118'16,"4"1"-13"-16,0 0 4 0,0 1-12 0,0 0-6 15,2 1-9-15,1-1-5 0,-1 4 1 0,4-7-8 0,-4 7 4 16,0-4 8-16,-1-1-8 0,-2 4 7 0,1-2-3 15,-1-1-7-15,-2 0-7 0,2-1-4 16,-4 4 10-16,1-3 0 0,1 2-7 0,-3 0-2 16,0-1-5-16,3 0-6 0,-6 6-5 0,5-7-10 15,-5 7-1-15,4-6-11 0,-4 6-1 0,0 0 0 0,0 0-5 16,0 0 1-16,0 0-4 0,2 21-2 16,-2-12 2-16,-1 7-8 0,-2 1 2 0,1 1-1 15,-2 1 0-15,1 2 2 0,-1 4 1 0,2 1-5 16,-3-6 4-16,0-1-2 0,2-1-1 0,1-1-3 0,0 1 5 15,1-7-5-15,2-1 0 0,-2-3-3 0,1-7 0 16,0 12 2-16,-1-7 3 0,1-5-2 0,0 0 2 16,2 8-3-16,-2-8 1 0,0 0 0 15,0 0-3-15,21-14 0 0,-11 9 0 0,0-3-2 16,2 2 1-16,2-1-1 0,-2 4 4 0,0-1-5 0,-2 2 1 16,2 0-4-16,-3-1 4 0,2 1-3 0,1 4 0 15,-12-2 2-15,14 1 4 0,-2 3-1 0,-1 0 0 16,-2-1 3-16,3 2-3 0,1-2 0 15,1-1 4-15,6 3-1 0,0-3-2 0,0-2-1 0,-2 0 6 16,3-2 2-16,-3-2-4 0,-2 1 1 0,-3-2 0 16,1-5 4-16,-2 5 6 0,-2-9-1 0,-3 1 1 15,1-1-5-15,-3-2 0 0,-1-1-3 0,-1 2 3 16,-3 5 2-16,0-2 3 0,-2 0 1 0,-1 1-8 16,-3 0-2-16,-1 2-1 0,-1 0-1 0,-3 3 1 15,-1 3 0-15,-2-1-9 0,-4 4 5 0,-2 3-3 16,2 3-1-16,-1 2 0 0,-6 5-16 0,2 1-13 15,4 7-18-15,3-1-27 0,3 4-24 0,1 3-19 16,2-2-20-16,4 1-25 0,-1 3-119 0,-3-1-306 16,6-1 135-16</inkml:trace>
  <inkml:trace contextRef="#ctx0" brushRef="#br0" timeOffset="113710.68">29186 9423 78 0,'0'0'168'0,"-17"5"-11"16,7-2-1-16,-5 5-13 0,-1 1-7 0,1 1-18 15,2 1-13-15,2 3-5 0,-2-1-9 0,3 1-12 16,5-2-12-16,-3 2-2 0,6-1-3 0,0-1-7 15,5-2-6-15,0 1-1 0,5 0-4 0,3-1 4 16,0-3 0-16,6 0 1 0,-1-1 0 0,5-3-2 16,2-1-2-16,-2-4 3 0,5-2 0 0,2-2-2 15,-9-3-2-15,2 1-1 0,-5-4-3 0,1 0-2 16,-4-2-3-16,-3-3-5 0,0-1-1 0,-5 0 1 16,-1 0-5-16,-4-7-4 0,-2 7-1 0,-1-1-4 15,-2 1-2-15,-4 3-1 0,0 2-1 0,-1 2-1 16,-2 1-5-16,-2 3 4 0,-2 0-8 0,-4 5 2 15,1 0-3-15,-1 4 2 0,-8 5-19 0,7 0-16 16,-6 5-21-16,3 0-18 0,4 4-23 0,3-3-25 16,5 1-24-16,3 2-22 0,5 0-153 0,5-1-343 15,2-3 152-15</inkml:trace>
  <inkml:trace contextRef="#ctx0" brushRef="#br0" timeOffset="113958.38">29665 9324 1795 0,'14'-31'-5'16,"-2"2"68"-16,-4 6-1 0,-2-1 2 0,-2 7-3 16,-2 4 1-16,2 4-7 0,-4-2 3 0,1 4 0 15,1 1-5-15,-2 6-6 0,3-8-12 0,-3 8 1 16,0 0-6-16,0 0-2 0,0 0-2 0,0 0-2 0,7 27-4 16,-3-9 6-16,-2 11-3 0,3 2-1 15,-3 1-5-15,-1 0 0 0,0 2-3 0,-1 0 2 16,0 1-3-16,1 11-2 0,1-11-1 0,-4-1 2 0,1 1-2 15,1-3-17-15,-6 1-17 0,0-1-15 16,0-2-24-16,2-2-31 0,-1-1-21 0,3-3-27 0,-1-4-34 16,1-4-31-16,-1 1-109 0,4-5-343 15,1-5 152-15</inkml:trace>
  <inkml:trace contextRef="#ctx0" brushRef="#br0" timeOffset="114195.36">30045 9501 178 0,'2'-11'218'0,"3"2"-11"0,-2-1-4 0,0 4-7 16,-1 1-11-16,-2 5 2 0,3-7-27 0,-3 7-14 15,2-6-13-15,-2 6-17 0,0 0-10 0,0 0-11 16,0 0-10-16,2 26-8 0,-4-9-4 0,1 3-6 16,0 6-9-16,-2-1-2 0,2 4-7 0,-2-3-6 15,1-1-2-15,-2 2-6 0,4-2 0 0,-3 0-7 16,1-6-9-16,-2 2-17 0,3-4-19 0,0 2-23 15,-3-2-24-15,1 0-19 0,0 0-30 0,2-1-31 16,-1-4-29-16,-1 5-39 0,0-7-114 0,1-1-352 16,2-9 156-16</inkml:trace>
  <inkml:trace contextRef="#ctx0" brushRef="#br0" timeOffset="114437.77">30180 9415 107 0,'11'-12'181'0,"0"-1"-5"0,2 2-12 16,3 1-7-16,1 2-5 0,-2 2-14 0,2 3-11 15,-2 2-15-15,-2 1-7 0,1 1-14 0,-2 4-6 16,-2-1-9-16,1 6-8 0,-6-4-10 0,2 5-6 16,-3-2-5-16,-2 3-1 0,-3 1-6 0,-3-2-1 15,-2 5-8-15,-3 0-2 0,-7 0-6 0,-3 2-9 16,-4 0-16-16,0-4-17 0,-2 1-24 0,1-2-21 15,0 1-18-15,5-6-25 0,1 1-28 0,2-2-26 16,-1-1-91-16,7-2-271 0,2-2 121 0</inkml:trace>
  <inkml:trace contextRef="#ctx0" brushRef="#br0" timeOffset="114784">30658 9436 70 0,'7'-4'223'0,"-2"1"-17"0,-5 3-17 16,6-3-16-16,-6 3-18 0,0 0-13 0,14 2-6 15,-8 3-6-15,2 3-9 0,0 2-5 0,3 4-12 16,1 2-12-16,1 6-6 0,-2-6-8 0,-2 4-10 16,3-5-6-16,-1 2-4 0,-1-2-4 0,1-1-3 15,-1 1-6-15,-2-6-8 0,-1 2 2 0,3-3-7 16,-2 0 3-16,0-2-2 0,-2-1 3 0,-2 0 3 15,1-1 14-15,0-1 16 0,-5-3 10 0,9 3-1 16,-9-3-3-16,0 0-10 0,14-8 6 0,-6 0-6 16,-3 0-6-16,1-3-6 0,1 0-2 0,0-4-6 15,2-4 3-15,3-1-12 0,-1-3-4 0,0-2-2 16,-1 2-4-16,-1 0-4 0,4 0-4 0,-8 5-18 16,0 0-10-16,0 3-16 0,-1 2-16 0,-2 3-26 15,-1-2-31-15,1 6-34 0,-2 6-44 0,1-11-49 16,-1 11-33-16,0 0-166 0,0 0-459 0,0 0 204 15</inkml:trace>
  <inkml:trace contextRef="#ctx0" brushRef="#br0" timeOffset="115062.51">31099 9542 159 0,'0'0'153'15,"0"0"-9"-15,1 8-7 0,-1-8-4 0,3 8-7 16,-3-8-13-16,3 6-8 0,-1-1-4 0,-2-5-3 15,8 9 2-15,-2-5-2 0,4 2-3 0,1-1 0 16,1-1-6-16,5 0-3 0,3-1-8 0,-2 0-3 16,-5-5-2-16,9 0 3 0,-9-2 2 0,1-1 4 0,-2-1 3 15,-1-4-7-15,1-1-7 0,-5-4-10 0,1 2-4 16,-3-4-6-16,-4 4-3 0,0-3-8 16,-3 0-1-16,-2 4-8 0,-1 2-3 0,-2 1-3 15,0 0-2-15,-2 1-4 0,-3 1-2 0,-4 2-14 16,-1 2-16-16,0 1-19 0,-1 3-21 0,1 1-23 0,-1 5-19 15,0 0-30-15,1 0-40 0,7 2-33 0,-3 1-172 16,0 0-399-16,6 0 177 0</inkml:trace>
  <inkml:trace contextRef="#ctx0" brushRef="#br0" timeOffset="115308.36">31536 9267 152 0,'2'-6'249'0,"-2"6"-9"0,3-10-20 0,-3 10-21 16,3-6-22-16,-3 6-21 0,4-3-18 15,-4 3-11-15,0 0-14 0,0 0-10 0,0 27-9 16,0-10-3-16,1 1-13 0,-2 2-10 0,0 5-4 16,1-2-3-16,0 1-9 0,-4-3-3 0,4 4-5 15,0 0-2-15,-2-1-10 0,1-5 1 0,1 2-2 0,-1-3-29 16,0-2-30-16,-1 2-29 0,2-1-32 15,-2 0-45-15,2-5-25 0,0-1-41 0,-2-1-125 16,2-1-352-16,0-9 156 0</inkml:trace>
  <inkml:trace contextRef="#ctx0" brushRef="#br0" timeOffset="115553.55">31807 9352 1779 0,'4'-19'31'0,"0"-7"92"0,-2 11-33 15,-2 0-22-15,3 5-7 0,-3 1 5 0,-1 2 6 0,1 7-3 16,1-9-11-16,-1 9-9 0,1-9-9 0,-1 9-3 16,0 0-4-16,0 0-2 0,0 0 2 0,0 0-3 15,-2 38 0-15,0-19-16 0,1 7-3 16,-3-1 0-16,0 3 1 0,2-2-5 0,-1 1 0 0,2-1 1 16,0-7-4-16,-3 6 3 0,1-6-1 0,3-1 0 15,-1 0-2-15,0-2-2 0,-2 1-14 16,2-1-22-16,-2-5-26 0,2 1-25 0,-1 2-30 0,0-6-43 15,0 1-40-15,-3-1-159 0,-2-4-385 16,4 2 170-16</inkml:trace>
  <inkml:trace contextRef="#ctx0" brushRef="#br0" timeOffset="116731.75">31692 9515 1729 0,'-1'-7'-18'0,"-3"-2"7"16,3 0 8-16,-1 2-14 0,2 7 1 0,3-12 18 0,2 5-10 15,2-1 20-15,4 2-9 0,4-1-1 0,6 1 3 16,8-2 1-16,2 5-3 0,3-1 1 0,1-1-6 16,3 2 4-16,2-1-3 0,-4 1 0 0,-2-1 2 15,-1 0 10-15,-2-2-8 0,-3 6-9 16,-10-3 9-16,1 1-9 0,-5 0 12 0,-1 0 8 0,-4 1 14 16,-2 0 7-16,0-2 3 0,-7 3-4 0,10-3-6 15,-10 3 1-15,0 0-7 0,0 0-2 0,0 0 0 16,0 0-2-16,0 0 0 0,-43 10 3 15,22-3-3-15,2 1-1 0,-5 5-2 0,3 2-9 0,4-5 8 16,1 2 1-16,1 0-3 0,5-3-1 0,1 1 1 16,2-2-1-16,1 3 4 0,3-2-6 0,0 0-2 15,0-1 0-15,3 0 3 0,0-8-2 0,9 10 4 16,-3-5 0-16,5-1-2 0,0-2-1 0,7 0 0 16,-5-5-1-16,6 3 0 0,-2-5-3 0,-1-1 1 15,0-1 4-15,0-2-6 0,-2 1-3 0,1-3 6 16,-2 1 2-16,0-3 1 0,-4 0 1 0,3 0 2 15,-4 0-1-15,-3 2 0 0,2 1 3 0,-3 3 2 16,0-3 11-16,-2 4-5 0,-2 6-1 0,2-8-4 16,-2 8-7-16,3-5-3 0,-3 5 1 0,0 0-1 15,0 0-3-15,0 0 9 0,-18 20-8 0,11-11-4 16,0 1 2-16,0 0 7 0,3 0-11 0,0 1 7 16,3-2-8-16,-1 1 4 0,2 1-3 0,2 0-1 15,2-2 6-15,1 0-1 0,2-2 1 0,3-1 5 16,6 3-6-16,2-5-4 0,2 0-2 0,1-1 5 15,8-1-7-15,-2-4 0 0,-5 1 0 0,-3-1 1 16,1-1-1-16,-2-1 4 0,-5 1-5 0,1-4 6 16,4-2-2-16,-5 0 5 0,-1 1 0 0,-4-1 4 15,0-1 8-15,4-2 1 0,-5 2 3 16,-2 0 3-16,0 1 0 0,-2-1 4 0,-1 3-4 0,2 1 3 16,-3 0-1-16,-1 6-3 0,3-12 3 0,-3 12-3 15,0-8-9-15,0 8 3 0,0 0-1 0,-11-4-9 16,11 4 4-16,-21 4-2 0,7-1 3 0,4 2-6 15,-3 0-4-15,1 7 5 0,3-8-6 0,2 2-1 16,-2-1-4-16,3 1 1 0,2 0-6 0,0-1 0 16,1 1-5-16,3-6 0 0,-4 9 0 0,4-9 2 15,3 12 0-15,-3-12-2 0,4 8-1 0,0-5 0 16,1-1 3-16,1 3 0 0,2-4 1 0,-1 2 2 16,-7-3-2-16,16 0 3 0,-5-3 3 0,-2 2 1 15,-9 1 8-15,14-5-3 0,-7 2-2 0,-1-1 1 16,-1 1-5-16,-5 3 12 0,8-5-2 0,-8 5 1 15,6-5 2-15,-6 5-3 0,7-2-3 0,-7 2-1 16,0 0 0-16,0 0-2 0,0 0-4 0,0 0 2 16,0 0 0-16,0 18 1 0,-3-7 1 0,-4 5-2 15,1 0 2-15,-4 7-1 0,-3 2 3 0,3-2 0 16,-1 5 0-16,0-1 0 0,5 2 1 0,-2 2 2 16,3-2 0-16,-1 0-1 0,2 3 0 0,0-2 1 15,0 4 2-15,3 0-1 0,-1 0 0 0,0 1 0 16,2-4-2-16,0 1 0 0,0-4-2 0,-4-1 7 15,3 1-3-15,-3-10-1 0,-1 0-1 0,-2 1 0 16,-4-2 2-16,0-4 0 0,-5-1-3 0,0 0-5 16,-9-1-3-16,5-7-2 0,0 1 1 0,-2-4 3 15,0-1-1-15,2-1 1 0,0-1 1 0,3-5 1 16,0-2-1-16,6 4 2 0,-2-6 5 0,5 1-11 16,2 0-4-16,3-2 4 0,5-4-3 0,8-7 2 15,1 0 2-15,3 0-6 0,8-3 1 0,2 5 2 16,4-6 1-16,12-5-1 0,3 6 1 0,0-1 2 15,0 0 1-15,2 1 1 0,0 2-1 0,2 2-1 16,-4 0-1-16,3-2 1 0,-13 6 1 0,11-2 28 16,-9 1-3-16,-6-2 1 0,2-1-3 0,-1 2-3 15,-3-1 0-15,-3-1 0 0,-2-1 5 0,-5-1-1 16,-1 2-2-16,-2 2 2 0,-14 20 5 0,18-30 13 16,-18 30-8-16,9-24 0 0,-9 24 0 0,0 0-6 15,0 0 1-15,0 0-6 0,0 0-1 0,0 0-2 16,-32-40-2-16,32 40 0 0,0 0-1 0,-73 25-3 15,45-8 1-15,3 2-2 0,-2 2 3 0,8-2-5 16,-1 3 1-16,5-1 2 0,2 2-2 0,13-23 2 16,-15 43-6-16,15-43-15 0,0 40-27 0,0-40-31 15,19 42-36-15,-2-20-55 0,3-3-46 0,5-1-210 16,1-1-451-16,2-3 200 0</inkml:trace>
  <inkml:trace contextRef="#ctx0" brushRef="#br0" timeOffset="116879.27">33164 9899 48 0,'0'0'258'16,"0"0"-14"-16,0 0 2 0,0 0 8 0,0 0-7 0,0 0-18 15,0 0-24-15,0 0-19 0,0 0-37 0,0 0-42 16,0 0-54-16,0 0-50 0,0 0-53 0,0 0-65 16,0 0-229-16,0 0-373 0,0 0 164 15</inkml:trace>
  <inkml:trace contextRef="#ctx0" brushRef="#br0" timeOffset="128830.36">16005 5724 47 0,'1'-9'74'0,"-1"9"-2"0,0 0-15 0,0 0-2 15,0 0-12-15,0 0-8 0,0 0-3 0,0 0-8 16,-14-6-14-16,14 6-18 0,0 0-14 0,0 0-14 16,0 0-29-16,0 0-68 0,-15 5 31 0</inkml:trace>
  <inkml:trace contextRef="#ctx0" brushRef="#br0" timeOffset="142313.6">8521 9391 111 0,'-2'-7'190'0,"2"7"-7"0,-3-7-16 0,3 7-12 16,0 0-11-16,-4-8-11 0,4 8-16 0,0 0-9 15,0 0-10-15,0 0-18 0,-1-11-7 0,1 11-9 0,0 0-10 16,0 0-1-16,0 0-7 0,0 0-5 0,15 24-4 15,-10-13-6-15,3 3 1 0,4 3-5 16,2 4 0-16,0 1-4 0,0 0 0 0,-4-1-5 16,5 2-1-16,-3 0-1 0,1-1-5 0,-3-4 2 0,3 3 1 15,-3-3-2-15,0-1-2 0,-1 0-4 0,0 1 2 16,1-1-5-16,-2-3 6 0,0 1-4 16,2-2 3-16,-4-1-5 0,3 1 3 0,-1-3-2 15,-3-2 1-15,0 0 3 0,-1-2-5 0,1-1 3 0,-2-2 4 16,-3-3-7-16,6 6 6 0,-6-6-3 0,0 0 2 15,0 0-2-15,10-11-1 0,-9 4 2 0,3-5-3 16,-1-1 2-16,1-3 3 0,2-3 2 0,0-7 2 16,-1 0 3-16,1-3 3 0,-3 0 4 15,3 1-2-15,-3-2-3 0,4 1 0 0,-2 0 1 0,0 0-4 16,-1 3 3-16,1-3-6 0,-1 5 4 0,-2 5 0 16,1 4-4-16,1-2 2 0,-3 5-5 0,0 2 0 15,2 0-1-15,-2 4-3 0,-1 6-14 0,0-11-24 16,0 11-20-16,3-6-10 0,-3 6-13 0,0 0-8 15,0 0-18-15,0 0-25 0,10 23-24 0,-6-10-18 16,0 4-115-16,1-1-306 0,-3-1 135 0</inkml:trace>
  <inkml:trace contextRef="#ctx0" brushRef="#br0" timeOffset="142559.37">9021 9743 101 0,'-8'-4'190'15,"8"4"7"-15,0 0-12 0,0 0-14 0,-4-6-15 16,4 6-15-16,0 0-18 0,0 0-11 0,0 0-11 16,18-7-12-16,-4 4-5 0,3-1-9 0,6 2-11 15,6 0-19-15,-2 0-17 0,3 1-18 0,-9 2-18 16,0-2-15-16,-3 2-28 0,-6-1-25 0,1 1-14 15,1 0-17-15,-5-1-3 0,-1 2-19 0,1-1-84 16,-9-1-231-16,8 1 102 0</inkml:trace>
  <inkml:trace contextRef="#ctx0" brushRef="#br0" timeOffset="142771.84">9087 9722 50 0,'0'0'123'0,"-7"4"16"0,0-1-14 15,2 1-2-15,0 4-3 0,-1 0-12 0,2 3-2 16,-1 0 2-16,-2 5-5 0,1 3-4 0,4-3-9 16,-2 2-8-16,1 0-8 0,0 7-4 0,1-1-13 15,1 2 1-15,2-7-2 0,-2 0-7 0,-1 5-7 16,2-5-1-16,2-2-2 0,-2 1-12 0,1-2-21 16,0-3-15-16,0 3-23 0,-1-3-20 0,2-2-28 15,-2-2-29-15,0 1-15 0,-2-3-125 0,0 1-268 0,-1-2 118 16</inkml:trace>
  <inkml:trace contextRef="#ctx0" brushRef="#br0" timeOffset="142940.73">8980 10084 154 0,'6'-1'166'0,"-6"1"-8"0,17-1-14 0,-7 0-14 16,3-1-10-16,-1 0-16 0,5 0-3 0,5 1-13 15,-1 0-25-15,9 1-36 0,0-4-34 0,-1 3-52 0,1-2-55 16,-10 2-66-16,2-2-194 0,-4-2 87 16</inkml:trace>
  <inkml:trace contextRef="#ctx0" brushRef="#br0" timeOffset="143228.31">9478 9873 111 0,'0'0'221'0,"3"-8"-10"0,-3 8-11 16,0 0-16-16,4-7-17 0,-4 7-19 0,0 0-17 0,0 0-11 16,0 0-13-16,0 0-4 0,0 0-10 0,10 13-7 15,-10-3-9-15,-1 0-2 0,-3 6-9 0,3 0-7 16,-2-4-5-16,-2 4-3 0,0 0-4 16,0-1-5-16,-2 0-9 0,5-2 0 0,-2 3-3 0,1-3-2 15,0 2-1-15,1-4-7 0,1 2 3 0,0-2-5 16,2 0-1-16,-1-2 1 0,1 1-2 0,3-2 0 15,1 1-5-15,2-3-2 0,2 1-9 0,1-2-23 16,8-1-16-16,0-3-15 0,11-1-24 0,-1-1-20 16,2-2-16-16,3-2-10 0,0-1-6 0,2-2-9 15,0 0-14-15,4-1-13 0,-8-1-90 0,4-2-277 16,-3-2 123-16</inkml:trace>
  <inkml:trace contextRef="#ctx0" brushRef="#br0" timeOffset="143365.46">10169 9918 97 0,'0'0'136'0,"6"-3"-2"0,-6 3-5 0,9-4-17 16,-9 4-9-16,9-4-9 0,-4 4-2 0,4-2-13 15,2 2-13-15,1-1-17 0,3 1-36 0,2 0-22 16,2 0-47-16,-6 0-118 0,2 0-187 0,-3 1 83 16</inkml:trace>
  <inkml:trace contextRef="#ctx0" brushRef="#br0" timeOffset="143505.37">10276 10036 113 0,'0'0'185'0,"0"0"-14"0,0 0-18 0,0 0-12 16,10 6-18-16,-1-5-19 0,1 1-47 0,4-1-46 16,8-1-47-16,6 0-135 0,4-1-185 0,4-1 83 15</inkml:trace>
  <inkml:trace contextRef="#ctx0" brushRef="#br0" timeOffset="143849.81">11853 9665 147 0,'0'-8'168'0,"0"8"-16"0,17-5-14 0,0-1-9 15,12 0-8-15,3 2-10 0,3 0-10 0,3-2-14 0,16 3-8 16,-2-2-8-16,-14 3-18 0,0-1-24 16,3 0-25-16,-10 3-22 0,3 0-16 0,-7 1-35 0,-12 1-22 15,-2 0-14-15,-3 0-75 0,-3 0-193 0,-3 1 87 16</inkml:trace>
  <inkml:trace contextRef="#ctx0" brushRef="#br0" timeOffset="144610.53">12150 9658 62 0,'-8'-1'138'0,"8"1"-6"0,0 0-14 16,0 0-14-16,-6 5 7 0,6-5 9 15,-2 10-8-15,2 0-9 0,0 2 4 0,2 6 4 0,0-1-8 16,-2 9-7-16,0 0-9 0,0-3-6 0,0 4-6 16,0 0-7-16,0-3-6 0,0 3-6 0,0-8-4 15,0 2-7-15,0-2 1 0,0-2-8 16,-2-1-1-16,0 0-5 0,1-4-2 0,0 0 0 0,-1-2-7 15,1-1-3-15,1 2-1 0,-2-5-2 0,2-6 1 16,-7 12 1-16,2-7-5 0,1-2 0 0,-2 1-5 16,6-4 3-16,-12 2-1 0,12-2-1 0,-14-2-1 15,8-2 1-15,6 4-3 0,-13-6 0 0,5 2-3 16,6 0 3-16,2 4-4 0,-8-8-4 0,8 8 3 16,-5-8 1-16,5 8-1 0,0 0-1 0,0 0-3 15,0 0 0-15,0 0 1 0,15-9 0 0,-3 9 4 16,-1 0-3-16,8 2 0 0,2 0 0 0,7 0-5 15,0 1-17-15,2-1-13 0,1 0-14 0,-1 0-18 16,-1-1-7-16,-2 3-12 0,2-1-10 0,-2-1-10 16,-4-1 4-16,-2 0-2 0,7-2 14 0,-8 0 4 15,-3 1 5-15,2-4 2 0,0 3 16 0,0-2 15 16,-1 0 16-16,-2-2 15 0,-5 2 5 0,-2-3 19 16,2-2 5-16,-3 3 26 0,0-3 20 0,-4 2 0 15,1-3 1-15,-1 2 11 0,0-1 9 0,-3 1-8 16,1-3 5-16,-2 10 2 0,0-12 0 0,0 12-1 0,-2-9-1 15,-1 4-3-15,3 5-4 0,-6-6-5 16,6 6-5-16,-13-3-9 0,13 3-6 0,-14 7-1 16,3 2-8-16,-1-3-2 0,-1 7-4 0,0 1-1 15,1-1-1-15,-1 1-4 0,1 1-3 0,2 0-5 0,5-1-1 16,-3 2 1-16,5-4-3 0,1 0 1 16,-3-1-1-16,7-1 0 0,1 0-1 0,1-2 0 15,1-1-3-15,3 0 2 0,1-2-4 0,1-1 4 16,3-3-2-16,-4-1 0 0,7-3-1 0,1-1 1 0,0-2-1 15,-1-1 0-15,-3-2 0 0,0-3-1 0,0-2 0 16,-3 0 1-16,0-3-6 0,-2-1 5 0,-2 0-5 16,-1-9 2-16,1 2-2 0,-4-2 5 15,-2 3-2-15,-2-1-2 0,-4 0-1 0,4 4 4 0,-1-3 0 16,-1 5 13-16,0 0 3 0,1 2 3 0,-2 3 15 16,3 4 15-16,0 0-3 0,2 3 0 0,0 7-13 15,-5-11-7-15,5 11-4 0,0-5-5 0,0 5-4 16,0 0 0-16,0 0-5 0,0 0 0 0,0 32-2 15,2-14 12-15,-3 1-10 0,1 6-5 0,1 3-4 16,-2 1 10-16,2 0-8 0,-2 0 4 0,2-1-11 16,-1-1-22-16,0 2-31 0,0-3-25 0,0 3-51 15,-1-9-29-15,0 5-32 0,1-6-21 0,-2 0-27 16,0-2-140-16,2-7-408 0,0 1 181 0</inkml:trace>
  <inkml:trace contextRef="#ctx0" brushRef="#br0" timeOffset="144843.91">12998 10010 195 0,'0'-6'218'0,"0"6"-13"16,-4-11-7-16,4 11-12 0,-4-10-14 0,4 10-17 16,-7-2-3-16,7 2-6 0,-16 7-8 0,7-1-7 15,-7 3-12-15,3 1-8 0,-3 1-6 0,0 1-14 16,3 0-6-16,2 1-11 0,0 1-4 0,1 0-8 15,3-3-6-15,3 0-6 0,2 1 1 0,2 4-23 16,2-5-16-16,3 0-23 0,5 1-20 0,2-2-32 16,3 1-37-16,6-4-33 0,6 2-39 0,0-1-32 15,0 0-146-15,-5-3-378 0,7-3 167 0</inkml:trace>
  <inkml:trace contextRef="#ctx0" brushRef="#br0" timeOffset="145154.91">13193 10041 94 0,'6'-4'243'0,"-6"4"-17"0,6-4-18 0,-6 4-20 16,5-4-21-16,-5 4-18 0,0 0-20 16,6-1-10-16,-6 1-15 0,0 0-25 0,0 0-34 15,4 11-33-15,-4-11-41 0,5 11-39 0,0-3-39 0,-1 2-154 16,-1-4-281-16,-1 3 126 0</inkml:trace>
  <inkml:trace contextRef="#ctx0" brushRef="#br0" timeOffset="152571.84">13513 9983 82 0,'-4'-9'109'0,"-2"-1"-8"0,2 0 12 15,2 1 1-15,0-3-13 0,-1 3-3 0,-1-1 11 16,0 0-6-16,2 0 4 0,-1 1-3 0,-1-1-6 15,-1 0-10-15,3 4 8 0,-1-1-4 0,1 1-6 0,2 6-5 16,-6-7-9-16,6 7-15 0,0 0 1 0,-3-7-7 16,3 7-10-16,0 0-2 0,0 0-7 15,0 0-3-15,-2 19-1 0,2-9-1 0,0 2-5 0,0 7 1 16,-2-1-5-16,6 3 3 0,-6 3-4 0,4 3-1 16,-2-2 0-16,0-1-2 0,0 3-3 0,5-7-1 15,-1 5 1-15,-2-1 0 0,0-5-4 0,-1-1 0 16,-1 1-13-16,4-3-17 0,-4 0-18 0,0-3-24 15,0 2-17-15,3-4-17 0,-1 0-7 0,0-1-21 16,-2-3-5-16,0-7-15 0,0 11-102 0,0-11-270 16,-7 4 120-16</inkml:trace>
  <inkml:trace contextRef="#ctx0" brushRef="#br0" timeOffset="152885.57">13477 9833 111 0,'5'-11'117'16,"3"0"-11"-16,1 3 4 0,1-1-4 0,-2 1-9 15,1 1-6-15,3 1-13 0,-1 2-4 0,-1 2-9 16,3 0-7-16,-3 2 0 0,-1 2-14 0,1 2 8 16,-2 3-6-16,-3-2-7 0,-1 3 1 0,0 1-6 15,-3 0-1-15,-1 2-4 0,-3 1-6 0,1-2 4 16,-4 2-1-16,1-1-5 0,-1-1-1 0,-4 5 0 15,1-5 3-15,1 0 3 0,1-1-8 0,-1 0 2 16,0-2-10-16,1 0 9 0,3 0-6 0,-4-3-1 16,4 1 0-16,0-1-3 0,4-4 4 0,-4 9-4 15,4-9 0-15,-1 8-4 0,1-8 6 0,7 8-15 0,-3-4-17 16,6 0-14-16,1 0-14 0,5-2-17 0,4 1-7 16,0-3-24-16,7-1-14 0,0 2-102 15,-5-2-231-15,-1-2 102 0</inkml:trace>
  <inkml:trace contextRef="#ctx0" brushRef="#br0" timeOffset="153149.76">13962 9851 17 0,'4'-5'130'0,"-4"5"-18"0,0 0-4 16,7-4-13-16,-7 4 6 0,0 0-2 0,0 0-1 16,5 13-1-16,-5-13 7 0,-2 16-5 0,2-4-2 15,-1 4-6-15,0 2-3 0,-4 0-3 16,2 1-4-16,-1 5-7 0,1-3-8 0,-1-2-5 0,4 0-3 15,-2-1-9-15,0 0 2 0,4-2-6 0,-4-4-1 16,2 2-7-16,2-2 3 0,0-2-4 0,2-1-5 16,-3-1 7-16,1-1-5 0,0-3-5 0,3 2 3 15,1-2-5-15,5-1-5 0,1 0 2 0,4-2-3 16,4 0-2-16,2-2-14 0,5-1-26 0,6-1-20 16,-3-1-24-16,3-1-29 0,-1-2-20 0,5 2-16 15,-6-2-10-15,3 0-27 0,-7 2-92 0,-5 0-280 16,-2 1 124-16</inkml:trace>
  <inkml:trace contextRef="#ctx0" brushRef="#br0" timeOffset="153275.14">14503 10152 82 0,'0'0'117'16,"0"7"-6"-16,0-7-7 0,0 0-17 0,0 0 9 16,4 6-19-16,-4-6 6 0,3 8-21 0,1-3-20 15,1 0-42-15,-2 3-46 0,-1 0-91 0,-2 3-146 16,-4-2 65-16</inkml:trace>
  <inkml:trace contextRef="#ctx0" brushRef="#br0" timeOffset="186128.36">1562 10845 67 0,'0'0'127'0,"0"0"-9"0,-3-10-24 0,3 10-2 15,-11-2-6-15,11 2-2 0,-14 3-19 0,14-3-11 16,-19 6 4-16,9 1-1 0,-5 2-12 0,3 4-4 0,-1-1-1 15,1 4-3-15,-3 4-2 0,0 4-4 0,1 1 2 16,0 3-4-16,4 1 4 0,-2 0 2 0,3 0-7 16,-2 2-6-16,6-2 1 0,-4 3-6 15,6 0 0-15,1 0 7 0,1 1-14 0,2-2 7 16,-1-1-2-16,2-1-5 0,4 3-6 0,0-3 9 0,3 0-3 16,-2-2-2-16,5-1 4 0,-3-2-5 0,1-7 7 15,4 2-7-15,0-2-4 0,0-5 0 16,2-1 6-16,-2 1-4 0,2-7 1 0,2 0 5 15,1-2 8-15,3-5-1 0,-2-1 7 0,9-4-4 0,-1-4 7 16,-4-2 1-16,3-3 5 0,0-3-5 16,0-1 2-16,-1-6-2 0,6-11-5 0,-1 1 1 0,-4-3-5 15,-7 9 3-15,5-11-1 0,-4 0-7 0,-5 8 2 16,-2-13-2-16,-1 3 0 0,-2-2-1 16,-7 10 1-16,1-13 1 0,-6 16-1 0,-3-3 5 15,0-11 2-15,-4 16 1 0,-1 1 7 0,-1 2-4 16,-5 0-1-16,1 2 1 0,-3 4-4 0,2 1-4 0,0 8 6 15,-1-1-4-15,-6 5-3 0,-4 2-3 0,-4 1-9 16,-1 6 1-16,-4 4-1 0,1 5 1 0,-2 1-6 16,1 5 1-16,-12 9-4 0,14-4 7 15,-7 8-5-15,13-7 5 0,0 3-6 0,4 1-3 16,6 0-3-16,3 2-1 0,3-1-7 0,8 2-1 16,3-1 2-16,7-1 1 0,7 0-2 0,4-2 1 0,6 1-5 15,1-1 4-15,16 4-2 0,0-2 2 0,1 0 2 16,-8-8 2-16,-5 1 3 0,16 5-4 15,-13-4 2-15,-4-1-1 0,-1 3 1 0,0 1 5 16,1 0-6-16,-6 4 8 0,1-2 1 0,-6-1-3 16,0-1-2-16,-6 0 1 0,-1 1 0 0,-4-7-2 15,-1 0-3-15,0 1-3 0,-4-1-9 0,0-2-5 0,-2 0-15 16,0 0-9-16,-4-3-36 0,2-3-34 16,0 3-17-16,-4-4-112 0,1 1-272 0,1-6 120 15</inkml:trace>
  <inkml:trace contextRef="#ctx0" brushRef="#br0" timeOffset="186314.68">2228 11330 1869 0,'8'-10'4'0,"-2"1"54"16,1 1-44-16,-5 5-9 0,2-3-9 16,0 2 6-16,-4 4-6 0,6-8 13 0,-6 8-19 15,4-4 13-15,-4 4-7 0,0 0 4 0,0 0 0 16,0 0 4-16,0 0-7 0,0 0-12 0,0 0-20 15,16 18-45-15,-14-10-26 0,3 1-42 0,-1 1-113 16,-4-10-281-16,5 21 126 0</inkml:trace>
  <inkml:trace contextRef="#ctx0" brushRef="#br0" timeOffset="186518.41">1313 12011 148 0,'-1'3'217'0,"1"-3"-24"15,0 0-11-15,0 0-13 0,27 3-13 0,6-6-18 16,18-3-8-16,11-5-14 0,26-6-20 0,-1-5-38 16,3 3-46-16,5-5-56 0,-7 3-35 0,-25 2-56 15,25-8-92-15,-5-2-245 0,1-1 109 16</inkml:trace>
  <inkml:trace contextRef="#ctx0" brushRef="#br0" timeOffset="186698.89">3089 11418 39 0,'0'0'284'0,"0"0"-1"0,0 0-3 0,10-4 2 15,-10 4-16-15,0 0-16 0,0 0-22 0,0 0-17 0,0 0-35 16,6-7-24-16,-6 7-43 0,0 0-49 0,0 0-36 15,0 0-53-15,0 0-60 0,15-4-69 0,-15 4-237 16,16-2-428-16,-16 2 190 0</inkml:trace>
  <inkml:trace contextRef="#ctx0" brushRef="#br0" timeOffset="201923.51">9149 8387 77 0,'0'0'75'0,"0"0"-8"0,0 0-7 0,-3-9-6 16,3 9-4-16,-2-7-7 0,2 7-2 0,0 0-4 16,0 0-4-16,-3-7-7 0,3 7-3 0,0 0-2 15,0 0-9-15,-4-6 0 0,4 6-4 0,0 0-3 16,0 0-8-16,0 0-8 0,0 0-18 0,0 0-14 15,0 0-50-15,0 0-101 0,0 0 44 0</inkml:trace>
  <inkml:trace contextRef="#ctx0" brushRef="#br0" timeOffset="202478.25">9586 7178 101 0,'-4'-11'131'15,"-2"3"0"-15,2 0-19 0,-1-1-17 0,-2 1-5 0,5 3-8 16,2 5-9-16,-5-11-14 0,5 11-1 15,0 0-16-15,0 0-2 0,0 0-7 0,0 0 0 16,-3 25 0-16,6-8-3 0,-2 9-5 0,0 3 0 16,1 3 0-16,0 14-10 0,-1-1 3 0,-1 3 0 15,-1 3-2-15,-1 2 4 0,0 1 0 0,0 7 2 0,-1 18-2 16,2-23 0-16,-2 3 0 0,4 21-1 16,1-24 7-16,-1 1-7 0,2-1 2 0,-2 0-4 15,2-3 2-15,-1 0-2 0,3-4-2 0,-1 5 0 16,-2-4 3-16,-2 0-1 0,2-4-6 0,-2-12 3 0,-2 12 1 15,0-14-3-15,-2 5-2 0,0-6-1 0,1 1-2 16,-3-4-13-16,2-1-9 0,1-2-16 0,0-8-2 16,0-1-19-16,2-3-10 0,0 0-13 15,1-3-11-15,0-1-13 0,-1-1-18 0,1-8-69 0,2 12-201 16,-2-12 89-16</inkml:trace>
  <inkml:trace contextRef="#ctx0" brushRef="#br0" timeOffset="202763.39">9715 8349 132 0,'-1'-7'119'16,"1"7"-9"-16,1-9 6 0,-1 9-7 0,0 0 2 15,0-10-14-15,0 10-9 0,0 0-11 0,0 0-6 16,1-8-6-16,-1 8-4 0,10-5-10 0,-3 2-1 16,2 2-9-16,3-2-3 0,0 1-6 0,6-2-1 15,-1 2-2-15,2-2-6 0,0 3-16 0,-1-2-11 16,-2 2-22-16,-3-1-17 0,-1 1-16 0,0 0-18 16,-4 1-7-16,-8 0-6 0,12-1-8 0,-12 1-66 15,10 1-175-15,-10-1 77 0</inkml:trace>
  <inkml:trace contextRef="#ctx0" brushRef="#br0" timeOffset="203559.67">9913 8297 276 0,'-7'2'-12'0,"7"-2"12"0,-12 1 15 16,12-1 7-16,-13 0 17 0,13 0-1 0,-14 0 11 16,14 0 6-16,-10 0-2 0,10 0 0 0,-7 1-3 15,7-1-10-15,0 0-1 0,0 0-5 0,0 0-1 16,-12 2-3-16,12-2 14 0,-5 7 4 0,3-1 6 16,-2 5-3-16,1 0 16 0,-1 7-3 0,-2 1-4 15,3-1-3-15,-4 2-6 0,4 5-9 0,-3-6-1 16,5 5-2-16,-4-6 1 0,2 0-10 0,1 0-4 15,-1-3 0-15,2 2 2 0,0-5-8 0,-2 0 3 16,2 0-5-16,1-1-5 0,0-3 0 0,-1 1 3 16,1-9-2-16,-2 12 0 0,2-4 2 0,0-8-7 15,-2 9 4-15,2-9-1 0,-1 7-1 0,1-7 3 16,-4 4-7-16,4-4 0 0,0 0 2 0,-11 2-1 16,11-2-3-16,0 0 2 0,-13-4 1 0,13 4-4 15,-10-4 2-15,10 4 3 0,-7-5-6 0,7 5-1 16,-5-5 1-16,5 5-2 0,0 0 1 0,-7-5-2 15,7 5-2-15,0 0 2 0,0 0-3 0,0 0 0 16,-6-4 0-16,6 4 2 0,0 0 2 0,0 0-1 16,0 0-6-16,0 0 9 0,23 9-6 0,-17-8 0 15,2 1-6-15,2 0 0 0,0-1-6 0,3 2-12 16,-1-3-13-16,-1 4 4 0,1-1-13 0,-1-3 2 16,1 2-11-16,0-2 10 0,-1 0-7 0,0-2 15 15,1 2-5-15,-5-2 11 0,4 0-2 0,-1-1 4 16,-2-1-1-16,1-1 9 0,-4 1 2 0,3-2 6 15,0 0 4-15,-4 2 5 0,0-3 3 0,1 1 13 16,-5 6 7-16,5-9 10 0,-2 5 5 0,-3 4 5 0,2-9 3 16,-2 9 1-16,0-8 0 0,0 8-5 15,0 0-5-15,-7-8 0 0,7 8-3 0,0 0-3 16,-9-1 4-16,9 1-10 0,0 0 2 0,-16 8-4 16,7-2-1-16,2 1-1 0,-1 3-1 0,0-2 9 15,1 1-5-15,2-1-5 0,-2 0-1 0,2 3-1 0,1-5-2 16,0 1 5-16,1 1-9 0,1-2 3 15,2-6-3-15,0 10 5 0,0-10-3 0,0 11 2 16,0-11 1-16,7 8 0 0,-7-8 0 0,7 3 1 16,-7-3-3-16,9 1 5 0,-9-1 3 0,13-4-3 0,-5-1 5 15,-1-1 2-15,1-2 1 0,1-1-2 0,0 0-2 16,-1-7 9-16,-1 2-8 0,0-2 3 16,-2-1 0-16,1-1 1 0,-1 1-3 0,-2-1 0 15,-1 0-1-15,2-7-1 0,0 6 0 0,-3 2-1 0,1 0-2 16,-1-2-3-16,1 6-2 0,-2 2 8 0,2 2-3 15,-2-1 0-15,1 4-2 0,-1 6-1 0,1-11-6 16,-1 11 7-16,2-6-9 0,-2 6-2 0,0 0-1 16,0 0-1-16,0 0 3 0,0 0 1 15,0 0-1-15,2 30 1 0,-3-11-1 0,0-7-1 0,-1 4-1 16,1 1-1-16,0-1 2 0,1 1 2 0,0 0 1 16,-2 0 1-16,4 0-2 0,-4-2 2 0,4-2 6 15,-2 1-6-15,0-3-14 0,1 5-11 16,0-4-22-16,1 1-17 0,-1-1-15 0,0-2-21 0,3 1-22 15,1-1-11-15,0-2-10 0,1 0-8 0,0-1-98 16,3-1-266-16,-4-2 119 0</inkml:trace>
  <inkml:trace contextRef="#ctx0" brushRef="#br0" timeOffset="203825.16">10229 8584 73 0,'-3'-14'144'0,"3"14"-8"0,-1-7 0 0,1 7-14 16,-4-7-4-16,4 7-10 0,0 0-7 0,-5-6-14 16,5 6-5-16,0 0-15 0,-13-1 0 0,13 1-12 15,-9 7 3-15,3-2-10 0,-2 4 3 0,2-1-1 16,-1 0 6-16,1 2-7 0,-1 0-8 0,0-2-4 16,2 3-5-16,0-1-3 0,2-3 11 0,1 3-14 15,0-1-1-15,1 1-4 0,1-3 0 0,0-7-1 16,3 14 1-16,-1-6-14 0,1-1-15 0,2 2-18 15,2-1-19-15,1 0-24 0,-3-4-19 0,2-1-11 16,2 3-5-16,1-1-11 0,-1-1-9 0,1-3-85 16,0 1-225-16,-2-1 99 0</inkml:trace>
  <inkml:trace contextRef="#ctx0" brushRef="#br0" timeOffset="203993.34">10383 8618 49 0,'0'0'158'0,"0"0"-9"0,0 0-7 16,4-7-18-16,-4 7-13 0,0 0-7 0,8-3-12 16,-8 3-8-16,7-2-13 0,-7 2-8 0,13 0-29 15,-13 0-15-15,17 2-34 0,-7-1-26 0,0 1-22 16,2 1-16-16,-3 2-17 0,-2-1-55 0,1 1-165 16,-4-1 73-16</inkml:trace>
  <inkml:trace contextRef="#ctx0" brushRef="#br0" timeOffset="204142.95">10447 8723 19 0,'0'0'123'0,"0"0"-5"0,0 0-9 0,-5 3-8 15,5-3-10-15,0 0-13 0,0 0 2 0,0 0-15 16,0 0-3-16,0 0-13 0,0 0-21 0,18 9-22 16,-12-9-29-16,2 0-19 0,2 0-20 0,-10 0-15 15,22-2-45-15,-8 1-130 0,-4-3 58 0</inkml:trace>
  <inkml:trace contextRef="#ctx0" brushRef="#br0" timeOffset="204440.11">10670 8627 66 0,'0'0'145'15,"0"0"-5"-15,0-9-3 0,0 9-14 0,0 0-10 16,0 0-5-16,0 0-13 0,-5-8-8 0,5 8-10 16,0 0-6-16,0 0 3 0,-13 13-4 0,7-4-5 15,1 1 5-15,-1-2-5 0,2 0 0 0,2 2-15 0,0-3-2 16,1 0-3-16,1-7-2 0,3 13-1 15,-2-5-5-15,0-2-1 0,3-1 1 0,4-1-1 16,-2 0 8-16,2 0 5 0,-2-1 2 0,6-1-3 16,-3-2-6-16,2 0 0 0,-1-3-8 0,1-2-5 0,-1 0-3 15,1 1 0-15,-2-5 1 0,-1 1-3 16,-3 1 1-16,3-2-6 0,-5 1-1 0,1-2 0 16,-2-1-4-16,-1 1 0 0,-2 1-3 0,-1-2-1 15,-2 3-2-15,2 0-4 0,-4 2-4 0,1 1-10 16,-4-1-20-16,1 3-8 0,-4 3 1 0,1 1-26 0,-2 2-10 15,-4 6-33-15,5-2-20 0,0 1-25 0,-1 5-32 16,2-1-103-16,5-2-308 0,2-1 136 0</inkml:trace>
  <inkml:trace contextRef="#ctx0" brushRef="#br0" timeOffset="-132894.89">5963 11505 52 0,'0'0'120'0,"-12"24"-9"0,4-10-14 0,1 5-4 15,-6 1 3-15,-1 5-12 0,5 0-11 0,-2-1-4 16,2-5-11-16,1-2 7 0,0-2-9 0,1 0-3 16,1 0-2-16,1-3-4 0,3-3-3 0,-2 0-8 0,1-3-1 15,0 0 1-15,0 0-1 0,3-6 8 0,-2 6 16 16,2-6 9-16,-3 7 5 0,3-7 8 16,0 0-6-16,0 0-6 0,0 0-7 0,0 0-9 15,0 0-4-15,-4-19-5 0,4 19-6 0,4-21-3 0,1 4-8 16,-2-2-7-16,7-6-2 0,-4-1 1 0,6-1-6 15,-2 1-8-15,-1-2 0 0,2-2 1 0,1 1 0 16,1 2 2-16,1 0-5 0,-2 2 0 0,0 3 0 16,3-1-3-16,-4 8 3 0,-1-1 9 0,1 3-5 15,-3 4 2-15,-2 1-1 0,3 1-5 0,-5 3 0 16,1-1-2-16,2 2-2 0,-7 3-3 0,12 0 2 16,-3 5 0-16,-1 2 1 0,5 4 2 0,-2 3 5 15,3 7 1-15,0 1-1 0,1 4 0 0,-4-1-1 16,-1 0-2-16,-1 2 6 0,0 3-3 0,-3-5 4 15,2 1-5-15,0-2 4 0,1 0-1 0,-3-5-4 16,-2-1 1-16,-1 1-2 0,0 0 3 0,-1 0 0 16,0-1-23-16,1-2-23 0,-3-1-40 0,0-3-17 15,0-1-33-15,-1-1-33 0,-2-1-139 0,-1-2-327 16,2-2 144-16</inkml:trace>
  <inkml:trace contextRef="#ctx0" brushRef="#br0" timeOffset="-132716.33">5740 11719 107 0,'0'0'173'0,"0"0"-8"0,0 0-20 16,0 0-6-16,0 0-7 0,30-2-11 0,-7-2-14 16,7-2-12-16,4 0-15 0,4 2-27 0,13-2-27 15,0 1-29-15,2 0-28 0,0 2-31 0,-13 0-24 16,14 0-108-16,-17-1-210 0,3-1 93 0</inkml:trace>
  <inkml:trace contextRef="#ctx0" brushRef="#br0" timeOffset="-132396.45">7348 11430 225 0,'0'-6'211'0,"0"6"-7"0,1-8-15 0,-1 8-17 16,1-7-19-16,-1 7-16 0,0 0-18 0,0 0-15 16,0 0-10-16,0 0-11 0,0 0-9 0,0 0-6 0,10 21-3 15,-8-4-5-15,-1 3-2 0,1 3-4 0,-2 4-4 16,-2 1 1-16,4-2-9 0,-2 1-6 15,-2 0 5-15,1-1-8 0,1-5 0 0,-1 2-7 16,0-4-1-16,1-1-4 0,-2 1-19 0,1-2-15 0,-2-4-36 16,1 0-26-16,-1 0-35 0,2-3-18 0,-4-1-35 15,2-3-22-15,-3 2-100 0,1-3-308 16,5-5 136-16</inkml:trace>
  <inkml:trace contextRef="#ctx0" brushRef="#br0" timeOffset="-132074.15">7297 11678 80 0,'0'0'139'0,"6"-5"-7"0,-2 1-11 16,-4 4-8-16,10-4-18 0,-3 1 1 0,-1 0-17 15,4 2-7-15,4-3-4 0,-2 0-8 0,7-1-3 16,0 2-12-16,0-2-4 0,0 1-1 0,0-1-21 16,-6 0 5-16,6 0-24 0,-2 0 2 0,-5 0-6 15,2 0-7-15,-3-2-2 0,1 0-15 0,3-3 21 16,-6 0-3-16,1 1-1 0,-1-1 3 0,0-1-4 15,-1-4 21-15,-2 5 13 0,-1 1 8 0,-1-1-1 16,0 2 5-16,-1 0 10 0,-2 1-1 0,-1 7 5 16,1-10 6-16,2 5-3 0,-3 5-4 0,1-7-10 15,-1 7-4-15,0 0-13 0,0 0 9 0,0 0-12 16,0 0 4-16,0 0-2 0,0 0 11 0,4 31-7 16,-4-15 10-16,0 2-8 0,-1 2 0 0,-1-1-3 15,2 5-1-15,-1 1-5 0,-1 0-1 0,0-6-3 16,2 9-32-16,-4-3-37 0,3-6-39 0,0-1-43 15,0 3-141-15,-3-3-302 0,0 0 133 0</inkml:trace>
  <inkml:trace contextRef="#ctx0" brushRef="#br0" timeOffset="-131907.02">7729 11778 12 0,'0'0'201'15,"0"0"-18"-15,1-9-24 0,-1 9-13 0,0 0-20 16,0 0-15-16,4-5-34 0,-4 5-11 0,0 0-21 16,0 0-56-16,0 0-37 0,16 11-50 0,-12-8-64 15,2 0-175-15,-6-3 78 0</inkml:trace>
  <inkml:trace contextRef="#ctx0" brushRef="#br0" timeOffset="-131434.39">8038 11532 198 0,'0'0'198'16,"3"-6"-19"-16,-3 6-15 0,0 0-20 0,4-5-11 15,-4 5-10-15,0 0-9 0,0 0-2 0,0 0-8 16,-2 30-6-16,2-16-8 0,2 2-6 0,-2 1 0 0,2 3-9 16,1-3-4-16,-1-2-7 0,4 0-7 0,0 0-7 15,-1-3-3-15,1-3-4 0,1 3-3 0,0-4-3 16,0 1 0-16,2-4-6 0,-2 1 1 15,1-2-3-15,-3 0 0 0,3-2-1 0,-8-2 0 0,11 0-6 16,1-2 8-16,-2-2-8 0,-2-1-1 0,0-2-4 16,-1 4 3-16,1-6-2 0,1 1-2 0,-1-2-5 15,-2 1 2-15,1-2-4 0,1 3 3 16,1-4-4-16,-4 2-2 0,0 2 1 0,-1 2-7 0,0 3-1 16,1-3 0-16,-5 6-2 0,10-4-2 0,-10 4-2 15,0 0 2-15,12 9-1 0,-8-5 2 0,2 4-1 16,0 1 1-16,-2 2 0 0,0-2 1 15,1 1-1-15,0-1 3 0,4 1-6 0,-1-1 3 0,-3 0-1 16,3 0 0-16,-1-2 1 0,3-1 2 0,-3-2 1 16,-1-2 6-16,2-2-6 0,-8 0 6 0,14-2 1 15,-8-2-6-15,3-1 8 0,1-3 10 0,-2-1 0 16,-3-1 2-16,0-3-3 0,3-1 4 0,-4 3-3 16,2-6-2-16,-2-1 2 0,0 1-7 0,-3-2 1 15,-1 1 1-15,0-1-2 0,-1-2-3 0,0 5-6 16,1-1-20-16,-2 7-15 0,1-2-18 0,0 3-38 15,1 9-44-15,-1-10-44 0,1 10-10 0,0 0-15 16,0 0-133-16,0 0-364 0,0 0 162 0</inkml:trace>
  <inkml:trace contextRef="#ctx0" brushRef="#br0" timeOffset="-131273.08">8617 11675 108 0,'0'0'238'16,"5"3"-19"-16,-5-3-4 0,0 0-3 0,8 4-12 15,-8-4-17-15,0 0-16 0,0 0-14 0,6 1-20 16,-6-1-20-16,0 0-26 0,0 0-27 0,10 4-28 16,-10-4-41-16,6 5-39 0,-1-3-30 0,2 3-44 15,1-1-32-15,0 2-132 0,1-1-308 0,0-1 137 16</inkml:trace>
  <inkml:trace contextRef="#ctx0" brushRef="#br0" timeOffset="-130964.65">9173 11486 189 0,'5'-9'284'0,"-4"4"-7"0,3 1-5 0,-4 4-11 16,3-10-17-16,-3 10-10 0,1-7-26 0,-1 7-20 15,0 0-20-15,3-8-19 0,-3 8-22 0,0 0-8 0,0 0-14 16,0 0-13-16,0 0-10 0,0 0-7 0,2 26-9 15,2-9-3-15,-3 1-9 0,-2 2-2 0,-5 6-6 16,2 1-5-16,0 0 0 0,-1-3-6 0,1 3 1 16,-1-4-9-16,2-2-4 0,-3-3 1 15,3 0-5-15,0 1-1 0,0-2 2 0,2-1-10 0,-1 2-9 16,1-6-28-16,0 0-12 0,0-1-24 0,1-2-12 16,0 2-31-16,0-2-24 0,0 0-11 0,0-9-18 15,0 13-18-15,-2-8-20 0,2-5-17 16,0 0-13-16,0 12-123 0,0-12-378 0,0 0 168 0</inkml:trace>
  <inkml:trace contextRef="#ctx0" brushRef="#br0" timeOffset="-130599.33">9160 11491 135 0,'3'-12'191'0,"-1"1"5"15,0 1-3-15,0-1-8 0,1 3-11 0,1-1-12 16,2 2-12-16,-1 3-14 0,6-1-12 0,0 1-10 15,-1 3-10-15,5 1-9 0,-3 2-8 0,2 1-10 16,-3 2-11-16,1 3 0 0,3 0-12 0,-4 0-3 16,0 4-4-16,-2 2 4 0,-4-2-12 0,-2 2-5 15,-1-2 0-15,-4 4-2 0,-2-6-5 0,-1 2 0 16,-4-2-3-16,-1 2-1 0,-2 2-3 0,2-6-3 16,-2-1-6-16,2 0-2 0,-1-2 0 0,4-2-3 15,1 1-2-15,-2-1 2 0,3 0-4 0,5-3 3 16,-11 4-2-16,11-4 0 0,-8 2 1 0,8-2-4 15,-7 3-1-15,7-3 0 0,0 0-3 0,0 0-1 16,0 0 4-16,0 0-1 0,0 0 6 0,12 14 5 16,-6-9-6-16,1 0 2 0,0 0-2 0,4 3 0 15,-4-2 1-15,3 1 0 0,-1 0 2 0,0 1 2 16,1 0-22-16,0 2-19 0,1-4-30 0,4 5-29 16,-6-4-30-16,4-1-24 0,-1 2-23 0,-1-1-24 15,6 2-141-15,-2-4-361 0,2 0 160 0</inkml:trace>
  <inkml:trace contextRef="#ctx0" brushRef="#br0" timeOffset="-130465.77">9627 11789 54 0,'10'-1'221'0,"-10"1"-2"0,8-2-2 15,-8 2-5-15,0 0-2 0,7-3-3 0,-7 3-9 16,0 0-8-16,8-2-16 0,-8 2-19 0,0 0-15 16,0 0-18-16,0 0-17 0,0 0-27 0,0 0-32 0,9-2-44 15,-9 2-53-15,0 0-55 0,0 0-73 0,0 0-190 16,4 8-400-16,-4-8 177 0</inkml:trace>
  <inkml:trace contextRef="#ctx0" brushRef="#br0" timeOffset="-128690.29">10511 11510 156 0,'0'0'195'0,"3"-13"-10"0,-2 9-11 0,-1 4-6 16,0 0-12-16,4-10-11 0,-4 10-11 15,0 0-17-15,0 0-12 0,1-7-12 0,-1 7-10 0,0 0-9 16,0 0-11-16,0 0-8 0,0 0 4 0,0 0-4 16,5 22-4-16,-5-10-3 0,3 14 1 0,-5 0 0 15,2 1 0-15,0 2-5 0,-2 0 2 0,0 0-8 16,1 0-4-16,0-2 0 0,2 0-6 0,-1 1 0 15,3-8-4-15,-2-4-1 0,2 1-1 0,-1-2 2 16,3-5-6-16,-1 3 2 0,3-5-2 0,0 0-2 16,2-1 1-16,-1-1 3 0,2 0-5 15,-2-5 9-15,-1 0-4 0,2 1 1 0,4-5 0 0,-3 0-1 16,2-4-1-16,-1-1 3 0,2-4-6 0,0-4 0 16,4-3 0-16,-2-4-3 0,-2 1-1 0,-3-3 0 15,1-1-3-15,-2 1-1 0,-3 6-2 0,0-7 2 16,1 1 0-16,0 2-4 0,-3 5-1 0,-2-1-1 15,2 3 4-15,-3 6 4 0,2 3 3 0,-2 0 6 16,-1 7-5-16,3-12 0 0,-3 12-4 0,1-7-3 16,-1 7-3-16,3-7-3 0,-3 7 0 0,0 0 3 15,0 0-6-15,0 0 0 0,0 0 2 0,3 35-2 16,-1-20-1-16,-1 4 5 0,0 1-3 0,1-1 3 16,0 0-3-16,-2 0 1 0,3 0 0 0,-3-2 1 15,1 1-1-15,3-3 2 0,-2 0-2 0,-2-4 9 0,3 1-4 16,2-3 0-16,0 1-4 0,-1-2 1 15,1-3 4-15,0 0-3 0,3-1 0 0,-3-1 2 16,4-2 2-16,0 0-4 0,2-2 0 0,2-2 1 16,-1-1 2-16,-1-2-1 0,5-3-2 0,0-2 0 0,-1 0-3 15,1-4 3-15,-2-1-1 0,1 1 4 16,1-6-6-16,-3-1 1 0,3 0-7 0,-2-2 9 16,-5 1-10-16,-3 5 0 0,2 2 1 0,0 0 0 15,-5 0 1-15,3 0 3 0,-4 7 1 0,-1 2 1 0,2 1-6 16,-2 0 3-16,-1 6-2 0,4-10-4 0,-4 10-2 15,0 0 2-15,0 0 0 0,0 0 4 16,0 0-3-16,0 0-1 0,-20 24 3 0,11-8 0 16,2 3 2-16,0 4-2 0,4-4 0 0,-1 0 5 0,4 6-3 15,1-7 2-15,-1 1 1 0,3-2-2 0,1 3 0 16,2-2 0-16,2-1 2 0,0 0 2 0,1 1 0 16,0-1 1-16,2-1-2 0,-5-5-3 0,6 2 1 15,-6-4 0-15,2 3-1 0,-2-5-1 0,-1 1-3 16,1 0-2-16,-4-2-2 0,1-1 9 0,-3-5-8 15,2 10 6-15,-2-10-2 0,0 0 5 0,0 0-3 16,0 0 2-16,0 0 1 0,0 0-1 0,0 0-1 16,0 0 0-16,0 0-1 0,0 0-5 0,0 0-1 15,0 0-3-15,12-25-3 0,-3 15-3 0,1-3-4 16,4 0 1-16,3-2 1 0,3-1-3 0,2 0 0 16,3-1 1-16,-4 1 1 0,4 0 0 0,-2 0 1 15,2-2 4-15,-3-1 0 0,0 4 3 0,0-3 0 16,-8 4 3-16,1 1 3 0,-2 1 0 0,0-3-2 15,-3 2 6-15,-2 2-2 0,-5-1 4 0,2 3 0 16,-2 0 0-16,0 3-1 0,-3-2 2 0,0 8-4 16,-3-11 3-16,3 11-3 0,-8-7 2 0,8 7 1 15,-16 4 0-15,2-1 5 0,-3 5 2 0,1 5 0 16,0-2 0-16,2 3 2 0,-5 5-4 0,7-4 3 16,0 2 3-16,4 1-2 0,-1-1 0 0,6-4 2 15,-1 4 4-15,1-1-4 0,4-4 3 0,3-2 7 16,1 1 0-16,4 0 1 0,4 0 7 0,1-1-3 0,5-3 2 15,0-2-3-15,1 0 0 0,8-3-2 16,-6 0-2-16,7-2-1 0,0-6-2 0,-2 2-4 0,-8 0 3 16,2-2-3-16,6-4 0 0,1 0-4 0,-12 0 1 15,5 0 0-15,-5-2-1 0,6-4-2 16,-8 2 5-16,-1 0-8 0,-4-2 3 0,2 0 1 16,-3 1 1-16,0-2-3 0,-4 0 0 0,2 1-3 0,-4 6 2 15,2-1-2-15,-4 3 1 0,0 2 0 0,0 6-3 16,2-13 0-16,-2 13 0 0,1-9-2 0,-1 9-2 15,0 0-1-15,0 0 5 0,0 0-4 0,0 0 2 16,-10 21-5-16,5-11 7 0,1 3-5 0,-1 2 0 16,-1 9 2-16,4-5-2 0,-3 0 3 0,1-2 0 15,-5 2 0-15,5-2 3 0,-1 0-1 0,1 1-1 16,2 0-1-16,-1-3 4 0,3-1-2 0,-4 1 0 16,-3 0 0-16,4-3 2 0,-1-1-2 0,0 2 1 15,-1-3-11-15,-2 5-17 0,-2-2-11 0,0 1-23 16,-3-3-24-16,1 2-16 0,3-4-25 0,-1-2-28 15,0 0-11-15,6-1-28 0,-1-1-150 0,-3 1-370 16,7-6 164-16</inkml:trace>
  <inkml:trace contextRef="#ctx0" brushRef="#br0" timeOffset="-128280.63">12586 11639 81 0,'0'0'180'0,"0"0"-12"16,0 0 0-16,0 0-8 0,0 0-5 0,-28 6-5 15,14-1-8-15,-1 4-2 0,-1 3-13 0,-4 3-11 16,4-2-14-16,-5 5-6 0,7-2-13 0,1 1-5 16,2-2-12-16,3 2-4 0,-1-2-5 0,0 1-4 15,4 0-7-15,3-2-5 0,0-3-4 0,4 0 0 0,0-1-6 16,2-1-6-16,4-2-11 0,-3-2-10 0,1 0-10 15,3-5-8-15,4 0-3 0,-2 0-8 16,2-1-5-16,1-5 3 0,5 1 13 0,-4-5-14 16,1 0 8-16,-2 0 4 0,4-3-1 0,-5 0 11 0,-2-1-6 15,-1 2 7-15,0-2-6 0,1 0 1 16,-5 4 9-16,0 0 13 0,-1 3 6 0,-1 1 10 16,-2 0 7-16,2-1 4 0,-4 7-8 0,2-7-3 15,-2 7-7-15,5-8-2 0,-5 8-2 0,0 0-3 0,0 0 2 16,0 0 3-16,0 0-1 0,3 23-3 0,-6-14 1 15,1 0-2-15,1 3 1 0,-1 2-2 0,2-4-6 16,0 3 2-16,0 1-5 0,0-3-5 16,3 2-33-16,2-3-30 0,-1 2-65 0,1-1-69 0,1 1-159 15,1-3-387-15,3-4 171 0</inkml:trace>
  <inkml:trace contextRef="#ctx0" brushRef="#br0" timeOffset="-127571.27">13731 11632 197 0,'-7'-4'208'0,"-2"-1"-15"15,-2 2-9-15,0 2-10 0,-3 1-13 0,-1 1-9 16,-2 1-13-16,4 2-10 0,-3 0-14 0,5 5-13 16,-1-4-10-16,-3 6-7 0,4 1-13 0,-3 1-3 15,5-1-9-15,-1 3-6 0,0-1-5 0,3 1-4 16,-1 0-1-16,5-1-6 0,1-1-3 0,-1-2-7 16,1 0 2-16,4-1-5 0,1-1-4 0,-1 1 1 15,-1-4-3-15,5 0 1 0,1-2-2 0,1 0-1 16,2-2-1-16,1 1-2 0,-2-3-1 0,3 0 2 15,-2-4-7-15,3 0 1 0,-3-2 1 0,3-4-3 16,-1 2 1-16,-1-6 1 0,2-3-3 0,-3 2 2 16,-2-2 0-16,-1-7-5 0,1 0 2 0,-2-1-1 15,-2 1 2-15,-2-3 5 0,1-1 2 0,-3-2 15 16,0 3 8-16,0-2-1 0,-1 2 0 0,-3 2 9 16,4 5 1-16,-4 1 0 0,2 0 2 0,1 3 7 15,-2 4 4-15,-1 7 5 0,4-2-4 0,-4-1-7 16,4 8-2-16,0-10-7 0,0 10-10 0,-2-9-5 15,2 9-3-15,0 0 8 0,0 0-17 0,0 0 3 0,-2 28-5 16,-3-10 0-16,5 10-1 0,-2 0 1 0,0 4-2 16,0-2-4-16,-1-2 15 0,0 1-13 15,3-3 2-15,3-2-10 0,-3-4 3 0,3-1 11 0,3 0-12 16,-1-1-2-16,-1-2 12 0,2-1-11 0,2-2 5 16,3-1-8-16,-3-2 6 0,4 0 5 0,-3-5-4 15,4-2-3-15,-3 1 1 0,1-2-1 16,2-4-1-16,1 1 3 0,3-2-6 0,-1-3 5 0,2 1-2 15,-6-2 0-15,0-3-1 0,2 0 1 0,-1-1 11 16,-3-1-14-16,1-3 0 0,-2 2 2 0,-3 2-3 16,0 0 3-16,-2 0 8 0,0 1-17 0,-1 2 5 15,-1 3 12-15,-2 5-10 0,4-11-5 0,0 6-5 16,-4 5 1-16,0 0 0 0,0 0 1 0,3-5 0 16,-3 5 1-16,0 0 2 0,0 0 1 0,2 18-1 15,-2-10-1-15,0-8 0 0,0 12-23 0,2-1-22 16,1-2-30-16,1 0-36 0,-3 1-45 0,3-1-42 15,0 0-40-15,0 0-242 0,-1-4-526 0,-1 0 233 16</inkml:trace>
  <inkml:trace contextRef="#ctx0" brushRef="#br0" timeOffset="-127390.59">13976 11405 95 0,'0'-8'181'0,"0"8"-17"0,-2-9-24 0,2 9-32 16,0 0-12-16,0 0-28 0,0 0-11 0,0 0-34 0,0 0-42 15,0 0-30-15,17 11-27 0,-7-3-56 0,3 2-142 16,3-1 63-16</inkml:trace>
  <inkml:trace contextRef="#ctx0" brushRef="#br0" timeOffset="-127123.99">14216 11579 76 0,'0'8'176'0,"0"-8"-9"0,-2 10-4 0,2-10-8 16,-5 8-13-16,5-8-4 0,0 10-6 15,0-10-3-15,2 13-8 0,-2-6-11 0,3-2-9 0,-3-5-8 16,7 11-5-16,-3-6-7 0,0-3-5 0,2 2-6 16,4-2-7-16,-1-1-2 0,2-3-7 0,1 1-4 15,-2-2-4-15,6-1-2 0,-2-1-8 0,-3-1-3 16,1-1 3-16,-2-3-2 0,-1 2-5 0,1-3-2 15,-1-1-5-15,-1 2 4 0,-3-1-8 0,-3 1 3 16,2-1-7-16,0 0 3 0,-4 1-5 0,1 3 1 16,-1 0-4-16,0 7-1 0,0 0-10 0,-7-12-14 15,7 12-19-15,-11 0-14 0,11 0-18 0,-22 7-24 16,11 1-27-16,0-1-44 0,-3 4-50 0,9-2-112 16,-1 1-350-16,4-4 156 0</inkml:trace>
  <inkml:trace contextRef="#ctx0" brushRef="#br0" timeOffset="-126499.14">14782 11560 194 0,'-9'-5'216'0,"4"1"2"16,5 4-9-16,-14-3-13 0,6 4-5 0,-1 3-6 15,-2 1-15-15,0 1-9 0,-3 5-15 0,5-2-10 16,-2 4-10-16,-1 0-11 0,2 2-10 0,0 0-7 15,-1 0-13-15,4-2-4 0,5-1-10 0,-2-1-8 0,2 1-5 16,0-2-7-16,2-1-2 0,1 1-2 0,2-1-8 16,1-4-6-16,-2 1 3 0,7-1-4 0,-1-3 2 15,3-2-12-15,1-1-6 0,2-2-4 16,-1 1-6-16,2-5 3 0,0 0-2 0,-3-2 0 16,-1-3-3-16,1-1 2 0,-2-1-3 0,-1-2-3 0,1-8 1 15,-2 5-3-15,-2-5 4 0,-3-2 2 0,2-3-1 16,-1 2 0-16,-2-3-2 0,0 3 1 0,-2-1-2 15,0 1 2-15,0 0-3 0,0 3 0 0,-2 4-1 16,1 2 5-16,-2 2 1 0,2 4 7 0,0 0 7 16,0 2-1-16,-3 0 8 0,4 4-2 0,0 6-1 15,-3-11-2-15,3 11-9 0,-1-5-3 0,1 5 2 16,0 0-3-16,0 0 0 0,-4 21-2 0,-2-4 1 16,4 9 0-16,-1 4-3 0,-1 0 5 0,0 0-4 15,1 3 2-15,1-1 1 0,2 0-4 0,-2-3-1 16,2-1 5-16,3-2-5 0,1-2 3 0,0-4 1 15,1-2 0-15,4-2-1 0,0 0 3 0,1-5 1 16,1 1-4-16,0-7 2 0,4 3 2 0,1-1-3 16,-4-3-1-16,5-1-1 0,1-2 1 0,-2-4-2 15,6 1 3-15,-7-1 1 0,4-4 0 0,-1-1-5 16,-1-1 3-16,-1 0-10 0,0-3-1 0,-2-1-1 16,0 1 1-16,-6-2-3 0,2 1-4 0,-1-3 2 15,-3 2 2-15,-2 2-1 0,-1 4 1 0,-2-1 1 16,-1-1-1-16,1 5-2 0,-1 5 1 0,0 0 3 15,-7-11 1-15,0 10-2 0,7 1 0 0,-20 8 5 0,7-1 1 16,1 3-2-16,-1 1 3 0,2 0-2 16,1-2 11-16,1 5-9 0,3 0-2 0,2-2 13 15,4 0-9-15,0-2-9 0,4-1-20 0,2 0-38 16,6 2-48-16,1-1-33 0,13-1-55 0,2-2-47 0,-1-4-191 16,5 1-477-16,0-2 210 0</inkml:trace>
  <inkml:trace contextRef="#ctx0" brushRef="#br0" timeOffset="-122984.8">16454 11237 33 0,'2'-13'178'0,"-2"7"-4"0,0 6-1 0,3-11 0 15,-3 4-5-15,0 7-10 0,0-11-10 0,0 11-9 16,-2-10-8-16,2 10-11 0,0 0-12 0,0-8-15 16,0 8-11-16,0 0-9 0,0 0-10 0,0 0-5 15,0 0-5-15,0 0 3 0,5 33 0 0,-7-14 0 16,-1 7-2-16,1 0-9 0,-3 2 1 0,2 1-4 15,-1 0 4-15,-2 2-9 0,2-1-1 0,-1 1-4 16,1-1-2-16,2 0-5 0,-1-2 2 0,0-2-5 16,2 1-3-16,-1-2-3 0,-1-5-1 0,2-4 2 15,-1 2-5-15,4-6-13 0,-4 0-16 0,4 2-24 16,-2-6-20-16,0 3-23 0,-2-4-25 0,2-7-21 16,0 12-15-16,0-12-18 0,0 6-22 0,0-6-128 15,0 0-340-15,0 0 151 0</inkml:trace>
  <inkml:trace contextRef="#ctx0" brushRef="#br0" timeOffset="-122651.03">16470 11171 98 0,'16'-6'132'0,"-3"3"-16"0,0 3-6 16,1 2-4-16,-1 1-7 0,-1 1-11 0,-1 3-7 15,-3 4-8-15,-2-2-6 0,1 6-8 0,-1 1-3 0,-5 1-5 16,0-1-5-16,-2 1-6 0,-1 0 2 0,-3-2 1 16,-2 2-10-16,0-2-2 0,-3 0-3 15,0-2 3-15,3-3-6 0,0 0 2 0,0-4 0 16,-3 2 5-16,2-2 6 0,3-1-2 0,-2-2 8 0,2 1-1 16,5-4 5-16,-9 5-2 0,9-5-9 0,-6 2-4 15,6-2-7-15,0 0-2 0,-5 5-3 0,5-5-1 16,0 0-3-16,0 0-1 0,9 12 0 15,-5-6-6-15,4 3 2 0,0-2-4 0,1 3 1 0,4 2-2 16,-2 1-4-16,2 0-11 0,0 0-17 0,1 0-29 16,1-1-28-16,1-2-26 0,1 2-27 0,-2-3-25 15,0 1-88-15,0-3-268 0,2-3 119 16</inkml:trace>
  <inkml:trace contextRef="#ctx0" brushRef="#br0" timeOffset="-122389.95">16942 11430 53 0,'-3'-11'185'0,"-1"2"-2"16,2 3 1-16,-3-3-4 0,-3 5-4 0,0-1-8 15,-2 1-17-15,1 2-12 0,9 2-12 0,-22 3-7 16,11 4-9-16,1 2-2 0,-2 3-6 0,-2 10-3 16,1 3-11-16,-1-1-6 0,4 4-5 0,1-1-6 15,4 1-8-15,0 1 0 0,2-3-10 0,2 3-4 16,4 0-5-16,-2-2-2 0,4 1-4 0,-4-2-4 15,3 0-4-15,1-1 0 0,-1-2-3 0,0-5-2 16,0 2-5-16,0-2 1 0,1 1-16 0,-2-2-24 16,0-2-20-16,0 1-33 0,-2 1-22 0,0-5-24 15,-1 1-34-15,0-2-31 0,-1-1-18 0,0 1-150 16,-2-4-380-16,0-1 169 0</inkml:trace>
  <inkml:trace contextRef="#ctx0" brushRef="#br0" timeOffset="-122227.47">16699 11854 1530 0,'3'-11'40'16,"-2"0"11"-16,4 3-19 0,-3 2-24 0,5-2 9 15,0 1-12-15,1 0 2 0,4 0-2 0,-2 1 0 16,3 1 9-16,5-2-6 0,-1 4 1 0,1 0-5 16,4 0-9-16,-4 3-22 0,5-3-41 0,-3 2-25 15,8-2-35-15,-10 3-108 0,5-1-256 0,-1 0 114 16</inkml:trace>
  <inkml:trace contextRef="#ctx0" brushRef="#br0" timeOffset="-122069.81">17412 11663 6 0,'10'-5'191'0,"0"2"-5"0,0-2-9 0,-3 1-3 16,5 0-10-16,-3 1-14 0,2-1-10 0,-2 2-14 15,3-1-17-15,0 1-14 0,0 1-27 0,-1 2-35 16,-1-1-31-16,-1 2-30 0,2-2-29 0,-4 2-32 15,0 1-29-15,-1 1-104 0,-6-4-240 0,0 0 107 16</inkml:trace>
  <inkml:trace contextRef="#ctx0" brushRef="#br0" timeOffset="-121934.06">17503 11736 35 0,'0'0'147'0,"-7"7"0"16,7-7-2-16,-5 4-3 0,5-4-12 0,0 0-7 15,-5 5-14-15,5-5-6 0,0 0-5 0,0 0 1 0,0 0-7 16,0 0-12-16,12 8-3 0,-5-8-20 15,5 0-34-15,-1 0-51 0,7-2-25 0,-6 1-56 16,2 1-128-16,0-3-255 0,2 0 113 0</inkml:trace>
  <inkml:trace contextRef="#ctx0" brushRef="#br0" timeOffset="-119954.54">18492 11410 130 0,'0'0'184'15,"0"-11"-9"-15,0 11-9 0,-3-9-16 0,3 9-7 16,-1-9-5-16,1 9-10 0,0 0-17 0,0 0-12 15,-2-6-10-15,2 6-12 0,0 0-12 0,0 0 0 16,0 0-1-16,-4 28 4 0,0-12 1 0,0 4 0 16,0 9-1-16,-1-2-4 0,-1 4-5 0,-1-3-2 15,3 2-1-15,-1-1-6 0,3 0-4 0,-1-2-1 16,2 1-3-16,-3-3-4 0,2-4-8 0,2 4-1 16,-2-7-2-16,2 0-6 0,0-1-2 0,2-2-17 15,-2-5-24-15,3 3-30 0,-3-4-35 0,2-2-30 16,-1 0-38-16,-1-7-25 0,2 9-17 0,1-4-109 15,-3-5-331-15,0 0 147 0</inkml:trace>
  <inkml:trace contextRef="#ctx0" brushRef="#br0" timeOffset="-119372.08">18666 11658 8 0,'0'0'166'16,"-9"-7"-3"-16,9 7-4 0,0 0-8 0,-21 11 3 15,12-4-5-15,0 2-1 0,2 1-6 0,-3 3-14 16,4-1-12-16,-5 3-8 0,8-3-9 0,0 3-11 16,-1 1-5-16,5 0-10 0,-1 0-6 0,1-5-4 0,1 2-5 15,3-3-8-15,1 1-5 0,-1-3 3 16,2 1-9-16,0-1-2 0,3-3-4 0,1-1-1 16,0-1-4-16,3-2-2 0,-1-1-1 0,6-1-5 0,-2-2 1 15,1-2-3-15,-2-3-1 0,2 1-3 16,-5-1 0-16,-2 0 2 0,-2-1-3 0,0-2 0 15,-1 0-3-15,-4-4 0 0,0 3-4 0,-3-4 3 0,0 1-6 16,-2-1 2-16,-2 1 0 0,-2 0 1 0,0 1-3 16,3 2 1-16,-2 2-5 0,1 0 6 0,-1 1-3 15,3 4-1-15,1 5 4 0,-2-12-5 16,2 12-6-16,-2-12 4 0,2 12-1 0,0 0-2 0,8-7 2 16,-2 6 0-16,-6 1 3 0,16 0-1 0,-16 0 0 15,16 7-4-15,-4-3 3 0,-2 5 1 0,-2-3-3 16,1 3 1-16,0 0 0 0,-3 3 3 0,0-2-8 15,3 4 5-15,-4-2 1 0,1-2 1 0,-3-1-2 16,1 2 1-16,0-1 4 0,0-1-2 0,1 2 0 16,0-1 1-16,0-1 0 0,2-1 3 0,-1 1-6 15,2-2 4-15,-3-3 4 0,1 1-4 0,1-2 3 16,4-3 1-16,-1 1-3 0,3-1 5 0,1-3-4 16,2-2 2-16,-3 0 2 0,4-2-5 0,0-2 2 15,-4 0 5-15,1-2-3 0,-3 0-5 0,-3 1 3 16,1 0-3-16,-4-1 3 0,0-3 0 0,-3 3-1 15,-2-6 0-15,-1 5 3 0,-1 1 4 0,-2 1-5 0,-3-2 2 16,-1 2-1-16,-1 1-3 0,-7 1-1 16,1 1 5-16,2 3-11 0,-5 2-2 0,-1 4-12 15,2 0-8-15,1 2-14 0,-1 2-24 0,1 1-27 16,0 3-16-16,2 1-21 0,4-1-28 0,1 4-25 16,3-1-153-16,2-4-361 0,4 3 160 0</inkml:trace>
  <inkml:trace contextRef="#ctx0" brushRef="#br0" timeOffset="-118999.04">19303 11911 54 0,'0'0'195'0,"15"0"-3"16,-9 0-2-16,5-3-1 0,-11 3-5 0,15-3-11 16,-4 1-13-16,-1-3-8 0,-1 1-9 0,4-1-14 0,1-2-8 15,3 0-4-15,-3-6-14 0,1 5-6 0,-2-1-10 16,-2-4-4-16,-1 4-8 0,2-2 7 15,-6-4-4-15,2 5-7 0,-7-1-4 0,3-5-8 16,-4 1-5-16,0-2-5 0,-1 0-2 0,-2 0-10 16,2 1-1-16,0 0-2 0,-4 4-3 0,3 1-3 0,1 0-2 15,1 2-5-15,1-2-2 0,2 4-2 16,3-2 0-16,2 1-5 0,0 3 0 0,2 1 5 16,3 0-7-16,0 1-2 0,6 2-7 0,0 3 5 15,-1 2-2-15,-1 4-1 0,-2 2-1 0,0 0-1 0,-4 3 0 16,1 0-1-16,-2 2 0 0,-5-1 3 0,0 2-3 15,-2 0 0-15,-2-4 1 0,-1 1 5 0,2-2-6 16,-2 1 0-16,-2 1 1 0,4-3-1 16,-4 0 0-16,1 0 2 0,2 1-1 0,1-3 2 0,0 2-1 15,3-1 1-15,3-3-8 0,-2-2-26 0,3 1-33 16,5-1-47-16,4-3-55 0,5-1-50 0,0-2-239 16,4-2-490-16,-3-3 216 0</inkml:trace>
  <inkml:trace contextRef="#ctx0" brushRef="#br0" timeOffset="-118865.13">20119 11768 216 0,'0'0'260'16,"10"-1"-26"-16,-10 1-5 0,0 0-3 0,0 0-7 15,8-2-17-15,-8 2-17 0,0 0-20 0,0 0-20 16,0 0-33-16,9-1-42 0,-9 1-67 0,0 0-59 16,0 0-87-16,0 0-202 0,0 0-373 0,0 0 165 15</inkml:trace>
  <inkml:trace contextRef="#ctx0" brushRef="#br0" timeOffset="-106369.08">10156 12700 39 0,'0'0'73'0,"0"0"-5"0,0 0-6 15,-4-6-3-15,4 6-3 0,0 0-7 16,0 0 1-16,-6-5-2 0,6 5-9 0,0 0 5 0,0 0-10 16,0 0 6-16,0 0-8 0,-5-4 0 0,5 4-5 15,0 0-2-15,0 0 0 0,0 0 1 0,0 0-8 16,0 0-2-16,0 0-4 0,0 0 2 0,0 0-8 15,0 0 5-15,0 0-20 0,0 0 19 0,0 0 0 16,0 0-5-16,0 0 6 0,0 0-5 0,0 0 2 16,0 0 3-16,0 0-6 0,0 0-16 0,0 0 14 15,0 0 0-15,0 0 5 0,0 0-7 0,0 0-2 16,0 0 7-16,0 0-2 0,-7-4-1 0,7 4-5 16,0 0 18-16,0 0-10 0,0 0-8 0,0 0 5 15,0 0 5-15,0 0 8 0,0 0-4 0,0 0-17 16,0 0 15-16,0 0 6 0,0 0-8 0,0 0 3 15,0 0-5-15,0 0 9 0,0 0-8 0,0 0 7 16,0 0-1-16,0 0-13 0,0 0 0 0,0 0 1 16,0 0 7-16,0 0-7 0,0 0-5 0,0 0-9 15,0 0 19-15,0 0-5 0,0 0 6 0,0 0-13 16,0 0-24-16,0 0-14 0,0 0-17 0,0 0-27 16,0 0-64-16,0 0-163 0,-5 12 72 0</inkml:trace>
  <inkml:trace contextRef="#ctx0" brushRef="#br0" timeOffset="-105206.85">16071 12462 70 0,'0'0'119'16,"0"0"0"-16,-5-8 3 0,5 8-9 0,-6-6-11 16,6 6-11-16,-3-5-7 0,3 5 5 0,-5-7-5 15,5 7 7-15,-5-7-1 0,5 7-3 0,-5-5-9 16,5 5-4-16,0 0-3 0,-6-3-4 0,6 3-10 15,0 0-1-15,0 0-14 0,-7-7-2 0,7 7-8 16,0 0-4-16,0 0 0 0,0 0-3 0,0 0-2 16,0 0-1-16,0 0-6 0,0 0-3 0,0 0 1 15,0 0-10-15,14 25 8 0,-10-18-2 0,-1 5 0 16,1 1-3-16,-1 2 5 0,2 2-1 0,-1 2-3 16,-1 0 9-16,1 5-1 0,1-6-3 0,-3 2 0 15,4 4-5-15,1-6 3 0,-3-1-3 0,1 3 0 0,0-2 3 16,-1-1 1-16,2-1 1 0,1 1-4 15,-1-2-1-15,-2-3-7 0,2 3 3 0,0-4-1 16,0 0 3-16,-1 0-1 0,0-3-1 0,-2 2 0 16,1-4-2-16,-1 0 2 0,0 0 0 0,1-3 2 0,-4-3-2 15,6 9-1-15,-6-9 23 0,3 5 10 16,-3-5 0-16,0 0 1 0,0 0-5 0,0 0 1 16,12-12-4-16,-6 1-3 0,0 0-3 0,3-5-3 15,-4-1 23-15,4 0-8 0,5-8 0 0,-2-1-6 0,0 1 4 16,2 1-5-16,-2-2-5 0,1-1 2 0,-2 2-4 15,1-1-4-15,-1 1 2 0,-2 3 1 0,-2 4-4 16,1-2-2-16,-3 4-1 0,2 0-2 16,-3 5 3-16,0 0-1 0,-2 3 1 0,0 2-3 15,-1-1-2-15,-1 7-1 0,2-11 0 0,-2 11-2 0,2-7-1 16,-2 7-5-16,0 0-10 0,2-7-14 0,-2 7-19 16,0 0-17-16,0 0-16 0,0 0-8 0,0 0-11 15,0 0-12-15,0 0-21 0,0 0-13 0,0 0-2 16,13 12-3-16,-13-12-18 0,2 9-131 15,1-2-318-15,0 0 141 0</inkml:trace>
  <inkml:trace contextRef="#ctx0" brushRef="#br0" timeOffset="-103238.11">16441 12883 16 0,'2'-7'170'0,"-2"7"-10"16,0 0-2-16,3-8-9 0,-3 8-11 16,0 0-15-16,2-6-10 0,-2 6-13 0,0 0-7 15,0 0-13-15,0 0-11 0,0 0-5 0,0 0-3 0,0 0-10 16,0 0-2-16,0 0-10 0,0 0-4 0,0 0-4 15,0 0-1-15,0 0-2 0,0 0 1 0,0 0-3 16,0 0-2-16,0 0 2 0,0 0-1 16,0 0-1-16,0 0 1 0,0 0 10 0,0 0-12 0,4 18-1 15,-4-18 3-15,0 0 5 0,0 0 5 0,0 0 1 16,0 0 2-16,0 0-1 0,0 0 2 0,0 0 4 16,0 0-4-16,0 0 2 0,0 0 3 0,0 0 7 15,0 0-8-15,0 0 2 0,0 0-8 0,0 0 5 16,0 0-11-16,0 0-2 0,0 0-3 0,0 0-4 15,0 0-1-15,0 0 0 0,0 0-6 0,0 0 0 16,0 0 0-16,0 0 0 0,0 0-6 0,0 0 0 16,0 0 1-16,0 0-1 0,-6-22 0 0,6 22-3 15,0 0 2-15,0 0-3 0,0 0 0 0,0 0 1 16,-4-5-2-16,4 5-2 0,0 0 1 0,0 0-2 16,0 0 0-16,0 0 0 0,0 0 0 0,0 0-1 15,0 0-1-15,0 0 1 0,0 0-4 0,0 0 2 16,0 0 1-16,0 0-2 0,0 0-1 0,0 0 1 15,0 0 0-15,0 0-3 0,0 0 3 0,0 0-2 16,0 0 3-16,0 0-1 0,0 0 3 0,0 0-3 16,0 0 3-16,0 0-1 0,0 0-1 0,0 0 3 15,0 0 0-15,0 0-3 0,0 22-1 0,0-22 3 16,0 0 1-16,0 0 1 0,0 0-2 0,-1 7-1 16,1-7 1-16,0 0 0 0,0 0 6 0,0 0-4 15,0 0-3-15,0 0 1 0,0 0 1 0,0 0-2 16,0 0 1-16,0 0 5 0,0 0-5 0,0 0 4 15,0 0-2-15,0 0 2 0,0 0 0 0,0 0-3 16,0 0 1-16,0 0 0 0,0 0-1 0,0 0 1 16,0 0 2-16,0 0-1 0,0 0 1 0,0 0-3 15,0 0-1-15,0 0 4 0,0 0-2 0,0 0 1 16,0 0-3-16,0 0 0 0,0 0 0 0,0 0 2 16,0 0-2-16,0 0 0 0,0 0 1 0,0 0 1 15,0 0-2-15,0 0 3 0,0 0-3 0,0 0 0 16,0 0 0-16,0 0 0 0,0 0 1 0,0 0-1 15,0 0 0-15,0 0 6 0,0 0-7 0,0 0 1 16,0 0-1-16,0 0-1 0,0 0 2 0,0 0 0 16,0 0-1-16,0 0 4 0,0 0-4 0,0 0 1 15,0 0-2-15,0 0 0 0,0 0 2 0,0 0-3 16,0 0 0-16,0 0 2 0,0 0 0 0,0 0 6 16,0 0-7-16,0 0 5 0,0 0-5 0,0 0 1 15,0 0 0-15,0 0 2 0,0 0 1 0,0 0-2 16,0 0 3-16,0 0-3 0,0 0 3 0,0 0-3 15,0 0 1-15,0 0 1 0,0 0 0 0,0 0-2 16,0 0 0-16,0 0-3 0,0 0 2 0,0 0-1 16,0 0 3-16,0 0-3 0,0 0 2 0,0 0 0 15,0 0-3-15,0 0 3 0,0 0 0 0,0 0 2 0,0 0-4 16,0 0 1-16,0 0 4 0,0 0 0 16,0 0-3-16,0 0 1 0,0 0-2 0,0 0 1 15,0 0 0-15,0 0 1 0,0 0 1 0,0 0-2 16,0 0 0-16,0 0 0 0,0 0 1 0,0 0 0 15,0 0-1-15,0 0 0 0,0 0 0 0,0 0-1 0,0 0 0 16,0 0 3-16,0 0-2 0,0 0-1 0,0 0 2 16,0 0-2-16,0 0-1 0,0 0 3 15,0 0-2-15,0 0 2 0,0 0-1 0,0 0 1 16,0 0 0-16,0 0 0 0,0 0 1 0,0 0 0 16,0 0-4-16,0 0 2 0,0 0-3 0,0 0 1 15,0 0 2-15,0 0-10 0,0 0-1 0,0 0-8 16,0 0-7-16,0 0-10 0,0 0-1 0,0 0-8 0,0 0 0 15,0 0-6-15,0 0-1 0,0 0-4 16,0 0 3-16,0 0-1 0,0 0 8 0,0 0-2 0,0 0 3 16,0 0 4-16,0 0 0 0,0 0 5 0,0 0 5 15,0 0 2-15,0 0 4 0,0 0 3 16,0 0 0-16,0 0 1 0,0 0 6 0,0 0-6 16,0 0 6-16,0 0-4 0,0 0 2 0,0 0 0 15,0 0-3-15,0 0 0 0,0 0 5 0,0 0 3 0,0 0-3 16,0 0 2-16,0 0 1 0,0 0 4 0,0 0 1 15,0 0-3-15,0 0 4 0,0 0-2 0,0 0 2 16,0 0 1-16,0 0-1 0,0 0 1 0,0 0 1 16,0 0-1-16,0 0 5 0,0 0-3 0,0 0 4 15,0 0-2-15,0 0 1 0,0 0 0 0,0 0-3 16,0 0 1-16,0 0 2 0,0 0-6 0,0 0 9 16,0 0-6-16,0 0 5 0,0 0-7 0,0 0 6 15,0 0 7-15,0 0-2 0,0 0-2 0,0 0 3 16,0 0 4-16,0 0 2 0,0 0-1 0,0 0 5 15,0 0-2-15,0 0 8 0,0 0-7 0,0 0 3 16,0 0-7-16,0 0 0 0,0 0-3 0,0 0 3 16,0 0-1-16,0 0-3 0,0 0-1 0,0 0 0 15,0 0-3-15,0 0 1 0,0 0-2 0,0 0 0 16,0 0-1-16,0 0-1 0,0 0 5 0,0 0-3 16,0 0-4-16,0 0 4 0,0 0-4 0,0 0 4 15,0 0 4-15,0 0-1 0,0 0-1 0,0 0 3 16,0 0 2-16,0 0 3 0,0 0 1 0,0 0 3 15,0 0 0-15,0 0-2 0,0 0-2 0,0 0-2 16,0 0 1-16,0 0 2 0,0 0-3 0,0 0-3 16,0 0-2-16,0 0-1 0,0 0 0 0,0 0 1 15,0 0-3-15,0 0-2 0,0 0 2 0,0 0 2 16,0 0-2-16,0 0 0 0,0 0-2 0,0 0 2 16,0 0 0-16,0 0 1 0,0 0-1 0,0 0-1 15,0 0 1-15,0 0 1 0,0 0-3 0,0 0 3 16,0 0-4-16,0 0 2 0,0 0 1 0,0 0-3 15,0 0 0-15,0 0 1 0,0 0 1 0,0 0-2 16,0 0 0-16,0 0 0 0,0 0-1 0,0 0 2 16,0 0 4-16,0 0 1 0,0 0-6 0,0 0-2 15,0 0 0-15,0 0 0 0,0 0-4 0,0 0-1 16,0 0-8-16,0 0 1 0,0 0-3 0,0 0 1 16,0 0 0-16,0 0 0 0,0 0 0 0,0 0-1 15,0 0-3-15,0 0 1 0,0 0 0 0,0 0 4 16,0 0-2-16,0 0 0 0,0 0 11 0,0 0-8 15,0 0-2-15,0 0 6 0,0 0-2 0,0 0-2 16,0 0-6-16,0 0 3 0,0 0-9 0,0 0-13 16,0 0-20-16,0 0-3 0,0 0-5 0,0 0 6 15,0 0 0-15,0 0-19 0,0 0 13 0,0 0-8 16,-13-14 6-16,13 14 2 0,0 0 1 0,0 0-6 16,0 0-14-16,-6-4 0 0,6 4-62 0,0 0-160 15,-7-3 71-15</inkml:trace>
  <inkml:trace contextRef="#ctx0" brushRef="#br0" timeOffset="-102082.42">16390 12862 45 0,'0'0'125'15,"0"0"-4"-15,0 0-13 0,0 0-8 0,0 0-6 16,0 0-15-16,0 0-8 0,0 0-6 0,0 0-7 16,0 0-9-16,0 0 0 0,0 0-1 0,0 0-13 15,0 0 0-15,0 0 2 0,0 0-1 0,0 0-2 16,0 0 7-16,0 0-16 0,0 0 1 0,9 17 1 16,-9-17-8-16,0 0-1 0,3 7-2 0,-3-7-1 15,0 0-1-15,3 6 1 0,-3-6-4 0,0 0-1 16,0 0 1-16,4 6-7 0,-4-6 5 0,0 0-3 0,0 0 1 15,1 7 7-15,-1-7 4 0,0 0 9 16,0 0-9-16,-3 12-2 0,3-12 1 0,0 9 0 16,0-9-1-16,0 0-1 0,-1 10-4 0,1-10 8 15,0 7-10-15,0-7-3 0,0 0-4 0,0 10 2 16,0-10 2-16,1 7 2 0,-1-7-8 0,0 0 9 16,0 0-2-16,0 9-3 0,0-9-1 0,0 0 2 15,0 0-7-15,0 10 1 0,0-10 2 0,0 0 1 16,0 0 3-16,0 0-1 0,0 0 0 0,0 0 3 15,0 0 1-15,0 0 8 0,0 0 7 0,0 0 6 16,0 0 5-16,3 4 8 0,-3-4 6 0,0 0 5 0,0 0 2 16,0 0-7-16,0 0-4 0,0 0-2 15,0 0-3-15,0 0-4 0,0 0-2 0,0 0-3 16,0 0-3-16,0 0 1 0,-4-28-8 0,4 28 6 16,1-12-5-16,1 5-4 0,-1 1-5 0,-1 6 1 0,3-14-1 15,-2 7-1-15,1 1 0 0,2-2-4 16,-2 2 1-16,0-1-1 0,-2 7-1 0,9-10-3 15,-5 4 4-15,1 1-5 0,1-1 1 0,2 0 0 16,1 1-2-16,-1 0 0 0,-1 2 1 0,2-1 3 16,3 2-7-16,-5-1 3 0,1 2-1 0,1 0-4 0,1-1 1 15,-10 2 1-15,16 3-1 0,-8-2 3 0,-1 2-1 16,-2 0 1-16,2 1-1 0,0 0 0 16,-2 1 0-16,2 3 0 0,-5-3-2 0,1 2 1 15,1-1 3-15,-3 1 0 0,0 0 1 0,1 2 2 16,-1-3-2-16,0 2 0 0,-1-8-1 0,0 9 3 15,0-9-4-15,0 10 7 0,0-10 7 0,0 0 0 0,-5 8 3 16,5-8 3-16,-5 7 0 0,5-7 15 16,-7 4-6-16,7-4-2 0,0 0 0 0,-7 2-2 15,7-2-2-15,0 0 0 0,0 0-1 0,0 0-2 0,-14-8-2 16,14 8-4-16,-4-8 1 0,4 8-1 0,-3-9-2 16,3 9-1-16,2-13 1 0,-2 13-2 0,2-13-1 15,2 2-4-15,-1 2 3 0,2-1-4 0,2-1-2 16,0 1-1-16,-1 0-6 0,2 1 1 15,1 2-5-15,-2-1 4 0,1 3-4 0,-3 0 1 0,4 2 0 16,-3 1-5-16,1-1 5 0,-7 3-1 0,16 0-2 16,-16 0 2-16,12 3 3 0,-6 0-2 15,0 1 0-15,1 2 1 0,1 1 1 0,-4 0-2 16,-1 1 3-16,1 0 0 0,-2 2 1 0,0 0-2 0,-1 1-2 16,1-2-9-16,-2 1-14 0,0-2-20 0,-2 1-20 15,2 0-18-15,-1-2-36 0,1-7-29 0,0 15-27 16,-1-8-28-16,1-7-112 0,0 0-346 0,1 13 153 15</inkml:trace>
  <inkml:trace contextRef="#ctx0" brushRef="#br0" timeOffset="-101902.61">17094 12809 61 0,'8'-4'137'15,"-8"4"-12"-15,8-1-16 0,-8 1-15 0,9-3-35 16,-9 3-27-16,11 0-16 0,-11 0-29 0,10 0-13 16,-10 0-10-16,6 4-7 0,-6-4-44 0,5 6-92 15,-5-6 41-15</inkml:trace>
  <inkml:trace contextRef="#ctx0" brushRef="#br0" timeOffset="-101805.15">17140 12849 40 0,'0'0'75'0,"-5"5"-3"15,5-5 2-15,-4 4 0 0,4-4-9 0,0 0-4 16,-5 6-4-16,5-6-4 0,0 0-3 0,0 0-5 15,0 0-12-15,10 11-30 0,-1-10-19 0,4 1-37 16,6-2-53-16,0-2-115 0,11-1 52 0</inkml:trace>
  <inkml:trace contextRef="#ctx0" brushRef="#br0" timeOffset="-101451.61">17890 12571 61 0,'0'0'240'0,"6"-7"-20"0,-2 4-12 0,-4 3-11 15,14-3-13-15,-6 3-19 0,1 0-10 0,0 4-9 16,0-2-9-16,1 5-11 0,0-2-11 0,2 4-12 16,-2 0-9-16,-1 0-10 0,-2 2-8 0,0-1-6 15,-1 6-7-15,-3-4-4 0,-2 1-7 16,-2 1-6-16,-2 2-3 0,-2-4-4 0,-1 3-5 0,-6-1-2 15,1-1 0-15,-2 0-4 0,-5-2-4 0,0 1 0 16,2-1-2-16,-3-2 2 0,2 0-8 0,0-3-2 16,6 0 1-16,-2-2-1 0,4 0-2 0,3-1 0 15,-2 0-2-15,2 0 5 0,6-3-6 0,-9 2 0 16,9-2-3-16,-7 4 0 0,7-4-4 0,0 0 1 16,0 0-3-16,0 0-2 0,0 0-4 0,23 0-3 15,-10 0-13-15,6-3-21 0,2 1-16 0,7 1-19 16,1-1-29-16,-1 0-26 0,4 0-41 0,2 1-29 15,-5-2-166-15,0 2-399 0,5-4 177 0</inkml:trace>
  <inkml:trace contextRef="#ctx0" brushRef="#br0" timeOffset="-101061.33">18397 12590 142 0,'5'-9'189'16,"-1"6"-12"-16,3 0 0 0,-1-1-17 0,4-1-10 15,-1 4-11-15,1 0-4 0,2 2-11 0,1-1-10 16,-2 4-11-16,-2 0-12 0,3 1-5 0,-5-1-13 16,1 4-5-16,0-1-7 0,-3 3-6 0,0-1-5 15,-4 1-3-15,-1 1-4 0,1 1-6 0,-4-2 0 16,-3 0 2-16,-2 4-8 0,-4 1-3 0,2-4-2 0,-4 2-2 15,0-2-1-15,-4 0-4 0,4-1-1 16,-3-1-3-16,3-1 0 0,-1 0 1 0,3-3-3 16,2 1-2-16,1-1 0 0,3-2-4 0,1 0 4 15,5-3-6-15,-8 4 0 0,8-4 1 0,-9 6-3 16,9-6 2-16,0 0-2 0,-5 3-2 0,5-3 3 16,0 0 0-16,0 0 2 0,0 0 3 0,19 6-5 15,-7-5 0-15,0-2 1 0,2 2-4 0,5-2-2 16,1 1-10-16,0-2-20 0,2 2-20 0,6-1-27 15,-1-1-34-15,2 0-35 0,-1 0-11 0,-7-2-28 0,-3 2-124 16,-5 0-334-16,6-3 148 0</inkml:trace>
  <inkml:trace contextRef="#ctx0" brushRef="#br0" timeOffset="-100681.06">18799 12688 142 0,'2'-5'184'0,"-2"5"-6"16,0 0-6-16,0 0-6 0,0 0-15 0,0 0-13 16,0 0-16-16,0 0-9 0,0 0-10 0,0 0-7 15,0 0-1-15,0 0-14 0,-14 13-2 0,8-6-4 16,2-2-7-16,-4 2-5 0,3 1-6 0,-1-1-2 16,1 2-3-16,2-4-5 0,2 2-3 0,-1 2-2 15,2-9 0-15,3 15 0 0,1-9 3 0,-2 0 0 16,4 1-2-16,4-1-1 0,0-2 3 0,2 0-6 0,0 1-3 15,5-4-2-15,3 2 0 0,-3-3 0 0,3-2-4 16,-2-2-1-16,0 2 0 0,0-2 1 0,-5 0 0 16,3-1-4-16,-4 0-1 0,1-2 2 15,-3 2 2-15,-1-5-2 0,-3 3-5 0,-1-2 3 16,0 0-7-16,-3-1-1 0,-2 0-3 0,0-1-1 0,-4 2-1 16,-1-1-2-16,0 1-2 0,0 0-1 0,-3 2-4 15,-1 0-5-15,-2 2-12 0,0 0-5 0,-6 0-11 16,4 4-8-16,-6-2-15 0,1 5-16 15,-3 2-21-15,6-1-23 0,-3 0-33 0,6 1-28 0,1 2-24 16,2-2-184-16,1 2-414 0,3-2 184 0</inkml:trace>
  <inkml:trace contextRef="#ctx0" brushRef="#br0" timeOffset="-100270.91">19277 12579 231 0,'0'0'245'0,"2"-7"-18"0,-2 7-22 0,0 0-18 0,0 0-22 16,0 0-12-16,0 0-18 0,0 0-12 0,0 0-3 16,12 14-3-16,-11-5-5 0,4 3-4 15,-2 0-10-15,-1 2-10 0,3 3-5 0,-1-1-5 16,1 1-4-16,-3 1 2 0,0-1-11 0,1-1-2 15,3 0-4-15,-4-4-8 0,4 1-7 0,-5-2-1 0,3 1-9 16,0-3 3-16,1 2-6 0,1-3-3 0,-3-1-3 16,-1-1 0-16,1 1 0 0,-1-2 6 0,-2-5 6 15,4 7 6-15,0-3 19 0,-4-4 7 16,7 4-3-16,-7-4 2 0,0 0-5 0,13-9 6 0,-5 2 0 16,0 0 0-16,-2-3-7 0,4-5 0 0,1 2-6 15,0-3 0-15,2-6-11 0,0 1-4 0,2-2-6 16,2-2-4-16,-5 2 3 0,3-3-7 0,0 1-3 15,0 0-3-15,2 4-3 0,-3-2-2 0,-3 5-4 16,1 3-14-16,-3 2-16 0,0 4-18 0,-4 1-32 16,0 2-35-16,-1 2-47 0,0-1-55 0,-4 5-67 15,4-8-52-15,-4 8-204 0,0 0-571 0,0 0 254 16</inkml:trace>
  <inkml:trace contextRef="#ctx0" brushRef="#br0" timeOffset="-100119.23">19742 12669 219 0,'5'4'199'0,"-5"-4"-32"0,0 0-35 16,0 0-41-16,4 6-54 0,-4-6-45 0,0 0-50 16,0 0-73-16,0 0-139 0,0 0 61 0</inkml:trace>
  <inkml:trace contextRef="#ctx0" brushRef="#br0" timeOffset="-95420.2">21163 11554 152 0,'-4'-5'181'0,"-1"1"-19"0,5 4-12 16,-5-13-4-16,1 8 3 0,4 5-4 0,-6-6-6 15,6 6-14-15,-5-6-13 0,5 6-10 0,0 0-13 16,0 0-9-16,0 0-10 0,0 0-8 0,0 0-7 16,0 0-7-16,0 0 9 0,-4 28-5 0,4-12 6 15,-2 2-6-15,1 6-5 0,0-3-1 0,0-1-6 16,-2-3-3-16,3 2-6 0,-1 0-1 0,-1-2-6 16,1 2-2-16,-1 1 0 0,0-2-5 0,2 1-2 15,-1 1 2-15,0-4-6 0,-2 1 4 0,1-6-5 16,1 0 1-16,1-1 1 0,-2 1-8 0,2-3-22 15,-1-1-20-15,1-7-19 0,-3 14-22 0,2-9-22 16,1-5-21-16,-2 10-22 0,2-10-8 0,-7 7-11 16,7-7-125-16,-8 4-311 0,8-4 139 0</inkml:trace>
  <inkml:trace contextRef="#ctx0" brushRef="#br0" timeOffset="-95121.52">21220 11441 131 0,'10'-8'138'0,"-2"1"1"0,0 0-13 16,0 4-2-16,1 1-11 0,2 1-5 0,1 1-2 15,-1 3-10-15,-2 2-12 0,-3 2-5 0,1 1-8 16,-2 3 0-16,-1 0-3 0,-4 0-12 0,0 6-2 16,-3-5-11-16,-2 3 0 0,0 1-8 0,-4 1-3 15,-4-1-4-15,3 0 3 0,-3-3-5 0,1 3 2 16,0-4-5-16,-1 1 2 0,2-6 3 0,2 1-3 15,-1 1 9-15,1-1-4 0,0-1 1 0,1-5-2 16,2 1-9-16,-1 2 9 0,3-1-13 0,4-4 3 16,-6 6 2-16,6-6 1 0,0 0-5 0,0 0-2 15,0 0-1-15,13 9-19 0,-4-6-26 0,1-3-29 16,4 0-25-16,-1 0-44 0,0 0-21 0,-1-2-24 16,1 0-92-16,0 0-288 0,4-4 127 0</inkml:trace>
  <inkml:trace contextRef="#ctx0" brushRef="#br0" timeOffset="-94881.56">21595 11546 3 0,'4'-3'182'0,"-4"3"1"0,9-3-9 16,-9 3-14-16,0 0-12 0,6-3-15 0,-6 3-5 16,0 0-1-16,0 0-7 0,0 0-5 0,0 0-5 0,0 0-5 15,-4 17-7-15,4-17-8 0,0 0-6 0,-5 8-2 16,5-8-11-16,-6 9-2 0,3-5-3 15,3-4-6-15,-2 10-1 0,2-10-12 0,-3 6-1 16,3-6 0-16,0 9-8 0,0-9-3 0,0 0-5 0,4 9-3 16,-4-9-23-16,0 0-31 0,5 5-28 0,-5-5-29 15,6 5-37-15,-6-5-18 0,7 1-29 0,-7-1-31 16,7 3-110-16,-7-3-333 0,12 2 149 16</inkml:trace>
  <inkml:trace contextRef="#ctx0" brushRef="#br0" timeOffset="-92651.09">21544 12057 43 0,'0'0'98'0,"-8"-7"1"0,6 3-6 15,2 4 2-15,-6-6-8 0,6 6 0 0,-5-12-7 16,3 7-2-16,2 5 2 0,-3-12 6 0,1 6-8 16,2 6 2-16,-3-10-1 0,1 5 0 0,2 5-7 15,-5-12-1-15,3 7-2 0,2 5 3 0,-2-11-10 16,2 11-4-16,-3-12-9 0,3 12 3 0,-1-13-4 16,1 13-2-16,-1-12 2 0,1 12 1 0,0-11 6 15,0 11-1-15,-2-9 2 0,2 9-3 0,0 0-9 16,0-9-1-16,0 9-4 0,0 0-7 0,0 0-3 15,-1-7-4-15,1 7-5 0,0 0-4 0,0 0 0 16,0 0-5-16,0 0 0 0,0 0-1 0,3 25-2 16,-5-14 2-16,2 5 0 0,-2 4-5 0,-4 4 4 15,1 2 0-15,-3-2-4 0,0 3 3 0,-1-1-4 16,-3-3-1-16,5 1 1 0,0-6 0 0,2-2-1 16,-1 4 2-16,2-6-3 0,0 0 2 0,2-4 2 15,0 0-7-15,1-1 7 0,1 1-5 0,1-4 3 16,-1-6 2-16,0 13 3 0,3-10 2 0,1 2 4 0,2-2-1 15,2-2-1-15,2 1-1 0,8-5-1 16,1 0-1-16,8-2-12 0,0 0-24 0,1-5-15 16,0 3-37-16,0-2-22 0,0-1-32 0,-1-4-36 0,-3 2-33 15,-4 2-118-15,5-7-347 0,6 0 154 16</inkml:trace>
  <inkml:trace contextRef="#ctx0" brushRef="#br0" timeOffset="-92468.5">22167 11878 143 0,'6'-3'163'0,"-6"3"-15"0,6-4-16 0,-6 4-17 16,9-4-26-16,-9 4-29 0,10-2-23 0,-10 2-33 15,13 0-29-15,-13 0-22 0,15 2-90 0,-8-2-148 16,0 1 66-16</inkml:trace>
  <inkml:trace contextRef="#ctx0" brushRef="#br0" timeOffset="-92316.54">22210 11978 153 0,'0'0'182'0,"0"0"-5"0,-2 7-6 0,2-7-10 15,0 0-17-15,9 5-10 0,-9-5-12 0,19 1-14 16,-6-1-8-16,6 0-24 0,4-1-44 0,8-1-27 15,1 1-49-15,1-3-41 0,1-1-155 0,-1 2-259 16,0-4 115-16</inkml:trace>
  <inkml:trace contextRef="#ctx0" brushRef="#br0" timeOffset="-88115.22">22785 11824 46 0,'-7'-5'137'0,"7"5"8"0,-7-5-6 0,7 5-7 0,-5-6-11 15,5 6-3-15,-6-8-9 0,6 8 0 0,-1-10-8 16,1 10-12-16,0-12-2 0,0 12-7 16,7-11-1-16,-3 3-5 0,3 0-3 0,1 0-8 0,2 0 2 15,4-1-14-15,1 0-5 0,1 1-3 0,-1 0-8 16,-5 4-2-16,4 1 1 0,-2 1-6 0,1 1-3 15,-4 2-6-15,-2-1-3 0,3 3-1 0,-5 3-1 16,2 2-1-16,-3 2 2 0,-2 4-3 0,1 2-1 16,-3 2 1-16,-5 0-3 0,0 1-1 0,-4 3-1 15,-5 1 4-15,1-1-2 0,-1-6-3 0,1 0-3 16,0 0 5-16,-2-3-1 0,0-1-2 0,2-1-2 16,0-2 0-16,0-1 0 0,2-4 3 0,-2 2-2 15,4-1 3-15,1-1-1 0,3-1 0 0,5-3 0 16,-10 3 3-16,10-3-2 0,-8 3 1 0,8-3-3 15,0 0 4-15,-6 1-6 0,6-1 2 0,0 0-2 16,0 0-2-16,0 0 1 0,0 0-4 0,31-3 8 16,-15-1-1-16,3 2-2 0,4 0-3 0,5 0-5 15,-1 0-24-15,0 1-13 0,-5-1-21 0,1 2-18 16,5-2-12-16,-1 1-11 0,-7 1-21 0,2-2-9 16,0 2 1-16,-3-3-12 0,3 1-91 0,-3 0-256 15,-1-4 114-15</inkml:trace>
  <inkml:trace contextRef="#ctx0" brushRef="#br0" timeOffset="-87887.25">23279 11735 24 0,'2'-18'139'0,"-2"2"-1"15,0 1-1-15,0 2 9 0,1 2-7 16,0 0 6-16,-1 4 3 0,1 0-15 0,-1 7-16 16,0-10-9-16,0 10-14 0,0 0-11 0,0 0-7 15,0 0-9-15,0 0-2 0,13 22-6 0,-8-8 6 0,-2 6-3 16,2 6-6-16,-2 0-6 0,-2 1-4 15,1 0 5-15,-2-1-12 0,2 0-2 0,-2-2-3 16,1 2-3-16,-1-8-4 0,0 1 2 0,-1-1-11 16,1-1-22-16,-2-2-23 0,2-2-19 0,0-1-33 0,0-1-23 15,-1-1-18-15,1-1-33 0,-1-2-22 16,1-7-102-16,-3 10-298 0,3-10 132 0</inkml:trace>
  <inkml:trace contextRef="#ctx0" brushRef="#br0" timeOffset="-87632.86">23444 11697 91 0,'0'0'157'0,"-7"-3"-9"0,7 3-12 0,-17 1 2 16,5 3-11-16,1 1-10 0,0 2-3 0,-4 3-13 16,0-1-4-16,1 2-9 0,2 1-5 0,-2 0-8 15,5 0-7-15,2-1 2 0,-1-3-4 16,3 3-11-16,1-4-1 0,2 1-6 0,0 0-2 0,2-8-3 15,3 15 0-15,1-7-9 0,1 1 3 0,1-3-10 16,4 1 2-16,2-1-2 0,6 0-18 0,-1-1-29 16,5-1-16-16,5 0-18 0,1-3-18 0,0 1-13 15,-7-4-22-15,7 2-9 0,-1 0-6 16,-5-3-4-16,-2 1-6 0,-1-2-78 0,2 2-227 0,-5-3 100 16</inkml:trace>
  <inkml:trace contextRef="#ctx0" brushRef="#br0" timeOffset="-87236.68">23732 11918 43 0,'0'0'97'0,"1"10"-3"0,-1-10 15 0,1 9-1 16,-1-9-9-16,1 7-1 0,-1-7-3 0,6 7 10 15,-4-3-3-15,-2-4-5 0,8 6 2 0,-3-4-3 16,1 0-2-16,-6-2-1 0,14 3-5 0,-6-3-9 16,5-3-8-16,-2 2 0 0,1-1-5 0,6-3-9 15,-5 2-1-15,3-4-7 0,-5 4-2 0,1-2-5 16,-2-1-9-16,1 0 2 0,-2 2-4 0,-3 0 2 15,-1-2-2-15,-1 0-4 0,1-3 0 0,-2 0-2 16,-2-2-2-16,1-2-7 0,-2 2 1 0,-3-4 0 16,0 2-6-16,1 0-5 0,0-4 6 0,1 2-2 15,0-1-1-15,1 4-1 0,1 2-2 0,0-3 2 16,1 1-6-16,1 1 2 0,4 1 0 0,-1 1-4 16,2 2 2-16,2 1-2 0,1-1 0 0,1 2-1 15,2 3 2-15,-2-1-4 0,0 3 0 0,2 1 3 16,-1 3-6-16,4 2 4 0,-2 3 0 0,-2 3 3 15,-2-1 0-15,0 5 1 0,-1 0-2 0,-4 4 6 16,-2-1 5-16,0 5-4 0,-1-5-5 0,-1 6 9 0,-3-7-1 16,-2 1-3-16,2-2 1 0,-2-2 4 15,5-2-6-15,-2 4 5 0,1-7-3 0,0 2 0 16,3-1-3-16,4-2-12 0,-1 1-26 0,8-2-33 16,2 0-41-16,5-2-34 0,7-5-36 0,2 2-161 15,0-3-364-15,3-3 162 0</inkml:trace>
  <inkml:trace contextRef="#ctx0" brushRef="#br0" timeOffset="-87096.22">24779 11878 201 0,'0'0'212'0,"7"-3"-9"0,-7 3-14 0,0 0-13 16,8-3-20-16,-8 3-12 0,0 0-17 16,7-3-18-16,-7 3-21 0,11-1-32 0,-11 1-34 15,10-1-42-15,-10 1-54 0,11 0-36 0,-11 0-137 0,12 0-267 16,-12 0 118-16</inkml:trace>
  <inkml:trace contextRef="#ctx0" brushRef="#br0" timeOffset="-58612.36">8097 13408 168 0,'-5'3'164'0,"5"-3"-10"0,-9 2-11 0,9-2-6 16,-8 4-8-16,8-4-17 0,0 0-10 0,-6 3-6 15,6-3-3-15,0 0 10 0,0 0 0 0,0 0-3 16,14 7-2-16,-3-6-9 0,2-1-5 0,6 2-12 16,9-5-8-16,2 1-3 0,-1-2-8 0,3 1-6 15,3-1-3-15,-3 1-12 0,-2-3-9 16,1 2-24-16,-3 1-14 0,0-4-22 0,-7 3-26 0,6-1-30 16,-7 2-32-16,0-1-32 0,-7 0-140 0,-1-1-322 15,-1 1 143-15</inkml:trace>
  <inkml:trace contextRef="#ctx0" brushRef="#br0" timeOffset="-58386.34">8356 13391 126 0,'-10'7'172'0,"6"-4"-14"0,2 3 5 0,-3 1-3 15,0 4 1-15,-2 3-6 0,2 4-9 0,-1 0-3 16,2 6-17-16,-1 3-8 0,-3 0-9 0,2-1-13 15,1 0-6-15,-1 3-3 0,1-3-13 0,-1-2-8 16,1 3-8-16,1-2-5 0,0-2 0 0,3-2-11 16,-2-1-3-16,2-2-10 0,1 0-19 0,-1 0-25 15,-2-1-35-15,2 0-25 0,1-5-46 0,1 0-44 16,0-1-170-16,-3-2-363 0,2-1 161 0</inkml:trace>
  <inkml:trace contextRef="#ctx0" brushRef="#br0" timeOffset="-58001.24">8622 13591 47 0,'4'-3'245'0,"-4"3"-14"0,4-9-16 16,-4 9-24-16,4-4-14 0,-4 4-22 0,0 0-12 15,0 0-2-15,0 0-3 0,2 20-14 0,-2-7-8 16,0 0-12-16,-1 5-8 0,-1 0-10 0,2-2-9 15,1 2-6-15,0-1-7 0,0 2-5 0,3-2-5 16,-4-2-8-16,3 2-2 0,0-2-4 0,3 1-3 16,-3-5-5-16,3 1 0 0,1-3-7 0,1 1 0 15,1-1-4-15,0-1-1 0,2-3 1 0,1 0 0 16,-1-2-6-16,7 0 1 0,-6-2-3 0,0-2-2 16,1-2 1-16,4-4 2 0,0-2-2 0,-1-2 0 15,-1-2-4-15,6-8 3 0,-2 0 0 0,-5-3-5 16,1 1 3-16,-1 0 0 0,-1-3-2 0,-3 0 3 15,-2-1-4-15,-1 2 2 0,-1-2-1 0,1 2 0 0,-1 1 2 16,-5 7 3-16,2-1-4 0,-1 7 0 0,-2 1-2 16,1 0-2-16,-1 4-10 0,0 6-22 15,0-12-32-15,0 12-36 0,0 0-29 0,0 0-29 16,0 0-25-16,0 0-26 0,0 0-178 0,0 0-415 16,0 0 184-16</inkml:trace>
  <inkml:trace contextRef="#ctx0" brushRef="#br0" timeOffset="-57620.16">9357 13483 36 0,'0'0'235'0,"8"-4"-14"16,-8 4-17-16,7-3-14 0,-7 3-16 0,11-3-17 16,-1-1-14-16,-1 1-15 0,5 0-12 0,4 1-11 15,1 0-13-15,0 0-10 0,0 1-7 0,3 0-18 16,0 0-23-16,-4 1-26 0,-1 0-23 0,-2 0-22 0,-2-1-17 15,0 1-22-15,1 0-14 0,-6 0-14 0,0 0-13 16,-8 0-2-16,11 0 0 0,-11 0 3 0,0 0 5 16,0 0 11-16,0 0 8 0,0 0 19 15,0 0 14-15,0 0 10 0,-29-6 21 0,12 4 14 16,-3 2 17-16,2-1 17 0,-3 2 19 0,2 1 12 16,3 0 12-16,2-1-2 0,1 0 11 0,1 1-6 0,3-1 1 15,0 2-2-15,-1 2 5 0,0 1 5 0,1 2 8 16,0 7 10-16,-1-1 11 0,2 3 3 15,-1 6 2-15,-1 1 1 0,1 1-1 0,0 2-2 16,5 0-9-16,-3 0-7 0,0 1-9 0,1 1-4 0,2-2-13 16,-2-2-3-16,-1-1-7 0,3 1-6 15,2-6-1-15,1-2-7 0,-2 0-19 0,2 1-24 0,0-3-31 16,1-3-42-16,0 0-42 0,1-5-50 16,0 1-57-16,-1-8-149 0,0 11-402 0,0-11 178 0</inkml:trace>
  <inkml:trace contextRef="#ctx0" brushRef="#br0" timeOffset="-57454">9499 13766 208 0,'11'-4'211'0,"0"-1"-15"0,3 2-23 0,-2-1-15 0,8-1-17 15,0 1-16-15,2 0-25 0,-1 1-39 0,10-4-46 16,-1 0-55-16,-1 0-53 0,0-1-117 15,-3 2-226-15,1-2 100 0</inkml:trace>
  <inkml:trace contextRef="#ctx0" brushRef="#br0" timeOffset="-57310.52">10097 13673 95 0,'5'3'144'15,"-5"-3"-10"-15,7 3-15 0,-7-3-14 0,10 1-9 16,-10-1-22-16,9 2-33 0,-4 0-29 0,-5-2-34 15,9 1-29-15,-9-1-74 0,10 2-135 0,-10-2 60 16</inkml:trace>
  <inkml:trace contextRef="#ctx0" brushRef="#br0" timeOffset="-57178.04">10167 13736 98 0,'0'0'125'16,"8"1"-1"-16,-8-1-13 0,13 0-5 0,-6 2-19 0,1-2-1 15,-8 0-17-15,18-2-30 0,-10 2-37 0,4-1-22 16,-1-1-40-16,-2 2-69 0,-9 0-138 0,14-2 62 16</inkml:trace>
  <inkml:trace contextRef="#ctx0" brushRef="#br0" timeOffset="-56988.8">10137 13801 171 0,'0'0'197'0,"0"0"-10"0,0 0-7 0,0 0-3 16,0 0-8-16,0 0-11 0,0 0-12 0,24 4-12 15,-15-4-13-15,4-1-11 0,-1-1-13 0,1-2-15 16,3 0-32-16,-1 1-44 0,3-2-49 0,0 1-58 16,-6-1-49-16,0 3-133 0,-2-1-304 0,-1-1 135 15</inkml:trace>
  <inkml:trace contextRef="#ctx0" brushRef="#br0" timeOffset="-56798.54">10082 13921 52 0,'0'0'236'0,"-4"4"2"0,4-4 4 0,0 0-2 16,0 0-4-16,0 0-2 0,11 12-8 0,-2-10-17 15,3-1-17-15,7-1-19 0,3 0-17 0,7-4-14 16,-1 2-10-16,0-1-14 0,-5-1-19 0,4 0-30 15,-8 2-39-15,-1-2-47 0,0 1-43 0,-5 0-52 16,0 1-52-16,-2-2-49 0,-1 4-197 0,-1 0-444 16,-4-3 196-16</inkml:trace>
  <inkml:trace contextRef="#ctx0" brushRef="#br0" timeOffset="-56056.43">11738 13199 234 0,'0'-5'224'0,"0"5"-18"16,-4-12-26-16,4 12-18 0,-1-6-22 0,1 6-11 16,0 0-12-16,0 0 0 0,0 0 2 0,-8 21-7 0,3-6-10 15,-1 10-2-15,1 4-3 0,-1-1-3 16,1 3 10-16,0 2-7 0,1-2-9 0,2 1-6 16,-1-4-8-16,1-1-11 0,1-2-4 0,2 1-5 15,1-8-8-15,0-1 0 0,-1 0-9 0,-1-1 2 16,-1-6-16-16,-1 3-23 0,4-4-28 0,-1 1-21 0,1-3-26 15,-2-7-29-15,-2 15-20 0,1-11-31 16,1-4-31-16,-4 6-185 0,4-6-402 0,0 0 179 0</inkml:trace>
  <inkml:trace contextRef="#ctx0" brushRef="#br0" timeOffset="-55834.56">11662 13172 140 0,'19'-9'159'0,"0"2"-13"0,1 2-9 16,-1 3-5-16,0 3-13 0,-1 2-12 0,-4 3-13 0,-3 1-6 16,-2 3-5-16,2 5 3 0,-6-2-12 0,-5 4-3 15,0 9-7-15,-6-2 0 0,-1 3-4 16,-5-3-7-16,-3-2-3 0,-2 1-6 0,0-1-5 16,-3 0-2-16,1-6-5 0,4 0-2 0,-5 0 1 0,6-2-5 15,-4-2-24-15,1 0-27 0,2-2-38 0,7-3-30 16,-1 1-36-16,1 0-148 0,2 1-299 0,1-1 133 15</inkml:trace>
  <inkml:trace contextRef="#ctx0" brushRef="#br0" timeOffset="-55406.25">12068 13585 33 0,'0'0'202'0,"-2"-10"-4"0,2 10-11 16,-11-9-5-16,2 6-9 0,-2-2-12 0,-7 2-7 15,-2 2-9-15,0 1-6 0,1 3-7 0,-3-1-11 16,-5 3-11-16,7 2-8 0,-5 4-9 0,6-2-10 16,2 4-4-16,4 0-13 0,-5 4-4 15,6-2-8-15,3-1-4 0,-4 0-5 0,7-2-3 0,2-2-8 16,3 2-1-16,1 0-4 0,1 1 0 0,4-4-5 16,2-1 1-16,2-3-2 0,1 0-1 0,3-2 0 15,0-3 0-15,7 0-4 0,-2-7 2 0,2 3-4 16,7-7 1-16,-2 1-2 0,0-3-1 0,-6-1-3 15,-2 2 0-15,2-6-2 0,0-1-4 0,-5 4 4 16,3-6-4-16,-5-1-1 0,1-1 6 0,-4 0-4 16,0-1 3-16,-2 2 1 0,-5 1-4 0,3 2 2 15,-1-6-1-15,-2 8 4 0,0 2 11 0,-2 2 8 16,5 2 2-16,-5 3-3 0,1 1 0 0,-1 7-6 16,4-10-4-16,-4 10-7 0,0-5 0 0,0 5-5 15,0 0 2-15,0 0-2 0,2 25 1 0,-4-9 1 16,2 4-1-16,-2 5-3 0,-6 1 1 0,6 0-2 15,-2 0 0-15,0 0 3 0,1-4-5 0,1-3-13 16,0 0-28-16,0-1-23 0,4 0-38 0,-4-2-38 16,4 0-28-16,-2-6-39 0,2 0-23 0,0 0-178 15,-1-1-439-15,1-3 195 0</inkml:trace>
  <inkml:trace contextRef="#ctx0" brushRef="#br0" timeOffset="-55200.82">12412 13526 208 0,'0'0'213'0,"2"-7"-12"0,-2 7-8 16,0 0-6-16,0 0-1 0,0 0-12 0,0 0-2 15,-24 14-9-15,11-2-8 0,-1 1-14 0,4 0-8 16,-2 2-11-16,2 1-13 0,1 0-11 0,1 0-9 16,5 0-6-16,1-4-10 0,2 2-4 0,0 4-11 15,4-1-16-15,5-1-28 0,0-2-34 0,5 1-39 16,1-5-40-16,3 1-43 0,8-1-37 0,-1 0-43 15,-4-3-139-15,-2-2-390 0,1 0 173 0</inkml:trace>
  <inkml:trace contextRef="#ctx0" brushRef="#br0" timeOffset="-54964.86">11750 14173 1913 0,'-59'12'125'0,"8"-2"-80"0,15-4-9 0,8 0-15 16,8-1-12-16,8-1-3 0,5-1 9 0,5 1-6 16,2-4 6-16,0 0 5 0,24 6 2 0,6-8 6 15,23-2 6-15,6-4 0 0,6-2-3 0,26-2 1 16,2-2-1-16,-29 2-4 0,25-2-3 0,-27 6-2 16,-8 0-6-16,-1 5-13 0,-16-1-21 0,-3 2-26 15,-3 1-36-15,-11 4-41 0,3-2-35 0,-5 3-34 16,-10 0-129-16,-1 0-344 0,-5 1 152 0</inkml:trace>
  <inkml:trace contextRef="#ctx0" brushRef="#br0" timeOffset="-54727.2">11807 14303 118 0,'-13'0'206'0,"13"0"-21"16,-10 1-14-16,10-1-10 0,0 0 3 0,-3 5-1 15,3-5 0-15,-2 11-5 0,2 0-6 0,2 5-1 16,0-1-14-16,-2 5-10 0,0-2-13 0,0 10-4 16,2 1-15-16,1-2-6 0,-5 2-9 0,0-1-8 15,-1 3-5-15,1-1-3 0,2-2-10 0,-3-4-3 16,5 2-8-16,-4-7-10 0,2 0-23 0,0-2-22 16,-2 0-31-16,-1-1-28 0,1-1-58 0,0-3-38 15,0-2-43-15,-2 3-175 0,-3-4-416 0,0-1 185 16</inkml:trace>
  <inkml:trace contextRef="#ctx0" brushRef="#br0" timeOffset="-54485.06">11822 14361 101 0,'11'-8'198'0,"1"2"-2"0,4-1-11 16,-2 1-7-16,-3 6-17 0,2-3-8 0,0 6-13 15,0-1-11-15,-2 3-12 0,-2 4-7 0,0 0-11 16,-3 1-12-16,-2 0-4 0,0 2-10 0,-4 4-5 16,0 3-7-16,-6-4-2 0,2 2-11 0,-5 1-1 15,-7 8-4-15,1-6-3 0,2-5 2 0,-7 4-11 16,3-6-28-16,5 0-20 0,-3-1-26 0,0-2-29 16,-1 1-21-16,5-4-50 0,2-1-38 0,-3 3-137 15,3-2-343-15,3-1 152 0</inkml:trace>
  <inkml:trace contextRef="#ctx0" brushRef="#br0" timeOffset="-54084.91">12125 14659 152 0,'-10'-6'202'15,"10"6"-7"-15,-17 0 2 0,3 1-4 0,-4 2-1 16,0 2-11-16,3 2-12 0,-5 0-12 0,4 0-12 15,0 1-19-15,-2 3-10 0,4-2-11 0,4 0-10 16,-2 2-12-16,3 2-7 0,1-3-5 0,3 2-9 16,0-1-1-16,3-2-8 0,1 1-10 0,2-2 0 15,0 0-4-15,5 0-4 0,1-3-3 0,-1-1-2 16,5-3-4-16,1 0-2 0,1-1-4 0,3-1 1 16,-3-2-1-16,4-1-3 0,-3-3-5 0,1-1-1 15,-2 5 0-15,-3-4 2 0,0-1-3 0,-1-1-3 16,-3 3 1-16,-1-1 0 0,-1 1 2 0,-1-2-5 15,0 2 2-15,-1-5-3 0,0 5-1 0,-2 6 0 16,2-10-2-16,-2 10 1 0,2-7-2 0,-2 7-2 16,0 0-4-16,2-9 2 0,-2 9-2 0,0 0 2 15,0 0-1-15,0 0 3 0,0 0 1 0,9 18-3 16,-5-11 7-16,-1 3-6 0,2 0 0 0,-3 1-1 16,2-2-11-16,-1 2-20 0,1-2-24 0,2 0-27 15,-2 0-23-15,2-1-28 0,-1-2-27 0,1-1-29 16,0-1-17-16,-1 1-132 0,-1-1-369 0,4-1 163 15</inkml:trace>
  <inkml:trace contextRef="#ctx0" brushRef="#br0" timeOffset="-53892.32">12394 14691 203 0,'0'0'214'15,"-7"-5"-6"-15,7 5-4 0,0 0-7 0,-23 9 0 16,15-5-9-16,-1 5-9 0,-2 1-12 0,-1 0-12 15,2-1-10-15,1-1-14 0,-1 4-14 0,4-1-9 16,1-2-15-16,3 0-4 0,0 1-10 0,2-1-11 16,2 2-31-16,2-2-26 0,1-4-45 0,9 1-39 15,-3-3-74-15,10-3-49 0,0 1-194 0,8-5-423 16,1-1 187-16</inkml:trace>
  <inkml:trace contextRef="#ctx0" brushRef="#br0" timeOffset="-53214.04">12741 14488 159 0,'0'0'205'0,"0"0"-20"0,4-9-19 0,-4 9-14 0,0 0 0 16,0 0 5-16,0 0 1 0,-16 29-11 0,9-10-9 15,-2 6-9-15,-3 0-11 0,2 2-13 0,5-3-9 16,1 2-12-16,4-1-7 0,0-5-8 0,0 1-7 16,4-2-17-16,3 5-17 0,-3-6-23 0,2-3-30 15,2 1-39-15,1-1-34 0,2-2-32 0,-1-2-43 16,-2 1-152-16,1-3-352 0,1-2 157 0</inkml:trace>
  <inkml:trace contextRef="#ctx0" brushRef="#br0" timeOffset="-52822.23">12976 14853 179 0,'4'-9'203'15,"3"-1"-5"-15,-4 0-3 0,5 0-13 0,-5-2-8 16,5-4-9-16,-2 0-16 0,0 0-15 0,-2 1-9 15,5-9-13-15,-4 7-10 0,2-1-11 0,0-8-5 16,-1 8-8-16,-2 0-4 0,-2 2-1 0,-2-1-6 16,0 7-3-16,-2-3-9 0,2 7-2 0,-4-3-4 15,-2 3-10-15,-3 4-2 0,-1-5-7 0,-1 7-5 16,-3-1-3-16,1 4 1 0,0-1-5 0,-1 3 0 16,1 1 0-16,3-1-4 0,2 0-3 0,1 1 0 15,1-2-5-15,6-4 4 0,2 13 0 0,-2-13-4 16,11 10 3-16,-1-6-1 0,9 0 1 15,1-6-2-15,7 4 2 0,3-1-5 0,-2-2 0 0,1-1 1 16,0 1-1-16,-8 2 0 0,0-1-2 0,-4 2-1 16,1-1-3-16,-7 2 2 0,1 0-1 0,-3 1 1 15,0 2-1-15,-3 2 0 0,2-1 3 16,-4 0-3-16,0 1 0 0,-1 1 1 0,-1 0 0 16,0 3 0-16,-2-2-3 0,2 1 2 0,-4 0-3 0,2 0-8 15,0-2-20-15,2-3-31 0,-2 1-14 0,2 3-23 16,0-5-28-16,1 2-35 0,2-2-30 0,1-2-25 15,-1 2-112-15,-5-5-356 0,13 2 159 0</inkml:trace>
  <inkml:trace contextRef="#ctx0" brushRef="#br0" timeOffset="-52471.17">13580 14589 95 0,'0'0'189'0,"-13"-7"-6"0,13 7 2 0,-21 0-8 16,7 4 0-16,-5 1-13 0,1 6-9 15,2-1-10-15,0 3-11 0,1-1-9 0,1 4-14 0,1-2-11 16,3 0-13-16,-1 1-3 0,7-3-10 0,0 0-8 16,2-1-10-16,2 1-1 0,4-5-4 0,0 2-4 15,1-2-6-15,8-1 0 0,-4-3-6 0,4 1-1 16,6-4-5-16,-4 0-1 0,3-6-5 16,1 3 0-16,-8 1-6 0,5-5 2 0,-3 1 4 15,-3 1 0-15,0-2-9 0,-1-1 1 0,-2-1-6 16,1 0 1-16,-2-3 1 0,-2 5-2 0,0-5-3 0,0 3 1 15,-1-2-1-15,-1 2 4 0,-2 4 4 0,0 5 4 16,4-11-6-16,-2 7-1 0,-2 4-3 0,0 0 0 16,2-9-2-16,-2 9 0 0,0 0 0 15,0 0-1-15,8 19 1 0,-6-8 0 0,1 0-4 16,-3 1 1-16,2 1 0 0,0-2 0 0,0 2-9 0,2 2-25 16,-1 1-28-16,-1-4-23 0,2-3-36 0,-4 0-41 15,8 2-31-15,-6-6-33 0,2 2-134 0,-2-4-387 16,3 3 171-16</inkml:trace>
  <inkml:trace contextRef="#ctx0" brushRef="#br0" timeOffset="-52254.19">13825 14484 152 0,'-2'-18'221'0,"0"6"10"0,2 3 1 15,0-1-8-15,0 3-23 0,0 7-18 0,0 0-20 16,-2-9-8-16,2 9-6 0,0 0-2 0,0 0-3 15,2 33-22-15,-4-16-5 0,2 8-9 0,-1 2-12 0,-1 0-7 16,-3 0-8-16,5-7-6 0,-4 7-10 0,6-2-3 16,0-6-9-16,-2 0-27 0,0-2-27 15,0-1-40-15,3 0-38 0,-1 0-36 0,-4-4-42 16,-1-2-28-16,3 1-41 0,-2-1-156 0,-1-1-415 16,-1-6 184-16</inkml:trace>
  <inkml:trace contextRef="#ctx0" brushRef="#br0" timeOffset="-52116.96">13753 14602 142 0,'3'-9'142'0,"1"6"-6"16,-4 3-20-16,0 0-31 0,19-1-44 0,-13 2-48 16,3 3-41-16,1 4-54 0,-3-1-109 0,0 2 48 15</inkml:trace>
  <inkml:trace contextRef="#ctx0" brushRef="#br0" timeOffset="-51858.93">13953 14759 185 0,'11'-7'241'0,"3"-4"-6"16,3 1-1-16,-3 0-14 0,1-2-9 0,0-1-13 16,0-1-6-16,-3 1-14 0,1-2-17 0,1 1-14 15,-2 0-12-15,-5-1-6 0,0-1-16 0,0 3-5 16,-3 3-6-16,-1 1-5 0,-1 0-9 0,-2 3-8 15,0 6-5-15,-2-11-11 0,2 11-5 0,-11-6-10 16,3 7-7-16,8-1-1 0,-19 5 1 0,7 2-9 16,-3 6-5-16,1-2-4 0,3 3 1 0,0 2-5 15,-1-1-2-15,6 0 2 0,1 1-12 0,3-1-25 16,0-4-23-16,6 1-27 0,0 0-33 0,1-2-40 16,4-2-37-16,3 0-45 0,3-2-20 0,1-1-192 15,3 1-468-15,-2-2 208 0</inkml:trace>
  <inkml:trace contextRef="#ctx0" brushRef="#br0" timeOffset="-51432.78">14405 14652 21 0,'4'-11'182'0,"-4"4"5"15,0 7 6-15,-2-12-2 0,-1 5 4 0,3 7-14 16,-14-11-2-16,1 7-4 0,0 0-4 0,0 2-5 16,-1 2-6-16,-6-1-13 0,3 2-11 0,2 4-15 15,-3 0-8-15,1 6-10 0,-1-2-14 0,4 1-4 16,2 3-15-16,-1-2-6 0,5 0-3 0,2-1-5 15,0 1-6-15,4-1-3 0,1 1-8 0,2-2-2 16,3-1-2-16,1-1 2 0,2-2-8 0,4 0-7 16,-1-1-6-16,4-3-7 0,-1-1-11 0,1-1-7 15,2-1-8-15,2-2 2 0,-3 0-7 0,0-2 1 16,0-1 0-16,-1-2-1 0,-3 0 2 0,2-3-2 16,-1-1 4-16,0-3 2 0,-5-1 2 0,1 0-2 15,1-1 6-15,-1-8-2 0,0 2 6 0,-4-1 1 16,1 0 13-16,-2-2-10 0,-4-1 11 0,2 2 2 15,-1 1 17-15,0-2-5 0,1 2 3 0,-1 5 12 16,-1 4 7-16,1 2 19 0,0 3 1 0,0 1-1 16,1 3 0-16,-1 7-11 0,0-11 0 0,0 11-11 15,0 0-7-15,0 0-1 0,0 0 3 0,0 0-1 16,0 0-5-16,-4 47 2 0,1-21-2 0,1 2 1 16,2 1-2-16,0 1-9 0,0 1 0 0,4 1 0 15,-3-2 1-15,1-1-2 0,-1 3-6 0,0-7 0 16,3 2 0-16,-4-7-17 0,5-2-34 0,-1 0-35 15,-2-1-34-15,1-2-59 0,1-2-66 0,-2-4-48 16,0 0-262-16,1 1-586 0,-3-10 260 0</inkml:trace>
  <inkml:trace contextRef="#ctx0" brushRef="#br0" timeOffset="-51171.03">14816 14295 119 0,'6'-3'271'0,"2"2"-23"15,-8 1-2-15,17 5-16 0,-8 3-9 0,1 4-7 16,0-1-7-16,-1 3-12 0,3 4-21 0,-2 5-10 16,-3-1-16-16,3 2-16 0,-8 2-3 0,0 2-16 15,-4-1-9-15,0 4-13 0,-5-5-3 0,0 3-12 16,-6-3-8-16,-2 0-9 0,0-1-9 0,-1 1-18 15,-1-1-23-15,1-3-34 0,-2 0-28 0,-1-3-48 16,0 0-51-16,3-8-62 0,0 0-56 0,0-2-160 16,3-1-464-16,2-5 206 0</inkml:trace>
  <inkml:trace contextRef="#ctx0" brushRef="#br0" timeOffset="-50979.06">15090 14243 47 0,'9'-8'276'0,"0"2"-27"0,4 1-23 0,-4 0-16 15,2 2-14-15,-1-1-21 0,3 0-14 0,0 1-16 16,3 0-12-16,-2 2-16 0,3-2-26 0,1 0-42 16,-1 3-44-16,0-1-52 0,-5 1-56 0,1 1-50 15,-3 2-144-15,-5 0-320 0,-1 1 141 16</inkml:trace>
  <inkml:trace contextRef="#ctx0" brushRef="#br0" timeOffset="-50838.24">15219 14341 46 0,'-6'4'240'0,"6"-4"-15"0,-4 6-19 15,4-6 2-15,0 0-5 0,-3 6-2 0,3-6-11 16,0 0-6-16,0 0-9 0,0 0-9 0,0 0-14 16,16 3-17-16,-3-4-13 0,3-4-11 0,6 2-37 15,4-4-44-15,1 3-59 0,4-2-76 0,-2-5-70 16,-2 6-219-16,1-2-425 0,-8 1 188 0</inkml:trace>
  <inkml:trace contextRef="#ctx0" brushRef="#br0" timeOffset="-49615">17960 13725 53 0,'0'0'191'16,"0"0"-5"-16,4-7-1 0,-4 7-15 0,0 0-1 16,0 0-13-16,0 0-5 0,0 0-3 0,0-9-3 15,0 9-7-15,0 0-6 0,0 0-8 0,0 0-6 16,0 0-13-16,0 0-5 0,0 0-12 0,0 0-9 15,0 0-11-15,0 0-5 0,0 0-3 0,0 0 3 16,0 0-5-16,0 0-4 0,-17 25-1 0,11-14-1 16,-3 3 1-16,1 0-1 0,1 2-2 0,-5-3-2 15,1 4-4-15,2 0 7 0,0-3-10 0,3 5-2 16,-1-2 18-16,3-2 3 0,2 2-9 0,-1-1-1 16,1 0-5-16,0 0-3 0,2 0-5 0,2-2 1 15,0-1-8-15,3-2 1 0,0 2-3 0,3-5-1 16,4 5-1-16,0-3-6 0,4 1 2 0,0-6 1 15,3-2-4-15,-1 0 0 0,4 0-4 0,0-5-3 0,6 0 5 16,-7 0-9-16,0-2 5 0,1 0-9 16,5-5 4-16,-9 2-2 0,1 1 8 0,-3 0-6 15,0-4 3-15,-2 3 1 0,0-5-4 0,-3-2 1 16,-2 2 0-16,0 2-4 0,0-5 5 0,-4 0 0 16,0-1-8-16,-2-3 2 0,1 0 0 0,-7 0 3 0,1 0-13 15,-2 0 9-15,-1 1-7 0,-4 0 7 16,0 0-2-16,-4 3 3 0,1 0-4 0,-3 3-1 15,1 1 6-15,0 0-11 0,0 5 1 0,0 0 1 16,1 3 0-16,-3-1-3 0,-2 3 1 0,1 2 0 16,-1 2-1-16,2 3-1 0,0-1-6 0,4 2-23 0,0-1-14 15,2 2-15-15,0 0-8 0,-3 3-16 16,1-1-32-16,5-1-34 0,1 3-25 0,1-3-28 16,4 1-24-16,1-1-23 0,1 2-173 0,3-2-464 15,5 1 205-15</inkml:trace>
  <inkml:trace contextRef="#ctx0" brushRef="#br0" timeOffset="-49419.03">18458 13911 111 0,'10'0'214'0,"-10"0"4"16,0 0-10-16,7 1-6 0,-7-1-8 0,0 0-8 0,8 1-13 15,-8-1-13-15,0 0-13 0,0 0-15 0,0 0-16 16,5 4-9-16,-5-4-11 0,0 0-4 0,0 0-14 15,1 8-19-15,-1-8-35 0,0 0-40 16,0 0-53-16,0 0-46 0,-2 14-45 0,2-14-47 16,-4 7-118-16,4-7-353 0,0 0 156 0</inkml:trace>
  <inkml:trace contextRef="#ctx0" brushRef="#br0" timeOffset="-48978.72">18905 13718 90 0,'1'-10'274'0,"-1"10"-14"15,3-10-19-15,-1 6-19 0,-2 4-15 0,10-8-12 0,-2 4-12 16,4 1-14-16,0-3-10 0,7 2-10 15,1 3-12-15,-1 1-3 0,4 0-6 0,-3 0-10 16,-2 4-12-16,3 1-11 0,-5 0-4 0,-3 2-8 16,0 3-9-16,-3-1-5 0,-1 4-4 0,0 0-1 15,-6 0-10-15,-1 2-1 0,-3 2 6 0,-4-1-1 16,-4 3 11-16,-4-3-7 0,-6 4-8 0,-3-1 5 16,-2 1-13-16,-2-1 5 0,0-3-10 0,1 0 7 15,-2-2-11-15,8-3-2 0,1-3 0 0,0 1-9 16,4-2-15-16,1-2 14 0,6-1 8 0,-1 0-11 0,3-2-4 15,5-2 0-15,-10 5-1 0,10-5 3 16,-8 2 0-16,8-2-3 0,0 0-2 0,0 0-4 0,0 0 5 16,0 0-3-16,28-3 3 0,-9 0-8 15,1 0 4-15,9-1-1 0,0-3-5 0,1 3-4 16,-1-1-15-16,0 2-24 0,0-1-36 0,-1-2-37 0,-2 2-36 16,-5 1-42-16,-1 0-41 0,9-3-50 0,-3 1-36 15,-8 1-189-15,3-1-545 0,0-2 241 16</inkml:trace>
  <inkml:trace contextRef="#ctx0" brushRef="#br0" timeOffset="-48456.78">19567 13732 140 0,'-1'-9'243'0,"2"3"-1"0,-1 6-9 16,-3-10-8-16,3 10-13 0,-2-9-15 0,2 9-15 15,-4-8-21-15,4 8-10 0,-8-3-14 0,8 3-5 16,0 0-16-16,-15 4-9 0,15-4-11 0,-9 8-6 0,9-8-6 15,-5 14-11-15,3-5-4 0,2-9-3 0,2 17-8 16,2-6-1-16,-1 0 5 0,4 0-5 0,3 2-1 16,2 1-5-16,-1 1 3 0,4-3-7 15,-2-1-2-15,2 2-5 0,0-3-6 0,-2 2-1 16,2-3-6-16,-6 0-2 0,2-1-1 0,-1-1 2 0,-1 2-7 16,-1-2-2-16,0 2 0 0,-3-5-3 15,-1 2-3-15,-2 0 1 0,2-2-3 0,-4-4 2 0,-3 12-1 16,3-12 2-16,-10 9-2 0,1-4-3 15,-2 0 1-15,-1-2 0 0,-4 2-2 0,-1-3 0 0,-2 2-10 16,6-5 11-16,-1 1-10 0,1-2-1 0,2 0-2 16,-2-1-8-16,3-2 0 0,-1 2-4 0,1 0-2 15,5-2 0-15,1-1-2 0,0-2-3 16,4 8-4-16,0-16 2 0,7 6 6 0,-1 2-3 16,6-4 1-16,2-1 0 0,1 0 6 0,2 1-5 0,4-3 4 15,0 0 0-15,-2 3 6 0,3-3-2 0,-7 0-1 16,2 4 4-16,-2 0 6 0,0 0-4 0,0 0 4 15,-3-1 0-15,-3 4 2 0,-1-4 2 0,-3 2-1 16,0 0 9-16,-1 2 0 0,-4-3 5 16,-1 4-6-16,-1-4 2 0,-3 3-4 0,-1 1 2 0,-2 0-2 15,-1 1 0-15,-2 0-4 0,2 2 10 0,-3 1-6 16,-2 1-2-16,1 2-1 0,-2 2 0 0,-2 1 4 16,-2 1-2-16,-1 3-3 0,2 0 0 0,0 0-24 15,1 3-33-15,0-2-37 0,5-2-30 0,-2 5-34 16,5-3-40-16,1 1-46 0,2-1-185 0,6-8-463 15,-8 12 206-15</inkml:trace>
  <inkml:trace contextRef="#ctx0" brushRef="#br0" timeOffset="-48062.24">20175 13619 165 0,'4'-4'285'0,"-4"4"-9"0,4-6-9 0,-4 6-20 0,0 0-18 16,2-5-18-16,-2 5-19 0,0 0-7 16,0 0-19-16,0 0-2 0,0 0-15 0,-32 10 1 0,18-1-7 15,-2 2-8-15,0 1-11 0,-4 4-5 0,-1 6-8 16,1-1-3-16,1 1 4 0,0 0-12 0,-1 0-2 16,1-2-11-16,4 0-5 0,-2 0-15 0,6-2-5 15,2-4-1-15,0 0-6 0,3 0-7 0,3-3-6 16,0 1 0-16,2-1 2 0,2-2-9 0,3 3 4 15,0-4-21-15,4-2 14 0,2 0 0 0,0-1-1 16,4-1-3-16,3-2-9 0,2 0 5 0,-1-2-8 16,1-2 4-16,-1 0-2 0,-5-1 1 0,5-2-2 15,-7 1-3-15,1 0-6 0,-1-1 12 0,-4 0-9 16,-1 2-2-16,0-6 1 0,1 2-4 0,-7 7 0 16,4-13 0-16,-4 13-6 0,0-13 4 0,0 13-3 15,-8-11-9-15,3 7-18 0,-5 1-22 0,-2 0-16 16,-8 3-24-16,-8 3-21 0,-2 0-27 0,-3 3-36 15,-2 3-37-15,-2 0-43 0,2 2-39 0,-1-1-270 16,0 4-608-16,3 0 269 0</inkml:trace>
  <inkml:trace contextRef="#ctx0" brushRef="#br0" timeOffset="-47582.37">18026 14515 227 0,'-13'0'240'16,"2"2"-9"-16,1-2-14 0,10 0-4 0,-6 4-4 15,6-4-6-15,0 0-6 0,29 5-14 0,4-4-3 16,24-2-14-16,4-6-19 0,36-4-7 0,7-2-11 16,7 0-1-16,6 0-12 0,5-2-9 0,8 4-7 15,5-6-6-15,4 4-10 0,5-1-3 0,-2-1-2 16,-3 4-14-16,3-2-4 0,-4 3 5 0,-6 0-16 15,-17-2-4-15,-9 4 1 0,-8 0-2 0,-6 3 0 16,-30 1 9-16,2-1-6 0,-8 3 14 0,0-2-5 16,-18 2-8-16,1-2 9 0,-4 0-5 0,-4 1-6 15,-4 0-1-15,-6 0-5 0,-4 2 5 0,-5-1-6 16,2 1-2-16,-5 1-6 0,0-1-4 0,-9 1 0 16,12-1-2-16,-12 1 7 0,10-1-13 0,-10 1-19 15,0 0-21-15,0 0-43 0,0 0-52 0,-27-9-72 16,-3 5-60-16,-3 4-81 0,-23 1-297 0,0 2-675 15,-2-2 299-15</inkml:trace>
  <inkml:trace contextRef="#ctx0" brushRef="#br0" timeOffset="-46956.79">18379 14883 125 0,'-3'-8'241'0,"-1"-1"-9"0,-2 1-3 0,2 1-9 16,0 1-9-16,1 1-9 0,3 5-4 0,-5-10-15 16,5 10-15-16,-3-7-16 0,3 7-16 0,-2-6-16 15,2 6-15-15,0 0-9 0,0 0-7 0,0 0-13 16,0 0 4-16,0 0-3 0,-4 23-2 0,5-8 0 15,1 3-3-15,-2 7-12 0,1 0 3 0,0 1 3 16,0-2-5-16,2 0-2 0,-2 1-5 0,1-4-4 16,0 2-6-16,-1-3-3 0,1-1-3 0,0-1-6 15,0-1 0-15,-1 1 1 0,2-1 4 0,-3-1-12 16,1-4 0-16,0 4 4 0,0-4-11 0,2 0-5 16,-1-2-6-16,-2 0-14 0,3 0-33 0,-1-2-32 15,0 0-25-15,-2 1-39 0,0-9-38 0,0 10-34 16,0-10-33-16,1 7-33 0,-1-7-176 0,0 0-488 15,0 0 216-15</inkml:trace>
  <inkml:trace contextRef="#ctx0" brushRef="#br0" timeOffset="-46746.91">18734 15073 118 0,'0'0'245'0,"0"0"-9"15,7-4-10-15,-7 4-19 0,5-5-20 0,-5 5-22 16,12-5-11-16,-3 2-17 0,3-2-9 0,6 1-17 16,3 0-7-16,0 1-8 0,0-1-11 0,7 2-11 15,-1 0-9-15,-5 0-20 0,-1 1-36 0,-4-1-35 16,1 2-51-16,-5-1-47 0,-1 1-36 0,-4-1-35 16,-8 1-107-16,10-3-327 0,-10 3 144 0</inkml:trace>
  <inkml:trace contextRef="#ctx0" brushRef="#br0" timeOffset="-46534.06">18921 14899 208 0,'0'0'243'0,"-3"-9"-11"0,3 9 1 16,-4-4-25-16,4 4-18 0,0 0-22 0,0 0-17 0,-7-3 0 16,7 3 4-16,0 0 3 0,-5 20-10 0,4-8-13 15,0-1-15-15,1 6-10 0,0-1-7 0,-2 0-15 16,2 2-3-16,0 0-12 0,0-2-4 0,0 1-7 15,0 1-7-15,2-1-1 0,-2 1-10 16,0-3-31-16,2 2-34 0,-2-5-36 0,3 1-35 0,-2-1-48 16,2-1-34-16,-1 1-39 0,3-4-214 0,-3-2-462 15,6 0 204-15</inkml:trace>
  <inkml:trace contextRef="#ctx0" brushRef="#br0" timeOffset="-46289.04">19453 14816 64 0,'2'-11'282'0,"2"2"-5"0,-2 4-12 0,-2 5-16 15,3-10-22-15,-3 10-31 0,2-6-15 0,-2 6-5 16,0 0 2-16,0 0-13 0,0 0-9 16,1 27-12-16,-1-11-8 0,-3 3-11 0,1-1-4 0,1 0-14 15,1 7-8-15,-6 0-9 0,3-5-6 0,-2-2-10 16,1 0-8-16,-1 0-7 0,2 0-5 0,1-2-11 15,-1 0-26-15,2-1-23 0,1-4-39 0,0 1-42 16,0-2-38-16,0-1-39 0,1-2-55 16,-1-7-60-16,-3 14-173 0,3-14-490 0,0 0 218 15</inkml:trace>
  <inkml:trace contextRef="#ctx0" brushRef="#br0" timeOffset="-45982.71">19498 14743 99 0,'10'-6'207'16,"1"0"-12"-16,1 5-9 0,1-1-3 0,-3 4-16 15,0 2-9-15,3 1-12 0,-4 3-15 16,-1-1-10-16,-2 5-9 0,2-2-13 0,-5 3-11 16,1 3-4-16,-2 2-10 0,-1-2-6 0,-4 2-7 15,-3-3-5-15,-2 1-8 0,-2-2-4 0,-2 1-4 0,0-2-3 16,-1 0-5-16,-2-2-1 0,1-2 5 0,-2 1-3 15,7-4-2-15,2 0-5 0,-1-1-1 16,3-2-4-16,-1-1 0 0,6-2-1 0,-7 9 9 16,7-9 4-16,1 9-1 0,-1-9 4 0,12 5-2 15,-3-1-4-15,7-1-1 0,4-2-3 0,2-1 1 16,9-3-16-16,4 1-22 0,1-1-31 0,-1 0-43 0,1-1-36 16,-1-2-34-16,0 0-28 0,0 1-29 0,-3 0-148 15,-4-2-390-15,1-2 173 0</inkml:trace>
  <inkml:trace contextRef="#ctx0" brushRef="#br0" timeOffset="-45748.19">20141 14757 101 0,'0'-7'219'0,"0"7"-7"0,-3-11-9 16,3 11-6-16,-4-8-12 0,4 8-9 16,-13-1-2-16,13 1-3 0,-16 9-3 0,3 2-6 15,0 2-7-15,0 3-9 0,-3 3-4 0,6-1-10 16,-7 2-8-16,5 5-10 0,2-7-1 0,0 4-8 0,2 3-9 15,4-6-7-15,2-1-8 0,-2 1-12 0,4-2-3 16,1 2-6-16,2-3-8 0,1 3-3 0,0-5-2 16,-1 1-9-16,3-6-2 0,-1 4-9 15,2-2-23-15,-2-1-24 0,2-1-24 0,-3 0-46 16,1-2-39-16,-1 2-46 0,1-3-54 0,-3-2-32 16,-2-4-201-16,3 6-499 0,-3-6 222 0</inkml:trace>
  <inkml:trace contextRef="#ctx0" brushRef="#br0" timeOffset="-45586.86">20000 14994 3 0,'0'0'210'0,"9"-4"-6"0,-3 3-6 0,2-2-13 16,2 0-15-16,4 2-14 0,5-2-17 0,2-1-16 15,1 2-21-15,6 1-36 0,0-2-44 0,1 0-61 16,1 1-53-16,-2 1-150 0,1 1-261 0,-8-1 116 15</inkml:trace>
  <inkml:trace contextRef="#ctx0" brushRef="#br0" timeOffset="-45321.75">19608 15386 226 0,'33'-3'215'0,"3"-1"-16"16,21-3-9-16,1 1-7 0,-2-3-12 0,-2 1-12 16,1 0-7-16,-3 0-6 0,2 0-18 0,-3-1-8 15,-17 5-16-15,3-3-8 0,-1 4-14 0,-5 0-26 16,-6 3-39-16,-6-1-40 0,-6 1-56 0,0 0-41 0,-4 0-34 15,-5 1-158-15,-4-1-337 0,0 0 149 0</inkml:trace>
  <inkml:trace contextRef="#ctx0" brushRef="#br0" timeOffset="-45075.73">19945 15433 146 0,'0'0'261'0,"-13"2"-6"0,13-2 3 0,0 0-16 15,0 0-15-15,-9 2-2 0,9-2 8 0,-2 10-12 16,-1-3-5-16,1 5-11 0,-2 3-11 0,0 2-22 16,-1 2-9-16,-2-1-23 0,1 6-12 0,0 0-5 15,-2 0-12-15,4-5-8 0,-1 6-21 0,0-1-2 16,2-5-5-16,1-2-2 0,-2-1-18 0,3 0-17 16,-1-5-21-16,-1 1-17 0,1 1-6 0,2-6-18 15,0 4-39-15,-1-3-36 0,0-1-30 0,1-7-31 16,-3 13-32-16,2-8-38 0,1-5-38 0,-3 8-211 15,3-8-519-15,-6 3 230 0</inkml:trace>
  <inkml:trace contextRef="#ctx0" brushRef="#br0" timeOffset="-44777.14">19895 15529 53 0,'0'0'241'0,"0"-12"0"0,0 12-11 15,1-10-18-15,-1 10-9 0,7-5-13 0,-3 1-7 16,-4 4-10-16,14-3-16 0,-14 3-9 0,13 1-15 16,-5 1-12-16,-1-1-13 0,-1 3-12 0,-1 1-2 15,-1 0-7-15,0 0-5 0,-3 2-13 0,-1-7-2 16,2 15-7-16,-4-7-1 0,0 2-6 0,-1-1-12 16,-1 1 4-16,2-1-11 0,-3 1 5 0,2-1-7 15,-1 2-5-15,0-1 1 0,1-1-5 0,1-3 1 16,1 4-2-16,1-10-2 0,4 11-1 0,-2-7-6 15,2 3 7-15,4 0-3 0,-3-4 1 16,7 0-1-16,0 0-12 0,1-1-23 0,6-2-28 0,3-2-38 16,-3-1-41-16,2 2-54 0,-1-3-43 0,-1-1-48 15,-1 2-157-15,3-4-462 0,-1 2 204 0</inkml:trace>
  <inkml:trace contextRef="#ctx0" brushRef="#br0" timeOffset="-44511.4">20381 15549 200 0,'0'0'267'0,"4"-4"-9"0,-4 4-14 0,0 0 0 16,0 0-9-16,2-5-11 0,-2 5-17 0,0 0-11 16,0 0-20-16,0 0 14 0,0 0 1 0,0 0-16 15,0 0 12-15,-1 26-13 0,0-15-11 0,-2-2-12 16,-1 3-11-16,0 1-12 0,1-2-10 0,0 6 4 16,1 0-13-16,0-1-10 0,0-4-12 15,-1 6 0-15,2-5-7 0,-2-1-9 0,3-1-9 0,-1 2-6 16,1-1-5-16,0-3-5 0,1-1-1 0,-1-2-3 15,0-6-2-15,4 14-9 0,1-10 2 0,0 0 0 16,3-1-17-16,2-1 6 0,2 0-11 0,3-2-17 16,3-2-19-16,4-2-32 0,6-1-41 15,2-1-36-15,0-3-52 0,-2-1-43 0,1 0-54 16,2-3-55-16,0 2-272 0,-3 0-659 0,1 0 292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8T11:07:05.7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12729 8910 40 0,'0'0'67'0,"0"0"-6"15,0 0-12-15,0 0-1 0,0 0-9 0,0 0-6 16,0 0 0-16,0 0-6 0,0 0-11 0,0 0-14 16,0 0-1-16,0 0-5 0,0 0-14 0,22-7-16 15,-22 7-26-15,9-7-65 0,-2 2 28 0</inkml:trace>
  <inkml:trace contextRef="#ctx0" brushRef="#br0" timeOffset="4227.07">13342 8832 5 0,'0'0'36'0,"0"0"-10"16,0 0-25-16,0 0-13 0,0-22-12 0,0 22 6 15</inkml:trace>
  <inkml:trace contextRef="#ctx0" brushRef="#br0" timeOffset="5084.39">13207 8729 42 0,'0'0'91'0,"0"0"-7"16,0 0-18-16,0 0 0 0,0 0-10 0,0 0-3 15,0 0-8-15,0 0-2 0,0 0-7 0,0 0 4 16,0 0-7-16,0 0-11 0,0 0 2 0,0 0 4 15,0 0-2-15,0 0-2 0,0 0-7 0,0 0 6 16,0 0-3-16,0 0-6 0,0 0 4 0,0 0-5 16,0 0 1-16,0 0 0 0,0 0 0 0,0 0-4 15,0 0-2-15,0 0 3 0,0 0 6 0,0 0-1 16,0 0-5-16,0 0-5 0,0 0 5 0,0 0-12 16,0 0 0-16,0 0 2 0,0 0 4 0,0 0-1 15,0 0-6-15,0 0 3 0,0 0 0 0,0 0-2 16,0 0 4-16,0 0-2 0,0 0 3 0,0 0-2 15,0 0-8-15,0 0 4 0,0 0-10 0,0 0 17 16,0 0-1-16,0 0-7 0,0 0 10 0,0 0-3 16,0 0-14-16,0 0 16 0,0 0-8 0,0 0 7 0,0 0-9 15,0 0 11-15,0 0-15 0,0 0 3 16,0 0 0-16,0 0 1 0,0 0 2 0,0 0-11 16,0 0-3-16,5-22-2 0,-5 22 0 0,0 0-6 15,0 0 1-15,0 0-3 0,0 0-3 0,0 0 3 16,2-10 5-16,-2 10-7 0,0 0 2 0,0 0 2 15,0 0-11-15,0 0 1 0,0 0 1 0,0 0-5 16,-2-10-6-16,2 10-45 0,0 0-97 0,0 0 44 0</inkml:trace>
  <inkml:trace contextRef="#ctx0" brushRef="#br0" timeOffset="6107.57">9457 10462 32 0,'0'0'41'16,"0"0"-4"-16,0 0-2 0,0 0 0 0,0 0-2 15,0 0 0-15,0 0-6 0,0 0 1 0,0 0 0 0,0 0-3 16,0 0-1-16,0 0 1 0,0 0-7 0,0 0-5 16,0 0 6-16,0 0-5 0,0 0 0 0,0 0-4 15,0 0 3-15,0 0-2 0,0 0-5 16,0 0 3-16,0 0-4 0,0 0 2 0,0 0-3 16,0 0-2-16,0 0 5 0,0 0-7 0,0 0 1 0,0 0 4 15,0 0 0-15,0 0-1 0,0 0 8 0,0 0-11 16,0 0 7-16,0 0 0 0,0 0-2 0,0 0 2 15,0 0-6-15,0 0 5 0,0 0-2 0,0 0 1 16,0 0 0-16,0 0 2 0,0 0-2 0,0 0 2 16,0 0-5-16,0 0 4 0,0 0-4 0,0 0 2 15,0 0-7-15,0 0 2 0,0 0-4 0,0 0 9 16,0 0-4-16,0 0-10 0,0 0 10 0,0 0-1 16,0 0 0-16,0 0 8 0,0 0-7 0,0 0 1 15,0 0 0-15,0 0-3 0,0 0-1 0,0 0 8 16,0 0-6-16,0 0-7 0,0 0 2 0,0 0 5 15,0 0 6-15,0 0-6 0,0 0-1 0,0 0-4 16,0 0-4-16,0 0-9 0,0 0-4 0,0 0 2 16,0 0-2-16,0 0-18 0,0 0-51 0,0 0-98 15,0 0 43-15</inkml:trace>
  <inkml:trace contextRef="#ctx0" brushRef="#br0" timeOffset="7379.38">14400 10501 50 0,'0'0'59'0,"0"0"-10"16,0 0-2-16,0 0 1 0,0 0-12 0,0 0 0 15,0 0-12-15,0 0 3 0,0 0-1 0,0 0-8 16,0 0 0-16,0 0 0 0,0 0-1 0,0 0-9 15,0 0 0-15,0 0 6 0,0 0-2 0,0 0 2 16,0 0-7-16,0 0 6 0,0 0-11 0,0 0 6 16,0 0-2-16,0 0 0 0,0 0-1 0,0 0-8 0,0 0 3 15,0 0 4-15,0 0 2 0,0 0-1 16,0 0-3-16,0 0 3 0,0 0-1 0,0 0 0 16,0 0 1-16,0 0-11 0,0 0 6 0,0 0 0 15,0 0 3-15,0 0-6 0,0 0 5 0,0 0-4 16,0 0 8-16,0 0-6 0,0 0 0 0,0 0 1 0,0 0 6 15,0 0-10-15,0 0 1 0,0 0 2 0,0 0 2 16,0 0-2-16,0 0-2 0,0 0 3 0,0 0-2 16,0 0 6-16,0 0-8 0,0 0 7 15,0 0-2-15,0 0-2 0,0 0-3 0,0 0-5 0,0 0 6 16,0 0-2-16,0 0 5 0,0 0-8 0,0 0-1 16,0 0 4-16,0 0-6 0,0 0 0 15,0 0 3-15,0 0-5 0,0 0 3 0,-5-19-10 16,5 19 6-16,0 0-1 0,0 0 1 0,0 0 3 0,0 0-1 15,2-4 0-15,-2 4-9 0,0 0 7 0,0 0-4 16,0 0 1-16,0 0 2 0,0 0 7 0,0 0-2 16,3-9 4-16,-3 9-3 0,0 0-3 0,0 0 1 15,0 0-1-15,0 0-5 0,0 0-2 0,0 0-7 16,0 0-17-16,0 0-44 0,0 0 21 0</inkml:trace>
  <inkml:trace contextRef="#ctx0" brushRef="#br0" timeOffset="7987.38">14390 10426 18 0,'0'0'60'0,"0"0"6"0,-4-6-11 15,4 6-4-15,0 0-11 0,0 0 2 0,0 0-5 16,0 0-3-16,-4-6 0 0,4 6-6 0,0 0 2 16,0 0 1-16,0 0-11 0,0 0-1 0,-5-6-1 15,5 6 1-15,0 0-8 0,0 0 3 0,0 0-2 16,0 0-1-16,0 0 0 0,-4-5-7 0,4 5 0 16,0 0 5-16,0 0 0 0,0 0 2 0,0 0-3 15,0 0-6-15,0 0-2 0,0 0 2 0,0 0-4 16,0 0 2-16,0 0 3 0,0 0 1 0,0 0-4 15,-9-2 3-15,9 2 0 0,0 0-4 0,0 0-1 16,0 0 5-16,0 0-3 0,0 0 5 0,0 0 0 16,0 0-1-16,0 0 2 0,0 0-10 0,0 0 8 15,0 0 0-15,0 0-9 0,0 0 6 0,0 0-1 16,0 0-5-16,0 0 2 0,0 0 2 0,0 0 5 16,0 0-3-16,0 0 2 0,0 0-4 0,0 0 1 0,0 0-2 15,0 0 2-15,0 0 1 0,0 0-17 16,0 0 14-16,0 0 2 0,0 0-3 0,0 0 6 15,0 0 4-15,0 0-3 0,0 0-3 0,0 0 1 16,0 0-2-16,0 0-2 0,0 0 2 0,0 0-1 0,0 0 2 16,0 0-5-16,0 0 8 0,0 0-4 0,0 0-2 15,0 0-2-15,0 0 7 0,0 0 0 16,0 0 0-16,0 0-6 0,0 0-3 0,0 0 6 16,0 0 3-16,0 0-2 0,0 0-8 0,0 0 5 15,0 0-2-15,0 0 10 0,0 0-2 0,0 0-3 0,0 0-10 16,0 0 13-16,0 0-2 0,0 0-6 0,0 0 0 15,0 0 0-15,0 0-3 0,0 0-2 0,0 0-1 16,0 0-5-16,0 0-5 0,0 0-7 16,0 0 7-16,0 0-17 0,0 0 1 0,0 0-7 0,0 0-39 15,0 0-89-15,0 0 41 0</inkml:trace>
  <inkml:trace contextRef="#ctx0" brushRef="#br0" timeOffset="8887.76">13147 9492 41 0,'0'0'40'0,"0"0"-6"0,0 0-6 15,0 0 0-15,0 0-14 0,0 0-3 16,0 0-13-16,0 0-9 0,0 0-20 0,0 0-33 0,0 0 15 16</inkml:trace>
  <inkml:trace contextRef="#ctx0" brushRef="#br0" timeOffset="48757.42">16824 12060 7 0,'10'-8'30'0,"-10"8"-8"16,0 0-16-16,0 0-18 0,0 0-11 0,0 0 6 16</inkml:trace>
  <inkml:trace contextRef="#ctx0" brushRef="#br0" timeOffset="50684.22">19562 11824 47 0,'0'0'66'0,"-2"-11"-15"16,2 11 0-16,0 0-6 0,0 0-3 16,0 0-9-16,0 0-3 0,0 0-9 0,0 0 5 0,0 0-1 15,0 0-4-15,0 0 0 0,0 0-4 0,0 0-5 16,0 0-1-16,0 0 0 0,0 0 1 0,0 0-7 16,0 0 5-16,0 0-4 0,0 0 6 0,0 0-3 15,0 0-2-15,0 0-3 0,0 0 3 0,0 0-5 16,0 0 1-16,0 0 0 0,0 0 6 0,0 0-1 15,0 0-9-15,0 0 2 0,2-6 2 0,-2 6-1 16,0 0 2-16,0 0-3 0,0 0-1 0,0 0 7 16,0 0-2-16,0 0 1 0,0 0-2 0,0 0-1 15,0 0 7-15,0 0-4 0,0 0-2 0,0 0 2 16,0 0-4-16,0 0 6 0,0 0-11 0,0 0 11 16,0 0-10-16,0 0 4 0,0 0-3 0,0 0-1 15,0 0-1-15,0 0 6 0,0 0-4 0,0 0-2 16,0 0 4-16,0 0 3 0,0 0 4 0,0 0-8 15,0 0 6-15,0 0-12 0,0 0 3 0,0 0-4 16,0 0 4-16,0 0-11 0,0 0 5 0,0 0-5 16,0 0 2-16,0 0-6 0,0 0 5 0,0 0 2 15,0 0-3-15,0 0 4 0,0 0 1 0,0 0 2 16,0 0 0-16,0 0-2 0,0 0 3 0,0 0-5 16,0 0 8-16,0 0-1 0,0 0 0 0,0 0 8 15,0 0-7-15,0 0-4 0,0 0 8 0,0 0-5 0,0 0 1 16,0 0 5-16,0 0-6 0,0 0 9 15,0 0-8-15,0 0-4 0,0 0 6 0,0 0 5 16,0 0-3-16,0 0-4 0,0 0 9 0,0 0 0 16,0 0-12-16,0 0 10 0,0 0 3 0,0 0-3 0,0 0 3 15,0 0-4-15,0 0 0 0,0 0 1 16,0 0 4-16,0 0-5 0,0 0 0 0,0 0-5 16,0 0 3-16,0 0-3 0,0 0-9 0,0 0 4 15,0 0-9-15,0 0-10 0,0 0-10 0,0 0-40 0,0 0-83 16,0 0 37-16</inkml:trace>
  <inkml:trace contextRef="#ctx0" brushRef="#br0" timeOffset="52253.85">23879 12133 73 0,'0'0'61'0,"9"2"-5"0,-9-2-8 0,0 0-18 15,0 0-1-15,0 0-17 0,9 0-13 0,-9 0-16 16,0 0-32-16,10 1-53 0,-10-1 25 0</inkml:trace>
  <inkml:trace contextRef="#ctx0" brushRef="#br0" timeOffset="52624.01">24453 12117 62 0,'0'0'75'0,"0"0"-17"0,0 0 2 15,0 0-3-15,0 0-6 0,0 0-8 0,0 0-3 16,0 0-1-16,0 0 3 0,0 0-1 0,0 0-10 16,0 0-3-16,0 0 0 0,0 0 2 0,0 0-6 15,0 0 5-15,0 0-2 0,0 0-9 0,0 0-2 16,0 0 1-16,0 0 4 0,0 0-4 0,0 0 0 15,0 0-3-15,0 0-8 0,0 0 6 0,0 0-3 16,0 0-4-16,0 0-4 0,0 0 4 0,0 0-7 16,0 0-20-16,0 0 1 0,0 0-10 0,0 0-18 15,0 0-7-15,0 0-14 0,0 0-42 0,0 0-122 16,0 0 54-16</inkml:trace>
  <inkml:trace contextRef="#ctx0" brushRef="#br0" timeOffset="54803.66">19553 12853 45 0,'0'0'75'0,"0"0"-10"0,0 0-10 0,0 0-12 15,0 0-15-15,0 0-8 0,7-3-17 0,-7 3-17 16,0 0-40-16,0 0-58 0,0 0 26 0</inkml:trace>
  <inkml:trace contextRef="#ctx0" brushRef="#br0" timeOffset="55150.02">19917 12858 8 0,'0'0'95'16,"0"0"-10"-16,0 0-20 0,0 0 22 0,0 0-19 15,5-4-2-15,-5 4-9 0,0 0-8 0,0 0 0 16,0 0-8-16,0 0-13 0,0 0 5 0,0 0-6 16,0 0 3-16,0 0-7 0,0 0-2 0,0 0-1 15,0 0 1-15,0 0-4 0,0 0-1 0,0 0-5 16,0 0 2-16,0 0 3 0,0 0-6 0,0 0-7 15,0 0 6-15,0 0 0 0,0 0-2 0,0 0-6 16,4-5 4-16,-4 5-1 0,0 0 2 0,0 0-5 16,0 0-6-16,0 0 8 0,0 0 8 0,0 0-13 15,0 0-10-15,0 0-6 0,0 0 2 0,0 0-14 16,0 0-4-16,0 0-9 0,0 0-2 0,0 0-5 16,0 0-7-16,0 0-61 0,0 0-126 0,0 0 56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9457B-5D90-4F21-942A-775981E41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97F1B-38FF-45F2-BF55-188F6A44E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A711A-4B53-4DE4-AF5B-A4828FB41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4BA-EED4-430A-A340-20353A9DBE37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3519A-4C7E-4BDF-AD5D-688536C73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751AD-0173-4B51-B053-172C48D81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C37C2-1DE3-476F-945C-DF66F1F08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669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C955A-C38D-418B-9DFA-7352A9D35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A4F84-199F-4424-B08F-77CE7998D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CB155-3AE9-433A-81C4-1A0CF6B1E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4BA-EED4-430A-A340-20353A9DBE37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B1581-7B0C-4FB3-9F42-C30A012E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353B3-F5CF-4B9D-B027-1B8B1FD13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C37C2-1DE3-476F-945C-DF66F1F08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010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FFD7E-D482-4160-982E-04F833D6A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0270D-C965-4F53-B6A2-B14BCF604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78C90-2D3D-4D07-B5EB-1177EF2BF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4BA-EED4-430A-A340-20353A9DBE37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53F5B-012E-4FE2-9118-21AE3CA04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00023-D0BB-4639-96AA-C5C10A86B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C37C2-1DE3-476F-945C-DF66F1F08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06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864C7-4155-4710-9163-7239FEEC7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2D989-1E04-4559-A778-A675AAAE3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39EF6-3109-489E-AB17-B9BABEB94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A6D5D4-20F3-4299-87E6-ED1237B52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4BA-EED4-430A-A340-20353A9DBE37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043024-9F08-4EB5-89DA-4EB29F11F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B5C1B-7DF9-4281-A998-42793BD5A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C37C2-1DE3-476F-945C-DF66F1F08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908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404C4-C704-4648-8311-C7F1178B4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809C8-2ADF-4DAB-91D6-C3802D641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0BFE46-527F-4B1E-899D-627496D61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6D53CB-53FF-44FB-AF9C-67F544A966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61AA3D-D389-4449-8F3C-86381C25EE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41B26-837A-4E56-9BE1-7DA71C2E5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4BA-EED4-430A-A340-20353A9DBE37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0185A6-6127-430C-BEA8-DBD6573BD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ED44B5-FDE2-4C0E-9CA1-5E18FE2F5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C37C2-1DE3-476F-945C-DF66F1F08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927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010C5-1B16-45D9-B07B-0BCD3BBC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8518FE-8F53-4CB0-BB65-998F86AA5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4BA-EED4-430A-A340-20353A9DBE37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FBE6FA-A8AC-4F20-9735-A752C8B22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D9CC6-F240-4D14-AF07-DC86BC93D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C37C2-1DE3-476F-945C-DF66F1F08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025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829765-D016-4133-AD2A-6171CBB18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4BA-EED4-430A-A340-20353A9DBE37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1072D3-32B3-4825-85F4-87157F65E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AFFB5-96BB-4B44-8A4F-96542504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C37C2-1DE3-476F-945C-DF66F1F08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043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13309-353C-46E5-A975-8907E4F4C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392AE-F6E4-45F6-96F9-92783CF11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E3DAE-0E6A-4333-A423-BD417CBAF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545FA-F008-42EA-A592-DF04DB718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4BA-EED4-430A-A340-20353A9DBE37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249E8-C806-4553-9A6E-050C1F6E0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C9B32-C746-4B29-B9C5-6FC8F02B2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C37C2-1DE3-476F-945C-DF66F1F08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745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AE24-32C1-42E5-BF81-55BDE72C7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D2CA1-8B61-4BDB-B2A5-CC81E1EB5D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5A493A-CB67-4A54-9833-3281B0B13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569529-2AF9-4FC5-A006-168760D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4BA-EED4-430A-A340-20353A9DBE37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6ABE1-2C60-40F5-B469-34C35F99E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6A49A-9C91-4556-8A1D-0D742AA6C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C37C2-1DE3-476F-945C-DF66F1F08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33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66127-A79F-4A24-93C1-4ECA30806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0B68C-D2EB-4E75-BB4B-0E8420457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68AD8-E2F0-4CCC-8BD9-DF1F2472F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4BA-EED4-430A-A340-20353A9DBE37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79C47-CB30-4E71-AE3D-2F3B027C6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15D58-DD75-4440-85D7-C4F40EA59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C37C2-1DE3-476F-945C-DF66F1F08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200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ABE731-14E1-41D8-A1EE-7C13C7B50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C226F4-3F0C-4418-9CCA-ECB18FF6A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E8315-1BA3-48EF-8152-3FE38B112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4BA-EED4-430A-A340-20353A9DBE37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D6212-999B-4834-86E1-D0F63D607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0685A-4B6C-4E6B-B431-61D088017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C37C2-1DE3-476F-945C-DF66F1F08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577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AD6AB6-D0F8-4827-8C58-71818E0BF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E68A9-3C34-4454-B1CE-FBAC6D709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AB139-BD08-4A75-90E1-0BDC50108A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AF4BA-EED4-430A-A340-20353A9DBE37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CA377-5A66-43A8-8DD1-37609E65E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84A62-5CB5-4B14-9196-BBC198B65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C37C2-1DE3-476F-945C-DF66F1F08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839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6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4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6.png"/><Relationship Id="rId5" Type="http://schemas.openxmlformats.org/officeDocument/2006/relationships/customXml" Target="../ink/ink4.xml"/><Relationship Id="rId4" Type="http://schemas.openxmlformats.org/officeDocument/2006/relationships/image" Target="../media/image2710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.xml"/><Relationship Id="rId3" Type="http://schemas.openxmlformats.org/officeDocument/2006/relationships/customXml" Target="../ink/ink5.xml"/><Relationship Id="rId12" Type="http://schemas.openxmlformats.org/officeDocument/2006/relationships/image" Target="../media/image28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7.xml"/><Relationship Id="rId5" Type="http://schemas.openxmlformats.org/officeDocument/2006/relationships/customXml" Target="../ink/ink6.xml"/><Relationship Id="rId10" Type="http://schemas.openxmlformats.org/officeDocument/2006/relationships/image" Target="../media/image2822.png"/><Relationship Id="rId4" Type="http://schemas.openxmlformats.org/officeDocument/2006/relationships/image" Target="../media/image2780.png"/><Relationship Id="rId1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customXml" Target="../ink/ink10.xml"/><Relationship Id="rId4" Type="http://schemas.openxmlformats.org/officeDocument/2006/relationships/image" Target="../media/image28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2790.png"/><Relationship Id="rId7" Type="http://schemas.openxmlformats.org/officeDocument/2006/relationships/image" Target="../media/image2841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11" Type="http://schemas.openxmlformats.org/officeDocument/2006/relationships/image" Target="../media/image6.png"/><Relationship Id="rId5" Type="http://schemas.openxmlformats.org/officeDocument/2006/relationships/image" Target="../media/image2811.png"/><Relationship Id="rId10" Type="http://schemas.openxmlformats.org/officeDocument/2006/relationships/customXml" Target="../ink/ink16.xml"/><Relationship Id="rId4" Type="http://schemas.openxmlformats.org/officeDocument/2006/relationships/customXml" Target="../ink/ink13.xml"/><Relationship Id="rId9" Type="http://schemas.openxmlformats.org/officeDocument/2006/relationships/image" Target="../media/image29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3" Type="http://schemas.openxmlformats.org/officeDocument/2006/relationships/image" Target="../media/image2810.png"/><Relationship Id="rId7" Type="http://schemas.openxmlformats.org/officeDocument/2006/relationships/image" Target="../media/image285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11" Type="http://schemas.openxmlformats.org/officeDocument/2006/relationships/image" Target="../media/image7.png"/><Relationship Id="rId5" Type="http://schemas.openxmlformats.org/officeDocument/2006/relationships/image" Target="../media/image2821.png"/><Relationship Id="rId10" Type="http://schemas.openxmlformats.org/officeDocument/2006/relationships/customXml" Target="../ink/ink21.xml"/><Relationship Id="rId4" Type="http://schemas.openxmlformats.org/officeDocument/2006/relationships/customXml" Target="../ink/ink18.xml"/><Relationship Id="rId9" Type="http://schemas.openxmlformats.org/officeDocument/2006/relationships/image" Target="../media/image29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3" Type="http://schemas.openxmlformats.org/officeDocument/2006/relationships/image" Target="../media/image2820.png"/><Relationship Id="rId7" Type="http://schemas.openxmlformats.org/officeDocument/2006/relationships/image" Target="../media/image2861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5" Type="http://schemas.openxmlformats.org/officeDocument/2006/relationships/image" Target="../media/image2831.png"/><Relationship Id="rId4" Type="http://schemas.openxmlformats.org/officeDocument/2006/relationships/customXml" Target="../ink/ink23.xml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30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40.png"/><Relationship Id="rId7" Type="http://schemas.openxmlformats.org/officeDocument/2006/relationships/image" Target="../media/image10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.xml"/><Relationship Id="rId5" Type="http://schemas.openxmlformats.org/officeDocument/2006/relationships/image" Target="../media/image2871.png"/><Relationship Id="rId4" Type="http://schemas.openxmlformats.org/officeDocument/2006/relationships/customXml" Target="../ink/ink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50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3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3" Type="http://schemas.openxmlformats.org/officeDocument/2006/relationships/image" Target="../media/image2860.png"/><Relationship Id="rId7" Type="http://schemas.openxmlformats.org/officeDocument/2006/relationships/image" Target="../media/image289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.xml"/><Relationship Id="rId5" Type="http://schemas.openxmlformats.org/officeDocument/2006/relationships/image" Target="../media/image2881.png"/><Relationship Id="rId4" Type="http://schemas.openxmlformats.org/officeDocument/2006/relationships/customXml" Target="../ink/ink34.xml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70.png"/><Relationship Id="rId7" Type="http://schemas.openxmlformats.org/officeDocument/2006/relationships/image" Target="../media/image13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9.xml"/><Relationship Id="rId5" Type="http://schemas.openxmlformats.org/officeDocument/2006/relationships/image" Target="../media/image2891.png"/><Relationship Id="rId4" Type="http://schemas.openxmlformats.org/officeDocument/2006/relationships/customXml" Target="../ink/ink3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80.png"/><Relationship Id="rId7" Type="http://schemas.openxmlformats.org/officeDocument/2006/relationships/image" Target="../media/image14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2.xml"/><Relationship Id="rId5" Type="http://schemas.openxmlformats.org/officeDocument/2006/relationships/image" Target="../media/image2901.png"/><Relationship Id="rId4" Type="http://schemas.openxmlformats.org/officeDocument/2006/relationships/customXml" Target="../ink/ink4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90.png"/><Relationship Id="rId7" Type="http://schemas.openxmlformats.org/officeDocument/2006/relationships/image" Target="../media/image15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5.xml"/><Relationship Id="rId5" Type="http://schemas.openxmlformats.org/officeDocument/2006/relationships/image" Target="../media/image2910.png"/><Relationship Id="rId4" Type="http://schemas.openxmlformats.org/officeDocument/2006/relationships/customXml" Target="../ink/ink4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0.png"/><Relationship Id="rId2" Type="http://schemas.openxmlformats.org/officeDocument/2006/relationships/customXml" Target="../ink/ink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4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20.png"/><Relationship Id="rId7" Type="http://schemas.openxmlformats.org/officeDocument/2006/relationships/image" Target="../media/image17.png"/><Relationship Id="rId2" Type="http://schemas.openxmlformats.org/officeDocument/2006/relationships/customXml" Target="../ink/ink4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0.xml"/><Relationship Id="rId5" Type="http://schemas.openxmlformats.org/officeDocument/2006/relationships/image" Target="../media/image293.png"/><Relationship Id="rId4" Type="http://schemas.openxmlformats.org/officeDocument/2006/relationships/customXml" Target="../ink/ink4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30.png"/><Relationship Id="rId2" Type="http://schemas.openxmlformats.org/officeDocument/2006/relationships/customXml" Target="../ink/ink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5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4.png"/><Relationship Id="rId7" Type="http://schemas.openxmlformats.org/officeDocument/2006/relationships/image" Target="../media/image19.png"/><Relationship Id="rId2" Type="http://schemas.openxmlformats.org/officeDocument/2006/relationships/customXml" Target="../ink/ink5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5.xml"/><Relationship Id="rId5" Type="http://schemas.openxmlformats.org/officeDocument/2006/relationships/image" Target="../media/image295.png"/><Relationship Id="rId4" Type="http://schemas.openxmlformats.org/officeDocument/2006/relationships/customXml" Target="../ink/ink5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50.png"/><Relationship Id="rId2" Type="http://schemas.openxmlformats.org/officeDocument/2006/relationships/customXml" Target="../ink/ink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customXml" Target="../ink/ink5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6.png"/><Relationship Id="rId2" Type="http://schemas.openxmlformats.org/officeDocument/2006/relationships/customXml" Target="../ink/ink5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ustomXml" Target="../ink/ink5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5.png"/><Relationship Id="rId7" Type="http://schemas.openxmlformats.org/officeDocument/2006/relationships/image" Target="../media/image22.png"/><Relationship Id="rId2" Type="http://schemas.openxmlformats.org/officeDocument/2006/relationships/customXml" Target="../ink/ink6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2.xml"/><Relationship Id="rId5" Type="http://schemas.openxmlformats.org/officeDocument/2006/relationships/image" Target="../media/image316.png"/><Relationship Id="rId4" Type="http://schemas.openxmlformats.org/officeDocument/2006/relationships/customXml" Target="../ink/ink6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7.png"/><Relationship Id="rId2" Type="http://schemas.openxmlformats.org/officeDocument/2006/relationships/customXml" Target="../ink/ink6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customXml" Target="../ink/ink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601B9-2FCC-4F7A-86C6-A0F596756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3520D-8CA0-49C3-A6E2-2E51F17636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919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Zener diode as a Voltage Regulator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C301A6F-1860-4916-95FC-7E959CA8E507}"/>
                  </a:ext>
                </a:extLst>
              </p14:cNvPr>
              <p14:cNvContentPartPr/>
              <p14:nvPr/>
            </p14:nvContentPartPr>
            <p14:xfrm>
              <a:off x="6780240" y="1472760"/>
              <a:ext cx="4996080" cy="3002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C301A6F-1860-4916-95FC-7E959CA8E5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70880" y="1463400"/>
                <a:ext cx="5014800" cy="30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E9FAA6D-5EA9-47C2-8A2F-1FA71C05F4D5}"/>
                  </a:ext>
                </a:extLst>
              </p14:cNvPr>
              <p14:cNvContentPartPr/>
              <p14:nvPr/>
            </p14:nvContentPartPr>
            <p14:xfrm>
              <a:off x="221760" y="913320"/>
              <a:ext cx="10515960" cy="5461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E9FAA6D-5EA9-47C2-8A2F-1FA71C05F4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2400" y="903960"/>
                <a:ext cx="10534680" cy="548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5973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Block Diagram of a DC power supply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050" name="Picture 2" descr="Dc power supplies-Introduction">
            <a:extLst>
              <a:ext uri="{FF2B5EF4-FFF2-40B4-BE49-F238E27FC236}">
                <a16:creationId xmlns:a16="http://schemas.microsoft.com/office/drawing/2014/main" id="{996E8186-E812-4CCF-9706-48A33D6D4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916" y="2019300"/>
            <a:ext cx="942022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50077A6-31C2-41E1-8523-0803E18D3DF9}"/>
                  </a:ext>
                </a:extLst>
              </p14:cNvPr>
              <p14:cNvContentPartPr/>
              <p14:nvPr/>
            </p14:nvContentPartPr>
            <p14:xfrm>
              <a:off x="415440" y="993600"/>
              <a:ext cx="11215800" cy="5413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50077A6-31C2-41E1-8523-0803E18D3D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6080" y="984240"/>
                <a:ext cx="11234520" cy="54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2233DD7-89D0-4A1E-9727-27A94DE8223A}"/>
                  </a:ext>
                </a:extLst>
              </p14:cNvPr>
              <p14:cNvContentPartPr/>
              <p14:nvPr/>
            </p14:nvContentPartPr>
            <p14:xfrm>
              <a:off x="3548880" y="1629000"/>
              <a:ext cx="7112880" cy="4614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2233DD7-89D0-4A1E-9727-27A94DE822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39520" y="1619640"/>
                <a:ext cx="7131600" cy="463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8190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028" name="Picture 4" descr="Half wave Rectifier - Positive and negative half wave rectifier">
            <a:extLst>
              <a:ext uri="{FF2B5EF4-FFF2-40B4-BE49-F238E27FC236}">
                <a16:creationId xmlns:a16="http://schemas.microsoft.com/office/drawing/2014/main" id="{919B9A69-F330-42C0-BE46-1211B5455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821" y="1226720"/>
            <a:ext cx="6018873" cy="3525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D8A44FD-E9EA-4E2A-8475-ED7B7F1E6899}"/>
                  </a:ext>
                </a:extLst>
              </p14:cNvPr>
              <p14:cNvContentPartPr/>
              <p14:nvPr/>
            </p14:nvContentPartPr>
            <p14:xfrm>
              <a:off x="267120" y="1150200"/>
              <a:ext cx="11806920" cy="3652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D8A44FD-E9EA-4E2A-8475-ED7B7F1E68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7760" y="1140840"/>
                <a:ext cx="11825640" cy="36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6AF8008-77F5-4A5F-84BD-1D181D8FA1D8}"/>
                  </a:ext>
                </a:extLst>
              </p14:cNvPr>
              <p14:cNvContentPartPr/>
              <p14:nvPr/>
            </p14:nvContentPartPr>
            <p14:xfrm>
              <a:off x="6420240" y="1851840"/>
              <a:ext cx="3491640" cy="1031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6AF8008-77F5-4A5F-84BD-1D181D8FA1D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10880" y="1842480"/>
                <a:ext cx="3510360" cy="10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9CB4C0B-37BB-4465-B51F-DA1C9C31D5D1}"/>
                  </a:ext>
                </a:extLst>
              </p14:cNvPr>
              <p14:cNvContentPartPr/>
              <p14:nvPr/>
            </p14:nvContentPartPr>
            <p14:xfrm>
              <a:off x="524880" y="2173320"/>
              <a:ext cx="11194920" cy="2421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9CB4C0B-37BB-4465-B51F-DA1C9C31D5D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5520" y="2163960"/>
                <a:ext cx="11213640" cy="244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35174BF-5201-4D73-8757-91DF3E4A0BC6}"/>
                  </a:ext>
                </a:extLst>
              </p14:cNvPr>
              <p14:cNvContentPartPr/>
              <p14:nvPr/>
            </p14:nvContentPartPr>
            <p14:xfrm>
              <a:off x="9566640" y="3920760"/>
              <a:ext cx="1302840" cy="200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35174BF-5201-4D73-8757-91DF3E4A0BC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557280" y="3911400"/>
                <a:ext cx="1321560" cy="21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4155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026" name="Picture 2" descr="Half wave rectifier | Electricalunits.com">
            <a:extLst>
              <a:ext uri="{FF2B5EF4-FFF2-40B4-BE49-F238E27FC236}">
                <a16:creationId xmlns:a16="http://schemas.microsoft.com/office/drawing/2014/main" id="{1D145162-EC2F-4E59-BD65-D59AB1555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65" y="1081087"/>
            <a:ext cx="7506586" cy="5284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513D7B-FFC0-4B93-A6D9-39C79947CEF5}"/>
                  </a:ext>
                </a:extLst>
              </p14:cNvPr>
              <p14:cNvContentPartPr/>
              <p14:nvPr/>
            </p14:nvContentPartPr>
            <p14:xfrm>
              <a:off x="52920" y="1907280"/>
              <a:ext cx="3805920" cy="2234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513D7B-FFC0-4B93-A6D9-39C79947CE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60" y="1897920"/>
                <a:ext cx="3824640" cy="225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FB94AE4-3D5C-405D-AE0D-4D781148164C}"/>
                  </a:ext>
                </a:extLst>
              </p14:cNvPr>
              <p14:cNvContentPartPr/>
              <p14:nvPr/>
            </p14:nvContentPartPr>
            <p14:xfrm>
              <a:off x="2694600" y="3591720"/>
              <a:ext cx="6748560" cy="2054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FB94AE4-3D5C-405D-AE0D-4D781148164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85240" y="3582360"/>
                <a:ext cx="6767280" cy="20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A30EBAB-85A4-4172-AD8A-60DB42D0378F}"/>
                  </a:ext>
                </a:extLst>
              </p14:cNvPr>
              <p14:cNvContentPartPr/>
              <p14:nvPr/>
            </p14:nvContentPartPr>
            <p14:xfrm>
              <a:off x="2650680" y="2523600"/>
              <a:ext cx="5217840" cy="3129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A30EBAB-85A4-4172-AD8A-60DB42D0378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41320" y="2514240"/>
                <a:ext cx="5236560" cy="314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296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DA4E29-22A9-477B-A9C6-1F91554F484D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2737EB-BC6B-4622-AEE1-0CD76F4CF834}"/>
                  </a:ext>
                </a:extLst>
              </p14:cNvPr>
              <p14:cNvContentPartPr/>
              <p14:nvPr/>
            </p14:nvContentPartPr>
            <p14:xfrm>
              <a:off x="6120" y="1210680"/>
              <a:ext cx="11397960" cy="5298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2737EB-BC6B-4622-AEE1-0CD76F4CF8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240" y="1201320"/>
                <a:ext cx="11416680" cy="531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8E62AD4-4552-42DC-B3C0-A77EE91E558C}"/>
                  </a:ext>
                </a:extLst>
              </p14:cNvPr>
              <p14:cNvContentPartPr/>
              <p14:nvPr/>
            </p14:nvContentPartPr>
            <p14:xfrm>
              <a:off x="2610000" y="3899880"/>
              <a:ext cx="6587640" cy="2485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8E62AD4-4552-42DC-B3C0-A77EE91E558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00640" y="3890520"/>
                <a:ext cx="6606360" cy="250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8183325-BE75-4736-BD2A-15C73D5E5CD3}"/>
                  </a:ext>
                </a:extLst>
              </p14:cNvPr>
              <p14:cNvContentPartPr/>
              <p14:nvPr/>
            </p14:nvContentPartPr>
            <p14:xfrm>
              <a:off x="2866680" y="1751760"/>
              <a:ext cx="5356080" cy="3299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8183325-BE75-4736-BD2A-15C73D5E5CD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57320" y="1742400"/>
                <a:ext cx="5374800" cy="33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30F132E-F58F-4965-9276-94D651DEE718}"/>
                  </a:ext>
                </a:extLst>
              </p14:cNvPr>
              <p14:cNvContentPartPr/>
              <p14:nvPr/>
            </p14:nvContentPartPr>
            <p14:xfrm>
              <a:off x="2217960" y="3195000"/>
              <a:ext cx="6771600" cy="3328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30F132E-F58F-4965-9276-94D651DEE71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08600" y="3185640"/>
                <a:ext cx="6790320" cy="334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4CC1A97-A327-4B98-813D-6B4A61B97744}"/>
                  </a:ext>
                </a:extLst>
              </p14:cNvPr>
              <p14:cNvContentPartPr/>
              <p14:nvPr/>
            </p14:nvContentPartPr>
            <p14:xfrm>
              <a:off x="4355280" y="3563640"/>
              <a:ext cx="4564800" cy="29559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4CC1A97-A327-4B98-813D-6B4A61B9774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45920" y="3554280"/>
                <a:ext cx="4583520" cy="297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346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3E4808-065D-4E0A-8825-4E3EFE6B7084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8C98967-7702-4337-AA2D-D14CD0C119BE}"/>
                  </a:ext>
                </a:extLst>
              </p14:cNvPr>
              <p14:cNvContentPartPr/>
              <p14:nvPr/>
            </p14:nvContentPartPr>
            <p14:xfrm>
              <a:off x="782280" y="1097640"/>
              <a:ext cx="9371520" cy="5237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8C98967-7702-4337-AA2D-D14CD0C119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2920" y="1088280"/>
                <a:ext cx="9390240" cy="525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C26AA6D-D3BD-4C76-807B-3842E791428B}"/>
                  </a:ext>
                </a:extLst>
              </p14:cNvPr>
              <p14:cNvContentPartPr/>
              <p14:nvPr/>
            </p14:nvContentPartPr>
            <p14:xfrm>
              <a:off x="5192640" y="1162440"/>
              <a:ext cx="4612320" cy="5272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C26AA6D-D3BD-4C76-807B-3842E79142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83280" y="1153080"/>
                <a:ext cx="4631040" cy="529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4340ECC-3F5F-4EE3-89AF-28856D89AE63}"/>
                  </a:ext>
                </a:extLst>
              </p14:cNvPr>
              <p14:cNvContentPartPr/>
              <p14:nvPr/>
            </p14:nvContentPartPr>
            <p14:xfrm>
              <a:off x="294120" y="1110240"/>
              <a:ext cx="9364680" cy="5326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4340ECC-3F5F-4EE3-89AF-28856D89AE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4760" y="1100880"/>
                <a:ext cx="9383400" cy="534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D66F3AC-34E7-4D43-9BF5-A3EE936F4D4C}"/>
                  </a:ext>
                </a:extLst>
              </p14:cNvPr>
              <p14:cNvContentPartPr/>
              <p14:nvPr/>
            </p14:nvContentPartPr>
            <p14:xfrm>
              <a:off x="5177520" y="2151720"/>
              <a:ext cx="4124880" cy="4103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D66F3AC-34E7-4D43-9BF5-A3EE936F4D4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68160" y="2142360"/>
                <a:ext cx="4143600" cy="412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5CA04D2-651B-4FF2-8A06-71ADBCC26778}"/>
                  </a:ext>
                </a:extLst>
              </p14:cNvPr>
              <p14:cNvContentPartPr/>
              <p14:nvPr/>
            </p14:nvContentPartPr>
            <p14:xfrm>
              <a:off x="4535640" y="1611000"/>
              <a:ext cx="4983480" cy="44521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5CA04D2-651B-4FF2-8A06-71ADBCC2677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526280" y="1601640"/>
                <a:ext cx="5002200" cy="447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161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0D4AB2-F423-4541-988D-887FB38DEB1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45F5E1F-F94E-462F-BD1A-CF3D4B552FC7}"/>
                  </a:ext>
                </a:extLst>
              </p14:cNvPr>
              <p14:cNvContentPartPr/>
              <p14:nvPr/>
            </p14:nvContentPartPr>
            <p14:xfrm>
              <a:off x="1974600" y="1028160"/>
              <a:ext cx="9718920" cy="5464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45F5E1F-F94E-462F-BD1A-CF3D4B552F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65240" y="1018800"/>
                <a:ext cx="9737640" cy="54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0655F93-6EB8-47CF-8A9A-94AF207580B8}"/>
                  </a:ext>
                </a:extLst>
              </p14:cNvPr>
              <p14:cNvContentPartPr/>
              <p14:nvPr/>
            </p14:nvContentPartPr>
            <p14:xfrm>
              <a:off x="3217320" y="1796760"/>
              <a:ext cx="6170040" cy="4675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0655F93-6EB8-47CF-8A9A-94AF207580B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07960" y="1787400"/>
                <a:ext cx="6188760" cy="46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DA8194C-F888-4BF9-864E-2A235306C0D6}"/>
                  </a:ext>
                </a:extLst>
              </p14:cNvPr>
              <p14:cNvContentPartPr/>
              <p14:nvPr/>
            </p14:nvContentPartPr>
            <p14:xfrm>
              <a:off x="4482720" y="5713200"/>
              <a:ext cx="4408920" cy="749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DA8194C-F888-4BF9-864E-2A235306C0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73360" y="5703840"/>
                <a:ext cx="4427640" cy="76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F8D922A-6DEA-4EC9-9CA5-565BD3C6DD12}"/>
                  </a:ext>
                </a:extLst>
              </p14:cNvPr>
              <p14:cNvContentPartPr/>
              <p14:nvPr/>
            </p14:nvContentPartPr>
            <p14:xfrm>
              <a:off x="135360" y="951480"/>
              <a:ext cx="10527120" cy="53658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F8D922A-6DEA-4EC9-9CA5-565BD3C6DD1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6000" y="942120"/>
                <a:ext cx="10545840" cy="538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1521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CDFB4E-F75F-4C32-B43F-ED7A66D41304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6738B4A-B9AA-482E-91BD-1C2EC569E587}"/>
                  </a:ext>
                </a:extLst>
              </p14:cNvPr>
              <p14:cNvContentPartPr/>
              <p14:nvPr/>
            </p14:nvContentPartPr>
            <p14:xfrm>
              <a:off x="2636640" y="1118520"/>
              <a:ext cx="7082280" cy="3660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6738B4A-B9AA-482E-91BD-1C2EC569E5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27280" y="1109160"/>
                <a:ext cx="7101000" cy="36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6997042-B328-479A-913E-2B7ECC84ED6E}"/>
                  </a:ext>
                </a:extLst>
              </p14:cNvPr>
              <p14:cNvContentPartPr/>
              <p14:nvPr/>
            </p14:nvContentPartPr>
            <p14:xfrm>
              <a:off x="4947120" y="1365120"/>
              <a:ext cx="5905080" cy="3693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6997042-B328-479A-913E-2B7ECC84ED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37760" y="1355760"/>
                <a:ext cx="5923800" cy="371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3547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0F8491-F2FB-452D-B03C-DD7FA7C23CFD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19FE734-28C9-427C-BA2E-9AC7D4162151}"/>
                  </a:ext>
                </a:extLst>
              </p14:cNvPr>
              <p14:cNvContentPartPr/>
              <p14:nvPr/>
            </p14:nvContentPartPr>
            <p14:xfrm>
              <a:off x="801360" y="1246680"/>
              <a:ext cx="10079280" cy="4276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19FE734-28C9-427C-BA2E-9AC7D41621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2000" y="1237320"/>
                <a:ext cx="10098000" cy="429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ED8B630-BF6B-4B8C-9EC0-712C7853B145}"/>
                  </a:ext>
                </a:extLst>
              </p14:cNvPr>
              <p14:cNvContentPartPr/>
              <p14:nvPr/>
            </p14:nvContentPartPr>
            <p14:xfrm>
              <a:off x="6628680" y="2769480"/>
              <a:ext cx="4178880" cy="2827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ED8B630-BF6B-4B8C-9EC0-712C7853B14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19320" y="2760120"/>
                <a:ext cx="4197600" cy="28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B0EC403-229D-4382-A15E-3882348B51CD}"/>
                  </a:ext>
                </a:extLst>
              </p14:cNvPr>
              <p14:cNvContentPartPr/>
              <p14:nvPr/>
            </p14:nvContentPartPr>
            <p14:xfrm>
              <a:off x="463680" y="2610720"/>
              <a:ext cx="11078280" cy="3049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B0EC403-229D-4382-A15E-3882348B51C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4320" y="2601360"/>
                <a:ext cx="11097000" cy="306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054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B500FC-1946-4D56-BC60-AAA5096DB0AE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991516A-58AE-493D-B17A-8BB24E83C62D}"/>
                  </a:ext>
                </a:extLst>
              </p14:cNvPr>
              <p14:cNvContentPartPr/>
              <p14:nvPr/>
            </p14:nvContentPartPr>
            <p14:xfrm>
              <a:off x="2557080" y="1177200"/>
              <a:ext cx="8501400" cy="4809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991516A-58AE-493D-B17A-8BB24E83C6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47720" y="1167840"/>
                <a:ext cx="8520120" cy="48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A99E2FE-83DE-4820-B392-B55F76DB8504}"/>
                  </a:ext>
                </a:extLst>
              </p14:cNvPr>
              <p14:cNvContentPartPr/>
              <p14:nvPr/>
            </p14:nvContentPartPr>
            <p14:xfrm>
              <a:off x="4602600" y="1741320"/>
              <a:ext cx="5745600" cy="4088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A99E2FE-83DE-4820-B392-B55F76DB85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93240" y="1731960"/>
                <a:ext cx="5764320" cy="410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8394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87BC3DD-54FF-40D9-871F-78CE9EE21EE2}"/>
                  </a:ext>
                </a:extLst>
              </p14:cNvPr>
              <p14:cNvContentPartPr/>
              <p14:nvPr/>
            </p14:nvContentPartPr>
            <p14:xfrm>
              <a:off x="1999080" y="1053000"/>
              <a:ext cx="9075600" cy="5261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87BC3DD-54FF-40D9-871F-78CE9EE21E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9720" y="1043640"/>
                <a:ext cx="9094320" cy="527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1D4E4E1-044E-44EC-BE95-E26D2D410C16}"/>
                  </a:ext>
                </a:extLst>
              </p14:cNvPr>
              <p14:cNvContentPartPr/>
              <p14:nvPr/>
            </p14:nvContentPartPr>
            <p14:xfrm>
              <a:off x="8957880" y="5019840"/>
              <a:ext cx="410760" cy="585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1D4E4E1-044E-44EC-BE95-E26D2D410C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48520" y="5010480"/>
                <a:ext cx="429480" cy="60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4C0BD8F-8831-44EB-8E8E-EEB764C7A68B}"/>
                  </a:ext>
                </a:extLst>
              </p14:cNvPr>
              <p14:cNvContentPartPr/>
              <p14:nvPr/>
            </p14:nvContentPartPr>
            <p14:xfrm>
              <a:off x="5328360" y="1191960"/>
              <a:ext cx="5906520" cy="2584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4C0BD8F-8831-44EB-8E8E-EEB764C7A68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19000" y="1182600"/>
                <a:ext cx="5925240" cy="260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F8253FE-0A67-4743-B2E8-FB277F2DCC0B}"/>
                  </a:ext>
                </a:extLst>
              </p14:cNvPr>
              <p14:cNvContentPartPr/>
              <p14:nvPr/>
            </p14:nvContentPartPr>
            <p14:xfrm>
              <a:off x="5194080" y="1639800"/>
              <a:ext cx="6198840" cy="4177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F8253FE-0A67-4743-B2E8-FB277F2DCC0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84720" y="1630440"/>
                <a:ext cx="6217560" cy="419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980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65CEF64-0C03-4A04-840A-0B71588BB9E0}"/>
                  </a:ext>
                </a:extLst>
              </p14:cNvPr>
              <p14:cNvContentPartPr/>
              <p14:nvPr/>
            </p14:nvContentPartPr>
            <p14:xfrm>
              <a:off x="1608120" y="1237680"/>
              <a:ext cx="9907560" cy="3571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65CEF64-0C03-4A04-840A-0B71588BB9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98760" y="1228320"/>
                <a:ext cx="9926280" cy="359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175E6D0-A8FE-4F1C-8DDB-A0785302E482}"/>
                  </a:ext>
                </a:extLst>
              </p14:cNvPr>
              <p14:cNvContentPartPr/>
              <p14:nvPr/>
            </p14:nvContentPartPr>
            <p14:xfrm>
              <a:off x="481680" y="1555560"/>
              <a:ext cx="10906560" cy="4485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75E6D0-A8FE-4F1C-8DDB-A0785302E48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2320" y="1546200"/>
                <a:ext cx="10925280" cy="450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A980EAC-5B02-4A41-A422-CB13B8E147CE}"/>
                  </a:ext>
                </a:extLst>
              </p14:cNvPr>
              <p14:cNvContentPartPr/>
              <p14:nvPr/>
            </p14:nvContentPartPr>
            <p14:xfrm>
              <a:off x="564840" y="1801800"/>
              <a:ext cx="10765440" cy="39290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A980EAC-5B02-4A41-A422-CB13B8E147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5480" y="1792440"/>
                <a:ext cx="10784160" cy="394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3127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716B73B-B2B6-49CC-8D4B-496BFB0086E6}"/>
                  </a:ext>
                </a:extLst>
              </p14:cNvPr>
              <p14:cNvContentPartPr/>
              <p14:nvPr/>
            </p14:nvContentPartPr>
            <p14:xfrm>
              <a:off x="1648800" y="1116360"/>
              <a:ext cx="10335960" cy="5189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716B73B-B2B6-49CC-8D4B-496BFB0086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9440" y="1107000"/>
                <a:ext cx="10354680" cy="520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561E181-6A8C-451F-A5BF-D66C33FCA32A}"/>
                  </a:ext>
                </a:extLst>
              </p14:cNvPr>
              <p14:cNvContentPartPr/>
              <p14:nvPr/>
            </p14:nvContentPartPr>
            <p14:xfrm>
              <a:off x="3945960" y="2648520"/>
              <a:ext cx="321480" cy="160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561E181-6A8C-451F-A5BF-D66C33FCA32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6600" y="2639160"/>
                <a:ext cx="34020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4AD7C33-0E54-4750-9B7C-E203ACC6CFEC}"/>
                  </a:ext>
                </a:extLst>
              </p14:cNvPr>
              <p14:cNvContentPartPr/>
              <p14:nvPr/>
            </p14:nvContentPartPr>
            <p14:xfrm>
              <a:off x="3215880" y="2233800"/>
              <a:ext cx="7159680" cy="3312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4AD7C33-0E54-4750-9B7C-E203ACC6CFE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06520" y="2224440"/>
                <a:ext cx="7178400" cy="333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6100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C84B9C9-0A35-4DED-9CAD-F8FD37D174FD}"/>
                  </a:ext>
                </a:extLst>
              </p14:cNvPr>
              <p14:cNvContentPartPr/>
              <p14:nvPr/>
            </p14:nvContentPartPr>
            <p14:xfrm>
              <a:off x="2259720" y="1312920"/>
              <a:ext cx="7194600" cy="5122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C84B9C9-0A35-4DED-9CAD-F8FD37D174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50360" y="1303560"/>
                <a:ext cx="7213320" cy="514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A3E69C1-0AB1-4B1F-A63D-E969D6863A6F}"/>
                  </a:ext>
                </a:extLst>
              </p14:cNvPr>
              <p14:cNvContentPartPr/>
              <p14:nvPr/>
            </p14:nvContentPartPr>
            <p14:xfrm>
              <a:off x="6273000" y="5743080"/>
              <a:ext cx="1729800" cy="691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A3E69C1-0AB1-4B1F-A63D-E969D6863A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63640" y="5733720"/>
                <a:ext cx="1748520" cy="71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02B22B7-D294-4B67-837D-3156B5F8FFB5}"/>
                  </a:ext>
                </a:extLst>
              </p14:cNvPr>
              <p14:cNvContentPartPr/>
              <p14:nvPr/>
            </p14:nvContentPartPr>
            <p14:xfrm>
              <a:off x="8281800" y="4925520"/>
              <a:ext cx="632520" cy="900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02B22B7-D294-4B67-837D-3156B5F8FF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72440" y="4916160"/>
                <a:ext cx="651240" cy="91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2265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3DD7B0C-3C9D-4B07-96B1-C50F50AC5676}"/>
                  </a:ext>
                </a:extLst>
              </p14:cNvPr>
              <p14:cNvContentPartPr/>
              <p14:nvPr/>
            </p14:nvContentPartPr>
            <p14:xfrm>
              <a:off x="2583000" y="1811160"/>
              <a:ext cx="6454800" cy="1824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3DD7B0C-3C9D-4B07-96B1-C50F50AC56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73640" y="1801800"/>
                <a:ext cx="6473520" cy="18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4DE99EB-8E0D-4043-878D-BBD5F44885CF}"/>
                  </a:ext>
                </a:extLst>
              </p14:cNvPr>
              <p14:cNvContentPartPr/>
              <p14:nvPr/>
            </p14:nvContentPartPr>
            <p14:xfrm>
              <a:off x="4187880" y="2598480"/>
              <a:ext cx="4718520" cy="1500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4DE99EB-8E0D-4043-878D-BBD5F44885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78520" y="2589120"/>
                <a:ext cx="4737240" cy="151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2595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B7ED1F2-6F3B-4AE2-A0E1-AA404584319D}"/>
                  </a:ext>
                </a:extLst>
              </p14:cNvPr>
              <p14:cNvContentPartPr/>
              <p14:nvPr/>
            </p14:nvContentPartPr>
            <p14:xfrm>
              <a:off x="322920" y="1121040"/>
              <a:ext cx="10657080" cy="5247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B7ED1F2-6F3B-4AE2-A0E1-AA40458431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3560" y="1111680"/>
                <a:ext cx="10675800" cy="526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C29147B-CE13-4B3B-80DC-FF1EE261E4A9}"/>
                  </a:ext>
                </a:extLst>
              </p14:cNvPr>
              <p14:cNvContentPartPr/>
              <p14:nvPr/>
            </p14:nvContentPartPr>
            <p14:xfrm>
              <a:off x="4807440" y="2256120"/>
              <a:ext cx="5622120" cy="1804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C29147B-CE13-4B3B-80DC-FF1EE261E4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98080" y="2246760"/>
                <a:ext cx="5640840" cy="18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80FEADA-097D-4DC6-B0ED-34869C9EDD91}"/>
                  </a:ext>
                </a:extLst>
              </p14:cNvPr>
              <p14:cNvContentPartPr/>
              <p14:nvPr/>
            </p14:nvContentPartPr>
            <p14:xfrm>
              <a:off x="4584960" y="3466440"/>
              <a:ext cx="6410880" cy="2843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80FEADA-097D-4DC6-B0ED-34869C9EDD9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75600" y="3457080"/>
                <a:ext cx="6429600" cy="286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5940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C5ACC80-8F2A-4A4B-956C-57BC558E3B0A}"/>
                  </a:ext>
                </a:extLst>
              </p14:cNvPr>
              <p14:cNvContentPartPr/>
              <p14:nvPr/>
            </p14:nvContentPartPr>
            <p14:xfrm>
              <a:off x="1526760" y="1139760"/>
              <a:ext cx="9963360" cy="4770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C5ACC80-8F2A-4A4B-956C-57BC558E3B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17400" y="1130400"/>
                <a:ext cx="9982080" cy="47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1C55574-1EEA-456C-AE75-8070BCCDF6F6}"/>
                  </a:ext>
                </a:extLst>
              </p14:cNvPr>
              <p14:cNvContentPartPr/>
              <p14:nvPr/>
            </p14:nvContentPartPr>
            <p14:xfrm>
              <a:off x="4917960" y="2611800"/>
              <a:ext cx="1913400" cy="1206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1C55574-1EEA-456C-AE75-8070BCCDF6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08600" y="2602440"/>
                <a:ext cx="1932120" cy="122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8513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048BC35-780F-443E-8067-64C4A6DCFD1F}"/>
                  </a:ext>
                </a:extLst>
              </p14:cNvPr>
              <p14:cNvContentPartPr/>
              <p14:nvPr/>
            </p14:nvContentPartPr>
            <p14:xfrm>
              <a:off x="99720" y="1150200"/>
              <a:ext cx="11627640" cy="5060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048BC35-780F-443E-8067-64C4A6DCFD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360" y="1140840"/>
                <a:ext cx="11646360" cy="507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8D0C54F-56E5-4979-92B6-A97A20FB523D}"/>
                  </a:ext>
                </a:extLst>
              </p14:cNvPr>
              <p14:cNvContentPartPr/>
              <p14:nvPr/>
            </p14:nvContentPartPr>
            <p14:xfrm>
              <a:off x="3052440" y="1728360"/>
              <a:ext cx="7810920" cy="3999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8D0C54F-56E5-4979-92B6-A97A20FB52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43080" y="1719000"/>
                <a:ext cx="7829640" cy="401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25EDDC5-00F2-4523-BC7B-0B2FA6693EBF}"/>
                  </a:ext>
                </a:extLst>
              </p14:cNvPr>
              <p14:cNvContentPartPr/>
              <p14:nvPr/>
            </p14:nvContentPartPr>
            <p14:xfrm>
              <a:off x="1742040" y="1473120"/>
              <a:ext cx="9997920" cy="4425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25EDDC5-00F2-4523-BC7B-0B2FA6693EB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32680" y="1463760"/>
                <a:ext cx="10016640" cy="444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0911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20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14A5A51-ACA5-4D0C-898C-E4F670997D7A}"/>
                  </a:ext>
                </a:extLst>
              </p14:cNvPr>
              <p14:cNvContentPartPr/>
              <p14:nvPr/>
            </p14:nvContentPartPr>
            <p14:xfrm>
              <a:off x="904320" y="1150200"/>
              <a:ext cx="10367280" cy="4638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14A5A51-ACA5-4D0C-898C-E4F670997D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4960" y="1140840"/>
                <a:ext cx="10386000" cy="46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3D00BE9-AF73-4FA0-A2B9-D395461B0D43}"/>
                  </a:ext>
                </a:extLst>
              </p14:cNvPr>
              <p14:cNvContentPartPr/>
              <p14:nvPr/>
            </p14:nvContentPartPr>
            <p14:xfrm>
              <a:off x="2491560" y="1466280"/>
              <a:ext cx="6309360" cy="4371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3D00BE9-AF73-4FA0-A2B9-D395461B0D4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82200" y="1456920"/>
                <a:ext cx="6328080" cy="439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9058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21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D7E9762-6FD6-44AB-AAE9-2CAA436A71A6}"/>
                  </a:ext>
                </a:extLst>
              </p14:cNvPr>
              <p14:cNvContentPartPr/>
              <p14:nvPr/>
            </p14:nvContentPartPr>
            <p14:xfrm>
              <a:off x="1699560" y="1321200"/>
              <a:ext cx="10193040" cy="3285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D7E9762-6FD6-44AB-AAE9-2CAA436A71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0200" y="1311840"/>
                <a:ext cx="10211760" cy="330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1FB6B3F-B32C-47CC-A779-FC8EE06DC468}"/>
                  </a:ext>
                </a:extLst>
              </p14:cNvPr>
              <p14:cNvContentPartPr/>
              <p14:nvPr/>
            </p14:nvContentPartPr>
            <p14:xfrm>
              <a:off x="5380920" y="1649880"/>
              <a:ext cx="6493680" cy="2958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1FB6B3F-B32C-47CC-A779-FC8EE06DC4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71560" y="1640520"/>
                <a:ext cx="6512400" cy="297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7750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22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AutoShape 4" descr="Figure: Shunt Capacitor Filter | Download Scientific Diagram">
            <a:extLst>
              <a:ext uri="{FF2B5EF4-FFF2-40B4-BE49-F238E27FC236}">
                <a16:creationId xmlns:a16="http://schemas.microsoft.com/office/drawing/2014/main" id="{FB80827C-ADF8-46A4-9141-0818FFCB15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392E69A-BD2C-4CFE-913A-3ADFCDBE4599}"/>
                  </a:ext>
                </a:extLst>
              </p14:cNvPr>
              <p14:cNvContentPartPr/>
              <p14:nvPr/>
            </p14:nvContentPartPr>
            <p14:xfrm>
              <a:off x="228600" y="1016640"/>
              <a:ext cx="11526840" cy="5316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392E69A-BD2C-4CFE-913A-3ADFCDBE45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240" y="1007280"/>
                <a:ext cx="11545560" cy="533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5CB4500-7659-42E9-97E2-DD85896499BE}"/>
                  </a:ext>
                </a:extLst>
              </p14:cNvPr>
              <p14:cNvContentPartPr/>
              <p14:nvPr/>
            </p14:nvContentPartPr>
            <p14:xfrm>
              <a:off x="4647600" y="5540400"/>
              <a:ext cx="3003120" cy="415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5CB4500-7659-42E9-97E2-DD85896499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38240" y="5531040"/>
                <a:ext cx="3021840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E5BCE9C-604A-4247-B469-8421D667D4B8}"/>
                  </a:ext>
                </a:extLst>
              </p14:cNvPr>
              <p14:cNvContentPartPr/>
              <p14:nvPr/>
            </p14:nvContentPartPr>
            <p14:xfrm>
              <a:off x="3258720" y="3112920"/>
              <a:ext cx="7531200" cy="2946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E5BCE9C-604A-4247-B469-8421D667D4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49360" y="3103560"/>
                <a:ext cx="7549920" cy="296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650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28-01-2022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23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B1B3CD0-27F9-4C94-B5F3-36F6E8910F66}"/>
                  </a:ext>
                </a:extLst>
              </p14:cNvPr>
              <p14:cNvContentPartPr/>
              <p14:nvPr/>
            </p14:nvContentPartPr>
            <p14:xfrm>
              <a:off x="472320" y="1264320"/>
              <a:ext cx="11467080" cy="4438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B1B3CD0-27F9-4C94-B5F3-36F6E8910F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2960" y="1254960"/>
                <a:ext cx="11485800" cy="445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6906241-113C-48C9-8289-DAE65B4D1A8E}"/>
                  </a:ext>
                </a:extLst>
              </p14:cNvPr>
              <p14:cNvContentPartPr/>
              <p14:nvPr/>
            </p14:nvContentPartPr>
            <p14:xfrm>
              <a:off x="3404520" y="3127320"/>
              <a:ext cx="5398920" cy="1501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6906241-113C-48C9-8289-DAE65B4D1A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95160" y="3117960"/>
                <a:ext cx="5417640" cy="152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5383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5A9B30095FBE4DBF87005A6F15244E" ma:contentTypeVersion="2" ma:contentTypeDescription="Create a new document." ma:contentTypeScope="" ma:versionID="394c0588db4c74b93abab7d9b09bba50">
  <xsd:schema xmlns:xsd="http://www.w3.org/2001/XMLSchema" xmlns:xs="http://www.w3.org/2001/XMLSchema" xmlns:p="http://schemas.microsoft.com/office/2006/metadata/properties" xmlns:ns2="91a3a9aa-4352-4e1d-89f7-38dd1103c51e" targetNamespace="http://schemas.microsoft.com/office/2006/metadata/properties" ma:root="true" ma:fieldsID="9a12efb6747b5efa58ef1bb966178ebf" ns2:_="">
    <xsd:import namespace="91a3a9aa-4352-4e1d-89f7-38dd1103c5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3a9aa-4352-4e1d-89f7-38dd1103c5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74B2CD2-02F4-4CBA-9269-07A4D6904ABE}"/>
</file>

<file path=customXml/itemProps2.xml><?xml version="1.0" encoding="utf-8"?>
<ds:datastoreItem xmlns:ds="http://schemas.openxmlformats.org/officeDocument/2006/customXml" ds:itemID="{9BAF017F-CF51-488E-94C4-5809D8F5280F}"/>
</file>

<file path=customXml/itemProps3.xml><?xml version="1.0" encoding="utf-8"?>
<ds:datastoreItem xmlns:ds="http://schemas.openxmlformats.org/officeDocument/2006/customXml" ds:itemID="{D09AB806-A027-4A07-A703-408F2CDD567B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313</Words>
  <Application>Microsoft Office PowerPoint</Application>
  <PresentationFormat>Widescreen</PresentationFormat>
  <Paragraphs>88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Priyank Saxena</dc:creator>
  <cp:lastModifiedBy>Priyank Saxena</cp:lastModifiedBy>
  <cp:revision>1</cp:revision>
  <dcterms:created xsi:type="dcterms:W3CDTF">2022-01-28T12:43:18Z</dcterms:created>
  <dcterms:modified xsi:type="dcterms:W3CDTF">2022-01-28T12:44:39Z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0x010100ED5A9B30095FBE4DBF87005A6F15244E</vt:lpwstr>
  </property>
</Properties>
</file>