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ink/ink1.xml" ContentType="application/inkml+xml"/>
  <Override PartName="/ppt/ink/ink2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10.xml" ContentType="application/inkml+xml"/>
  <Override PartName="/ppt/ink/ink7.xml" ContentType="application/inkml+xml"/>
  <Override PartName="/ppt/ink/ink8.xml" ContentType="application/inkml+xml"/>
  <Override PartName="/ppt/ink/ink3.xml" ContentType="application/inkml+xml"/>
  <Override PartName="/ppt/ink/ink9.xml" ContentType="application/inkml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500" r:id="rId2"/>
    <p:sldId id="445" r:id="rId3"/>
    <p:sldId id="446" r:id="rId4"/>
    <p:sldId id="502" r:id="rId5"/>
    <p:sldId id="503" r:id="rId6"/>
    <p:sldId id="501" r:id="rId7"/>
    <p:sldId id="44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0" d="100"/>
          <a:sy n="90" d="100"/>
        </p:scale>
        <p:origin x="5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1-21T11:02:43.69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6734 4217 125 0,'0'0'148'0,"0"0"-1"16,-2-11-15-16,2 11-4 0,0 0-9 0,0 0-6 15,-5-6-8-15,5 6 2 0,0 0-19 0,0 0-1 16,-6-4-9-16,6 4-2 0,0 0 2 0,0 0-7 15,0 0-5-15,-13 0-3 0,13 0 1 0,0 0-7 16,-13 2-2-16,13-2 2 0,-8 4 0 0,8-4 1 16,-10 5 0-16,4-2-2 0,-3 4-3 0,2-4-4 15,0 4 0-15,0-2-3 0,0 2-1 0,-1 0-2 16,2 0 0-16,-1 0-5 0,1 1 1 0,-3-1-1 16,4 1 0-16,-3 2 5 0,3 1-3 0,-1-1 2 15,1 1-3-15,-1-1-3 0,2 1-2 0,1 2 0 16,-1-3 1-16,1 0-4 0,1 2-1 0,-3-1-1 15,3 1 4-15,2-1-3 0,2 1-3 0,-1 1 2 16,4-4 0-16,-1 2 9 0,2-3 4 0,1 2 3 16,2-3-8-16,1 1 2 0,0-1-2 0,3 1-1 15,2-2-3-15,-3-2-5 0,2 0 3 0,0 0-7 16,0-3 2-16,2 1 2 0,2-3-2 0,-4 0-11 16,0 0 1-16,3-1 1 0,-3-2-6 0,5 1-2 15,-1-1 2-15,-1-2-3 0,-4 0 2 0,2 0-1 16,-4-1 1-16,1 0 0 0,-1 0-1 0,0-2 2 15,-1 1-5-15,1-4 3 0,-2 3 2 0,-1-1-5 16,-2-1-3-16,3-3 0 0,-2-2 3 0,-2 0-5 16,-1 3 3-16,-2-6-3 0,1 4 3 0,-3-2-4 15,-3 1 1-15,1 0 1 0,-1 6 5 0,-2-2 3 16,0-2-1-16,0 3-1 0,-2 0-11 0,1 0-2 16,0 2 4-16,-2 0 1 0,-4 2-5 0,2 1 1 15,-1 2-1-15,-3 0 1 0,-1 2 2 0,-5 3-4 16,-2 2 1-16,-4-1-1 0,-1 4 3 0,-2 1-2 15,1 1-2-15,2 0-10 0,7-2-17 0,-1 0-17 16,2 1-11-16,3 0-23 0,2-3-16 0,3 2-34 16,2 0-34-16,2-1-34 0,4 0-36 0,2-5-223 15,0 0-499-15,8 12 222 0</inkml:trace>
  <inkml:trace contextRef="#ctx0" brushRef="#br0" timeOffset="1085.99">7042 4374 57 0,'0'0'89'0,"0"0"-10"0,0 0 12 0,0 0-10 16,0 0 3-16,0 0 1 0,8-3-1 0,-8 3 6 0,0 0 2 15,0 0-6-15,0 0 3 0,0 0 2 0,0 0-4 16,0 0 0-16,0 0-7 0,0 0-5 15,0 0-7-15,0 0-3 0,0 0-9 0,0 0-2 16,0 0-3-16,0 0 3 0,0 0-2 0,0 0 4 16,0 0-2-16,0 0-2 0,0 0-4 0,0 0-1 0,0 0-8 15,0 0-3-15,0 0 1 0,0 0-7 0,0 0-2 16,0 0-2-16,0 0-1 0,0 0-4 16,0 0-4-16,0 0 2 0,0 0-3 0,0 0 2 15,0 0 4-15,0 0 4 0,0 0 1 0,17 6-1 16,1-7 0-16,1 0 6 0,1 1-3 0,3-2 5 15,5 2 0-15,4-3-3 0,0 1-1 0,0 0-2 0,0-1 1 16,4 1 0-16,4 0-3 0,-2 0-2 16,14-2 0-16,-2 3 2 0,-10-2-11 0,12 1 0 15,5-3-2-15,-4 3-2 0,3-3 6 0,1 2-6 16,-1-2 0-16,0 1-5 0,2-1 1 0,0 2 3 16,1-1-2-16,4 0 1 0,-6 1-3 0,-2-3 2 15,4 0 1-15,-1 1-1 0,-2 3-2 0,0-3-1 16,-2 0 1-16,0 2 0 0,-2-3 2 0,0 3-5 15,-13 0 2-15,14-2-1 0,-14 1 0 0,13 2 3 16,-16-1-4-16,3 0 3 0,-1 1 5 0,1-1 0 16,1 1-12-16,-3-3 7 0,1 4 0 0,3-2-4 15,-4 1-2-15,-1 0 3 0,-2-2-4 0,1 0 4 16,1 2 1-16,1-1-4 0,-3 3 0 0,1-3 0 16,-2 1 2-16,-2-1 0 0,3 2 1 0,-2 0 6 15,0-1-8-15,-3 0 1 0,1-2-1 0,-3 3 4 16,3-1 0-16,0 2 7 0,-2-1-10 0,0-2 0 15,-6 3 0-15,6-3 4 0,1 2-1 0,1-1-1 16,-7 0 3-16,6 0 0 0,-1 1 2 0,0 1 1 16,-7-1 1-16,7 0 0 0,-1-1-4 0,1 3 5 15,0-3-5-15,-1 0 0 0,-4 1 0 0,5 0 0 16,-1 1-3-16,1-1 1 0,0 0-2 0,-1 1 2 16,-6-1 2-16,2 1-5 0,-5-2 1 0,3 1 1 15,-5 1 4-15,4 0 6 0,-1-2-10 0,-7 2-1 16,1-1-1-16,0 1 0 0,0-1 4 0,-2 1-4 15,0-2 4-15,0 2 1 0,0 0 0 0,0 0 2 16,-3 0 0-16,-8 0-2 0,16-1 4 0,-7 1 0 16,-9 0 0-16,13 0 2 0,-13 0 3 0,9-2 7 15,-9 2 6-15,0 0-2 0,9 2 6 0,-9-2-4 16,0 0 4-16,0 0-1 0,0 0-3 0,7 0 3 16,-7 0-7-16,0 0-6 0,0 0-3 0,0 0-4 15,0 0-13-15,0 0-28 0,0 0-32 0,0 0-43 16,0 0-49-16,0 0-65 0,0 0-53 0,-37-2-232 15,11 2-546-15,-3 3 242 0</inkml:trace>
  <inkml:trace contextRef="#ctx0" brushRef="#br0" timeOffset="3218.21">5118 5046 18 0,'0'0'151'0,"0"0"-8"0,0 0-8 0,0 0-9 15,0 0-6-15,0 0-9 0,0 0-7 0,0 0-5 16,0 0 0-16,0 0-6 0,0 0-6 0,0 0-2 16,0 0-1-16,0 0-7 0,0 0-1 0,0 0-3 15,0 0-6-15,0 0-4 0,0 0-1 0,0 0-10 16,0 0-1-16,0 0-6 0,0 0-3 0,0 0-2 16,0 0-1-16,0 0 1 0,0 0 1 0,0 0-3 15,0 0-3-15,0 0-7 0,-14 1 4 0,14-1-10 16,-10 1-1-16,10-1-2 0,-12 2 6 0,7-1 4 15,5-1-3-15,-15 0 1 0,8 2-3 0,7-2-2 16,-14 0-2-16,14 0-1 0,-11 3 3 0,11-3 0 16,-11 1 2-16,11-1 3 0,-9 0-1 0,9 0 1 15,0 0-2-15,-11 2 0 0,11-2 2 0,0 0 0 16,-10-2-1-16,10 2-1 0,0 0-1 0,0 0 1 16,0 0-5-16,-9 2 0 0,9-2-6 0,0 0 12 15,0 0-11-15,0 0-3 0,0 0 0 0,0 0-2 16,0 0 0-16,0 0 0 0,0 0 3 0,0 0 4 15,0 0 4-15,0 0-1 0,0 0 6 0,0 0 2 16,27-4 1-16,-18 2-2 0,1 2 1 0,1-2-1 16,0 1-4-16,-1-1 3 0,3-1-4 0,-1 0-1 15,1 1-6-15,0 2 2 0,-1-3-3 0,1 2 0 16,0-1-2-16,0 2 2 0,-1-1-3 0,0-1-4 16,1 2 2-16,-1-2-5 0,0 1 1 0,-1-2 0 15,-1 5-9-15,-2-4-16 0,-8 2-26 0,15-1-20 16,-9 1-29-16,-6 0-30 0,13 1-38 0,-8 1-55 15,-5-2-41-15,10 1-170 0,-10-1-464 0,0 0 206 16</inkml:trace>
  <inkml:trace contextRef="#ctx0" brushRef="#br0" timeOffset="3500.03">5112 4946 254 0,'-8'-7'255'0,"5"3"-9"0,3 4 0 16,-7-4-9-16,7 4-11 0,-3-7-7 0,3 7-11 16,0 0-21-16,-5-4-19 0,5 4-20 0,0 0-11 15,0 0-19-15,0 0-13 0,0 0-10 0,0 0-13 16,0 0-10-16,0 0-6 0,-3 23-5 0,3-12-4 16,0 1-9-16,0 4-2 0,0 0-3 15,2 0-5-15,-2-3-2 0,-2 2-5 0,2 0 3 0,2 2-9 16,-4 0-2-16,1-1 2 0,2 1-5 0,-3-2-1 15,-1-1-6-15,3-3 0 0,-1 3-10 0,1-3-28 16,-3 5-37-16,2-6-23 0,0-1-32 0,1 2-32 16,0-11-47-16,0 16-34 0,1-10-29 0,-1 3-155 15,0-9-448-15,5 9 199 0</inkml:trace>
  <inkml:trace contextRef="#ctx0" brushRef="#br0" timeOffset="3933.61">5339 5029 115 0,'0'0'255'0,"0"0"-8"0,1-8-14 0,-1 8-14 16,0 0-21-16,0 0-14 0,0 0-20 0,0 0-18 16,0 0-6-16,0 0-25 0,0 0-13 0,0 0-5 15,0 0-11-15,0 0-8 0,0 0-7 0,-11 27-6 16,8-19-5-16,1 2-3 0,-2 1-6 15,1-3 1-15,1 2-8 0,-2 0 2 0,3 0-3 0,1 0-3 16,0-3-6-16,0-7-2 0,1 15-1 0,3-9-4 16,-2 1-3-16,3-1 0 0,-1 0 2 0,3-1 1 15,-2-2-1-15,6 0-1 0,-2-1-6 16,3 0 5-16,0 0-3 0,1-2 4 0,1 0-3 16,3-3-1-16,-3-1-1 0,-3 0 5 0,0 0 3 15,1-2 4-15,-3-1 3 0,0-1-3 0,1 1 1 0,-2-1-1 16,0-2 2-16,-3 0-15 0,-1 0 4 0,0 1 8 15,-3-7-18-15,0 5-4 0,-3-1 1 16,0 0 2-16,-4 0-6 0,1-1 0 0,-1 1-2 16,-2 1 4-16,3 2-3 0,-4-1 0 0,0 2-1 15,1-1-2-15,-2 2-1 0,2 2 0 0,-1 0-3 16,3 3-12-16,-3 0-18 0,9 2-26 0,-15 0-25 0,3 3-31 16,3 2-38-16,2 1-56 0,1 3-37 15,0 1-228-15,1-1-513 0,2 2 226 0</inkml:trace>
  <inkml:trace contextRef="#ctx0" brushRef="#br0" timeOffset="4107.22">5674 5070 259 0,'0'0'287'0,"5"-5"-5"0,-5 5 3 15,0 0-10-15,0 0-13 0,4-9-19 0,-4 9-24 16,0 0-18-16,0 0-24 0,0 0-21 0,0 0-19 0,0 0-38 15,0 0-54-15,1-6-47 0,-1 6-50 16,0 0-45-16,0 0-41 0,0 0-51 0,0 0-37 16,0 0-145-16,0 0-401 0,0 0 178 0</inkml:trace>
  <inkml:trace contextRef="#ctx0" brushRef="#br0" timeOffset="4566.55">5810 4921 256 0,'0'0'273'16,"-2"-11"2"-16,-2 5-10 0,4 6-17 0,-4-7-20 16,4 7-18-16,-3-8-20 0,3 8-22 0,0 0-16 15,0 0-21-15,-4-6-16 0,4 6-11 0,0 0-5 0,0 0-15 16,0 0-8-16,-7 26-1 0,7-15-4 16,-1 0-9-16,1 0-6 0,0 0-5 0,0 0 1 15,0 1-1-15,3-1-5 0,-2 0 2 0,3-2-11 16,-2 1 1-16,2 0-11 0,1-3-2 0,0 0-1 15,-1-1-1-15,0-2 2 0,2 1-3 0,2 2 6 16,0-5-5-16,2 2-3 0,-2-3-5 0,3-1 3 16,-1 0-1-16,2 0-2 0,-1 0-2 0,0-1 1 15,-1-2 5-15,0 0-5 0,0-3 6 0,1 0-1 16,-3 0 5-16,1-3 0 0,-2 1-1 0,0-2 3 16,1 1-7-16,-3-4-2 0,2 0 6 0,-5 1 1 15,2 0-4-15,0 2 3 0,-2-1 20 0,1 1 10 16,-2 3-1-16,3 1 11 0,-4 6-2 0,2-11 0 15,-2 11-3-15,2-7-6 0,-2 7-6 0,0 0-6 16,2-9-7-16,-2 9-7 0,0 0-11 0,0 0 2 16,0 0-1-16,0 0-1 0,0 0 5 0,-4 30-4 15,3-18-8-15,-4 3 2 0,1 1 2 0,2-2-10 0,-1 2 10 16,1-1 1-16,-1 2-9 0,1 1 3 16,0-3 2-16,1-1-9 0,0 2-31 0,-1-3-41 15,2-2-50-15,0 6-41 0,2-6-44 0,-4 0-57 16,2 0-61-16,0-1-283 0,0-10-658 0,2 21 291 15</inkml:trace>
  <inkml:trace contextRef="#ctx0" brushRef="#br0" timeOffset="5019">6277 4913 39 0,'-3'-11'296'0,"3"11"-5"0,-1-6-10 16,1 6-10-16,-2-9-5 0,2 9-9 0,0 0-20 16,-5-8-20-16,5 8-19 0,0 0-22 0,0 0-21 15,0 0-15-15,0 0-16 0,0 0-2 0,0 0 2 16,8 22-13-16,-4-12 1 0,1 2-18 0,-1 0 0 15,3 5-11-15,-1-3-3 0,0 2-5 0,1 0 1 16,-2 0-10-16,0 1-3 0,4-5-4 0,-4-2-4 16,3 6-8-16,-4-6-4 0,1 0-7 0,-1 1 0 15,3-2-7-15,-2-1 4 0,-1 0-6 0,0-2 3 16,0-1-8-16,1-2 2 0,-1 2 0 0,-4-5-1 16,6 5 3-16,-6-5 12 0,4 4 15 0,-4-4 21 15,5 3 11-15,-5-3-1 0,0 0-9 0,9-11-7 16,-1 3-5-16,-3-1-4 0,3-2-6 0,-2-5-6 15,3-1-6-15,4-6-3 0,0-2-6 0,-3 1-2 16,-1-1-9-16,1-2 0 0,3 4-8 0,-4-1-15 16,-2 7-17-16,0 0-31 0,1 2-27 0,-1 4-43 15,-3 2-42-15,1-1-51 0,-2 6-49 0,-3 4-64 16,2-3-48-16,-2 3-268 0,0 0-696 0,0 0 308 16</inkml:trace>
  <inkml:trace contextRef="#ctx0" brushRef="#br0" timeOffset="7783.91">10746 4018 58 0,'0'0'116'0,"0"0"11"16,0-13 5-16,0 13 7 0,0-8 2 0,0 8 2 15,0-10-3-15,0 10-4 0,-1-9 3 0,1 9-6 16,0-10-3-16,0 10-3 0,-1-8 2 0,1 8-1 16,-2-9-2-16,2 9-11 0,-1-9 3 0,1 9-15 15,0 0 1-15,-1-12-3 0,1 12 1 0,0 0-9 16,0-7 2-16,0 7-4 0,0 0-11 0,0 0-12 15,0 0-8-15,-3-8-6 0,3 8-9 0,0 0-2 16,0 0-8-16,0 0-5 0,0 0-3 0,0 0-5 16,0 0 2-16,1 35-4 0,-1-17 0 0,0 9 5 15,-1 2 4-15,1 0-4 0,0 3 4 0,0 0 3 16,0 3 5-16,-1-2 8 0,0 1-3 0,2-3 3 16,-1 1-2-16,0-3 2 0,1-1-11 0,-2-1 4 15,1-1-9-15,1-1 2 0,2-6-7 0,-2-2 3 16,2 2 0-16,1-2-3 0,-3 1-7 0,0-2-1 15,0-5 3-15,1-1-7 0,-1 1 0 0,2-3 4 16,-3-8-5-16,1 12-2 0,-1-12 19 0,1 8-20 16,-1-8-2-16,0 6-9 0,0-6-19 0,0 0-32 15,0 0-39-15,0 0-37 0,0 0-52 0,0 0-46 16,0 0-52-16,-21-12-48 0,15 3-166 0,4-2-534 16,-1-3 237-16</inkml:trace>
  <inkml:trace contextRef="#ctx0" brushRef="#br0" timeOffset="8301.03">10712 3881 216 0,'-4'-6'211'0,"4"6"-12"0,-5-6-18 15,5 6-17-15,0 0-18 0,-7-5-17 0,7 5-12 16,0 0-10-16,0 0-8 0,0 0-8 0,0 0-4 16,12 19-4-16,-3-11 0 0,2 3 3 0,5 0-3 15,2 0-4-15,3 4-2 0,4-1 2 16,-3-1 1-16,3 1-1 0,1-2-1 0,0-2-3 0,1 4-3 16,1-2-5-16,0-1 0 0,-1-1-2 0,1 1-9 15,-3-1 7-15,1-1-7 0,-5 0 0 16,-1-1-11-16,0 0-3 0,-1-1-5 0,-3 1-1 15,1 1-6-15,-2-3 1 0,2 3-6 0,0-2 6 0,-6-1-11 16,-1 3-3-16,2-4-2 0,-3 0 1 16,0-1-4-16,1 2-1 0,-3 0 2 0,1 1-3 0,-1-3 3 15,-1 0-1-15,-2-1-3 0,2 2-2 0,-2-2 3 16,-4-3-8-16,6 6 3 0,-6-6-2 0,7 4 1 16,-7-4 2-16,0 0-3 0,0 7 4 15,0-7-1-15,0 0 9 0,0 0 3 0,-7 12 0 16,1-8 2-16,-2 1-1 0,-4 1 1 0,-3 2-5 15,-9 5 8-15,-3 0 1 0,2-1 0 0,-6 5 7 0,-2-2-4 16,1 5 4-16,-17 2 0 0,6 1-10 0,7-6-3 16,0-1 6-16,2 2-4 0,-12 5-7 0,14-6 14 15,1-1-3-15,3 0-13 0,4-9 0 16,1 6-20-16,6-4-18 0,6-2-26 0,2 0-32 16,-3-2-31-16,5 0-34 0,7-5-30 0,-11 8-45 0,11-8-51 15,-9 8-220-15,9-8-537 0,0 0 238 0</inkml:trace>
  <inkml:trace contextRef="#ctx0" brushRef="#br0" timeOffset="8767.17">11275 3947 180 0,'-1'-6'250'0,"1"6"-12"0,-3-9-5 0,3 9-8 16,0-7-4-16,0 7-3 0,0 0-7 0,-5-8-15 16,5 8-8-16,0 0-12 0,0 0-7 15,0 0-29-15,-2-7-7 0,2 7-17 0,0 0-20 16,0 0-3-16,0 0-13 0,0 0-4 0,0 0-7 16,0 0 9-16,7 37-5 0,-1-18 7 0,-1 8-1 0,1 1 2 15,0 6 4-15,0-1-9 0,-1 13-4 16,-1-11-1-16,-2 1-3 0,-1-2 0 0,2 1-5 15,-2 0-3-15,-1-1-10 0,3-1 0 0,-1-2-9 16,-2 0-1-16,-2-2-1 0,-1 0-8 0,1-5-6 16,0-3-22-16,1-2-36 0,-1-1-32 0,-1-1-31 0,2-1-43 15,-2 0-27-15,2-4-28 0,1-1-57 0,1-2-35 16,-1-9-267-16,-2 19-597 0,2-19 265 16</inkml:trace>
  <inkml:trace contextRef="#ctx0" brushRef="#br0" timeOffset="9648.34">11429 4232 107 0,'0'0'196'0,"0"0"-16"15,0 0-5-15,0 0-14 0,0 0-9 0,0 0-6 16,0 0-9-16,-11-4-8 0,11 4-6 0,0 0-2 15,0 0-10-15,0 0-6 0,-10-1-6 0,10 1-2 16,0 0-5-16,0 0-8 0,0 0-5 0,-6-3-3 16,6 3-5-16,0 0-3 0,0 0-10 0,0 0-3 15,0 0-5-15,0 0-4 0,0 0-5 0,0 0 0 16,0 0-3-16,0 0 6 0,28 3 6 0,-7-5-6 16,-1 4 0-16,11-2-4 0,8-2 1 0,-4 1 0 15,3 1-4-15,2-1-1 0,15-1 0 0,-3 0-6 16,0 0-3-16,1-1-5 0,1 2-1 0,2-3 0 15,-3 3-2-15,4-2-2 0,1-1-4 0,-3 1 0 16,3 3-3-16,-6-2 0 0,-14 2 2 0,0-1-1 16,-2-2-3-16,-1 2 0 0,0-1-2 0,-1 2 2 15,-7-2-1-15,-1 0 7 0,-7 1-3 0,1 0 9 16,-3 1 3-16,-3 0 13 0,-3-1 4 0,2 1 9 16,-13 0 5-16,19-3 13 0,-19 3-2 0,12-2-2 15,-12 2 5-15,0 0 4 0,15-2-1 0,-15 2 2 16,0 0 3-16,9 0 0 0,-9 0-6 0,0 0-14 15,0 0-2-15,9-1-6 0,-9 1 0 16,0 0-7-16,0 0-6 0,0 0-4 0,0 0-3 0,0 0-3 16,0 0-5-16,0 0-16 0,0 0-16 0,0 0-33 15,0 0-36-15,0 0-47 0,0 0-46 0,0 0-52 16,0 0-65-16,0 0-59 0,0 0-242 0,0 0-639 16,0 0 283-16</inkml:trace>
  <inkml:trace contextRef="#ctx0" brushRef="#br0" timeOffset="13333.93">12747 4189 58 0,'0'0'163'0,"-6"-4"-4"0,6 4-7 0,0 0-1 15,0 0-3-15,0 0-10 0,-10-1-5 0,10 1-9 16,0 0-6-16,0 0-4 0,0 0-8 0,-9-1-10 16,9 1-4-16,0 0-11 0,0 0-4 0,0 0-5 0,0 0-5 15,0 0-3-15,0 0-2 0,0 0-3 16,0 0 0-16,0 0-1 0,0 0 1 0,0 0-1 16,-9 0-1-16,9 0-3 0,0 0 1 0,0 0-6 15,0 0-4-15,0 0-6 0,0 0 0 0,-10 2-2 16,10-2 8-16,0 0-6 0,0 0-6 0,0 0 4 15,0 0 0-15,0 0-5 0,0 0 5 0,0 0 5 16,0 0 0-16,0 0 3 0,0 0 6 0,0 0-6 16,0 0 1-16,0 0 4 0,0 0-12 0,0 0-9 15,15-19 2-15,-11 12-3 0,0 0-2 0,6 1-6 16,-6-4 1-16,3 2-1 0,-1-1-2 0,1 0-4 16,1-1 5-16,0 1-2 0,-1-1 1 0,7-2-1 15,-8 3 11-15,1 2-1 0,-1-1 3 0,-1 3-2 16,-1 2-3-16,2-2 8 0,-6 5 7 0,6-7-15 15,-6 7-6-15,6-4-1 0,-6 4-1 0,3-4-1 16,-3 4-9-16,0 0 2 0,0 0-4 0,0 0-3 16,0 0 7-16,0 0-3 0,16 8-2 0,-12 0-1 15,5 1-3-15,-1 5 2 0,2-1 0 0,-3-1-3 16,1 2 5-16,4 1-2 0,-3-1-3 0,0-1 3 16,-1 3 2-16,4-2 0 0,-3 2-7 0,0-7 6 15,0 1 1-15,0-2 0 0,-2 2-5 0,1-3 7 16,-2 0-5-16,0-3 2 0,-2 0-2 0,1 0 10 15,1 0-5-15,-6-4 6 0,8 5-1 0,-8-5 4 16,6 2 4-16,-6-2 9 0,0 0-8 0,0 0 2 16,13-8-6-16,-8 3-6 0,4-3 5 0,-2-1-7 15,0-1 4-15,3 0-5 0,2-4 1 0,-3 0 3 16,2 0-5-16,1-1 0 0,1 2 0 0,-4-3-1 16,-2 7-3-16,1-2-3 0,1 2-3 0,1 0 3 15,-3 1 2-15,-1-1 0 0,0 5 3 0,-1-2-3 16,0 1-5-16,-5 5 5 0,7-5-11 0,-7 5 3 15,6-4 1-15,-6 4-2 0,0 0 2 0,13 1 0 16,-13-1-3-16,14 7 8 0,-7-1-1 0,-1 1 3 16,2 0-3-16,-2 1 0 0,-1 1-2 0,3-1 4 15,-1-1 0-15,0 2 5 0,0-1-7 0,-1 1 1 16,1-1-3-16,-3-2 0 0,4 2 9 0,-4-3 1 16,1-1-1-16,-3 2-5 0,-2-6 7 0,10 6 4 15,-2-4 5-15,-4 2-9 0,1-2-5 0,-5-2 10 16,15 2 0-16,-3-5 4 0,-1 0 5 0,1 1-7 15,3-2-1-15,-4-1 2 0,9-3-3 0,-7 0-4 16,4-2-2-16,-1 1 6 0,-1-3-4 0,1 1-3 16,-1 0 2-16,-2-1 1 0,3 0-19 0,0 0 18 15,-2-1-5-15,-1 1 0 0,3 1-1 0,-7 4-1 16,2 0 2-16,-4 0-6 0,0 3 5 0,-1-1-2 16,-1 3-1-16,-1-2-6 0,-4 4 3 0,10-2-3 15,-10 2 3-15,0 0-3 0,13 7 0 0,-7-2 5 0,-1 0-2 16,0 2-1-16,1 0 9 0,-3 1-1 15,1 2-7-15,0-2 2 0,1 1 4 0,0-1 1 16,-1 1-4-16,1-1 5 0,-1-1 2 0,0-1 14 16,0 0-18-16,-1 0 16 0,2-1-9 0,0 0 0 15,-1-2 5-15,-4-3 6 0,11 5-8 0,-7-3 5 16,-4-2 4-16,10 4 0 0,-10-4-8 0,11 0 15 0,-11 0-11 16,13-2 5-16,-4-1-5 0,-2 0-2 15,2 0-1-15,3-4 3 0,-2 0-7 0,1 0 1 16,-1-1 8-16,-1-1-9 0,4-1-2 0,-2 0 1 15,-2 1-1-15,0 1 1 0,1 1-8 0,-4-1 3 16,1 2-4-16,-3 2 1 0,2-1 3 0,-3 1 2 16,-3 4-6-16,7-4 1 0,-7 4-9 0,7-5 1 15,-7 5 2-15,0 0-2 0,0 0 4 0,13 6-2 16,-9-2 0-16,3 5 2 0,-4-3-2 0,1 3 6 16,2 0-4-16,-1-2 3 0,-1 3-2 0,1-2 2 15,-2 2-1-15,-1-1-1 0,3 0 1 0,-1-1-2 16,0-1 0-16,0 0 0 0,-2 0 1 0,4 1 2 15,-2-3-1-15,1 1 2 0,-1-1 9 0,0 0-7 16,-4-5 6-16,11 3 2 0,-3-1 4 0,0-2 0 16,-1 1-3-16,5 0-3 0,1-1-1 0,0-1 4 15,1 0-1-15,3-1-3 0,4-3-4 0,6 0 6 16,2-1 6-16,1 0-9 0,-1-1-3 0,4 0-9 16,-1 2 10-16,1-2-11 0,3 3 5 0,0-2 2 15,0 3-6-15,-2-1 6 0,-1 1 0 0,3 0 0 16,-2-1-2-16,0 2 4 0,2 0-5 0,-3-1 0 15,0 0 3-15,4 3-4 0,-5-2 5 0,5 2 0 0,-2-2 2 16,2 1-3-16,0 0 2 0,1-1 7 16,-2 1-11-16,1-1 4 0,0 0-4 0,-2 2 14 15,-2-3-4-15,-1 2-11 0,-1 1 4 0,-3-1-4 16,-5 0 0-16,-3 1-1 0,-2-2-1 0,-1 1 6 16,-4 1 4-16,-1-1 4 0,-2 1 0 0,1 1 5 15,-4-1 6-15,-7 0 2 0,13 0 2 0,-13 0 3 16,13 0 2-16,-6 0 4 0,-7 0 0 0,12-1 4 15,-12 1-2-15,10 1 0 0,-10-1 5 0,9 0-2 16,-9 0 0-16,0 0 3 0,10 0-1 0,-10 0-5 16,0 0-2-16,0 0-2 0,8 0-3 0,-8 0-2 0,0 0-4 15,0 0 0-15,0 0 2 0,0 0-2 16,0 0-4-16,0 0 1 0,0 0-4 0,12-1-3 16,-12 1 1-16,0 0-1 0,0 0-3 0,0 0-3 15,9 1 2-15,-9-1-4 0,7 1 3 0,-7-1-1 16,9 0 1-16,-9 0-1 0,9 2-2 0,-9-2 2 15,0 0-2-15,10 0-2 0,-10 0-2 0,0 0 5 0,8 0-3 16,-8 0 0-16,0 0-3 0,0 0 2 16,10 0-2-16,-10 0 2 0,0 0 0 0,10 0 0 15,-10 0-1-15,12 1-3 0,-6 0 4 0,-6-1 1 16,18-1-2-16,-6 1 0 0,-2-1 3 0,2 1-2 16,-1 0-1-16,-1-2-1 0,-10 2 2 0,16 0-2 0,-8 0 5 15,-8 0 0-15,15-1 1 0,-10 0-3 0,-5 1 1 16,0 0-2-16,15-2 0 0,-15 2-2 15,8-1 2-15,-8 1 0 0,0 0-2 0,12-1 3 16,-12 1-1-16,12 0-1 0,-4-1 2 0,-1 0 1 16,-7 1-4-16,16-1 2 0,-10 0-1 0,-6 1 2 15,14-2-4-15,-14 2 5 0,10-1-3 0,-10 1 1 16,8-1 3-16,-8 1-1 0,0 0 0 0,10 0 0 16,-10 0 0-16,0 0 1 0,0 0-5 0,0 0 4 15,8-3-2-15,-8 3-1 0,0 0 4 0,0 0-4 16,0 0 1-16,0 0 0 0,0 0 1 0,0 0-2 15,0 0 1-15,0 0 0 0,0 0 0 0,0 0-1 16,0 0 3-16,8 4-3 0,-8-4 6 0,0 0-1 0,0 0-3 16,0 0 1-16,0 0-1 0,0 0 1 15,0 0 0-15,0 0-3 0,0 0 0 0,0 0 0 16,0 0 2-16,0 0 0 0,0 0-1 0,0 0 1 16,0 0 2-16,0 0-4 0,0 0-1 0,0 0 2 0,0 0-4 15,0 0 3-15,0 0 3 0,0 0-3 16,0 0 0-16,0 0-2 0,0 0 2 0,0 0-1 15,-23-11 1-15,23 11-2 0,-7-3 1 0,7 3 1 16,-5-4-4-16,5 4 0 0,-8-3 3 0,2-1-6 16,6 4-9-16,-8-7-3 0,3 4-8 0,5 3-9 0,-10-6-10 15,4 4-10-15,6 2-1 0,0 0-11 0,-15-8-9 16,15 8-7-16,0 0-8 0,-7-3-16 16,7 3-9-16,-5-1-13 0,5 1-12 0,0 0-8 15,0 0-11-15,0 0 0 0,0 0-2 0,0 0-6 16,0 0-14-16,0 0-21 0,0 0-25 0,0 0-12 15,0 0-25-15,-5 10-18 0,5-10-158 0,0 0-477 16,0 0 211-16</inkml:trace>
  <inkml:trace contextRef="#ctx0" brushRef="#br0" timeOffset="14167.03">15871 3778 47 0,'0'0'136'0,"-1"-10"-1"16,1 10-2-16,-3-9-14 0,3 9 2 0,-1-14-2 15,-1 8-5-15,2 6 8 0,-1-12 4 0,1 12 0 0,-3-10-5 16,2 4-9-16,1 6-8 0,0 0-2 0,-2-13 2 16,2 13 0-16,0-10 0 0,0 10 1 15,0 0-5-15,-2-9-2 0,2 9-1 0,0 0-4 0,0 0-2 16,0-10-6-16,0 10-3 0,0 0-5 15,-1-6-5-15,1 6-2 0,0 0-9 0,0 0-6 16,0 0-10-16,0 0-6 0,0 0-3 0,0 0 1 0,0 0 1 16,0 0-7-16,0 0-2 0,5 21 4 15,-4-10 2-15,3 4 1 0,-4 5 8 0,3 6 6 0,1-1 5 16,-2 4 7-16,2 1-6 0,-3 0-5 16,3 2 5-16,-3 2 15 0,2-2-10 0,-3 1-4 15,4-4 13-15,-3 3-18 0,2-1 1 0,-1-4 9 0,1 3-6 16,-3-6-1-16,1 4-7 0,-1-2 7 0,2-8-12 15,-1-1 4-15,0 2-14 0,0-5 1 16,2 1 0-16,-2-2-5 0,0 1 1 0,2-3-3 16,-2-1 2-16,2 0-5 0,-2-1-1 0,0 1 1 15,1 0-4-15,-2-10-25 0,1 13-23 0,-1-13-49 0,2 12-40 16,-2-12-40-16,3 10-28 0,-3-10-32 0,0 0-42 16,3 12-46-16,-3-12-46 0,0 0-183 0,0 0-579 15,0 0 256-15</inkml:trace>
  <inkml:trace contextRef="#ctx0" brushRef="#br0" timeOffset="15882.96">16165 3965 67 0,'0'0'75'0,"-6"-6"14"0,6 6 3 15,-7-6 6-15,7 6-1 0,-5-7 10 16,5 7 2-16,-5-4 13 0,5 4 9 0,0 0-6 16,-4-8 2-16,4 8-1 0,-4-4-2 0,4 4-6 15,0 0-6-15,0 0-13 0,0 0-3 0,0 0-14 16,0 0-5-16,0 0-10 0,0 0-8 0,0 0-10 16,0 0-2-16,0 0-5 0,0 0-11 0,0 0 2 15,0 0 1-15,0 0-6 0,-1 19-2 0,1-9 1 16,0-3-7-16,1 5 2 0,0-5-2 0,1 5 3 15,-1-2-1-15,0 3-6 0,0-1 0 0,1 1 0 16,-2-2-11-16,0 4-34 0,0-3-23 0,0 0-32 16,1 0-36-16,0-2-43 0,1 1-40 0,-5-2-135 15,2 0-366-15,-1-2 162 0</inkml:trace>
  <inkml:trace contextRef="#ctx0" brushRef="#br0" timeOffset="16100.67">16238 3985 123 0,'0'-7'244'15,"0"7"-9"-15,0 0-28 0,0 0-14 0,0-10-25 16,0 10-18-16,0 0-12 0,0 0-7 0,0 0-14 16,0 0-7-16,0 0-4 0,2 30-7 0,-2-21-12 15,0 1-10-15,0 3-7 0,0-4-7 0,0 3-4 16,-1 0-8-16,1-1-2 0,0 0-8 0,0 2-23 15,0-2-22-15,0-3-31 0,-1 3-43 0,1-2-42 16,1-3-38-16,-1-6-39 0,0 10-127 0,0-10-351 16,-1 10 155-16</inkml:trace>
  <inkml:trace contextRef="#ctx0" brushRef="#br0" timeOffset="16299.63">16355 3997 18 0,'3'-8'199'0,"-3"8"-22"0,0 0-6 0,0 0-22 16,0 0-4-16,0 0-5 0,0 0-10 0,0 0-11 16,0 0-13-16,5 25-12 0,-4-18-5 0,0 2-7 15,-2 1-9-15,2 1-4 0,1 1-12 0,-2 0-17 16,0-5-32-16,0 3-24 0,1-1-37 0,1-3-42 16,0 1-30-16,-2-7-26 0,2 11-87 0,1-5-257 15,-3-6 113-15</inkml:trace>
  <inkml:trace contextRef="#ctx0" brushRef="#br0" timeOffset="16425.87">16538 3985 70 0,'4'17'109'0,"-4"-17"-44"0,0 11-42 15,0-4-49-15,0-7-15 0,-2 13-43 0,2-13 20 16</inkml:trace>
  <inkml:trace contextRef="#ctx0" brushRef="#br0" timeOffset="18406.99">10946 3217 39 0,'0'0'217'16,"-1"-6"-6"-16,1 6-9 0,0 0-13 0,0 0-17 16,0 0-17-16,-4-7-17 0,4 7-14 0,0 0-16 15,0 0-9-15,0 0-13 0,0 0-6 0,0 0-8 16,-18 11-7-16,9-6-5 0,2 4-5 0,-2-2-4 15,2 2-7-15,-3-2-6 0,4-2-6 0,1 2 2 16,0 0-5-16,0 1-2 0,0 1-5 0,2-3 3 16,2 1-3-16,1-7-3 0,0 16-3 0,1-10 2 15,2 1-1-15,3 0 0 0,-1 2-5 0,-1-4 0 16,0 1 3-16,5 0-3 0,2 3-3 0,-4-2 1 16,2-1-3-16,1 3 3 0,0-2-3 0,-2-2 6 15,1 2-7-15,-2 0-3 0,-1-3 0 0,-3 2-3 16,3-2 2-16,-2 1-2 0,-4-5 4 0,3 8 3 15,-1-2-1-15,-2-6 2 0,-6 13 2 0,-3-8-1 16,2 0 2-16,-3 1-1 0,1 0 3 0,-3-1-6 16,-2 0 0-16,3-2-3 0,-3 2 1 0,2-1-3 15,0-2-14-15,2 1-19 0,1-1-32 0,9-2-32 16,-10 4-61-16,10-4-34 0,-5 3-170 0,5-3-390 16,0 0 172-16</inkml:trace>
  <inkml:trace contextRef="#ctx0" brushRef="#br0" timeOffset="18633.91">11173 3388 177 0,'0'0'278'0,"6"-3"-17"0,-6 3-13 0,0 0-18 16,6-3-22-16,-6 3-25 0,0 0-14 0,0 0-24 15,0 0-14-15,0 0-10 0,0 0-10 0,7 13 0 16,-5-7 7-16,-2-6-5 0,5 14-6 0,-4-8-7 15,-1 5-8-15,2-3-7 0,-2 1-4 0,2 1-14 16,0-3-3-16,-2 2-7 0,0 1-3 16,0-3-8-16,2 1-30 0,-4 2-40 0,2-3-43 0,-2 1-47 15,2-8-76-15,-5 12-88 0,-2-7-172 0,7-5-488 16,-13 10 216-16</inkml:trace>
  <inkml:trace contextRef="#ctx0" brushRef="#br0" timeOffset="18842.09">11217 3245 2909 0,'-2'-14'66'0,"1"3"38"0,-2 1-9 0,2 4 25 16,-1 0 9-16,2 6 1 0,-2-10-5 16,2 10-19-16,-2-9 6 0,2 9-5 0,0 0-10 15,0-8-6-15,0 8-12 0,0 0-10 0,0 0-8 16,0 0-18-16,-3-9-26 0,3 9-60 0,0 0-55 15,0 0-58-15,0 0-47 0,0 0-75 0,23 9-85 16,-23-9-191-16,13 4-599 0,-13-4 266 0</inkml:trace>
  <inkml:trace contextRef="#ctx0" brushRef="#br0" timeOffset="20133.95">12552 3397 81 0,'4'-6'223'0,"-4"6"-15"16,0 0-11-16,0 0-17 0,0 0-15 0,0 0-19 16,0 0-10-16,0 0-16 0,0 0-10 0,0 0-11 15,0 0-10-15,-18 14-7 0,13-9-9 0,1 1-6 16,4-6-7-16,-4 11-4 0,4-4-6 0,-2-1 4 15,2-6-4-15,-2 13-4 0,6-3-10 0,-4-3 1 0,4 1-2 16,0 1 3-16,1-1-1 0,1 1-2 16,2-2-3-16,3 1-4 0,-5 0 3 0,1-1-3 15,3 0 0-15,-2-1-2 0,1 0-1 0,1 1-4 16,-2-1 0-16,-3-1-5 0,3-1-1 0,-3 0 0 16,2 1 1-16,-4-1 1 0,1 0 3 0,-4-4-1 15,6 6 5-15,-6-6 3 0,0 9-1 0,0-9-1 16,-7 8-3-16,-1-2-1 0,2 0 5 0,-4-3-6 15,-1 3-2-15,-3-1 2 0,5 1-6 0,-5 0 0 16,5-2-6-16,-4-2-24 0,1 0-12 0,4 0-23 16,-3-2-28-16,11 0-45 0,-16-2-64 0,9 0-39 15,-1-4-177-15,8 6-436 0,-17-10 193 0</inkml:trace>
  <inkml:trace contextRef="#ctx0" brushRef="#br0" timeOffset="20267.82">12565 3394 98 0,'9'-6'146'0,"0"2"-16"0,2-2-9 0,0 3-14 0,1 1-8 15,-1-1-21-15,7 3-15 0,-1-1-35 0,2 1-44 16,1 0-56-16,0 3-59 0,-2-2-141 0,0 0 62 16</inkml:trace>
  <inkml:trace contextRef="#ctx0" brushRef="#br0" timeOffset="20850.16">12931 3443 62 0,'-6'4'211'0,"1"1"-9"0,0 2-15 0,0-2-6 0,-1 4-2 15,0 0-11-15,1 1-16 0,0-1-14 0,1 1-14 16,3 0-8-16,-3 2-12 0,4-6-4 15,0 4-12-15,0-10-7 0,4 16-8 0,-1-10 2 16,2 0-6-16,2 1 1 0,1 0-9 0,1-3-2 0,1 2-6 16,3-2-3-16,-3-3-7 0,3 2 0 15,-5-3-8-15,3 2 3 0,-1-3-9 0,1 1 4 16,-11 0-9-16,16-2 1 0,-10 0-1 0,1-2 4 16,-3 0-12-16,1-1 0 0,-5 5 28 0,9-10 3 15,-9 1-12-15,2 0-6 0,0 1-3 0,1-1-1 16,-3 2-3-16,2-1 1 0,-2 8-5 0,-2-14-4 15,4 7-5-15,-2 7 3 0,2-11 0 0,-2 5-2 0,0 6-1 16,6-10-3-16,-3 7-1 0,4-1 0 16,-7 4-2-16,11-4 0 0,-2 3-4 0,-1-1 3 15,6 4-3-15,-5-1 1 0,5 1-2 0,-5 1 1 16,0 1 1-16,2 2-3 0,-4 0 2 0,0 0 8 16,1 2-5-16,-4-3-2 0,0 1 4 0,0 1-1 0,-2-1 2 15,3-2 1-15,-1 1-4 0,-2 1 2 16,-2-6 2-16,4 8 1 0,-4-8 4 0,8 9 3 15,-6-5 6-15,-2-4 8 0,7 6 12 0,-1-3 6 16,-6-3 6-16,13 1 2 0,-1-2-6 0,-1 1 6 16,-2-4 8-16,3 3-12 0,-2-2 5 0,-1-1 2 15,-1 1-5-15,0-3 4 0,1 1-6 0,-1-4-8 0,-2 2-2 16,-2-2-5-16,1-1 1 0,-3 0-4 16,0 0-6-16,-2 0 2 0,-2 1-1 0,0 0-7 15,0-1-5-15,-5 2-6 0,1 0 3 0,2 3-7 16,-2-3-2-16,-1 5-4 0,1-1-19 0,-1 2-28 15,7 2-27-15,-18 0-34 0,9 2-40 0,-5 2-44 16,5 1-57-16,-1 1-63 0,-2 1-233 0,5 1-591 16,-2-2 261-16</inkml:trace>
  <inkml:trace contextRef="#ctx0" brushRef="#br0" timeOffset="21450.79">13477 3619 123 0,'0'0'217'16,"0"0"-3"-16,0 0-5 0,0 0-6 0,0 0-4 16,0 0-9-16,0 0 0 0,0 0-6 0,0 0-11 15,0 0-5-15,0 0-7 0,0 0-10 0,0 0-5 16,0 0-9-16,0 0 0 0,0 0-19 0,0 0-7 15,0 0-7-15,0 0-12 0,9 0-5 16,-9 0-11-16,0 0-7 0,0 0-9 0,0 0 1 0,11 0-12 16,-11 0-5-16,0 0 2 0,12-2-13 0,-12 2-1 15,10 2-6-15,-10-2 11 0,0 0-11 0,0 0 0 16,9-2 0-16,-9 2 5 0,0 0 11 0,0 0 4 16,0 0 9-16,0 0-6 0,0 0 16 15,0 0-12-15,8-6-16 0,-8 6 7 0,2-5-7 16,-2 5-4-16,2-8-1 0,0 1 1 0,-2 7-4 0,0-12-7 15,0 5-6-15,2-2 7 0,1-2-6 0,-1 2-3 16,0-1-2-16,2 0-1 0,-2 1-2 0,1 0-3 16,-3 2-4-16,4 2 3 0,-4 5 6 0,3-14-2 15,-1 10-9-15,-2 4-2 0,3-9 7 0,-3 9-3 16,6-6-3-16,-6 6 1 0,9-3-22 0,-3 2 26 16,-6 1-7-16,16 1 6 0,-5 1-9 0,1 1 7 15,-3 1-2-15,0-1-4 0,2 3-4 0,-4-2 5 16,0 2-17-16,1 0 20 0,-3-2 1 0,4 3 1 15,-5 0-17-15,-1-2 13 0,-1 2 0 16,2 2 8-16,-2-3 0 0,0 1-5 0,-1-1-22 16,1 2 21-16,0 0 6 0,-2-2 0 0,0-6-9 15,5 12 9-15,-5-7 6 0,3 2-23 0,-3-7 17 0,6 11 8 16,-2-8-8-16,1 3 3 0,3-1 0 0,2-1-12 16,3 0-18-16,5-2-28 0,0 2-33 0,2-2-40 15,1-1-40-15,-4 0-48 0,4-1-51 16,1 0-60-16,-4-1-243 0,1-2-610 0,-6 1 270 15</inkml:trace>
  <inkml:trace contextRef="#ctx0" brushRef="#br0" timeOffset="31512.06">4037 6123 49 0,'0'0'119'0,"0"0"-10"0,0 0-15 16,0 0-9-16,0 0-6 0,0 0 11 0,0 0-26 15,0 0-6-15,0 0 4 0,0 0-2 0,0 0-17 16,0 0 3-16,0 0 2 0,0 0-3 0,0 0 1 15,0 0 3-15,0 0 4 0,0 0-2 0,0 0 3 16,0 0 2-16,0 0 3 0,0 0-2 0,0 0-5 16,0 0 1-16,0 0-1 0,0 0 4 0,0 0 0 15,0 0 1-15,0 0 0 0,0 0 0 0,0 0 4 16,0 0 3-16,0 0-10 0,0 0 1 0,0 0-10 16,2-7-4-16,-2 7-5 0,0 0-5 0,-2-14-2 15,2 14 1-15,-3-9 7 0,3 9 0 0,-2-8 1 16,2 8-1-16,-4-11 2 0,4 5 24 0,0 6 1 0,-4-8 2 15,4 8 2-15,0 0-3 0,-1-9-8 0,1 9-9 16,0 0-3-16,0 0-9 0,-3-7-5 16,3 7-5-16,0 0-6 0,0 0 4 0,0 0-6 15,0 0-3-15,9 29 4 0,-4-13-3 0,-2 0 0 16,1 0 5-16,-2 4 3 0,2-1-4 0,-4-1 1 0,5 8 3 16,-4-8-3-16,2 1-1 0,-2-1 3 15,-1-3-4-15,1 0-1 0,-1-2-1 0,0 0 1 16,0-1-4-16,0-1 1 0,0 0-2 0,2 0-2 15,-4-1 3-15,1-1-4 0,1 1 1 0,-1-2 0 16,1-8 0-16,0 9-6 0,0-9-13 0,1 10-23 0,-1-10-23 16,0 0-28-16,0 8-24 0,0-8-29 0,0 0-25 15,-1 10-29-15,1-10-14 0,0 0-32 0,0 0-167 16,0 0-434-16,0 0 193 0</inkml:trace>
  <inkml:trace contextRef="#ctx0" brushRef="#br0" timeOffset="31801.1">3981 6099 63 0,'-2'-7'165'0,"2"7"-19"0,0-10-2 0,0 10-16 16,8-5-6-16,3 1 0 0,2 3-5 0,2-1-4 16,6 5-8-16,5 4-2 0,-5-1-1 0,6 7-10 15,-3 2-6-15,-2 3-5 0,-1 0-8 16,-7-2-6-16,0-1-7 0,0 6-3 0,-3 1-8 0,-3-4-4 15,-2 0-5-15,-3 0 0 0,1 0-2 0,-4-1-2 16,0-5-3-16,-3 4 0 0,-1-3 0 0,-1-3-2 16,-4 3-2-16,-5-1 0 0,1-2-6 15,-2 1-1-15,2-3 1 0,-6-1-4 0,2 0 1 16,0-2-3-16,0-4-2 0,2-1-9 0,3 0-25 0,-6-3-31 16,7 0-53-16,2-4-45 0,-1 1-43 0,2 0-145 15,1-2-364-15,2-1 161 0</inkml:trace>
  <inkml:trace contextRef="#ctx0" brushRef="#br0" timeOffset="32134.74">4199 6441 54 0,'0'0'218'0,"19"0"-9"0,-7-1-16 0,2-2-10 15,2-2-4-15,4 0-12 0,8-4-12 0,2 0-14 16,0-1-10-16,0 0-13 0,1-2-8 0,0 1-6 15,-2-1-11-15,-2-1-3 0,-1-3-3 0,-3 5-9 16,-6 2-3-16,0-4-6 0,-2 4 0 0,-2-4-3 16,-3 4-6-16,-2-2 2 0,-3 1-4 0,2 1-3 15,-5-3-5-15,-1 3 0 0,-1 0-5 0,-2-1-7 16,-1 2-3-16,-3 0-3 0,1 3-4 0,-3-1-2 16,-2-1 0-16,1 6-4 0,-1 1-5 0,-3 0-4 15,1 1 1-15,1 2-3 0,1 4-4 0,-3 3-2 16,0 2 7-16,0 1-6 0,4-1-1 0,1 2 1 15,0 1-4-15,1-1 2 0,5 2 1 0,-1 0-3 16,4-3 3-16,2 3 2 0,1-2-9 0,1 1-30 16,2-3-36-16,4-1-35 0,-1 2-56 0,4-5-62 15,2 3-231-15,-6-5-490 0,4 0 216 0</inkml:trace>
  <inkml:trace contextRef="#ctx0" brushRef="#br0" timeOffset="32367.12">4811 6133 1920 0,'4'-31'-8'0,"-3"7"123"0,1 6 18 0,-1 5-3 0,-1 2-17 15,0 0-10-15,0 6 9 0,2-2-19 0,-2 7-21 16,0-11-11-16,0 11-8 0,0 0-6 0,0 0-2 16,0 0 9-16,0 0 15 0,-2 32-5 0,2-12-1 15,0 6-8-15,-4 0-2 0,5 1-8 0,1-1-2 16,-5 0-4-16,6 0-3 0,-5 1-4 0,2-2-4 15,0 0 0-15,-2-2-9 0,1-5-30 0,1 2-34 16,-2-2-34-16,0 0-45 0,-3-1-66 0,2-4-69 16,-2 4-227-16,-3-7-525 0,3-1 234 0</inkml:trace>
  <inkml:trace contextRef="#ctx0" brushRef="#br0" timeOffset="32519.45">4734 6204 37 0,'3'-5'224'0,"-3"5"-27"0,12-7-16 0,-6 3-19 15,7 2-17-15,-2-2-46 0,4 3-56 0,6 1-62 16,-1 1-60-16,-3 5-86 0,-4-1-179 0,2 4 79 16</inkml:trace>
  <inkml:trace contextRef="#ctx0" brushRef="#br0" timeOffset="33099.87">4950 6440 66 0,'9'-6'240'16,"3"-5"-11"-16,-1 2-4 0,-2 1-10 0,4-6-14 16,0 0-10-16,0 0-13 0,1 0-13 0,-1-1-14 15,-1 0-8-15,0 1-6 0,-3 0-10 0,1 0-3 16,-5 0-10-16,-1 3-7 0,0 0-8 0,-3 0-7 15,-1-2-12-15,-1 4 2 0,-2 1-16 0,1-2-11 16,-2 1-6-16,0 4-3 0,-1 0-5 0,5 5-4 16,-9-9-9-16,3 6-2 0,-5 2-5 0,11 1-3 15,-19 7-1-15,10-1-3 0,-1 1-1 0,-2 5-5 16,7-2 2-16,-6 2 1 0,2 4-3 0,1 0-2 16,3-2-3-16,4-1 3 0,-3 3 0 0,0-1-1 15,4 1 1-15,4-6-3 0,-1 3 1 0,2-1 0 16,-1-3 0-16,2 1 1 0,3-1 0 0,0-2 4 15,1 0-4-15,0-4 0 0,9 0 0 0,-6 1-2 16,6-2 4-16,-2-2-4 0,4-2-1 0,-4 1 1 16,-4-4 3-16,8 1-3 0,-5-1-2 0,1-1-7 15,-1-1-3-15,0-1-8 0,-3-2 0 0,2-1-10 16,-2-1 0-16,-2-1-1 0,-2 0 0 0,-4 1 1 16,-1-1-2-16,0 3 1 0,-3-2 2 0,-1-1 4 0,-2 3 2 15,-1 0 0-15,-1 0-2 0,-1-1 7 16,0 3-1-16,1-2 6 0,2 5 0 0,2 5-1 15,-8-10 1-15,8 10 0 0,-6-5 0 0,6 5 0 16,0 0-1-16,-4-6 1 0,4 6 3 0,0 0 1 16,0 0 0-16,0 0 1 0,0 0 3 0,29 4-2 0,-19 1 0 15,3-1 0-15,-1 3-1 0,2-2 2 16,-3-1 0-16,1 3 0 0,-1 0-2 0,-1 1 2 16,-1 0 0-16,3 1 5 0,-3 3-7 0,0-3 2 15,-2 3 3-15,0-3 0 0,-2 1-3 0,1 1 4 16,-2 0-2-16,1-1 1 0,-1 0-1 0,0 2-20 15,0-3-44-15,-3-1-56 0,3 1-73 0,-2-2-239 0,-2-1-467 16,2 1 207-16</inkml:trace>
  <inkml:trace contextRef="#ctx0" brushRef="#br0" timeOffset="33867.28">5573 6257 238 0,'1'-7'231'0,"-1"7"-26"16,0 0-21-16,0 0-12 0,0 0 2 0,0 0-9 0,0 0-7 16,0 0-10-16,3 24-15 0,-3-14-1 0,0 2-12 15,0-2-4-15,-2 2-13 0,1-3-9 0,1 2-3 16,0-3-9-16,1 2-11 0,-1-3-5 16,0-7 1-16,2 11 2 0,-2-11 9 0,0 9 12 15,0-9 12-15,1 6 27 0,-1-6 11 0,0 0-5 0,0 0-6 16,0 0-32-16,0 0 27 0,0 0-24 0,0 0-19 15,0 0-6-15,-12-22-5 0,12 22-8 0,-1-14-8 16,2 2-9-16,1-1 0 0,-1 3-4 16,2-8-5-16,2 7-7 0,1-4 0 0,3 2 8 0,0 0-16 15,-1 3-2-15,2-3 0 0,-3 6-11 0,2 1-17 16,1 3 18-16,0-2 0 0,0 5-6 0,1-2 11 16,1 5-18-16,5 1-6 0,-6 1 10 0,3 4-2 15,-5-1 7-15,1 6-10 0,0-2 7 16,-2 0 2-16,2 0 2 0,-2 3-8 0,0-1-1 0,-3-3 7 15,-1-1-9-15,-2 0 6 0,4-2 8 0,-4-2-12 16,-1 0 6-16,-1-6-1 0,1 9-1 0,-1-9 3 16,4 8 3-16,-4-8 13 0,0 0-16 0,0 0-14 15,0 0 21-15,0 0-4 0,0 0 1 0,0 0 9 16,0 0-23-16,0 0 24 0,0 0-19 0,0 0-14 16,-9-29 18-16,13 18-3 0,-1 1-4 0,1 0-9 15,2-8-4-15,3 2 0 0,1 2 12 0,2 1-18 16,-1-1 4-16,2 5-6 0,-4 0-6 15,1 5 11-15,-2-2-18 0,2 2 15 0,1 2-1 0,-2 0 3 16,-9 2 4-16,15 6-1 0,-8-2-4 0,1 2 5 16,-2 2 8-16,-1 2 0 0,0 0-3 0,2 3 15 15,-3-3-10-15,-1 2 1 0,1 1-2 0,1-2-3 16,1-2 7-16,-1 0-1 0,1 0 2 0,2-1 0 16,-1-2 0-16,2 0 9 0,4-2 1 0,-1-1-5 15,2-1 6-15,2-1-7 0,-2-2 11 0,4-2 0 16,-1-1-3-16,0 0 1 0,-2 0-3 0,0-2-5 15,-3 2 10-15,-2-2-1 0,0-4-5 0,-1 4 6 16,1-3 1-16,-6 0-2 0,1-1 3 0,-2 0 5 16,-2-1-7-16,0 1 28 0,1 0-29 0,0 3 6 15,-2 0 3-15,0 7 12 0,-2-12-14 0,2 12 4 16,-2-10-5-16,2 10-6 0,0 0 3 0,-1-8 1 16,1 8-14-16,0 0-1 0,0 0-1 0,0 0 4 15,0 0 0-15,0 0-2 0,-5 22-5 0,5-22 3 16,-1 14 17-16,1-3-24 0,1 0-8 0,-1-1 20 15,-1 0-2-15,1-1 5 0,0 1-23 0,2 0-34 16,1-1-29-16,-2-2-35 0,0 0-35 0,1 1-44 16,1-1-54-16,0-2-55 0,-1 2-289 0,-2-7-638 15,2 7 282-15</inkml:trace>
  <inkml:trace contextRef="#ctx0" brushRef="#br0" timeOffset="34021.68">6071 6014 137 0,'0'0'100'0,"0"0"-36"16,0 0-44-16,0 0-42 0,0 0-29 0,8 29-53 16,-2-12 24-16</inkml:trace>
  <inkml:trace contextRef="#ctx0" brushRef="#br0" timeOffset="34482.97">6326 6410 281 0,'0'0'293'0,"0"0"0"0,0 0-3 16,7-13-2-16,-7 13-21 0,3-11-3 0,-1 4-33 16,1-4-22-16,0 0-14 0,0 1-18 0,3-5-21 15,5 1-20-15,0 1-9 0,1-1-16 0,3 1-8 16,1 2-10-16,-1 3-1 0,-1-1-29 0,0 6-13 15,-2-2-1-15,-1 4-6 0,1 2-3 0,-2 2-5 16,1 2-2-16,0 2-2 0,-5 1-6 0,2 1-6 16,0 3 4-16,-4-1-6 0,3 0-1 0,-1 1-1 15,-2-1 1-15,4 0-2 0,-3 0 7 0,1-3-10 0,-1 1 1 16,0-1-12-16,3-2 39 0,1-1-24 16,3-2-10-16,0-2 2 0,6 1 5 0,1-5-3 15,3 0 0-15,-1-1 7 0,5-3-8 0,-5 2-2 16,-3-2 0-16,-2 1-3 0,0-1-1 0,-2-2 4 0,-1-1 0 15,-1-2 0-15,-3 4 2 0,-1-3-6 16,2-3-10-16,-5 3 1 0,-1 0 23 0,1 1 0 0,-4-2-2 16,-1 1-5-16,0 0 8 0,-3 1-2 15,0 4 5-15,-1 1-1 0,-1-2-5 0,-2 3-8 16,-3 1 7-16,0 3-5 0,-1 4-4 0,-2 1 8 0,-4 3-7 16,3 2 15-16,-2 3-9 0,3-1 3 0,1-1 6 15,1 5-4-15,3-2-5 0,3-4-2 16,1 4 5-16,4-4 0 0,5 6-36 0,-1-5-43 15,4 1-40-15,6 1-49 0,1-2-56 0,4-3-67 16,12 1-67-16,-2-7-228 0,5 1-619 0,-1-1 274 0</inkml:trace>
  <inkml:trace contextRef="#ctx0" brushRef="#br0" timeOffset="35382.96">7588 6183 106 0,'-3'-10'294'0,"-3"-2"-4"0,3 2-9 16,-4 3-13-16,1 0-21 0,-3-1-20 0,2 7-20 15,-2-6-16-15,-2 4-22 0,-1 3-12 0,2 3-20 16,-2 4-16-16,-3 0-12 0,-1 8-6 0,-2 4-4 16,0 1-17-16,4 4-5 0,-1-1-9 0,6 0-5 15,0 1-11-15,2-7-3 0,2 1 0 0,1-1-4 16,3 1-10-16,2-1-2 0,3-2 1 0,0-3-1 16,2-3-6-16,-1 1 2 0,3-1-6 0,0 0-5 15,2-5 1-15,-1 0 3 0,4-1-4 0,-1-2-4 16,3-2 6-16,-3-2-4 0,0-1-1 0,2-3 8 15,3-3-13-15,-3 2 4 0,0-3-4 0,-4-2 11 16,-1-2-7-16,2-2 5 0,-2 0-6 0,-1-2-5 16,1-5 2-16,-1-1 7 0,-2 0-5 0,-1 0 8 15,0-2 8-15,3 2 0 0,-7 0 8 0,3-2 4 16,0 0-1-16,-4 8 0 0,2-2 1 0,1 4 10 0,-3 0 13 16,0 3 1-16,-1 6-5 0,3-1 0 15,-2 1 0-15,0 8-1 0,0-11-11 0,0 11-6 16,0-8-7-16,0 8-3 0,0 0-7 0,0 0-5 15,0 0 0-15,0 0-4 0,-5 25-15 0,4-7 14 0,0 0 3 16,-3 11-20-16,1 1 14 0,2-3-5 16,1 0 7-16,-1-1-8 0,2 1 4 0,0-8 2 15,3 1-1-15,-1-2 5 0,-1 2-8 0,1-4 1 16,-1-3-2-16,2-2-2 0,0 1 0 0,2-2 5 0,2 1 3 16,-2-4-4-16,3-1-7 0,3 0 0 15,-2-2-9-15,0 0-13 0,3-4-11 0,-1 0-5 16,3-2-5-16,0 0 1 0,2-4-5 0,-6 2 8 15,3-3 2-15,0-1-12 0,-1-2 10 0,-3 1 3 16,2-4 2-16,-4 3 10 0,0 0 0 0,0-3 1 0,-3 1 0 16,1 1-3-16,-3-1-7 0,1 0 26 0,-1 2 15 15,-2 0 10-15,0 1-13 0,-1 9 17 16,-1-12 3-16,1 6 0 0,0 6 12 0,0 0-9 16,0-11-13-16,0 11-2 0,0 0-3 0,0 0 17 0,0 0-22 15,0 0-18-15,0 0 21 0,0 0 7 0,-14 24-7 16,11-10 2-16,1-6-17 0,1 1 24 0,-1 3-9 15,1-2 3-15,0-1-4 0,2 4 1 16,0-3-3-16,2 1-15 0,1-2-33 0,0 0-47 0,3 0-48 16,1-1-49-16,1-2-65 0,2 1-71 0,1-2-311 15,1-2-685-15,-1 0 303 0</inkml:trace>
  <inkml:trace contextRef="#ctx0" brushRef="#br0" timeOffset="35548.01">8001 5986 2556 0,'-11'-16'4'0,"4"7"3"0,1-1-7 15,-1 2 4-15,3 1-5 0,2 2-2 0,2 5-5 0,-8-7-6 16,8 7-3-16,0 0 0 0,0 0-9 0,0 0-29 16,0 0-27-16,0 0-45 0,14 23-21 0,-5-10-31 15,0 1-137-15,1 1-342 0,-1 1 152 0</inkml:trace>
  <inkml:trace contextRef="#ctx0" brushRef="#br0" timeOffset="35834.99">8114 6152 35 0,'0'0'186'0,"5"8"-20"15,-5-8-10-15,2 6 2 0,-2-6 8 0,1 8-1 16,-1-8 2-16,0 13-3 0,0-7-5 0,2 3-9 16,-2 1-11-16,-2 1-8 0,4-3-10 0,-2 3-9 15,1-3-7-15,2-1-11 0,0 0-10 0,0-1-8 16,1 2-6-16,1-2-2 0,0-1-6 0,3 3-3 15,-1-3-4-15,4-2-6 0,0 0-1 0,-1-1-6 16,-1-2 0-16,0-2-6 0,0 0-4 0,0 1 0 16,1-3 7-16,-3 0 2 0,-1-2 2 0,2-2-3 15,1 1 1-15,-6-4-7 0,0 3 2 0,-3-4-4 16,0-2-9-16,0 0-3 0,-4-1-4 0,-2-1-2 16,1 5-3-16,-3 0-3 0,4 1-6 0,-5-3-17 15,0 5-15-15,0 3-22 0,0 0-30 0,-3 5-18 16,2 1-32-16,-1 4-36 0,0 0-46 0,2 1-43 15,-1 3-157-15,-1-2-447 0,5 0 198 0</inkml:trace>
  <inkml:trace contextRef="#ctx0" brushRef="#br0" timeOffset="36467.28">8519 6186 7 0,'0'0'301'16,"1"-10"-21"-16,-1 10-14 0,0 0-16 0,-8-12-13 15,8 12-22-15,-10-4-16 0,10 4-19 0,-13 0-19 0,4 0-10 16,0 6-5-16,0 1-3 0,-1 1-9 16,0 0-9-16,-2 5-9 0,1-2-12 0,6 0-13 15,-7 1-6-15,8 0-7 0,2 0-5 0,-1-2-6 16,1 2-7-16,2-2-10 0,0 0-5 0,2 1 2 16,1-2-9-16,1-2 0 0,2 2-4 0,1-4-5 15,2-2 7-15,-2 1-5 0,3 0 1 0,1-3-16 16,0-1 7-16,-1-1-5 0,1-2 3 0,0-1-1 15,-2 1-6-15,-1-4 0 0,2-2 4 0,-2 0-5 16,-2 0-2-16,3-8 4 0,-1 3-7 0,-3-5-1 0,2-3 0 16,-1 3-6-16,-3-7 2 0,1 1-1 15,1-2 0-15,-2-3 0 0,-1 2 5 0,1 2-3 16,-2 0 17-16,1 6-8 0,-2 1-5 0,0 4 25 16,0-1 15-16,-2 5 1 0,1 4 4 0,1 7 1 15,0-12-4-15,0 12-8 0,-1-10-4 0,1 10-18 16,0 0-4-16,0 0 6 0,0 0-7 0,0 0-6 15,0 0 5-15,-7 43 0 0,6-18-4 0,0 1 3 16,1 3-7-16,-4-3 1 0,3 1 6 0,1-3-1 16,0-4-1-16,0 6-3 0,0-8 0 0,1-1-5 0,0 0-8 15,2-4 12-15,-1 0-2 0,-1-3-2 0,5 2 5 16,0-5 4-16,2 2 2 0,2-3-3 16,0 2 4-16,3-2-3 0,2-3-3 0,2 1-4 15,6-4 14-15,-1-2-27 0,1 0 19 0,-3-3-2 0,7-3-1 16,-5 1 1-16,-6-1 1 0,3 0-9 0,1-3 4 15,-6-1-2-15,1 1 0 0,-3-1-3 0,-3-3-3 16,-3 2-5-16,0 2 10 0,-3-5-8 16,-1 4 9-16,-2 1-6 0,0 2-2 0,-4-3 0 15,-1 3 1-15,-2 4-9 0,0 2 10 0,0 0-6 0,-6 2-5 16,3 3-1-16,-3 3 11 0,-2 5-2 0,0 1 1 16,2 1 1-16,1 1-1 0,4-3 13 15,2 1-10-15,1 0 0 0,2 2-1 0,1 2 2 16,4-3-21-16,2 0-35 0,7 1-47 0,1 0-50 0,5-4-64 15,2-1-80-15,10 1-71 0,2-3-218 0,-2-3-637 16,3 0 282-16</inkml:trace>
  <inkml:trace contextRef="#ctx0" brushRef="#br0" timeOffset="39401.97">9664 5999 73 0,'0'0'221'0,"-22"1"-15"0,12 1-15 0,-4 1-12 16,0 3-12-16,-2 3-14 0,4 0-12 0,-2 4-8 15,2 0-9-15,-1 2-15 0,1 8 7 0,4-5 3 16,0 0-20-16,3 0-4 0,0 2-13 0,2-2-7 16,2-1-7-16,2-1 14 0,2 0-7 0,4 0-7 15,1-1-6-15,1-6-6 0,3 3-6 0,0-2-3 16,0-3-2-16,6 0-4 0,-3-2-4 0,3 0-3 15,0-3-3-15,-1 0-3 0,0-5-3 0,-2 4 0 16,-1-2-6-16,-2-2 0 0,7-4-1 0,-7 2 1 16,3-1-3-16,-4-2 0 0,-2 2-2 0,3-7 1 0,-4 4-4 15,-2-2-2-15,3-2 2 0,-2 1 0 0,-1-4-6 16,1 0 7-16,-5 5 2 0,5-6 14 16,-4 3 0-16,-1 1 0 0,-1 1 0 0,1 2 9 15,-2 4 9-15,0 6 6 0,2-13 0 0,-2 13-3 16,0-8-9-16,0 8-8 0,0 0-7 0,2-7-1 0,-2 7-6 15,0 0-1-15,0 0-6 0,0 0 2 16,0 0 6-16,1 31-12 0,1-19 5 0,-2-2-4 16,0 3 1-16,0-3-1 0,2 3-1 0,1-1-3 15,-1-2 5-15,1 3-2 0,2-4 3 0,-1 1-5 0,5-2 7 16,-1-1-2-16,1 0-4 0,2-3-2 0,-1 1 4 16,1-1 3-16,2-3-6 0,-2-1-1 15,2 0 1-15,-1 0-5 0,-1-3 3 0,1 1 0 0,-1 0-1 16,-2-5 4-16,1 3 4 0,-3-4-6 0,0 1-4 15,-1-1-1-15,1-3 0 0,-2 1 1 0,-2-3 2 16,0 2-2-16,-2-1 2 0,1 0-4 0,-1-1-1 16,-1 0 6-16,-1 3-1 0,1 0 4 0,-3 1 3 15,3 9 8-15,-4-10 0 0,4 10 1 16,0-9-8-16,0 9-7 0,0 0 3 0,0-8-7 0,0 8 0 16,0 0 13-16,0 0-14 0,0 0 1 0,0 0 2 15,-7 27-5-15,5-17 6 0,1 2-4 0,0 1 2 16,0-1 4-16,2 3-4 0,1-1 0 0,2-2-1 15,-1-2 5-15,-1 2-1 0,2-3 1 0,4 1 6 16,-3-2-5-16,4-1 4 0,0-2-3 0,1 1 3 16,3-3-4-16,-2-1 1 0,2-1-2 0,5 2 1 15,-1-3 0-15,-3-3-1 0,2-2-2 0,-3 4 1 16,-3-3 1-16,2 0 0 0,3-6-12 0,-5 3 3 16,2-3 0-16,-1 0-9 0,-2-4-5 0,1-2-4 15,-1 4 6-15,-3-1-2 0,-3-1 3 0,0-2 3 16,-3 0 0-16,0-3-3 0,-3 8 2 0,0-6 3 15,-3 2-3-15,0 1 1 0,0 4 1 0,-2 1 4 16,0 1-6-16,1 0 6 0,-1 2 2 0,0 3-8 16,2-1 2-16,-2 1 1 0,0 0 2 0,8 3 0 15,-12 0 4-15,12 0-3 0,-12 3 1 0,12-3 2 16,-4 5-1-16,4-5-3 0,0 0 8 0,3 10 0 16,-3-10-7-16,14 9 14 0,-1-8-6 0,-2-1-3 15,5 3 3-15,2-2-2 0,2 2 1 0,-5-2 1 16,1-2-1-16,-3 2-1 0,0-2 0 0,-2 1 3 15,-1-3-2-15,1 4-3 0,-11-1 0 0,9-1 0 16,-9 1 1-16,9 3-4 0,-9-3 6 0,9 4 1 16,-5-1-5-16,-4-3 2 0,4 9-2 0,-1-1-1 15,-2-2 2-15,0 2 2 0,-1 4 4 0,0-2-3 16,1 2 2-16,1 0-3 0,-4 0 2 0,4 0 1 16,-2 0 2-16,1-1 1 0,2 2-1 0,-1-3 0 15,1-2-1-15,2 2 2 0,0-2-2 0,-1 1 4 16,2-4 0-16,3 1 0 0,1-1 1 0,0 0 1 15,2-1-4-15,2-2 2 0,-1-4 2 0,1 4-2 16,-1-3-2-16,-1 0 1 0,0-2 0 0,-1 1-2 16,1-1 2-16,-1-3 3 0,0 0-9 0,-3 1 3 0,0-4-7 15,1-1-6-15,-5 1-1 0,1-4-3 16,-2 2 2-16,-3-1 0 0,0-5 0 0,-3 5 3 16,-1-1-3-16,1 2 2 0,-1-1 2 0,-2 2-1 15,3-3-2-15,-1 5 7 0,1 2-3 0,1-1 0 0,2 7 5 16,-4-10 3-16,4 10-3 0,-3-8-4 0,3 8 0 15,0 0 1-15,0 0 0 0,0 0-4 16,8-9 5-16,-8 9-3 0,13 1 6 0,-4-1-3 16,2 0 8-16,-1 0-10 0,-1 0 4 0,2 3-4 0,-5 1-3 15,0 0 5-15,2 0 1 0,1 0-4 0,-3 3 8 16,0 1-4-16,-1 0 1 0,-3 2-1 0,2 1 0 16,-1 1 5-16,0-1-2 0,-1 2-2 0,0-4 5 15,-1 1-4-15,-1 2 7 0,0 0-6 16,2-3 1-16,0 3-5 0,1-4 5 0,-1-1 6 0,2-1-4 15,0 0-1-15,0-3 1 0,5 3 4 0,1-3 2 16,3-2 0-16,6 2 8 0,-1-3-3 0,-1-2 7 16,3 1-4-16,-2-3-6 0,0-1 6 0,-2 1-2 15,4-2-3-15,-5-4 0 0,2 1 5 0,-5 2-1 16,-1 0-2-16,0-6-5 0,-3 4-1 0,-2-2-3 16,1 0 6-16,-5 0-6 0,2-6 2 0,-4 1-4 15,0 4-1-15,-4 0-1 0,-1 2-1 0,1 2-2 16,0-2 2-16,-2 4-3 0,6 6-2 0,-9-5-2 15,1 5 1-15,8 0 5 0,-21 5 0 0,8 1-6 16,-1 5 1-16,1 1 4 0,3 0 4 0,2-2-2 16,0 4-3-16,3-4 8 0,3 3-6 0,0-3-19 15,-1 3-35-15,0-1-37 0,3-2-38 0,3 0-40 16,3 0-37-16,4 1-15 0,5-2-31 0,1 2-181 16,0-2-471-16,2 0 208 0</inkml:trace>
  <inkml:trace contextRef="#ctx0" brushRef="#br0" timeOffset="39783.93">11183 6119 241 0,'2'-9'291'0,"-2"9"-25"16,0 0-25-16,1-8-25 0,-1 8-24 0,0 0-20 16,0 0-14-16,0 0 7 0,0 0-9 0,4 22-11 15,-2-14-13-15,0 1-7 0,1 1-15 0,0 0-12 16,-1 2-6-16,2-4-7 0,-2 0-11 0,-1-1-4 15,1-1-8-15,-2-6-8 0,4 10-1 0,-2-5-2 16,-2-5 14-16,0 0 16 0,2 8 16 0,-2-8 26 16,0 0-12-16,0 0-2 0,0 0-6 0,0 0-15 15,0 0-10-15,0 0-4 0,0 0-7 0,0 0-11 16,3-29-7-16,-2 19-4 0,4-2-6 0,0 2-10 16,0 0-1-16,7-7-6 0,-2 1 0 0,-1 1-6 0,-1 6 5 15,-1 1-11-15,1 1 1 0,0 0-8 16,-3 4 1-16,0-2-6 0,-5 5 1 0,13-1-9 15,-13 1 7-15,11 2 0 0,-4 4-4 0,-1 2 3 16,0 1 4-16,-1 2-5 0,1-2-2 0,-4 3 2 16,2-1 4-16,0 5 2 0,0-5 2 0,2 4 1 0,-4-3-9 15,2 1-43-15,0-2-42 0,-3-1-33 0,3 0-44 16,-4 1-54-16,3-4-72 0,-2 0-310 16,0-1-652-16,-1-6 289 0</inkml:trace>
  <inkml:trace contextRef="#ctx0" brushRef="#br0" timeOffset="40067.21">11570 5957 2371 0,'2'-25'21'0,"-1"6"50"0,0 1 25 16,1 6 13-16,-1-1-3 0,-1 2 7 0,1 3 1 0,0-1 13 16,-1 9-17-16,0-9-1 0,0 9-23 0,0 0-9 15,0-9-11-15,0 9 0 0,0 0-14 16,0 0 15-16,4 22 17 0,-2-5-4 0,-2-1 4 15,0 4-5-15,0 4 8 0,1-4-21 0,-1 6 9 0,0-3-5 16,1-5 1-16,-2 6-10 0,1-4-1 0,0-2-12 16,0-1 5-16,1-2-10 0,-1-3 3 0,3 0-5 15,-1 0-5-15,0-1-2 0,1-5 3 16,0 3-7-16,-1-2-4 0,4-1-2 0,-1 0 3 0,1-2-14 16,-1 0-23-16,4-1-38 0,2 0-52 0,-1-1-46 15,0-2-53-15,0 1-51 0,-10-1-62 0,19-6-43 16,-11 3-248-16,-8 3-653 0,10-8 289 0</inkml:trace>
  <inkml:trace contextRef="#ctx0" brushRef="#br0" timeOffset="40232.96">11550 6000 2528 0,'-11'-7'115'0,"3"2"-43"0,-1-1-23 16,5 2 13-16,-2 0 15 0,6 4 7 0,-10-4 6 15,10 4-15-15,-5-6-5 0,5 6-12 0,0 0-5 16,0 0-4-16,0 0-8 0,16-11-4 0,2 8-3 15,2-1-27-15,2 0-45 0,2 0-61 0,3 2-55 16,9 0-69-16,-9 0-61 0,-5 1-167 0,7 1-488 16,-11-2 216-16</inkml:trace>
  <inkml:trace contextRef="#ctx0" brushRef="#br0" timeOffset="40467.05">12062 6300 2971 0,'0'0'198'0,"0"0"-79"16,0 0-36-16,0 0-31 0,0 0 9 0,0 0 8 16,0 0-1-16,0 0-4 0,0 0-10 0,0 0-3 15,0 0-6-15,0 0-3 0,-7 11-5 0,2-4-4 16,-3 0-22-16,3 3-33 0,-4-2-51 0,-4 4-60 15,0 1-78-15,1-1-99 0,-4 0-226 0,0-2-578 16,-2 2 255-16</inkml:trace>
  <inkml:trace contextRef="#ctx0" brushRef="#br0" timeOffset="42166.8">13174 5829 225 0,'0'0'247'0,"-2"-8"-15"0,2 8-6 0,-5-10-19 0,0 5-11 16,5 5-16-16,-9-7-15 0,3 3-8 0,-1 1-16 16,-3 0-12-16,-2 3-6 0,3 0-15 0,-5-2-6 15,3 2-14-15,-3 2-4 0,1 1-8 0,0 2-6 16,-1 0-8-16,-2 2-4 0,0 2-3 0,1 1-9 16,3 0-5-16,-1 2-2 0,1-1-4 0,4 3 1 15,3-2-11-15,-1-2 3 0,2 3-5 0,1-2-5 16,0-1 5-16,6 1-5 0,-3 0-1 0,3-1 1 15,3 0 2-15,0 1-4 0,3-3-5 0,1 0 3 16,1-2-4-16,0 1 0 0,7-2-2 0,-1-2 0 16,-3 0 0-16,5-3 1 0,-4 0 2 0,3 0-2 15,2-3-1-15,-8 0-2 0,1-2-2 0,-2 1-1 16,-2 0 1-16,0-2 2 0,0-2-2 0,0-1 3 16,-4-1-3-16,1-1 0 0,-3 0 5 0,1-1-4 15,0-3-2-15,-2-2-1 0,1-1 2 0,-3 1-4 16,0-2 2-16,3 0 2 0,-1 0-4 0,-2-6 7 15,0-1 6-15,0 7 7 0,-2 0 37 0,4 2-23 16,-2 0 4-16,0 5 12 0,0 0 1 0,0 1-1 16,0 3 6-16,0 8-4 0,0-12 7 0,0 7-17 15,0 5-9-15,0 0-7 0,0-10-4 0,0 10-8 16,0 0-3-16,0 0-3 0,0 0 5 0,0 0-7 16,4 32-1-16,-2-11 1 0,-1 5 2 0,-1 1 3 15,4 1 1-15,-6-1-5 0,2 0-4 0,2-1 4 16,0-5 1-16,0-2 0 0,0 1-4 0,1-3 10 15,1 2-16-15,-1-4 10 0,3 2-8 0,-3-6 6 16,3-1-2-16,1-2 3 0,-1 2 1 0,2-6-3 16,0 3 13-16,-1-2-13 0,2-3 2 0,0-1 2 15,0 0-2-15,2-2 6 0,-1-1-10 0,0-3 11 16,-1 1-17-16,1-1 12 0,-1-1-1 0,-1-2 1 16,-1 0 7-16,-2-1-10 0,-1-1 3 0,1 0-6 15,-1-1 0-15,-2 2-4 0,0-1 3 0,-2 0-2 16,1 3-2-16,-1 7 2 0,-1-12 0 0,1 12-3 15,0-8-3-15,0 8-1 0,0 0 2 0,0 0-8 16,0 0-2-16,0 0 5 0,0 0 6 0,0 0-4 16,0 0 14-16,0 0-13 0,0 0 2 0,-8 25 25 15,8-16-35-15,0-9-26 0,2 15-27 0,-2-6-29 16,4-1-33-16,-2 2-39 0,3-3-33 0,-1 1-38 16,2 0-40-16,0-3-243 0,-6-5-568 0,11 9 252 15</inkml:trace>
  <inkml:trace contextRef="#ctx0" brushRef="#br0" timeOffset="42319.88">13371 5731 154 0,'0'0'174'0,"0"0"-23"0,0 0-35 0,0 0-46 16,0 0-52-16,0 0-43 0,9 20-85 0,-2-10-119 15,0-1 52-15</inkml:trace>
  <inkml:trace contextRef="#ctx0" brushRef="#br0" timeOffset="42567.5">13546 5942 93 0,'0'0'178'15,"5"5"-1"-15,-5-5 0 0,8 4-5 0,-5-1-1 16,-3-3-8-16,16 3-7 0,-7-5-8 0,5 1-8 0,-3 1-4 15,1-3-8-15,1 2-7 0,-3-2-3 16,1-1-3-16,1 1 9 0,-3-3 0 0,0 3-3 16,0-5-9-16,-4 3-5 0,-1-2-9 0,-2 0-10 0,-2-1-5 15,0 8-9-15,-6-18-11 0,1 9-10 16,-1 0-6-16,-2 2-6 0,0-1-6 0,-1 1-10 16,-1 2-23-16,-1 1-20 0,3 2-28 0,-4 0-17 15,1 2-35-15,11 0-43 0,-13 6-32 0,5-3-30 16,2 1-37-16,4 1-162 0,2-5-435 0,-3 9 193 0</inkml:trace>
  <inkml:trace contextRef="#ctx0" brushRef="#br0" timeOffset="43183.93">13935 5850 85 0,'0'0'283'0,"3"-8"-10"0,-3 8-6 15,0 0-15-15,0 0-16 0,-12-13-20 0,12 13-14 16,-7-2-23-16,7 2-12 0,-16 2-9 15,7 2-12-15,-1 1-17 0,-2 3-12 0,3 0-10 16,0 2-9-16,-5 2-6 0,3 1-12 0,0 0-3 0,4-4-11 16,2 1-10-16,-3 0 0 0,6 1-8 0,0 0-6 15,-3-3-1-15,5 1 0 0,2 2-8 16,-2-11-4-16,3 11 6 0,1-4-11 0,2-4-1 16,1 1 0-16,1-4 1 0,0 3-5 0,3-3-1 15,1-3 0-15,1 3-3 0,-4-4 1 0,5-1-3 0,-5-1-1 16,2-1-1-16,-2 0-1 0,0-3-2 0,-1-3 3 15,0 1-2-15,-2-3-4 0,-1-2 2 0,-3 0 2 16,0-2 1-16,0-6-1 0,1 4-1 16,-1-3-5-16,-5 0 8 0,3-1 4 0,-2-2 4 0,2 8-2 15,0-1 6-15,-2 3 2 0,2 1 4 0,0 5-2 16,-2 0 11-16,4 1-5 0,-2 10 3 0,-4-12-5 16,4 12-7-16,0-7-9 0,0 7 4 0,0 0-9 15,0 0 2-15,0 0-1 0,-5 29-1 16,1-12 1-16,8 9 7 0,-6 0-15 0,2-7 9 0,0 6-2 15,2 1-4-15,-2-6 6 0,1 0-6 0,3-2-2 16,-2 0 5-16,4-1 0 0,-3-2 4 0,4-3 13 16,2 0-19-16,-1-3 3 0,-1 0-5 15,5-3 6-15,-1 1-2 0,3-2-5 0,3 0-1 16,2-3 10-16,-2 0 0 0,3-2-1 0,1-4-4 0,-3 0-5 16,-2-2-2-16,3 1 3 0,-2-5-9 0,-7 3 2 15,4-2 8-15,-3 0-10 0,-5 0 3 0,-1-1 2 16,3 1 0-16,-6-2 1 0,2 0-3 0,-4 2 14 15,0-1-15-15,0 10-7 0,-4-14 9 0,3 9 1 16,-6-1-6-16,7 6-2 0,-11-3-1 0,3 3-2 16,8 0 2-16,-23 6 2 0,8 2-2 0,3 0 4 15,1 2-4-15,-3 1-6 0,3 1 9 0,7-2 0 16,-5 3-22-16,4-3-38 0,2 0-23 0,2 2-31 16,2-2-34-16,5 2-38 0,1-2-38 0,6 0-41 15,3-1-57-15,-4-2-168 0,5-1-536 0,0 0 237 16</inkml:trace>
  <inkml:trace contextRef="#ctx0" brushRef="#br0" timeOffset="43592.1">14463 5882 2497 0,'-5'-7'112'0,"3"-1"-27"15,-2 1-14-15,1 0 13 0,3 7 20 0,-4-11 19 16,4 11 5-16,-2-8 0 0,2 8 10 0,-1-7-20 16,1 7-11-16,0 0-12 0,-1-9-11 0,1 9-17 15,0 0-6-15,0 0-3 0,0 0-8 0,15 15 1 16,-5-6-14-16,-2 1 2 0,1 4-3 0,4 1-4 16,-2-1-4-16,-2-2 7 0,-1 2-28 0,2-1 2 15,-2-2 2-15,-2-1 6 0,3 0 5 0,-4-1-2 16,1 0-1-16,-1-1-3 0,1-2 1 0,-4-1 0 15,3-1-4-15,-5-4 5 0,5 7 3 0,-5-7 19 16,6 4 14-16,-6-4 9 0,0 0 0 0,0 0-1 16,11-8-6-16,-7 2-1 0,0 0 1 0,2-3-12 15,-1-1-3-15,-1-1-4 0,3-5-3 0,3 1-4 16,-4 0-6-16,0-4-1 0,1 2-1 0,4-8-5 16,-3 2 0-16,2 0-5 0,-3 6-4 0,0 2 2 15,-3 3-13-15,-1 2-13 0,-1 0-22 0,0 4-22 16,1 0-40-16,-1 0-46 0,-2 6-44 0,4-7-23 15,-4 7-24-15,0 0-29 0,0 0-36 0,0 0-47 16,0 0-222-16,0 0-618 0,2 21 273 0</inkml:trace>
  <inkml:trace contextRef="#ctx0" brushRef="#br0" timeOffset="43917.31">14869 5833 138 0,'0'0'284'0,"0"0"-14"15,0 0-14-15,0 0-15 0,0 0-13 0,1 7-3 16,-1-7-13-16,-9 10-12 0,2-3-4 0,0 2-18 16,3-1-12-16,-3 0-13 0,4 1-18 0,-2 0-12 15,1 0-9-15,4-1-8 0,-2 0-14 0,2-1-9 16,5 3-10-16,-4-2-7 0,4-1-4 0,0 1 0 16,0-4-4-16,4 1-9 0,2-1-4 0,0 0-2 15,2-3-6-15,1 0-2 0,-1-1 2 0,1-1-8 16,-3-1 4-16,3 0-15 0,-3-3 7 0,-1 1 9 15,0-2-2-15,-1-1 2 0,-4-2 0 0,-1 1-3 16,0-1 4-16,-1-3-13 0,0 2 3 0,-4-2-22 16,-1 1 11-16,-1 0-3 0,1 0-3 0,-2 1 3 15,1 2-5-15,-3 2-18 0,1 3-21 0,-4-3-26 16,-2 2-26-16,3 2-29 0,-3 2-29 0,-1 0-37 16,2 3-50-16,2 0-40 0,-1 0-47 0,0 0-172 0,4 0-528 15,5-3 233-15</inkml:trace>
  <inkml:trace contextRef="#ctx0" brushRef="#br0" timeOffset="44166.84">15178 5753 2408 0,'4'-14'167'0,"-3"0"28"0,2 3-88 16,-6 0-17-16,2 1 34 0,3 1 9 0,-2 9 13 15,-2-14 5-15,2 14-21 0,0-9-8 0,0 9-9 16,-3-8-15-16,3 8-10 0,0 0-16 0,0 0-4 0,0 0 11 15,0 0-6-15,3 29-6 0,-1-13-2 0,0 3-4 16,-2 0-3-16,2 0-8 0,0-1-3 16,-2 1-1-16,2-1-7 0,1 1-2 0,-2-2 2 15,3 0-17-15,-2 1-17 0,-2-4-46 0,2-3-54 0,-1 1-43 16,0-1-43-16,-1 0-47 0,0-11-59 0,-1 20-55 16,0-10-256-16,1-10-649 0,-4 13 287 15</inkml:trace>
  <inkml:trace contextRef="#ctx0" brushRef="#br0" timeOffset="44416.15">15375 5681 267 0,'0'-11'340'0,"1"0"1"16,-1 3-5-16,0 8-13 0,2-11-24 0,-2 11-32 0,0-8-30 15,0 8-22-15,0 0-23 0,0 0 17 0,0 0-21 16,1 29-1-16,1-12-18 0,-4-2-14 0,4 3-12 15,1 0-11-15,-3 0-12 0,1 2-12 0,-2-4-24 16,1 3 5-16,-3-5-5 0,3 3-11 16,-2-5-8-16,2 0-6 0,2-1-10 0,-4-1-25 0,2-1-46 15,0-1-56-15,0-8-44 0,0 14-43 0,0-8-36 16,0-6-48-16,-3 10-51 0,1-4-42 0,2-6-204 16,-8 5-592-16,3-3 262 0</inkml:trace>
  <inkml:trace contextRef="#ctx0" brushRef="#br0" timeOffset="45517.58">15262 5825 197 0,'0'0'204'0,"8"-9"-9"0,-3 7-9 0,6-3-8 0,1 0-19 16,6 0-17-16,3 2-11 0,8-2-15 0,-2 0-9 16,0 1-10-16,1 0-10 0,-8 1-7 0,2 1-12 15,0-1-6-15,-2 0-8 0,1 0 0 0,-4 2-9 16,-5 1-3-16,-2-3-4 0,-1 2 0 0,-1-1 17 15,-8 2 11-15,11-1 10 0,-11 1 3 0,8 0 11 16,-8 0-7-16,0 0 0 0,0 0-4 0,6-5-7 16,-6 5-8-16,0 0-5 0,0 0-8 0,0 0-4 15,0 0-5-15,-32 12 1 0,22-5-1 0,-3 5 0 16,-2-3-3-16,2 2-2 0,3 2-3 0,-1 0 1 16,0 0 1-16,4-2-9 0,0-2 2 0,2 0-1 15,1 0-6-15,3 1 5 0,1-3-9 0,0-7 5 16,4 15-6-16,2-8 2 0,2-1 5 0,2-1-9 15,3 0 1-15,1-5-3 0,0 2 0 0,4-1-1 16,0-2-1-16,-2-1-2 0,2-1-2 0,-6-3-5 16,-1 2 9-16,2 1 1 0,-3-3 1 0,-2 1-9 15,2-2-1-15,-6 2 4 0,2-3 0 0,0-2-3 16,-4 2 7-16,-1 2-5 0,3-4 1 0,-1 4 7 16,-3 6 4-16,1-9 2 0,-1 9-3 0,0-9-2 15,0 9-7-15,0 0 2 0,0 0-3 0,0 0-8 16,0 0 2-16,0 0 2 0,0 0-3 0,0 0 1 15,0 0 0-15,0 0 1 0,0 0-1 0,8 22 0 16,-6-19 10-16,3 2-6 0,1 2 1 0,0-4-1 16,4 2 1-16,3-1 1 0,5 1-5 0,-7-3 7 15,8-1-7-15,1 0 2 0,1-2-3 0,1 0-9 16,6-2 2-16,-9 0 0 0,3-1 4 0,6 0-4 16,-9 1-2-16,-3-4 2 0,2 2 5 0,-7 0-1 15,2-1 0-15,0 1 2 0,-3-1-7 0,-2-1 10 16,2 1 2-16,-4 0 7 0,-2 0 5 0,0-1-1 15,-2 2 1-15,-2 5-4 0,2-14-1 0,-2 14-8 16,-2-9 17-16,2 9-7 0,-6-7 5 0,6 7-13 16,-12-1 1-16,12 1 1 0,-17 2-15 0,5 2 12 15,-4 2-7-15,4-2 5 0,-2 6-1 0,4-3-3 16,-1 0 4-16,1 0 1 0,3-1-5 0,3 0-1 16,-1 3 14-16,1-3-26 0,4-6 5 0,-3 11-7 15,3-11-5-15,3 9 5 0,-3-9-11 0,7 8 2 16,-1-5 1-16,0 1 2 0,3-2 8 0,-3-1-7 15,-6-1 1-15,14 1 4 0,-14-1 2 0,12-2 2 16,-12 2 5-16,9 0 0 0,-9 0 1 0,6-2 10 16,-6 2 0-16,7-4 3 0,-7 4 4 0,0 0 0 15,0 0-5-15,0 0-3 0,0 0-1 0,0 0-2 16,8 6 6-16,-8-6-3 0,2 15 8 0,-2-3 7 16,-2 3 12-16,2 3 7 0,0 2 6 0,2 6 4 15,2 4 12-15,-7-1-1 0,6 3-11 0,-1 0 5 16,1 0-6-16,-1-2 6 0,1-1 3 0,0 1-15 15,0-6-4-15,1 2-3 0,-1-7-5 0,-1-1-16 16,-1-3 18-16,-2-2-7 0,0-1 3 0,-2-2-6 0,0 0-3 16,-2-1 2-16,-3-3-2 0,0 0-3 0,-5-1 0 15,2 0-1-15,-2-2-9 0,-1-2-12 16,-1-1-12-16,2-1-3 0,-5-2-11 0,1-3-11 16,6 0 6-16,-1 0-1 0,2-2 7 0,2-1-6 15,2-1-2-15,0-6-9 0,7 0-4 0,4-1 17 16,0-2-17-16,7-6 4 0,8-1-2 0,4-1 5 0,1 1 2 15,12-8 3-15,0 1-2 0,2 1 1 16,-1 2 10-16,-9 8-4 0,0 0 4 0,1 0 2 16,-2 2 5-16,-3 0 6 0,1-2 4 0,-6 2-3 0,2 0 3 15,-3-1-2-15,-3 2 3 0,-5 3 5 0,-2 2 1 16,0-1 20-16,-3 1 4 0,-2 4 1 16,1 1 9-16,-2 3 11 0,-3-1-3 0,0 7-3 0,0-13-5 15,0 13 1-15,-8-6-2 0,2 2-7 0,6 4 5 16,-17 4 14-16,5-1 11 0,1 4-14 0,-2 2-4 15,1-1 7-15,1 4-10 0,-1 0-1 0,4-2-1 16,2 2-3-16,0-2 0 0,4 3 7 0,2-1-14 16,2-2-23-16,4 2-25 0,0-1-40 15,9 2-49-15,-1-3-53 0,11 2-68 0,0-4-64 0,5 1-269 16,-4-1-625-16,1-3 278 0</inkml:trace>
  <inkml:trace contextRef="#ctx0" brushRef="#br0" timeOffset="45772">16887 5954 203 0,'6'5'257'0,"-6"-5"-8"16,1 10-7-16,-1-5-14 0,0-5-14 0,-7 15-18 16,2-2-26-16,-3 0-12 0,-2 3-17 0,-3-2-49 15,-1-2-78-15,-7 8-111 0,-4-2-248 0,1-4-373 16,-1 0 165-16</inkml:trace>
  <inkml:trace contextRef="#ctx0" brushRef="#br0" timeOffset="48383.3">3984 7103 146 0,'0'0'225'15,"-2"-16"6"-15,-1 7 2 0,1 2-15 0,-2 0-18 16,-1-3-20-16,-3 1-18 0,0 4-13 0,1 0 10 15,-4-2-16-15,1 4-16 0,-1 0-11 0,-1 3-11 16,-4 0-9-16,-2 3-6 0,0 4-14 0,-6 5-2 16,4-2-11-16,4 1-5 0,-1 2-5 0,4-1-8 0,2 0-1 15,2-1 0-15,3 4-12 0,0-1-3 16,3 3 0-16,0-2-2 0,3 1-5 0,0 0-1 16,1-4-1-16,4-1 1 0,1 1-2 0,0-1-2 15,4-2-3-15,-2 1 0 0,1-3-2 0,7 1 2 16,-4-3-3-16,1-1 2 0,2-2-1 0,4 0 0 15,-6-2-4-15,5 0 1 0,-4-2-1 0,0 1-2 16,-4-4 2-16,-1 1-1 0,0-2-1 0,-3-1-1 16,1 0 0-16,-3-3 0 0,0 0-1 0,-2 1 0 0,1-2-1 15,-2 1 1-15,-2-2 0 0,2 0 0 16,-1 0-2-16,0 0 4 0,-3 0-3 0,2 5 5 16,1-3 10-16,0 10 3 0,-1-12 0 0,1 12 0 15,-1-10-8-15,1 10-6 0,0 0-1 0,0 0 4 16,0 0-3-16,0 0-3 0,0 0 2 0,-2 28-5 0,4-13 5 15,-1 1-2-15,0 2-2 0,-1-1 6 0,1 0-5 16,-1 4-2-16,3-4-27 0,2-1-27 16,-4 0-30-16,2 2-38 0,1-2-39 0,-2 0-45 15,3-2-32-15,-1-3-224 0,-2 0-497 0,3-3 221 0</inkml:trace>
  <inkml:trace contextRef="#ctx0" brushRef="#br0" timeOffset="48750.28">4103 7237 87 0,'0'0'212'0,"0"0"-22"15,0 0-15-15,0 0-2 0,0 0-5 0,0 0-6 16,0 0-12-16,0 0-20 0,10 24-11 16,-7-11-12-16,-3-4-9 0,1 3-11 0,0-1-5 15,2 2-9-15,-2-4-8 0,-1 1-4 0,2-3-7 0,-2-7-3 16,1 12-8-16,-1-12-3 0,-1 10 2 0,1-10 8 15,2 4 17-15,-2-4 9 0,0 0 2 0,0 0-8 16,0 0-7-16,0 0-2 0,0 0-10 16,0 0-5-16,0 0-2 0,10-26-7 0,-3 14-6 0,-3 1-3 15,2-1-2-15,2-2-6 0,-1-1 2 0,3 1-4 16,1 1 3-16,-2 1-7 0,1 4-2 0,-1-1-4 16,-1 2 0-16,-1 2-2 0,0 0-1 0,-1 3-1 15,-6 2 0-15,12-1-3 0,-12 1 1 16,12 8-4-16,-4-2 2 0,-4 2 1 0,2 2-2 0,-2 0 1 15,0 7 0-15,3-2 6 0,-1-1-6 0,-4 2-31 16,-1-4-39-16,2 2-40 0,-3-2-51 0,3-1-41 16,-1 1-46-16,0 0-156 0,-1-2-438 0,3-2 193 15</inkml:trace>
  <inkml:trace contextRef="#ctx0" brushRef="#br0" timeOffset="49167.54">4521 7239 174 0,'-5'-7'268'0,"-5"0"-15"16,1 4-14-16,0-1-16 0,-4 0-21 0,2 3-18 15,2 1-16-15,-4 4-13 0,1 3-9 0,2 1-12 16,-4 3-13-16,4 3-13 0,-3 3-11 0,3-4-9 16,0 3-6-16,1-1-7 0,5-1-6 0,0 2-9 15,3-4-9-15,-1-2-3 0,2 2-2 0,4-2-4 16,-1 0-4-16,2-3-1 0,4-1-4 0,-3 1-7 15,5-5-6-15,-1 1-9 0,1-1-4 0,1-2-11 16,0-1-4-16,1-2 2 0,-4 0-1 0,3-2 0 16,-5-2-1-16,4 0 3 0,-3-3 0 0,-1 0-5 15,-3 0 7-15,1-6-1 0,-1 1 2 0,-2-4-3 16,0 0 7-16,-1 1-7 0,-1-8 5 0,2-2 0 16,-2 2 0-16,2 1 1 0,-2-2 4 0,0 1 12 15,-2 1 3-15,2 0 2 0,-3 6 8 0,3 7 13 16,-2 0 7-16,2 2 7 0,2 1 9 0,-2 9-6 15,-2-11-9-15,2 11-8 0,-1-10-11 0,1 10-3 16,0 0-1-16,0 0-5 0,0 0 11 0,0 0-19 16,0 43 4-16,0-24-8 0,0 8 1 0,3-1 1 15,-3 2 0-15,1-1 1 0,4-3-7 0,-3 2-27 16,2 0-32-16,-1-7-35 0,-1 1-38 0,4 4-58 16,-1-7-79-16,2 1-257 0,-2-2-563 0,4-1 249 15</inkml:trace>
  <inkml:trace contextRef="#ctx0" brushRef="#br0" timeOffset="49533.96">5002 7118 27 0,'-2'-6'300'0,"2"6"-31"0,-2-9-30 16,2 9-22-16,0 0-16 0,0 0-5 0,0 0-16 15,0 0-15-15,15 22-14 0,-6-6-4 0,-1 2-12 0,1 0-13 16,3 5-12-16,-4-5-8 0,7 5 14 16,-6-6-12-16,-1 2-8 0,1 0-9 0,0-4-7 15,-4-4-7-15,2 2-12 0,-2-2 1 0,2-3-3 16,-3 3-10-16,0-5-5 0,1-1 5 0,-2 0 9 0,-3-5 16 16,4 6 13-16,-4-6 12 0,5 4-6 0,-5-4-2 15,0 0 3-15,0 0-12 0,15-14-10 16,-11 5 7-16,1-1-10 0,0-1-2 0,1-5-11 15,-1-4-1-15,2-4-8 0,1 1-7 0,0-2-7 16,0 0 0-16,0-2 0 0,-2 3-5 0,1-1-9 0,-2 4-1 16,0 3-6-16,-1 2-31 0,-2 4-14 0,2 1-21 15,-3 4-36-15,1-1-33 0,-1 1-39 0,-1 7-38 16,1-6-39-16,-1 6-16 0,0 0-25 16,0 0-21-16,0 0-203 0,0 0-546 0,0 24 241 0</inkml:trace>
  <inkml:trace contextRef="#ctx0" brushRef="#br0" timeOffset="49832.92">5363 7180 36 0,'3'4'208'0,"-3"-4"-5"0,2 8-3 15,-2-8-3-15,-1 8-2 0,1-8-7 0,-4 10-8 16,3-2-13-16,0-1 1 0,-1 4 0 16,1 0-8-16,1 2-13 0,1-2-11 0,-1-1-14 0,3 0-7 15,-2 1-12-15,4-3-6 0,2 2-10 16,-1-3-5-16,2 1-10 0,2-5 2 0,3 2-4 0,4-1-13 15,2-3-6-15,-1-1-9 0,-4-2 0 0,-3-1-3 16,3 1-4-16,-2-1 1 0,-2-3-2 0,0 2 2 16,-2-4-8-16,-2-1-2 0,1 1 9 0,-4-2-5 15,0-1-2-15,-3-1 0 0,-1-1-3 0,-2 3-9 16,-4-5 2-16,0 0-7 0,-1 1-5 0,1-2-2 16,-3 7-4-16,-2-2-13 0,-1 4-16 0,3 0-18 15,-2 5-23-15,-1 1-25 0,-4 1-23 0,-4 6-50 16,5-2-56-16,-2 5-54 0,-1 2-182 0,5-2-499 15,3-2 221-15</inkml:trace>
  <inkml:trace contextRef="#ctx0" brushRef="#br0" timeOffset="50084.25">5669 7037 153 0,'1'-10'339'15,"-1"2"2"-15,0 8-3 0,-3-10-19 0,3 10-5 16,0 0-26-16,2-14-30 0,-2 14-34 0,1-5-29 16,-1 5-19-16,0 0-18 0,0 0-16 15,8 23-13-15,-6-5-9 0,3 5-6 0,0 5-10 0,1-1-13 16,-4 2-6-16,2-3-12 0,-3 2 1 0,-1 1-6 16,0-3-13-16,-1 1-2 0,1-2-1 0,0-5-27 15,0 0-42-15,3-1-44 0,-3-3-40 0,-3 1-35 16,0-5-37-16,2 0-60 0,1-4-54 0,1 4-260 15,-1-12-592-15,-1 11 261 0</inkml:trace>
  <inkml:trace contextRef="#ctx0" brushRef="#br0" timeOffset="50317.32">5881 7086 48 0,'0'-9'336'16,"0"1"-7"-16,0 8-27 0,0-10-22 0,0 10-27 15,2-5-27-15,-2 5-18 0,0 0 6 0,0 0 17 16,0 0-13-16,0 0-2 0,-3 33-9 0,1-14-17 16,1-2-10-16,4 1-14 0,-5 2-22 0,1-1-15 15,0 0-3-15,1 0-20 0,1-1-9 0,-1 1-7 16,-1 0-9-16,1-2-7 0,0-2-21 0,0 1-41 16,0-3-55-16,1-3-33 0,-2-1-41 0,1 2-33 15,0-2-40-15,0-1-58 0,0-8-50 0,-2 13-268 16,2-13-613-16,-5 9 271 0</inkml:trace>
  <inkml:trace contextRef="#ctx0" brushRef="#br0" timeOffset="51451.31">5748 7260 168 0,'6'-3'191'0,"3"0"-5"0,4 1-12 0,0-3-6 16,7 1-17-16,0 2-16 0,2-2-8 0,8 2-16 15,-1-1-10-15,-1-1-12 0,0 1-6 0,-7 3-10 16,-1-2-5-16,1 0-6 0,-2 0-9 0,1 2-6 16,-9-2-2-16,1 0-6 0,-3 2-2 0,-1 2 4 15,-8-2 8-15,10 0 10 0,-10 0 10 0,0 0 7 16,0 0-5-16,9-3 0 0,-9 3-11 0,0 0-2 16,0 0-6-16,0 0-4 0,0 0-3 0,0 0 1 15,0 0 0-15,-25 9-6 0,16-5 1 0,0 4 3 16,-4 2 3-16,0 1-2 0,2 3-2 0,1-3 3 15,-1 5-1-15,0-3-1 0,1 0-3 0,1 1-3 16,1-3-4-16,4-4-3 0,0 5-4 0,2-3-7 0,0-2 3 16,2-7 2-16,3 13 1 0,1-5-8 15,0-3 0-15,2-1 0 0,3 0-2 0,3 1-2 16,0-4 0-16,1 0-4 0,5-1 3 0,-1-2-2 16,0-1-3-16,-4-2 1 0,0 1 2 0,4-3-2 0,-7 1 2 15,0 2-3-15,0-2 4 0,-2-1-8 16,-2 0 4-16,1-1-4 0,-2-3 8 0,-1 4-8 15,-2-2 9-15,1 0-7 0,-2 2-3 0,0 0 5 16,-1 7 2-16,2-12 7 0,-2 12 3 0,0-10-3 16,0 10 1-16,0 0-8 0,0-10-3 0,0 10 1 0,0 0-6 15,0 0-3-15,0 0 8 0,0 0-4 0,0 0-3 16,0 0 1-16,5 27 6 0,-4-19-4 16,0-3 2-16,2 1-4 0,1 1 4 0,1-1 0 15,1 2 2-15,2-4-2 0,3 2 3 0,0 1-1 16,6-6 2-16,1 1-2 0,3-2-7 0,0 0 2 0,1-3-4 15,5-1-1-15,-5 1 0 0,-3-3 0 16,-4 1 4-16,-3 1-5 0,1-2 0 0,-2 0 3 0,6 0-1 16,-7-1 1-16,-1 2 4 0,0-1 0 15,-1-3 4-15,-5 2 13 0,1 0-17 0,1-2 6 0,0 0 11 16,-2 2 15-16,-3 7-8 0,-1-14 0 0,1 14-3 16,-5-10-9-16,2 5 2 0,3 5 4 0,-6-7-19 15,-1 6 10-15,-3 1-2 0,10 0 1 16,-17 8-6-16,6-3-2 0,-3 1 2 0,2 5 5 15,-2-4 0-15,2 6-7 0,4-6-6 0,-1 1 7 0,3 2 3 16,0-3 10-16,4-2-31 0,-1 2 2 0,3-7 0 16,-1 11-4-16,1-11-2 0,0 9-6 0,0-9 7 15,4 8-7-15,-4-8-2 0,10 3-3 16,-5-2-2-16,-5-1 2 0,14-1 3 0,-14 1 4 0,13-2-1 16,-13 2 3-16,11-2 9 0,-7-1 1 0,-4 3-4 15,9-5-1-15,-9 5 3 0,4-4 6 0,-4 4 7 16,0 0 3-16,0 0-1 0,7-4-3 0,-7 4-4 15,0 0 2-15,0 0-6 0,0 0 3 0,7 12 1 16,-6-3 4-16,1 2 0 0,0 4 15 0,-2 2 9 16,2 10 3-16,0-2-4 0,-2 2-1 0,4 1 3 15,-3 5 3-15,3-5-1 0,-3 2-6 0,1 1 10 16,-2 1-17-16,2-2 9 0,-3-2 4 0,2 2-5 16,-2-3-3-16,-3 0 4 0,0-2-4 0,-1 1 2 15,-1-6-10-15,-2-4 4 0,-3 1 7 0,0 0-2 16,-1-3-8-16,0-2-2 0,-1 0 7 0,-2-4-4 15,3-3-6-15,0 0-4 0,0 0-9 0,3-5 3 16,-2-1-1-16,1-3 20 0,3 2-28 0,-4-4-3 16,4-2-1-16,2-2-7 0,3-1-12 0,4-7 8 15,2 0-8-15,6-6-2 0,4 0 1 0,5-4 4 16,2 1-1-16,3-1 0 0,12-12-2 0,-1 1 10 16,-5 3 3-16,6 2-2 0,-2-3 6 0,-9 13-1 15,-2 0 4-15,2-5-3 0,2 2 5 0,-3 2-2 16,-3-2 8-16,-3 3 0 0,-2-1 5 0,1 4 13 15,-5-3 11-15,-4 8 4 0,-3-2 2 0,1 1 3 16,-4 5 6-16,-1-4 1 0,-2 5 8 0,0 0-6 16,-3 3-6-16,0 2-5 0,0 0 2 0,4 6-5 15,-12-4-4-15,1 5 15 0,-8 5-19 0,-6 6 5 16,2 3-7-16,0-1 9 0,1 4-5 0,4-1-3 16,5-2-6-16,2 0-5 0,4 2 6 0,2-5-10 15,5-1-25-15,0 2-32 0,9 3-32 0,1-1-39 16,6-3-51-16,7-1-71 0,6-2-74 0,2-4-253 15,5-3-624-15,2-1 277 0</inkml:trace>
  <inkml:trace contextRef="#ctx0" brushRef="#br0" timeOffset="52084.01">7486 7141 231 0,'-10'-3'247'0,"-3"-1"-9"15,0 2-15-15,-5 1-22 0,2 6-17 0,-2 1-14 16,4 3-11-16,-1 5-8 0,-4 7-12 0,3-2-7 15,2 3-13-15,0 2-12 0,5-7-10 0,1 6-10 16,2-4-9-16,5 0-3 0,-1-2-2 0,4-2-11 16,1-2-7-16,1 3-3 0,1-6-6 0,6 4-3 15,-5-6-7-15,5 1 0 0,4-1-7 0,-2-5-1 16,3 2 2-16,3-4 4 0,-2 0-14 0,-2-1-1 16,-2-3-2-16,3-1-2 0,0-3-2 0,-4 1 4 15,-1-1-6-15,-2-2-1 0,0-1 1 0,0-1 1 0,-2-3-4 16,-3 3 2-16,4-4 1 0,-4-1-2 15,-1-1-1-15,-3-2 3 0,3 5-2 0,-2-4 2 16,1 6 1-16,-1-1 10 0,-1 4 3 0,0-1 7 16,0 10-2-16,0-12 1 0,1 6-5 0,-1 6-9 0,0 0 0 15,0 0-7-15,0 0-4 0,0 0 14 16,0 0-12-16,0 0 1 0,0 0-6 0,-1 36 2 16,2-23 3-16,-1 0-1 0,1 1-2 0,3 3 2 15,-2-1-4-15,0-3 0 0,2 2-27 0,3-1-27 0,-3-1-34 16,2-2-36-16,0 0-57 0,5-3-50 0,-2-1-60 15,3 0-165-15,2-4-490 0,3 2 216 0</inkml:trace>
  <inkml:trace contextRef="#ctx0" brushRef="#br0" timeOffset="52684.07">7949 7143 17 0,'-5'-8'259'15,"-2"2"-3"-15,-2-1-8 0,0 3-13 0,-1 1-17 0,-1 2-16 16,-2 4-16-16,1 2-1 0,-7 2-10 0,5 2-10 16,-8 7-12-16,7-1-6 0,2 0-14 0,0 1-8 15,1 1-11-15,1 0-10 0,4-1-8 16,-1 1-13-16,6-2-3 0,-2 2-11 0,2-2 2 0,4-2-9 16,2-2-8-16,1 0-4 0,3 0-2 0,-1-1-2 15,6 0-8-15,1-5 2 0,3 3-8 0,2-4-1 16,1 2-3-16,-1-3-3 0,3 0-8 15,-2-3 3-15,0-2-6 0,0 1-1 0,2-1-3 0,-9 1-13 16,8-2-13-16,-5-4-3 0,3 4 4 0,-3-5-17 16,1 0 4-16,-2 1-8 0,1-5-1 0,-7 4-2 15,6-2 5-15,-7 0-5 0,1-4 7 0,1-2-10 16,-1 1 5-16,-4 1 1 0,0 0 2 0,-1-2 5 16,-3 0 3-16,0 3 8 0,-2 0-3 0,1 3 3 15,-1-2 7-15,-2 2-6 0,-3-1 5 0,2 1 0 16,-1 2 4-16,-3 1 1 0,3 1 3 0,0 3 1 15,5 3 2-15,-10-7-1 0,10 7 1 0,-8-2-4 16,8 2 4-16,-7-2-1 0,7 2 0 0,0 0-3 16,0 0 2-16,0 0 3 0,0 0 5 0,0 0-4 15,0 0 0-15,0 0 3 0,0 0 1 0,0 0 0 16,17 14 0-16,-5-13 0 0,1-1 0 0,3-1-2 16,-1 1 2-16,1-3-3 0,-1 3 3 0,-2-1-4 15,1 0 2-15,-5-1 0 0,1 1 1 0,-1 1 0 16,-9 0-2-16,16 0 2 0,-10 0-1 0,-6 0-1 15,13 3 1-15,-8-1 3 0,-1 2 6 0,-1 2 8 16,3-1 3-16,-1 4 0 0,2 1 4 0,-3 1 3 16,1-1 8-16,0 2 2 0,-1 5-4 0,-1-6 0 15,-1 7-6-15,1 0 1 0,2-3-3 0,-5-3-4 16,1 4-5-16,-1-3 0 0,1-1-8 0,-1-2-26 0,2 3-31 16,-1-4-35-16,-1 1-34 0,3 0-42 15,-3-10-50-15,2 13-40 0,2-7-225 0,0-2-510 16,-4-4 226-16</inkml:trace>
  <inkml:trace contextRef="#ctx0" brushRef="#br0" timeOffset="52983.96">8538 7279 16 0,'0'0'192'0,"0"0"11"0,0 0-3 15,0 0-2-15,0 0 2 0,0 0-13 0,-12 18-21 0,12-18-12 16,-2 13-10-16,0-5-12 0,2-1-9 0,0-7-11 15,2 13-12-15,-1-5-8 0,0-3-8 16,3 1-1-16,-4-6-9 0,9 8-3 0,0-5-1 16,-3 0-7-16,3 0-7 0,2-3-2 0,1 0-5 0,-1-1 1 15,-4-2 2-15,3 1 5 0,-3-1-4 0,1-1 6 16,-3-2-4-16,2 3 2 0,-2-2-6 0,1-3 0 16,-1 0-14-16,-4-1 0 0,0-2-4 0,1 0-1 15,-1 0-6-15,-2 0-5 0,-1 0-5 0,1-2-11 16,-3 2-14-16,0 0-14 0,2 3-14 0,-1 1-11 15,1 2-22-15,2 5-40 0,-9-9-48 0,4 9-29 16,5 0-17-16,0 0-18 0,-23 10-21 0,10 0-125 16,2 3-397-16,1 1 175 0</inkml:trace>
  <inkml:trace contextRef="#ctx0" brushRef="#br0" timeOffset="53651.42">8597 7445 97 0,'15'-8'223'0,"0"-1"7"0,1-2-8 0,-1 0-12 16,1-2-10-16,1 2-17 0,2-6-7 0,1-1-12 16,-3-2-14-16,3-3-13 0,-4 5-9 0,-3 0-4 15,-1 2-15-15,2-4-4 0,-2-4-9 0,-4 6-2 16,0 2 8-16,-2 2-5 0,-3-1-5 0,-1 5 8 16,-1 0 4-16,2 3-1 0,-2 1-8 0,-1 6-2 15,2-12-12-15,-1 8-15 0,-1 4-7 0,0 0-6 16,0 0-10-16,0 0 0 0,0 0-4 0,0 0-8 15,0 0-1-15,-21 22-5 0,16-9-4 0,0-4-5 16,1 8 4-16,-1-1-3 0,4-3-2 0,-2 4-1 16,2-2 5-16,1-4-8 0,1 2-1 0,2 2-2 15,-1-2-5-15,1 0 4 0,1 1-1 0,0-3 0 16,1-1-6-16,1 0 6 0,-2 0 0 0,0 0-2 16,0-3 2-16,-3 1-2 0,2-1-2 0,-1-1 15 15,-1 0-18-15,-1-6-6 0,3 10 0 0,-3-10 8 16,3 8-10-16,-3-8 4 0,0 0-2 0,2 7 1 0,-2-7 5 15,0 0-2-15,0 0 8 0,5 3-5 16,-5-3 0-16,0 0-5 0,0 0 5 0,0 0 0 16,18-10 5-16,-9 3-7 0,1-3-1 0,4 1-7 15,3-4 6-15,-2 2 1 0,8-6-6 0,-1 1 1 16,-4-4 1-16,4 0 0 0,2 0 4 0,-7 0-7 0,3 1 6 16,-5-3-2-16,2 0 6 0,-3 7-5 15,-1-2 2-15,-3 2-3 0,-5 3 16 0,0 3 6 16,0-4 1-16,-1 6-3 0,-1-2 15 0,-2 2 1 0,2 1 5 15,-3 6-7-15,3-8-1 0,-3 8-7 0,0 0-6 16,0 0-2-16,0 0 0 0,0 0 9 0,0 0 1 16,-28 17-21-16,19-8 9 0,2-1-5 15,-1 2 2-15,4 0-5 0,-2 1 6 0,2 0-11 16,1 6 5-16,-1-6 2 0,3 2-1 0,2-2-5 0,2 1 5 16,0 4 0-16,2-3 1 0,1 3-3 0,-1-3-4 15,5 0-4-15,-3-3 3 0,1 0-4 0,3 3 2 16,-5-4-4-16,1 1 3 0,-2-1-6 0,0 0 3 15,-2-3-7-15,0 0 3 0,-3-6 1 0,2 11 6 16,-1-6 3-16,-1-5 2 0,-6 9-5 0,1-2 7 16,-3-1-9-16,-3 0-7 0,-1-2-10 0,-1 2-21 15,0-3-22-15,2 4-32 0,-2-5-34 0,-5-2-56 16,5 2-71-16,-1 0-54 0,1-2-192 0,-4-2-549 16,4 0 243-16</inkml:trace>
  <inkml:trace contextRef="#ctx0" brushRef="#br0" timeOffset="56182.98">9885 7131 178 0,'0'0'269'16,"0"-13"-21"-16,0 13-10 0,0-10-9 0,0 10-7 15,0-9-13-15,0 9-15 0,0 0-19 0,0 0-5 0,0-11-32 16,0 11-10-16,0 0-14 0,0 0-16 0,0 0-2 16,0 0-17-16,0 0-7 0,0 0-9 0,-15 25-4 15,11-13-1-15,3-1-9 0,-1 2-7 16,2-2-5-16,-1 2 1 0,4 1-5 0,-3 1-1 0,5-2-5 16,3 4 0-16,3-2-2 0,-4 3-1 0,5-4-3 15,-1 0-1-15,0-1 0 0,1 1 2 0,0-1-5 16,1-1 3-16,-6-3-8 0,1 2 3 15,0-2-3-15,-1-2 12 0,1-1-16 0,-3 0 0 16,-2 1-3-16,-1-2 15 0,-2-5-11 0,4 10-4 0,-4-10 0 16,-1 9 4-16,1-9 0 0,-7 11-6 0,2-5 3 15,-2-2 10-15,-5-1-15 0,2 3-15 0,-2-3-18 16,-2 1-13-16,3-1-24 0,-3-2-25 0,1 1-30 16,0-2-38-16,2-2-39 0,-1-2-13 0,2 0-37 15,-2-1-158-15,1-2-443 0,1-3 196 0</inkml:trace>
  <inkml:trace contextRef="#ctx0" brushRef="#br0" timeOffset="56335.28">9846 7135 51 0,'4'-6'198'16,"1"-1"-5"-16,2-1-10 0,1 2-7 0,2 0-13 16,3 1-14-16,3-3-18 0,0 5-10 0,0-4-16 15,2 6-13-15,0 0-21 0,2-1-40 0,-2 2-34 16,3-1-39-16,0 2-44 0,-1-1-41 0,-1 3-108 15,-6-2-254-15,6 3 113 0</inkml:trace>
  <inkml:trace contextRef="#ctx0" brushRef="#br0" timeOffset="57000.93">10328 7117 2 0,'0'0'204'0,"0"0"-6"0,0 0-9 16,0 0-5-16,-25 5-8 0,16 1 4 15,1 0-10-15,0 2-16 0,0 1-15 0,1 3-15 16,1 3-6-16,2-4-8 0,-1 5-7 0,-2-2-7 16,5-1 1-16,1-2-9 0,2 2-6 0,3-1-9 15,-3 0-5-15,1-1-6 0,2 0-7 0,3-2-7 16,-1 0-2-16,3-2-2 0,-1-1-5 0,2-1-7 16,0 0 4-16,4-1-5 0,-1-3 1 0,1-1-5 15,-1-1-3-15,2 0-3 0,1-2 1 0,1-3-4 0,-5 2-2 16,1-2-1-16,1-3 1 0,-1-3-5 0,-3 3 8 15,-3-1-9-15,4-3 1 0,-2-1-3 0,-4 4 1 16,-1-6-7-16,-1 3 7 0,-1-3-7 16,-2-2 2-16,-2 8-4 0,1-8 5 0,-5 1-2 0,2 6-4 15,-1-2 8-15,-5 0-7 0,3 1-2 0,-1 3-5 16,0 0 5-16,1 1-1 0,-2-2 2 0,4 8-2 16,-1-6-2-16,-1 5 5 0,7 3-3 0,-7-6 1 15,7 6-4-15,-5-4 0 0,5 4 2 0,-6-3-8 16,6 3 4-16,0 0-2 0,0 0 2 0,0 0 5 15,0 0-2-15,28 0 2 0,-15 1-3 0,8 2-1 16,-2-3 6-16,9 0 6 0,-1 3-11 0,-5-3 2 16,-2 0 0-16,-3 3 1 0,-3-6-1 0,-1 6 1 15,-2-2-3-15,-2 1 2 0,-1-1 2 0,-1 0-1 16,0 2-2-16,-7-3 0 0,10 5 0 0,-5-2-1 16,-2 3 3-16,-3-6 1 0,2 12-3 0,-2-1 8 15,-1 0-4-15,-3 4 7 0,1 0-1 0,0 0 3 16,-2 2 0-16,0 1-2 0,2-3-1 0,2-4 0 15,-1 3-1-15,1-4 1 0,1 2 3 0,0 1-5 16,3-4 4-16,1 4 1 0,-1-6-4 0,2 1 2 16,3 0 3-16,-2-5 2 0,1 3-6 0,7-3 7 15,-1-2-4-15,1 2-1 0,2-5 1 0,-2 2 2 16,3-2-2-16,-3-1 0 0,-2-1 8 0,-2-1 5 16,2 1 0-16,-4-3 10 0,-1-1-5 0,0 0 7 15,1-2-2-15,-3 0-4 0,-4-4 2 0,1 1-8 16,-4-4-4-16,1 4 0 0,-3-1-4 0,-2-4 0 15,2 7-7-15,-4-3 2 0,-1 5-5 0,2-1 1 16,-5 2-9-16,3 1-21 0,-1 2-22 0,-4 1-23 16,2 3-21-16,-1 2-31 0,1-1-34 0,-1 4-52 15,4-1-36-15,-1 3-190 0,4 0-469 0,-3 0 208 16</inkml:trace>
  <inkml:trace contextRef="#ctx0" brushRef="#br0" timeOffset="57417.1">10949 7413 88 0,'17'-4'269'0,"-8"0"-6"0,5 1-13 16,-2-3-14-16,5 0-25 0,0-1-19 0,2 0-18 0,3 1-16 16,-3-3-14-16,3 2-17 0,-3-1-9 15,-1 0-11-15,0-2-6 0,-4 1-8 0,1-1-6 16,-6 1-3-16,0 2-3 0,-4-5-3 0,2 2-6 15,-6-1-10-15,-1-2-4 0,0 2-6 0,-3-2-2 0,-2-4-7 16,1 3 2-16,1 2-4 0,0-1-7 0,2 2 9 16,-1-2-6-16,2 2-2 0,0 1-5 0,0 0 1 15,3 4-6-15,2-3 7 0,-2 1-14 16,6 2-6-16,-2-2 13 0,4 3-16 0,0-1 1 0,0 5-5 16,2-2 2-16,0 3 0 0,0 0-5 0,0 4-1 15,-2 0 18-15,-1 2-23 0,2 2 2 0,-3 0-1 16,0 7 6-16,0-2-3 0,-4 0-3 0,-1-2-1 15,-3 1 9-15,0 1-4 0,0 1-2 0,-1 0 2 16,-2-1-1-16,2 0 1 0,-3-2-1 0,2 2-3 16,1-2 4-16,0 0-1 0,-1 0 3 0,1-2-6 15,0 1 6-15,2-3 0 0,1 2-2 0,-1-2-17 16,4 0-30-16,-1-1-32 0,6 2-52 0,-1-2-67 16,3-3-68-16,1-2-225 0,7 0-529 0,-3-1 235 15</inkml:trace>
  <inkml:trace contextRef="#ctx0" brushRef="#br0" timeOffset="58932.87">11921 7479 247 0,'2'-7'301'16,"4"0"-20"-16,1-1-15 0,0-1-11 0,0-1-24 15,3 0-11-15,0 1-15 0,1-4-7 0,0 0-10 0,2 1-15 16,-5 2-4-16,4-3-15 0,0 0-10 16,-3-4-14-16,0 2-10 0,0-1-15 0,-2-1-2 15,-3 1-5-15,-2-1-15 0,2-3-5 0,-1 3-7 16,-5 0-6-16,1-2-9 0,-1 4 4 0,-2-2-7 0,-2 2-4 16,1 2-7-16,1 5-4 0,-2-2-8 0,0 1-3 15,0 5-4-15,-3-2-4 0,-1 0 0 16,0 4 10-16,-2 0-18 0,0 2-2 0,0 1 13 15,3 0-13-15,-3-1-4 0,3 4-1 0,1-3 1 0,8-1 1 16,-10 4-7-16,6 1 0 0,4-5 2 0,-5 9-3 16,5-9-13-16,0 0 5 0,11 13 0 0,-1-9-5 15,3-1 1-15,9 2-12 0,6-1 4 16,3-3 4-16,-1 0-5 0,-1 1 4 0,2-2 10 0,-12 0-10 16,2 0 6-16,-2 0-1 0,-6 0 5 0,-3 0 1 15,2 0-5-15,-6 0 2 0,-6 0-1 0,14 2 2 16,-9 0-3-16,-5-2 4 0,9 5 0 0,-5-1 3 15,-2 3 3-15,1-1 2 0,-2 2-2 0,2 3 4 16,-3-1 4-16,2 3 15 0,-2-1-4 0,0 0 0 16,4-1 4-16,-4 2-4 0,0-2-2 0,3-2 0 15,-1 3 1-15,1-4 11 0,-1 0-14 0,2 2 1 16,1-1-5-16,1-2 5 0,2 0-1 0,-1-1-7 16,3-1-1-16,1-1 2 0,1-2 2 0,1 1-3 15,1-3 3-15,-1 1-3 0,1-2 2 0,-1-2-2 16,3 1 3-16,-5 0-4 0,2-5-4 0,-1 2 5 15,-1-3-2-15,-2 3 2 0,0-2-5 0,0-3-8 16,-2 0 0-16,-1 0-3 0,2-7 6 0,0 3 0 16,-5-3 2-16,1 2-9 0,-2 0 7 0,2 3 15 15,-2-4-11-15,-2 6-1 0,-2-1-1 0,2 1-6 0,0 1 12 16,0 0-2-16,0 9 7 0,-6-10-2 16,3 7-1-16,3 3-2 0,-6-6-4 0,6 6 3 15,0 0-1-15,-22 9-3 0,13-4 8 0,0 5-3 16,-5 3-9-16,5 2 9 0,-3-2 4 0,4 3 1 0,-1-1-3 15,3-1 4-15,0 1 0 0,4-3-2 16,0-1 1-16,0 2 0 0,4-2 1 0,0-2-1 16,3 0 0-16,2-1-4 0,1-2 7 0,4-1-4 15,1 0 2-15,3-1-14 0,4-2-4 0,7-1-12 0,-6-2-2 16,7-1-2-16,-1-2-10 0,-6-1-4 0,-1-1-2 16,-5 0 0-16,2-3-2 0,-7 2 6 15,5-5-4-15,-2 0-1 0,-5-1 6 0,-3 2 2 0,0 0 0 16,-1-7 6-16,-3 2 1 0,0 3 6 0,-1-2-3 15,-2 2 6-15,2 2 2 0,0 1 5 0,-4 2 2 16,4 8 18-16,0-11-9 0,0 11 0 0,0-7-5 16,0 7 2-16,0 0-4 0,0 0 7 0,0 0-3 15,0 0 10-15,0 0 6 0,-7 23 6 0,9-11 2 16,-4 1-2-16,2-1 1 0,-3 3-9 0,3 4 6 16,-2-4-4-16,0 1 5 0,2-1-5 0,-2-2 13 15,2-1-15-15,0-2 3 0,-2 2-2 0,2-5-5 16,-2 3 11-16,2-4-7 0,0-6-3 0,-2 10 1 15,2-10-3-15,2 8 3 0,-2-8-2 0,0 0-3 16,0 8-2-16,0-8 2 0,0 0-2 0,0 0 3 16,0 0 1-16,10 1-6 0,-10-1-8 0,16-9-2 15,-5 2 2-15,6-2-8 0,-4 0 0 0,-2 0-6 16,5-2 4-16,2-1-1 0,-5-2-3 0,2 1 6 16,-1-1 3-16,-1 2-2 0,1-2 3 0,-2 1 2 15,2 1-3-15,-4-2 9 0,-5 3 4 0,3 1 2 16,0-1 1-16,-2 4 9 0,-1-1 2 0,-1 0 10 15,0 2-1-15,-1 2 6 0,-3 4-9 0,4-9-1 16,-4 9 4-16,7-6-10 0,-7 6 2 0,3-6-1 16,-3 6-3-16,0 0-4 0,0 0-2 0,0 0 3 15,0 0-4-15,0 0-2 0,0 0 0 0,0 0 4 16,0 0-4-16,4 19 5 0,-4-19-18 0,-4 13 11 16,2-5-1-16,1 2 2 0,-1 0 4 0,-3 2-3 15,3-2 2-15,0 1-1 0,-1 1-1 0,1 0-2 16,-2-1 14-16,2-2-12 0,-1 1 2 0,1 1-4 15,2-4 3-15,0-7-2 0,-2 12-2 0,4-6 5 16,-2-6 11-16,2 10-1 0,3-7-13 0,-1 1 7 0,-4-4-6 16,16 2 4-16,-3-3-5 0,1 1 3 15,4-1 2-15,2-1-5 0,0-3 1 0,-2-2-2 0,1 1 7 16,0 2-2-16,0-4-5 0,-6 0 7 0,1 2-6 16,-1-5 4-16,-4 2-5 0,2 0 3 15,0-4 0-15,-4 3 6 0,2-5 5 0,-6 4-3 0,1 0 6 16,-2-1 6-16,0 2-1 0,1-2 5 0,-1 2-3 15,-2-2-1-15,0 2-10 0,0 2 4 0,0 8 3 16,0-13 7-16,2 8-2 0,-2 5-6 0,0 0-2 16,-2-11-4-16,2 11-9 0,0 0 3 0,0 0-4 15,0 0 0-15,0 0 6 0,0 0-1 0,0 0-5 16,0 0 0-16,-11 24-1 0,6-17 5 0,3 4 0 16,0-3-6-16,0 5 7 0,-1-3-4 0,3 2-8 15,0-2 6-15,3 1-1 0,-1 2-6 0,0-3 1 16,3 0-10-16,-1 0 2 0,3 0-1 0,-1-1-7 15,4 0-7-15,-4-1-5 0,3 2 8 0,-2-2-9 16,2 0 3-16,-2-2-8 0,-1-2-1 0,-2 3-5 16,-1-1-1-16,-3-6-1 0,4 7 10 0,-4-7-1 15,0 12 4-15,0-12 4 0,-9 9-2 0,1-3-11 16,-1-1-9-16,-5 0-10 0,-1-1-18 0,1-1-19 16,-2 1-31-16,2-4-33 0,-5 3-44 0,5-4-45 15,-4 1-249-15,4-3-541 0,-3 0 240 0</inkml:trace>
  <inkml:trace contextRef="#ctx0" brushRef="#br0" timeOffset="59079.97">13011 6960 2349 0,'-4'-9'35'0,"0"3"-29"0,1 2-4 15,3 4-1-15,-6-9-27 0,6 9-10 16,-4-7-12-16,4 7-17 0,0 0-11 0,0 0-25 0,11-6-51 15,-11 6-164-15,22 1-340 0,-6 1 151 16</inkml:trace>
  <inkml:trace contextRef="#ctx0" brushRef="#br0" timeOffset="59334.84">13454 6879 2277 0,'3'-5'23'0,"3"-2"14"15,-1 0 25-15,-1 4 8 0,-4 3 22 0,5-10 10 16,-5 10 9-16,4-5-3 0,-4 5 5 0,0 0-12 15,1-7-12-15,-1 7-11 0,0 0-10 0,0 0-1 16,0 0 9-16,6 19 5 0,-4-1 13 0,-2-1 5 16,2 10-8-16,0 0 7 0,-1 0 6 0,-1-1-4 15,0 0-9-15,0-7-5 0,0 8-3 0,0-7-5 16,0 0-9-16,0 3-7 0,-1-3-4 0,-3-4-7 16,0 0-9-16,4-3 3 0,0-3-6 0,0 5-16 15,-2-9-30-15,0 2-34 0,4 0-40 0,-2-8-39 16,-3 11-34-16,3-11-34 0,-4 7-31 0,4-7-28 15,0 0-47-15,-2 7-26 0,2-7-214 0,0 0-577 16,-12-1 257-16</inkml:trace>
  <inkml:trace contextRef="#ctx0" brushRef="#br0" timeOffset="59700.07">13302 7099 211 0,'0'0'223'0,"-5"-11"-1"0,5 11-17 0,0-5-13 16,0 5-8-16,0 0-15 0,16-13-14 0,-2 10-13 15,-3 0-12-15,13 2-15 0,4 1-10 0,1-6-10 16,-2 5-7-16,-1-1-10 0,-4 1-8 0,-3 1-2 16,0 0-10-16,0 0-3 0,-6 1-9 0,-1 1-4 15,-1-1-4-15,-3-1-4 0,-2 3-1 0,0 1 3 16,-1-1-1-16,-1 1 1 0,-2 3 10 0,3-2 4 16,-3 2-4-16,0 2 2 0,1 0-5 0,-1 0 0 15,-2-1 0-15,0 3-4 0,5-1-2 0,-5-3-3 16,4 1 1-16,-2 2-10 0,2-3 3 0,1-2-6 15,1 1 0-15,2 1 3 0,1-1-5 0,-1-2 0 0,6-2-1 16,-3 0-1-16,3 1-3 0,-3-3 3 16,0-1 3-16,3 1 5 0,-5-2 13 0,1 0 9 15,-2-3-7-15,1 1 3 0,-1-3-8 0,-3-1 8 16,-1 3-7-16,1-5-2 0,-3 0-8 0,-4-2-2 0,2 0-6 16,-7 2-27-16,2-6-23 0,-1 6-25 15,-5-3-23-15,-1 1-23 0,3 5-35 0,-3-1-43 0,0 4-43 16,-1 2-28-16,-1 0-27 0,-4 4-165 15,6 1-481-15,1 1 213 0</inkml:trace>
  <inkml:trace contextRef="#ctx0" brushRef="#br0" timeOffset="60085.02">13816 7267 178 0,'11'-7'210'0,"0"1"-13"0,-1-3-14 0,1 1-13 16,-1-2-4-16,4 0-17 0,-3-4-12 0,-2 6-14 0,-1-3-9 16,-2 1-11-16,3-5-1 0,-5 3-13 0,-2-6-6 15,3 2-8-15,-2 2 3 0,-3 1 6 0,-2-3-1 16,1 6-8-16,-1-1 11 0,-1 2 2 16,-1 0-18-16,-1-1-8 0,3 5 2 0,-2 0-10 0,4 5-5 15,-7-12-2-15,3 10-8 0,4 2-3 0,-7-6-4 16,7 6-5-16,0 0 3 0,-4-6-10 0,4 6-1 15,0 0-5-15,0 0 3 0,0 0-3 0,0 0-1 16,0 0 2-16,0 0-1 0,0 0-5 0,0 0 0 16,24 4-1-16,-17-3 1 0,5 2 2 0,-1-1-4 15,-3 2-4-15,1 0 11 0,1-1-11 0,-2 4-1 16,-1-1-2-16,2 2 1 0,-4 0-3 0,3 1 4 16,-3 2-3-16,-1 1 1 0,-1-1 2 0,2 1 2 15,-1 4-5-15,1 0 3 0,-3-4-2 0,0 3 1 16,0 0-23-16,0-5-29 0,1 2-38 0,-1 1-50 15,2-4-50-15,-2 0-48 0,4-1-191 0,-4 1-463 16,2-2 205-16</inkml:trace>
  <inkml:trace contextRef="#ctx0" brushRef="#br0" timeOffset="60251">14369 7308 184 0,'0'7'276'0,"0"1"-16"0,0 2-18 16,-4 0-13-16,1-1-27 0,0 0-18 0,-1 1-15 16,1-1-31-16,-3 1-46 0,0-3-72 0,-4 3-84 15,1-2-94-15,-2-1-138 0,-5-2-321 0,-1 1 143 16</inkml:trace>
  <inkml:trace contextRef="#ctx0" brushRef="#br0" timeOffset="62700.4">14997 6728 144 0,'-4'-14'219'0,"1"8"0"0,-1 0-14 16,-3 0-9-16,3 1-14 0,-3 1-15 0,-2-1-14 15,0 3-11-15,0 0-10 0,9 2-4 16,-22 4-16-16,11 0-10 0,0 3-12 0,-1 2-5 15,1 4 5-15,-2 3-7 0,-1 5-4 0,5 3-8 16,1 2-1-16,2 3 0 0,0 0-7 0,4 0-5 16,0 1 4-16,2-2-8 0,0 0-3 0,1 0-7 15,-1 0-6-15,1-3 4 0,1 1-7 0,0-6-3 16,0-1-7-16,-2 0 6 0,2 0-8 0,2 0-2 0,-4-2-3 16,2-6-1-16,1 2-25 0,-3-3-18 0,1 2-22 15,-1-2-25-15,4-4-26 0,-4 1-26 0,0-7-26 16,0 10-37-16,0-10-25 0,3 7-191 15,-3-7-438-15,0 0 195 0</inkml:trace>
  <inkml:trace contextRef="#ctx0" brushRef="#br0" timeOffset="63183.93">14755 7016 30 0,'0'-10'181'0,"0"10"-18"16,4-7-17-16,5 1-10 0,2 2-10 0,5-2-10 15,5 2-5-15,9-3-12 0,0 0-8 0,2 3-9 16,1-2-14-16,-3 1 1 0,1 1-9 16,-8 2-14-16,-3 0 1 0,2-1 0 0,-3 2-10 0,-6 0-2 15,0-2 6-15,-4 4-6 0,-2-2 6 0,-1 4 7 16,-6-3 4-16,0 0 6 0,14-3 4 0,-14 3 2 16,6-3-4-16,-6 3-10 0,0 0-1 15,0 0-4-15,0 0-1 0,0 0-3 0,0 0 1 0,-14 16-2 16,6-10-5-16,3 2-5 0,-1 1 0 0,0 2-8 15,-1-3 3-15,2 2 0 0,2 1-7 0,1-2-4 16,2 0 4-16,-2 1-4 0,2-3-1 0,2 2 0 16,0-3 2-16,1 1-4 0,2-1 1 0,-3-1-1 15,3 1 2-15,1-4-6 0,3 1 3 0,-1-2 4 16,-8-1-5-16,13 2 0 0,-5-5-3 0,-8 3 2 16,16-3 0-16,-12-1-2 0,3-3 2 0,-2 2-4 15,1-1 3-15,-1-1-1 0,-1-1-2 0,-1 0 0 16,-1 2 0-16,2-2-1 0,-1-1 2 0,-3 3-3 15,2 0 1-15,-2 6-3 0,3-13 1 0,-3 13-4 16,1-7 1-16,-1 7-4 0,0 0 1 0,0 0 0 16,6-3 2-16,-6 3-2 0,0 0 3 0,0 0 0 15,11 9-4-15,-11-9 2 0,6 10 5 0,-4-6-4 16,-2-4 2-16,6 10-1 0,-2-5 1 0,-1-1-16 16,0 2-11-16,-3-6-13 0,8 4-27 0,-5 1-24 15,-3-5-33-15,11 6-30 0,-2-5-40 0,1 1-162 16,0-2-386-16,4-2 170 0</inkml:trace>
  <inkml:trace contextRef="#ctx0" brushRef="#br0" timeOffset="63434.71">15645 6825 253 0,'-2'-10'291'0,"1"2"-15"0,-1 0-8 0,2 8 4 16,-1-12-22-16,1 12-21 0,-2-10-22 0,2 10-27 15,0-7-20-15,0 7-13 0,0 0-15 0,0 0-16 16,0 0-3-16,0 0-7 0,10 27-10 0,-7-14-8 16,1 2 5-16,-2 5-17 0,4-1-1 0,-4 5-8 15,-2-6-6-15,2 7-5 0,-1-6-11 0,1 1-5 16,-1 0 4-16,-1-4-20 0,0 2-25 0,0-1-36 16,0-1-39-16,-3 1-39 0,1-2-42 0,1-4-52 15,-1 0-35-15,-1-1-43 0,-1 0-154 0,0-3-476 16,1-3 212-16</inkml:trace>
  <inkml:trace contextRef="#ctx0" brushRef="#br0" timeOffset="63967.1">15629 6945 108 0,'8'-11'169'0,"1"-3"1"0,0 1-13 0,2 2-2 15,-2 1-13-15,3-2 7 0,-1 5-3 0,-2-3-11 16,0 3-8-16,0-3-10 0,-4 5 3 0,0-2 2 15,0 1 1-15,-2 1-7 0,2 1-5 0,1-3-3 0,-6 7-1 16,7-9-10-16,-3 5-12 0,-4 4-10 16,5-5-7-16,-5 5-10 0,0 0-5 0,0 0-10 15,0 0 0-15,0 0-5 0,11 13-4 0,-9-7-2 16,1 4 1-16,-1 1-3 0,1 5-1 0,-1-1-3 0,-1-1 6 16,0 2-6-16,2 1-9 0,-1-1-3 15,0 0 3-15,0 0-6 0,-2-5 3 0,3 2-2 16,-2-1-1-16,2-3-1 0,-1-2 0 0,-2 0-2 15,3-1 1-15,-3-6-4 0,4 8 2 0,-4-8-3 0,7 7 3 16,0-6 0-16,-7-1-1 0,12 3 0 0,-12-3-3 16,17-4 1-16,-5 1 2 0,3-1-2 0,-2 2 0 15,3-4-2-15,-3 3 0 0,5 0-2 16,1 0 4-16,2-1-4 0,-4 1 3 0,0 1 0 0,2 0-5 16,0-1 10-16,1 0-9 0,-1 1 3 0,0 0-2 15,1-2 0-15,1 1 4 0,6-2-3 0,-8 1 4 16,0 0-4-16,-2-2 1 0,1 2 1 0,-2-2-2 15,-6 0-1-15,1 2 11 0,0-2 10 0,-1 0-2 16,-3-3 11-16,-1 2-1 0,-1-2 7 0,-1 0-1 16,0 1 2-16,-3-2 1 0,-2 3 5 0,1-2 4 15,0 9-10-15,-5-16-1 0,1 7 2 0,-1 6-4 16,0-1-4-16,5 4 12 0,-12-4-20 0,1 4-7 16,2 2 3-16,-2 1 5 0,0 7-13 0,2-5-3 15,1 5 6-15,-2 5 8 0,5 1-9 0,1-1-9 16,3 0-2-16,1-4-33 0,3 1-42 0,3 2-40 15,4 0-58-15,2-2-57 0,7-4-68 0,-1 0-238 16,10 1-579-16,4-1 255 0</inkml:trace>
  <inkml:trace contextRef="#ctx0" brushRef="#br0" timeOffset="93333.89">16111 4033 25 0,'0'0'51'0,"0"0"-4"0,0 0-4 0,0-9 4 15,0 9 0-15,0 0 1 0,0 0-2 0,0 0-1 16,0 0-13-16,1-8 14 0,-1 8 0 16,0 0 0-16,0-9 7 0,0 9 5 0,0 0-10 15,0-11 4-15,0 11-16 0,-2-9 8 0,2 9 15 16,1-8 13-16,-1 8-6 0,0-9 1 0,0 9-9 0,0-10-2 16,0 10-3-16,1-10 3 0,-1 10 2 0,0-9-9 15,0 9 1-15,0-9 2 0,0 9-1 0,0 0-4 16,0-9-8-16,0 9 7 0,0 0-8 15,2-8 1-15,-2 8-7 0,0 0-4 0,0 0-1 16,0 0-5-16,0 0 0 0,0 0-4 0,0 0-6 16,0 0-1-16,0 0-1 0,0 0-1 0,0 0-1 0,-4 29 0 15,4-17 1-15,-2 1-1 0,1 0 1 16,0 2 0-16,0-3-3 0,-1 3 1 0,1 1 0 16,0 3-1-16,-1-3-2 0,1 1 2 0,1 0-3 15,-1-2 3-15,0 2-1 0,1-5-9 0,0 5-27 16,1 0-11-16,-2-6-27 0,1 2-29 0,0 0-31 0,0-1-24 15,1-1-111-15,-1 1-286 0,0-3 127 16</inkml:trace>
  <inkml:trace contextRef="#ctx0" brushRef="#br0" timeOffset="93583.97">16278 3928 186 0,'0'0'177'0,"0"0"-17"0,0-11-4 0,0 11-22 15,0-8-15-15,0 8-17 0,0 0-7 0,0 0-11 16,0 0-8-16,0 0-5 0,0 0-8 0,0 35 1 16,0-18-12-16,0 0-5 0,0 1-9 0,-1 1 1 15,2 1-5-15,-2 4 0 0,2 2-3 0,-1-7-11 16,2 0-18-16,-1 0-16 0,-1 1-27 0,0-3-22 15,0 0-42-15,1-2-26 0,-1 1-108 0,-1-4-258 16,1-1 114-16</inkml:trace>
  <inkml:trace contextRef="#ctx0" brushRef="#br0" timeOffset="93783.95">16425 4025 104 0,'3'-5'132'16,"-3"5"-6"-16,4-6-18 0,-4 6-10 0,0 0-2 16,0 0-14-16,0 0-5 0,0 0-8 0,-5 24-15 15,2-13 7-15,1 0-10 0,-1 4-8 0,0-2-8 16,1 3-35-16,-2-3-24 0,1-1-26 0,1 0-14 16,-1 0-103-16,0-2-180 0,0-1 80 0</inkml:trace>
  <inkml:trace contextRef="#ctx0" brushRef="#br0" timeOffset="93953.78">16567 4009 59 0,'0'0'74'15,"0"0"-12"-15,0 0-4 0,0 0 0 0,-1 25-4 16,1-18-6-16,0 2-21 0,0 1-20 0,0 0-20 15,0 1-60-15,-1 0-78 0,-2-1 35 0</inkml:trace>
  <inkml:trace contextRef="#ctx0" brushRef="#br0" timeOffset="118435.28">5058 5472 56 0,'0'0'56'0,"0"0"-7"0,0 0 1 0,0 0-5 0,0 0 4 16,0 0-4-16,0 0-2 0,0 0-3 0,0 0-1 15,0 0-5-15,0 0-6 0,0 0-4 0,-21-9 0 16,21 9 0-16,0 0-3 0,-12-2-3 0,12 2 1 16,0 0 0-16,-11 2 4 0,11-2 11 15,-10 1 1-15,10-1-8 0,-10 0 7 0,10 0 2 0,-8 2-12 16,8-2 3-16,-9 2-2 0,9-2 18 0,-9 1-23 15,9-1 2-15,0 0-7 0,-10-1 6 0,10 1-9 16,0 0-1-16,-8 2-1 0,8-2 5 0,0 0-7 16,0 0 1-16,0 0-2 0,0 0-2 0,0 0-1 15,0 0 7-15,0 0 0 0,0 0 2 0,0 0-5 16,0 0 4-16,0 0-5 0,0 0 4 0,0 0 15 16,22 9-3-16,-13-8 2 0,3 1 6 0,-1-1-4 15,4 1 2-15,5 0 8 0,-1 0 6 0,3 0-7 16,8-4-2-16,2 2-1 0,1 0-1 0,5 3 2 15,-3-3 0-15,2 0-9 0,0 1 0 0,0 2 4 16,1 0-6-16,-3-1 1 0,4-1-5 0,-2 1-2 16,-2-1 3-16,4 2-6 0,-3-1 3 0,-2-1-3 15,4 2 1-15,-2-3 1 0,3 2-1 0,-1-3-4 16,0 4 2-16,-2-2 3 0,1-2-5 0,-2 2 4 16,2 1-4-16,-3-2 3 0,3 0 8 0,-1-2-7 15,-3 1-1-15,0 1-4 0,1-3 4 0,-5 2-4 16,-1 1-1-16,-6-1-2 0,-2 2 2 0,2-1-1 15,-2 0-1-15,-1 1-1 0,-2-1 0 0,-4 1-4 16,0-1 4-16,-2 2-4 0,0-2 3 0,1 0-1 16,3 1 2-16,-3 1-2 0,-2-2-1 0,-3 2 0 15,-7-2 1-15,14 1-2 0,-9 0 5 0,-5-1-3 16,9 2-3-16,-9-2 2 0,0 0 1 0,10 0-3 16,-10 0 2-16,0 0-3 0,7 2 1 0,-7-2-1 15,0 0 2-15,0 0 4 0,9 2-5 0,-9-2-2 16,0 0 5-16,0 0-3 0,0 0 9 0,0 0-6 15,0 0 1-15,0 0-2 0,0 0 0 0,0 0 1 16,0 0 3-16,0 0 0 0,0 0 0 0,9-2 1 16,-9 2-3-16,0 0 3 0,0 0-2 0,0 0-1 15,0 0 3-15,0 0 0 0,0 0-1 0,0 0-2 16,0 0-2-16,0 0 5 0,0 0-4 0,0 0-1 16,0 0-16-16,0 0-29 0,0 0-26 0,0 0-33 15,0 0-26-15,0 0-32 0,0 0-20 0,-29 0-103 16,18 2-304-16,-2-2 136 0</inkml:trace>
  <inkml:trace contextRef="#ctx0" brushRef="#br0" timeOffset="131358.74">10562 4870 37 0,'0'0'82'0,"-6"-2"-7"0,6 2-7 0,0 0-4 15,-14-2-2-15,14 2-3 0,-8-2-8 0,8 2 0 16,0 0-8-16,-10-1-5 0,10 1-3 0,0 0-2 15,-10 0-2-15,10 0-3 0,0 0 4 0,0 0 1 16,-9 0-14-16,9 0 10 0,0 0 5 16,0 0 1-16,0 0-23 0,0 0 2 0,0 0 6 15,0 0-3-15,0 0 6 0,0 0-6 0,27 7 5 0,-15-3 9 16,7-1-13-16,1-2-2 0,1 3 5 16,9-4-13-16,-1 1 0 0,3 1-5 0,0-2-5 15,0 0 2-15,4-2 5 0,-1 2 10 0,-1-1 4 0,-2-2-8 16,0 3-2-16,-1-2 0 0,-4-1-3 15,-6 2 1-15,1 0-10 0,-2 1 9 0,-1-3 7 0,0 2-8 16,-1-3 4-16,-5 4-11 0,0-1 7 0,0 1-1 16,-2 0-3-16,1 0 1 0,-2 0 2 0,0-2-4 15,-1 2 9-15,-9 0 3 0,14-1 3 0,-7 1-1 16,-7 0 1-16,11 0 2 0,-11 0-1 16,8-1-7-16,-8 1-1 0,0 0 2 0,0 0 0 0,11 0 4 15,-11 0-3-15,0 0-11 0,11-2 6 0,-11 2 5 16,0 0-3-16,0 0-10 0,0 0 8 0,0 0-3 15,0 0-4-15,7-1 2 0,-7 1-17 16,0 0-12-16,0 0-24 0,0 0-15 0,0 0-14 16,0 0-16-16,0 0-94 0,0 0-206 0,0 0 91 0</inkml:trace>
  <inkml:trace contextRef="#ctx0" brushRef="#br0" timeOffset="131702.01">11071 4759 106 0,'0'0'106'0,"0"0"-8"0,0 0-10 0,0 0-13 16,0 0 1-16,0 0-17 0,0 0-6 0,22-4-3 15,-15 4-4-15,5 0-12 0,-12 0 3 16,15 1-3-16,-4 0-1 0,-1 2-4 0,-4-2-2 16,2 2-9-16,0-1 1 0,-1 1-10 0,-2 1 7 15,-5-4-5-15,10 10 12 0,-5-5 1 0,-1 3-4 16,-1 3 4-16,-3 1 8 0,0 3-1 0,-2 1-2 16,-4 0-12-16,-3 3 29 0,-2 4-27 0,-5 0 9 0,1-2 0 15,-8 4-18-15,-3 2 0 0,-12 3-44 16,-7 3-59-16,-30 17-114 0,16-22-224 0,-28 9 101 15</inkml:trace>
  <inkml:trace contextRef="#ctx0" brushRef="#br0" timeOffset="140984.01">10676 8414 180 0,'-10'-5'188'0,"3"0"-1"0,1 2-2 0,-1 1-2 15,7 2-3-15,-10-3-22 0,10 3-7 0,-7-6-16 16,7 6-14-16,-4-3-13 0,4 3-9 0,0 0-11 16,0 0-9-16,0 0-9 0,0 0-5 0,13-8-4 15,1 6-9-15,6-1-5 0,8-2-5 0,0 1-2 16,3-1-4-16,5 3-4 0,-2-5-2 0,1 5-14 15,-1-2-21-15,-2 1-30 0,0-3-40 0,-5 5-29 16,0-1-39-16,-9-2-31 0,-4 4-160 0,-4 0-360 0,0 2 160 16</inkml:trace>
  <inkml:trace contextRef="#ctx0" brushRef="#br0" timeOffset="141384.93">10921 8320 59 0,'0'0'169'0,"-9"-1"-8"16,9 1-14-16,0 0-6 0,0 0 0 16,-9 9-10-16,4-1 20 0,3 3-7 0,-2 1-10 0,1 7-14 15,-3 0-2-15,4 7-3 0,-2 1-8 0,0-9-9 16,2 7-7-16,1-5-10 0,1-1-6 0,-1 0-6 16,1 0-7-16,1-2-6 0,-2 0-4 15,3 1-4-15,0-1-7 0,0-7-1 0,0 2-7 0,-4 0-2 16,5-3-3-16,-3-1-2 0,-1-1-1 0,1-7-4 15,0 14-2-15,0-8 3 0,0-6-6 0,0 8-2 16,0-8 1-16,-4 6 1 0,4-6-4 0,-7 5-2 16,7-5-1-16,-7 2-1 0,7-2 2 0,-14 1-4 15,6-1-5-15,8 0 3 0,-19-4 0 0,9 2 1 16,-1 2-4-16,-1-5 1 0,1 5 2 0,4-2 1 16,-5 1-3-16,12 1 0 0,-11-1-1 0,4 0-3 15,7 1 1-15,-9-2-3 0,9 2 1 0,0 0 1 16,0 0 1-16,0 0-1 0,0 0 6 0,0 0-4 15,0 0-2-15,0 0 1 0,26 10-1 0,-8-12 4 16,0 4-26-16,11-5-17 0,-6 3-23 0,6-3-22 16,1 3-21-16,-2-2-25 0,2 0-26 0,-3 0-23 15,-7 2-3-15,0-1-135 0,0 0-345 0,-1-1 152 16</inkml:trace>
  <inkml:trace contextRef="#ctx0" brushRef="#br0" timeOffset="141602.03">11196 8656 3 0,'3'-7'162'0,"-3"7"2"0,1-10 0 0,-1 10-1 16,0-8-1-16,0 8 0 0,2-6 1 0,-2 6-9 0,0 0-11 16,4-7-17-16,-4 7-12 0,0 0-9 0,0 0-8 15,0 0-8-15,0 0-3 0,0 0-5 0,5 24 2 16,-3-12-7-16,-4-3-7 0,2 5-6 0,2-4-5 16,-4 9-6-16,2-3-4 0,2 1-5 0,-4-2-7 15,1-1 3-15,2-1-4 0,-1-1-4 0,0 4-5 16,0-6-11-16,0 2-25 0,2 0-27 0,-4-2-39 15,2 0-38-15,0 0-35 0,-1-2-36 0,0 0-31 16,-2-1-122-16,-1 0-366 0,4-7 162 0</inkml:trace>
  <inkml:trace contextRef="#ctx0" brushRef="#br0" timeOffset="141867.19">11163 8669 95 0,'10'-6'183'0,"0"3"-4"0,1-1-10 0,3 3-6 16,-3 1-5-16,6 5-5 0,-2 0 3 0,3 4-12 16,-5 0-4-16,2 3-14 0,-5 2-13 0,2 0-4 15,-3 1-14-15,-3 1-10 0,1-2-8 0,-5 2-4 16,2 0-4-16,-1-4-6 0,-6 0-3 0,-1 1-6 16,-3 1-3-16,-3 0-1 0,-2-2-5 0,-1 2-5 15,-4-2-3-15,-1-1-5 0,-4 1-1 0,-3 1-4 16,6-5 0-16,-2 0-4 0,1-2-4 0,3 0-2 15,2 1-1-15,4-3-23 0,-1-1-27 0,4-2-32 16,2 0-51-16,6-1-57 0,-12-1-43 0,12 1-161 16,0 0-409-16,-2-11 181 0</inkml:trace>
  <inkml:trace contextRef="#ctx0" brushRef="#br0" timeOffset="142017.9">11532 8709 122 0,'9'-3'215'0,"-4"0"-10"0,6-3-8 0,0 1-14 0,0 0-19 16,7 3-15-16,-5-2-15 0,0 3-14 0,0 0-41 15,-1 1-41-15,0 2-56 0,-1-2-47 16,0 4-44-16,-1-2-127 0,-4 4-256 0,-2-2 114 16</inkml:trace>
  <inkml:trace contextRef="#ctx0" brushRef="#br0" timeOffset="142183.94">11494 8841 75 0,'-7'1'217'0,"7"-1"3"0,-9 3-10 0,9-3-7 15,-8 2-19-15,8-2-17 0,0 0-17 0,0 0-14 16,0 0-13-16,0 0-10 0,0 0-21 0,30-4-34 16,-9 2-42-16,7 0-54 0,0-5-57 0,4 3-58 15,1 0-127-15,18-5-303 0,-14 0 134 0</inkml:trace>
  <inkml:trace contextRef="#ctx0" brushRef="#br0" timeOffset="142501.41">12353 8519 146 0,'0'0'248'0,"-8"-4"-15"0,0 3-8 0,8 1-12 16,-17 4-14-16,6 3-13 0,-3 1-15 0,-3 7-6 15,-2 4-12-15,4 0-17 0,-1 3-1 0,1-2-11 16,5-2-8-16,1 0-8 0,5 8 6 0,-2-10-3 16,3 2-15-16,0-3-7 0,6 0-8 0,-3-4-5 15,5 1-8-15,3-1-6 0,1-3-9 0,7 1-3 16,1-1-4-16,6-3-2 0,7-1-3 0,1-4-5 16,0-2-3-16,1-1-6 0,2-4 4 0,-3 0-4 15,-2-3-7-15,-4-1 2 0,-7 2-1 0,6-6-2 16,-5-4-6-16,-2 1 2 0,-3 1 0 0,-9-1-5 15,1-1-2-15,-1-9 13 0,-8 0-13 0,-3 1-7 16,-7 1-1-16,-6 1-6 0,-6 4-6 0,-4 6-39 16,-7 6-34-16,-18 7-49 0,-4 8-58 0,-31 12-71 0,-3 9-250 15,4 7-554-15,-5 3 245 0</inkml:trace>
  <inkml:trace contextRef="#ctx0" brushRef="#br0" timeOffset="152451.72">10617 9631 33 0,'-4'-8'172'0,"4"8"5"0,0 0 1 0,-2-8-7 15,2 8-4-15,-3-8-10 0,3 8-5 0,-1-8-11 16,1 8-5-16,0 0-8 0,-1-9-5 0,1 9-6 16,0 0-7-16,0 0-6 0,-2-10-11 15,2 10-8-15,0 0-4 0,0 0-8 0,0 0-8 0,0 0-6 16,0 0-5-16,0 0-8 0,0 0-6 0,0 0-5 16,0 0-4-16,0 0-5 0,0 0-1 0,0 0-4 15,0 0 1-15,18 17-1 0,-13-7 8 16,1-1-3-16,5 4 4 0,-1 0-2 0,1 2 2 0,0-1-4 15,-1-1-1-15,0 0 4 0,3 3-7 0,-1-1 0 16,-2 0 4-16,1 0-3 0,1-2-2 0,-1 0 0 16,0 0 2-16,-1-1-1 0,-1-1-8 0,-2-2-2 15,0 1 1-15,1-4 2 0,-2 1-4 0,1 2-5 16,0-2 5-16,-2-2-3 0,-1 0 2 0,-1-1-6 16,3 1 9-16,-2-1-3 0,-4-4 9 0,0 0 12 15,5 5 17-15,-5-5 13 0,0 0-7 0,0 0 0 16,0 0-8-16,0 0-2 0,14-15-5 0,-10 5-4 15,2-2 0-15,0-2-10 0,2-3-5 0,4-5 5 16,-2 3-1-16,3-4-4 0,-1-4-3 0,-1 2-7 16,-1 0 2-16,0-1-1 0,2 0-3 0,-3 1-2 15,-2 1-1-15,3 1-1 0,-7 6 7 0,2-1-6 16,0 7 2-16,-1-2-5 0,-1 3 5 0,2 2-8 16,-4 1-5-16,1 2-14 0,-2 5-19 0,3-9-20 15,-3 9-24-15,0 0-28 0,4-7-24 0,-4 7-26 16,0 0-35-16,0 0-27 0,0 0-38 0,0 0-200 15,4 17-499-15,-4-17 221 0</inkml:trace>
  <inkml:trace contextRef="#ctx0" brushRef="#br0" timeOffset="154917.24">11424 9731 114 0,'0'0'161'0,"-11"0"5"0,11 0 2 0,-11-2-1 16,11 2 1-16,-9 0-6 0,9 0-10 0,0 0-8 16,-12 0-7-16,12 0-7 0,0 0-4 0,0 0-7 15,-7-1-10-15,7 1-6 0,0 0-6 0,0 0-9 16,0 0-8-16,0 0-3 0,0 0-11 0,0 0-4 15,0 0-10-15,0 0-3 0,0 0-4 0,27-11-3 16,-20 9-6-16,3 0-4 0,2-1-2 0,-2 3-6 16,3 0-15-16,-4-1-27 0,0-1-28 0,0 2-36 15,-9 0-44-15,13 0-39 0,-13 0-27 0,12 0-33 16,-12 0-119-16,5 3-372 0,-5-3 165 0</inkml:trace>
  <inkml:trace contextRef="#ctx0" brushRef="#br0" timeOffset="155067.18">11401 9808 78 0,'0'0'217'0,"0"0"-4"0,-6 3-4 0,6-3-4 15,0 0-12-15,0 0-10 0,0 0-16 0,0 0-11 16,0 0-18-16,0 0-11 0,0 0-11 0,0 0-10 16,23 2-15-16,-11-1-7 0,2-2-19 0,3-1-37 15,0 1-31-15,2-1-44 0,-2 2-38 0,1-4-39 16,4 3-37-16,-3-1-165 0,0-2-354 0,-1 1 157 15</inkml:trace>
  <inkml:trace contextRef="#ctx0" brushRef="#br0" timeOffset="155450.06">12118 9549 155 0,'-5'-2'186'0,"5"2"-1"15,-11-5-5-15,3 5-7 0,8 0-8 0,-15-5-5 0,9 4-9 16,-2 0-1-16,8 1-10 0,-14-3-9 0,9 0-4 15,5 3-6-15,-11-1-2 0,11 1-6 0,-8-2-10 16,8 2-4-16,0 0-9 0,-8-3-10 16,8 3-9-16,0 0 3 0,0 0-17 0,0 0-4 0,0 0-6 15,22-8-1-15,-11 4-9 0,10 1-3 0,-2 1-4 16,2-1-3-16,0 0-13 0,-1-1-22 0,0 1-20 16,-8 3-22-16,1-1-22 0,1 0-31 15,-2 1-18-15,-3 0-39 0,1 0-3 0,-10 0-25 0,13 0-16 16,-8-1-134-16,-5 1-364 0,0 0 162 0</inkml:trace>
  <inkml:trace contextRef="#ctx0" brushRef="#br0" timeOffset="155833.54">12228 9471 11 0,'0'0'194'0,"-9"-2"3"15,9 2 0-15,0 0-4 0,-7-4-16 0,7 4-14 16,0 0-11-16,0 0-12 0,0 0 4 0,-9 9-11 15,5-2-2-15,3 1-3 0,0 4-4 0,-1 4-1 16,1 0-4-16,-3 1-2 0,4 0-8 0,-2 2-3 16,2 0-4-16,0 0-10 0,0-1-5 0,0 0-9 15,0-1-3-15,0-1-8 0,2 0-7 0,-2-5-6 16,0 2-3-16,2-1-11 0,0-1 0 0,-2-2-4 16,0 1-5-16,0-2-3 0,0-8-2 0,0 13-2 15,-2-6-6-15,2-7-4 0,-2 8-3 0,2-8-10 0,-7 7-4 16,7-7-8-16,-9 4-4 0,2-3 2 15,7-1-10-15,-13 0-6 0,13 0 0 0,-14-3 2 16,6 2 2-16,1-1 2 0,7 2 12 0,-14-6-6 16,9 3 3-16,5 3 0 0,-8-4 3 0,8 4 0 15,0 0 4-15,-7-3-3 0,7 3 1 0,0 0 0 0,0 0 4 16,0 0 5-16,0 0-3 0,0 0 0 0,0 0 1 16,0 0 0-16,29-1 4 0,-17 2-3 15,2 1 2-15,5-2 5 0,-1 1-4 0,2-1-10 16,7-1-21-16,-7 1-33 0,0 0-36 0,8-2-38 15,-4 1-46-15,3-2-28 0,-6 0-216 0,-4 0-461 16,4-1 204-16</inkml:trace>
  <inkml:trace contextRef="#ctx0" brushRef="#br0" timeOffset="156867.25">12733 9522 25 0,'-2'-7'193'0,"2"7"-7"0,0 0-14 0,0 0-12 0,0 0-6 15,0 0-6-15,9-5 0 0,-9 5 2 16,0 0-11-16,18 12-9 0,-9-5-9 0,0 3-9 0,0-4-6 16,-2 4-13-16,6 2-6 0,-4-4-7 0,2 4-7 15,-3-3-10-15,0 0-10 0,1 0 0 0,1-2-6 16,-2 3-10-16,-1-4-31 0,1 3-32 15,-5-3-29-15,4-1-42 0,-2 0-34 0,3 1-30 0,-5-3-30 16,1 2-122-16,-4-5-339 0,7 3 151 0</inkml:trace>
  <inkml:trace contextRef="#ctx0" brushRef="#br0" timeOffset="157050.97">12925 9504 9 0,'0'0'219'15,"0"0"-12"-15,-2-7-11 0,2 7-10 0,0 0-10 16,0 0-7-16,0 0-8 0,0 0-4 0,-21 16-18 16,12-4-9-16,-5-1-18 0,1 4-9 0,-3 5-12 15,-4-1-7-15,4 2-8 0,-4-3-10 0,6-5-19 16,1 3-21-16,0-3-32 0,1 2-36 0,1-2-29 16,6-3-39-16,-3-1-27 0,3-1-30 0,1 1-137 15,0-3-329-15,4-6 146 0</inkml:trace>
  <inkml:trace contextRef="#ctx0" brushRef="#br0" timeOffset="157350.54">13228 9431 96 0,'0'0'241'0,"2"-7"-8"0,-2 7-4 16,0 0-19-16,0 0-23 0,2-7-16 0,-2 7-17 0,0 0-1 16,0 0 0-16,0 0-4 0,9 20-1 0,-7-8-9 15,2 4-8-15,-3 3-11 0,1 5-6 0,0-4-6 16,-2 4-12-16,2 2-9 0,-4-7-10 16,4 5-2-16,-4-8-14 0,2 0-6 0,2 3-5 0,0-3-1 15,-2 1-7-15,0-5-16 0,0 0-27 0,0 0-21 16,3-2-28-16,-6 3-25 0,3-4-33 15,0-9-33-15,0 13-37 0,0-7-28 0,0-6-30 0,-4 9-154 16,4-9-422-16,-4 5 187 0</inkml:trace>
  <inkml:trace contextRef="#ctx0" brushRef="#br0" timeOffset="157617.04">13313 9437 9 0,'6'-8'190'0,"-1"2"-18"15,-4 2 1-15,-1 4-3 0,8-7-7 0,-4 5 0 16,-4 2-4-16,0 0-8 0,0 0-7 0,17 10-5 16,-15-4-15-16,2 1-13 0,-2 3-11 0,1 0-8 15,-6 2-11-15,3 0-4 0,-4 0-9 0,2-1-8 16,0 0-2-16,0 0-7 0,-2-2-7 0,0 1-3 16,2-4-1-16,0 1-7 0,2-7-5 0,-3 11-3 15,3-11 0-15,0 12 0 0,0-12-5 0,3 9 3 16,1-5-6-16,0-1 2 0,6 3-2 0,-1-2-2 15,2-2-2-15,9 0-4 0,-1 0-18 0,2-1-32 16,4-1-36-16,7-1-36 0,-3 1-27 0,2-2-39 16,-1-2-29-16,-1-2-139 0,0 3-377 0,0-1 167 15</inkml:trace>
  <inkml:trace contextRef="#ctx0" brushRef="#br0" timeOffset="157731.84">13938 9535 90 0,'9'-2'107'0,"-9"2"-14"0,10-2-13 0,-10 2-3 16,14-2-10-16,-7 2-29 0,2 2-29 0,2-4-33 16,-11 2-66-16,15 0-97 0,-8 0 44 0</inkml:trace>
  <inkml:trace contextRef="#ctx0" brushRef="#br0" timeOffset="157863.72">14066 9596 193 0,'0'0'207'0,"-2"4"-7"0,2-4-10 0,0 0-12 15,0 0-12-15,-6 7-19 0,6-7-10 16,0 0-17-16,0 0-13 0,8 10-26 0,-8-10-43 16,10 4-64-16,-3-4-77 0,7 1-170 0,-1-2-295 0,-13 1 130 15</inkml:trace>
  <inkml:trace contextRef="#ctx0" brushRef="#br0" timeOffset="158816.97">14562 9490 28 0,'0'0'268'0,"4"-5"-8"0,-4 5-10 0,0-7-3 16,0 7-10-16,0 0-8 0,4-7-9 0,-4 7-19 15,0 0-16-15,0 0-14 0,0 0-21 0,0 0-9 16,0 0-23-16,0 0-8 0,0 0-5 0,-17 16-15 16,12-4-6-16,3 4-9 0,-2 1-6 0,-1 0 9 15,5-2-21-15,-4 1-7 0,4 1-7 16,1-3 1-16,2 1-6 0,3-4 1 0,-1 2 3 0,5-4-8 16,-2 0-9-16,10 0 5 0,-2 0-6 15,5-5-3-15,0 0-4 0,8-3 4 0,0-2-4 0,-1-3 10 16,1 0-11-16,-4-5-7 0,-2 3 3 0,-6 0-3 15,-1-5-1-15,1 2 6 0,-6-1-13 0,-1-2 8 16,-1-2-3-16,-5-1-2 0,1-1 1 0,-5-1 10 16,-2-2-10-16,-5 0-2 0,0 3 6 0,-6-6-9 15,-1 8 0-15,4-1-3 0,-7 5 0 0,2 0-3 16,-2 3 8-16,0 0-10 0,-3 3-1 0,-1 4-7 16,1 1-20-16,0 3-18 0,-2 2-26 0,4 2-31 15,0 1-31-15,5 1-39 0,6-1-48 0,0 4-61 16,4-1-178-16,3-1-506 0,5-1 224 0</inkml:trace>
  <inkml:trace contextRef="#ctx0" brushRef="#br0" timeOffset="159035.03">15181 9429 280 0,'0'0'311'0,"-2"-11"2"0,2 11-9 0,-2-9-17 16,2 9-23-16,-2-6-23 0,2 6-28 15,0 0-25-15,0 0-16 0,0 0-1 0,0 0-24 16,0 0-15-16,17 23-8 0,-9-10-8 0,2 1-12 0,2-2-14 16,0 4-7-16,-1-3-2 0,3 2-10 0,0-2-12 15,0 2-31-15,0-1-32 0,-1-1-38 16,-1 0-47-16,-1-3-47 0,-4 0-53 0,2-3-51 16,-4-1-38-16,-1 0-190 0,0-1-505 0,-4-5 225 0</inkml:trace>
  <inkml:trace contextRef="#ctx0" brushRef="#br0" timeOffset="159217.4">15399 9446 164 0,'1'-5'293'0,"-1"5"-11"0,0-9-13 16,0 9-16-16,0 0-5 0,0 0-2 0,0 0-1 16,-21 10-13-16,7 2-10 0,-8 5-23 0,-2 3-18 15,-1 3-18-15,-2-1-18 0,-2 1-11 0,4 0-15 16,0-1-34-16,6-2-49 0,-2-1-45 0,4-1-46 15,4-3-48-15,-1-1-61 0,8-5-62 0,-3 1-268 16,1-4-534-16,4 1 237 0</inkml:trace>
  <inkml:trace contextRef="#ctx0" brushRef="#br0" timeOffset="159501.1">15669 9357 235 0,'5'-8'305'0,"-1"2"-16"0,1 2-16 0,-1 0-22 16,-4 4-17-16,5-9-25 0,-5 9-22 0,0 0-19 0,0 0-12 16,0 0-8-16,10 13-16 0,-9-3-11 15,2 0-8-15,1 5-12 0,2 2-11 0,-1-1-6 16,7 1-10-16,-5 1-4 0,2 0-8 0,1-1 0 16,0-3-6-16,0 2-4 0,1-1-6 0,1-1 3 0,-3 0-8 15,-2-3-2-15,0-1-9 0,-2-1 0 16,0-1-1-16,-1 0-6 0,-2-1-1 0,1-1 0 15,-3-6-6-15,-3 10 4 0,3-10-2 0,-6 12-13 0,0-8-26 16,-5 1-24-16,-1-2-18 0,-5 3-24 16,-1-4-30-16,-1-2-42 0,0 1-40 0,-3-3-30 0,0 1-41 15,3-3-176-15,-1-1-482 0,2 0 213 16</inkml:trace>
  <inkml:trace contextRef="#ctx0" brushRef="#br0" timeOffset="160166.44">15719 9347 174 0,'16'-7'183'0,"1"2"8"0,1-2 3 16,0 2-6-16,0 3-6 0,-4 0-13 0,0 2-14 15,0 0-13-15,-2 3-13 0,1-2-9 0,0 2-1 16,-1 4-11-16,0-2-13 0,-3 3 0 0,2 0-7 16,-1-1-9-16,-1 3-5 0,-2-2-7 0,-1 3-2 15,1-1-3-15,-1 0-2 0,-2-1-10 0,0 1-1 16,3 0-7-16,-3-2-1 0,2 0 3 0,-2-2-10 15,2 1 1-15,-2-2-8 0,1 0 0 0,4 0 1 16,2-2-8-16,0 0 0 0,-2-1 1 0,2-2-3 16,-1-1 3-16,1-2-3 0,1 0-2 0,-3 0 3 15,3-3 6-15,-3 0-3 0,0 1 2 0,-3-3 4 16,0 0-4-16,-1-1-6 0,-1-1-1 0,0 0-1 16,-1-2-2-16,1 0-4 0,-4 0-1 0,0 0 0 15,0-1-3-15,-2 1 2 0,1 1-1 0,0 0-2 16,1 2-1-16,-3-1 0 0,3 2-4 0,0 8 2 15,-1-10-3-15,1 10-3 0,-1-7-5 0,1 7-3 0,0 0 2 16,2-7 1-16,-2 7 7 0,0 0-8 16,0 0 1-16,0 0 2 0,13 1-3 0,-13-1 6 15,0 0-1-15,15 3-1 0,-8-2 0 0,1-1 4 16,2 2-3-16,-10-2 3 0,18 1 3 0,-8 0 0 0,0 0-3 16,-2 1 0-16,3-1 5 0,-3 0-5 0,-8-1 0 15,17 1 0-15,-9 1 0 0,-1 1 4 16,0 1-4-16,1 2-2 0,1 0 2 0,-3 1 4 15,0 1-2-15,-1 1 4 0,-1 0-1 0,-1 3 5 0,0-2-2 16,1 0 8-16,-4 2-2 0,1-2-1 0,0 1 0 16,0-1 3-16,1-1-3 0,0 0 6 0,1 1-2 15,0-2 1-15,0-3 1 0,4 4 3 16,-1-4-3-16,2 1 1 0,-2-2-3 0,4-1-2 0,3-1 1 16,0 0-1-16,1-2 0 0,-2-2-1 0,2-1 1 15,2-2-6-15,-3 1 15 0,1-2-18 0,-2 0 6 16,1-4 5-16,-2 2 4 0,-5-2 1 0,3-5 1 15,-4 5-5-15,-1-3 17 0,-1-3-19 0,-3 4 0 16,-3-3-4-16,0 2 6 0,0-2-3 0,-4 5-4 16,1-1-7-16,0 2 10 0,-1 0-10 0,-1 0-17 15,-2 4-12-15,4 1-14 0,-1 0-24 0,1 2-23 16,6 2-43-16,-15 2-36 0,8 1-59 0,7-3-55 16,-10 3-206-16,10-3-529 0,0 0 234 0</inkml:trace>
  <inkml:trace contextRef="#ctx0" brushRef="#br0" timeOffset="160315.23">16910 9318 204 0,'6'-2'254'0,"-6"2"-5"16,0 0-8-16,9-5-13 0,-9 5-18 0,6-2-22 16,-6 2-14-16,9 0-24 0,-9 0-14 0,17 0-17 15,-8 1-41-15,1 0-47 0,2 3-60 0,-2-1-62 16,-4 1-57-16,1-2-185 0,-1 3-360 0,-1 1 160 15</inkml:trace>
  <inkml:trace contextRef="#ctx0" brushRef="#br0" timeOffset="160451.06">16946 9475 104 0,'-4'6'211'0,"4"-6"-5"16,0 0-2-16,0 0-6 0,0 0-15 0,0 0-16 0,0 0-13 15,18 1-17-15,-7-2-14 0,7-3-37 16,1 0-43-16,8-1-52 0,-4 2-58 0,6-6-49 15,3 3-155-15,-1-1-293 0,4 0 129 0</inkml:trace>
  <inkml:trace contextRef="#ctx0" brushRef="#br0" timeOffset="160734.09">17617 9297 26 0,'7'-7'259'0,"2"-1"-10"0,-1 3-5 0,-4 1-10 16,-1 0 0-16,-3 4-13 0,6-6-15 0,-6 6 1 0,0 0-5 15,0 0-5-15,0 0-9 0,0 0 5 0,-12 24-1 16,6-8-20-16,-3-2-9 0,0 1-11 0,1 3-22 15,2-1-7-15,1-2-18 0,0 2-10 0,5-2-4 16,3-1-5-16,2-3-14 0,8 1 3 0,1 1-12 16,11 0-5-16,-5-5-4 0,12-3-9 0,-1-2 3 15,1-3-9-15,-3-3-3 0,0-1-3 0,-2-1-1 16,-9-3-3-16,0 0-8 0,-3-1 3 0,-2-2-4 16,-4-5 4-16,-1 0-6 0,-3-1-2 0,-4-2-4 15,-5 0 2-15,-1 0-9 0,-3-5 2 0,-4 2-5 16,-1 6-16-16,-6-3-19 0,-8 7-24 0,-1 1-19 15,-4 3-17-15,-3 4-20 0,-3 7-31 0,1 3-46 16,2 4-70-16,2 0-64 0,1 6-245 0,5-2-617 16,5 1 274-16</inkml:trace>
  <inkml:trace contextRef="#ctx0" brushRef="#br0" timeOffset="164667.12">10707 10786 120 0,'-8'-8'221'0,"5"3"-9"0,3 5 8 16,-6-9 0-16,3 6-8 0,3 3-9 0,-2-7-11 15,2 7-10-15,0 0-10 0,-3-8-15 0,3 8-17 16,0 0-12-16,0 0-17 0,0 0-15 0,0 0-12 16,0 0-5-16,0 0-5 0,0 0-11 0,0 0-4 15,12 22-2-15,-6-12-18 0,4 6-6 0,1 1 7 16,-4-2-9-16,6 8-3 0,-4-5 0 0,0-2-3 15,1 0-2-15,0 2-4 0,-2-2 3 0,1 0 2 16,3-1-7-16,-3-1 0 0,1-3 2 0,-1 1-2 16,-2-3-2-16,0 0-5 0,0-1 1 0,0 0 4 15,-2-4-6-15,-3 1-1 0,1 0 5 0,-3-5-5 16,9 6 4-16,-9-6 11 0,6 6-4 0,-6-6 13 0,0 0 7 16,0 0-2-16,0 0-6 0,0 0-3 15,12-12-6-15,-10 3 5 0,2-1-6 0,-1-1-4 16,-2-5 2-16,2 0-3 0,2-3-2 0,0 0-5 15,0-4 0-15,0-3 1 0,0 8-3 0,-1 0-1 0,-1 0 3 16,2-2-4-16,0 3 0 0,-1 2-1 16,-2 2 1-16,-1 1-5 0,1 1 10 0,-1 6-10 15,2-3-4-15,-3 8-17 0,1-8-23 0,-1 8-28 0,4-9-20 16,-4 9-28-16,0 0-21 0,0 0-20 0,0 0-38 16,15 9-29-16,-10-1-28 0,-1 5-173 0,1-3-464 15,0 2 205-15</inkml:trace>
  <inkml:trace contextRef="#ctx0" brushRef="#br0" timeOffset="164917.37">11114 10953 92 0,'0'0'214'0,"0"0"-5"16,0 0-6-16,0 0-6 0,0 0 5 0,4 6 7 15,-4-6-12-15,1 9-10 0,-1-2-5 0,2 3-11 16,-1 2-4-16,-1 1-11 0,1 3-9 0,-1 1-9 15,0-1-8-15,0 2-12 0,-1-1-11 0,0-1-5 16,-1 0-9-16,1-3-16 0,1 2-9 0,0-1 9 16,-1-3-20-16,2 1-2 0,-1 1-7 0,3-4-10 15,-2 2-14-15,0-4-37 0,1 1-29 0,0-1-30 16,-1 0-25-16,3 2-27 0,-1-4-31 0,-1 1-37 16,-2-6-26-16,7 8-28 0,-7-8-172 0,4 1-452 15,-4-1 199-15</inkml:trace>
  <inkml:trace contextRef="#ctx0" brushRef="#br0" timeOffset="165200.06">11076 11004 118 0,'0'-7'181'0,"1"-1"-22"16,4 0 9-16,0 2 0 0,4-1 7 16,9 1 2-16,0 2-1 0,12 0-8 0,0 3-7 15,0 3-4-15,2 1-9 0,-2 4-11 0,-2 0-6 16,1 4-9-16,-4 0-5 0,-2 3-16 0,-8 0-5 0,-2 1-6 15,-3 1-11-15,-3-1-3 0,-4 2-6 0,-3 1-4 16,-2 0-7-16,-3 0 0 0,-4 0-7 16,-1-3 6-16,-4 2 0 0,-4 1-4 0,0-1 8 15,-5 0-5-15,1-2 12 0,4-6-17 0,-2 3-2 0,2-4-6 16,-2-1-2-16,-6 2-7 0,8-3-7 0,-1-2 3 16,0 0-8-16,2-2-14 0,-1 0-24 15,7-1-18-15,-3-1-34 0,2-1-36 0,4 0-44 16,8 1-61-16,-11-5-59 0,11 5-241 0,-4-9-549 0,4 9 243 15</inkml:trace>
  <inkml:trace contextRef="#ctx0" brushRef="#br0" timeOffset="165365.51">11711 10984 248 0,'8'-6'243'0,"-2"0"-18"0,3 1-18 15,-1 3-20-15,0-3-18 0,-2 3-20 0,4-1-12 16,0 2-22-16,-1 0-47 0,1 1-46 0,0 0-55 16,2 1-57-16,-3 0-54 0,-2 2-107 0,-1-1-271 15,-6-2 120-15</inkml:trace>
  <inkml:trace contextRef="#ctx0" brushRef="#br0" timeOffset="165516.71">11701 11094 166 0,'0'0'206'0,"-7"3"-3"16,7-3 1-16,0 0-6 0,0 0-4 0,0 0-19 16,0 0-13-16,22 3-18 0,-9-4-14 0,0 1-15 0,8-2-39 15,-1 2-51-15,0-3-72 0,3 1-73 0,-4 1-186 16,4-2-330-16,4 0 146 0</inkml:trace>
  <inkml:trace contextRef="#ctx0" brushRef="#br0" timeOffset="172635.06">12529 10894 49 0,'0'0'183'0,"-4"-6"-5"0,4 6-7 0,0 0-2 16,0 0-10-16,0 0-7 0,-4-6-12 16,4 6-4-16,0 0-12 0,0 0-8 0,0 0-9 15,0 0-4-15,0 0-6 0,-6-4-1 0,6 4-8 16,0 0-3-16,0 0-5 0,0 0 5 0,-9 16-9 0,9-16-5 15,-4 11-2-15,2-3 4 0,-2 1 0 0,1-2-4 16,3 3 1-16,-4 0-1 0,4 0-8 0,0 0-6 16,0 0 2-16,0 0 10 0,0 0-19 0,0-1-8 15,0 2-1-15,2-2-3 0,0 2 1 0,1-3 1 16,1 3-5-16,-2-4 0 0,3 1-5 0,1-1-3 16,1-1-3-16,-2-1 0 0,-1 1-4 0,1-3 9 15,1 2-11-15,-2-1-1 0,4-2 10 0,-8-2-12 16,13 3 0-16,-5-3-8 0,-1 0 3 0,-7 0 3 15,16-4-3-15,-9 1 9 0,2-4-9 0,-2 1-4 16,0-1 0-16,1 0 7 0,-4-4-6 0,2 1 4 16,-2-2-5-16,0 1 2 0,1-6-3 0,-5 5 1 15,2-4-4-15,0-2 3 0,0 3 1 0,-2-2 0 16,-2 2 0-16,0-1 0 0,2 3-2 0,-2 3 1 16,0-2-4-16,0 2 2 0,-2 0 1 0,3 4 9 15,-3-1-11-15,4 7 0 0,-6-10-5 0,2 6 2 16,4 4 3-16,-10-5-3 0,3 4 4 0,7 1-4 15,-14 1-3-15,5 0 6 0,-1 3-3 0,2-2 2 16,-1 4-1-16,2-1 2 0,1 1-18 0,-2 0-20 16,2-1-25-16,1 1-26 0,2 2-20 0,0-1-29 15,-1 2-40-15,4 0-36 0,2-1-31 0,0 1-203 16,0 0-484-16,2-3 214 0</inkml:trace>
  <inkml:trace contextRef="#ctx0" brushRef="#br0" timeOffset="172826.26">12774 10978 199 0,'0'0'248'0,"0"0"0"0,0 0-3 15,6-3 0-15,-6 3-14 0,0 0-11 0,0 0-16 16,0 0-20-16,0 0-19 0,0 0-17 16,0 0-17-16,0 0-12 0,0 0-17 0,0 0-27 0,0 0-31 15,0 0-25-15,0 0-25 0,0 0-39 0,0 0-42 16,0 0-47-16,0 0-39 0,0 0-42 0,-2 14-147 15,2-14-391-15,0 0 174 0</inkml:trace>
  <inkml:trace contextRef="#ctx0" brushRef="#br0" timeOffset="173234.17">12917 10829 205 0,'0'0'271'16,"3"-10"-4"-16,-3 10-5 0,2-5-7 0,-2 5-26 15,0 0-21-15,3-7-12 0,-3 7-11 0,0 0-2 16,0 0 11-16,0 0-21 0,2 26-8 0,-2-16-9 16,2 2-15-16,-2-2-14 0,0 3-12 0,4 3 7 15,-4-3-27-15,2 2-12 0,3-4-10 0,-1 2-7 16,4-3 2-16,0 3-6 0,1-4-10 0,5 2-7 16,1-4-2-16,2-2-2 0,-2 1-1 0,5-5-4 15,0-1-10-15,0-1-3 0,-1-3 2 0,2 1 0 16,-2-3-3-16,-4-2 7 0,-3 1-13 0,-1 0 6 15,-2-3-7-15,0 1-9 0,2-5 12 0,-2 1-9 16,-4-5 5-16,2 3-5 0,-3-2-3 0,-2 0 5 16,0 5-2-16,0 1 9 0,-1 1 14 0,-2-2 2 15,2 7 16-15,-1 5-11 0,0-12-15 0,0 12 12 16,0 0-14-16,0 0-2 0,0 0 0 0,0 0-4 0,0 0 4 16,-3 33-8-16,3-13 12 0,-4 5-9 15,2 3 3-15,-3-2-5 0,3 3-1 0,-2-2 10 0,-1-1-45 16,5 2-36-16,0-2-34 0,-2-5-39 15,4 4-33-15,-2 0-23 0,-2-6-41 0,1-1-51 0,2-2-37 16,-1 2-251-16,-3-6-614 0,3 0 271 0</inkml:trace>
  <inkml:trace contextRef="#ctx0" brushRef="#br0" timeOffset="173401.04">12898 11369 2427 0,'0'0'132'0,"-7"-6"-40"0,7 6-37 0,-3-5-25 16,3 5-7-16,0 0-9 0,16-11-4 0,0 6-15 15,6-1-26-15,9-4-32 0,1-1-61 0,7-1-49 16,10-1-226-16,-12 2-430 0,16-3 190 0</inkml:trace>
  <inkml:trace contextRef="#ctx0" brushRef="#br0" timeOffset="173545.36">13715 11176 129 0,'0'0'282'0,"7"-4"4"0,-7 4 7 15,7-1 3-15,-7 1-10 0,0 0-11 0,4-4-42 16,-4 4-29-16,0 0-32 0,0 0-47 0,9-5-62 16,-9 5-61-16,0 0-72 0,4-7-77 0,-4 7-83 15,0-8-137-15,0 8-397 0,0 0 176 0</inkml:trace>
  <inkml:trace contextRef="#ctx0" brushRef="#br0" timeOffset="178651.53">10571 11808 45 0,'0'0'112'0,"-13"-4"-8"0,7 3-6 0,6 1-4 16,-11-5 5-16,5 2-4 0,6 3-5 0,-9-4-1 15,9 4 2-15,-10-2-12 0,10 2 2 0,0 0-12 16,0 0 2-16,0 0 1 0,0 0 2 0,0 0-4 15,30 0 0-15,2-1-4 0,8 1-2 0,20-5-10 16,38-1-4-16,7-6-3 0,8-1-7 0,14-2-11 16,6 0-8-16,7-4-12 0,9 1-15 0,0-3-11 15,4 0-10-15,4-3-15 0,-3 3-34 0,-8 4-5 16,2-4-25-16,-6 2-23 0,-8 4-105 0,-4-6-252 16,-8-5 111-16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1-25T06:31:55.02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1472 2795 53 0,'2'-11'180'15,"-2"11"-19"-15,4-10-6 0,-4 10-6 0,3-11-8 16,-3 11-6-16,6-8-16 0,-6 8-10 0,5-6-9 15,-5 6-13-15,0 0-6 0,10-7-12 0,-10 7-5 16,0 0-5-16,13-3-7 0,-13 3 2 0,0 0-4 16,17 3-8-16,-17-3-1 0,10 4-3 0,-10-4-4 15,0 0 3-15,14 3-14 0,-14-3 2 16,8 6 1-16,-2-2-7 0,-6-4-8 0,0 0 9 16,7 7-6-16,-7-7 2 0,0 0-4 0,6 7 1 15,-6-7-9-15,0 0-19 0,0 0-19 0,0 0-23 16,0 0-29-16,4 12-43 0,-4-12-31 0,0 0-126 0,0 0-309 15,0 0 137-15</inkml:trace>
  <inkml:trace contextRef="#ctx0" brushRef="#br0" timeOffset="931.01">1519 2752 68 0,'0'0'171'0,"0"0"-9"16,-2-10 0-16,2 10-10 0,-5-6 3 0,5 6-12 16,0 0 28-16,0 0-13 0,0 0-16 0,0 0-12 15,0 0-14-15,0 0-10 0,0 0-11 0,0 0-15 16,-2-12-11-16,2 12-3 0,0 0-12 0,0 0-6 15,0 0 0-15,0 0-9 0,0 0-4 16,2 42 0-16,1-26-2 0,-1 1-3 0,-1 1-4 16,-1 10 2-16,1-3 0 0,-1 3 2 0,-1-5 3 15,1-5-5-15,-3 10 5 0,2-3 2 0,-1 0 0 16,0-4-2-16,0-2 2 0,0 8-4 0,0-8-2 16,0-2-1-16,1 0-3 0,-1-7-3 0,0 2-4 15,0-2 2-15,2-1-4 0,-3 2 1 0,3-11-3 16,0 13 0-16,0-13-3 0,0 0 0 0,-2 15-1 15,2-15 0-15,0 0-2 0,0 10-2 0,0-10-9 16,0 0-10-16,0 0-7 0,0 0-27 0,0 0-41 16,0 0-29-16,0 0-34 0,0 0-22 0,0 0-31 15,0 0-13-15,-5-32-129 0,5 32-373 0,-4-33 166 16</inkml:trace>
  <inkml:trace contextRef="#ctx0" brushRef="#br0" timeOffset="1246.76">1487 2753 107 0,'0'0'137'0,"8"-15"-6"0,-2 7-11 15,1 1 4-15,3-1 1 0,2 1-2 0,4 0-11 16,4 1 8-16,-2 2-12 0,3 1-8 0,-1 3-10 16,-1 1-4-16,2 4-1 0,-3-1-12 0,6 8 3 15,-7 1 0-15,-2 1-8 0,0 8-5 0,-1 0-2 16,-2 2 1-16,-6 1-5 0,-2 2-4 0,-1 3-2 15,-3-3-5-15,-2 0-2 0,0 2 0 0,-3-1-11 16,-3-1 5-16,-1-1-1 0,3-8-8 0,-5 7 4 16,2-9-6-16,-8 6 3 0,1-7-5 0,-2 4 1 15,2-7-3-15,-6 3-5 0,4-4 0 0,-9-1-3 16,9-3 2-16,0 0-2 0,-1-2-16 0,2-2-19 16,-1-1-20-16,6-2-27 0,-2-1-25 0,2-2-26 15,12 3-30-15,-19-7-24 0,10 0-12 0,3 1-3 16,6 6-97-16,-8-9-305 0,8 9 135 15</inkml:trace>
  <inkml:trace contextRef="#ctx0" brushRef="#br0" timeOffset="1612.84">1506 3202 91 0,'0'0'145'0,"12"4"1"0,-12-4-13 0,17 5 1 15,-6-4 2-15,3-1-12 0,-1 2 1 0,5-2 1 16,-4-2-8-16,6-3-8 0,-1 3-4 0,2-5-12 0,-2 4-7 15,0-3-8-15,3 2-9 0,5-7-5 16,-9 5-6-16,7-7-6 0,2 3-3 0,-3-1-8 16,4-2 1-16,-11 2-3 0,4-4-7 0,4-3-4 15,-3 1-3-15,-7 3-2 0,4-5 1 0,-5 5-4 16,-1-1-1-16,-1 0-2 0,-2 1-3 0,0-2-1 16,-4 2-1-16,-1 4 11 0,-2 0 1 0,-2 0 1 15,-1 10-4-15,0-14 1 0,0 14-4 0,-2-13-2 16,2 13-1-16,-4-8-5 0,4 8-1 0,-10-5-4 15,10 5 1-15,0 0 2 0,-25 5-1 16,14 0 0-16,2 4-3 0,0 0 1 0,-4 3 0 16,3 0-4-16,0 1 6 0,3 2-5 0,0 2 2 15,2-1 4-15,1 0-2 0,2 1 0 0,0-5-5 16,4 0 7-16,1 1-5 0,1-4 3 0,2 2-9 0,3-1-19 16,-1-4-21-16,6 3-22 0,-1-3-26 0,0-3-27 15,6 2-45-15,-1-2-47 0,-1-2-128 16,-2-1-364-16,1-4 162 0</inkml:trace>
  <inkml:trace contextRef="#ctx0" brushRef="#br0" timeOffset="1852.74">2296 2688 246 0,'-1'-17'253'0,"1"17"-13"0,-5-11-16 16,5 11-22-16,0 0-19 0,-3-9-22 0,3 9-16 15,0 0-17-15,0 0-2 0,0 0-8 0,-5 34-7 16,4-14-7-16,-1 5 1 0,1 2-5 16,1-6-8-16,-2 4-7 0,2 2-5 0,-4-2-10 15,4-1-4-15,-2-3-13 0,1-2-3 0,0 0 0 16,2-1-8-16,0 9-4 0,1-9-5 0,0-4-24 16,-2 4-22-16,3-2-37 0,-1-4-44 0,1-1-45 15,-3-11-52-15,5 19-248 0,-5-11-473 0,0-8 210 0</inkml:trace>
  <inkml:trace contextRef="#ctx0" brushRef="#br0" timeOffset="2012.26">2154 2833 173 0,'0'0'174'0,"12"-10"-17"0,-12 10-17 0,20-7-27 0,-3 2-32 15,1 1-31-15,10 0-46 0,0 4-56 16,-6 1-88-16,3 4-152 0,3 1 67 0</inkml:trace>
  <inkml:trace contextRef="#ctx0" brushRef="#br0" timeOffset="2670.22">2471 3087 168 0,'0'0'203'0,"0"0"-11"0,0 0-4 0,0 0-9 15,-4 12-10-15,4-12-11 0,0 0-1 0,0 0-12 16,0 0 2-16,0 0-9 0,34-17-9 0,-23 9-10 16,3-4-15-16,3-1-4 0,3-3-11 15,1-4-11-15,-2 1-5 0,0-3-11 0,-1 2-2 16,-4 5-7-16,2-8-7 0,0 4-3 0,-2-3-8 0,-6 5-8 16,-1-1 1-16,-2 1-2 0,-1 0-5 0,-1-2-4 15,-2 4 2-15,-2 0-4 0,-3 6-1 0,-1 0-4 16,0 1-3-16,5 8-1 0,-9-12-1 0,1 10 0 15,8 2-1-15,-22-4-1 0,8 6-15 0,-4 5 8 16,-1 2 5-16,-4 5 1 0,0 2-4 0,4 0 5 16,0 5-4-16,1-2 2 0,1 1 1 15,6 4 2-15,1-8-2 0,3 0-2 0,6 2 4 16,-3-6-5-16,4 4-1 0,2 0 5 0,1 1-11 16,2-2 13-16,3 0 6 0,0-5-3 0,2 3 1 15,4-2 1-15,-1 1-1 0,3-3 0 0,1-2 1 16,1-3-1-16,1-2 1 0,0 0 1 0,2 0-4 15,-2-4 3-15,1 0-1 0,2 0-2 0,-4-5-11 16,2 1 13-16,5-3-3 0,-9-2 2 0,2 2-4 16,0-1 0-16,-4-2-1 0,-1 1-1 0,0-3-3 15,-2 1 3-15,-3-3-8 0,-1 2-1 0,0-1-2 16,-2 0-5-16,-4 0-4 0,1 4 7 0,-4-1-3 16,0 2 2-16,-2 0 0 0,0-1 2 0,-1 0 1 15,-3 2 1-15,3 0-7 0,-1 0 10 0,-1 3 0 16,7 6-3-16,-7-11 3 0,7 11 1 0,-8-7-3 15,8 7 0-15,0 0-1 0,-5-7 4 16,5 7-4-16,0 0-8 0,0 0 1 0,0 0-1 0,0 0 3 16,0 0 0-16,0 0-1 0,0 0 7 15,0 0-1-15,22-6 3 0,-22 6-2 0,14 0 0 16,-14 0 2-16,14 3 1 0,-14-3-1 0,14 6 0 16,-8-5-5-16,-6-1 3 0,10 8 0 0,-4-4 4 15,0 2 11-15,-6-6-1 0,9 13 0 0,-3-5-1 16,-1 2-1-16,-2-1-2 0,1 1 4 0,-2-1 0 15,4 3-2-15,-5-2 0 0,1 0 1 0,0 2 0 16,-2-12-8-16,5 23-25 0,-4-12-37 0,0 1-42 16,-1-12-50-16,4 22-59 0,-3-11-174 0,-1-11-420 15,0 0 186-15</inkml:trace>
  <inkml:trace contextRef="#ctx0" brushRef="#br0" timeOffset="3431.72">3016 2891 2029 0,'0'0'50'0,"-2"-13"-23"0,2 13-30 0,0 0 10 16,0-10 0-16,0 10-5 0,0 0 10 0,0 0 3 15,0 0 6-15,0 0 9 0,0 0 16 16,0 0 6-16,0 0 0 0,0 0 0 0,8 36-2 16,-8-36-9-16,0 23 3 0,1-8-4 0,-1-4-3 15,0-11-2-15,2 20-4 0,-2-20-2 0,0 14 2 16,0-14 1-16,0 0-2 0,0 16-5 0,0-16 7 15,1 11 5-15,-1-11 13 0,0 0 10 0,0 0 1 16,0 0 3-16,0 0-3 0,0 0-3 0,0 0-10 16,0 0-1-16,0 0-6 0,0 0-11 0,0 0 5 15,0 0-9-15,0 0-1 0,-13-36-8 0,13 36 2 16,4-25-9-16,0 9 6 0,3 0-2 0,3 0-2 16,2 0-3-16,-2 0 3 0,4 0-8 0,-2 5 0 15,-1 4-3-15,-2 0 5 0,3 0-6 0,1 3 2 16,-13 4-3-16,23 0-1 0,-9 3 2 0,-4 3-1 15,3 2-2-15,-2 5 3 0,1-2 0 0,-2 0 1 16,0 3-2-16,-3-3 2 0,-1 3 3 0,1 2-1 16,-1-6-1-16,-2 1 1 0,-3 2-3 15,-1-13 1-15,4 13-4 0,-4-13 7 0,2 12 1 16,-2-12-3-16,0 0-7 0,0 0 16 0,4 13 3 0,-4-13 6 16,0 0-1-16,0 0-1 0,0 0-2 0,0 0 0 15,0 0-2-15,0 0-3 0,0 0-5 0,0 0-5 16,0 0 2-16,0 0-3 0,8-43-3 15,-2 28-3-15,2 0-5 0,1-2-4 0,2 2 1 16,-2-2-2-16,1 7 0 0,-1 1 4 0,-1-1 0 16,0 4 0-16,-3 3-2 0,-5 3-1 0,11-5 0 15,-11 5 4-15,0 0-3 0,0 0 5 0,21 16 1 16,-15-5 1-16,-1 0-1 0,-1 1 3 0,0 1 0 16,-3-1 1-16,3-1 2 0,1 2-1 0,-1-2 3 15,2-1-1-15,1-1 3 0,-1 0-3 0,1-1 14 16,3-2 6-16,-10-6-8 0,18 7 3 0,-9-5-3 15,-9-2 4-15,24 2-3 0,-11-2 5 0,-13 0-7 16,24-3 5-16,-11-1-5 0,0 0 0 0,-2-2 2 16,-1-1-1-16,1 2-1 0,-1-2 0 0,-1-2-7 15,-2 2 3-15,1-3-2 0,-1-1-1 0,-3 2-7 16,-4 9 7-16,8-19 0 0,-7 11-13 0,-1 8 12 16,3-11-1-16,-3 11-1 0,3-9 2 0,-3 9 0 15,0 0-5-15,0 0-3 0,0 0-3 16,0 0 6-16,0 0-2 0,0 0 0 0,0 0 6 15,0 0-5-15,0 0 3 0,-12 33-1 0,12-33 4 16,-3 19-2-16,2-7-2 0,1-12-10 0,3 20-23 16,-3-20-21-16,5 18-44 0,-3-7-51 0,-2-11-47 15,8 19-65-15,-5-10-222 0,-3-9-526 0,0 0 232 16</inkml:trace>
  <inkml:trace contextRef="#ctx0" brushRef="#br0" timeOffset="4063.21">3867 3057 215 0,'0'0'272'16,"2"8"1"-16,-2-8-3 0,0 0-15 0,0 0-14 15,0 0-11-15,0 0 8 0,0 0-38 0,0 0-2 16,0 0-14-16,7-31-24 0,-7 31-10 0,6-19-17 15,-2 7-14-15,2 1-15 0,3-3-7 0,0 0-14 16,0 0-3-16,1 5-26 0,-2-1 13 0,0 2-15 16,-1 1-8-16,-7 7 0 0,20-11-6 0,-20 11-5 15,12-3-2-15,-12 3-6 0,0 0-4 0,27 9-2 16,-17-3-4-16,-1 0 0 0,0 0-2 0,-1 1 1 16,3 0-1-16,-2-1-2 0,-9-6-2 0,21 13 6 15,-8-9 0-15,2 4-2 0,0-3-7 0,4-1 5 16,-3-3-1-16,4 2-2 0,1-6 3 15,-1 0 2-15,8-3-2 0,-7 3-17 0,0-3 19 16,-1-3-11-16,0 2 13 0,-1-1-14 0,-2-1 2 16,1 0 2-16,-8 1 0 0,3-2-7 0,-4 1 8 15,-2-3-7-15,-2 2 11 0,-1-3-20 0,-1 2 14 16,-3-1-10-16,-1-2 6 0,-2 4 4 0,-2-1-1 16,0 2 1-16,-2 1-1 0,-1 0-2 0,-1 3-1 15,9 5-2-15,-18-1 5 0,18 1-2 0,-27 11-3 16,10 2 3-16,-3 5 9 0,2 1 1 0,0 2-1 15,5-1-3-15,3-3-4 0,2 0 6 0,6 2-2 16,-1-1 3-16,6 0-13 0,2-3-8 0,1-3-17 16,6 2-18-16,3-2-28 0,9-1-43 0,4 0-38 15,1-4-44-15,4-6-57 0,0 3-74 16,-6-3-176-16,1-1-549 0,-10-6 243 0</inkml:trace>
  <inkml:trace contextRef="#ctx0" brushRef="#br0" timeOffset="6430.9">991 3656 99 0,'0'0'134'0,"0"0"0"0,0 0-3 16,0 0-20-16,-25-5-1 0,25 5-5 0,-9-4-7 15,9 4-12-15,-12 0-2 0,12 0-4 0,-10-1 5 16,10 1 29-16,-11-3-16 0,11 3-9 0,-11-1-9 16,11 1-3-16,-10-1-5 0,10 1-9 15,0 0 5-15,-10 0-7 0,10 0-3 0,0 0-4 0,0 0-8 16,0 0 0-16,0 0-8 0,-17 2-1 0,17-2-6 16,0 0-3-16,0 0-1 0,0 0-10 0,0 0 1 15,0 0-1-15,0 0 0 0,0 0-2 0,0 0-2 16,0 0 1-16,0 0 2 0,0 0-4 15,50-2-2-15,-30-2-2 0,0 1 1 0,1-1-3 16,1 2-3-16,0 1-11 0,-2 1-17 0,-1-2-26 16,-1 1-21-16,0 1-28 0,-5 0-46 0,-2-1-39 15,-11 1-137-15,0 0-350 0,18-2 155 0</inkml:trace>
  <inkml:trace contextRef="#ctx0" brushRef="#br0" timeOffset="6897.08">1018 3647 181 0,'0'0'171'0,"0"0"-9"0,0 0-18 0,0 0 3 16,-8 6-3-16,8-6 0 0,0 0-10 0,0 13-5 16,0-13 4-16,2 18-6 0,-2-3-7 0,-2 2-9 15,1-5-10-15,1 6-7 0,-4 0-4 0,4 1-3 16,0 0-5-16,-2-4-8 0,2 2-8 15,0-1-6-15,-4 0-16 0,5-3 6 0,-2-3-3 16,1 2-10-16,0-12-3 0,1 19 1 0,-1-9-4 16,0-10-5-16,0 16 0 0,0-16-3 0,0 13-3 15,0-13-2-15,3 9-13 0,-3-9 14 16,0 0-3-16,0 14 1 0,0-14-2 0,0 0-2 16,0 0 3-16,2 9-2 0,-2-9-1 0,0 0 1 0,0 0 0 15,0 0-5-15,0 0 0 0,0 0-1 0,-12 5-2 16,12-5 4-16,0 0-4 0,0 0-1 0,-18-4-4 15,18 4 2-15,0 0-3 0,-17-3 2 0,17 3-1 16,0 0 2-16,-14-1-2 0,14 1 0 0,0 0 0 16,-14 0 2-16,14 0-3 0,0 0 2 0,0 0-4 15,0 0 0-15,-13-1 2 0,13 1-4 0,0 0 1 16,0 0 5-16,0 0-4 0,0 0-1 0,0 0-2 16,0 0 2-16,0 0 3 0,0 0 2 0,0 0-1 15,0 0 3-15,45 1-7 0,-31-2-3 0,6-1-13 16,0-1-15-16,7-2-24 0,-5 1-23 0,-2 0-21 15,3 0-22-15,-3 0-22 0,-2 0-26 16,2 0-18-16,-4 0-13 0,-2 1-125 0,-3 0-355 16,1-2 157-16</inkml:trace>
  <inkml:trace contextRef="#ctx0" brushRef="#br0" timeOffset="7128.9">1283 3889 42 0,'0'0'138'0,"-2"-15"3"0,2 15 11 0,0 0 6 15,0 0 3-15,-7-15-2 0,7 15-3 0,-2-9 3 16,2 9 1-16,0 0-8 0,0 0-6 0,-5-7-12 15,5 7-16-15,0 0-10 0,0 0-10 0,0 0-13 16,0 0-10-16,0 0-7 0,0 0-5 0,0 0 3 16,0 0 9-16,0 0-9 0,-9 28-4 0,9-17-3 15,-1-2-8-15,1-9-4 0,-3 20-1 0,1-8-10 16,2-12-13-16,2 21 12 0,-2-10-6 0,0-1 0 16,2 2-2-16,-2-12-9 0,-2 18-28 0,4-8-15 15,-2-10-25-15,0 16-29 0,1-7-30 0,-1-9-37 16,0 13-47-16,0-13-54 0,1 13-134 15,-1-13-412-15,0 0 182 0</inkml:trace>
  <inkml:trace contextRef="#ctx0" brushRef="#br0" timeOffset="7379.5">1254 3837 156 0,'7'-8'195'0,"2"2"-6"16,0-2-3-16,2 5-1 0,2 0-7 0,-13 3-17 15,25-3-10-15,-11 2-1 0,3 5-6 0,-4 1-11 16,2 1-6-16,-4 3-12 0,0 0-6 0,0 3-18 16,-4-2 4-16,2 1-6 0,-5 0-8 0,-1 0-6 15,-1 4-3-15,-2 1-1 0,-2-4 0 0,-3 2-4 16,-2-3-2-16,-4 3-6 0,0-2 0 0,1-3-6 16,-4 1-7-16,0 1-7 0,-4-3-2 0,3 2-8 15,-2-3-17-15,-1 0-18 0,5-3-29 16,2-1-33-16,-3 0-41 0,14-3-46 0,-22 0-62 15,15 0-233-15,7 0-488 0,0 0 216 0</inkml:trace>
  <inkml:trace contextRef="#ctx0" brushRef="#br0" timeOffset="7562.94">1620 4062 200 0,'9'7'254'0,"-9"-7"-17"0,0 0-21 0,-2 16-14 16,2-16-24-16,-8 19-15 0,0-9-20 0,3 3-33 15,-4 0-54-15,-1-1-61 0,-4 1-83 0,1 3-190 16,-8-1-301-16,5-4 133 0</inkml:trace>
  <inkml:trace contextRef="#ctx0" brushRef="#br0" timeOffset="9680.99">926 4343 6 0,'0'0'245'0,"-2"-9"-7"0,0 5-12 0,2 4 24 16,-5-9-18-16,5 9-16 0,-2-8-16 0,2 8-19 16,0 0-18-16,-2-9-17 0,2 9-19 0,0 0-13 15,0 0-9-15,0 0-11 0,0 0-11 0,8 20-8 16,-3-10-7-16,2 6-7 0,0 0-6 0,-2-1-2 15,3 0-4-15,-2 3-7 0,1-1-14 0,3-2 10 16,-4-1-2-16,-2-4-10 0,1 3 1 16,-1-3 1-16,1 0-7 0,0 0-1 0,-1-4 0 0,-4-6-1 15,7 9-6-15,-7-9 4 0,4 6-2 16,-4-6 15-16,0 0 17 0,0 0 2 0,6 7-3 16,-6-7-5-16,0 0-12 0,0 0 8 0,12-20 0 0,-7 8-7 15,2-2-5-15,-1-2 0 0,0 1-6 16,2-2 1-16,0-2-1 0,-1 1-3 0,3-7-3 0,-1 0-1 15,0 3-4-15,-5 5 1 0,2 2-5 16,0 5 1-16,-2-1-1 0,-2 5-18 0,0 1-24 16,-2 5-33-16,6-8-40 0,-6 8-17 0,0 0-17 15,0 0-23-15,0 0-32 0,0 0-39 0,11 23-219 16,-14-8-497-16,0-3 220 0</inkml:trace>
  <inkml:trace contextRef="#ctx0" brushRef="#br0" timeOffset="9954.36">1213 4443 31 0,'0'0'306'0,"0"0"-14"0,0 0-16 0,0 0-15 0,0 0-18 16,0 0-20-16,0 0-17 0,0 0-31 0,0 0-9 16,0 0-11-16,0 0-17 0,0 0-14 0,0 0-10 15,0 0 6-15,0 0-10 0,4 23-11 0,-2-15-9 16,-2 4-7-16,0 0-7 0,0-1-3 15,1 1-5-15,-1 1-9 0,0-1-8 0,1-1 1 16,0 1-6-16,-1-1-6 0,1 0-2 0,1 0-2 16,-2-11-9-16,2 18-3 0,0-13-22 0,-2-5-13 15,2 13-23-15,-2-13-23 0,3 8-33 0,-3-8-23 16,2 10-25-16,-2-10-34 0,0 0-29 0,0 0-29 16,2 10-34-16,-2-10-152 0,0 0-451 0,0 0 200 15</inkml:trace>
  <inkml:trace contextRef="#ctx0" brushRef="#br0" timeOffset="10179.99">1209 4491 11 0,'0'-18'208'0,"2"11"-11"0,-2 7-9 15,6-13-8-15,-2 7-10 0,-4 6-1 0,10-11-3 16,-3 8-8-16,3-1 5 0,3 0-8 0,-13 4-6 16,20 0-13-16,-9 4-2 0,-2-2-7 0,2 1-11 15,-1 1-13-15,-2 1-4 0,1 2-2 16,0 0-8-16,-4 5-8 0,-1-4-5 0,1 1-8 15,-3 3-5-15,-2-12-3 0,-2 17-7 0,-3-5-4 16,1-1-6-16,0 0-4 0,-3 0-5 0,-2-1 5 16,-2 2-13-16,-3-1-21 0,-2 0-27 0,0-2-41 15,0-1-40-15,-4 1-50 0,3-4-56 0,1 1-275 16,-4-1-524-16,3-4 232 0</inkml:trace>
  <inkml:trace contextRef="#ctx0" brushRef="#br0" timeOffset="10900.03">1857 3999 135 0,'-12'2'210'16,"12"-2"-16"-16,0 0-12 0,0 0-17 0,0 0-15 0,0 0-12 15,0 0-16-15,0 0-11 0,0 0-12 16,0 0-7-16,0 0-13 0,0 0-6 0,0 0-4 16,0 0-10-16,0 0-3 0,0 0-5 0,0 0-7 15,33 8-1-15,-24-7-7 0,3-1-10 0,0 1-29 16,-12-1-31-16,22-4-28 0,-22 4-42 0,26-1-34 15,-16 1-28-15,0-1-106 0,-10 1-294 0,17-4 131 16</inkml:trace>
  <inkml:trace contextRef="#ctx0" brushRef="#br0" timeOffset="11248.96">2196 3759 14 0,'0'0'181'0,"17"-4"4"16,-17 4-8-16,0 0-10 0,18 0-12 16,-18 0-14-16,0 0-15 0,17 4-9 0,-17-4-7 15,10 10-1-15,-10-10-11 0,9 10-3 0,-9-10-8 16,3 16-3-16,-3-9-8 0,0-7-5 0,-5 21-8 16,-1-11-5-16,-2 0-8 0,2 0-5 0,-4 3-5 15,-3-4-1-15,7-1-2 0,-3 0-7 0,-1-1-1 16,4 0-7-16,1-3-2 0,5-4 0 0,-9 8-2 15,9-8-6-15,-7 6 4 0,7-6-1 0,-7 5-1 16,7-5 1-16,0 0-3 0,0 0-4 0,-5 6 1 16,5-6 2-16,0 0-11 0,0 0 4 0,0 0 0 15,0 0-3-15,-6 8-2 0,6-8 7 0,0 0-6 16,0 0 0-16,2 17-1 0,-2-17 1 0,3 11 1 16,-3-11 1-16,4 13 0 0,0-7 0 0,-1 4 1 15,-1-2-11-15,5 3-28 0,-3 1-47 16,-1 0-60-16,0-1-61 0,-1 6-151 0,-1-4-383 15,-1 2 170-15</inkml:trace>
  <inkml:trace contextRef="#ctx0" brushRef="#br0" timeOffset="11580.53">1708 4630 50 0,'0'0'217'15,"0"0"-12"-15,0 0-18 0,0 0-13 0,0 0-5 16,0 0-1-16,0 0-9 0,0 0-10 0,0 0-12 16,0 0-14-16,0 0-12 0,36-14-9 0,-26 11-9 15,1 0-14-15,-11 3-15 0,17-5-24 0,-6 2-27 16,0 2-32-16,1-2-40 0,-12 3-40 0,25-5-41 16,-12 1-45-16,-2 3-105 0,-11 1-314 0,22-5 139 15</inkml:trace>
  <inkml:trace contextRef="#ctx0" brushRef="#br0" timeOffset="11948.37">2089 4406 72 0,'0'0'220'0,"5"-4"-8"0,-5 4-8 0,9-4-14 15,-9 4-2-15,10 0-7 0,-10 0-15 0,11 2-6 16,-11-2-14-16,10 7-12 0,-1 0-2 0,-4 0-14 15,0 0-8-15,0 1-12 0,-1-1-8 0,-1 3-11 16,-2 1-5-16,0-1-8 0,-1-10-8 0,-2 17 0 16,-2-6-8-16,0-2-5 0,-1 3-5 0,-2-3-2 15,-3 0-4-15,2-1-3 0,0-1 0 0,1 0-4 16,-3 2-7-16,2-3-1 0,0-2-2 0,8-4 0 16,-12 7-2-16,12-7-4 0,-13 4 2 0,13-4-1 15,-10 4-1-15,10-4-5 0,0 0-1 0,-13 0 1 16,13 0 0-16,0 0-4 0,0 0 4 0,-10 2-7 15,10-2-1-15,0 0-1 0,0 0 3 0,0 0-3 16,-4 10-1-16,4-10 1 0,0 0 1 0,4 15 0 16,-3-8-1-16,5 0-24 0,-2-2-14 0,-4-5-22 15,12 14-37-15,-7-3-34 0,1-2-49 16,-1-1-41-16,-1 2-181 0,0 1-437 0,2 0 195 16</inkml:trace>
  <inkml:trace contextRef="#ctx0" brushRef="#br0" timeOffset="12087.27">2113 4866 138 0,'0'0'230'0,"0"0"1"0,0 0-10 15,0 0-11-15,0 0-17 0,0 0-15 16,0 0-20-16,0 0-16 0,0 0-16 0,0 0-28 16,0 0-41-16,0 0-62 0,0 0-83 0,0 0-228 15,0 0-340-15,0 0 151 0</inkml:trace>
  <inkml:trace contextRef="#ctx0" brushRef="#br0" timeOffset="15620.5">545 5214 165 0,'0'0'181'0,"0"0"-7"16,0 0-12-16,0 0-10 0,0 0-9 0,0 0-15 15,0 0-14-15,0 0-12 0,0 0-10 0,0 0-10 16,0 0-12-16,0 0-2 0,0 0-14 0,0 0-5 16,0 0 0-16,0 0-7 0,0 0-1 0,0 0-1 15,0 0 0-15,0 0-10 0,0 0 8 0,0 0-8 16,0 0 4-16,39 72-4 0,-39-72-3 0,11 31 1 15,-11-31-3-15,15 31 9 0,-15-31-8 0,11 28 0 16,-11-28-2-16,11 29-4 0,-11-29-1 0,13 23-3 16,-13-23 0-16,0 0 0 0,18 32-4 0,-18-32 4 15,0 0-5-15,11 22 1 0,-11-22 0 0,0 0-1 16,0 0-2-16,0 0 1 0,0 0-1 16,12 22 8-16,-12-22 17 0,0 0 14 0,0 0 10 0,0 0 6 15,0 0-4-15,0 0-4 0,0 0-5 0,0 0-4 16,0 0 7-16,0 0-6 0,0 0-6 0,0 0-7 15,24-66 0-15,-24 66-6 0,0 0-4 0,5-46 1 16,-5 46-5-16,2-35 0 0,-2 35-1 0,8-34-3 16,-8 34-3-16,4-31 2 0,-4 31-5 15,0 0 0-15,9-36-5 0,-9 36 3 0,0 0-3 16,4-31 1-16,-4 31-4 0,0 0 2 0,0 0 0 16,0 0-8-16,0 0-3 0,6-32-21 0,-6 32-13 15,0 0-19-15,0 0-27 0,0 0-20 0,0 0-10 0,0 0-28 16,0 0-24-16,0 0-27 0,0 0-25 15,0 0-150-15,0 0-402 0,0 0 178 0</inkml:trace>
  <inkml:trace contextRef="#ctx0" brushRef="#br0" timeOffset="15996.91">897 5370 118 0,'4'9'174'0,"-4"-9"-7"0,0 0 0 16,-9 12-14-16,3-5-6 0,3-2-7 0,-4 3-7 16,1 1-4-16,1 0-12 0,3-1-14 0,0 0-7 15,-2 0-10-15,3 0-11 0,1-8-5 0,-2 13-7 16,2-7-2-16,0-6-8 0,5 13-1 0,-3-7-9 16,2-3-2-16,1 3 1 0,-5-6-2 0,11 3 1 15,-4 0-7-15,0-3 4 0,1 0 0 16,4 0 1-16,-1-4-1 0,0-1-2 0,0 1-3 15,-1-1-2-15,-2-2-1 0,2 0 0 0,-4-1 6 16,1 0 4-16,-3-2-4 0,1 0-2 0,-3 1-2 16,-2-3-3-16,0 2 0 0,-1-2-9 0,-2 0 5 15,0-1-9-15,-1 4 3 0,-1-1-6 0,-1 1-1 16,0 0-4-16,0 2 0 0,-1 4-3 0,1-1-4 0,2 0-11 16,4 4-8-16,-14-2-25 0,14 2-14 15,-15 10-24-15,8-7-28 0,-3 4-31 0,1 2-32 16,-1-3-28-16,5 4-166 0,-4 0-395 0,4-2 175 15</inkml:trace>
  <inkml:trace contextRef="#ctx0" brushRef="#br0" timeOffset="16230.29">1043 5240 11 0,'2'-8'229'0,"-2"8"-10"15,4-5-16-15,-4 5-16 0,0 0-20 0,0 0-21 16,0 0-12-16,0 0-14 0,0 0-2 0,0 0-1 16,0 0-9-16,0 0-9 0,2 27-9 0,-1-15-6 15,1 5-8-15,0-1-3 0,-2 0-7 16,2 3-5-16,-2-2-5 0,4-4-10 0,-2 2-1 16,0 2-3-16,0-5-14 0,-2 0-23 0,2 2-29 15,0-3-30-15,-2 0-44 0,0-11-46 0,0 18-36 16,0-10-159-16,4 1-367 0,-4-9 164 0</inkml:trace>
  <inkml:trace contextRef="#ctx0" brushRef="#br0" timeOffset="16480.09">1141 5278 74 0,'-4'-12'234'15,"4"12"-8"-15,-2-6-22 0,2 6-16 0,0 0-18 16,-2-8-19-16,2 8-15 0,0 0-2 0,0 0 6 15,0 0-1-15,0 24-4 0,0-24-1 0,0 28-12 16,0-11-9-16,-2 0-7 0,2 2-10 0,0 1-10 16,-1-2-6-16,0 0-9 0,1-2-7 0,-1 0-7 15,1 2-3-15,-1-7-9 0,1 6-3 0,0-6-4 16,0 0-15-16,1-3-19 0,-1 3-28 0,0-5-39 16,0-6-39-16,0 0-38 0,2 15-32 0,-2-15-32 15,1 4-28-15,-1-4-124 0,0 0-383 0,0 0 169 16</inkml:trace>
  <inkml:trace contextRef="#ctx0" brushRef="#br0" timeOffset="17579.28">1079 5376 87 0,'0'0'129'0,"16"-2"-7"0,-16 2-5 15,19-1 5-15,-6-2-5 0,3 3-8 0,3-1-11 0,-2-3-6 16,0-2-3-16,-2 0-2 0,-1 3-12 15,1-1-5-15,-3 0-3 0,1 2-7 0,-2-2-6 16,-1 0-4-16,-10 4-2 0,13-4-1 0,-7 1-4 16,-6 3 5-16,0 0 3 0,12-2 7 0,-12 2 5 15,0 0 2-15,0 0-1 0,0 0-3 0,9-2-3 16,-9 2-7-16,0 0-4 0,0 0-4 0,0 0-7 16,0 0-5-16,0 0 2 0,-15 29-3 0,7-18 7 15,0 4-7-15,1-2-1 0,-2-1-4 0,4 1-3 16,-4 1 1-16,5-1-5 0,1-3 0 0,1 0-3 15,-2-1-2-15,4-1 4 0,0 0-3 0,0-8 0 16,0 13-3-16,2-8 1 0,-2-5-6 0,7 7 7 16,-3-3-3-16,-4-4 0 0,9 1-2 0,-9-1 3 15,0 0-4-15,18-5 4 0,-9 2-3 0,1-3 0 16,-4 1-2-16,2-3 0 0,0 2 0 0,-2 0 2 16,3-3 3-16,-4 1-8 0,-1-3 0 0,-4 11 5 15,6-15 0-15,-3 6 2 0,-3 9-3 0,0-14 2 16,0 5 3-16,0 9 1 0,0 0-2 0,-3-13-1 15,3 13 1-15,0 0-6 0,0 0 3 0,0 0-4 16,0 0 1-16,0 0-3 0,0 0 2 0,0 0-2 16,0 0-1-16,-19 18 9 0,19-18-11 0,-2 13 4 15,2-13-1-15,2 14 2 0,-2-14-3 0,0 0-1 16,5 12 4-16,-5-12-1 0,8 7 0 16,-2-3 1-16,-6-4 1 0,19 3 3 0,-8-3-4 15,-11 0 0-15,25-5 0 0,-12 0 2 0,6 1-3 16,0-1 3-16,-3-4-3 0,1 2 2 0,-5 1 0 15,1-2 1-15,-3 3-6 0,-1-1 6 0,1-2-3 0,-2 2 0 16,-3-2 2-16,1 0-2 0,-6 8 1 0,5-11-1 16,-5 11 1-16,2-13-1 0,-2 13 8 15,-3-12-6-15,3 12-1 0,-8-7-4 0,8 7 1 16,0 0 0-16,-15-4-2 0,15 4 1 0,-19 5-1 16,9-2-1-16,0 3 1 0,3 0 3 0,-2 2-4 15,3 0 2-15,-1-1 0 0,7-7 1 0,-9 12-2 16,9-12 1-16,-5 8-3 0,5-8 3 0,-2 7 1 15,2-7-3-15,0 0-2 0,0 0-2 0,-2 12-3 16,2-12-1-16,0 0 1 0,0 0 0 0,0 0 2 16,0 0-1-16,0 0 0 0,0 0 2 0,0 0 1 15,0 0 0-15,13 4-6 0,-13-4 7 0,0 0-4 16,0 0 0-16,0 0 1 0,12 5-2 0,-12-5 3 16,9 11 2-16,-5-2-3 0,0 4 6 0,3 3 0 15,-3 3-1-15,5 4 1 0,-4 3 0 0,0-1-1 16,-1 1 5-16,0 2 7 0,3 0-1 0,-4-1-1 15,1-1 1-15,-4 1 4 0,4-1-2 0,-4-6-4 16,0 5 3-16,-4-5-5 0,0-1 3 16,3 0 0-16,-4-2 2 0,-3 0-2 0,-1-2 1 0,-1 1-1 15,-2-1 1-15,1-4-3 0,-2 1 0 0,3-5-2 16,1 0 5-16,-1-2-2 0,3-2 0 0,-3-1 0 16,10-2-2-16,-17 0 0 0,17 0-3 0,-15-5-2 15,15 5-2-15,-10-14-4 0,5 6-5 0,5-3 0 16,2-6 6-16,3-2-7 0,2 0 4 15,6-9-7-15,0-2 0 0,4 0-2 0,2 0 2 16,2-1 0-16,11-12 2 0,-13 15-3 0,5-1 3 16,-2 1 2-16,-1-1 8 0,0-1-8 0,1 3 4 15,-4 1 4-15,-2 2-5 0,-1 1-1 0,-1-1 1 0,-3 9 4 16,-3-2-1-16,-2 4 8 0,-2 2 5 0,0-1 8 16,-2 2 3-16,-1 1-1 0,-1 9 6 15,2-13 0-15,-2 13-3 0,0 0 3 0,-4-14-2 16,4 14-6-16,0 0 1 0,-12-3-5 0,12 3 3 15,0 0-3-15,-20 14-3 0,11-4 2 0,0 3 2 16,-2 1-2-16,3 0 0 0,0-2-3 0,6-2 3 16,-1 1-5-16,2 1 6 0,2-1-7 0,0 0-1 15,3-2-11-15,4-1-16 0,0 2-20 0,-1-4-31 16,6 0-28-16,2 1-39 0,2-2-33 0,1-3-40 16,-2 4-203-16,-4-2-452 0,1-1 200 0</inkml:trace>
  <inkml:trace contextRef="#ctx0" brushRef="#br0" timeOffset="18279.89">605 6332 147 0,'0'0'220'0,"0"0"-8"15,0 0-19-15,0 0-11 0,0 0-13 0,-47-26-6 16,47 26-11-16,0 0-7 0,0 0-8 0,0 0-11 15,-63 29-14-15,63-29-11 0,-27 25-7 0,27-25-13 16,-23 31-3-16,23-31-9 0,-15 27-4 0,15-27-8 16,-9 32-8-16,9-32-3 0,0 0-6 0,-4 33-6 15,4-33-1-15,0 0-3 0,0 0-1 0,0 0-3 16,0 0-2-16,19 38 2 0,-19-38-2 0,0 0-5 16,32 8 2-16,-32-8-3 0,0 0-1 15,0 0-3-15,54-14 0 0,-54 14-2 0,0 0 4 16,31-19 0-16,-31 19-3 0,21-17-1 0,-21 17-2 0,0 0-3 15,22-28 3-15,-22 28-3 0,0 0 3 16,9-32-4-16,-9 32 3 0,0 0-2 0,2-32 2 16,-2 32-3-16,0 0 2 0,0 0 1 0,0 0 5 15,0 0 1-15,0 0 0 0,-2-37 0 0,2 37-9 16,0 0-4-16,0 0 1 0,0 0-1 0,0 0 0 16,0 0-1-16,0 0 0 0,0 0 2 0,0 0-1 15,0 0-2-15,0 0 5 0,0 0-1 0,0 0-4 16,0 0 2-16,0 0 1 0,7 106-3 0,-7-106 4 15,0 0-14-15,6 30-21 0,-6-30-35 0,0 0-45 16,11 26-47-16,-11-26-47 0,0 0-41 0,0 0-155 16,16 23-435-16,-16-23 192 0</inkml:trace>
  <inkml:trace contextRef="#ctx0" brushRef="#br0" timeOffset="18878.91">843 6278 98 0,'0'0'237'0,"0"0"-16"0,0 0-9 0,0 0-13 16,0 0-9-16,0 0-4 0,0 0-11 0,0 0-1 15,0 0-16-15,-74 33-12 0,74-33-14 0,-16 34-8 16,16-34-8-16,-13 34-5 0,13-34-7 0,-3 33-10 16,3-33-9-16,0 0-4 0,-2 40-13 15,2-40 0-15,0 0-8 0,0 0 0 0,15 41-6 16,-15-41-7-16,0 0 0 0,16 21-6 0,-11-17 2 15,3-1-6-15,-3-1-4 0,7 0-3 0,-12-2-4 16,19 3-2-16,-9-4-2 0,-10 1 0 0,23-6 0 16,-10 2-7-16,-2-1 8 0,1-1-6 0,-1-1 0 15,0-3-4-15,0 0-6 0,2-1-3 0,-1-3-1 16,-5 5-5-16,3-4-6 0,-3-1-3 0,3-2 0 16,-4 1 1-16,-1 0-2 0,-3 3-11 0,0-1 1 15,-2 4 8-15,0 9 3 0,-4-20-3 0,2 8 4 16,-3 6-3-16,0-2 2 0,5 8 3 0,-13-9 4 15,8 5-2-15,5 4-1 0,-12-2 0 0,12 2 0 16,-12-4 1-16,12 4-1 0,0 0 1 0,-12-3 0 16,12 3 0-16,0 0-1 0,0 0 1 0,0 0 0 15,0 0 4-15,0 0-3 0,0 0 3 0,0 0-1 16,0 0 5-16,0 0 0 0,0 0 0 0,38 8 0 16,-25-9-1-16,-13 1-5 0,28-3 7 0,-15 1 0 15,0 2 0-15,-2-2 0 0,-1-1 5 0,-10 3-11 16,15 0 1-16,-15 0 2 0,14 0 1 0,-14 0-1 15,0 0-2-15,14 2 0 0,-14-2 1 0,7 1 4 16,-7-1 8-16,8 7-2 0,-8-7 11 16,3 11-2-16,-1-3 3 0,-2-8-4 0,5 15 5 15,-3-4 5-15,0 1 3 0,-2-3-4 0,2 3 1 16,0 0-8-16,-2 0 1 0,4 0-2 0,-2-1 0 16,-1 0-6-16,0-1-1 0,1-2-10 0,-2-8-29 15,4 19-27-15,-2-12-34 0,-2-7-37 0,0 0-35 16,5 18-42-16,-5-18-27 0,8 7-36 0,-8-7-162 15,6 8-461-15,-6-8 204 0</inkml:trace>
  <inkml:trace contextRef="#ctx0" brushRef="#br0" timeOffset="19729.41">1261 6384 135 0,'0'0'211'0,"0"0"-10"0,0 0-14 0,0 0-1 0,0 0-9 16,13 15-9-16,-13-15-9 0,5 10-7 0,-5-10-11 15,5 9-15-15,-5-9-7 0,6 7-8 0,-6-7 1 16,0 0-9-16,13 9 1 0,-13-9-6 16,14 1-2-16,-14-1-15 0,0 0 2 0,29-8-17 15,-20 2-5-15,-9 6 1 0,17-7-10 0,-7 2-8 16,-2-2 1-16,-8 7-5 0,13-9-4 0,-13 9-8 0,6-11 1 16,-6 11-5-16,7-14-1 0,-7 14-2 0,1-13-5 15,-1 13 1-15,-5-18-3 0,5 18-1 0,-8-13-4 16,8 13-5-16,-9-10 3 0,9 10-2 15,-11-8-4-15,11 8 9 0,-16 0-11 0,16 0 3 16,-18 0-2-16,18 0-2 0,-20 12 1 0,10-5-1 16,-5 5 3-16,5 1-2 0,1 0 0 0,2-3-2 15,0 2-3-15,5-2 5 0,-3-3 3 0,1 4-3 16,4-11 2-16,0 14-3 0,0-14 4 0,4 11-5 16,-4-11 14-16,0 0 4 0,11 11 7 0,-11-11 12 15,16 2 6-15,-16-2 5 0,25-5-5 0,-9-1 0 16,-3 1-1-16,4-1-4 0,2-2-3 0,-3 1-4 15,0-1 0-15,-1-5 0 0,1 3-1 0,-3-1-6 16,3-1-1-16,-3 1 2 0,-1 0-2 0,-5 0-4 16,-3 2-4-16,-4 9-2 0,9-25 0 0,-5 15 1 15,-4 10 7-15,5-23-11 0,-5 23 2 0,2-17-5 16,-2 17 0-16,0 0 5 0,0-19-5 0,0 19-1 16,0 0-1-16,0 0-3 0,0 0-5 0,0 0-4 15,0 0 4-15,0 0 4 0,0 0-2 16,0 0 5-16,0 0-5 0,0 0 1 0,0 0 2 0,2 54-4 15,-2-54 11-15,0 23-7 0,0-23 2 16,-3 21-4-16,2-9 1 0,1-12 4 0,2 16-2 0,-2-16 3 16,0 13-2-16,0-13 0 0,4 11 2 0,-4-11-2 15,0 0 6-15,3 12-3 0,-3-12 1 0,0 0 1 16,0 0-3-16,6 10 3 0,-6-10 2 16,0 0 8-16,0 0 2 0,0 0-3 0,0 0 5 15,0 0-7-15,32-17 5 0,-32 17-5 0,19-16-7 16,-7 3 3-16,1 0-4 0,0-2 5 0,-2-1-4 15,2-1 6-15,-4 1 3 0,2 0-5 0,1 1-4 16,-6 4-1-16,2-5-2 0,-5 7 6 0,-3 9-3 16,9-17-2-16,-9 17 3 0,5-12 4 0,-5 12-4 15,0 0 0-15,0 0-4 0,5-13-3 0,-5 13-1 16,0 0 0-16,0 0-4 0,0 0 10 0,0 0-9 16,0 0 9-16,0 0-7 0,0 0-1 0,0 0 0 15,0 0-1-15,0 0-8 0,0 0 9 0,-17 47 4 16,17-47 1-16,0 14 5 0,0-14-9 0,1 17-4 15,-1-17 1-15,5 17-1 0,-5-17 2 0,4 13 1 16,-4-13 1-16,7 16-1 0,-7-16 2 0,2 12-1 16,-2-12 7-16,4 11-4 0,-4-11 1 15,2 10-6-15,-2-10 3 0,0 0 1 0,2 15 0 16,-2-15-19-16,0 0-17 0,0 0-23 0,-4 18-24 16,4-18-22-16,-5 10-40 0,5-10-36 0,-12 14-47 15,12-14-34-15,-14 13-38 0,4-5-171 0,-4 3-510 0,1 0 226 16</inkml:trace>
  <inkml:trace contextRef="#ctx0" brushRef="#br0" timeOffset="20446.74">704 6959 154 0,'0'0'229'16,"0"0"-8"-16,0 0-20 0,0 0-13 0,0 0-12 16,0 0-17-16,0 0-6 0,0 0-7 0,0 0-7 15,0 0-12-15,-63 40-3 0,63-40-13 0,-14 29-6 16,14-29-2-16,-11 32-11 0,11-32 0 0,-6 39 5 16,6-39-14-16,-3 32-3 0,3-32-11 0,0 0-1 15,0 43-11-15,0-43 5 0,0 0-15 0,9 31-2 16,-9-31-5-16,0 0-4 0,19 23 0 0,-19-23-6 15,0 0 0-15,29 19-5 0,-29-19 3 0,0 0-5 16,31 10-1-16,-31-10-2 0,0 0 0 0,0 0-3 16,32 10-2-16,-32-10-1 0,0 0 0 0,0 0-2 15,0 0-3-15,0 0 5 0,0 0-11 0,25 7 6 16,-25-7 7-16,0 0-10 0,0 0 4 0,0 0 3 16,0 0 2-16,0 0 7 0,0 0-2 0,0 0 3 15,0 0-2-15,0 0-1 0,0 0-5 0,0 0-5 16,0 0 4-16,0 0 1 0,0 0-2 0,0 0-3 15,0 0-2-15,-65 44-15 0,65-44-14 16,-33 13 0-16,33-13-15 0,-32 14-16 0,32-14-6 0,-27 7-9 16,27-7-14-16,0 0-19 0,0 0-26 0,-38 5-38 15,38-5-22-15,0 0-17 0,0 0-34 16,0 0-170-16,-35-24-440 0,35 24 195 0</inkml:trace>
  <inkml:trace contextRef="#ctx0" brushRef="#br0" timeOffset="21280.2">616 7015 148 0,'0'0'143'16,"0"0"-13"-16,0 0-7 0,0 0-3 0,0 0-5 16,0 0-6-16,38-18 0 0,-38 18-1 0,0 0-11 15,50-11-7-15,-33 8-11 0,4 1-14 0,-3-1-1 16,1 0-5-16,-2 1-5 0,-4 1-8 0,-1-1-4 15,-2-3-1-15,2 4-8 0,-3 0-2 0,0-1-1 16,-9 2 2-16,11-1-10 0,-4 0 1 0,-7 1 0 16,0 0-6-16,11-2-2 0,-11 2-1 0,0 0-3 15,7-1 6-15,-7 1-3 0,0 0-1 0,0 0-1 16,6 4 7-16,-6-4 2 0,0 0 11 0,0 0-3 16,0 0 3-16,-2 10-1 0,2-10 3 0,0 0 3 15,-8 15 4-15,3-9 0 0,1 0 4 0,-1 3-3 16,0 1-1-16,0 1-2 0,1-1-5 0,-2 0 1 15,1 7 1-15,1-8-6 0,2 4 0 0,-1 0 0 16,0-3 0-16,2 0-8 0,-2 0 2 16,3-3 1-16,0 3-5 0,0-10 2 0,3 13-7 15,-1-7 0-15,0 0-1 0,1 0 0 0,3-3 2 0,-1 1-2 16,1-1 0-16,-1 0 3 0,4-1 0 0,0-1-1 16,2-2-4-16,-2 1 5 0,3-2-6 0,-4-1 0 15,4-1 1-15,-3 0-1 0,1-1 3 0,-3 1-6 16,3-1 0-16,-4 1 1 0,-1 2-1 15,1-4-1-15,-1 3 1 0,0-2-3 0,-5 5 2 16,4-14-6-16,-2 8 4 0,-1-1 1 0,-1 7-4 16,-1-12 2-16,1 12-3 0,-2-14-2 0,0 8 5 15,2 6-3-15,-2-12 1 0,2 6-3 0,0 6 2 0,0 0 0 16,0-12 0-16,0 12-2 0,0-9-1 16,0 9-1-16,4-9 0 0,-1 6-3 0,-3 3 6 0,8-8-3 15,-3 6 6-15,-5 2-2 0,8-9-4 16,-2 7 0-16,0 0 2 0,-6 2-4 0,13-2 1 15,-13 2 0-15,12-1-2 0,-12 1 1 0,11 3 2 16,-5-1 2-16,1 2-3 0,-2 0 2 0,3 1-1 16,-5 0-1-16,4 1 4 0,-3 0-2 0,4 1 4 15,-4-1-5-15,-2 4 2 0,4-2 1 0,-1 3 1 16,-1-4 2-16,-1-1-5 0,2 1 1 0,-1-1 1 16,-2-1 0-16,2 0 2 0,0 1-4 0,-1-2 4 15,-3-4 2-15,6 6-2 0,-1-2 3 0,-5-4-1 16,9 5-1-16,-9-5 4 0,7 2 0 0,-7-2 3 15,9 0 0-15,-9 0 5 0,13-3-2 0,-6-1-2 16,2 0 1-16,-3-3 5 0,2 4-7 0,-2-3 2 16,1-1-7-16,-2 0 5 0,-1-2-4 0,1-1 1 15,-3-1 0-15,1 1 1 0,-3-2 3 16,0 12 1-16,-1-21-8 0,-3 10 5 0,1 1-3 0,1 1 0 16,-2-1 0-16,-1 1 1 0,1 1-1 0,4 8-5 15,-9-11-2-15,9 11-2 0,-8-7 2 0,8 7-4 16,-10-5-9-16,7 4-12 0,3 1-16 0,0 0-22 15,0 0-27-15,-14 10-39 0,14-10-56 0,-6 11-38 16,2-3-210-16,4-8-470 0,-7 14 208 16</inkml:trace>
  <inkml:trace contextRef="#ctx0" brushRef="#br0" timeOffset="21796.87">1390 7182 96 0,'0'0'228'16,"3"4"-9"-16,-3-4-17 0,0 0-16 0,0 0-17 15,0 0-5-15,0 0-5 0,0 0-2 0,16 1-10 16,-16-1-8-16,0 0-7 0,22-4-7 0,-12 2-13 16,0 1-4-16,-1-2-10 0,3-1-6 0,-3 0-10 15,1-1-2-15,0 1-9 0,-3 1-2 0,-7 3-4 16,12-8 4-16,-5 2-11 0,-7 6 2 0,7-11-3 15,-4 4-6-15,-3 7-6 0,6-14-2 0,-3 5-5 16,-3 9-7-16,2-18-1 0,-4 7-1 0,4 1-5 16,-2 10 1-16,0-22-5 0,0 22-1 0,-2-20 0 15,2 20 0-15,-1-22-3 0,-2 13-2 0,3 9-6 16,3-23 3-16,-2 12 0 0,5 1-7 0,-6 10 3 16,8-15 0-16,-2 6-4 0,1 2 2 0,2-1 1 15,2 1-3-15,-2 3-2 0,2-1-3 0,0 3 4 16,-1-1-6-16,0 2 4 0,-10 1-2 0,21 3 3 15,-10 0 0-15,-1 2-4 0,-1 1 3 0,-1 1 0 16,1 2 0-16,-4-5-2 0,2 6 5 0,-3-1-1 16,-2 0 1-16,0 1 1 0,-2 0-1 0,0 3-4 15,0 0 5-15,-2 0 0 0,2-4-5 0,-2 4 5 16,2-13-6-16,-2 14 5 0,0-4 7 16,2-10-3-16,0 16-6 0,0-16 8 0,0 12-1 15,0-12-1-15,6 9-1 0,-6-9 7 0,9 7-5 0,-9-7 4 16,14 3-6-16,-8-2 4 0,-6-1-1 0,23 0-4 15,-12-3 2-15,3 0 3 0,-2-1-4 0,0 1-5 16,-1 1-11-16,0 1-12 0,-11 1-20 0,15-4-31 16,-15 4-40-16,11-5-42 0,-11 5-47 15,8-7-60-15,-8 7-223 0,0 0-524 0,0 0 232 16</inkml:trace>
  <inkml:trace contextRef="#ctx0" brushRef="#br0" timeOffset="23330.35">484 8432 111 0,'17'-33'218'0,"-17"33"-17"0,32-46-13 16,-18 22-10-16,5-1-7 0,-1 4-13 0,1-3-4 16,-4 1-2-16,4-1-5 0,-4 2-12 0,1-1-11 15,-16 23-12-15,20-49-5 0,-11 26-6 0,-9 23-8 16,11-48-4-16,-11 48-4 0,2-38-7 0,-2 38-4 16,0 0 6-16,-6-41-9 0,6 41 2 0,0 0 1 15,-16-27-6-15,16 27-5 0,0 0-11 0,-16-20-6 16,16 20-6-16,0 0 0 0,0 0-5 0,0 0-7 15,-45-2-6-15,45 2 1 0,0 0-5 0,0 0 0 16,0 0-3-16,-42 24-2 0,42-24 0 0,0 0-4 16,0 0 0-16,0 0 1 0,0 0 1 0,0 0-5 15,0 0 1-15,0 0 3 0,0 0-2 0,0 0-3 16,0 0-3-16,78 41 4 0,-78-41-5 0,47 0 0 16,-28 2-1-16,-2-2 0 0,2 0-2 0,-7 3 3 15,1 0-2-15,-3 0 2 0,1 4 4 0,-1-1-6 16,-1 1 2-16,-1 3-3 0,-1 2 0 0,0 3 5 15,-3 0-4-15,-2 0-6 0,-1 0 10 0,1 2-1 16,-2-6 0-16,2 0 2 0,0 1-4 0,-2-2 3 16,5 0-2-16,-5-4 0 0,4 1-2 0,-4-1 5 15,5-1 0-15,0-1 0 0,1 0 2 16,1 1 3-16,-1-3-3 0,-6-2-4 0,20-1 5 0,-10 1-3 16,2-3 2-16,-2-3 2 0,3 2-5 0,-1 1 5 15,4-4-5-15,-5 2 3 0,0-2 0 0,-2-1-1 16,2 0-3-16,-2 0 3 0,-2-1 0 0,3-1 1 15,-6 0-4-15,4-1 1 0,-5 0 0 0,1 1 2 16,-2-2 2-16,-2 2-5 0,0-2-3 0,-2 2 3 16,0-1-4-16,2 0 0 0,-3 2 0 15,1 4 4-15,2 5-5 0,-2-11 3 0,2 11-3 0,-2-5 0 16,2 5-2-16,0 0-4 0,-7-4 5 0,7 4-3 16,0 0 0-16,-14 10 3 0,8 0-2 0,-1-2 3 15,-2 2-2-15,0 5 2 0,2 0-10 16,-1-5 15-16,6 2-2 0,-2-1-3 0,1 2-1 15,2 0 9-15,-1-3-5 0,2 2-1 0,2-2 0 16,1-3 8-16,2 1-5 0,-3 0 2 0,3-2 3 0,1-2 1 16,1 1-7-16,4-1 3 0,0-3 3 0,2-1 1 15,1 0-6-15,-1-3 5 0,6-1-6 0,-4-3 4 16,3 1-2-16,1-3 9 0,-2 1-7 16,1-2-2-16,-4 1 7 0,-2-3-7 0,-2 1 2 15,-3 2-4-15,3-4-1 0,-4 3 6 0,0 0-3 16,-4-3 1-16,1 3 4 0,-3-2-8 0,0 0-1 15,0 1 0-15,0 1 2 0,0 0 2 0,0 10-1 0,-1-12 1 16,1 12-1-16,0-9-8 0,0 9 2 0,0 0-3 16,0 0 0-16,0 0 3 0,0 0 9 15,0 0 2-15,0 0 4 0,5 35 3 0,-3-19 3 16,-2 0-1-16,0 0 2 0,0 1-1 0,2 0-2 16,-2-1-2-16,0-1 4 0,0-3-4 0,1-1-1 15,-1-1 3-15,1-2-4 0,0-4 0 0,-1-4 2 16,2 13-14-16,-2-13 17 0,0 5-7 0,0-5 3 15,5 4 8-15,-5-4-8 0,0 0 0 0,11 0-3 16,-11 0 6-16,13-9-23 0,-1 3 16 0,-1-2-1 16,2-1 1-16,1-3-3 0,-1-1 1 0,5 1-2 15,-4-3 2-15,1 1 4 0,-3-3-4 0,-1 3-2 16,-2-1 4-16,1-2-10 0,2 3 3 0,-3-1 0 16,-4 4 1-16,1 2 0 0,-3-1 4 0,2-1-6 15,-5 11 3-15,4-11-3 0,-4 11 1 0,0-10-1 16,0 10-1-16,0 0 4 0,5-9-10 0,-5 9 3 15,0 0-2-15,0 0 2 0,0 0 0 0,0 0-6 16,0 0 3-16,0 0 4 0,0 0 0 0,-7 36 5 16,7-24-9-16,-2-3 1 0,2-9 6 0,2 21 3 15,-2-11-3-15,2-1-3 0,-2-9 10 0,3 16-5 16,-1-10 0-16,2-1-4 0,-4-5 4 0,12 10 5 16,-4-8-2-16,1 0-1 0,4-1-3 0,-1-1 2 15,-12 0 2-15,32-5-4 0,-15 0 1 0,-1-1 2 16,1-1-1-16,1-3-6 0,-4 2 2 0,-2 1-5 15,3-4-5-15,-1 1 9 0,-4-2-8 0,-1 3 0 16,-1-2-1-16,-3-1-9 0,0 1 6 0,-2 1-3 16,-1 0 6-16,0-1-3 0,-2 11 3 0,0-20 1 15,0 20 9-15,0-13-8 0,0 13 0 0,-4-13-2 16,4 13 7-16,0 0-15 0,0 0 8 0,0 0 0 16,0-10 3-16,0 10 0 0,0 0 4 0,0 0-9 15,0 0 12-15,5 27 5 0,-5-17 10 0,0-10-1 16,1 25 1-16,1-10-1 0,-2 1 2 0,0-3-6 15,0 2 3-15,0 1-1 0,0 0 2 0,0-4 3 16,0 1-6-16,-2 1-5 0,0-4-10 16,0 2 22-16,-2-2-10 0,2-1 0 0,-2 3-8 15,4-12-21-15,-7 14-17 0,1-6-40 0,0 0-42 0,2-1-54 16,-5-1-61-16,9-6-51 0,-14 11-225 0,6-6-555 16,8-5 245-16</inkml:trace>
  <inkml:trace contextRef="#ctx0" brushRef="#br0" timeOffset="23486.11">1456 7860 54 0,'0'0'174'0,"0"0"-25"15,0 0-31-15,0 0-39 0,0 0-51 16,0 0-45-16,0 0-81 0,0 0-106 0,0 0 47 15</inkml:trace>
  <inkml:trace contextRef="#ctx0" brushRef="#br0" timeOffset="23752.23">1923 7693 80 0,'0'0'257'0,"7"-10"-6"0,-7 10 16 0,4-8 3 16,-4 8-5-16,0 0-11 0,0 0-12 0,0 0-26 15,3-11-15-15,-3 11-19 0,0 0-22 0,0 0-17 16,0 0 8-16,0 0 3 0,6 33-4 0,-6-14 5 16,0 5-8-16,0 0-13 0,-1 2-12 0,2-8-9 15,-3 1-11-15,0 6-10 0,0 0-11 0,2-6-9 16,0 0 3-16,0 1-18 0,-1-3-1 0,1 1-8 16,-2-2-1-16,2-2-7 0,-1-3-4 0,0 1-27 15,-1-2-28-15,2-2-49 0,0-8-40 0,-1 13-29 16,0-7-31-16,1-6-30 0,0 0-31 0,0 0-31 15,0 0-32-15,-5 13-233 0,5-13-569 0,0 0 251 16</inkml:trace>
  <inkml:trace contextRef="#ctx0" brushRef="#br0" timeOffset="24079.3">1833 7893 91 0,'5'-10'155'0,"-5"10"0"0,11-7-13 0,-2 2 2 16,0 1-7-16,0-2-7 0,-9 6-2 0,19-5-11 0,-9 3-1 15,0 2 1-15,1 1 2 0,-1 0-8 16,1 4-8-16,-3 1-11 0,1-2 1 0,-2 3 6 16,1 1-6-16,1-1-3 0,-3 6-7 0,1-4 3 0,-1 1-6 15,-1 0-4-15,3-4-10 0,-3 2-3 16,2-2-5-16,-2 0 4 0,0 0 2 0,2-3 5 16,-7-3 4-16,14 3-1 0,-3-2-3 0,-11-1-4 15,20-3 0-15,-7 2-8 0,1-2-4 0,-4-4-6 16,7-2-2-16,-2 1 0 0,-1-2-16 0,-4 2 11 15,0 1-4-15,0-3 15 0,-6 1 5 0,1-3-25 16,-3 3 14-16,-1 2-5 0,-1 7-7 0,-3-20-7 16,-3 10-6-16,0 1-9 0,-3 0-21 0,1 2-12 15,-2-1-12-15,-1 5-30 0,-6-2-22 0,3 4-27 16,1 1-26-16,-2 0-30 0,2 3-41 0,0 0-31 16,-1 0-37-16,-2 7-153 0,2-3-466 0,3 1 206 15</inkml:trace>
  <inkml:trace contextRef="#ctx0" brushRef="#br0" timeOffset="24513.21">2107 8041 1 0,'0'0'235'0,"22"-3"-1"0,-12 0-9 16,1 0 2-16,0-1-12 0,-2-2-9 0,3 2-4 16,0-4-12-16,-1 0-15 0,0-1-7 0,1-2-12 15,4 0-15-15,-5 0-2 0,1-1-16 0,-5 2-12 16,1-1-10-16,2-2-7 0,-1-2-12 0,-2 2-10 15,-2-2-9-15,1 2-8 0,-3 1 1 0,-1-1-13 16,-2 13 2-16,0-22-6 0,0 10-5 0,0 12-3 16,-1-19 9-16,1 19-7 0,-1-13 2 0,1 13-7 15,-4-13 3-15,4 13-5 0,0 0-2 0,-10-13 1 16,10 13-5-16,-7-6-5 0,7 6 1 0,0 0-2 16,0 0-3-16,-6-6-4 0,6 6-2 0,0 0-3 15,0 0 0-15,0 0 1 0,0 0-1 16,0 0 3-16,0 0 5 0,0 0-10 0,0 0 4 0,0 0-5 15,0 0 5-15,0 0-4 0,38 6 8 0,-38-6-11 16,17 3 2-16,-17-3-2 0,20 4 6 0,-20-4-3 16,14 4-2-16,-14-4 1 0,16 4 3 0,-16-4 0 15,12 8 0-15,-7-2-2 0,2-2-4 0,-1 3 12 16,-1-1-8-16,-5-6-1 0,4 19 1 16,-2-8 4-16,-1-1-1 0,-2 1-1 0,-1 2-1 15,6-2-2-15,-3 0 4 0,-1 2-3 0,2-3-15 0,-1 2-4 16,1-2-23-16,-2-10-37 0,-2 15-41 0,2-15-59 15,0 0-76-15,2 21-269 0,-2-21-565 0,3 10 250 16</inkml:trace>
  <inkml:trace contextRef="#ctx0" brushRef="#br0" timeOffset="24680.29">2667 7914 152 0,'9'-3'366'0,"-9"3"-6"16,0 0 3-16,0 0 4 0,11-5-18 0,-11 5-32 15,0 0-17-15,0 0-26 0,7-6-33 16,-7 6-23-16,0 0-21 0,0 0-43 0,0 0-41 16,0 0-47-16,7-4-80 0,-7 4-76 0,0 0-93 15,0 0-104-15,0 0-258 0,0 0-588 0,0 0 261 16</inkml:trace>
  <inkml:trace contextRef="#ctx0" brushRef="#br0" timeOffset="62142.14">10100 4165 56 0,'0'0'51'0,"0"0"-4"0,0 0-2 0,0 0 2 16,0 0-10-16,0 0-1 0,-7 7 2 0,7-7-8 16,0 0-6-16,0 0 0 0,0 0-5 0,0 0-7 15,0 0 6-15,0 0-4 0,0 0-3 0,0 0-4 16,0 0-7-16,0 0-5 0,0 0-5 0,0 0-5 15,0 0 0-15,0 0-11 0,0 0 3 0,0 0-11 16,0 0 0-16,0 0-25 0,0 0-65 0,0 0 29 16</inkml:trace>
  <inkml:trace contextRef="#ctx0" brushRef="#br0" timeOffset="62659.18">10077 4172 45 0,'0'0'56'0,"0"0"5"0,0 0-16 16,0 0-5-16,0 0 1 0,0 0-4 0,0 0-4 15,0 0 0-15,0 0 2 0,0 0-9 0,0 0-2 16,0 0 1-16,0 0-6 0,0 0 1 16,0 0-10-16,0 0 13 0,0 0-8 0,0 0-1 15,0 0 2-15,0 0-1 0,0 0-4 0,0 0 1 0,0 0-5 16,0 0 4-16,0 0-4 0,0 0 4 15,0 0-4-15,0 0-3 0,0 0-4 0,0 0 5 16,0 0-3-16,0 0 0 0,0 0 12 0,0 0-14 0,0 0 0 16,0 0 4-16,0 0-5 0,0 0 1 15,0 0-2-15,0 0 6 0,0 0 8 0,0 0-8 16,0 0 0-16,0 0-6 0,0 0 2 0,0 0-1 16,0 0 1-16,0 0 0 0,0 0-12 0,0 0 8 15,0 0-3-15,0 0-1 0,0 0 0 0,0 0-5 16,0 0-3-16,0 0 6 0,0 0-10 0,0 0-6 15,0 0 3-15,0 0-7 0,0 0 8 0,0 0-5 16,0 0-1-16,0 0 1 0,0 0-1 0,0 0-6 16,0 0 0-16,0 0 5 0,0 0-28 0,0 0-62 15,0 0 27-15</inkml:trace>
  <inkml:trace contextRef="#ctx0" brushRef="#br0" timeOffset="70145.31">10376 4834 12 0,'0'0'35'0,"0"0"-4"0,0 0 7 16,-9-3-1-16,9 3-7 0,0 0 0 15,0 0-9-15,0 0 4 0,-9-1 5 0,9 1-6 16,0 0 6-16,0 0-7 0,0 0-4 0,0 0 1 16,0 0 5-16,-8-3-1 0,8 3-4 0,0 0-7 15,0 0 2-15,0 0 3 0,0 0 5 0,0 0-9 16,0 0 5-16,0 0-6 0,0 0-1 0,0 0 4 15,0 0-3-15,0 0 1 0,0 0 1 0,0 0-10 16,0 0 1-16,0 0 5 0,0 0-5 0,0 0-1 16,0 0 5-16,0 0-7 0,0 0 5 0,-9 0-4 15,9 0-2-15,0 0 0 0,0 0-3 0,0 0 5 16,0 0-5-16,-10 3 1 0,10-3-5 0,0 0 3 16,0 0 6-16,-8 4 0 0,8-4 4 0,0 0-6 15,-6 3-1-15,6-3 4 0,-7 2-15 0,7-2 12 16,0 0-3-16,-7 2 6 0,7-2-7 0,0 0 8 15,0 0-6-15,0 0 5 0,-10 2-10 0,10-2 5 16,0 0 3-16,0 0 4 0,0 0-3 0,0 0-7 16,0 0-2-16,0 0 7 0,0 0 4 0,0 0 1 15,0 0 1-15,0 0-5 0,0 0 3 0,0 0 3 16,-7 3 1-16,7-3 1 0,0 0-4 0,0 0 0 16,0 0-11-16,0 0 10 0,0 0-3 0,0 0 4 15,0 0-2-15,0 0 3 0,0 0-11 0,0 0 3 16,0 0 3-16,0 0 3 0,0 0-9 0,0 0 5 15,0 0 1-15,0 0-1 0,0 0 7 0,0 0-8 16,0 0 13-16,0 0-3 0,23 0 0 0,-23 0 1 16,0 0 0-16,10 1 0 0,-10-1-3 0,11 2-3 15,-11-2 2-15,8 0 2 0,-8 0 0 0,11 0-3 16,-11 0-4-16,8 1 9 0,-8-1-6 0,8 1-2 16,-8-1 4-16,0 0-3 0,13 0-1 0,-13 0-2 15,9 0 3-15,-9 0 0 0,12 0 4 0,-12 0 5 16,10 2-2-16,-10-2-2 0,11-2-5 0,-11 2 7 15,12 0-5-15,-6-1 10 0,-6 1 0 0,12 0-2 16,-12 0 4-16,14-1-2 0,-14 1-6 0,11-2 7 16,-11 2-4-16,9-1-2 0,-9 1-5 0,13 0-1 15,-13 0 6-15,12-2-7 0,-6 1-4 0,-6 1 8 16,11 0-6-16,-11 0 5 0,12-2 0 0,-12 2 4 16,13 0-26-16,-13 0 11 0,11-3 4 0,-4 3 4 15,-7 0 1-15,15-1 1 0,-15 1 0 0,11 0-1 16,-4-1 1-16,-7 1-4 0,13-2-11 0,-13 2 22 15,12 0-15-15,-12 0 8 0,11-2-12 16,-11 2 17-16,10-1-6 0,-10 1-5 0,0 0-6 0,11-1 9 16,-11 1 7-16,8-2-7 0,-8 2 2 0,10 0 0 15,-10 0-2-15,0 0 0 0,10 0 4 0,-10 0-4 16,9 0 3-16,-9 0-1 0,12 0 2 0,-12 0-8 16,9 0 8-16,-9 0-1 0,10 0-2 0,-10 0-5 15,11 2 3-15,-11-2 5 0,10 0-9 0,-10 0 10 16,10 0-6-16,-10 0 7 0,10 1-11 0,-10-1 6 15,10 0-2-15,-10 0-6 0,10 0 16 0,-10 0-14 16,11 0 6-16,-11 0 3 0,9 0-3 0,-9 0 2 16,10-1 8-16,-10 1 1 0,12 0 1 0,-12 0-1 15,12-3-6-15,-12 3 3 0,13 0-7 0,-13 0 3 16,9 0-1-16,-9 0 0 0,10 0-4 0,-10 0-2 16,10-2 4-16,-10 2 0 0,12 0 0 0,-12 0 1 15,11 2-4-15,-4-2-4 0,-7 0 8 0,12-3-2 16,-5 0-4-16,-7 3 4 0,12 0-2 0,-12 0 2 15,12-1-7-15,-12 1 5 0,9 0 1 16,-9 0 3-16,0 0 4 0,12-1-13 0,-12 1 4 16,12 0-3-16,-12 0 1 0,9-1 3 0,-9 1-2 0,8-1-1 15,-8 1-2-15,13-2 1 0,-13 2 1 0,10-2-1 16,-10 2-4-16,10-2 7 0,-10 2-2 0,14-1 3 16,-6 1-2-16,-8 0 0 0,14-2-5 0,-8 2 11 15,-6 0-7-15,13-2 2 0,-5 2-3 0,-8 0-7 16,15 0 14-16,-6-1-1 0,-1-1-2 0,-8 2-2 15,14-1-2-15,-6 1 2 0,-8 0 5 0,12 0-9 16,-5-1 8-16,-7 1 0 0,14-1-3 0,-5 1 3 16,-9 0-3-16,12-1-2 0,-12 1-2 0,12-1 3 15,-3-1 5-15,-9 2-9 0,10-1 2 0,-10 1 3 16,10-2 0-16,-10 2 0 0,10-1 1 0,-10 1-1 16,11-1 3-16,-11 1 0 0,11-2-1 0,-11 2 2 15,10 0-5-15,-10 0 0 0,8 0 2 0,-8 0 5 16,0 0-5-16,10 0-1 0,-10 0-1 0,0 0 0 15,9-1 0-15,-9 1 3 0,0 0 0 0,0 0-5 16,0 0 4-16,11-2-2 0,-11 2-2 16,0 0-2-16,0 0 4 0,10 2 9 0,-10-2-9 0,8 1 6 15,-8-1-7-15,0 0 0 0,11-3-1 0,-11 3 4 16,8 0-2-16,-8 0 1 0,10 0-2 0,-10 0-2 16,13-1 6-16,-6 0 3 0,-7 1-4 15,16 0 6-15,-9-1 1 0,4 0-4 0,0 1 4 16,-1-1 5-16,-2-1-1 0,3 1 1 0,-3 0-5 0,2 2 3 15,-1-2 0-15,-9 1-1 0,16 0-4 0,-10-2 4 16,-6 2 1-16,13-1-3 0,-13 1 0 0,8-2-1 16,-8 2 1-16,7 0-7 0,-7 0 5 0,0 0 3 15,9-2 4-15,-9 2-3 0,0 0-1 0,9-1 7 16,-9 1-3-16,0 0-3 0,0 0 3 16,0 0-3-16,0 0-1 0,0 0-3 0,0 0 1 0,0 0-2 15,0 0 7-15,0 0-7 0,0 0-5 0,9 0 3 16,-9 0 2-16,0 0-3 0,0 0-16 0,0 0-14 15,0 0-25-15,0 0-31 0,0 0-31 0,0 0-20 16,0 0-30-16,0 0-119 0,0 0-305 0,0 0 136 16</inkml:trace>
  <inkml:trace contextRef="#ctx0" brushRef="#br0" timeOffset="70820.19">11466 4564 80 0,'-10'2'90'0,"10"-2"-6"16,0 0-3-16,-12 0-11 0,12 0-5 0,0 0 8 15,0 0-19-15,-11 0 11 0,11 0-8 16,0 0-5-16,0 0-3 0,-7-3-5 0,7 3-2 16,0 0 0-16,0 0-6 0,0 0 0 0,0 0-4 15,0 0-3-15,0 0-1 0,-9 0 0 0,9 0-3 16,0 0 0-16,0 0-10 0,0 0 10 0,0 0-2 15,0 0 8-15,0 0-15 0,0 0 5 0,0 0 5 16,0 0-8-16,0 0-1 0,0 0 0 0,0 0-6 16,0 0 6-16,0 0-5 0,0 0 4 0,0 0-3 15,0 0 0-15,0 0-5 0,0 0 1 0,-2 9-1 16,2-9-2-16,0 0 5 0,0 0-5 0,0 0 2 16,11 10-3-16,-11-10 8 0,7 7-2 0,-3-4-3 0,-1 1 3 15,-3-4 3-15,13 5-7 0,-8-2 3 16,3 1 3-16,-4-2-3 0,4 1 2 0,-2 0 4 15,3 1-2-15,-3-3-1 0,3 2-5 0,-3 0 0 16,1 1 0-16,-1-2-2 0,3-1 5 0,-2 3-9 16,-1-2 6-16,3 1-2 0,-2 0 2 0,0 1 4 15,0-1-9-15,0 0 2 0,-1 1 1 0,2 0-5 16,0 0 7-16,-2-1-8 0,1 1-2 0,-1-1 3 0,0 0 0 16,1 1-1-16,-1-1 1 0,-1 1 1 15,2 0 2-15,0 0 0 0,-1 0-3 0,-2-1 0 16,2 2-3-16,-3-2-3 0,-3-3 5 0,8 8-1 0,-6-4 0 15,-2-4 0-15,7 7 9 0,-6-1-12 0,-1-6 9 16,-1 10-1-16,1-10 10 0,-8 17 2 16,-3-3 1-16,-6 4 1 0,-7 2-3 0,-3 3 1 15,-14 7-3-15,-6 2-15 0,-8 2-29 0,-26 13-51 16,0-4-47-16,-8 1-150 0,4 1-302 0,-11-7 134 16</inkml:trace>
  <inkml:trace contextRef="#ctx0" brushRef="#br0" timeOffset="142452.19">11744 4761 1 0,'0'0'13'16,"0"0"6"-16,0 0 0 0,0 0-3 0,0 0 2 15,0 0 0-15,0 0-4 0,0 0 0 0,0 0-3 16,0 0 0-16,0 0-4 0,0 0-8 0,0 0-6 16,0 0-19-16,0 0-28 0,0 0 13 0</inkml:trace>
  <inkml:trace contextRef="#ctx0" brushRef="#br0" timeOffset="143781.01">13277 8378 47 0,'0'0'165'0,"0"0"-13"0,4-7-7 0,-4 7-2 15,0 0-2-15,0 0-5 0,2-8-7 0,-2 8-11 16,0 0-13-16,0 0-13 0,0 0-4 0,0 0-12 16,0 0-8-16,0 0-4 0,0 0-9 0,0 0-4 15,0 0-5-15,10 15-3 0,-10-15-7 0,4 7 10 16,-2-2-2-16,-2-5 1 0,5 9 2 0,-3-4-6 16,-2-5-2-16,4 10 3 0,-2-6-11 0,-1 2-5 15,-1-6 2-15,2 8-5 0,-2-8-3 0,4 11-1 16,-1-4 1-16,-3-7-1 0,3 4-5 0,-3-4 8 0,4 6-5 15,-4-6 5-15,4 5 10 0,-4-5 2 0,0 0 4 16,0 0 1-16,0 0 2 0,4 4-1 16,-4-4 0-16,0 0-4 0,0 0-5 0,17-8-1 15,-9 1-5-15,1-1-2 0,7-2-3 0,8-4 0 0,3-4-3 16,3 0-4-16,1 3-9 0,3-5 0 16,9-6-3-16,1 4 2 0,-10 3-1 0,9-6 2 0,-9 8-2 15,-3 3-2-15,1-1 3 0,-3-1-3 0,-2 6 0 16,-2 0-1-16,-5 1 7 0,-2 1-7 15,-3 2 1-15,-1 0 0 0,-3 1-1 0,0 1 4 0,-1 0-4 16,-6 2 2-16,2 0-4 0,-6 2 6 0,11-5 1 16,-11 5 3-16,7-3 15 0,-7 3-3 0,0 0 7 15,7-3 5-15,-7 3-2 0,0 0 5 0,0 0-1 16,9-1 3-16,-9 1-8 0,0 0 1 0,0 0-1 16,0 0-4-16,0 0 0 0,7-2-1 0,-7 2-1 15,0 0-7-15,0 0 1 0,0 0-1 0,0 0-4 16,0 0-2-16,0 0-18 0,0 0-22 0,0 0-20 15,0 0-29-15,0 0-34 0,0 0-39 0,0 0-31 16,0 0-39-16,0 0-213 0,0 0-472 0,-32 3 209 16</inkml:trace>
  <inkml:trace contextRef="#ctx0" brushRef="#br0" timeOffset="147793.16">10758 10081 45 0,'0'0'35'0,"0"0"-22"0,0 0-14 15,0 0-15-15,0 0-16 0,0 0 7 0</inkml:trace>
  <inkml:trace contextRef="#ctx0" brushRef="#br0" timeOffset="151481.94">15042 9877 95 0,'7'-6'100'0,"-7"6"-13"0,0 0-4 16,0 0-13-16,0 0-10 0,0 0-13 0,0 0-21 15,0 0-27-15,0 0-19 0,0 0-12 0,0 0-55 16,0 0-92-16,0 0 41 0</inkml:trace>
  <inkml:trace contextRef="#ctx0" brushRef="#br0" timeOffset="152228.21">17686 9742 56 0,'8'-5'112'0,"-8"5"-13"0,0 0-11 0,0 0-5 15,0 0-9-15,0 0-12 0,0 0-13 0,0 0 7 16,0 0-11-16,0 0-6 0,0 0-2 0,0 0-16 16,0 0-17-16,0 0-18 0,0 0-15 0,0 0-19 15,0 0-19-15,0 0-45 0,0 0-120 0,-19 12 53 16</inkml:trace>
  <inkml:trace contextRef="#ctx0" brushRef="#br0" timeOffset="152938.46">18304 9726 5 0,'0'0'65'0,"0"0"2"15,0 0-7-15,0 0 4 0,0 0 1 0,0 0-4 16,0 0-17-16,0 0 5 0,0 0-3 0,0 0-7 16,0 0-5-16,0 0-3 0,0 0 4 0,0 0-8 15,0 0 1-15,0 0-7 0,0 0-1 0,0 0-8 16,0 0-9-16,0 0 13 0,0 0 2 0,0 0 3 15,0 0-3-15,0 0 10 0,0 0-8 0,0 0-5 16,0 0-10-16,0 0 7 0,0 0 2 0,0 0-3 16,0 0-7-16,0 0-10 0,0 0 8 0,0 0-8 15,0 0-10-15,0 0-15 0,0 0-5 0,0 0-14 16,0 0-11-16,0 0-65 0,-13-16-136 0,13 16 60 16</inkml:trace>
  <inkml:trace contextRef="#ctx0" brushRef="#br0" timeOffset="153762.23">12221 9877 76 0,'-4'-6'98'0,"4"6"-12"0,0 0 2 0,0 0-11 0,0 0-2 16,0 0 0-16,0 0-4 0,0 0-10 15,0 0 3-15,-5-4-10 0,5 4-3 0,0 0-8 16,0 0-1-16,0 0-10 0,0 0 3 0,0 0-5 0,0 0-4 16,0 0-1-16,0 0 5 0,0 0-4 15,0 0 3-15,0 0 2 0,0 0 11 0,0 0-7 16,0 0 6-16,0 0-2 0,0 0-5 0,0 0-1 0,0 0-7 16,0 0-4-16,0 0 1 0,0 0-10 0,0 0-1 15,0 0-9-15,0 0-8 0,0 0-18 0,0 0-11 16,0 0-18-16,0 0-9 0,0 0-11 0,0 0 5 15,0 0-10-15,0 0-15 0,0 0-86 0,0 0-193 16,1 21 87-16</inkml:trace>
  <inkml:trace contextRef="#ctx0" brushRef="#br0" timeOffset="154823.1">18687 9559 46 0,'0'0'60'0,"0"0"-3"0,0 0-1 15,0 0-2-15,0 0-3 0,0 0-7 0,0 0-5 16,0 0-6-16,0 0-3 0,0 0-8 0,0 0 4 15,0 0 1-15,0 0 1 0,0 0-9 0,0 0-3 16,0 0-2-16,0 0 9 0,0 0-8 0,0 0-6 16,0 0 3-16,0 0-4 0,0 0 3 0,0 0-1 15,0 0-2-15,0 0-3 0,0 0 4 0,0 0-1 16,0 0-2-16,0 0 4 0,0 0-11 0,0 0 6 16,0 0-5-16,0 0-3 0,0 0 9 0,0 0-1 0,0 0-3 15,0 0-2-15,0 0-2 0,0 0-3 0,0 0 5 16,0 0-5-16,0 0 9 0,0 0-7 15,0 0 7-15,0 0-3 0,0 0 1 0,0 0-3 16,0 0 0-16,0 0-6 0,0 0 13 0,0 0-2 0,0 0 3 16,0 0-7-16,0 0 4 0,0 0-5 0,0 0 1 15,0 0 1-15,0 0 0 0,0 0 2 0,0 0 3 16,0 0-3-16,0 0-1 0,0 0 1 0,0 0-7 16,0 0 2-16,0 0 6 0,0 0-8 0,0 0 4 15,0 0 4-15,0 0-2 0,0 0-3 0,0 0-3 16,0 0 9-16,0 0-8 0,0 0-2 0,0 0-4 15,0 0 1-15,0 0-8 0,0 0 8 0,0 0 4 16,0 0-1-16,0 0 7 0,0 0-11 0,0 0 2 16,0 0 2-16,0 0 5 0,0 0-5 0,0 0-10 15,0 0-2-15,0 0 1 0,0 0-4 0,0 0-4 16,0 0-6-16,0 0-6 0,0 0-4 0,-16-13-46 16,16 13-94-16,0 0 42 0</inkml:trace>
  <inkml:trace contextRef="#ctx0" brushRef="#br0" timeOffset="157247.18">18491 9399 23 0,'0'0'85'0,"0"0"4"0,0 0-10 0,0 0-4 16,0 0 0-16,0 0-20 0,0 0 10 0,0 0-6 15,0 0-11-15,0 0 4 0,0 0-1 0,1 8 1 16,-1-8-3-16,0 0-4 0,0 0 4 0,0 0 2 16,0 0-10-16,-3 11 0 0,3-11-2 0,0 0-7 15,0 0 6-15,0 8 9 0,0-8 0 0,0 0-9 16,0 9 5-16,0-9-11 0,0 0 0 0,3 8 0 15,-3-8 8-15,0 0-6 0,1 8 2 0,-1-8-7 16,3 7-1-16,-3-7 1 0,0 0-3 0,1 7-3 16,-1-7 1-16,0 0 0 0,0 0 7 0,0 8-1 15,0-8-4-15,0 0-5 0,0 0 0 0,0 0 2 16,0 0-2-16,1 8-2 0,-1-8-3 0,0 0-1 16,0 0-1-16,0 0-4 0,0 0 4 0,0 0 1 15,0 0-2-15,0 0 2 0,0 0 2 0,0 0-3 16,0 0 0-16,0 0-12 0,3 5 10 0,-3-5 2 15,0 0-3-15,0 0-2 0,0 0-4 0,0 0 5 16,0 0-3-16,0 0 7 0,0 0-6 0,0 0 3 0,0 0-2 16,0 0 3-16,0 0-1 0,0 0 3 0,0 0-3 15,8 1 0-15,-8-1-2 0,0 0 1 16,0 0 0-16,0 0-3 0,0 0 1 0,0 0 2 16,0 0-4-16,0 0 5 0,0 0-3 0,0 0 0 0,0 0-2 15,0 0 2-15,0 0 5 0,0 0-5 0,0 0-3 16,12-6 1-16,-12 6-2 0,0 0-3 0,0 0 2 15,0 0 0-15,7-4 4 0,-7 4-3 0,0 0 4 16,0 0-2-16,0 0 0 0,7-3 0 0,-7 3-1 16,0 0 9-16,0 0 0 0,0 0 4 0,0 0-2 15,0 0 4-15,0 0-1 0,0 0 1 0,0 0-1 16,0 0 1-16,0 0-2 0,0 0-2 0,0 0-4 16,0 0 2-16,0 0-2 0,0 0 0 0,0 0-4 15,0 0 3-15,0 0-1 0,0 0-1 0,0 0-4 16,0 0 1-16,0 0-2 0,0 0 2 0,0 0-2 15,0 0 3-15,0 0-4 0,0 0-1 0,0 0 0 16,0 0 4-16,0 0-3 0,0 0 5 0,0 0-3 16,0 0-4-16,7-2 0 0,-7 2-1 0,0 0 2 15,0 0-1-15,0 0 0 0,0 0 2 0,0 0-4 0,0 0 2 16,0 0-1-16,0 0 2 0,0 0-3 16,0 0 9-16,0 0-6 0,5-4-1 0,-5 4 1 15,0 0-1-15,6-3-2 0,-6 3 5 0,8-5-4 16,-3 1 2-16,3 1 0 0,-3-1 1 0,1 0-5 0,1 0 0 15,2-4 2-15,-3 4-1 0,2-3-1 0,-1 0 4 16,1 1-2-16,-2 0 3 0,2-1-3 16,1 1 0-16,-1-2-3 0,-2 0 4 0,1 1-2 15,1 0 3-15,-3 2-3 0,2 0 1 0,-1-2-2 0,-1 2 1 16,0-1 1-16,0 0 5 0,2-1-6 0,-3 3 0 16,0-1 0-16,-4 5 3 0,7-9-7 0,0 7 3 15,-7 2-1-15,6-6 3 0,-1 3-1 0,-1-1-1 16,-4 4-3-16,9-5 8 0,-9 5-2 0,8-6 2 15,-3 2-3-15,-5 4-2 0,7-4 4 0,-7 4-4 16,7-6 1-16,-7 6 4 0,5-1-5 0,-5 1-1 16,0 0 2-16,0 0 2 0,6-6-1 15,-6 6-1-15,0 0-1 0,0 0 6 0,0 0-4 0,0 0 0 16,8-2 0-16,-8 2 5 0,0 0-5 0,0 0 3 16,0 0-1-16,0 0 2 0,0 0 1 0,5-3 0 15,-5 3 1-15,0 0 0 0,0 0-2 0,0 0 2 16,0 0 0-16,0 0 3 0,5-5-5 0,-5 5 2 15,0 0-1-15,0 0 5 0,0 0-7 0,4-5 5 16,-4 5-5-16,0 0 2 0,0 0-1 0,0 0 0 16,0 0-1-16,8-3 2 0,-8 3-3 0,0 0-1 15,0 0 4-15,0 0-1 0,0 0-4 0,5-4 3 16,-5 4-2-16,0 0 8 0,0 0-7 0,0 0 4 16,0 0-1-16,0 0 0 0,0 0 0 0,0 0 7 15,0 0-5-15,0 0-5 0,0 0 4 0,0 0 1 0,0 0-2 16,0 0 0-16,4-5-1 0,-4 5 3 0,0 0-4 15,0 0 5-15,0 0-3 0,0 0 2 16,0 0 0-16,0 0 2 0,0 0-4 0,0 0-1 0,0 0 0 16,0 0 0-16,0 0 0 0,0 0 3 15,0 0-3-15,0 0 0 0,0 0-3 0,0 0 5 0,0 0-5 16,0 0 3-16,0 0-1 0,0 0 0 16,0 0 0-16,0 0 1 0,0 0-4 0,0 0 2 0,0 0-2 15,0 0 1-15,0 0 0 0,0 0 1 0,0 0-3 16,0 0 3-16,0 0 1 0,0 0-3 0,0 0-2 15,0 0 4-15,0 0-5 0,0 0 5 0,0 0 1 16,0 0 0-16,0 0-3 0,0 0 0 0,0 0 0 16,0 0 2-16,0 0 0 0,0 0 5 0,0 0-9 15,0 0 3-15,0 0 0 0,0 0 3 0,0 0 3 16,0 0-6-16,0 0-2 0,0 0 0 0,0 0 3 16,0 0-1-16,0 0-2 0,0 0 4 0,0 0-3 15,0 0-2-15,0 0 1 0,0 0 2 0,0 0-1 16,0 0 0-16,0 0-1 0,0 0 4 0,0 0-3 15,0 0 2-15,0 0 0 0,0 0-1 0,0 0 0 16,0 0 7-16,0 0-1 0,0 0 4 0,0 0-4 16,0 0 0-16,0 0 0 0,0 0 1 0,0 0-4 15,0 0 4-15,0 0-4 0,0 0 2 0,0 0 0 16,0 0-2-16,0 0 0 0,0 0-3 0,0 0-1 16,0 0 3-16,0 0-2 0,0 0 0 0,0 0 0 15,0 0-1-15,0 0 1 0,0 0 1 0,0 0-2 16,0 0 5-16,0 0-5 0,0 0 3 0,0 0-4 15,0 0 3-15,0 0-3 0,0 0 2 0,0 0 3 16,0 0-4-16,0 0 0 0,0 0-3 0,0 0 4 16,0 0-1-16,0 0-1 0,0 0 4 0,0 0-5 15,0 0 5-15,0 0-4 0,0 0 1 0,0 0 0 16,0 0-1-16,0 0-2 0,0 0 5 0,0 0-2 0,0 0-3 16,0 0 4-16,0 0 4 0,0 0-6 0,0 0 4 15,0 0-4-15,0 0 13 0,0 0-14 16,0 0-1-16,0 0 9 0,0 0-5 0,0 0-3 0,0 0 0 15,0 0 2-15,0 0 1 0,0 0-4 0,0 0 5 16,0 0-5-16,0 0 5 0,0 0 5 0,0 0-4 16,0 0-9-16,0 0 5 0,0 0-2 0,0 0 6 15,0 0-4-15,0 0 3 0,0 0-3 0,0 0-1 16,0 0 5-16,0 0-5 0,0 0-2 0,0 0 0 16,0 0-6-16,0 0-7 0,0 0-4 0,0 0-5 15,0 0-8-15,0 0-8 0,0 0-18 0,0 0-21 16,0 0-35-16,0 0-36 0,0 0-34 0,0 0-32 15,0 0-174-15,-27 1-424 0,17-2 188 0</inkml:trace>
  <inkml:trace contextRef="#ctx0" brushRef="#br0" timeOffset="174147.21">18909 3132 92 0,'0'0'234'0,"0"0"-13"0,-4-11-8 0,4 11-10 0,0 0-12 16,-4-14-16-16,4 14-5 0,-4-4-8 0,4 4-8 15,-5-6-18-15,5 6-12 0,-5-8-11 0,5 8-13 16,-10-4-9-16,3 1-6 0,-3 0-13 0,1 3-4 16,-1-1-14-16,-3 1 2 0,0 1-8 0,-2 2-1 15,-3-3-9-15,-2 6 3 0,0 2-3 0,-8 1-2 16,4 2 0-16,-3-2-2 0,7 1-3 0,3 1-4 16,-6 2-6-16,8-1-1 0,1 0 1 0,1 2-4 15,0 0 1-15,3-1-5 0,1 0-1 0,0-2-1 16,7 1-2-16,0-1 4 0,1 1-3 0,1-1-1 15,3 1 0-15,0-1 1 0,6 0 1 0,-2 0-2 16,2 2 1-16,5-2 1 0,1-4 0 0,3 2 0 16,1-3-2-16,0-3 1 0,3 3 3 0,-4-4-5 15,4 0-7-15,4-2 6 0,-6 0 2 0,0-1 0 16,-1-2-3-16,-6 0 5 0,-3 0-5 0,2 0 3 16,-3 2-1-16,-2-1 8 0,-7 2 5 0,10-4 1 15,-7-1-3-15,-3 5-3 0,3-7-1 0,-3 7 3 16,0 0-2-16,0 0-2 0,-13-11 2 0,7 8-6 15,-5 2 0-15,0-1-4 0,-3 6 0 0,-2 2 7 16,0 0-8-16,-5-1 1 0,2 4-1 0,-6 3-1 16,0 2 3-16,2 2-5 0,7-5 4 0,-1-1-3 15,6 1 5-15,-1 0-6 0,2-2-1 0,2 0 6 16,2 0-2-16,3 0-2 0,-1-2-9 0,4 0 14 16,0-7-2-16,4 14 2 0,1-6-11 0,0-3 17 15,6 1 4-15,3-3-10 0,1 2 6 16,8-1-5-16,-1-3-18 0,-2 3-3 0,7-4-35 15,-5 0-34-15,-4-1-39 0,1 0-36 0,0-2-39 0,0 0-28 16,0-1-65-16,-2-1-159 0,-2-1-483 0,-2 1 213 16</inkml:trace>
  <inkml:trace contextRef="#ctx0" brushRef="#br0" timeOffset="174379.38">18965 3314 259 0,'0'0'276'0,"-3"-7"-15"0,3 7-17 15,0 0-21-15,0-9-17 0,0 9-14 0,0 0-22 16,0 0-20-16,0 0-25 0,0 0 4 0,0 0-2 16,0 0-11-16,0 0 16 0,18 19-2 15,-8-6-3-15,2-1 2 0,-2 2-9 0,3-1-14 16,0 2-6-16,-1-1-16 0,0-1 4 0,1 0-12 16,-1 0-13-16,1-1-2 0,0-1-10 0,-3 2-10 15,1-5-26-15,0-1-35 0,3 3-42 0,-5-3-37 16,2 0-46-16,-3-2-53 0,2-1-48 0,1-1-56 15,-6 0-154-15,-5-3-492 0,15 1 219 0</inkml:trace>
  <inkml:trace contextRef="#ctx0" brushRef="#br0" timeOffset="174563.25">19291 3314 17 0,'-8'-7'278'15,"2"3"-16"-15,-3-1-17 0,-1 1-18 0,-1 4-13 16,0 2-9-16,-7 4-7 0,0 3-9 0,-4 7-6 15,-2-1-12-15,1 0-15 0,-1 1-14 0,4 2-8 16,5-5-17-16,1 0-13 0,0 3-9 0,3-3-17 16,-1 1-31-16,1 0-40 0,2-1-47 0,3-2-46 15,1-2-56-15,4-2-60 0,1 0-232 0,0-7-469 16,0 0 208-16</inkml:trace>
  <inkml:trace contextRef="#ctx0" brushRef="#br0" timeOffset="174718.3">19309 3380 2159 0,'9'-6'167'0,"-1"0"-26"0,-4 1-29 0,0 3-11 16,0-3-13-16,-4 5 1 0,0 0-15 0,4-7-17 15,-4 7-4-15,0 0-7 0,4-5-14 0,-4 5 6 16,0 0-9-16,0 0-4 0,0 0-20 16,0 0-33-16,11 11-42 0,-11-11-63 0,4 11-67 0,0-5-71 15,-4-6-148-15,2 17-455 0,-2-7 202 0</inkml:trace>
  <inkml:trace contextRef="#ctx0" brushRef="#br0" timeOffset="174997.23">18834 3771 2274 0,'-47'18'150'0,"15"-9"-37"0,3 0-5 15,10-4-3-15,3 2 5 0,7-5-13 0,1 4-19 0,8-6-14 16,-7 3 17-16,7-3 10 0,0 0 14 15,33-1 10-15,-3-3-4 0,6-4 0 0,18-3-10 16,5-3-19-16,4 0 6 0,2 2-2 0,-4-2-12 16,-2 0-3-16,-3 3-14 0,-7 0-9 0,-15 5 7 15,0 2-9-15,-6-3-13 0,-9 6 0 0,-5 0-3 16,-3-1-6-16,-3 0 3 0,-8 2-5 0,22-2 1 16,-16 0 1-16,-6 2-1 0,0 0-7 0,13-2 4 15,-13 2-5-15,0 0-4 0,10-2-14 0,-10 2-26 16,0 0-49-16,0 0-58 0,0 0-72 0,0 0-93 15,0 0-361-15,0 0-716 0,0 0 317 0</inkml:trace>
  <inkml:trace contextRef="#ctx0" brushRef="#br0" timeOffset="177347.78">21006 3927 154 0,'-3'-8'189'0,"3"8"-3"0,-1-9-2 15,1 9 0-15,0 0-17 0,-4-7-2 0,4 7-12 16,0 0-9-16,-4-5-10 0,4 5-7 0,0 0-9 16,0 0-11-16,0 0-13 0,0 0-7 0,-9-3-11 15,9 3-8-15,0 0-6 0,0 0-6 0,0 0-2 16,0 0-8-16,-16 3-5 0,16-3 1 16,-9 7-6-16,4-2-5 0,0 2-3 0,-2 0-1 0,1 1 0 15,-1 2 1-15,1-1-5 0,1 1 0 0,-2 1-4 16,2-1 2-16,0 0-5 0,0 0-2 0,0 2 0 15,3-1 0-15,-1 1-2 0,2-2 1 0,-2 3-2 16,2-2 2-16,1 1-3 0,0 0 1 0,0-1-2 16,0-3 4-16,0 3-1 0,1-2 1 0,3 0-1 15,0-2 4-15,-2-1 1 0,5 2 0 0,-4-1 1 16,3-3 2-16,-1 2 2 0,1-2-4 0,-1 0 3 16,2-1-4-16,0 0 0 0,0 0 9 0,3-3-5 15,-1 2 3-15,1-1 1 0,0-2-3 0,3-1-7 16,1 0 4-16,4-2-2 0,-1 0 0 0,1-1-4 15,-1-3 3-15,-6 2-6 0,3-1-1 0,2-2 3 16,-4 3-1-16,-1-1-2 0,0 1 1 0,-2-1-1 16,3-5-4-16,-1 4 4 0,-2-3-2 0,-1 2 2 15,0 0-6-15,0-1 0 0,-2 1 3 0,-1 0 6 16,3-1-4-16,-3 0 4 0,-1 1 4 0,-2-2-1 16,0-1 1-16,-2 1-2 0,1 1 1 0,-2-1-7 15,1 11 9-15,-4-20 0 0,1 13 0 0,-3-2-5 16,-2 0 12-16,2-1-19 0,-3 4 8 0,0-4-4 15,-6 0-2-15,-1 4 1 0,-3 1-2 0,0 0 6 16,0 1-12-16,0 2 4 0,2 1 1 0,-3-1 0 16,-1 4-2-16,3-4 8 0,0 6-11 0,4-3-2 15,-4 1-1-15,4 1 2 0,2-1-12 0,-1-1-20 16,1 3-18-16,3 0-20 0,-1-1-23 0,2 0-22 16,2 1-24-16,4 1-21 0,-2 5-54 0,4-10-34 15,1 14-208-15,-1-14-495 0,6 19 219 16</inkml:trace>
  <inkml:trace contextRef="#ctx0" brushRef="#br0" timeOffset="178155.28">21297 4087 157 0,'0'0'161'0,"-7"-5"-6"16,7 5-2-16,0 0-11 0,0 0-7 0,0 0-8 15,-8-4-5-15,8 4-10 0,0 0-8 0,0 0 0 16,-8-2-7-16,8 2-2 0,0 0-9 0,0 0-1 15,0 0-6-15,0 0-6 0,0 0-1 0,0 0-8 16,0 0-2-16,0 0-7 0,0 0-3 0,0 0-2 16,0 0-6-16,0 0-2 0,0 0-7 0,0 0 0 15,0 0-5-15,0 0-3 0,0 0-3 0,0 0 4 16,0 0 9-16,0 0 6 0,24 0-1 0,-11-1 2 16,6 0 10-16,8 0 2 0,4 1-13 0,3-3 0 15,2-1-2-15,3 0-4 0,13-1-1 0,0 1-1 16,2-2 0-16,-3 0-1 0,-1 3-3 0,2 0-3 15,-1-2-3-15,-11 2 3 0,12-1-3 0,-2 1 1 16,1 0-1-16,-12-1-1 0,13 1 0 0,-13 0-3 16,1 1 0-16,12-1-3 0,-1 2 2 0,-13-2-4 15,-1 1 5-15,3-1-2 0,-2-1 4 0,-3 3 4 16,0 0-4-16,-1-1 5 0,-4-1 4 0,1 1 0 16,-9 0-2-16,-1 1 0 0,-1-2 1 15,0 1 5-15,-5 0-5 0,-1 1-5 0,-2-2 2 0,-1 3-3 16,-11 0-1-16,14 0 3 0,-14 0-4 0,11-1-5 15,-11 1 4-15,11-2-6 0,-11 2 1 0,0 0-15 16,0 0 14-16,0 0-9 0,13 0 5 0,-13 0-4 16,0 0 8-16,0 0 4 0,0 0 1 0,0 0 6 15,0 0 10-15,0 0 2 0,0 0 3 0,0 0 6 16,0 0 3-16,0 0-1 0,0 0 2 0,0 0 1 16,0 0-2-16,0 0-2 0,11-3-8 0,-11 3-2 15,0 0-1-15,0 0-3 0,0 0-2 0,0 0-8 16,0 0-4-16,0 0 1 0,0 0-4 0,0 0-18 15,0 0-25-15,0 0-39 0,0 0-44 0,0 0-50 16,0 0-56-16,0 0-56 0,0 0-68 0,0 0-42 16,0 0-191-16,0 0-618 0,0 0 273 0</inkml:trace>
  <inkml:trace contextRef="#ctx0" brushRef="#br0" timeOffset="179997.99">22780 3778 64 0,'2'-10'180'15,"-2"4"2"-15,0 6-4 0,0-9 6 0,0 9 0 16,0 0 1-16,-1-12-4 0,1 12-1 0,-3-6-9 15,3 6-12-15,0 0 0 0,0 0-22 0,0-10-8 16,0 10-14-16,0 0-10 0,0 0-10 0,0 0-11 16,0 0-9-16,0 0-10 0,0 0-3 0,0 0-12 15,0 0-7-15,0 0-5 0,0 0 2 0,0 0-15 16,0 0 1-16,0 0-6 0,0 0 0 0,0 0-3 16,5 30 5-16,-3-14 4 0,0 5 4 0,1 4 2 15,-2 0 1-15,2 3 9 0,-1-5-6 0,0 3 2 16,-2 1-6-16,3-3 0 0,-1 1-1 0,1-6 1 15,1 0 4-15,1 5-8 0,-1-5 9 0,-1-2 1 16,1-1-2-16,-2-4-4 0,2 4 10 0,-1-5-19 16,0-2 1-16,0 3-4 0,-1-4 5 0,1-1-10 15,1 1 3-15,-3-2-4 0,2-1 2 0,-3-5-3 16,4 10-3-16,-4-10 5 0,1 8-3 0,-1-8-1 16,0 0-5-16,4 6-13 0,-4-6-12 0,0 0-17 15,0 0-28-15,0 0-36 0,0 0-39 0,0 0-46 16,0 0-47-16,0 0-31 0,0 0-232 0,5-27-535 15,-1 16 238-15</inkml:trace>
  <inkml:trace contextRef="#ctx0" brushRef="#br0" timeOffset="180546.87">22801 3702 198 0,'0'0'202'16,"-9"-4"-11"-16,9 4-12 0,-7-3-17 0,7 3-12 15,0 0-13-15,-5-3-9 0,5 3-18 0,0 0-13 16,0 0-6-16,0 0-2 0,0 0 1 0,0 0 0 16,23 10 1-16,-11-5 4 0,1 1-15 0,4-1-4 15,0 2-9-15,2-2-8 0,7 2 0 0,-5-2 4 16,8 3 6-16,2-2-1 0,1 2 2 0,2 1-5 15,-2-3-6-15,-1 2-6 0,-2 0-2 0,1 1-8 16,-6-1-3-16,3-1-5 0,-8-2-6 0,3 0 0 16,-3 0-3-16,0-1-1 0,-1 3-1 0,-1-2-7 15,-4-2 1-15,0 1-2 0,-1 1-3 0,-3-2 0 16,-1-1-1-16,-2 1-3 0,0-1 1 0,-6-2-2 16,11 3 0-16,-11-3-1 0,10 3 0 0,-5-2 1 15,-5-1-4-15,8 2-1 0,-8-2 2 0,6 2-3 16,-6-2-2-16,0 0 6 0,8 2-4 0,-8-2 2 15,0 0-5-15,0 0 1 0,0 0 0 0,5 4 1 16,-5-4 2-16,0 0 0 0,0 0 2 0,0 0-5 16,0 0 3-16,-8 18 13 0,8-18-7 0,-9 10-3 15,2-3 3-15,-1 1-3 0,-4-1 0 0,3 1 1 16,-3 4 7-16,-5-1-9 0,-3 6-1 0,-1 1 2 16,-4 0 1-16,-1 0 2 0,-1 1 2 0,-2 0 1 15,-3 3 0-15,-1-3-6 0,1 1 3 0,-11 5-3 16,9-6 2-16,3-1-3 0,1-3 2 0,-2 2-3 15,5-5-3-15,8-2-1 0,1-1-18 0,2-2-22 16,6-1-17-16,-1-1-22 0,2 0-29 0,0 2-34 16,1-4-33-16,8-3-42 0,-9 6-32 0,9-6-164 15,-9 5-448-15,9-5 199 0</inkml:trace>
  <inkml:trace contextRef="#ctx0" brushRef="#br0" timeOffset="181374.44">23534 3709 101 0,'0'0'191'0,"0"0"-5"15,-5-7-12-15,5 7 4 0,0 0-1 0,0 0-4 16,-7-5-5-16,7 5-7 0,0 0-6 0,-1-6-8 15,1 6-10-15,0 0-7 0,-4-7-7 0,4 7-5 0,0 0-6 16,0 0-1-16,-5-10-1 0,5 10-1 16,0 0-6-16,-4-6-5 0,4 6-9 0,0 0-6 15,0 0-8-15,-4-8-7 0,4 8-8 0,0 0-1 16,-1-7-9-16,1 7-6 0,0 0-1 0,-5-6-3 16,5 6-1-16,0 0-5 0,0 0-3 0,0 0-1 15,-5-5-7-15,5 5-3 0,0 0 3 0,0 0-7 0,0 0 4 16,0 0-4-16,0 0-5 0,0 0 4 15,0 0-9-15,0 0 3 0,0 0-1 0,0 0-3 16,0 0-2-16,0 0 1 0,0 0-2 0,0 0-3 16,0 0 0-16,0 0-5 0,0 0 3 0,0 0 5 15,0 0-4-15,0 0-1 0,-5 23-3 0,3-11 5 16,1-2-1-16,2 5-3 0,-2 3 8 0,0 7 0 16,-2 0-1-16,2 0 3 0,0 1 5 0,1 0 3 15,0 0 5-15,-1 2-4 0,1-2 0 0,2 0 1 16,2 0 4-16,-3-3 4 0,0-2 6 0,1 3-2 15,-1-5 2-15,1 0-3 0,0-2 0 0,-1 1 0 16,0-1 1-16,1 1-7 0,1-2 11 0,-1 0-11 16,0-5-10-16,-2-1 12 0,3 1-9 0,-2-3 6 15,-1-1-2-15,1 1-5 0,-1-8 15 0,2 11-9 16,-2-11-10-16,0 10 3 0,0-10-2 0,0 6 1 16,0-6 2-16,0 0-6 0,2 8-6 0,-2-8 11 15,0 0-11-15,0 0-17 0,0 0-8 0,0 0-43 16,4 5-35-16,-4-5-35 0,0 0-46 0,0 0-61 15,0 0-62-15,0 0-256 0,0 0-611 0,0 0 271 0</inkml:trace>
  <inkml:trace contextRef="#ctx0" brushRef="#br0" timeOffset="182029.13">23499 3970 3 0,'0'0'162'0,"0"0"-7"16,0 0-7-16,0 0-10 0,0 0-1 0,0 0-5 15,-5-4 1-15,5 4-9 0,0 0-2 0,0 0-3 16,-6-3 2-16,6 3-2 0,0 0-1 0,0 0 2 16,0 0-11-16,0 0-6 0,0 0-7 0,0 0-10 15,0 0-7-15,0 0-9 0,0 0-6 0,0 0-5 16,0 0 1-16,0 0-2 0,0 0 2 0,38 2-1 16,-10-6-3-16,7 4-6 0,0-4 3 0,20-2-6 15,3 2 0-15,-2-1-3 0,4 1-1 16,0 0-9-16,-2 0 1 0,1 1-5 0,-2-4-2 0,-1 4-6 15,-3 1 4-15,-2-2-6 0,1 1-2 0,-15 2-1 16,1-4-2-16,-2 3 4 0,0 2-6 0,-4-2 4 16,-4 0-1-16,2 1 7 0,-12 1 4 15,-2-2 2-15,-3 2 7 0,-1-2 12 0,-2 2 3 16,-10 0 16-16,12 0-1 0,-12 0-8 0,0 0 0 16,14 0 6-16,-14 0-3 0,0 0 2 0,0 0-4 0,12-2-2 15,-12 2-2-15,0 0-2 0,0 0-5 0,0 0-5 16,0 0-8-16,0 0 0 0,0 0-22 0,0 0-32 15,0 0-43-15,0 0-50 0,0 0-58 0,0 0-66 16,0 0-81-16,0 0-273 0,0 0-639 16,-41 9 283-16</inkml:trace>
  <inkml:trace contextRef="#ctx0" brushRef="#br0" timeOffset="182780.3">24744 3603 168 0,'0'0'223'16,"-3"-8"-14"-16,3 8-10 0,-1-8-7 0,1 8-2 16,-4-9-3-16,4 9-4 0,-1-7-6 0,1 7-4 15,0 0-4-15,-3-8-20 0,3 8-12 0,0 0-12 16,0 0-16-16,0 0-12 0,0 0-11 0,0 0-13 16,0 0-11-16,0 0-6 0,0 0-5 0,0 0-3 15,-2 22-2-15,3-2 5 0,0-1-4 0,-1 8-2 16,2 4 8-16,-1 2 16 0,-1 1-4 0,4-1-5 15,-3 2-1-15,0 12-7 0,1-15 11 0,0 2 6 16,3-1-1-16,-5-1-8 0,0-3-1 0,2 2 1 16,-2-4-5-16,-2-2-8 0,4-4-5 0,-2 4 1 15,2-7-4-15,-1 0-5 0,-1-1-12 0,2-6 12 16,-1 2-8-16,-4-4 6 0,5 2-9 0,-2-11 1 16,0 16-6-16,1-8 1 0,-1-8-4 0,0 0-2 15,1 13 5-15,-1-13-4 0,0 0-4 0,0 0 6 16,-1 12-6-16,1-12-24 0,0 0-28 0,0 0-32 15,0 0-40-15,0 0-37 0,0 0-36 0,0 0-35 16,-17-25-42-16,15 14-37 0,1-1-228 0,-1-3-574 16,5-4 254-16</inkml:trace>
  <inkml:trace contextRef="#ctx0" brushRef="#br0" timeOffset="183313.03">24635 3601 84 0,'0'0'183'0,"0"0"-16"0,-7-5-13 0,7 5-14 15,0 0-13-15,0 0-14 0,0 0-7 0,0 0-1 16,0 0-6-16,0 0 10 0,0 0-8 0,0 0-6 15,21 21-3-15,-8-15 2 0,3 1-2 16,1 1-6-16,1 0-5 0,8 3 0 0,1 0-3 16,-7-2-3-16,9-1 1 0,-2 0-3 0,3 1-4 0,-1 3-4 15,2-5-7-15,-3 5-2 0,5-5-8 0,-2 3 7 16,-3-1-13-16,1 2 2 0,0-5 1 0,-1 3-2 16,-1 1-2-16,-7-4 0 0,5 4 5 0,-5-2-13 15,-3 0-5-15,0-2 0 0,1-2-5 16,-5 1-4-16,-1-1 1 0,-1 0-3 0,-1-1-1 15,0 3-4-15,-3-2 2 0,-7-4-3 0,11 4-3 0,-11-4 2 16,9 4 1-16,-9-4-3 0,9 3-2 0,-9-3-2 16,0 0 2-16,5 5 1 0,-5-5-5 0,0 0 6 15,0 0 1-15,0 0 5 0,-9 13 3 16,9-13 0-16,-12 10 0 0,1-4 0 0,-7 5-1 16,0-3 0-16,-6 7-4 0,-4-2-4 0,1-2 1 15,-5 5 3-15,-1 1 2 0,-11 5-6 0,12-2 9 0,-15 7-9 16,4-2-1-16,12-7 3 0,-3 2-3 0,5-4 0 15,2 2-6-15,0 0 1 0,4-3 4 0,-2 0-1 16,10-4-3-16,-4 1-9 0,3-2-15 16,2 1-23-16,3 1-26 0,1-4-26 0,1-3-35 15,-2 1-45-15,5-2-50 0,6-4-32 0,-9 7-171 16,9-7-465-16,-10 3 206 0</inkml:trace>
  <inkml:trace contextRef="#ctx0" brushRef="#br0" timeOffset="183863.15">25370 3588 47 0,'0'0'209'16,"-1"-7"2"-16,1 7 5 0,0 0-4 0,-3-10-2 15,3 10-4-15,0 0-9 0,-1-7-15 0,1 7-6 16,0 0-18-16,0 0-15 0,0 0-13 0,0 0-13 16,-1-9-14-16,1 9-11 0,0 0-10 0,0 0-14 15,0 0-11-15,0 0-4 0,0 0-5 0,0 0-2 16,2 34-5-16,-2-16 6 0,3 8 2 0,2 6 5 15,-5 0 17-15,3 12 6 0,-1-9-5 0,-1 10-7 16,-1-10 3-16,2-2-3 0,-5 3 3 0,4-2 8 16,-1-1-14-16,0 0-7 0,2-1 4 0,-1-4-9 15,1 1-3-15,-5-3-2 0,4-2-11 0,3-6 0 16,-6 0-11-16,4-1 0 0,-2 0-2 0,0-2-26 16,0-1-22-16,0-3-24 0,0 0-33 0,0-1-25 15,0-10-25-15,-2 15-27 0,2-15-41 0,0 13-42 16,0-13-42-16,-5 9-192 0,5-9-517 0,0 0 228 15</inkml:trace>
  <inkml:trace contextRef="#ctx0" brushRef="#br0" timeOffset="184404.75">25399 3898 198 0,'0'0'203'0,"0"0"-8"0,-12-2-8 0,12 2-8 0,0 0-8 16,-8 0-12-16,8 0-9 0,0 0-13 0,0 0-13 15,0 0-11-15,0 0-9 0,0 0-3 0,0 0-1 16,0 0-9-16,28-4 2 0,2 3-5 16,-1 2-1-16,9-4-5 0,12 1-11 0,6-3-1 15,2 2 14-15,3 2-8 0,2-5-6 0,2 0-4 16,-2 0-2-16,-2-1-7 0,-2 4-1 0,3-1-7 0,-4-4 2 15,0 6-4-15,-1-7 6 0,-17 6 2 0,14-1-1 16,-16 1 2-16,-1-2 13 0,-2 4-8 16,-5-5 2-16,-1 3 1 0,-10 1 3 0,0 0 4 15,-8 0 0-15,1 1 7 0,0-1-1 0,-1 2-2 16,-5-2 0-16,-6 2-10 0,11-2 1 0,-11 2-9 16,8 0-9-16,-8 0-3 0,0 0-8 0,12 2 0 0,-12-2-11 15,0 0 7-15,0 0-4 0,7 0-5 16,-7 0-5-16,0 0 2 0,0 0-7 0,0 0-2 15,0 0-13-15,0 0-23 0,0 0-19 0,0 0-27 16,0 0-37-16,0 0-42 0,0 0-43 0,0 0-58 16,0 0-62-16,0 0-305 0,0 0-667 0,0 0 296 0</inkml:trace>
  <inkml:trace contextRef="#ctx0" brushRef="#br0" timeOffset="186779.3">26540 3788 87 0,'0'0'93'0,"-7"0"-4"0,7 0-7 0,-11 1 0 16,11-1-13-16,0 0-8 0,-13-1-1 16,13 1-4-16,0 0-6 0,-10 1-6 0,10-1 2 0,0 0 0 15,-11 2 1-15,11-2-5 0,-6 2-5 16,6-2 11-16,-7 2-18 0,7-2 10 0,-7 3-5 15,7-3 6-15,0 0-1 0,-5 4 0 0,5-4 9 16,0 0-6-16,0 0-1 0,0 0-1 0,0 0-1 16,0 0-8-16,-7 4 4 0,7-4-13 0,0 0 0 15,0 0 4-15,0 0 4 0,0 0-1 0,34-2-1 0,-16 2 2 16,2-2-2-16,9 0-5 0,1 0 2 0,3-1-1 16,4 0-3-16,-1 2 3 0,-1-1-1 0,1-2 4 15,0 0-4-15,-2 1 1 0,1-1 2 16,2-2-1-16,-5 2-1 0,-5-1 0 0,-8 5 0 15,10-4-9-15,-10 2 7 0,-2 1 1 0,2-2-4 0,-7 3 7 16,1-2 2-16,2 0 3 0,-3-1-4 0,0 2 4 16,-1-1 4-16,-5 2-7 0,-6 0-6 15,13-1 9-15,-13 1 3 0,9-1 0 0,-9 1 6 0,6-4-1 16,-6 4-2-16,0 0-2 0,10-1-4 16,-10 1-3-16,0 0-1 0,0 0 5 0,0 0-12 15,0 0 2-15,0 0-8 0,0 0 2 0,0 0-6 0,0 0-9 16,0 0-7-16,10 0-23 0,-10 0-25 0,0 0-17 15,0 0-23-15,0 0-26 0,0 0-26 0,0 0-27 16,0 0-33-16,0 0-132 0,0 0-365 16,-24 13 163-16</inkml:trace>
  <inkml:trace contextRef="#ctx0" brushRef="#br0" timeOffset="187230.29">27269 3702 16 0,'0'0'184'0,"0"0"-4"0,0 0 0 16,-24-1-9-16,24 1-6 0,0 0-8 16,-18 1-11-16,18-1-8 0,-11 3-9 0,5-1-11 15,-2 0-16-15,2 2-7 0,1-1-8 0,-1 2-9 16,-4 1-2-16,4 1-7 0,-1-2-5 0,1 2-6 15,-1 0-2-15,2 3-6 0,0-2-1 0,1 2-2 16,0-3 1-16,-1 1-5 0,5 2-1 0,-2-2-6 16,2-8 1-16,2 16 4 0,-4-9-3 0,4 1-2 15,2-3 2-15,1 2 2 0,-1 0 12 0,3-2-7 16,2 0 1-16,0-2-5 0,2 1 4 0,1-3-5 16,3 0-4-16,-1-2 0 0,-1 1-2 0,3-3-1 15,-1 1 0-15,-2-1 0 0,0-1 7 0,-1 0-7 16,0-2 4-16,1 1 0 0,-1-2-2 0,1-3-3 15,-4 1-3-15,1 1 4 0,-4 1 5 0,1-3 1 16,-3-1 2-16,-2-1-1 0,-2 2-8 0,-2-1-3 16,0 2-5-16,0-1 0 0,-3 2-4 0,-1-2-5 15,-2 2-3-15,-1 0-2 0,-1 3-7 0,0-1-5 16,-3 2-19-16,-5 4-16 0,0-1-24 0,-2 3-18 16,-2 3-31-16,3 1-39 0,-6 5-65 0,5-3-51 15,3 2-228-15,-2-2-532 0,4 1 235 0</inkml:trace>
  <inkml:trace contextRef="#ctx0" brushRef="#br0" timeOffset="189580.73">20152 3692 61 0,'-9'0'127'0,"-1"0"3"0,1-1-1 0,9 1-2 16,-14 0 0-16,14 0-7 0,-12-2-12 0,5 1-1 15,7 1-7-15,-11 1-7 0,11-1-5 0,-9 2-5 16,9-2-5-16,-10 0 1 0,10 0-6 0,0 0-9 16,0 0-7-16,0 0-3 0,-9 1-2 0,9-1-12 15,0 0 3-15,0 0-2 0,0 0 4 0,0 0 6 16,0 0 0-16,0 0-4 0,0 0-1 0,26 4 2 15,-26-4-6-15,18-1-2 0,-5 1-2 0,-1-2-2 16,2 1-5-16,-1 0-4 0,1-1-4 0,-1 1-2 16,1-2-2-16,-2 3-3 0,-3 0 0 0,2-1-10 15,-1-1-14-15,1 2-14 0,0 0-21 0,-11 0-28 16,0 0-30-16,17-3-32 0,-17 3-27 0,0 0-17 16,12 1-135-16,-12-1-337 0,0 0 149 0</inkml:trace>
  <inkml:trace contextRef="#ctx0" brushRef="#br0" timeOffset="189830.83">20184 3606 207 0,'0'0'210'16,"0"0"-19"-16,0 0-14 0,0 0-11 0,0 0-14 15,0 0-12-15,0 0-17 0,0 0-12 0,0 0-15 16,0 0-7-16,0 0-6 0,0 0 10 0,0 0 0 15,-4 21-6-15,6-14-4 0,-4 2-8 0,2 1-6 16,-2 3-7-16,2-1-7 0,0-1-4 0,-2 5-4 16,1-4-5-16,0 1-2 0,0 2-4 0,-1-3-4 15,2 1 4-15,-2 4-21 0,2-6-16 0,-2 1-28 16,4-2-31-16,-5 1-31 0,3-11-39 0,3 19-27 16,-1-13-37-16,0 4-140 0,-2-10-360 0,3 9 159 15</inkml:trace>
  <inkml:trace contextRef="#ctx0" brushRef="#br0" timeOffset="190117.18">20440 3566 129 0,'0'0'297'0,"2"-7"-23"0,-2 7-15 0,0 0-20 16,0 0-9-16,3-6-19 0,-3 6-15 0,0 0-18 15,0 0-23-15,0 0-17 0,0 0-15 16,0 0-14-16,0 0-9 0,0 0-7 0,0 0-4 16,0 0-8-16,10 19 5 0,-9-9-7 0,2-1-4 15,-3 0-9-15,2 1 4 0,0 3-14 0,-1-3-9 16,1 1 0-16,0-2-3 0,-2 1 1 0,1 0-10 16,0 1-2-16,0-3-5 0,1-2-8 0,-1 1-22 0,-1-7-23 15,1 13-31-15,1-8-41 0,-1 2-33 16,-1-7-39-16,4 11-42 0,-2-7-51 0,-2-4-185 15,0 0-484-15,0 0 214 0</inkml:trace>
  <inkml:trace contextRef="#ctx0" brushRef="#br0" timeOffset="190447.95">20674 3567 270 0,'0'0'259'16,"0"0"-14"-16,1-7-8 0,-1 7-15 0,0 0-15 15,0 0-15-15,0 0-20 0,4-5-15 0,-4 5-16 16,0 0-14-16,0 0-16 0,0 0-11 0,0 0-15 16,0 0-6-16,0 0-6 0,0 0-7 0,0 0-7 15,0 0-9-15,2 24-3 0,1-20-7 0,-3-4-7 16,5 12 1-16,-1-7 1 0,-2 1-10 0,2 1 4 16,1 0-7-16,0 0 5 0,2-2-8 0,0 1 1 15,1 0-2-15,-2 1 0 0,3-2-3 0,-1 2-3 16,-3-2 1-16,2 0 0 0,-2 0-8 0,1 1 5 15,-2-5-2-15,-4-1 2 0,8 8-4 0,-5-3 2 16,-3-5-2-16,4 7 0 0,-4-7-1 0,0 0-1 16,-2 10-2-16,2-10-18 0,-8 6-13 0,3-3-25 15,-2 0-27-15,1 0-40 0,6-3-40 0,-15 3-42 16,7-3-36-16,-2 0-168 0,0-3-440 0,1 0 195 16</inkml:trace>
  <inkml:trace contextRef="#ctx0" brushRef="#br0" timeOffset="190596.8">20694 3529 84 0,'5'-4'180'0,"0"-1"-8"15,0 0-12-15,5 1-17 0,2-1-13 0,-3 1-11 16,4 0-13-16,0 1-10 0,4-4-11 0,-1 2-21 16,2 3-40-16,-2-1-54 0,-2 1-64 0,0 1-113 15,-1 0-223-15,-3 0 98 0</inkml:trace>
  <inkml:trace contextRef="#ctx0" brushRef="#br0" timeOffset="191026.09">20969 3462 73 0,'0'0'301'15,"0"0"-19"-15,0 0-21 0,0 0-21 0,0 0-21 0,0 0-22 16,0 0-19-16,0 0-18 0,0 0-18 0,0 0-16 15,0 0-11-15,0 0-8 0,0 0-3 0,0 0 1 16,6 9-1-16,-2-2-8 0,0 0 13 16,3 3-13-16,0-4-9 0,-1 5-5 0,-1-3-9 15,2 3-2-15,-1-3-8 0,0 1-2 0,0-1-3 16,0 1-12-16,2 0 4 0,-1 1-16 0,-2-2 11 16,-1-2 3-16,3 3-6 0,-2-5-5 0,-3 2-3 0,5 0-14 15,-4-2 12-15,1-1 0 0,-4-3-5 0,8 6-6 16,-8-6 6-16,8 3 10 0,-8-3 13 15,9 3 5-15,-9-3 10 0,0 0 0 0,14-4 1 16,-10 0-3-16,-4 4-1 0,14-10-9 0,-8 3-2 16,2-2-8-16,-1-1-3 0,3 1-4 0,1-6-2 15,0 0-9-15,1-1 1 0,-1 1-8 0,3-7 2 0,-2 5-6 16,-2 3-4-16,1-1 0 0,-4 6 4 16,-3-1 6-16,0 4 3 0,0 1 2 0,-1-2 2 15,1 3-5-15,-4 4-1 0,5-8-3 0,-5 8-3 16,3-6-7-16,-3 6 0 0,0 0-13 0,4-6-12 15,-4 6-24-15,0 0-32 0,0 0-22 0,0 0-47 0,0 0-38 16,0 0-34-16,0 0-45 0,0 0-52 16,0 0-308-16,0 0-670 0,7 15 296 0</inkml:trace>
  <inkml:trace contextRef="#ctx0" brushRef="#br0" timeOffset="193629.77">26726 3812 58 0,'0'0'170'16,"0"0"-5"-16,0 0-4 0,-2-11-3 0,2 11-1 15,0 0 2-15,0 0-4 0,0 0-4 0,0-9-5 16,0 9-4-16,0 0-5 0,0 0-4 0,0 0-1 15,0 0-14-15,0 0-2 0,-4-7-12 0,4 7-3 0,0 0-8 16,0 0-2-16,0 0-8 0,0 0-11 0,0 0-7 16,0 0-8-16,0 0-5 0,0 0-7 15,0 0-3-15,0 0-11 0,0 0 3 0,0 0-13 16,0 0 0-16,0 0-4 0,0 0-3 0,0 0 1 16,4 27-2-16,-2-15 0 0,-2 0 0 15,0 5-1-15,0 1 1 0,0 0-4 0,0 2 4 0,2-1 0 16,-2-1 1-16,1 8 8 0,1-2 3 0,-4 1-1 15,4-7 3-15,-2 2-5 0,0-3-3 0,4 8 5 16,-4 1 0-16,0-7-3 0,4 1 1 0,-2-1-3 16,1 1 2-16,-3 5 6 0,5-6 7 0,-1 0 1 15,-2-2-3-15,1 3 1 0,-1-4-3 0,2 2-5 16,-2-1 12-16,3-3-9 0,-3-1-2 0,-2-1 5 16,4 0-7-16,-4 4-1 0,4 1 7 0,-2-5 2 15,0-1-3-15,0-2 1 0,-2 2-5 0,0-1 9 16,0-10-7-16,0 20 3 0,2-10-5 0,-2-10 6 15,0 14-7-15,0-14 2 0,2 9-3 0,-2-9-6 16,0 0 3-16,0 14-5 0,0-14-8 0,0 9 7 16,0-9 2-16,0 0-2 0,0 0-5 0,3 13-1 15,-3-13 1-15,0 0 0 0,0 0 2 0,0 0-8 16,0 0 10-16,0 11-9 0,0-11 1 0,0 0 0 16,0 0 3-16,0 0-4 0,2 9-2 0,-2-9-1 15,0 0 1-15,0 0 0 0,0 0-2 0,0 0 4 16,0 0-3-16,0 0 4 0,0 0-2 0,0 0 1 15,0 0 3-15,0 9-3 0,0-9 2 0,0 0-4 16,0 0 1-16,0 0-1 0,0 0 1 0,0 0 2 16,0 0-3-16,0 0 4 0,0 0 2 0,0 0-9 15,0 0-2-15,0 0-2 0,0 0 9 0,0 0-1 16,0 0-2-16,0 0-8 0,0 0 10 0,0 0-2 16,0 0 2-16,0 0-2 0,0 0-5 0,0 0 10 15,0 0-4-15,0 0-7 0,0 0 4 0,0 0 1 16,0 0 1-16,0 0-1 0,4 9 5 0,-4-9-1 15,0 0-2-15,0 0 4 0,14 1-4 0,-14-1 5 16,13 0-5-16,-2 2-5 0,1-2 6 0,-12 0 2 16,17 2-2-16,-5 0-4 0,-1 1 2 0,-2-1 1 15,3 0-4-15,-4 1-1 0,-8-3-5 0,14 5 8 16,-9-2 0-16,-5-3 0 0,11 2-3 0,-11-2-3 16,8 8 4-16,-8-8 4 0,8 8-4 0,-8-8-4 15,0 13 9-15,0-13-2 0,0 13 4 0,0-13-7 16,-6 20 2-16,2-11 5 0,-3 6 2 0,1-3-1 15,-6 0-4-15,1 1 0 0,0 0 1 0,-3 0 1 16,3 0-7-16,-3-2 13 0,1 1-12 0,3-1 3 16,-3 1 2-16,5-3-1 0,1-1-3 0,-1 0-4 15,0 1 6-15,0 1 3 0,3-3-9 0,1 0 2 16,2 1 7-16,2-8-7 0,-6 14 1 0,4-7 7 16,2-7-4-16,0 14-2 0,0-14 0 0,2 17 5 15,2-12 0-15,-4-5-2 0,6 15 12 0,-2-9-17 16,-4-6 0-16,9 15 0 0,-5-10 7 0,2 4-4 15,0-1 0-15,-2-2 5 0,3 2-5 0,-1-1 5 16,2 1-5-16,-4-3-8 0,-4-5 6 0,11 12 5 16,-8-8 2-16,1 3-2 0,-4-7-6 0,10 12 3 15,-6-7 3-15,-4-5 2 0,6 9 0 0,-6-9-3 16,5 9-1-16,-5-9-4 0,0 0 7 0,2 10-2 16,-2-10-1-16,2 9 4 0,-2-9-5 0,0 0 3 15,-9 17 0-15,5-11 0 0,0 3-6 0,-4-1 7 16,-3 1 7-16,5-1-12 0,-3 2 1 0,-1-3 1 15,2 1 1-15,-1 1 2 0,2-1-3 0,0-1-7 16,3-3 0-16,4-4 4 0,-9 12-4 0,9-12 9 16,-6 13-3-16,6-13-5 0,-4 9 16 0,4-9-11 15,0 0-2-15,0 0 7 0,8 21-9 0,-8-21-1 16,4 12 11-16,3-5-7 0,3 2 2 0,0-4-1 16,-1 1 6-16,2 0-4 0,-1 2 1 0,0-3-7 15,-1 3 0-15,3-2 10 0,-3-1-11 0,-9-5 13 16,13 10-11-16,-6-7 3 0,-7-3 0 0,13 7-1 15,-13-7 0-15,7 9-1 0,-7-9 4 0,0 0-2 16,9 7-5-16,-9-7 9 0,0 0-6 0,0 0-1 16,-2 14 9-16,2-14 0 0,-7 11-8 0,0-1 5 15,1-4 3-15,-1 2-2 0,-2 0-5 0,-2 1 1 16,2-1 3-16,-3 1-4 0,1-1-2 0,3-1 1 16,-2 2 0-16,5-3 4 0,-3 3-2 0,3 0 6 15,-1-2-8-15,1 3-3 0,5-10-2 0,-7 14 15 16,5-6-10-16,2-8 1 0,0 14-2 0,0-14 6 15,4 12-9-15,1-2 12 0,0-5-3 0,-5-5-3 16,8 14 2-16,-5-8 1 0,5 2-3 16,-3-2-1-16,4 1 2 0,0 0 3 0,-4-2-2 0,1 1 4 15,-6-6-11-15,14 11 1 0,-10-7 7 0,3 1 1 16,-7-5-5-16,7 10 6 0,0-4 0 0,-7-6-7 16,6 11 2-16,-6-11 3 0,5 5-3 0,-5-5 2 15,0 0-3-15,0 13 6 0,0-13-5 0,0 0 1 16,-5 17 0-16,-3-11-6 0,3 3 8 0,-2 0 4 15,0-1-6-15,1 1 5 0,-4-2-6 0,2 2 5 16,3-1-6-16,-3 1-3 0,3-1 1 0,5-8 7 16,-14 17-6-16,10-8 3 0,4-9-1 0,-2 12-3 15,2-12 0-15,-3 18 6 0,3-18 3 0,3 16-1 16,-3-16-8-16,6 17 4 0,-4-8-3 0,-2-9 4 16,9 15-5-16,-2-6 4 0,-2-1 3 0,-1 2 1 15,3 0-5-15,-1-1 4 0,0 0-4 0,-6-9-3 16,10 16 8-16,-7-9 0 0,-3-7-4 0,8 14-4 15,-5-5 5-15,-3-9-3 0,5 14 3 0,-1-4 1 16,-4-10-3-16,5 21 7 0,-3-10-2 0,-2 5 10 16,0 0 28-16,0 1-3 0,2 0 7 0,0 1-1 15,-4 3-3-15,2-4 7 0,2 9 4 0,-4-2-2 16,4 0 2-16,0-3 9 0,3 5-7 0,-5-7 3 16,4 6 0-16,1-1 12 0,-5-4 1 0,4 6 2 15,-3-10 1-15,3 3-9 0,0 7-2 0,-1-6 4 16,1-1 0-16,-2-2-1 0,0 4-4 0,0-9-5 15,4 6-5-15,-4 0 6 0,-2-1-2 0,2 0 10 16,0 0-8-16,-2 2 1 0,0-4-8 0,2-2 2 16,0 0 0-16,-2-13-1 0,1 23-1 0,-1-14-8 15,0-9-3-15,-1 17-2 0,1-17-4 0,0 0-3 16,-4 18-1-16,4-18 0 0,0 13-9 0,0-13 1 16,0 0-6-16,0 0-16 0,0 14-14 0,0-14-37 15,0 0-38-15,0 0-41 0,0 0-57 0,0 0-66 16,0 0-89-16,0 0-85 0,0 0-84 0,0 0-358 15,0 0-939-15,-29-35 416 0</inkml:trace>
  <inkml:trace contextRef="#ctx0" brushRef="#br0" timeOffset="194546.81">26852 7006 56 0,'0'0'120'0,"-9"-1"-9"16,9 1-1-16,-14 1-12 0,14-1 0 0,-13-1-14 15,13 1 9-15,-18 0-3 0,7 1 3 0,-1-1-2 0,1 0 2 16,0 3 1-16,-3-2-2 0,1-1 1 16,-1 0 4-16,1-4-1 0,4 7 1 0,-2-3 2 15,0 1-1-15,0-1 0 0,4 1-5 0,7-1-2 16,-12 1-6-16,12-1-3 0,-12-1-10 0,12 1-4 0,0 0-8 16,-12 0-5-16,12 0-6 0,0 0-6 0,-7-1-6 15,7 1-3-15,0 0-3 0,0 0 0 16,0 0-4-16,0 0 7 0,0 0-5 0,43-4 3 15,-16 1-1-15,6 1 3 0,3-3-2 0,5-1-1 0,10-1-2 16,1-3-1-16,2-2 1 0,-5 2-1 0,-12 3 0 16,1 1-6-16,12-3 2 0,-19 2-7 0,3 3 0 15,-3-2 1-15,0 1 0 0,-7 3-2 16,-1-3-2-16,-3 4-1 0,-4 1 2 0,-2-3-3 0,-1-1-2 16,-2 1-1-16,-2 3 7 0,-2-1-3 0,-1-1 3 15,-6 2-10-15,0 0 5 0,14 0 1 0,-14 0-4 16,0 0 1-16,9 0-2 0,-9 0 2 0,0 0-12 15,0 0 5-15,7 2-3 0,-7-2-16 0,0 0-15 16,0 0-26-16,0 0-33 0,0 0-35 0,-11 18-45 16,7-14-41-16,-1 1-26 0,-3 2-194 0,0 2-467 15,1-2 206-15</inkml:trace>
  <inkml:trace contextRef="#ctx0" brushRef="#br0" timeOffset="194821.22">26946 7242 174 0,'-6'4'217'16,"6"-4"-10"-16,-7 4-6 0,0-2-12 0,7-2-12 16,0 0-11-16,-7 3-5 0,7-3-15 0,0 0-13 15,-6 3-6-15,6-3-11 0,0 0-3 0,0 0-1 16,0 0 2-16,0 0 2 0,0 0-4 0,0 0-5 15,25 0-2-15,-12-2 5 0,1 0-18 0,-1 0-3 16,2-3-2-16,5 3-13 0,-3-2-6 0,2 0-8 16,-1 1-1-16,-2-2-14 0,2 1-3 0,1 2-16 15,-7 1-18-15,0-3-31 0,0 3-41 0,-4 2-41 16,1-1-59-16,-9 0-49 0,12 0-37 0,-12 0-206 16,2 5-494-16,-2-5 219 0</inkml:trace>
  <inkml:trace contextRef="#ctx0" brushRef="#br0" timeOffset="195024.21">27003 7382 170 0,'0'0'246'0,"0"0"-2"0,0 0-9 0,0 0-3 16,6 9-7-16,-6-9-7 0,7 2-2 0,-7-2-15 15,14-1-17-15,-14 1-17 0,15 0-22 0,-3-1-13 16,-1 0-10-16,0 1-13 0,-2-1-16 0,2 1-36 0,0-2-27 15,-3 4-43-15,-8-2-47 0,13 0-47 0,-7 1-45 16,-6-1-31-16,7 3-20 0,0-1-182 16,-7-2-417-16,2 8 185 0</inkml:trace>
  <inkml:trace contextRef="#ctx0" brushRef="#br0" timeOffset="195156.72">27083 7476 47 0,'0'0'234'0,"-4"5"3"0,4-5 4 15,0 0-7-15,-7 5 0 0,7-5-10 0,-2 4-1 16,2-4-10-16,0 0-19 0,0 0-12 15,0 0-15-15,0 0-20 0,0 0-8 0,0 0-17 0,29-5-35 16,-16 1-42-16,1 2-56 0,-1 0-79 0,1-2-87 16,2 1-272-16,2-4-487 0,-1 1 216 0</inkml:trace>
  <inkml:trace contextRef="#ctx0" brushRef="#br0" timeOffset="197896.95">22974 4767 38 0,'0'-7'204'0,"0"7"-7"0,0 0-3 0,2-9-2 0,-2 9 3 15,0 0-11-15,0 0-1 0,0 0-8 0,2-6-9 16,-2 6-6-16,0 0-18 0,0 0-7 0,0 0-4 16,0 0-19-16,0 0-4 0,0 0-10 0,0 0-9 15,0 0-8-15,0 0-6 0,0 0-9 0,0 0-10 16,0 0-5-16,-16 1-6 0,16-1-3 0,-20 7-3 15,8 1-7-15,-2 1-7 0,-1 2-2 0,-3-3 1 16,0 4-4-16,3-2-5 0,0 3 0 0,3-1-4 16,0-1 3-16,1 2-1 0,2-4-1 0,1 0 0 15,2 0-2-15,-4-1-4 0,3-1 2 0,5 1-5 16,-1 0 3-16,1-3-2 0,0 3 0 0,2 1-1 16,0-9 2-16,4 13 2 0,0-5-2 0,3 0 0 15,-3-2 1-15,3 1 0 0,2 0-1 0,-1 0 1 16,4-1-1-16,3 3 0 0,-4-5 1 0,6 4-4 15,-2-2 0-15,-1-1 7 0,3-1-12 0,-3 0 3 16,-3 0 1-16,1 0 1 0,-2-3 0 0,-4 3-2 16,1-2-3-16,-1 2 3 0,-6-4-2 0,8 5-2 15,-8-5 4-15,2 7 3 0,-2-7 0 0,-1 10 4 16,1-10-3-16,-15 12-7 0,6-6 6 0,-2 1-4 16,-1-1 6-16,-5 0-5 0,1-1 3 0,4-1 1 15,-2 1 7-15,2-3-10 0,2 3 1 0,0-3-7 16,4 0-20-16,6-2-23 0,-11 1-21 0,11-1-37 15,-11 4-46-15,11-4-53 0,-6 3-40 0,6-3-201 16,-7 8-482-16,7-8 213 0</inkml:trace>
  <inkml:trace contextRef="#ctx0" brushRef="#br0" timeOffset="198233.27">23246 5038 94 0,'0'0'280'0,"1"-9"-8"0,-1 9-19 0,0-8-10 16,0 8-14-16,0 0-15 0,-2-11-6 0,2 11-3 15,0 0-14-15,-3-8-7 0,3 8-18 0,0 0-16 16,0 0-16-16,0 0-12 0,0 0-18 15,0 0-12-15,0 0-12 0,0 0-7 0,0 0-6 0,0 0-2 16,0 0-17-16,0 0 5 0,-4 21-7 0,2-13 2 16,2-8-9-16,0 14-2 0,-1-8 1 0,-1 4-6 15,2-1-3-15,-1 0-7 0,1-9 1 16,0 13-4-16,0-5 7 0,0-8-7 0,-1 13-6 16,0-6-15-16,1-7-23 0,-2 12-26 0,1-6-26 15,1-6-32-15,-4 13-33 0,3-8-45 0,1-5-49 0,-3 10-57 16,-1-3-173-16,4-7-506 0,0 0 224 0</inkml:trace>
  <inkml:trace contextRef="#ctx0" brushRef="#br0" timeOffset="198430.01">23233 4842 192 0,'-10'-4'290'0,"4"0"-12"0,-2 2-17 15,0 0-20-15,8 2-25 0,-10-3-22 16,10 3-20-16,-8-4-20 0,8 4-20 0,0 0-18 16,-6-4-32-16,6 4-23 0,0 0-24 0,0 0-32 0,0 0-50 15,0 0-53-15,26 11-59 0,-14-7-200 0,6 1-385 16,0-2 170-16</inkml:trace>
  <inkml:trace contextRef="#ctx0" brushRef="#br0" timeOffset="198951.21">24571 4785 160 0,'0'0'272'0,"0"0"-6"0,0 0-13 0,0 0-14 0,0 0-19 16,0 0-14-16,0 0-14 0,0 0-18 16,0 0-2-16,0 0-16 0,-21-2-5 0,21 2-3 15,-21 6-6-15,11-3 0 0,-2 1-14 0,-3 3 9 0,3-2-28 16,-4 2 1-16,2 2-11 0,1-3-4 0,2 1-19 15,2-1-6-15,0-2-6 0,0 4-10 0,4-3-5 16,0 1 3-16,2 0-13 0,2 4-1 16,-1-4-5-16,2-6-4 0,6 16-1 0,-4-7-6 0,3-1-2 15,2-2 8-15,5 4-2 0,-4-2-1 0,6 1-12 16,0 1-1-16,2-1-10 0,-1 0 11 0,-5-3-6 16,3 1 3-16,-4-2-1 0,0 1-1 0,2-1-4 15,-2 1 4-15,-4-2-5 0,1-1 3 0,-3 1 2 16,-3-4 1-16,7 9-1 0,-6-4 8 0,-1-5-12 15,0 0-1-15,-11 11-1 0,5-4-5 0,-5-1 5 16,-4 2 4-16,-2-1-3 0,0-2 0 0,2 1-4 16,-3-2 0-16,4 0 4 0,1-1-13 15,0 0-14-15,0-1-19 0,1-1-25 0,0 1-43 0,2 1-29 16,5-3-41-16,5 0-44 0,-12 1-51 0,12-1-51 16,0 0-169-16,0 0-538 0,0 0 238 0</inkml:trace>
  <inkml:trace contextRef="#ctx0" brushRef="#br0" timeOffset="199263.28">24785 4992 118 0,'0'0'385'0,"5"-7"-5"0,-5 7-12 15,2-6-11-15,-2 6-23 0,0 0-4 0,4-6-12 16,-4 6-20-16,0 0-15 0,0 0-21 15,0 0-26-15,0 0-24 0,7-4-22 0,-7 4-22 16,0 0-21-16,0 0-14 0,0 0-19 0,0 0-9 0,0 0-14 16,1 16-7-16,-1-16-4 0,4 11-8 0,-3-3-7 15,3 0-8-15,-2-1-2 0,-2 1-7 0,0-1-3 16,2 0-2-16,-1 2-5 0,2 0-6 16,-3-2-1-16,1 2-6 0,-1-1-5 0,0-8-21 15,1 13-30-15,0-7-33 0,-1-6-34 0,2 11-33 0,-2-11-42 16,-3 12-48-16,-1-6-48 0,0 0-69 0,-6 1-42 15,1-1-257-15,3-1-689 0,1-3 305 0</inkml:trace>
  <inkml:trace contextRef="#ctx0" brushRef="#br0" timeOffset="199442.21">24801 4825 2872 0,'-5'-12'53'0,"3"0"10"0,0 0 30 15,0 6 22-15,2 6 14 0,-4-13 5 0,1 9-21 16,3 4-8-16,0 0-14 0,-2-13-13 0,2 13-10 16,0 0-8-16,0 0-11 0,0-8-5 0,0 8-20 0,0 0-23 15,0 0-34-15,9-4-39 0,-9 4-47 0,9 0-65 16,2-1-82-16,0 3-304 0,0-2-617 16,-1 0 273-16</inkml:trace>
  <inkml:trace contextRef="#ctx0" brushRef="#br0" timeOffset="201813.2">27788 4814 118 0,'-4'-7'149'16,"4"7"-4"-16,-2-6-3 0,2 6-3 0,0 0-5 16,-4-8-4-16,4 8-3 0,-5-4-2 0,5 4-12 0,0 0-5 15,-6-8-5-15,6 8 2 0,-6-4-2 16,6 4-3-16,0 0-7 0,-4-7-3 0,4 7-6 15,0 0-2-15,-6-5-4 0,6 5 3 0,0 0-2 16,0 0-4-16,-9-2-10 0,9 2-4 0,0 0-5 16,0 0-2-16,-10-2-2 0,10 2 0 0,0 0-6 15,0 0 2-15,-9-1-5 0,9 1-2 0,0 0 0 0,0 0-3 16,0 0-2-16,0 0 1 0,0 0-3 16,0 0-3-16,0 0-3 0,0 0 0 0,0 0-4 15,0 0-6-15,0 0-1 0,0 0-2 0,0 0-2 16,0 0 3-16,0 0-4 0,0 0 1 0,28-5-3 15,-18 3 1-15,2 2-1 0,-1 0-2 0,1-2-1 0,0 2-4 16,0-1 5-16,0 1-4 0,-2 0 1 16,-1 1 2-16,1-1 0 0,-10 0-7 0,15-1 3 15,-15 1 0-15,9 0 0 0,1 0 1 0,-10 0-3 16,13 1 0-16,-9 1-2 0,-4-2 3 0,11 0-2 16,-11 0 3-16,9 0 0 0,-9 0-6 0,9 2 1 15,-9-2 2-15,0 0 0 0,12 1-3 0,-12-1 1 16,0 0 7-16,0 0-8 0,6 1-2 0,-6-1 5 15,0 0-6-15,5 3 1 0,-5-3 4 0,0 0 0 16,0 0 2-16,0 0-2 0,2 10-1 0,-2-10 3 16,0 8-1-16,0-8 11 0,-2 11-5 0,2-4 6 15,-1 2 1-15,0 3 12 0,-3-2-7 0,1 4-2 0,1 0 3 16,-1 3-4-16,-4 0 6 0,3 2-3 16,1-2-1-16,-1-1 3 0,0 0-3 0,1 2 5 15,0-6-2-15,0-1-4 0,0 1-1 0,1-1 0 16,0-1-4-16,-1 0 4 0,2-1-5 0,1 1 1 15,-3-3-3-15,3-7 1 0,-2 12 2 0,2-6-1 16,0-6-6-16,0 10-15 0,0-10-15 0,-4 10-11 16,4-10-19-16,0 0-18 0,0 8-20 0,0-8-23 15,0 0-28-15,0 0-36 0,0 0-21 0,0 0-22 16,-1 11-22-16,1-11-170 0,0 0-448 0,0 0 198 16</inkml:trace>
  <inkml:trace contextRef="#ctx0" brushRef="#br0" timeOffset="202029.18">27771 4982 13 0,'-14'1'191'0,"14"-1"-13"16,-9 2-17-16,9-2-16 0,0 0-11 0,-8 0-15 15,8 0 0-15,0 0-14 0,0 0-4 0,0 0-15 16,29 6-8-16,-14-8-2 0,4 2-16 0,2-1-17 15,8-2-31-15,2 3-20 0,-3 0-42 0,3-4-38 16,-2 1-36-16,-1 2-102 0,-6-1-243 0,-1 0 108 16</inkml:trace>
  <inkml:trace contextRef="#ctx0" brushRef="#br0" timeOffset="202297.65">28276 4748 49 0,'-3'-10'267'16,"0"3"-5"-16,0-3-10 0,-1 3-2 0,3 2-4 16,1 5-6-16,-5-9-13 0,5 9-20 0,-4-7-13 15,4 7-25-15,0 0-16 0,-2-6-20 0,2 6-11 16,0 0-10-16,0 0-7 0,-7 23 6 0,7-6-1 16,-1-1-10-16,0 2-8 0,2 2-7 0,-4 5-5 15,3 0 9-15,0-7-19 0,0 1-7 0,2-2-2 16,-2 3-2-16,1-4-8 0,-1 2-4 0,1-3-13 15,-1 1 0-15,0-4-2 0,-1 1-33 0,2-4-22 16,-1 1-39-16,0-3-37 0,0 1-37 0,0-8-40 16,-1 16-46-16,1-16-35 0,-1 8-41 0,1-8-174 15,-4 8-512-15,4-8 227 0</inkml:trace>
  <inkml:trace contextRef="#ctx0" brushRef="#br0" timeOffset="202563.48">28384 4791 8 0,'0'0'259'0,"0"-8"-20"0,0 8-19 16,0 0-12-16,0 0-17 0,-11-6-15 0,11 6-6 15,-18 6-8-15,6 0-8 0,1 0-4 0,-5 4-18 16,3-1-5-16,-1 1-6 0,1-2-9 0,2 4-6 16,-1-1-6-16,3-2-6 0,1 1-7 0,1-2-9 15,-1 2 1-15,2 0-17 0,2-2-8 0,1 0-2 16,1-2-1-16,2 4-2 0,0-2-2 0,1 0 4 15,2-2-14-15,0 1 0 0,1-2-7 0,6 1 0 16,-1-3-14-16,3 2-20 0,-1-2-32 0,2 1-36 16,-1-2-31-16,2-2-43 0,-1 1-31 0,-1 0-32 15,1-1-21-15,-1 2-189 0,0-2-454 0,-4 1 202 16</inkml:trace>
  <inkml:trace contextRef="#ctx0" brushRef="#br0" timeOffset="202996.82">28465 5014 62 0,'0'0'201'0,"6"1"-4"0,-6-1-7 16,0 0-7-16,0 0-11 0,0 0-14 0,0 0-9 16,0 0 1-16,8 4-4 0,-8-4 0 0,0 0-2 15,12 0 1-15,-6 2-8 0,-6-2-4 0,18-2 4 16,-8 1-15-16,2-2-8 0,-1 2-7 0,2-2-5 16,-2-1-5-16,0-1-5 0,-6 3 2 0,4-2-3 15,-4 1-1-15,1-3 0 0,-1-2-14 0,1 0 0 16,-1-2-15-16,-2 0 2 0,-1-1-12 0,0-1 1 15,0 0 6-15,-2-2-17 0,0-1 7 0,0 3-17 16,-4 0-8-16,4-5 11 0,-2 5-12 0,0 1 4 16,-1-1-4-16,2 3 5 0,1 0-6 0,-1 0 1 15,1 9 7-15,1-14-18 0,0 8-6 0,-1 6 1 16,3-11 4-16,5 4 2 0,-6 3-6 0,5-1-1 16,-1 2-7-16,2 3 5 0,2 0-1 0,0-1-3 15,0 2 1-15,2 2-1 0,-2 0 7 16,-1 2-7-16,1 1 0 0,-2 0 2 0,-2 0 3 0,1 1-2 15,-1 4 1-15,-3-1 1 0,-1 1-2 0,1 0 6 16,-1-1 6-16,0 1-14 0,-1 1 7 0,-1-3 4 16,0 2-10-16,-1-2 11 0,2 1-7 15,-2-2 9-15,2 0-7 0,-1-8-2 0,3 12 5 0,3-7-4 16,-4-2 8-16,4 3-2 0,2-2-2 0,3-1-3 16,1 0-15-16,2-1-18 0,4-2-23 0,-1-2-31 15,-3 0-33-15,4 0-40 0,-4-1-37 0,4-3-38 16,0 0-34-16,-4-2-35 0,-2 4-211 0,-4-1-550 15,0-3 243-15</inkml:trace>
  <inkml:trace contextRef="#ctx0" brushRef="#br0" timeOffset="203896.05">27618 3517 144 0,'0'0'254'15,"5"-3"-9"-15,-5 3-8 0,0 0-4 0,0 0-12 16,0 0-11-16,0 0-13 0,0 0-10 0,0 0-16 15,0 0-18-15,4-5-5 0,-4 5-23 0,0 0-13 16,0 0-17-16,0 0-4 0,0 0-15 16,0 0-12-16,0 0-6 0,0 0-9 0,0 0-4 15,0 0-4-15,0 0-2 0,8 11-6 0,-8-11 1 0,5 9-10 16,0-2 2-16,-2 2-4 0,1-4 3 0,0 4-6 16,3 2-2-16,-1 0 3 0,2 3 0 15,-4-3 2-15,2 0-5 0,-1-1 1 0,4 5 4 16,-4-4-4-16,4 2 0 0,-5-1 3 0,4-3-2 15,-3 1-1-15,3-1-4 0,-2 2-10 0,-1-3 9 16,0 2 1-16,-2-3-3 0,-1 1-3 0,-2-8-1 16,8 7 2-16,-8-7 0 0,4 9 1 0,-4-9-6 15,2 8 7-15,-2-8-6 0,0 0 5 0,0 0-6 16,7 8 8-16,-7-8 24 0,0 0 12 0,0 0 18 16,0 0 11-16,0 0-3 0,0 0-2 0,0 0-13 15,0 0-4-15,16-16-8 0,-8 6-5 0,-1-4-13 16,2 0 2-16,1 0-1 0,0-1 0 0,-1 0-6 15,1-1 2-15,0-1-12 0,0-7 0 0,1 7-2 16,0 0-1-16,-3 1 5 0,0 1-6 0,-2 0-5 16,-1 5 8-16,-1 2-3 0,-2-1 3 0,-2 9 0 15,7-10 2-15,-7 10 2 0,2-8-3 0,-2 8-2 16,0 0 2-16,5-9 0 0,-5 9 3 0,0 0-12 16,0 0-2-16,0 0 4 0,0 0-6 0,3-10-2 15,-3 10 5-15,0 0-5 0,0 0 1 0,0 0-10 0,0 0-18 16,2-5-35-16,-2 5-24 0,0 0-37 15,0 0-39-15,0 0-31 0,0 0-27 0,0 0-29 16,0 0-46-16,0 0-257 0,0 0-599 0,8 26 266 16</inkml:trace>
  <inkml:trace contextRef="#ctx0" brushRef="#br0" timeOffset="204477.12">28058 3837 69 0,'0'10'283'15,"0"-10"-19"-15,0 0-18 0,0 0-18 0,0 0-18 16,0 0-15-16,2 9-20 0,-2-9-12 0,0 0-17 16,0 0-14-16,0 0-12 0,0 0-12 0,0 0-9 15,-2 13-11-15,2-13 11 0,0 0 1 0,0 0-11 16,-2 14-16-16,2-14 0 0,0 0-9 0,0 0-7 15,-2 12 0-15,2-12-6 0,0 0 4 0,-2 8-5 16,2-8 4-16,0 0 3 0,0 0 0 0,0 0-3 16,0 0-6-16,-5 10-3 0,5-10 2 0,0 0-12 15,0 0 16-15,0 0 5 0,0 0 1 0,0 0-7 16,0 0 22-16,0 0 7 0,0 0 4 16,0 0 3-16,0 0 10 0,0 0-4 0,0 0-7 0,0 0-11 15,0 0-6-15,0 0-2 0,0 0-11 0,0 0-2 16,0 0-5-16,0 0-7 0,5-41-6 0,-3 25-5 15,0 6 1-15,0-2-7 0,3-1-4 0,-1 2-1 16,0-4 1-16,2 3-5 0,-3 0-1 16,4 1 0-16,-2 2-6 0,-1-2 0 0,2 1-2 15,2 1-11-15,-3 4-3 0,0 0 14 0,-5 5 1 0,12-9-2 16,-5 5-5-16,-2 2-3 0,-5 2 4 0,0 0-5 16,15-4-6-16,-15 4 3 0,0 0 1 0,16 5 3 15,-16-5 1-15,13 7 1 0,-7-2-2 16,2 1 1-16,-3 2-16 0,-1 1 26 0,4-1-8 15,-5 3 2-15,4 4 7 0,-2 1 3 0,-1-3-3 16,1-3 0-16,-3 0 4 0,1 3-3 0,0-3 0 0,-1 0 2 16,2 1-3-16,-3-1-2 0,2-1-1 0,-3-9 4 15,2 15-4-15,0-8-3 0,-2-7 5 16,2 11-17-16,-2-11-5 0,5 9-21 0,-5-9-40 16,3 7-36-16,-3-7-42 0,1 5-38 0,-1-5-32 15,0 0-39-15,0 0-31 0,0 0-39 0,7 9-259 16,-7-9-638-16,0 0 282 0</inkml:trace>
  <inkml:trace contextRef="#ctx0" brushRef="#br0" timeOffset="204641.15">28118 3872 17 0,'0'0'281'16,"0"0"-19"-16,-8-3-12 0,8 3-18 0,0 0-18 15,0 0-22-15,0 0-10 0,0 0-22 0,0 0-16 16,0 0-13-16,27-10-14 0,-14 6-10 0,-2 2-28 15,8-1-40-15,1 1-44 0,-1-3-64 0,7-4-90 16,-6 6-204-16,1-5-393 0,-2 0 175 0</inkml:trace>
  <inkml:trace contextRef="#ctx0" brushRef="#br0" timeOffset="212019.01">20437 6559 17 0,'0'0'171'0,"0"0"-8"0,0 0-4 0,0 0-8 0,0 0-7 16,0 0-7-16,0 0-12 0,0 0-6 0,0 0-8 16,0 0-12-16,0 0-2 0,0 0-13 0,0 0 0 15,0 0-11-15,0 0-7 0,0 0-2 0,0 0-3 16,0 0-7-16,0 0-1 0,0 0-4 0,0 0-1 16,0 0-5-16,0 0 1 0,0 0-2 0,0 0 4 15,0 0-5-15,0 0 4 0,0 0-3 0,4-5 5 16,-4 5 2-16,0 0 4 0,0 0-5 0,0 0 3 15,0 0 1-15,0 0-1 0,0 0 21 0,0 0-8 16,0 0-7-16,0 0-2 0,0 0-6 0,0 0-4 16,-4-14-7-16,4 14-5 0,-4-9 0 0,4 9 1 15,0 0 2-15,-4-8 1 0,4 8 0 0,-2-6 2 16,2 6-2-16,0 0 0 0,-4-8-2 0,4 8-8 16,0 0-3-16,0 0-4 0,0 0 0 0,0 0-5 15,0 0-4-15,0 0 0 0,0 0-4 0,0 0-6 16,0 0 9-16,-5 19-1 0,5-7 3 0,0 3 4 15,-1 4 8-15,1-2 4 0,0 2 0 0,0 0 6 16,0 1 1-16,1 0 6 0,-1-3 6 0,0 1-10 16,1 0 2-16,0-1-13 0,1-5 5 0,-1 5-6 15,0-6 5-15,1 2 15 0,-1-1-15 0,-1-5-8 0,0 2 7 16,1-2-6-16,0 1-4 0,-1-8 10 16,3 13-23-16,-3-7 15 0,0-6-4 0,1 9-2 15,-1-9-5-15,-1 7 0 0,1-7 0 0,0 0-2 16,1 8-9-16,-1-8-18 0,0 0-15 0,0 0-20 0,0 0-27 15,0 0-43-15,0 0-47 0,0 0-52 0,0 0-44 16,0 0-30-16,0 0-229 0,-22-11-569 16,22 11 252-16</inkml:trace>
  <inkml:trace contextRef="#ctx0" brushRef="#br0" timeOffset="212246.26">20420 6610 118 0,'0'0'191'16,"0"0"-15"-16,3-5-13 0,-3 5-17 0,0 0-12 16,0 0-7-16,4-6-3 0,-4 6-3 0,0 0-7 15,0 0-5-15,14 3-11 0,-14-3-10 16,13 4-8-16,-8 0-7 0,4 0-7 0,-2 1-7 0,4 0-2 16,1 0-8-16,0 1-3 0,1-3-8 0,5 4 0 15,2-3-15-15,-2 2-21 0,2-1-28 16,-2-2-27-16,4-1-34 0,0 2-36 0,-2-4-37 0,-2 0-139 15,1 1-323-15,-7-1 143 0</inkml:trace>
  <inkml:trace contextRef="#ctx0" brushRef="#br0" timeOffset="212481.22">20806 6521 34 0,'-7'-8'272'0,"7"8"-10"0,-5-5-14 0,5 5-20 15,-4-4-19-15,4 4-20 0,0 0-21 0,0 0-12 16,0 0 0-16,0 0-2 0,-9 20 5 0,5-9-12 16,1 4-7-16,1 2-18 0,-1 0-5 15,3 4-12-15,-2-2-12 0,2 6-6 0,-1-4-4 0,2 4-12 16,-1-7-11-16,4 1-2 0,-4-1-7 0,-2-1-22 16,4-2-20-16,-1 4-29 0,3-3-40 0,-4-4-41 15,2 4-62-15,-1-4-53 0,1-2-53 0,-4 2-161 16,2-2-465-16,0-2 205 0</inkml:trace>
  <inkml:trace contextRef="#ctx0" brushRef="#br0" timeOffset="212813.26">20837 6874 96 0,'0'0'202'0,"8"-7"-11"15,-3 1-8-15,1 2-6 0,2-3-9 0,1 1 2 16,1-1-5-16,0-1-11 0,2 1-10 0,1-4-9 15,-2 2-6-15,-2 0-14 0,0 1-6 0,-1-3-10 16,0 5-3-16,-1-5-12 0,-2 4-3 0,0-2-8 16,0 0 5-16,0 0-2 0,-3 2-3 0,-2 0 1 15,0 7-7-15,-2-12-5 0,4 6 0 0,-2 6-6 16,-5-10-1-16,5 10-3 0,-5-7-4 0,5 7-4 16,-8-5-3-16,8 5-9 0,-12 1 0 0,12-1-6 15,-15 4 2-15,5 1-3 0,-2 2-6 0,-1 4 2 16,3-3 4-16,-1 5-11 0,1-2 0 0,3 2 2 15,3-1-4-15,-2-2 4 0,3 2-5 0,3-2-1 16,2 0-4-16,1 0-12 0,2-1-8 0,2 1-28 16,1 0-27-16,3-2-35 0,2-1-40 0,0-1-33 15,5-2-47-15,1-1-47 0,-5-2-166 0,4-1-471 16,-2-3 209-16</inkml:trace>
  <inkml:trace contextRef="#ctx0" brushRef="#br0" timeOffset="213230.17">21298 6689 244 0,'-5'-12'243'16,"2"9"-12"-16,-3-2-10 0,-1 0-3 0,-4 4-5 15,-1 1-9-15,-1 0-7 0,-5 0-5 0,1 6-13 16,3-1-6-16,0 2-16 0,-1 1-21 0,5 2-12 16,-3 0-7-16,0 1-7 0,4-2-9 0,0 1-12 15,4 1-7-15,0-4-10 0,0 3-2 0,2-3-14 16,3 0-3-16,0-7-6 0,2 11 11 0,3-7-18 0,0 1-6 15,-5-5 1-15,16 4-9 0,-5-2-2 16,-1-3 0-16,-1 1-10 0,2-4-5 0,-4 3-1 16,3-5 3-16,0 3-2 0,-1-3-4 0,0 1 3 15,-4 0-5-15,-1-1 5 0,1 1-2 0,0-3-1 16,-2 5-1-16,1-1 0 0,1-2 2 0,-1 1-2 0,-4 5 2 16,0 0-7-16,6-6-4 0,-6 6 2 0,5-2 0 15,-5 2-3-15,0 0 4 0,0 0 0 16,5 11 4-16,-2-3 9 0,-1 5-6 0,0 1 14 15,-2 2 1-15,0 10 0 0,-2-7-1 0,1 7-2 0,0-1 4 16,-6 1-1-16,4-2 5 0,-3 1 7 0,-4 0-7 16,3-1 16-16,-4 0-19 0,1-1 1 15,-6 1-2-15,-4-2 2 0,4-3-5 0,-1 2-4 0,3-7-6 16,-1 0-13-16,1-2-15 0,-2 1-19 0,7-7-23 16,-2 1-34-16,-2-4-35 0,3 3-51 0,0-5-75 15,1-1-71-15,-3-3-196 0,2-1-568 0,1-3 251 16</inkml:trace>
  <inkml:trace contextRef="#ctx0" brushRef="#br0" timeOffset="213963.21">21440 6496 39 0,'0'0'296'0,"-2"-13"-12"0,0 8-7 0,2 5-12 16,-1-10-10-16,1 10-16 0,0 0-14 0,0-9-18 15,0 9-25-15,0 0-23 0,0 0-14 0,0 0-22 16,0 0-7-16,0 0-13 0,0 0 0 0,-2 28 1 15,2-10-8-15,1 1-6 0,0 8 7 0,-1-1-6 16,0 2-11-16,-1-9 2 0,0 0-16 0,2 1-3 16,-2-2-5-16,1 0-1 0,-2 2-14 0,2-2 4 15,-1-1-7-15,2-1-7 0,1 2-13 0,-2-2-21 16,0-5-54-16,-2 2-32 0,1-3-29 0,0 3-43 16,1-1-53-16,-2-2-54 0,4 0-52 0,-5-4-161 15,2 2-518-15,1-8 229 0</inkml:trace>
  <inkml:trace contextRef="#ctx0" brushRef="#br0" timeOffset="214547.31">21562 6844 183 0,'0'0'211'15,"0"0"-11"-15,0 0-15 0,0 0-9 0,0 0-9 0,7-4-8 16,-7 4-8-16,9-5-4 0,-9 5-13 15,8-6-3-15,-4 2-8 0,-4 4-3 0,9-3-3 16,-3 0-5-16,-6 3-4 0,6-5-1 0,-6 5-2 16,7-7-2-16,-7 7-3 0,0 0-5 0,8-5-8 0,-8 5-8 15,2-3-3-15,-2 3-3 0,0 0 0 0,0 0-5 16,4-6-4-16,-4 6-3 0,0 0-1 16,0 0 1-16,5-5 0 0,-5 5-3 0,0 0-4 15,0 0 1-15,0 0-1 0,0 0 0 0,0 0 3 16,0 0-6-16,0 0 6 0,0-9-2 0,0 9-9 0,0 0-1 15,0 0-3-15,0 0 0 0,0 0-3 0,0 0 1 16,0 0-11-16,0-9-2 0,0 9 1 16,0 0-9-16,0 0 7 0,0 0-6 0,1-13-1 15,-1 13-6-15,3-5 5 0,-3 5 2 0,1-7-5 0,-1 7-6 16,3-8-5-16,-3 8 2 0,4-9-1 0,-2 3-3 16,1-1 8-16,-3 7-7 0,5-13 7 0,-3 7-4 15,1-1-18-15,1 1 22 0,-4 6-9 16,5-9 0-16,-3 2-20 0,-2 7 25 0,3-8 3 0,-3 8-1 15,1-5-6-15,-1 5 6 0,0 0-4 0,3-9 1 16,-3 9 2-16,0 0 3 0,0 0-2 0,0 0 0 16,0-9-3-16,0 9-4 0,0 0 2 15,0 0-8-15,0 0 12 0,0 0-9 0,0 0 2 0,-13 18-2 16,9-12-1-16,0 4-14 0,-1-1 11 0,1 1 1 16,2 0 4-16,-1 0-1 0,1 1-1 0,2-2 5 15,-2 3-5-15,2-2-1 0,0 0 0 0,3-1 2 16,-2 0-1-16,2 3 9 0,1-4-4 0,1 0 1 15,0-2-16-15,5 0-8 0,-2-1-31 0,1 0-31 16,1-2-28-16,-1 3-37 0,-3-2-39 0,3-1-41 16,-9-3-48-16,18 1-40 0,-11 0-239 0,-7-1-599 15,0 0 265-15</inkml:trace>
  <inkml:trace contextRef="#ctx0" brushRef="#br0" timeOffset="214732.16">21688 6454 167 0,'0'0'258'16,"-7"-5"-25"-16,7 5-25 0,-7-4-16 0,7 4-23 16,0 0-20-16,-4-5-14 0,4 5-22 0,0 0-34 15,0 0-37-15,0 0-39 0,21 0-45 0,-9 0-74 16,-1 1-149-16,3-1-288 0,0 0 128 0</inkml:trace>
  <inkml:trace contextRef="#ctx0" brushRef="#br0" timeOffset="-214166.56">22106 6654 264 0,'-8'-12'254'0,"1"8"-15"0,2 0-8 0,-4-2-9 15,0 2-13-15,-3 2-14 0,2-1-5 0,-3 2-4 0,1 1-14 16,0 1-11-16,-1 3-7 0,-3 0 7 0,2 3-24 16,1 1-9-16,-4 2-8 0,4-1-5 15,-1 2-8-15,3 0-14 0,3-1-14 0,0 1-2 16,1 0-5-16,3-1-11 0,1-2-6 0,2 1 3 0,1 3-12 16,1-5-4-16,3-1-5 0,1 1 9 0,4 0-10 15,-4-2-8-15,4-2 2 0,2 1 0 16,0-2-8-16,-2-1 3 0,1-1-3 0,-1 0 1 15,1-3-4-15,-1 2 2 0,3-4-2 0,-3 0-9 0,-3 1 10 16,-1 0-8-16,2 0 1 0,-1-2 0 0,-2 1-4 16,0 0 2-16,1 1 3 0,-1-2-2 15,1 1-2-15,-5 5 2 0,4-7-11 0,-4 7 0 0,3-4-4 16,-3 4-4-16,0 0 5 0,0 0-8 0,0 0 11 16,9 14-3-16,-6-2 2 0,1 5 3 0,-3 1 8 15,2 8 10-15,-3 4 9 0,-2-5-3 0,0 1 6 16,-2-6 3-16,-1 6 14 0,-3-3-11 0,3-5 2 15,-2 2-2-15,-1-2-5 0,-4 3-3 0,2-4 0 16,-4 3-5-16,0-6 3 0,1 2-6 0,3-3-5 16,-1-4-9-16,-1 1-1 0,2-2-38 0,0-3-30 15,1 0-28-15,1-1-34 0,1-3-41 0,7-1-45 16,-15-1-48-16,15 1-45 0,-9-7-49 0,4 0-194 16,0-4-589-16,5 11 261 0</inkml:trace>
  <inkml:trace contextRef="#ctx0" brushRef="#br0" timeOffset="-213966.34">22127 6714 2253 0,'12'-12'88'0,"-3"5"-29"0,-2-1-10 15,-1 3 9-15,0 1 3 0,-3 0-2 0,-3 4-12 16,6-5-4-16,0 1-7 0,-6 4 4 0,0 0 5 16,0 0 6-16,0 0 21 0,12 7-1 0,-12-7-6 15,7 8 4-15,-5-1-9 0,1-1-6 0,1 3-3 16,-3-1-4-16,2 0-2 0,-1 2-11 0,-1 0-26 15,-1-3-21-15,2 2-28 0,-2 0-41 0,0 1-49 16,-2-1-58-16,2-9-47 0,-1 11-227 0,-3-7-500 16,4-4 221-16</inkml:trace>
  <inkml:trace contextRef="#ctx0" brushRef="#br0" timeOffset="-213817.5">22155 6450 75 0,'-1'-5'226'16,"1"5"-40"-16,0 0-31 0,-2-8-29 0,2 8-38 15,0 0-45-15,0 0-57 0,0 0-51 0,0 0-72 0,17 17-149 16,-10-11 67-16</inkml:trace>
  <inkml:trace contextRef="#ctx0" brushRef="#br0" timeOffset="-213416.68">22459 6447 64 0,'5'-2'268'0,"-5"2"-21"16,0 0-21-16,10-4-18 0,-10 4-14 15,0 0-8-15,0 0-6 0,8 9 3 0,-8 0 9 16,1 3-8-16,-1 5-9 0,1 3-9 0,-4 6-3 16,3-1-6-16,-2 2-7 0,2-4-14 0,-1 3-8 0,-2-7-13 15,3-1-13-15,0-1-7 0,-1-1-6 16,0-3-10-16,1-2-3 0,-1 1 1 0,1-3-15 15,0-3 5-15,0-6-3 0,-2 8 12 0,2-8-6 16,0 0 14-16,2 10-7 0,-2-10 2 0,0 0 1 0,0 0-13 16,0 0-9-16,0 0-1 0,0 0-4 0,0 0-8 15,0 0-7-15,0 0-4 0,9-24-21 16,-4 15 4-16,2 0-8 0,3-1-5 0,1 3-5 16,-1 0 1-16,4 1-1 0,2-1 2 0,-4 3 2 0,0 4-4 15,-1-2-6-15,1 4-6 0,-1-1 12 0,-1 4 1 16,-3-2-5-16,2 3 4 0,-3-1-1 0,-2 0-3 15,0 2 3-15,-3-1-15 0,-1 4 5 0,-1 1 18 16,-5-4-2-16,0 3 7 0,-3-3-17 0,-2 4 9 16,-1 0-3-16,-2 0 1 0,-2-3 2 0,2 0 2 15,1 0-32-15,0-4-25 0,0 3-24 0,2-3-33 16,-1 0-19-16,0-4-31 0,1 3-38 0,5-3-58 16,6 0-55-16,0 0-281 0,-15-6-640 0,15 6 283 15</inkml:trace>
  <inkml:trace contextRef="#ctx0" brushRef="#br0" timeOffset="-213216.5">22732 6499 2477 0,'9'-13'68'0,"-2"-5"-6"0,-2 7 12 0,0 3 2 0,-3 0-4 16,1 2-17-16,0 0-8 0,-3 6-15 0,0 0 5 16,0 0 14-16,0 0 14 0,10 15 10 0,-9 0 14 15,-1 5 7-15,1-2-6 0,-1 8-6 0,2 2-11 16,-6-2-5-16,4 0-5 0,0-1-7 0,-4-4-6 15,5 4-22-15,2-8-31 0,-2 7-40 0,0-7-53 16,1-1-51-16,-4-7-60 0,4 4-55 0,0-6-260 16,-2-7-565-16,-1 14 250 0</inkml:trace>
  <inkml:trace contextRef="#ctx0" brushRef="#br0" timeOffset="-212948.9">22943 6776 67 0,'11'-6'239'0,"0"1"-4"0,6-1-3 0,-1 1-1 15,-4-1-16-15,4-3-7 0,-2 3-13 0,0 1-10 16,0-5 0-16,-2 3-13 0,-1 0 2 0,4-2-17 16,-4 1 0-16,1-2-10 0,-5 2-3 0,0-1 4 15,0-1 1-15,-2 1-8 0,-1 0-1 0,-1-3 2 16,-3 5-12-16,0-1-10 0,0 8-10 0,-5-16 5 16,2 11-8-16,3 5-5 0,-8-7-6 0,2 4-12 15,6 3-4-15,-17 5-2 0,5 0 4 0,-4 6 4 16,0 0-6-16,-1 2-6 0,-3 3-6 0,4-2-8 15,6 0-7-15,0-1-8 0,3-3-23 0,4 1-36 16,-1 0-32-16,1 0-37 0,7-2-57 0,1 0-54 16,5-1-61-16,7-1-75 0,11-2-81 0,3-3-220 15,1 2-683-15,1-6 303 0</inkml:trace>
  <inkml:trace contextRef="#ctx0" brushRef="#br0" timeOffset="-212383.48">23776 6425 15 0,'0'0'232'0,"8"-16"-13"0,-8 16-13 15,0 0-8-15,0 0-13 0,-8-4-8 0,8 4-6 16,-6-3-7-16,6 3-3 0,0 0-9 0,-9-2 0 15,9 2-7-15,0 0-11 0,0 0-13 0,0 0-6 16,-7-3-14-16,7 3-8 0,0 0-10 0,0 0-6 16,0 0-8-16,0 0-4 0,0 0-10 0,21-8-3 15,-7 5-4-15,4-3-7 0,4 4-3 0,5-4-3 16,1 1-3-16,-9 2 16 0,1-1-23 0,-2 0-24 16,0 2-29-16,-6 2-26 0,0-1-39 0,-4 1-29 0,0 0-41 15,-8 0-25-15,13 2-25 0,-13-2-14 0,6 4-160 16,-6-4-420-16,0 0 186 0</inkml:trace>
  <inkml:trace contextRef="#ctx0" brushRef="#br0" timeOffset="-212165.44">23880 6387 143 0,'0'0'198'0,"-12"-1"5"16,12 1-1-16,-9 0-5 0,9 0-9 16,0 0-16-16,-10 0-15 0,10 0-18 0,0 0-6 0,-7 10 13 15,3-4 10-15,0 6-10 0,1 5 11 16,-2 2 6-16,0 7 11 0,0 0-7 0,1 1 0 0,4 3 6 15,-4-6 1-15,3 1-10 0,0 3-18 0,-2-4-10 16,5-1-8-16,-4-4-16 0,0 1-8 16,2-4-12-16,-2 2-5 0,0-1-13 0,1-2-6 15,-1 1-11-15,2-6-27 0,-2 0-49 0,2 3-44 0,0-6-39 16,0 0-41-16,0-7-57 0,0 0-66 0,2 19-50 16,-2-13-258-16,0-6-623 0,0 0 276 15</inkml:trace>
  <inkml:trace contextRef="#ctx0" brushRef="#br0" timeOffset="-211784.27">23812 6672 53 0,'0'0'212'16,"0"0"-19"-16,7-7-18 0,0 5-4 0,2 2-4 0,2-4-12 16,1 0-6-16,5 3-11 0,2-3-9 0,-2 1-10 15,2-1-9-15,0 0-5 0,-1 1-11 0,1 2-9 16,-6-2-8-16,1 3-7 0,-3-4-3 0,-3 3-3 15,0-1 8-15,-8 2-2 0,10 0 2 16,-10 0-12-16,9 0 2 0,-9 0 2 0,0 0 16 0,3 12 2 16,-3-12-7-16,-3 12 1 0,-2-5-4 0,1 2-7 15,0 3 12-15,0 0-5 0,-3 1-6 0,3-2 1 16,0-1-17-16,3 0-2 0,-1-2-8 0,1-1-6 16,1 1 2-16,0-8-6 0,3 14-1 0,-1-7 0 15,2-2-1-15,2 0 2 0,1 0-3 0,-1-4 6 16,2 2-10-16,3-2 4 0,-3 1 0 0,-8-2 0 15,17-2 8-15,-8 1 2 0,-3-2-1 0,3-1 3 16,-4 1 6-16,3-1-11 0,-4-1-3 0,-1-2-2 16,1 0-6-16,-1-4-30 0,-2 1-24 0,-1-1-12 15,0-1-29-15,0 1-24 0,-2-1-21 0,0 1-36 16,1 2-31-16,-2-2-36 0,2 5-35 0,1 6-35 16,-1-10-181-16,1 10-510 0,0 0 226 0</inkml:trace>
  <inkml:trace contextRef="#ctx0" brushRef="#br0" timeOffset="-211415.55">24171 6810 49 0,'0'0'229'0,"8"1"-5"0,-8-1 0 16,0 0-7-16,13-6-7 0,-13 6-8 0,11-6-12 16,-4 2-4-16,-2-2-14 0,4 0-7 0,-3 0-10 15,2-1-7-15,0 0-6 0,-2-4-19 0,1 1-10 16,-1-1-9-16,0 1-3 0,-2-6-7 0,-1 7-9 15,0-2-9-15,1 0-1 0,-3 1 2 0,2 1 14 16,-3 1-4-16,1 0-12 0,-1 8-4 0,-2-14-6 16,0 8-8-16,2 6-5 0,-6-11-9 0,6 11 1 15,-2-6-5-15,2 6-4 0,-4-7-6 0,4 7-4 16,0 0-12-16,0-9-1 0,0 9-12 0,0 0-8 16,0 0-1-16,0 0 6 0,7-4-1 0,-7 4-1 15,13 0 2-15,-13 0 7 0,14 2-9 0,-5 0-1 16,-3-1 2-16,1 3-1 0,2 0 2 0,-4 0-4 15,2-1 5-15,-3 3-3 0,4-3 1 0,-5 4 8 16,3 0-4-16,-1 2 1 0,-1-1 5 0,-2 2-4 16,1-1 0-16,0 0 4 0,-3 1-2 0,1 1-2 15,1-2 5-15,-2-1-8 0,2 2-22 0,-2-1-36 16,1-1-28-16,0 1-35 0,-1-9-31 0,2 12-38 16,1-5-35-16,-1-2-28 0,-2-5-238 0,7 6-532 0,-7-6 236 15</inkml:trace>
  <inkml:trace contextRef="#ctx0" brushRef="#br0" timeOffset="-210949.75">24637 6629 208 0,'0'0'279'0,"0"-6"-16"0,0 6-21 0,0 0-19 16,0 0-19-16,0 0-13 0,0 0-5 16,0 0-3-16,0 0-15 0,0 0-18 0,-16 19-5 15,14-11-8-15,-1-1-11 0,2 1-11 0,0 1-13 0,1-9-6 16,0 12-12-16,1-5-7 0,1 0-7 0,2-2-4 15,1 4-2-15,-1-5 14 0,1-1-23 0,2 1-5 16,0-1-1-16,4 0-11 0,-1-1 1 16,0-3-5-16,1 1-3 0,0-1-2 0,0-2 4 0,-1 0-10 15,1-1-2-15,-2 1-1 0,-2-1 5 0,-2 0-16 16,3-1 5-16,-3-1-1 0,0-2-3 0,-1 2 0 16,-1-1-3-16,0 3 1 0,-3 4 2 15,7-11-1-15,-5 5-4 0,-2 6-6 0,2-7 3 16,-2 7-4-16,0 0-3 0,0 0 7 0,0 0-2 0,0 0-7 15,0 0-2-15,0 0 3 0,0 0-2 0,0 0 2 16,0 0 3-16,2 20 0 0,-2-20 1 16,5 10 1-16,-1-5 1 0,1 1-2 0,2-1 7 15,-1-2 0-15,2 2-2 0,3-4 4 0,-2 0 8 0,6 2-9 16,-1-4 1-16,-1-1-6 0,1 0 3 0,2-3 3 16,-2 2-2-16,-3-1 5 0,1-2-5 0,0 1 16 15,-4 1 7-15,0-3 1 0,1 0-2 0,-5 0-10 16,1-2 0-16,-3 0-1 0,2 0 1 0,-4 0-2 15,0-1-15-15,-2 0-15 0,-2-1-14 0,0 2-17 16,1-1-14-16,-2 4-10 0,-1-3-22 0,3 4-22 16,3 5-32-16,-10-7-36 0,5 4-50 0,5 3-44 15,-10-4-217-15,10 4-532 0,0 0 235 0</inkml:trace>
  <inkml:trace contextRef="#ctx0" brushRef="#br0" timeOffset="-210243.31">25235 6528 180 0,'-20'-5'271'0,"20"5"-15"0,0 0-14 15,-20 9-11-15,12-3-14 0,0 2-12 0,-1-1-6 16,0 1-6-16,0 5-8 0,0 0-2 0,4 0-22 16,-1-2-12-16,3 2-14 0,1-3-10 15,2 2-2-15,-2-2-22 0,0-1-10 0,4 2-2 0,0-5-13 16,1 1-4-16,1-1-3 0,0 1 6 0,2-4-18 15,4 2 5-15,-3-2-7 0,4-1-5 0,0-1 1 16,1 1-9-16,0-2-4 0,0-2 5 0,-3 0-9 16,3-1 0-16,-3-2-4 0,1 1 2 0,-5 1-3 15,4-1-5-15,-4-2-1 0,3-2-10 0,-6 3 5 16,1-1-1-16,1-1 16 0,-2-2-7 0,-2 1-21 16,0 8 8-16,-2-14-3 0,2 14-5 0,0-10 8 15,0 10 3-15,-2-9-6 0,2 9 7 0,0 0-2 0,0 0-9 16,0 0 5-16,0 0-11 0,0 0 5 15,0 0 0-15,0 0-1 0,0 0 1 0,0 0 9 16,0 0 6-16,-7 21-3 0,7-21-1 0,0 12-4 16,0-12 5-16,1 11 0 0,2-4 1 0,0-1-2 0,-3-6 2 15,9 8 6-15,0-4 3 0,4-3 0 0,-1 2 3 16,1-3-1-16,5 0 4 0,2-1-26 16,-2-1 14-16,1-1-3 0,-1 0-1 0,-2-2 1 15,1 2 0-15,-3-1-2 0,-1 2-4 0,-5-5-5 0,3 3-1 16,-3-2-8-16,-1-1-3 0,1 0-4 0,-2-3-12 15,0 1 7-15,-4-1-11 0,1-1-1 0,-2 2-7 16,-2-1 0-16,-1 1 6 0,-1-2 1 16,-3 1-3-16,0 2 0 0,0 1 5 0,-1 0-3 0,-3-1 8 15,2 4 1-15,-3-3-1 0,4 5 8 0,3-1 10 16,4 3-15-16,-11-5-14 0,11 5 19 0,-8-4-9 16,8 4 12-16,0 0-5 0,-6-2 3 15,6 2 6-15,0 0 0 0,0 0-3 0,0 0 4 16,0 0 1-16,25-4-3 0,-14 4 3 0,-3 0 9 0,3-1-6 15,-1 1-2-15,-1 0 2 0,-9 0-3 0,14 0-6 16,-14 0 11-16,13 1-2 0,-8 3-1 0,2-3 8 16,-7-1 5-16,8 5-8 0,-3-1 9 15,-1 2 4-15,0 0 6 0,1 1 9 0,0 2-11 0,-2 1 1 16,1 1-1-16,-2-1 13 0,0 0-16 0,0-1-3 16,1 3-2-16,-3-3-4 0,2-1-3 0,2 2-22 15,-4-3-28-15,0 0-59 0,4 1-38 0,-3-2-29 16,2 0-44-16,-3-6-41 0,4 13-47 0,2-9-278 15,-5 1-626-15,5-2 278 0</inkml:trace>
  <inkml:trace contextRef="#ctx0" brushRef="#br0" timeOffset="-209799.78">25960 6538 11 0,'0'0'268'0,"0"-7"-7"0,0 7-4 0,-6-8-18 16,6 8-4-16,-10-5-12 0,10 5-6 0,-13 1-13 15,4-1-3-15,-1 5-6 0,0 0-5 0,-1 1-1 16,-5 5-23-16,1-3-4 0,0 3-4 0,3 0-11 16,-2-1-14-16,4-1 2 0,2 1-27 0,-1-1-5 15,4 0-14-15,0-4-8 0,1 4-7 0,0 0-3 16,4-9-17-16,0 13-4 0,4-9 2 0,-4-4-5 16,9 9-8-16,1-7 5 0,3 0-5 0,-2-1-2 15,7-2-11-15,1 2 12 0,-2-4-36 0,3-1 24 16,-4-1-5-16,0 1 4 0,1-3-11 0,-5 0 0 15,-1 1 6-15,-3-3-7 0,0-1 3 0,3-4-10 16,-3-3 3-16,0 3-3 0,-3-3-2 0,-1-1 1 16,0 0 9-16,0-1-31 0,-1 0 26 0,-5 0-5 15,6-8-3-15,-4 8 1 0,0 0-3 0,0-6 5 16,-2-1 1-16,0 7-3 0,1 5 10 0,1-2 7 16,-2 3 14-16,2 6 1 0,2-1 2 0,-2 8 4 0,0-11-4 15,0 11-5-15,-4-9-13 0,4 9-1 16,0 0-3-16,0 0 3 0,0 0-2 0,0 0-3 15,0 29 8-15,2-11-17 0,-2-1 10 0,0 8 0 16,-2-7 3-16,4 8-7 0,0-1 4 0,-1-6-3 0,3 7 1 16,-4-2-16-16,4-5-25 0,-2-1-55 0,1-1-43 15,0 1-49-15,-1-1-49 0,0 0-77 16,0-1-74-16,-6 0-266 0,2 0-698 0,-2-4 309 16</inkml:trace>
  <inkml:trace contextRef="#ctx0" brushRef="#br0" timeOffset="-208132.88">21137 7945 110 0,'-1'-10'293'0,"1"10"-21"0,3-16-32 0,2 8-21 16,0-3-9-16,1 3-16 0,2-7-13 0,1 3-2 16,2-2-13-16,1-1-6 0,-1 1-2 0,0-2-16 15,-1 2-8-15,1-1 5 0,-2-3-20 0,2 1-9 16,0 3-8-16,-3-3 1 0,-2-1-11 0,1 3-9 15,-2 0-2-15,-3-3-6 0,-1 6-3 0,-1 1 1 16,2 2-2-16,-4-1-6 0,2 2-6 0,0 8-3 16,-5-13 12-16,3 7-26 0,2 6-2 0,-10-6-5 15,4 4-3-15,6 2-6 0,-15 2-1 0,2 0-11 16,2 4 6-16,-6-1 13 0,3 4-17 0,-1 0-3 16,3 0-1-16,1-5-9 0,4 0 9 0,1 6-6 0,1-6-3 15,1 0-3-15,4-4 3 0,-4 10 3 0,4-10-7 16,9 9 15-16,-1-5-12 0,5 1 12 15,-2-2-12-15,10-3-6 0,2 1 2 0,3-2 2 16,1-2 1-16,1 3-5 0,-10-1 2 0,1-2 3 16,-6 3-7-16,0-1 5 0,-1 2 3 0,-1 2-16 0,-5-2 11 15,2 0-2-15,-1 2 2 0,0 2 0 0,-2 0 1 16,-1 4 5-16,0 3-5 0,0-2 1 16,-2 3-1-16,1 2-8 0,-1-1 13 0,2 4-3 15,-1-5-1-15,-2 0 4 0,2 0 3 0,0 0 3 0,1-3-6 16,1-1 0-16,1 1 0 0,-1-2 9 15,3 1-10-15,0-2 3 0,3-1 4 0,-1 0-2 0,1-2-3 16,2-1 0-16,2-3 3 0,2 0 1 0,3-1 2 16,-2-4 7-16,2 2-12 0,-3-1-3 0,1 0 1 15,-1-1-1-15,-6-2 2 0,2-1-3 0,0-2 1 16,-2 2 6-16,1-3-5 0,-3 2 2 0,4-3-6 16,-6-2-7-16,1 1-8 0,-2-3-3 0,-3 4-3 15,1-4 3-15,-4 5-2 0,1-7 4 0,-1 7 0 16,-1-1-2-16,-3 1 4 0,0 2 0 0,0 0 0 15,-1 0 3-15,-1 2 4 0,-1 2-3 0,0 3 13 16,7 2-11-16,-18-2 1 0,6 5-2 0,2 3 2 16,-5 2 6-16,-1 5-3 0,4 3 2 0,-4-1 2 15,3 1 8-15,2 2-2 0,2-4 4 0,1 4-3 16,3-3 4-16,1-3-1 0,3 1 1 0,1-3-3 16,1 2-2-16,2-5 3 0,3 3 6 0,2-3 5 15,1-2 2-15,4 2-2 0,5-5-2 0,1-1 4 16,2-1-7-16,6-2 1 0,0-2-1 0,0-2 1 15,1-2-9-15,-2 2 9 0,-7-1-7 0,0-1 3 16,2-2-12-16,-2 3 15 0,-3-2-3 0,2-2-14 16,-4-3 13-16,2 2-4 0,-2-1 6 0,-2-2-2 15,-3 2-7-15,0-2 2 0,-3 0-4 0,0 0 4 16,-2 4-6-16,-1 1 11 0,-3 0-16 0,0 5 7 16,0 5 2-16,2-13-4 0,-2 13-4 0,1-6-1 0,-1 6-9 15,0 0 25-15,0 0-19 0,0 0 1 0,0 0 4 16,0 0 7-16,-5 34 9 0,4-16-2 15,1-5-4-15,-2 5 6 0,1-1 1 0,-3 0-4 0,2 3 8 16,1-2-3-16,-1-3 3 0,2 2 3 0,-2-6-8 16,0 0 4-16,0-1-7 0,2-5-2 0,0-5 6 15,0 11-3-15,0-11-10 0,0 9 19 16,0-9-4-16,0 0-6 0,2 9 10 0,-2-9-9 0,0 0-8 16,0 0 9-16,14-5-3 0,-14 5-4 0,17-10 6 15,-7 2-4-15,7-3 1 0,-3-1 1 0,3-1-6 16,0 2 4-16,-1-3-7 0,5-4 0 0,-3-1-2 15,-2 4 3-15,0-5-1 0,-2 4-1 0,-2 1-6 16,-1 1-3-16,-3 5 6 0,0-2 3 0,-2 2-2 16,-1-1 6-16,2 0 5 0,-5 4-4 0,1 0 6 15,-2-1 3-15,-1 7-11 0,1-8 14 0,-1 8-7 16,0 0 6-16,0 0-4 0,0 0-3 0,0 0-1 16,0 0-3-16,0 0-1 0,0 0-1 0,-15 21-2 15,11-12 3-15,0 2-1 0,-1 0-1 0,1 0-1 16,2 1 6-16,-1-2-2 0,2 0-3 0,1-10-3 15,1 16 7-15,2-9-3 0,-1 0 3 0,1-2 2 16,2 2 0-16,1-3-3 0,2 0 3 0,2 0 0 16,3-3 2-16,1-1-4 0,5-1 6 0,0-1-4 15,1-2-3-15,-2-2 3 0,1 0-1 0,-1 0 1 0,-2 0 2 16,-3 2 0-16,-2-3-4 0,0-1 0 16,-2 2 6-16,-1-3-10 0,0 0 2 0,-1 0 1 15,-2-1-5-15,-1 3 2 0,-1 0-1 0,-1 1 4 16,-2 6-2-16,1-12-4 0,0 6 2 0,-1 6 9 0,1-7-14 15,-1 7 2-15,0 0-2 0,0 0-12 0,0 0 8 16,0 0-7-16,0 0 11 0,0 0 3 0,0 0-1 16,0 0-1-16,2 22 5 0,-2-22-2 15,-2 18 3-15,2-8 1 0,2 3-2 0,-4-3 1 0,2 3 1 16,-1-4-2-16,1 2 2 0,0-2-10 0,-1 1-12 16,1-2-16-16,0 3-38 0,1-2-35 0,-3-1-42 15,-1 0-39-15,-1 2-63 0,1-6-59 0,-3 5-329 16,-1-2-695-16,-4-1 308 0</inkml:trace>
  <inkml:trace contextRef="#ctx0" brushRef="#br0" timeOffset="-207977.84">22334 7476 51 0,'-4'-6'224'0,"4"6"-44"15,0 0-39-15,0 0-25 0,0 0-49 0,0 0-58 16,16-3-52-16,-16 3-82 0,0 0-134 0,0 0 60 16</inkml:trace>
  <inkml:trace contextRef="#ctx0" brushRef="#br0" timeOffset="-207704.5">22771 7447 71 0,'2'-5'305'0,"3"0"-3"16,-5 5-3-16,3-12 4 0,-3 12-4 0,1-6-2 16,-1 6-5-16,4-6-22 0,-4 6-18 0,0 0-26 15,0 0-22-15,0 0-24 0,0 0-23 0,0 0-10 16,0 0-7-16,0 0-5 0,4 24-3 0,-3-7 0 16,0 2-7-16,1 1-8 0,-4 5-7 0,4-5-11 15,-2 5-18-15,2-5 5 0,0 0-13 0,-4-3-8 16,4 1-5-16,-2 0-7 0,-2 0-8 0,2-6 2 15,2 2-27-15,-2-4-25 0,1 2-18 0,-1-3-22 16,1-2-40-16,0 1-38 0,1 0-32 0,-2-8-28 16,0 13-31-16,0-13-40 0,0 0-39 0,0 8-52 15,0-8-222-15,0 0-613 0,0 0 271 0</inkml:trace>
  <inkml:trace contextRef="#ctx0" brushRef="#br0" timeOffset="-207232.28">22608 7596 64 0,'-3'-6'235'0,"3"6"-19"0,0 0-22 0,0 0-17 16,17-11-15-16,-5 9-6 0,7-3-8 0,2 1-6 15,5-3-12-15,6 1-6 0,0 1-16 16,-1 2 0-16,0-3-15 0,-2 0-11 0,0 2-6 16,1 2-9-16,-12-2-4 0,-2 1-1 0,-2 0 3 0,-3 2 10 15,-4-1 3-15,1 1 2 0,-8 1-1 0,11-1 4 16,-11 1 1-16,8-4 2 0,-8 4-6 0,0 0 2 15,7-1-9-15,-7 1-9 0,0 0-5 16,0 0-8-16,0 0 1 0,-15 18-5 0,10-10 0 0,-7 5-4 16,4-4-4-16,-4 4-4 0,2 4 3 0,1-1 5 15,3-3-2-15,-4 3 0 0,5-4-1 0,-1-2-7 16,3 0 0-16,0 1-5 0,3-11-2 0,0 17-3 16,1-6-1-16,2-5 2 0,2-2-6 0,0 1-2 15,6-1 10-15,-2-4-19 0,3 3 1 0,-1-4-8 16,1 1 2-16,-2-2-8 0,0-1 1 0,-1 2-2 15,2-5-3-15,-1 0-3 0,-2-3-1 0,1 4 0 16,-1-1-3-16,-1-2 2 0,-3 2 1 0,1-2-3 16,-1-1 1-16,1 0-5 0,-3 3 7 0,2-1-1 15,-1 2 0-15,-3 5 4 0,3-10 7 0,-3 10-4 16,3-5-2-16,-3 5-1 0,0 0-2 0,0 0 6 16,0 0 5-16,0 0 5 0,0 0 0 0,1 20 9 15,-1-20-10-15,2 13 2 0,-1-3-12 0,0-1-25 16,0 3-39-16,2-3-44 0,-2 2-51 0,2-2-60 15,1 1-52-15,-3-2-225 0,-1-8-545 0,4 13 241 16</inkml:trace>
  <inkml:trace contextRef="#ctx0" brushRef="#br0" timeOffset="-206933.37">23263 7706 14 0,'6'-5'290'0,"-6"5"-3"0,4-5-6 0,-4 5-10 0,0 0-12 16,0 0-11-16,4-6-15 0,-4 6-1 15,0 0-6-15,0 0-5 0,4-4-13 0,-4 4-8 16,0 0-4-16,0 0-9 0,2-8-11 0,-2 8-11 16,0 0-13-16,0 0-9 0,4-9-19 0,-1 4-11 0,2-2-12 15,2-1-13-15,1-3-7 0,0 2-12 16,4-4-5-16,-4 4-9 0,2-5-12 0,4 4-8 16,-6 3-3-16,-2 1-1 0,1-1-2 0,-1 3-10 15,1-1 1-15,-7 5-13 0,9-4 0 0,-9 4-2 16,0 0 4-16,15 5 4 0,-10 1-13 0,-3 1-1 15,4 3 3-15,-4 2-10 0,0 1 22 0,-1 2-16 16,-1-1 7-16,0-2-15 0,1 0-34 0,-1-1-26 16,1-1-38-16,-1-1-36 0,2 1-46 0,-1 0-46 0,-1-10-46 15,4 12-62-15,0-6-242 0,-4-6-636 0,11 4 282 16</inkml:trace>
  <inkml:trace contextRef="#ctx0" brushRef="#br0" timeOffset="-206550.4">23746 7497 184 0,'0'0'313'0,"0"-9"-4"0,0 9-17 0,-4-10-21 15,4 10-23-15,0 0-16 0,-8 0-10 0,8 0-4 16,-18 12 4-16,11-2-22 0,-6 4 8 0,3 0-33 16,-1 0-5-16,-2 9-16 0,0 0-12 0,5-6-8 15,0-2-12-15,3 0-9 0,1-3-16 0,4 5-9 16,2-7-9-16,2 3-5 0,-2-3-5 0,7-1 1 15,4 1 1-15,6-2-4 0,-1-4 0 0,10-3-13 16,4-1-5-16,0 0 0 0,-3-4-12 0,3 1 3 16,0-6-9-16,-2 2 3 0,2 0 0 0,-12 0-7 15,5-4-10-15,-7 3 1 0,0-2 3 0,-4-2-5 16,2-1 1-16,-5 4 1 0,1-5-6 0,-5 2 5 16,-2-1-8-16,-2 1-2 0,-2-1 2 0,1 2-3 15,-5 1 5-15,2 2 1 0,-3 0 4 0,-3-1-8 16,1 5 2-16,-5-1-6 0,-1 5 1 0,-6 3-1 15,0 2 13-15,-1 1-7 0,1 5 0 0,-2 2 1 16,2 0-4-16,3-1 3 0,6 3-7 0,-3 0 2 16,8-5-10-16,3 2-15 0,2-1-34 0,7 0-28 15,7-1-43-15,2-2-38 0,10 4-47 0,7-5-59 0,3-5-74 16,3 2-325-16,-4-4-723 0,-2 0 320 16</inkml:trace>
  <inkml:trace contextRef="#ctx0" brushRef="#br0" timeOffset="-189861.37">19780 6857 39 0,'0'0'102'0,"10"-3"-1"0,-10 3-10 0,0 0-2 16,0 0-5-16,0 0-10 0,0 0-5 0,0 0-9 15,0 0-3-15,0 0 0 0,0 0-14 0,0 0-3 16,0 0-17-16,0 0-1 0,0 0-1 0,0 0-2 0,0 0-15 16,0 0-3-16,0 0-8 0,0 0-8 15,0 0-5-15,0 0 7 0,0 0-14 0,0 0 5 16,0 0-1-16,0 0 1 0,0 0 8 0,0 0-1 15,0 0 3-15,-23-10-1 0,23 10 5 0,-4-6 1 0,4 6 6 16,-6-9 6-16,2 3 1 0,1 0-4 0,-1 0 12 16,-1-3 4-16,-2 2 10 0,2-1 4 0,-3 0-2 15,-1 2 1-15,2-3 5 0,-2 2-5 16,0 0 8-16,0-2 10 0,0 3-4 0,0-1 7 0,3 1 10 16,-1 3 4-16,2-2 2 0,0 0 0 0,5 5 2 15,-9-7 5-15,5 4 1 0,4 3-5 0,0 0-7 16,-6-4-2-16,6 4-6 0,0 0-6 15,0 0-9-15,-5-6 0 0,5 6-6 0,0 0-5 0,0 0 1 16,0 0-5-16,0 0 4 0,0 0-1 0,18 10 2 16,-18-10-3-16,12 7 0 0,-4 0-2 0,-1-1-1 15,3 0-2-15,-3 0-1 0,-2-2-4 0,2 2-1 16,2-2-4-16,-2 2 2 0,-1-3-2 0,-1 2-4 16,1 3 3-16,-1-4 2 0,2-1-6 0,-2 4-1 15,-1-3-6-15,1-1-15 0,-1 2-16 0,-1-1-19 16,-3-4-27-16,7 9-11 0,-7-9-24 0,3 9-17 15,-3-9-12-15,2 7-4 0,-2-7-8 0,0 0-120 16,0 0-292-16,0 0 129 0</inkml:trace>
  <inkml:trace contextRef="#ctx0" brushRef="#br0" timeOffset="-189681.5">19687 6647 26 0,'-3'-4'126'16,"3"4"-14"-16,0 0-10 0,0 0-8 0,0 0 2 15,0 0-7-15,0 0 0 0,-14 11 5 0,12-5-7 16,-3 1-14-16,-3 3-5 0,2 0-4 0,-5 5-13 0,0 2 5 16,-2-1-10-16,-2 5-9 0,1 0-22 15,-2 1-34-15,5 1-26 0,-2 0-28 0,-1-1-46 16,2-4-60-16,1-2-193 0,2 1 86 0</inkml:trace>
  <inkml:trace contextRef="#ctx0" brushRef="#br0" timeOffset="-189499.73">19440 6900 18 0,'0'0'150'16,"0"0"-8"-16,0 0-14 0,21-11-16 0,-10 9-8 15,8-3-14-15,8-3-24 0,5 1-21 0,1-3-34 0,3 3-7 16,1-3-41-16,0-1-39 0,0 4-51 15,-2-5-136-15,1 1 60 0</inkml:trace>
  <inkml:trace contextRef="#ctx0" brushRef="#br0" timeOffset="-189375.33">20010 6706 81 0,'0'0'165'0,"-10"-10"-7"16,10 10-7-16,0 0-17 0,-5-5-15 0,5 5-14 15,0 0-9-15,0 0-13 0,-5-5-41 0,5 5-34 16,0 0-34-16,0 0-29 0,0 0-123 0,0 0-191 15,0 0 85-15</inkml:trace>
  <inkml:trace contextRef="#ctx0" brushRef="#br0" timeOffset="-183029.49">30137 4293 239 0,'-6'-8'263'0,"-1"1"15"16,2-2-11-16,0 5-6 0,2-2-5 0,1 0-20 0,2 6-7 16,-8-11-22-16,7 6 0 0,1 5-9 0,-5-7-18 15,5 7-19-15,-3-7-21 0,3 7-18 16,0 0-7-16,-5-6-20 0,5 6-4 0,0 0-10 15,0 0-13-15,0 0-23 0,0 0 11 0,0 0 0 16,0 0-8-16,9 20-24 0,-4-13 15 0,0 2-5 16,1 4-6-16,1-2 6 0,-1 3-7 0,3 0 4 15,-2-3-6-15,2 4 0 0,0-3-7 0,-1 4 6 0,1-2-9 16,0 0 3-16,-1 0 4 0,2-1-6 16,-3-2-2-16,-1-2 4 0,2 3-8 0,1-2-11 15,-3 1 8-15,-1-1 2 0,2-2 0 0,-1 0-1 16,-1 0 5-16,-5-8-7 0,8 10 3 0,-3-3-6 15,-5-7 3-15,6 9 3 0,-6-9-3 0,9 7 1 16,-9-7-2-16,0 0 1 0,0 0 19 0,8 7 21 16,-8-7 4-16,0 0 0 0,0 0-1 0,0 0-9 15,15-11-7-15,-7 2-5 0,-3-1-19 0,0 1 16 16,4-4 0-16,0-1-3 0,-3 3-3 0,2-3 4 16,1-3-8-16,-1 1 5 0,0-1-3 0,2 0-3 15,0-6-3-15,0 5-3 0,-4 0 1 0,2 3 1 16,-1 1-5-16,0 1 4 0,-2 2 0 15,4 1-4-15,-5 2-5 0,-1 1 5 0,-3 7 3 0,3-12-2 16,-3 12-7-16,5-9-1 0,-5 9-1 0,0 0 0 16,4-10 0-16,-4 10-11 0,0 0-21 0,4-7-27 15,-4 7-37-15,0 0-27 0,0 0-3 0,0 0-27 16,0 0-31-16,0 0-34 0,12 20-52 16,-8-10-13-16,-1 1-49 0,-1 0-180 0,-4 0-555 0,2-11 245 15</inkml:trace>
  <inkml:trace contextRef="#ctx0" brushRef="#br0" timeOffset="-182528.36">30589 4488 95 0,'0'0'206'0,"0"0"-5"0,2 10-9 0,-2-10-2 16,0 0 1-16,0 0-8 0,-6 16-10 0,3-6-2 15,-1 2 1-15,-1-2-9 0,-3 7-9 0,3-5-6 16,0 6-10-16,-2-1-10 0,2 0-12 0,0 1-3 15,0-3-18-15,3-2-7 0,-2-1-7 0,0-1-5 16,1 2-2-16,1-4-4 0,-1 1-12 0,3-10 14 16,-3 12 3-16,3-12 14 0,-3 8 14 15,3-8 9-15,0 0 7 0,0 0 6 0,-2 9-5 16,2-9-9-16,0 0-13 0,0 0-4 0,0 0-12 16,0 0-7-16,0 0-10 0,0 0-2 0,9-42-6 0,-3 31-10 15,-3-5-2-15,3 4-5 0,0-7-3 0,1-4-12 16,4-3 0-16,-1 3-4 0,1-1-3 15,0 0 1-15,1-2-5 0,3 0 2 0,-3 2-2 16,5 0-2-16,-4 4-9 0,-2 5 1 0,-3 1-4 16,0 3 6-16,-1 2-4 0,-2 1 0 0,0 4-2 15,1-1-1-15,-3 0-2 0,3 1 3 0,-6 4-10 0,0 0 9 16,11-2-2-16,-11 2 0 0,11 6-5 0,-7-1 5 16,5 1-3-16,0 3 0 0,1 3-1 0,1 3 3 15,0-1-1-15,-1 10 5 0,-2-8-2 16,0 1 7-16,-2 0 9 0,-1 0 5 0,2 6 1 15,-2-5 1-15,0 0 0 0,-1-7 2 0,1 6-4 16,0-1-4-16,-3-3-1 0,0-2 2 0,2 1 3 0,-2-2-4 16,2 0-6-16,0-1 0 0,-4-9 1 0,5 15 2 15,-4-11-4-15,-1-4-2 0,3 11-19 16,-3-11-15-16,0 0-30 0,2 13-36 0,0-11-40 16,-2-2-50-16,0 0-38 0,0 0-44 0,0 0-50 15,5 3-50-15,-5-3-237 0,0 0-654 0,0 0 289 16</inkml:trace>
  <inkml:trace contextRef="#ctx0" brushRef="#br0" timeOffset="-182346.46">30731 4599 15 0,'-9'-2'265'0,"9"2"-11"16,0 0-9-16,0 0-14 0,0 0-16 0,0 0-15 15,0 0-12-15,0 0-20 0,0 0-15 0,0 0-12 16,0 0-13-16,0 0-14 0,0 0-7 0,0 0-20 15,0 0-24-15,0 0-30 0,40-1-36 0,-27 0-43 16,6-5-49-16,1 4-57 0,-2 0-52 0,2-1-148 16,1 3-380-16,-2-2 168 0</inkml:trace>
  <inkml:trace contextRef="#ctx0" brushRef="#br0" timeOffset="-182130.64">31245 4546 60 0,'0'0'325'0,"0"0"-12"16,0 0-7-16,0 0-11 0,0 0-17 0,0 0-16 16,11-2-16-16,-11 2-23 0,0 0-13 0,0 0-14 15,0 0-30-15,0 0-15 0,0 0-18 0,11-3-5 16,-11 3-18-16,0 0-15 0,17 0-7 0,-17 0-29 16,17-2-10-16,-7 0-36 0,3 1-45 0,-13 1-47 15,20-2-42-15,-8 2-47 0,1 0-51 0,0-4-43 16,-13 4-210-16,24-3-509 0,-14-1 226 0</inkml:trace>
  <inkml:trace contextRef="#ctx0" brushRef="#br0" timeOffset="-181649.7">31865 4321 164 0,'0'0'261'0,"0"-8"-8"16,0 8-7-16,0 0-12 0,1-11-5 16,-1 11-14-16,0 0-8 0,2-7-17 0,-2 7-13 15,0 0-16-15,0 0-16 0,3-6-14 0,-3 6-11 0,9-1-7 16,-9 1-17-16,14 0-9 0,-14 0-11 0,15 5-7 16,-8-2-10-16,3 2-2 0,-1 1-3 0,-1 2-4 15,-2 0 1-15,4 6-3 0,-3-5-11 0,-2 2 11 16,0 5-8-16,-1-1-6 0,-2 2 8 15,-2-4 0-15,0 0-6 0,-2-1 8 0,-1 0-14 16,-1 3 3-16,-1-3-6 0,-4 2 3 0,0-3 1 0,-2 1-4 16,-3-1 2-16,-3 0-5 0,2-1 1 0,-2 0-4 15,2-3 0-15,-3-1 8 0,5-1-10 0,-1-1-3 16,4 1 1-16,-2-1 2 0,12-4 7 16,-12 5 2-16,12-5 13 0,-11 2 3 0,11-2 5 15,0 0-11-15,-11 3 7 0,11-3-4 0,0 0 2 16,0 0-5-16,0 0-2 0,-9 2-6 0,9-2 1 0,0 0-2 15,0 0-4-15,0 0-10 0,0 0 5 0,0 0-8 16,0 0-1-16,-3 11-1 0,3-11-5 0,0 0 3 16,0 0 0-16,8 17 2 0,-8-17-2 15,7 13-6-15,-1-3 4 0,-1-1-23 0,1 1-36 16,-1-1-38-16,1 4-40 0,-1 3-44 0,1-5-46 0,-2 7-31 16,0 0-44-16,-3 0-36 0,-2 6-220 0,-4-6-596 15,-1-1 265-15</inkml:trace>
  <inkml:trace contextRef="#ctx0" brushRef="#br0" timeOffset="-181522.35">31760 5019 134 0,'0'5'234'16,"0"-5"6"-16,-1 9 7 0,1-9 7 0,0 0 13 15,0 0 3-15,-3 13 3 0,3-13 3 0,0 0 5 0,0 0-15 16,0 0-17-16,0 0-18 0,1 7-33 16,-1-7-23-16,0 0-46 0,0 0-65 0,0 0-85 15,0 0-91-15,0 0-108 0,0 0-353 0,0 0-620 16,0 0 274-16</inkml:trace>
  <inkml:trace contextRef="#ctx0" brushRef="#br0" timeOffset="-180165.18">29757 2995 144 0,'0'0'247'0,"-7"-4"-11"0,7 4-13 0,0 0-12 0,0 0-5 16,0 0-13-16,0 0-8 0,0 0-14 16,-6-4-12-16,6 4-11 0,0 0-18 0,0 0-8 15,0 0-16-15,0 0-8 0,0 0-11 0,0 0-8 0,0 0-6 16,0 0-8-16,0 0 12 0,0 0-1 0,27-2 2 15,-7 0-8-15,-1 1-3 0,1 0-11 0,7-1-7 16,1-2 0-16,-1 1-3 0,1 2-11 0,-1-1-7 16,1 0-17-16,-8 1-22 0,1 1-20 15,1 0-33-15,-10-1-29 0,6 0-38 0,-6 1-48 16,-1 1-50-16,-3-1-37 0,-2 2-155 0,-6-2-454 16,7 2 201-16</inkml:trace>
  <inkml:trace contextRef="#ctx0" brushRef="#br0" timeOffset="-179926.31">29848 3010 8 0,'0'0'226'0,"-10"0"1"15,10 0-16-15,-9 0-15 0,9 0-13 0,-9 0-10 16,9 0-2-16,-8 5-11 0,4 0-2 0,-1 3 2 16,1 2-8-16,-1 1 33 0,0 6-9 0,1 2-16 15,2-2-6-15,-1 2 9 0,1 0-14 0,0 1-8 16,1-1 11-16,0 0-14 0,2 0-14 0,-1 0-11 15,0-2-7-15,1 1-19 0,1-2-21 0,-2 0 14 16,1 0-11-16,-4-5-2 0,2 2-15 0,2-1 1 16,1-1-21-16,-1-2-42 0,-1-2-24 0,3 3-9 15,-3-3-46-15,0-7-40 0,1 14-35 0,-1-8-36 16,0-6-36-16,2 9-32 0,-2-9-33 0,4 6-169 16,-4-6-509-16,0 0 225 0</inkml:trace>
  <inkml:trace contextRef="#ctx0" brushRef="#br0" timeOffset="-179616.68">29753 3303 194 0,'0'0'219'16,"0"0"-16"-16,0 0-17 0,0 0-14 0,6-12-15 15,-6 12-6-15,16-3-12 0,-3 2 0 0,5-2-9 16,11-2-9-16,2 1-11 0,3 4-8 0,1-3-11 16,1 1-7-16,0-4-9 0,2 2-6 0,-5-3-7 15,-1 4-6-15,-1 0-2 0,-3-2-6 0,-9 1-3 16,-1 2-3-16,-7-1 8 0,2 1 6 0,-3 0 15 15,-3 1 5-15,-1 0-8 0,-6 1 18 0,12-4 0 16,-12 4-4-16,6-2-4 0,-6 2-7 0,6-2-7 16,-6 2-7-16,0 0-1 0,0 0-13 0,0 0-6 15,7 6 4-15,-7-6 1 0,1 9 0 0,-1-2-3 16,0 2-4-16,0 0 7 0,0 2 3 0,0 1-9 16,0-2 1-16,1 4-3 0,-2-3-11 0,2 2 5 15,-2-1-30-15,2 1-33 0,-1-3-32 0,0 0-39 16,-1 2-43-16,0-2-55 0,1-1-66 15,-4 2-271-15,4-11-584 0,-6 13 258 0</inkml:trace>
  <inkml:trace contextRef="#ctx0" brushRef="#br0" timeOffset="-179449.52">30304 3027 52 0,'0'0'150'16,"0"0"-34"-16,0 0-37 0,0 0-39 0,21 25-35 16,-14-7-46-16,-2 8-27 0,1-1-71 0,1 5 31 15</inkml:trace>
  <inkml:trace contextRef="#ctx0" brushRef="#br0" timeOffset="-179200.19">30450 3410 180 0,'0'0'258'0,"0"0"-4"0,0 0-13 16,0 0 0-16,0 0-18 0,1-22-19 0,-1 12-20 16,3 1-1-16,-2-1-12 0,0-2-13 0,4 3-11 15,4-6-12-15,0 2-12 0,-1-2-15 16,-2 4-7-16,2 1-3 0,3 1-7 0,-1 1-4 0,-3 3-9 16,2 0-12-16,0 1-7 0,-1 2-11 0,-1 0 4 15,-7 2-1-15,16 4-6 0,-6 2 4 0,-2 0 0 16,2 3 0-16,-1 0-8 0,1 5 8 0,-4-5-15 15,2 2 0-15,-2 3-4 0,0 2-1 16,0-2-3-16,-1 1-8 0,-1-3-31 0,0-2-48 0,-3 1-46 16,3 1-49-16,-3-2-69 0,3-1-85 15,-4-9-211-15,3 12-563 0,0-7 249 0</inkml:trace>
  <inkml:trace contextRef="#ctx0" brushRef="#br0" timeOffset="-178733.4">31035 3291 1948 0,'4'-13'211'0,"0"2"-53"0,-4 0-66 0,-1 4-27 16,-2-1 16-16,-1 0 9 0,-6-2-10 0,2 4 2 15,-3 0-6-15,-1 5 11 0,1-3 4 0,-1 3 7 16,-2 1-4-16,1 4 0 0,-2-1-8 0,2 5-2 16,-2 2-6-16,1 1 1 0,-1 1 3 0,3 2-6 15,1 0-6-15,-1 0-5 0,6-3-8 0,1 0-10 16,-1 0-3-16,4 2 4 0,1-3-5 0,1-1-8 15,1 0-5-15,1 0 5 0,2-2-8 0,0-3 0 16,4 3 5-16,3-2-8 0,0-3 0 0,3-2 1 16,1 0-8-16,-2-1-5 0,1-3 0 0,-1 2 1 15,-1-3 1-15,4-4 8 0,-6 1-16 0,4-1 2 16,-1-5 7-16,1 0-2 0,-5-4-2 0,1 1-2 16,0-8-1-16,-2 1 1 0,0-2 0 0,-3 6 8 15,2-8-17-15,-3 0 9 0,-1 9 3 0,1-7 0 16,-4 8 17-16,1 2 24 0,0 0 6 0,-1 6 7 15,0 0 8-15,1 1 6 0,-1 1 2 0,0 8-4 16,3-8-13-16,-3 8-16 0,0-8-6 0,0 8-6 16,0 0-9-16,0 0 1 0,0 0-7 0,0 0-1 15,-3 27 0-15,1-11 2 0,-1 3 2 0,2 0-4 16,0-1 2-16,-2 7-3 0,2-6-3 0,1 0-2 16,0 1 6-16,0-3 1 0,4 1-4 0,-3 0-3 15,4 0-7-15,3 0-19 0,1-1-25 0,1 2-54 16,2-5-46-16,8 3-49 0,-7-6-55 0,5 3-54 15,-1-5-78-15,0 1-67 0,-2-1-220 0,-4-2-715 16,-2-2 317-16</inkml:trace>
  <inkml:trace contextRef="#ctx0" brushRef="#br0" timeOffset="-163465.14">23710 9919 9 0,'0'0'126'0,"0"0"-9"0,-9-2-9 0,9 2 0 16,0 0-14-16,-13-3 8 0,13 3-12 0,-9-1 3 15,9 1-3-15,-7-2-2 0,7 2-7 0,0 0 4 16,-12-1-1-16,12 1-4 0,-9-3 1 0,9 3-4 15,-8-2-3-15,8 2-6 0,0 0-4 0,-13 0-1 0,13 0-1 16,0 0-4-16,-8-1 0 0,8 1-1 16,0 0-4-16,0 0-1 0,0 0-1 0,0 0-3 15,-10 1 1-15,10-1-3 0,0 0-1 0,0 0-2 16,0 0 1-16,0 0-1 0,0 0-6 0,0 0 0 0,0 0-3 16,0 0 1-16,0 0 0 0,0 0-4 0,0 0-1 15,0 0-4-15,0 0-1 0,0 0-2 16,0 0 0-16,0 0-1 0,0 0 0 0,0 0-2 0,0 0 0 15,0 0 11-15,0 0-14 0,28-6 2 0,-18 4-2 16,0 2 0-16,3 0 2 0,0-3 0 0,5 3-6 16,-2-3 3-16,5 2-3 0,-3-1-1 0,3 0 0 15,6-3-1-15,-5 2-2 0,-2 3-1 0,9-3-7 16,-8 1-4-16,7 0 2 0,0-1-1 0,-6 4 5 16,5-1-5-16,0-2 2 0,-4 0-1 0,-2 1-2 15,1-2 4-15,0 1-1 0,7 1-3 0,-2 1 4 16,-5 0-2-16,0-3 3 0,6 3-2 0,-1-3-1 15,-6 1 3-15,1 1 0 0,-1-1-2 0,5 2 1 16,-4-1 2-16,7 0-2 0,-2 0 0 0,3-3 2 16,-2 3-1-16,-1-1-3 0,2-2 1 0,-2 3 0 15,0 0 1-15,-6-2 2 0,-3 1-4 0,4-1 2 16,0 2-4-16,-2-2 7 0,-1 1-2 0,2-1-2 16,-2 0 1-16,3 1 1 0,-1 1-4 0,-4-1 3 15,6-1-3-15,-4 1 4 0,2 0 5 0,0-1-5 0,1 1-2 16,-2-1 0-16,1-1 0 0,7 0 0 15,-6 2 0-15,6-2 2 0,-7 0-1 0,8 2 5 16,-2-1-6-16,-7 2 3 0,2-1-3 0,0-1 3 16,-1 1-1-16,-3 0-2 0,4-1 0 0,-2 1 4 0,-2 0 0 15,3 1-3-15,8-3 2 0,-10 4 4 0,0-1-3 16,8-2-1-16,0 0 2 0,2 3 1 16,-8-2 6-16,0 0 0 0,0 0 3 0,9 1 0 0,-8 0-1 15,-2-1-2-15,1 2 1 0,1-1 0 0,-3-3-4 16,4 0 5-16,-2 3-4 0,8-3 9 0,-11 1-9 15,4 1 4-15,5-1 4 0,-4 3-8 0,-3-2-2 16,2-2 1-16,-3 4 0 0,2-2-4 0,0 0 0 16,-3-1 5-16,0 2-3 0,0-1-2 0,-5 1-3 15,-1-1 1-15,3 1-3 0,-2 0 2 0,-3-1 4 16,1 1-1-16,3 0-1 0,-3 0-1 0,0-1-1 16,-1 0 3-16,2 1-5 0,1 1 4 0,-1-2-1 15,1 2 1-15,1 0 0 0,-3 0 5 0,0-3-10 16,1 3 1-16,-3 0 0 0,5 0 3 0,-6-2 0 15,3 1 2-15,-11 1 4 0,16 0 3 0,-9-1 4 16,0-1-3-16,4 1-3 0,0-1-2 0,0 4 3 16,-1-4-4-16,3 1 9 0,-2 1-9 0,1-1 1 15,3 1 10-15,-1-1-16 0,-1 1 5 0,-2 0 1 16,3-1-3-16,-3 1-5 0,0-1 6 0,0-1-5 0,0 2 5 16,-3 0-3-16,-8 0-2 0,13-1 4 15,-13 1-5-15,8-1 3 0,-8 1 1 0,0 0-5 16,12 0 6-16,-12 0-6 0,0 0 4 0,0 0-8 15,7-2-15-15,-7 2-20 0,0 0-24 0,0 0-38 0,0 0-45 16,0 0-53-16,0 0-37 0,0 0-252 0,-36 2-530 16,22-1 235-16</inkml:trace>
  <inkml:trace contextRef="#ctx0" brushRef="#br0" timeOffset="-162265.52">23766 9951 76 0,'0'0'144'0,"-5"-6"-13"0,5 6 4 0,0 0-16 16,0 0-2-16,-5-8-17 0,5 8 13 0,0 0-5 15,0 0-3-15,0 0-11 0,-4-6 1 0,4 6-4 16,0 0 2-16,0 0-4 0,-4-7-3 0,4 7-1 16,0 0-4-16,0 0-6 0,-5-5-5 0,5 5-5 15,0 0-4-15,0 0-10 0,0 0-5 0,-9-4-3 0,9 4-1 16,0 0 1-16,-6-4 2 0,6 4-2 0,0 0 0 16,0 0 1-16,0 0 0 0,-5-4-2 15,5 4-4-15,0 0-1 0,0 0 4 0,0 0-3 0,0 0 1 16,0 0-3-16,0 0 0 0,-8-4 2 0,8 4-2 15,0 0 0-15,0 0-1 0,-5-4 2 16,5 4-8-16,0 0-1 0,0 0-1 0,0 0-5 0,0 0 3 16,0 0-6-16,0 0-1 0,0 0-3 15,0 0 5-15,0 0-10 0,0 0 2 0,0 0-3 0,0 0-1 16,0 0-1-16,0 0-5 0,0 0 3 0,0 0-5 16,0 0 1-16,0 0-1 0,0 0 2 0,0 0-2 15,0 0 0-15,0 0 0 0,4 23 0 0,0-14 3 16,-3-3 5-16,3 4 3 0,-2 2-2 0,3 0-1 15,-2 0 2-15,2 5 4 0,0 2 5 0,-1-1 10 16,1 6-1-16,-1-4 5 0,4 0-5 0,-2 4-2 16,0 0-6-16,4 2 10 0,-4-4-4 0,-1 5 18 15,3-2-12-15,-2-2-5 0,0-4 7 0,1 4-3 16,-3-4 0-16,-1 1 3 0,1-2-4 0,0 0-6 16,1 0-2-16,-2 0 2 0,4-1-1 0,-4-1 6 15,2 3-1-15,-1-4-2 0,0 0 1 0,-2 0-1 16,4 2-1-16,-4-5 4 0,2-1-1 0,-2 3 0 0,2 0 0 15,-3 0-4-15,3-3 3 0,-1 1-2 0,-1 0 6 16,2 0 5-16,-2 1-5 0,-1-2-2 16,1 0 8-16,1 2 4 0,1-2 5 0,0 0 2 15,-3 0-6-15,1 1 2 0,0 0 6 0,0-1 5 0,0 0-2 16,0-2-5-16,-1 1 0 0,1 2-6 0,-1-3-6 16,0 2 1-16,1 0-3 0,-1-1 4 0,-1-1 0 15,2 3 2-15,0-2-4 0,-4-1-1 0,4 0-5 16,-2-9-1-16,0 13-7 0,1-7 6 0,-1-6-4 15,2 11-1-15,0-7 1 0,-2-4-5 0,0 10-2 16,0-10 0-16,0 0-1 0,1 8-1 0,-1-8 2 16,0 0-1-16,0 0 2 0,0 0-5 0,1 7 2 15,-1-7-3-15,0 0 1 0,0 0-7 0,0 0-18 16,0 0-26-16,0 0-36 0,0 0-33 0,0 0-31 16,0 0-40-16,0 0-33 0,5-21-28 0,-5 21-39 15,2-10-38-15,2 6-43 0,-4 4-263 0,3-9-675 16,1 5 299-16</inkml:trace>
  <inkml:trace contextRef="#ctx0" brushRef="#br0" timeOffset="-161548.7">23706 11081 146 0,'-10'-1'149'0,"10"1"-2"0,0 0-13 15,0 0-5-15,0 0-7 0,0 0-14 0,-10-3-6 16,10 3-4-16,0 0-3 0,-13 0-10 0,13 0-1 16,-11 0 2-16,11 0 0 0,-15 1-1 0,6-1-6 15,-3 2-8-15,3 0-2 0,-4-1-2 0,3 2-4 16,2-3-2-16,-2 1 8 0,1 0 0 0,9-1-5 16,-18 2 2-16,10-1-7 0,8-1-2 0,-11 3-4 15,11-3-2-15,-8 0 0 0,8 0-3 0,-6 1 8 16,6-1-12-16,0 0-6 0,0 0-5 0,0 0-2 15,0 0 0-15,0 0-3 0,0 0-4 0,0 0-3 16,0 0 4-16,0 0-5 0,43-1 0 0,-15-2-4 16,6 2 4-16,-1-1-6 0,5-3-1 0,0 4 2 15,14-1-1-15,-1-3-2 0,-14-1-6 0,18-1 1 16,-3 3 4-16,-14-1-4 0,17 1 1 0,-18-1 0 16,17-2 5-16,-18 3-6 0,-3-2-1 0,-2 2 1 0,-2 2 0 15,-8 0 1-15,7-2 6 0,-10 2 2 16,-1 0 3-16,0 0 3 0,-3 1 5 0,0 0-3 15,-3-1 1-15,-4 0-2 0,6 0 1 0,-5 2-6 16,-2-1 1-16,-6 1-2 0,13-1-2 0,-13 1-4 0,7 0 3 16,-7 0-5-16,0 0 0 0,0 0 0 0,11 0-8 15,-11 0-21-15,0 0-22 0,0 0-31 0,0 0-34 16,0 0-42-16,-15 12-43 0,15-12-38 16,-16 9-225-16,7-3-492 0,0 0 218 0</inkml:trace>
  <inkml:trace contextRef="#ctx0" brushRef="#br0" timeOffset="-161016.87">23996 11313 71 0,'7'-3'206'0,"-7"3"-6"0,0 0-3 16,0 0-10-16,0 0-1 0,0 0-12 0,0 0-7 16,0 0-12-16,0 0-5 0,0 0-16 0,0 0-6 15,0 0-11-15,0 0-7 0,0 0-8 0,0 0-5 16,0 0-4-16,0 0-2 0,0 0-7 0,0 0-2 15,-31 1-6-15,31-1-6 0,-8 2-7 0,8-2-3 16,-7 4-8-16,7-4-4 0,0 0 0 0,-9 1 5 16,9-1-17-16,0 0-2 0,-7 3-2 0,7-3-4 15,0 0 0-15,0 0-3 0,0 0-2 0,0 0 8 16,0 0 2-16,0 0-2 0,0 0-3 0,26 5 6 16,-12-6 3-16,5 1-2 0,4 0 4 0,7-4 6 15,-1 3-13-15,2-4-8 0,-5 1 6 0,3 0-1 16,-9 1 0-16,2-1-5 0,-2 1 5 0,-3 0 4 15,-2 3-8-15,-3-3-5 0,-1 1 3 0,-3 0-10 16,-1 2 5-16,-7 0-7 0,13-2 0 0,-6 1 6 16,-7 1-6-16,0 0 3 0,10 1 3 0,-10-1-2 0,0 0-7 15,6-3-4-15,-6 3 6 0,0 0 3 16,0 0-12-16,0 0 2 0,0 0-3 0,0 0-20 16,0 0-15-16,0 0-27 0,0 0-39 0,-16 14-33 15,7-9-52-15,0 2-40 0,1-4-61 0,-1 5-236 0,-2-1-565 16,-4 2 250-16</inkml:trace>
  <inkml:trace contextRef="#ctx0" brushRef="#br0" timeOffset="-160483.35">23858 11598 128 0,'0'0'164'0,"-10"3"-7"0,5 0-14 0,5-3-14 0,-12 1-10 15,5 1-15-15,-2 0-8 0,-1 0 0 0,-1 0-5 16,0 0-3-16,-1 3 3 0,-2-3 0 0,2 2 1 16,0 0-1-16,-2-1 2 0,0 0 0 0,-3 0-4 15,1 0 5-15,2-1-4 0,1 0-2 0,-2 1-1 16,-2-2-1-16,2 2 0 0,2-2 0 0,-2 1-3 15,2 0 3-15,0-1-3 0,3-1 4 0,-1 2 4 16,5-1 1-16,6-1-2 0,-13 0-8 0,13 0-6 16,-9 2-2-16,9-2-10 0,0 0 0 0,0 0 1 15,0 0-3-15,0 0 9 0,0 0 6 0,32-9-9 16,-13 5-5-16,1 0 10 0,6-1-27 0,4 2 3 16,1-4-14-16,2 2 5 0,1-1 0 0,3 3-2 15,14-8-11-15,0 4 12 0,3-1-4 0,5 0-6 0,0 1-7 16,2-1 1-16,3 1-2 0,-1-2-6 15,-2 2 2-15,-2 0 2 0,-6 0-2 0,-1 1 3 16,-14 1-8-16,-1 2 4 0,0-2-1 0,-6-1-4 16,-1 6 6-16,-3-6 0 0,-5 2-4 0,-5 2 6 0,-2 0 5 15,-5-1-1-15,2 3-7 0,-5-1-2 0,-2-1 9 16,-5 2-3-16,11-2 8 0,-11 2-9 16,9-2 1-16,-9 2-7 0,0 0 7 0,7-4 0 15,-7 4-9-15,0 0 0 0,0 0-21 0,0 0-32 0,0 0-29 16,0 0-32-16,0 0-36 0,0 0-41 0,-27 6-44 15,27-6-49-15,-21 4-54 0,10 2-268 16,-2-3-644-16,0 4 284 0</inkml:trace>
  <inkml:trace contextRef="#ctx0" brushRef="#br0" timeOffset="-160040.54">24261 11782 199 0,'-9'3'234'0,"9"-3"-10"0,0 0-11 16,0 0-14-16,-8 1-13 0,8-1-14 0,0 0-9 16,-9 1-8-16,9-1-8 0,0 0-7 0,-9 1 1 15,9-1-6-15,0 0-3 0,-11 2-3 0,11-2-4 16,-8 1-4-16,8-1 0 0,-6 3-8 0,6-3-9 15,0 0 1-15,-8 2-12 0,8-2-8 0,0 0 0 16,0 0-7-16,0 0-6 0,0 0-9 0,0 0-5 16,0 0-2-16,0 0-3 0,0 0-15 0,0 0 12 15,0 0 2-15,0 0 5 0,0 0 2 0,0 0-4 16,24 4-3-16,-12-7 2 0,-2 1-7 0,5-2 1 16,-2 2-1-16,0-1 4 0,6 0 3 0,0 1-8 15,-1-2-3-15,-1 2-6 0,1-1 2 0,-1 0-12 0,-4 1-1 16,-1-1-2-16,-1 1-2 0,0 2-8 15,-11 0 7-15,14 0-6 0,-8 0-4 0,-6 0-1 16,9-2 2-16,-9 2-3 0,10 0 9 0,-10 0-5 16,0 0-4-16,9-1-6 0,-9 1 2 0,0 0-5 15,0 0-12-15,0 0-21 0,8-2-26 0,-8 2-15 16,0 0-39-16,0 0-34 0,0 0-43 0,0 0-48 16,0 0-59-16,0 0-77 0,0 0-198 0,0 0-620 15,0 0 274-15</inkml:trace>
  <inkml:trace contextRef="#ctx0" brushRef="#br0" timeOffset="-158650.3">24302 11884 60 0,'-4'-11'223'16,"4"11"-3"-16,0 0-7 0,0 0-13 0,0 0-11 16,0 0-14-16,0 0-15 0,0 0-16 0,1-8-11 15,-1 8-13-15,0 0-18 0,0 0-11 0,0 0-6 16,0 0-6-16,0 0-5 0,0 0-1 0,0 0-3 16,0 0-6-16,0 0 10 0,0 0 11 0,0 0-2 15,-1 29-12-15,1-22-4 0,0 5-3 0,0-2 0 16,0 3-4-16,0-2 5 0,0 3-2 0,0 1-8 15,0 1 2-15,-3-3-2 0,6 4 1 0,-6 0 5 16,2-1-2-16,1 0-7 0,0 0 2 0,1 0-5 16,-1-1 4-16,3 2-3 0,-3-2 7 0,1 0 0 15,-1 2-8-15,1-1 15 0,2 0-13 0,-3 0 3 16,0-1-3-16,1 2-8 0,-1-1 8 0,2 0 5 16,-2-3-6-16,0-2-1 0,-2 6-2 0,4-2-8 15,-4 1 12-15,2 0-11 0,-1-4 2 0,2-1 5 16,-2 5-1-16,2-5 1 0,-1 1-5 0,2 0-5 15,-2-1-5-15,0 1-2 0,1-2-3 0,-1 2 4 16,1-2-4-16,-1 2 7 0,1 5 15 0,1-1 4 16,-1 0 0-16,-2-5-6 0,2 0-5 0,0 0-5 0,-1 0 4 15,3-1-9-15,-3-1-4 0,0-1 0 0,0-1-4 16,0 1 0-16,2-2-5 0,-2-6-1 16,2 13-1-16,-2-7 2 0,0-6-5 0,1 10-2 15,-1-10-3-15,0 8 2 0,0-8-3 0,2 11 2 0,0-8-5 16,-2-3 4-16,0 0-2 0,0 11 1 15,0-11-4-15,0 7 4 0,0-7 0 0,2 10 0 0,-2-10-5 16,0 7 6-16,0-7-3 0,2 10-3 16,-2-10 2-16,-2 9 1 0,4-1-1 0,-1 1 7 0,0 0 7 15,0-3-1-15,3 4-4 0,-2-3 1 0,-1-2-6 16,-1-5 3-16,2 13 2 0,0-9-4 0,-2-4-3 16,1 9 2-16,5-5-1 0,-6-4-2 0,0 8-2 15,0-8 2-15,0 7-2 0,0-7 0 0,0 0 3 16,0 0-3-16,1 8 0 0,-1-8 2 0,0 0-4 15,0 0 2-15,0 0-3 0,0 0 3 0,0 0 2 16,0 7-5-16,0-7 1 0,0 0 1 0,0 0-3 16,0 0 2-16,0 0 0 0,0 0 2 0,0 0-3 15,0 0 1-15,0 0-1 0,0 0 3 0,10 3-3 16,-10-3 0-16,0 0 3 0,0 0-4 0,10-3 4 16,-10 3-4-16,12-1 4 0,-12 1 2 0,13 0 1 15,-1 0 0-15,1 0-1 0,-2-1-3 0,2 2 2 16,0-2 1-16,4 0-2 0,3 0-2 0,-1 0 1 15,0-2 1-15,0 3-3 0,2-4 2 0,-1 1-3 16,1 1 2-16,7-2-2 0,-8 0 0 0,8-1 4 16,-1-3-2-16,-3 2 1 0,7-1-4 0,0 1 2 15,-3-2 3-15,3 1-4 0,2-1 5 0,-3 1-4 16,1 0 0-16,1 0-3 0,-1 1 1 0,0-2 2 16,2 2 0-16,0-1 2 0,-1 0-4 0,2 3 1 15,-2 0 5-15,4-3-8 0,1 0 2 0,0 3 3 0,2-5-2 16,-1 4 2-16,13-3 0 0,-1 1-1 15,2 1-2-15,-17 2 1 0,16-2-2 0,0 0 2 16,0 1-1-16,1 1 1 0,-13 2-1 0,19-3 1 16,0 2-4-16,-5 0 1 0,6-1 4 0,-2 0 1 15,3 2 0-15,-3-4 3 0,1 1-2 0,1-1-1 16,1 1-2-16,1 1 1 0,0-2-1 0,6 2 2 16,-2-2 1-16,0 0 2 0,-2 1 0 0,29-5-6 0,-27 6-2 15,0-2 6-15,0-1-4 0,3 2 3 0,-7-2-1 16,-2 3 0-16,0-3 0 0,-1 1 2 0,-1-1-2 15,-1 3-5-15,-18-1 3 0,16 0 2 0,-16 0 2 16,0 2-3-16,1 0 1 0,-1-1 0 0,2 1-3 16,-8-1 2-16,-4 1 0 0,1 0-3 0,-10 1 1 15,-6 2-12-15,1-4-9 0,-7 4-12 0,2-2-12 16,-9 2-12-16,0 0-33 0,11-4-40 0,-11 4-47 16,0-6-37-16,0 6-34 0,0 0-51 0,-23-14-64 15,3 8-361-15,-7-6-786 0,0-4 348 0</inkml:trace>
  <inkml:trace contextRef="#ctx0" brushRef="#br0" timeOffset="-157733.71">22868 10968 118 0,'0'0'176'0,"-6"-4"-4"15,6 4-6-15,-8-5-7 0,8 5-2 0,-8-4-11 16,8 4-7-16,-8-4-4 0,8 4-8 0,-7-3 3 15,7 3-12-15,-9-2-4 0,9 2-2 0,-9-3-5 16,9 3-1-16,0 0-7 0,-10-2-5 0,10 2-9 16,0 0-9-16,0 0-6 0,0 0-4 0,-8-2-3 15,8 2-9-15,0 0-1 0,0 0 5 0,0 0 8 16,0 0-4-16,28-2-2 0,-16 0-7 0,7-1-1 16,-1 2-6-16,-2-4-4 0,3 3-18 0,-2 0-3 15,-3-1-1-15,0 1-4 0,3-2-16 0,-1 1-12 16,-3 1-32-16,0 1-22 0,-2-1-39 0,-2 1-31 15,2 0-49-15,-4-2-42 0,-7 3-205 0,13-1-467 0,-13 1 208 16</inkml:trace>
  <inkml:trace contextRef="#ctx0" brushRef="#br0" timeOffset="-157498.89">23001 10800 53 0,'-7'-3'254'0,"7"3"-9"0,-12-3-6 0,12 3-12 16,-9-3-14-16,9 3-17 0,-8-1-21 0,8 1-13 16,0 0-8-16,0 0-16 0,-13 7 0 0,12-1-11 15,-2 0-4-15,2 3-14 0,0 1-10 0,-2 1-9 16,4 1-9-16,1 1-7 0,-2 4-10 0,1-1-4 16,2 2-7-16,-2-1-6 0,-1 1-8 15,3 3-22-15,-1-2-23 0,2 0-29 0,-2 7-30 0,0-3-48 16,-4-3-47-16,5-1-45 0,-6 6-228 0,2-6-467 15,0 0 207-15</inkml:trace>
  <inkml:trace contextRef="#ctx0" brushRef="#br0" timeOffset="-157033.33">22821 12323 176 0,'-8'-2'297'0,"8"2"-10"15,-12-2-11-15,12 2-18 0,-10-1-15 0,10 1-18 16,-6-2-24-16,6 2-14 0,0 0-20 0,0 0-13 16,0 0-3-16,0 0 3 0,0 0-16 0,0 0-2 15,0 0-7-15,0 0-14 0,34 5-9 0,-20-5-2 16,-1 0-14-16,5 1-3 0,1 0 2 0,-5 0-1 15,4-2 2-15,0 1 4 0,-1 0-23 0,2-1 2 16,-1 0-11-16,0-2-5 0,-1 2-3 0,0 0-6 16,-3-1-9-16,-2 2-2 0,-3-1-4 0,-2-1-5 15,2 0-4-15,-9 2-17 0,12-1-18 0,-12 1-15 0,12-3-32 16,-12 3-20-16,8 0-35 0,-8 0-36 16,0 0-41-16,0 0-58 0,8-1-59 0,-8 1-260 15,0 0-612-15,0 0 271 0</inkml:trace>
  <inkml:trace contextRef="#ctx0" brushRef="#br0" timeOffset="-156632.96">22107 11687 101 0,'2'-11'285'0,"0"-1"-4"0,1 1-8 16,-2 2-9-16,0 2-10 0,-1-4-9 16,0 11 0-16,0-12 0 0,0 6-3 0,0 6-5 15,0-8-26-15,0 8-20 0,0 0-17 0,-1-10-18 0,1 10-15 16,0 0-13-16,0 0-17 0,0 0-4 0,0 0-6 15,0 0-4-15,-9 18-10 0,6-7 3 0,2 0-12 16,0 5-7-16,0-3 3 0,1 3-3 16,0 0-2-16,0-3 1 0,0 2-4 0,2 1-1 0,-1-4-2 15,-1-1-8-15,2 0-3 0,-2 1 0 0,1-3-11 16,0 1-1-16,-1-2-7 0,3-1 0 0,-2 1-4 16,-1-8-16-16,3 12-27 0,-3-6-31 0,0-6-44 15,1 9-35-15,-1-9-53 0,-1 9-30 0,1-9-34 16,0 8-39-16,0-8-44 0,0 0-300 0,0 0-675 15,0 0 299-15</inkml:trace>
  <inkml:trace contextRef="#ctx0" brushRef="#br0" timeOffset="-156283.48">22362 11548 61 0,'2'-5'278'15,"-2"-2"-26"-15,0 7-15 0,0 0-10 0,0 0-7 16,0 0-9-16,0 0-8 0,-15 0-8 0,15 0-7 15,-11 10 0-15,7-6-22 0,-2 6-14 0,4-1-9 0,-1 3-14 16,3-1-11-16,0 0-9 0,3 1-8 0,2-1-18 16,3 3-3-16,2-4-6 0,1 2 2 15,2 1-20-15,3-5 4 0,1 3-8 0,0-1 0 0,1-1-10 16,-3-3 1-16,2 1-1 0,-4-3 0 0,-3 1-5 16,1 0 4-16,-2-2-4 0,-2-1-11 15,0 2 5-15,-2-2 5 0,-5-2 0 0,9 3 1 0,-9-3 5 16,7 4 0-16,-7-4-6 0,0 0 12 0,0 0-2 15,0 0-6-15,0 0-7 0,-9 13-2 0,2-9 0 16,7-4-6-16,-15 7 2 0,5-3-2 0,0-2-20 16,0 0 22-16,-2 2-20 0,2-2-13 15,-3 0-11-15,1 0-13 0,0-2-29 0,0 1-27 0,1-1-18 16,-1 2-23-16,1-4-31 0,-1 1-41 0,1-4-46 16,2-1-37-16,0 0-271 0,-1-2-597 0,2-2 264 15</inkml:trace>
  <inkml:trace contextRef="#ctx0" brushRef="#br0" timeOffset="-156149.53">22311 11537 118 0,'1'-6'199'0,"-1"6"-15"0,4-13-14 0,-2 7-11 15,3 1 1-15,3-2-10 0,-1 3-3 0,4-1-13 16,-1 0-10-16,2 1-12 0,2 1-12 0,2 1-12 16,2-2-7-16,-2 4-26 0,1 2-35 0,-1-2-44 15,0 1-48-15,2 1-57 0,0 2-167 0,-5-3-321 16,1 1 141-16</inkml:trace>
  <inkml:trace contextRef="#ctx0" brushRef="#br0" timeOffset="-155765.49">22706 11433 266 0,'0'0'273'0,"0"0"-13"0,1-7-10 0,-1 7-20 15,0 0-14-15,0 0-14 0,0 0-9 0,0 0-1 16,0 0 6-16,0 0 1 0,0 0-11 0,12 17-10 0,-6-7-9 15,-2-1-10-15,2 8 0 0,0-2-11 16,-2-2-17-16,2 2-14 0,1 2-9 0,-1-1-8 16,1 0-8-16,2-1-7 0,-3 0-9 0,2-1-11 15,-4-2-9-15,2 0 0 0,1-1-8 0,0 0-1 0,-2 0 2 16,2-3-4-16,-2 3-6 0,3-3-4 0,-2-2-7 16,-3 2 2-16,3-4-5 0,-1 1 0 0,1-1 2 15,-6-4 5-15,6 7-5 0,0-5 12 0,-6-2 7 16,9 1 4-16,-9-1 9 0,0 0-8 0,16-6-5 15,-9-2-4-15,2 0-6 0,2-7-1 0,-2 1-3 16,1-2-2-16,5-6-3 0,0 0-3 0,-1-3 0 16,-2 2-3-16,0-1-6 0,-3 1-1 15,0 5 0-15,-1-6-1 0,-3 5-2 0,0 4 4 0,-3 4-6 16,1-2-2-16,-3 2-3 0,0 5-15 0,0 6-15 16,0-13-27-16,0 13-38 0,-2-9-32 0,2 9-39 15,-8-5-40-15,8 5-46 0,-11 1-61 0,11-1-59 16,-13 7-281-16,13-7-704 0,-13 11 312 0</inkml:trace>
  <inkml:trace contextRef="#ctx0" brushRef="#br0" timeOffset="-147949.49">26515 9401 61 0,'0'0'147'15,"-4"-10"-14"-15,4 10-10 0,0 0-3 0,0 0-8 16,0 0-11-16,0 0-3 0,0 0-11 16,0 0-8-16,0 0 2 0,0 0 3 0,0 0-1 0,0 0 0 15,0 0 7-15,0 0 2 0,0 0 2 0,0 0 4 16,0 0-2-16,0 0 1 0,0 0-1 0,0 0-6 15,-3-5 3-15,3 5-8 0,0 0 1 0,0 0-9 16,0 0-4-16,0 0-5 0,0 0-2 0,0 0-4 16,0 0-4-16,0 0 0 0,0 0-1 0,0 0 10 15,0 0-15-15,0 0 10 0,0 0-10 0,0 0-6 16,0 0 3-16,0 0-3 0,0 0-2 0,0 0 0 16,0 0-7-16,-2-8-1 0,2 8-4 0,0 0-2 15,0 0-8-15,0 0 0 0,0 0-2 0,0 0 0 16,0 0-5-16,0 0-1 0,0 0 1 0,0 0-2 15,0 0 1-15,0 0-2 0,0 0 11 0,0 0-8 16,0 0 6-16,0 0 11 0,0 0-2 0,0 0-1 16,0 0 2-16,0 0 4 0,0 0-1 0,0 0-4 15,0 0-2-15,0 0-8 0,0 0 5 0,0 0-2 16,0 0-11-16,-4-7 17 0,4 7-18 0,0 0 2 16,-3-7 1-16,3 7-5 0,0 0 1 0,-5-7-4 15,5 7 0-15,-2-6 3 0,2 6-6 0,0 0 2 16,0 0 10-16,0 0-13 0,0 0-3 0,0 0-1 15,-4-8-4-15,4 8-6 0,0 0 8 0,0 0-4 16,0 0-1-16,0 0 6 0,0 0-1 0,-2 26-3 16,2-14 15-16,0 2-12 0,0 4 2 0,-2 0-3 15,2 1-2-15,-2-1 4 0,4 7-1 0,-2 2 5 16,2-2-2-16,-2 1 2 0,2-3 0 0,0-3 2 16,2 6 0-16,-1-7 7 0,2 0-2 0,-3 0 2 15,2-1-4-15,-1-1 11 0,-3 0 2 0,4-1 1 16,-2-3 2-16,0 3 3 0,1-4 2 0,-1 0-2 15,0 3 6-15,-2-3 13 0,2 4-9 0,-2-3 15 16,0-1-4-16,2-1 3 0,1 2 0 0,-3-2 6 0,0 1-2 16,1 1-3-16,-1-4 3 0,2 0-16 0,0 1 5 15,-2-3-6-15,0 2-5 0,0-3 0 0,0-6-3 16,0 13-5-16,2-9 0 0,-2-4 0 16,0 0-5-16,0 11-3 0,0-11 5 0,0 0-6 0,0 8 1 15,0-8 0-15,0 0 2 0,0 0 0 0,2 5-7 16,-2-5 6-16,0 0-8 0,0 0-2 0,0 0-10 15,0 0-26-15,0 0-23 0,0 0-40 0,0 0-33 16,0 0-27-16,0 0-26 0,0 0-27 0,-9-24-41 16,9 24-36-16,-3-14-39 0,1 3-25 0,0 1-196 15,2 1-587-15,0-2 261 0</inkml:trace>
  <inkml:trace contextRef="#ctx0" brushRef="#br0" timeOffset="-145298.72">26781 9569 61 0,'0'0'140'0,"0"0"-15"0,0 0-2 0,0-8-4 16,0 8-1-16,0 0-2 0,-4-9-6 0,4 9-5 15,0 0 5-15,-2-8 4 0,2 8-4 0,0 0-14 16,-2-8-6-16,2 8-7 0,-2-8 3 0,2 8-2 15,0 0-2-15,-3-9-5 0,3 9-4 0,-4-5-9 16,4 5 2-16,0 0-2 0,-2-6-1 0,2 6-2 16,0 0-5-16,0 0-2 0,-4-9-4 0,4 9-3 15,-5-6-4-15,5 6 1 0,0 0-6 0,0 0-5 16,-4-7-1-16,4 7 1 0,0 0 1 0,0 0 1 16,0 0 0-16,0 0-4 0,0 0-2 0,0 0-4 15,-3-7-3-15,3 7-5 0,0 0 0 0,0 0-4 16,0 0-2-16,0 0-4 0,0 0 2 0,0 0-3 15,0 0 2-15,0 0-1 0,0 0 0 0,5 32-4 16,-3-21 8-16,1 0-6 0,-1 1 1 0,-2 1 5 16,2 3-2-16,0 0-1 0,0-1 8 0,-2 3 2 0,0-2 6 15,0-1-2-15,4 0 2 0,-4-5 2 16,1 2 4-16,1 1 4 0,-2-2-9 0,0 2 10 16,0-2-1-16,0 0 6 0,2 1-2 0,-2-2-4 0,0-1 3 15,0-1-8-15,0-8 2 0,2 14-7 16,-2-10 3-16,0-4-6 0,2 12 1 0,-2-12-2 15,0 7-7-15,0-7 5 0,0 0 2 0,0 9-6 16,0-9-2-16,0 0 1 0,0 0-3 0,0 7 0 16,0-7 0-16,0 0-2 0,0 0 2 0,0 0-12 15,0 0-7-15,0 0-28 0,0 0-23 0,0 0-26 16,0 0-30-16,0 0-43 0,0 0-58 0,0 0-44 16,0 0-229-16,0 0-530 0,0 0 234 0</inkml:trace>
  <inkml:trace contextRef="#ctx0" brushRef="#br0" timeOffset="-144816.34">26802 9669 19 0,'0'0'124'0,"0"0"0"0,-6 2-9 16,6-2-5-16,0 0-12 0,0 0 6 0,0 0-10 16,0 0 3-16,0 0-9 0,-9 3-5 0,9-3-5 15,0 0-2-15,0 0 0 0,0 0 10 0,0 0-1 16,0 0-3-16,23 3 4 0,-15-3-2 0,3 1-3 16,3-1-4-16,4 1-3 0,4-3-2 0,-1-1-7 15,8 1-4-15,-1 1-1 0,9-1-7 0,-1-2-2 16,2-1 2-16,0 0-2 0,14-1-7 0,-2-1-3 15,3 1-3-15,-3 1-1 0,-10 0-3 0,16 0-1 16,-4-3-4-16,1 2 4 0,-14 3-1 0,14-2-1 16,-14 2-3-16,-1-1 9 0,0 0 0 0,0-1 3 15,4 0-2-15,-2 2 9 0,-2-3 0 0,0 2 3 16,-2 0-5-16,-1 2 4 0,-1-2 9 0,-2 1-15 16,-1 0 1-16,-10 1-6 0,0 0-2 0,0-1-2 15,-2 0 1-15,-7 3-8 0,-1 0 0 0,-1 0-4 16,-1-2 0-16,-9 2-4 0,16-1 1 0,-16 1-6 15,11-1-6-15,-11 1 6 0,7 0-5 0,-7 0 3 16,0 0-7-16,8-2-11 0,-8 2-14 0,0 0-15 16,0 0-18-16,0 0-31 0,0 0-52 0,0 0-62 15,0 0-46-15,0 0-238 0,-32-2-522 0,19-1 231 16</inkml:trace>
  <inkml:trace contextRef="#ctx0" brushRef="#br0" timeOffset="-144079.61">26088 8954 183 0,'0'0'251'0,"-6"-9"-18"0,6 9-2 16,-3-4-18-16,3 4-11 0,0 0-13 0,-6-5-18 15,6 5-17-15,0 0-13 0,-10-5-14 0,10 5-5 16,0 0-15-16,-13 2-7 0,13-2-12 0,-12 8-4 16,6-4-6-16,-1 2-2 0,-1 3-1 0,1-1-3 15,-3 2-8-15,4 2-1 0,-1-3-7 0,1 1-1 0,-2-2-5 16,6 3-5-16,-2-1 7 0,1-3-15 16,1 2-8-16,2 0-1 0,0-9 1 0,0 14-2 15,0-7-2-15,2-1-3 0,1 0-2 0,3 1-3 0,0-4 1 16,2 3-1-16,-1-4-2 0,2 1 2 0,2-1 1 15,0-2-1-15,0-1-4 0,-1 0 3 0,3-2-3 16,-1-1-2-16,-2 0 4 0,1-2-6 0,1-1 3 16,-3 1-6-16,0-3 2 0,-1 2 4 0,0-1-1 15,-2-1-1-15,-3 1 2 0,1-2 2 0,0 0-6 16,-4 1 0-16,0-2-3 0,0 2 5 0,-2 0-6 16,0 1 1-16,-2 1-1 0,1 1 1 0,-3-3-1 15,1 6-5-15,-2-2 10 0,0 1-10 0,7 4-5 16,-15-4 15-16,3 4-12 0,4-1-3 0,-3 2-11 15,1-1-16-15,0 2-19 0,1 1-18 0,1-1-33 16,0 1-41-16,3 1-39 0,5-4-42 0,-8 7-46 16,5-2-185-16,3-5-494 0,0 7 218 0</inkml:trace>
  <inkml:trace contextRef="#ctx0" brushRef="#br0" timeOffset="-143906.52">26279 8978 261 0,'0'0'282'16,"0"0"-6"-16,10-1-15 0,-10 1-19 0,0 0-21 16,0 0-21-16,0 0-23 0,0 0-17 0,0 0-16 15,0 0-18-15,6-3-11 0,-6 3-20 0,0 0-25 16,0 0-31-16,0 0-36 0,0 0-36 0,0 0-41 16,2 11-62-16,-2-11-27 0,0 0-46 0,0 0-135 15,5 5-370-15,-5-5 163 0</inkml:trace>
  <inkml:trace contextRef="#ctx0" brushRef="#br0" timeOffset="-143531.16">26436 8768 158 0,'0'0'250'0,"-9"-4"-12"15,1 1-10-15,8 3-19 0,-9-2-19 0,9 2-19 0,-8-1-20 16,8 1-13-16,0 0-16 0,0 0-12 0,0 0-8 15,0 0-10-15,0 0-9 0,0 0-4 0,23 10-5 16,-12-7-7-16,7-1 1 0,1-1-7 16,-2-1-1-16,2 2-8 0,-2 3-2 0,-3-4-7 0,3 1-3 15,-5 0-6-15,-1 0-4 0,0-2-1 0,-3 2-4 16,0-2 5-16,-1 1-8 0,-7-1-2 16,14 4-3-16,-8-2 0 0,-1 2 7 0,-5-4-3 15,6 9 14-15,-2-5-8 0,-1 1 7 0,2 2 0 0,-5 0 0 16,4 5 4-16,-4-2 11 0,2 2-1 0,-2-1 1 15,0 0 0-15,0 1-3 0,-2 0-2 0,2-2-5 16,0 3 1-16,-2-2-3 0,0 0-1 0,-1 2-7 16,1-2-4-16,2-1-1 0,-2-1 0 0,1 1-2 15,1-2-6-15,-2 2 2 0,2-3-7 0,0 4-2 16,0-11-21-16,-4 13-22 0,4-6-30 0,0-7-32 16,-2 12-32-16,0-5-44 0,2-7-46 15,-1 7-42-15,-3-1-230 0,4-6-530 0,-4 6 234 0</inkml:trace>
  <inkml:trace contextRef="#ctx0" brushRef="#br0" timeOffset="-143361.06">26596 8990 53 0,'0'0'210'0,"5"-4"-15"15,-5 4-23-15,8-5-11 0,-8 5-21 0,13-3-10 16,-3 2-18-16,-3-1-22 0,6 2-23 0,-2 0-38 15,3 0-43-15,0-1-46 0,-2 1-64 0,-1 0-70 16,3 0-210-16,-3-1 93 0</inkml:trace>
  <inkml:trace contextRef="#ctx0" brushRef="#br0" timeOffset="-142963.29">26906 8822 154 0,'0'-12'284'0,"0"12"-7"15,0-9-7-15,0 9-17 0,0-8-23 0,0 8-23 16,0 0-16-16,0 0-26 0,0 0-14 16,0 0-19-16,0 0-11 0,0 0-7 0,0 0-8 15,0 0-8-15,11 26 0 0,-9-14-7 0,3-1-11 0,-3 1 3 16,5 1 3-16,-3-2 0 0,-1 1-6 16,3-1-8-16,-1-1 1 0,-1 1-11 0,0-2-10 15,2-1 6-15,0-1-11 0,-1 1-5 0,-1-1-7 16,0-1-4-16,-2-2 3 0,-2-4-3 0,7 7 0 0,-2-3-8 15,-1 0 6-15,-4-4-3 0,5 6-3 0,-5-6-3 16,6 4-3-16,-6-4 2 0,7 1 1 0,-7-1 6 16,0 0-4-16,14-4 3 0,-10-1-1 0,1 2 0 15,4-5-7-15,-2-1-2 0,1-1-5 0,-1-1 7 16,0-3 1-16,2-1-3 0,0 0-9 0,0-1 5 16,1 1-3-16,-2 1-1 0,-2-1-7 0,1 3 14 15,-3 3-9-15,-3 0 1 0,4 1 1 0,-1 2-4 16,-2 0-4-16,-2 6 0 0,5-9-15 0,-5 9-18 15,4-5-26-15,-4 5-35 0,0 0-31 0,4-5-28 16,-4 5-28-16,0 0-32 0,0 0-36 0,0 0-31 16,0 0-214-16,-4 22-536 0,4-22 237 0</inkml:trace>
  <inkml:trace contextRef="#ctx0" brushRef="#br0" timeOffset="-142499.83">25516 9545 268 0,'0'0'265'0,"-6"-3"-15"0,6 3-6 0,0 0-22 15,0 0-19-15,0 0-10 0,0 0-15 0,-6-5-14 16,6 5-13-16,0 0-11 0,0 0-10 0,0 0-9 16,0 0-8-16,0 0-13 0,0 0 1 0,0 0-19 15,14-9-5-15,-14 9-8 0,16-6-9 0,-6 4-4 16,0-1-5-16,1 0-4 0,-1-1-7 0,2 1 5 0,0 0-19 16,1 2-4-16,-2-2-21 0,0 0-20 15,1 0-22-15,-3 2-32 0,1-1-32 0,2 2-34 16,-3-1-34-16,-4-2-28 0,-5 3-26 0,13-2-181 15,-13 2-440-15,5-4 196 0</inkml:trace>
  <inkml:trace contextRef="#ctx0" brushRef="#br0" timeOffset="-142298.23">25636 9388 174 0,'0'0'263'15,"-6"-4"-13"-15,6 4-17 0,0 0-24 0,-6-3-20 16,6 3-18-16,0 0-10 0,0 0 4 15,0 0-12-15,-3 14-11 0,3-14-1 0,2 17-1 16,-2-6-8-16,0 1-14 0,1 4-10 0,1 0-14 0,-2 0-4 16,1 1-15-16,0-6-6 0,3 7-2 0,-4-2-23 15,2 0-24-15,0 1-41 0,-1-5-47 16,-1 1-49-16,0-1-68 0,4-1-59 0,-4-1-186 16,0 0-464-16,0-3 206 0</inkml:trace>
  <inkml:trace contextRef="#ctx0" brushRef="#br0" timeOffset="-141569.91">27063 9396 129 0,'-29'-1'270'0,"29"1"-18"16,0 0-11-16,-12-2-9 0,12 2-23 0,0 0-12 15,-11 2-7-15,11-2-16 0,0 0-9 0,-9 1-17 16,9-1-8-16,0 0-9 0,0 0-8 0,-11 1-8 0,11-1-1 15,0 0-7-15,0 0-7 0,0 0-5 0,0 0-6 16,0 0-3-16,0 0-7 0,0 0 3 0,0 0 3 16,0 0-6-16,0 0-9 0,0 0 23 15,31-2-16-15,-31 2-9 0,16-2 4 0,-7 2 1 0,1-2-19 16,-10 2 21-16,13-1-6 0,-3 1 4 0,-2 0-2 16,-8 0 1-16,13 0 1 0,-13 0 5 0,11-3-4 15,-11 3 4-15,10-1-6 0,-10 1 0 0,0 0-5 16,6-2-1-16,-6 2-4 0,0 0-6 0,0 0-4 15,7-1-2-15,-7 1-10 0,0 0 0 0,0 0-8 16,0 0-10-16,0 0-25 0,0 0-24 0,9 0-38 16,-9 0-38-16,0 0-50 0,0 0-43 0,0 0-47 15,0 0-59-15,0 0-64 0,0 0-297 0,0 0-717 16,0 0 317-16</inkml:trace>
  <inkml:trace contextRef="#ctx0" brushRef="#br0" timeOffset="-140516.34">28294 9241 133 0,'-9'-5'134'0,"9"5"-1"0,-5-5 13 0,5 5 2 16,0 0-1-16,-5-6-5 0,5 6-2 0,-4-5-10 15,4 5-1-15,0 0-9 0,-8-6-6 0,8 6 2 16,0 0-1-16,-4-6-11 0,4 6 8 0,0 0-9 16,0 0-1-16,-6-5-2 0,6 5-4 0,0 0-6 15,0 0 3-15,0 0-4 0,-4-6-1 0,4 6-8 0,0 0-2 16,0 0 3-16,0 0-4 0,-4-6 4 16,4 6-1-16,0 0-8 0,0 0-2 0,0 0-5 15,0 0-5-15,0 0-5 0,0 0-9 0,0 0-5 16,0 0 7-16,0 0-18 0,0 0-4 0,0 0 3 0,0 0-9 15,0 0 2-15,0 0-5 0,0 0-3 0,0 23 12 16,3-11 2-16,0 1 5 0,-1 2 2 0,2 2 3 16,-2 9 8-16,2-1-6 0,-2 2 0 15,-2 2 4-15,2 0 4 0,2 1 1 0,0 0 4 0,-1-3-15 16,0 4 2-16,2-4-1 0,-1-1-3 0,1-1-4 16,-1-6 2-16,-1 0-4 0,0-1 3 0,1-1 2 15,0 1 9-15,-1-3-15 0,3 2 11 0,-5-4 5 16,3 6 5-16,-1-6 9 0,-3-3-8 0,4-1-2 15,-3 1-7-15,0-2-5 0,0 2-4 0,1-1-1 16,-1 1-3-16,-1-3-3 0,1 1 2 16,-1-8-6-16,2 12-1 0,-2-12-3 0,0 9 0 0,0-9 3 15,2 7-9-15,-2-7-15 0,0 0-8 0,0 0-19 16,3 8-15-16,-3-8-27 0,0 0-26 0,0 0-40 16,0 0-37-16,0 0-35 0,0 0-44 0,-18 0-38 15,18 0-34-15,0 0-302 0,-18-10-680 0,13 5 301 16</inkml:trace>
  <inkml:trace contextRef="#ctx0" brushRef="#br0" timeOffset="-140116.33">28516 9420 70 0,'2'-10'253'0,"-2"10"-2"0,0 0-9 0,0-7-11 16,0 7-16-16,0 0-11 0,0 0-12 0,0 0-7 0,0 0-14 15,0 0-9-15,0 0-15 0,1-8-9 0,-1 8-11 16,0 0-9-16,0 0-13 0,0 0-8 16,0 0-11-16,0 0-10 0,0 0-5 0,0 0 14 15,0 0-2-15,0 0-13 0,0 0 5 0,4 27 13 0,0-17 11 16,-4 3-7-16,1 0-3 0,3 2-8 0,-3 3 3 15,3-1-9-15,-2 1-4 0,1-2-7 0,-2 1 4 16,2 2 3-16,-1-1-6 0,0-3 3 16,3-3-6-16,-4 4-3 0,2-4 4 0,-1-1-8 0,3-1-13 15,-4 0 11-15,2-2-7 0,-1 1-5 0,0-1 5 16,-2-8-9-16,1 10-5 0,1-5-3 0,-2-5 5 16,3 7-10-16,-3-7 0 0,0 0-9 0,1 8-5 15,-1-8-20-15,0 0-28 0,0 0-35 0,0 0-36 16,0 0-41-16,-7 5-48 0,7-5-46 0,0 0-65 15,0 0-46-15,-22-10-255 0,17 6-659 0,0-2 292 16</inkml:trace>
  <inkml:trace contextRef="#ctx0" brushRef="#br0" timeOffset="-139783.49">28597 9547 36 0,'0'0'228'0,"0"0"-14"16,0 0-5-16,0 0-15 0,0 0-6 0,13-1-10 16,-13 1-6-16,12 0-1 0,2 0-10 0,2-4-6 15,4 4-9-15,2-1-5 0,9 1-9 0,0-2 1 16,3 0-11-16,2-2-8 0,-1 0 5 0,3 2-24 16,1-3-2-16,-1 2-7 0,16-5-11 0,-4 4 1 15,-12 1 2-15,13-2 2 0,-12 2-5 0,0 0-3 16,-3-1-3-16,-1 1 5 0,-5 0-1 0,0 1 0 15,-2-2 3-15,-9 1-3 0,1 2-7 0,-3 0 4 16,-3 0-12-16,0 1 7 0,-2-2-17 0,-2 0 3 16,-1 2-7-16,-9 0-4 0,13-2-1 0,-7 4-8 0,-6-2-7 15,9 0 0-15,-9 0-1 0,0 0-7 0,11-2-16 16,-11 2-22-16,0 0-23 0,0 0-32 16,0 0-39-16,0 0-37 0,0 0-58 0,0 0-79 15,0 0-321-15,-42 4-663 0,23-4 294 0</inkml:trace>
  <inkml:trace contextRef="#ctx0" brushRef="#br0" timeOffset="-138766.3">27853 9051 75 0,'-15'0'217'16,"15"0"-6"-16,0 0-5 0,0 0-9 0,0 0-8 16,0 0-8-16,0 0-16 0,0 0-8 0,-16-4-6 15,16 4-7-15,0 0-6 0,0 0-4 0,0 0-10 16,0 0-9-16,0 0-7 0,0 0-5 0,0 0-14 15,-9 2-2-15,9-2-8 0,0 0-5 0,0 0-3 16,0 0-9-16,0 0-4 0,0 0-3 0,0 0-5 16,0 0 9-16,0 0-19 0,27-6-2 0,-20 5-5 15,0-1-2-15,4 1-4 0,0-2-6 0,-2 2 3 0,5 1-5 16,-2-2-10-16,0-2-18 0,0 3-15 0,-1-1-24 16,3 2-28-16,-6-2-33 0,1 4-24 15,-9-2-40-15,14-3-29 0,-8 2-29 0,-6 1-192 0,0 0-458 16,11 0 203-16</inkml:trace>
  <inkml:trace contextRef="#ctx0" brushRef="#br0" timeOffset="-138533.47">27943 8956 231 0,'-4'-5'262'0,"4"5"-10"0,0 0-10 0,-7-4-18 15,7 4-15-15,0 0-20 0,0 0-16 0,0 0-22 16,0 0-13-16,0 0-13 0,0 0-7 0,0 0-3 15,0 0 2-15,0 0-3 0,-4 17 5 0,4-17 0 16,2 11-19-16,-2-1-7 0,2-3 5 0,0 2-19 16,-1 1-8-16,1 0-3 0,-2 0-10 0,2-1-7 15,0 0-3-15,0 1 0 0,-2 2-18 0,0-6-16 16,2 0-27-16,-2 4-35 0,0-2-33 0,0-8-45 16,-2 13-50-16,5-7-53 0,-3-6-60 0,0 12-160 15,0-12-487-15,4 11 215 0</inkml:trace>
  <inkml:trace contextRef="#ctx0" brushRef="#br0" timeOffset="-138245.64">28756 9107 2751 0,'7'-4'104'0,"-7"4"-51"0,0 0-27 15,0 0-7-15,0 0 25 0,0 0 14 0,0 0 0 0,0 0-5 16,0 0-8-16,0 0 1 0,-4-13-1 0,4 13-9 16,0 0 4-16,0 0 8 0,10 0 3 0,-10 0-1 15,0 0 2-15,17 3 0 0,-8-3-3 0,3 0-7 16,-1 0-2-16,0 0-5 0,0-3 0 0,1 3-1 16,0-2-6-16,-2 2-6 0,-2-1 0 0,-8 1-2 15,15 0-5-15,-6 0-8 0,-9 0-17 0,13-1-24 16,-13 1-37-16,8-2-33 0,-8 2-38 0,0 0-53 15,0 0-65-15,6-2-268 0,-6 2-571 0,0 0 253 16</inkml:trace>
  <inkml:trace contextRef="#ctx0" brushRef="#br0" timeOffset="-137633.83">28047 8664 153 0,'0'0'273'0,"-7"-4"-17"0,7 4-20 0,-7-2-19 16,7 2-21-16,0 0-26 0,0 0-14 0,-15 5-11 0,15-5-10 15,-7 8-10-15,0-2-10 0,3-2-4 0,1 2-3 16,1 4-9-16,-2-1-12 0,4 1-6 15,-1-1-6-15,1 2-6 0,1 0 5 0,-1 0-2 16,2-1-4-16,0 1-5 0,2 0-5 0,-3-4-5 0,3 3-4 16,0-3-2-16,-1-1-7 0,1 0 2 15,1-1-6-15,-1 0 3 0,1-2-7 0,3 1-1 16,0-1-6-16,-8-3 3 0,15 2 1 0,-4-3-1 16,-1-1 0-16,1 0 1 0,-3 1 1 0,-1-2-2 0,1-1 3 15,0-2-11-15,1-1 2 0,-1 0 7 0,-2-1-16 16,0-2 0-16,-2 1 0 0,-1-2 3 0,1 2 0 15,0-2-7-15,-2 0 8 0,-1 0 0 0,0-1-2 16,-2 0-4-16,-2 1 8 0,-3 1-9 0,4 0-11 16,-2 1 7-16,-1 1-4 0,-3 0-2 0,-2 0-2 15,3 3 2-15,1 2-3 0,-3-1 0 0,-1 4-5 16,-1 0-6-16,1 0-13 0,-2 4-15 0,1-1-22 16,0 1-18-16,-3 2-24 0,1 3-27 0,1-2-38 15,3 3-33-15,2-3-40 0,-1 3-242 0,2-1-525 16,3 0 232-16</inkml:trace>
  <inkml:trace contextRef="#ctx0" brushRef="#br0" timeOffset="-137444.7">28343 8700 10 0,'0'0'271'0,"11"-3"-1"0,-11 3-16 16,6-2-10-16,-6 2-24 0,0 0-11 0,0 0-24 15,7-3-16-15,-7 3-22 0,0 0-9 0,0 0-22 0,0 0-4 16,0 0-14-16,0 0-14 0,0 0-22 16,0 0-18-16,0 0-27 0,0 0-32 0,-8 22-44 15,4-18-57-15,4-4-50 0,-7 10-217 0,2-6-414 16,5-4 183-16</inkml:trace>
  <inkml:trace contextRef="#ctx0" brushRef="#br0" timeOffset="-136999.08">28378 8533 264 0,'0'0'251'0,"-2"-7"-18"0,2 7-19 15,0 0-19-15,0 0-21 0,0 0-18 0,0 0-13 16,0 0-16-16,0 0-9 0,15-7-15 0,-7 7-7 15,4 0-7-15,-1 0-5 0,2-1-7 0,-1 1-8 16,1 0-3-16,1-1-3 0,-1 1-3 0,-2-2-4 16,3 2-3-16,-1 0-6 0,-1 0-5 0,-2-1 5 15,2 0-9-15,-1 1-6 0,-2 1-3 0,0-3-2 16,0 3 1-16,-9-1-2 0,18 1 0 0,-12-1-6 16,-6 0-4-16,14 1-2 0,-14-1 0 0,10 2-1 15,-4-1-1-15,-6-1-2 0,10 1-3 0,-10-1 2 16,6 5 1-16,-6-5-1 0,7 4 5 0,-5 1 1 15,2 0 10-15,-1 2 9 0,-3-7-1 0,2 13 0 16,2-4-2-16,-3-1 7 0,-1 6 5 0,2 1 5 16,-2-1 20-16,0-3-21 0,-1 5-4 0,1 0 14 15,-2-3-17-15,2-1-4 0,-3 1 0 0,2-3 0 16,0 4-9-16,-3-4-3 0,4-1 0 0,-1 3 8 16,1-2-16-16,0-1-2 0,-2-3-17 0,2-6-14 15,0 14-28-15,0-14-27 0,2 10-33 0,-2-10-36 16,0 9-38-16,0-9-49 0,-2 8-37 0,2-8-223 15,-2 8-529-15,2-8 235 0</inkml:trace>
  <inkml:trace contextRef="#ctx0" brushRef="#br0" timeOffset="-136849.77">28629 8693 121 0,'0'0'175'16,"6"-6"-24"-16,-2 1 3 0,1 2-20 15,-5 3-16-15,18-5-16 0,-6 2-29 0,-1 0-38 16,3 0-48-16,1-1-46 0,-2 3-107 0,-1-1-178 0,0-1 79 16</inkml:trace>
  <inkml:trace contextRef="#ctx0" brushRef="#br0" timeOffset="-136480.89">28869 8522 4 0,'0'0'264'0,"0"0"-13"16,0-8-16-16,0 8-22 0,0 0-13 16,0 0-22-16,0 0-17 0,0 0-17 0,0 0-7 0,0 0-9 15,0 0-12-15,0 0 1 0,0 0-4 0,13 22-10 16,-9-12 5-16,-3-1 7 0,5 3 0 0,0-1-8 16,0 1 3-16,-1-2-18 0,-1 0-5 0,0 2-7 15,2-2-11-15,0 0 2 0,2 0-7 0,-3-1 1 16,0 1-6-16,3-2-4 0,-4-2-2 15,2-1-1-15,-3 0-7 0,2-1-6 0,-5-4 16 0,6 7-15 16,-2-4-1-16,-4-3 6 0,5 5 5 0,-5-5-6 16,10 0 9-16,-10 0-6 0,0 0 4 0,14-5-10 15,-7-3 2-15,0 2-2 0,2-2-1 0,0 0-2 16,4-4-7-16,-3-3-5 0,2 2 0 0,-1 1-1 16,1-4-6-16,-3 1 4 0,4 2-9 15,-3-3 6-15,-4 3-9 0,-1 4 3 0,2-3-8 0,-3 4 2 16,-2 2-19-16,2 1-19 0,-4 5-30 0,3-10-34 15,-3 10-39-15,3-8-48 0,-3 8-50 0,0 0-65 16,0 0-46-16,0 0-195 0,0 0-582 0,0 0 257 16</inkml:trace>
  <inkml:trace contextRef="#ctx0" brushRef="#br0" timeOffset="-136327.98">29213 8604 14 0,'0'0'14'0,"0"0"-19"15,0 0-6-15,0 0 4 0</inkml:trace>
  <inkml:trace contextRef="#ctx0" brushRef="#br0" timeOffset="-134003.52">29371 9468 48 0,'0'0'124'15,"0"0"-9"-15,0 0-5 0,0 0 8 0,0 0-11 16,0 0 0-16,0 0-9 0,0 0 4 0,0 0-2 16,7-3-3-16,-7 3-4 0,0 0-3 0,0 0-5 15,0 0-7-15,0 0-1 0,0 0-5 0,0 0 1 16,0 0-2-16,0 0-1 0,0 0-2 0,0 0-4 15,0 0-6-15,0 0 3 0,-22-2-10 0,22 2-3 16,0 0-6-16,0 0-4 0,0 0 1 0,0 0-6 16,0 0-1-16,0 0-4 0,0 0-2 0,0 0-1 15,31-2 5-15,-12 1 3 0,9-1-2 0,2-2 1 16,0-2-2-16,3 4-2 0,4-3-3 0,0 0-2 0,2 0 5 16,-1 3-6-16,-1-1-1 0,0-4 6 0,0 3-9 15,-1-1 1-15,0 2-5 0,-2 1-2 16,-2 0 1-16,-2-1 1 0,-10 2-5 0,2-1 6 15,-2 1-9-15,0 1 0 0,-3-1 0 0,-4 2 1 0,0-2-1 16,-3 1-1-16,-2 0-2 0,-8 0 2 0,12-2 4 16,-5 2 2-16,-7 0 4 0,0 0 4 15,13 0 1-15,-13 0-1 0,0 0-2 0,9 0 2 16,-9 0-7-16,0 0 3 0,0 0-4 0,0 0-1 0,0 0-5 16,0 0-10-16,0 0-11 0,0 0-16 0,0 0-21 15,0 0-23-15,0 0-26 0,0 0-10 16,0 0-33-16,0 0-15 0,0 0-16 0,0 0-14 15,0 0-153-15,0 0-369 0,0 0 164 0</inkml:trace>
  <inkml:trace contextRef="#ctx0" brushRef="#br0" timeOffset="-133633.22">30165 9396 110 0,'0'0'207'0,"0"0"-1"0,0 0-2 15,0 0-6-15,0 0-11 0,0 0-13 0,0 0-10 16,0 0-14-16,0 0-8 0,0 0-8 0,0 0-13 15,0 0-4-15,-24 4-6 0,24-4-3 0,-16 9-9 16,10-3-6-16,-3 1-7 0,1 0-6 0,2 0-10 16,0 0-4-16,-1-1-7 0,3 1-5 0,0 0-4 15,-1-2-3-15,3 1-7 0,1 2-3 0,1-8-1 16,-2 11-2-16,2-11-5 0,5 10-2 0,-1-4 4 16,1-2 1-16,2 0-4 0,0-2-8 0,6-2 7 15,0 1-3-15,1-2 4 0,4-1-8 0,0-2 1 16,0 0-7-16,1-1-1 0,-4-2 3 0,-1 1-4 15,0-1 2-15,-2 1 1 0,-2-1-6 0,-1 0 3 0,-3-1-4 16,-1 2 2-16,0-3 1 0,-2 0 2 16,-2-1-6-16,-1 0 4 0,-2 1-2 0,-3-1-5 15,-2 0 4-15,2 1 0 0,-2 2-5 0,-1-1-3 16,-4 3-2-16,3 1-4 0,-2 1-11 0,0-1-16 0,0 2-11 16,0 1-27-16,-1 1-28 0,1 3-43 0,-2-3-39 15,3 3-46-15,1 0-44 0,-4 2-159 16,4-4-464-16,1 2 205 0</inkml:trace>
  <inkml:trace contextRef="#ctx0" brushRef="#br0" timeOffset="-133216.54">30327 9079 230 0,'-1'-7'307'0,"1"7"-15"0,-3-9-15 16,3 9-19-16,-1-11-21 0,1 11-26 0,0 0-19 16,1-9-24-16,-1 9-25 0,0 0-7 0,0 0-16 15,0 0-14-15,0 0-3 0,20 18-13 0,-13-8-6 16,2-4-9-16,1 4 1 0,-1 3-7 0,1-3-1 16,0-2-5-16,0 5-4 0,0-3-2 0,-1-3 3 15,-1 1-9-15,-1 0-5 0,1-1 0 0,-2-4-7 16,-2 2-3-16,0 0 0 0,1 0-11 0,-1-2 2 15,-4-3 0-15,8 8 1 0,-5-5-13 0,-3-3 5 16,6 3 5-16,-6-3-2 0,0 0-1 0,9 3 1 16,-9-3 2-16,0 0-5 0,13-6 12 0,-6-1-9 15,-1 2-4-15,1-3 1 0,0-2-1 0,2-3-3 16,-4 3 1-16,3 1 4 0,1-3-5 0,-1-2-3 16,-1 0 10-16,2 0-16 0,-2 1 4 0,-4 3 5 15,1 0-2-15,2 1-8 0,-3 0-5 0,0 4 4 16,-2-2 0-16,-1 7-15 0,5-8-22 0,-5 8-31 15,4-6-27-15,-4 6-39 0,0 0-45 0,0 0-33 16,0 0-21-16,0 0-32 0,0 0-39 0,0 0-170 16,0 0-506-16,-13 25 224 0</inkml:trace>
  <inkml:trace contextRef="#ctx0" brushRef="#br0" timeOffset="-132744.7">30716 9165 53 0,'0'10'212'0,"0"-10"4"0,0 0-2 16,-7 12-1-16,5-5-4 0,-1 3-16 0,-1-1-9 16,0 1-14-16,2 2-10 0,-4 2-8 0,2-2-2 0,3-2-12 15,-2-1-6-15,0 1-9 0,2-4-6 0,0 1-7 16,1-7-7-16,-1 11-4 0,1-11-1 16,-3 9-2-16,3-9 0 0,0 0 2 0,-1 10 2 15,1-10 6-15,0 0 6 0,0 0 7 0,-2 6-8 0,2-6-5 16,0 0-8-16,0 0-13 0,0 0-4 15,0 0-10-15,13-23-8 0,-9 14-5 0,4-1-14 0,-2-1 2 16,2-4-7-16,-2-1-11 0,3-2 3 16,1 1 1-16,3-4-2 0,-3 4-2 0,-1-1-5 0,0 0-4 15,-1 0-4-15,0 2 2 0,-1 1-3 0,0 4 0 16,-2 1-6-16,2 2-5 0,-3-2 0 0,0 4 2 16,-1 1-9-16,-3 5 7 0,7-7-5 0,-7 7-1 15,6-4-2-15,-6 4 2 0,10 0 1 0,-10 0-1 16,10 7-2-16,-4-3 0 0,1 3 4 0,2 3 9 15,-3-2 1-15,-1 1-1 0,2 0 2 0,-2 4-1 16,1-4 14-16,0 5 8 0,-2-4-10 0,1 1 9 16,-1 0 2-16,1 0 0 0,0-3-2 0,-2 0-12 15,1 0 3-15,0 0-1 0,-2 1-2 0,1-2 0 16,-1-2-1-16,1 0 1 0,0 1-5 0,-3-6 4 16,2 9-13-16,3-4-23 0,-5-5-14 0,3 7-24 15,-3-7-38-15,3 4-33 0,-3-4-29 0,0 0-31 16,0 0-37-16,2 10-39 0,-2-10-38 0,0 0-43 15,0 0-224-15,-9 7-615 0,1-5 273 0</inkml:trace>
  <inkml:trace contextRef="#ctx0" brushRef="#br0" timeOffset="-132545.89">30731 9244 84 0,'0'0'248'0,"0"0"-5"0,-6-3-13 0,6 3-13 16,0 0-20-16,0 0-17 0,0 0-19 15,12-10-12-15,-1 7-17 0,0 1-8 0,-1 1-16 16,1-2-2-16,3 0-16 0,-3 2-7 0,3 0-12 0,-1 1-3 16,1-2-8-16,-2 1-10 0,-1 0-11 15,-1-1-19-15,-2 2-20 0,-8 0-28 0,10-1-24 16,-10 1-36-16,12 3-28 0,-12-3-25 0,0 0-13 16,6 1-22-16,-6-1-142 0,0 0-344 0,0 0 153 0</inkml:trace>
  <inkml:trace contextRef="#ctx0" brushRef="#br0" timeOffset="-129199.33">29457 9439 30 0,'0'-8'226'0,"0"8"-19"15,0 0-13-15,0 0-19 0,0 0-16 0,0 0-17 16,0 0-11-16,0 0-17 0,-5-5-8 0,5 5-12 0,0 0-6 16,0 0-2-16,0 0 5 0,0 0 2 0,-4 23-8 15,4-16-3-15,0-7 2 0,-1 16 4 0,1-6-10 16,0 0 1-16,0 1-7 0,-2 1 6 16,4-1 0-16,-4 2-7 0,4 2-2 0,-1 0-8 0,-1-2-4 15,1-1-1-15,3 5-6 0,-3 0-2 0,2 0 2 16,1-1 1-16,1 0-3 0,-1 1-3 0,0-1-2 15,1 2 4-15,2-1 9 0,-2-1-2 0,0 2 8 16,2 6-8-16,-1-7-3 0,-2-1-1 0,1 0-8 16,0 1 0-16,0 0-5 0,1 1 13 0,-1 6-16 15,-1-7 1-15,-2 0 2 0,2 2 6 0,1 0-7 16,-1-1-1-16,-3-1-9 0,0-1 6 0,3 1 3 16,-1 0-5-16,-1 1-1 0,2-4-7 0,-2-2 4 15,1 3-4-15,1-3-10 0,0-1 2 0,-2 0 1 16,2-2 20-16,-2 1-10 0,0 0 23 0,1 0-4 15,-1-1 5-15,0-2-6 0,-1 1-4 0,0-2-7 16,-1-6 5-16,0 13-4 0,0-6-4 0,0-7-4 16,2 10 5-16,-2-10 5 0,0 10-13 0,0-10 2 15,2 6-6-15,-2-6 1 0,1 8 8 0,-1-8-7 16,3 6 4-16,-3-6-2 0,0 0 3 0,0 0-2 16,0 8 0-16,0-8 2 0,0 0-2 0,0 0-12 15,0 0 14-15,0 0-6 0,0 0 1 0,0 9-2 16,0-9 0-16,0 0-3 0,0 0 2 0,0 0-4 15,0 0-3-15,0 0 1 0,0 0-2 0,0 0 0 16,0 0-1-16,0 0 1 0,0 0-6 0,0 0 1 16,0 0 2-16,0 0 2 0,0 0-7 0,0 0 2 15,0 0-1-15,0 0-3 0,6 3 1 0,-6-3 4 16,0 0-2-16,8 5 3 0,-4-2-3 0,-4-3 1 0,9 4 2 16,-3-1-1-16,0 1-10 0,1-2 8 0,1 0-3 15,-1 2 2-15,2 2 3 0,0-2-3 16,-4-3-2-16,3 2 8 0,-2 1-7 0,-1-1 0 0,-5-3-6 15,11 7 4-15,-6-5 3 0,-5-2-7 0,6 7 9 16,-5-2-5-16,-1-5 1 0,4 9 2 0,-4-9-3 16,-1 12 1-16,-2-6 0 0,-2 0-2 0,2 4 4 15,-3-3-6-15,0 2 7 0,-2 0-1 0,-1 0 1 16,4 0 0-16,-6 3-1 0,3-3 0 0,-1 1 7 16,0-1-8-16,1 1-3 0,-1-1 1 0,-1 1 4 15,3-1-8-15,0 2 10 0,-2-3-9 0,3 1 3 16,0 2 2-16,0-2 1 0,2-3 1 0,2 3-1 15,1-3-1-15,1-6 3 0,-3 13-1 0,3-13-2 16,4 16 2-16,0-9-2 0,1 3 7 0,1-1-5 16,2-1-5-16,1 1 6 0,0-2-1 0,0-1 0 15,5 3-2-15,-3-3 2 0,-2 1-3 0,1-1 4 16,1-2-5-16,-6 0 5 0,4 4-4 0,-4-7 3 16,0 4-5-16,-1 0 0 0,0 1 7 0,-4-6 3 15,4 11-12-15,-6-5 10 0,2 2-7 0,0-8 1 16,-5 17 1-16,-1-8-3 0,1 0 0 0,-4 1 3 15,1-3-1-15,-1 3 3 0,3-1 6 0,-4-1-10 16,1 1 2-16,0-1 4 0,0 1-3 0,2 0-4 0,1 0 1 16,-1-1 1-16,1 0-3 0,0 1 7 15,2-1-5-15,-1 1 10 0,2 1-7 0,1-1 1 16,0 1-8-16,2-3-6 0,0-7-4 0,4 13 3 16,0-6 0-16,0 1 3 0,1 0 0 0,4-1 2 0,-4-1 10 15,0-1-10-15,4-1 3 0,0 2-3 0,-1 0 3 16,-2-2-3-16,1-1-1 0,0 1 4 0,-1 1-6 15,-2-1 10-15,0-1-5 0,-4-3-2 0,8 6 3 16,-5-1 2-16,-3-5 4 0,2 9-5 0,-2-9-1 16,1 8 6-16,-1-8-3 0,-1 11-3 0,1-4 4 15,0-7 4-15,-5 13-6 0,2-6 0 0,2 1 0 16,-3 1-2-16,2 2 4 0,0-3 0 0,0 3-5 16,2-1 9-16,-2 0-4 0,4 2 2 0,0-3-7 15,1 1 11-15,1-1-3 0,0 1-2 0,1-1 1 16,2 1-1-16,1-1 0 0,-2 0 4 0,4 0 3 15,0 0-5-15,-1 1-4 0,-2-2 5 0,0 0-6 16,1-3 3-16,-1 3-2 0,-1-1 1 0,-2-3 2 16,0-1-1-16,1 3 3 0,-1-2-5 0,0 0 0 15,-4-4 0-15,6 8 2 0,-6-8 0 0,3 7-1 16,-3-7 7-16,2 7-8 0,-2-7 6 0,2 11 7 16,-1-4-3-16,0 3 1 0,-1 1 21 0,2 7 12 15,0-2 0-15,2 0-2 0,-2 0-6 0,2 1 0 16,0-1-2-16,-1 0-3 0,2 1-1 0,-1 1 3 0,-2 0 9 15,4 8-1-15,-2-8 15 0,1 0-10 0,1 3 5 16,0-4-2-16,-1 1 0 0,4 1-1 16,-3-1-2-16,2-1-3 0,1 2 0 0,-1-2 2 15,-2 0-3-15,2-1-1 0,-3 0 0 0,2 0 1 0,0 0-1 16,-2-1-4-16,1 0 6 0,-2-1-4 0,0-3-6 16,-3 0 1-16,1 1-6 0,1 0 2 0,-1-2 1 15,-2 1 8-15,1 0 3 0,-1 0-4 16,0-4-2-16,0 0-5 0,1 0 2 0,-2 3-6 15,1-10 4-15,0 12-5 0,0-5-7 0,0-7 5 0,1 12-4 16,-1-12-8-16,-1 11 6 0,1-11-3 0,0 10-2 16,0-10 4-16,1 10-6 0,2-4 0 0,-3-6 0 15,2 9 0-15,-2-9-3 0,3 5 3 0,-3-5 3 16,3 8-5-16,-3-8-2 0,2 8-1 0,-2-8-1 16,3 6 1-16,-3-6-3 0,4 7 0 0,-2-1 0 15,-2-6 10-15,5 6-7 0,-4 1-1 0,-1-7-1 16,4 7 2-16,-4-7-3 0,3 5-1 0,-3-5-4 15,2 7 11-15,-2-7-9 0,3 6 2 0,-3-6 1 16,0 0 0-16,0 0 5 0,2 5-6 0,-2-5 0 16,0 0 4-16,0 0-6 0,0 0 0 0,0 0 0 15,4 8-1-15,-4-8 2 0,0 0 1 0,0 0 6 16,0 10-4-16,0-10-2 0,0 6-1 0,0-6 1 16,0 0 0-16,0 0-1 0,-4 11-2 0,4-11 7 15,0 0-3-15,-2 5-1 0,2-5 4 0,0 0-8 16,-3 8 9-16,3-8-4 0,0 0 2 0,0 0 2 15,0 0-5-15,0 0 3 0,0 0-6 0,0 0 0 16,0 0 2-16,0 0 8 0,0 0-7 0,0 0-3 16,0 0 9-16,-2 6-4 0,2-6-3 0,0 0 3 15,0 0-3-15,0 0 2 0,0 0-2 0,0 0-2 16,0 0 7-16,0 0-1 0,0 0 1 0,0 0-1 16,0 0-1-16,0 0-1 0,0 0 1 0,0 0-5 15,0 0 6-15,0 0-4 0,0 0 6 0,0 0-5 16,0 0-4-16,0 0-6 0,0 0-9 0,0 0-9 15,0 0-11-15,0 0-18 0,0 0-23 0,0 0-33 16,0 0-32-16,0 0-30 0,0 0-15 0,0 0-42 16,0 0-65-16,-5-30-62 0,5 20-44 0,3-6-39 15,-1 0-323-15,-1 0-828 0,-1-2 367 0</inkml:trace>
  <inkml:trace contextRef="#ctx0" brushRef="#br0" timeOffset="-127065.68">27926 12435 5 0,'-14'-3'90'0,"14"3"-1"16,-9-2-9-16,9 2-5 0,-11 0-3 16,11 0-8-16,-11 0-8 0,11 0-4 0,-10 0-12 15,10 0-8-15,-12 2 5 0,12-2-5 0,-12 3-1 16,8-2-7-16,4-1 4 0,-12 3-11 0,5-2 9 0,7-1-21 16,-13 3 3-16,5-3-1 0,8 0 16 0,-15 3 7 15,9-3-12-15,6 0 12 0,-13 2 0 0,5-1-2 16,8-1-1-16,-13 2 1 0,8 0 9 0,5-2 10 15,-14 2 12-15,14-2-7 0,-8 1 20 0,8-1 10 16,0 0 1-16,-9 2 2 0,9-2-3 0,0 0 0 16,0 0-8-16,0 0 1 0,-6 1-9 15,6-1-2-15,0 0-5 0,0 0-8 0,0 0-3 16,0 0-5-16,0 0-4 0,0 0 2 0,0 0 7 0,0 0-2 16,0 0 1-16,26-5-2 0,-14 4-1 0,3-2-2 15,7 2-4-15,-3-2 1 0,1 1-3 16,11 1 5-16,-2-3-8 0,0 1 4 0,1-1-4 0,3 2 1 15,3-4 1-15,1 3-2 0,1-4-3 0,11 4-2 16,-9-1-1-16,-1-2 1 0,13 1-7 0,-13-1 0 16,12-1-4-16,-1 1 4 0,-11 2-3 0,-1-1 3 15,12-1 0-15,-13 1 1 0,-2 0-1 0,-1-2-3 16,1 5 6-16,-1-4-6 0,1 2 6 0,-2 3-6 16,1-7 5-16,-3 3-4 0,5 2 11 0,-5 0-9 15,1 3 3-15,1-4-8 0,0-1 1 0,-2 4 1 16,1-3-4-16,0 2 0 0,1-1-2 0,2-1 0 15,-4-1-5-15,3 1 3 0,0-2 0 0,-3 3-2 16,1-3 4-16,-1 1-2 0,-3 1 0 0,1 0-5 16,-7 1 2-16,6-2 5 0,-8 5 3 0,9-4-3 15,-10 3 4-15,0-3-2 0,-3 4 3 0,3-3 6 16,1 0-5-16,0 1 3 0,-1 1 1 0,-1-1-9 16,1-1 8-16,-2 2-1 0,1-2-3 0,1 0 2 15,-2 1-2-15,0 0 0 0,-4 0-3 0,3 1 4 16,-4 0 1-16,0-2-2 0,1 2 16 0,-2 1-11 0,-1-2-1 15,-2 2 1-15,0-1-8 0,-8 1 3 0,13-2 0 16,-13 2-9-16,14 0 21 0,-14 0-25 16,10 0 6-16,-10 0 1 0,11-3-4 0,-6 2 1 15,-5 1 1-15,11-2-5 0,-11 2 2 0,10-2 3 0,-10 2-1 16,13-1-2-16,-6 1 0 0,-7 0-5 0,19-2 1 16,-7 2 5-16,2-2 1 0,-1-1-2 0,0 3-5 15,2-3 2-15,0-1-1 0,-1 4 7 0,-2 0-10 16,1-2 1-16,-3 0 1 0,0-1 1 0,0 0 1 15,-2 3-6-15,-8 0 3 0,13-3-5 0,-6 3 7 16,-7 0-6-16,12-3-17 0,-12 3-18 0,8-1-20 16,-8 1-22-16,0 0-23 0,0 0-27 0,0 0-32 15,0 0-45-15,0 0-41 0,0 0-50 0,-23 7-196 16,12-7-536-16,1 3 239 0</inkml:trace>
  <inkml:trace contextRef="#ctx0" brushRef="#br0" timeOffset="-126312.18">29940 12107 157 0,'0'0'169'0,"0"0"-13"0,0 0-7 0,-6-3-12 16,6 3-7-16,0 0-3 0,0 0-15 0,0 0-7 0,0 0-7 16,0 0 7-16,0 0-5 0,0 0-6 0,0 0-5 15,0 0-3-15,0 0-4 0,0 0-2 0,0 0-4 16,0 0 0-16,0 0-2 0,0 0 4 15,0 0 0-15,0 0 3 0,0 0-3 0,0 0-1 0,0 0-5 16,0 0 7-16,12 18 0 0,-9-14-9 0,-3-4 7 16,4 14-5-16,-3-8-11 0,2 6-1 0,-1-5 11 15,2 6-2-15,-1 1 0 0,-1-2 1 16,-1 1-2-16,2 0-4 0,1 2-3 0,2 2 10 0,-3-1-17 16,0 1 6-16,0 2 4 0,1-1 4 0,1 0-6 15,-2-2 0-15,-1 1-7 0,2 1-5 0,0-2 11 16,0 0-5-16,-1 0 4 0,-1 0 1 0,0 1 6 15,-2-1-9-15,2-5-7 0,-1 0-2 0,1 2 2 16,-2-1-3-16,0-2 6 0,-1 3-2 0,1-1 4 16,-1 0 21-16,2 0-7 0,-2-2-6 0,1 3-3 15,0-4-2-15,0 1-5 0,0-1-4 0,-3 0-8 16,5-1-2-16,-2-8-4 0,1 11-3 0,-1-5-4 16,0-6 2-16,1 9-7 0,-1-9-4 0,3 9-2 15,-3-9-1-15,0 0-3 0,0 0-1 0,0 7 2 16,0-7-1-16,0 0 0 0,0 0-5 0,0 0-3 15,0 0 1-15,0 0-7 0,0 0-10 0,0 0-16 16,1 8-11-16,-1-8-17 0,0 0-46 0,0 0-27 16,0 0-33-16,0 0-21 0,0 0-20 0,0 0-14 15,0 0-22-15,-18-15-23 0,18 15-38 0,-7-3-23 16,7 3-262-16,-7-4-631 0,7 4 278 0</inkml:trace>
  <inkml:trace contextRef="#ctx0" brushRef="#br0" timeOffset="-126084.49">29906 12711 202 0,'-7'1'227'0,"7"-1"-5"15,-8 3-7-15,8-3-13 0,-7 4-10 0,7-4-8 16,0 0-2-16,0 0-4 0,0 0-8 0,0 0-4 16,0 0-8-16,12 11-3 0,-12-11 5 0,21 0-10 15,-7-1-4-15,3-1 0 0,11-2-26 0,-1 0-2 16,1-2-17-16,-5 2-4 0,3 0-13 0,-7 0-16 15,0 1-14-15,-3-1-26 0,-3 0-28 0,-3 3-38 16,-3 0-36-16,-7 1-39 0,10-1-48 0,-10 1-48 16,0 0-31-16,0 0-48 0,0 0-146 0,0 0-470 15,0 0 208-15</inkml:trace>
  <inkml:trace contextRef="#ctx0" brushRef="#br0" timeOffset="-125910.21">29923 12840 104 0,'0'0'267'0,"0"0"4"16,0 0 11-16,0 0-7 0,0 0-10 0,17 6-15 16,-6-7-12-16,0-1-11 0,2 0-11 0,0 0-18 15,2-1-30-15,0 1-12 0,-2 0-20 0,-2 0-27 16,2-1-36-16,-5 3-41 0,-1-1-52 0,-7 1-54 16,13-1-60-16,-13 1-56 0,0 0-39 0,0 0-208 15,0 0-474-15,0 0 211 0</inkml:trace>
  <inkml:trace contextRef="#ctx0" brushRef="#br0" timeOffset="-125769.4">29957 12898 114 0,'0'0'228'0,"-4"7"-4"0,4-7-5 15,-7 4-2-15,7-4-3 0,0 0-7 0,-1 8-3 0,1-8-10 16,0 0-21-16,0 0-15 0,19 2-19 16,-8-4-14-16,2-1-27 0,-1 0-39 0,6 0-53 15,-5 0-71-15,5-2-77 0,-2 0-85 0,-6 1-131 16,3-2-388-16,4 0 173 0</inkml:trace>
  <inkml:trace contextRef="#ctx0" brushRef="#br0" timeOffset="-124366.99">30088 10646 154 0,'-4'-4'216'15,"4"4"-6"-15,-5-9-13 0,5 9-8 0,-5-6-4 16,0 2-16-16,5 4-4 0,-5-6-12 0,5 6-8 16,0 0-8-16,-5-7-10 0,5 7-7 0,0 0-15 0,0 0-5 15,-7-3-12-15,7 3-7 0,0 0-7 0,0 0-10 16,0 0-7-16,0 0-5 0,0 0-2 15,0 0-5-15,0 0 0 0,0 0-8 0,22-6-7 16,-12 5 1-16,3-2-2 0,2 2-4 0,1-1-5 0,3-1 2 16,-6 2-1-16,1-1-1 0,-1 0-1 15,-2 1 1-15,-3-1-4 0,-2 1-1 0,-6 1-1 16,12-3-4-16,-12 3 3 0,10 2-9 0,-10-2 5 16,0 0-1-16,10 1-6 0,-10-1 5 0,5 5-1 0,-5-5-1 15,7 6-2-15,-7-6-1 0,6 6 3 0,-3 0 2 16,-3-6 4-16,1 12 2 0,0-5 2 15,2 4 16-15,-3 0 11 0,1 7 3 0,-1 1 9 16,-1-1-3-16,-2 1 10 0,2 6 2 0,0-6 9 0,-3 0-3 16,0 7-2-16,0-7-2 0,2-1-3 0,-1-2 9 15,2 0-24-15,-2 2 3 0,2-6-3 0,0 2-4 16,-2-3-8-16,2 2-7 0,-1-1-1 0,1-1 7 16,1 1-17-16,-1-4 16 0,1-1-30 0,-1 0-27 15,1-7-30-15,0 11-34 0,0-11-30 0,0 8-29 16,0-8-36-16,-2 7-41 0,2-7-52 0,0 0-45 15,-10 7-188-15,10-7-550 0,-9-1 244 0</inkml:trace>
  <inkml:trace contextRef="#ctx0" brushRef="#br0" timeOffset="-124197.79">30114 10905 95 0,'0'0'190'0,"0"0"-13"0,5-12-6 16,-5 12-8-16,9-5-15 0,0 2-13 0,1 0-12 15,3 0-16-15,5 2-4 0,0 0-16 0,2-1-18 16,-1 2-27-16,3-1-39 0,-2-2-34 0,2 1-25 16,1 2-42-16,-2-4-29 0,-1 1-91 0,-1-1-234 15,-6 0 104-15</inkml:trace>
  <inkml:trace contextRef="#ctx0" brushRef="#br0" timeOffset="-123966.5">30520 10686 20 0,'-1'-9'227'0,"1"9"4"0,-1-12 0 0,-2 7-6 16,3 5 0-16,-1-9-13 0,1 9-15 0,0 0-17 16,-3-8-16-16,3 8-18 0,0 0-18 0,0 0-12 15,0 0-8-15,0 0-5 0,0 0 13 0,0 0 2 16,0 0-13-16,4 41-1 0,-3-24 6 0,1 0 0 16,-2 0-6-16,1-1-10 0,-1 1-8 0,-1 1-1 15,1-1-16-15,0-1-2 0,-2 0-9 0,2-2 0 16,-1-4-15-16,0 2 2 0,-1-1-14 0,1 0-24 0,1-4-25 15,-2 3-27-15,0-2-37 0,-1 0-32 16,3-8-45-16,-4 13-38 0,3-7-45 0,1-6-41 16,-4 9-182-16,4-9-502 0,-4 4 223 0</inkml:trace>
  <inkml:trace contextRef="#ctx0" brushRef="#br0" timeOffset="-123716.27">30614 10714 70 0,'0'0'246'0,"0"0"-3"16,0-11-12-16,0 11-18 0,0 0-21 0,0 0-8 16,0 0-1-16,0 0-5 0,0 0-14 15,0 0 3-15,0 0-14 0,-13 23-18 0,6-14-10 0,4 0-5 16,-4 1 6-16,2-1-6 0,0 1-7 0,2-1-13 16,-1 0-4-16,2-1-15 0,-3 0-2 0,5-1-11 15,-1 0-7-15,1-7-3 0,-2 12-2 0,5-6-8 16,-3-6-4-16,2 11-24 0,3-7-28 0,-1 0-35 15,-4-4-40-15,11 4-41 0,-5-1-40 0,2 0-47 16,3 0-29-16,-3 0-31 0,-2-3-151 0,8 2-457 16,-4-2 202-16</inkml:trace>
  <inkml:trace contextRef="#ctx0" brushRef="#br0" timeOffset="-123348.21">30764 10918 162 0,'8'2'206'0,"-8"-2"0"0,13 2-3 0,-13-2-6 15,13 0-15-15,-6 0 14 0,-7 0-11 0,19-2-8 16,-8 0-7-16,0-1-7 0,1 0-6 0,0-2-7 16,0 1-7-16,-2 0 9 0,2-1-11 0,-2-2-9 15,-2 1-8-15,-2-1-8 0,0-2-4 0,-1 1-2 16,0-2-9-16,-2 2-5 0,-2-2-10 0,1-2-5 16,-2 2-13-16,-2 0 1 0,0-7 0 0,0 4-7 15,0 1-6-15,1-1-10 0,1 3 0 0,0 1-4 16,2 0-1-16,-1 2-9 0,2 1-7 0,2-1 1 15,3 2-7-15,2-1 2 0,0 1-1 0,2 0-6 16,2 3 5-16,0 4-12 0,0-2 2 0,0 2 4 16,-1 0-2-16,0 0-7 0,-3 3 3 0,0 2-3 15,0 6 3-15,-2-2-13 0,-2 3 23 0,-1-3 3 16,-2 0 6-16,-1 0-4 0,0 0 12 0,-1 1-3 16,-1-1 2-16,0-3-6 0,-1-1-1 0,2 1-2 15,-1-1 0-15,0-7-6 0,1 14 10 0,1-8-13 16,0 0 4-16,3 0-18 0,3 1-24 0,1-1-39 0,4-5-49 15,1 1-37-15,4-1-50 0,1 0-52 16,-1-1-59-16,0-1-50 0,-5 1-205 0,-1-1-611 16,0-1 270-16</inkml:trace>
  <inkml:trace contextRef="#ctx0" brushRef="#br0" timeOffset="-121849.35">26151 10475 53 0,'0'0'191'0,"0"-8"-7"15,0 8-10-15,4-9-18 0,-4 9-6 0,2-13-7 16,4 8-14-16,-4 1-6 0,3-3-7 0,1 0-9 16,2 0-9-16,2 0-7 0,1 2-5 0,4-4-2 0,4 0-4 15,-1 3-2-15,6-5-5 0,3 1-6 0,0 1-5 16,-2 1-5-16,2-1 3 0,2 3-2 15,-9-1 4-15,7-2-3 0,2 4-2 0,0 0-9 16,1-1 2-16,1 0-1 0,1 0-2 0,-1 1-4 16,1 0-2-16,-1-2 2 0,2 3-3 0,-1-2-4 15,-1 2 1-15,1-1-1 0,1 1-1 0,0-1-1 16,-2 1-1-16,1 3-5 0,-1-2-1 0,5 0 0 16,2 0-3-16,0-1-3 0,0 2-3 0,3 1 2 0,8 1-1 15,3-2 1-15,-15 3 1 0,4 0-3 0,-2 0 1 16,10 0-5-16,-9 2 1 0,-2-3 1 0,-2 1-1 15,0 3-3-15,-3-4-2 0,-1 3 1 0,-3 0-3 16,0-2 4-16,-10 2-9 0,4-2 10 0,-4 3-4 16,4-2 2-16,-2 1 3 0,8 2 0 0,-9-3 6 15,0 2-3-15,2 0 4 0,-2 2 1 0,5-2-4 16,2 1 17-16,2 4-14 0,-3-4-3 0,1 2 9 16,1 1-4-16,-1-1-2 0,2 1-1 0,-2 1-1 15,0-1-5-15,-2 1 6 0,-3-2 2 0,-3 0-8 16,7 2-3-16,-6 1 6 0,-2-2 4 0,0-1-6 15,-2 2 6-15,4 1 1 0,-5-2-3 0,2 3 0 16,-3-1-6-16,-1 2 8 0,3-3-2 0,-3 3 2 16,2-1 2-16,-1 2 8 0,-1 1-2 0,1-1 2 15,-4 0 7-15,-2 0-3 0,5 2-6 0,0-3-5 16,-6 2 2-16,1 0-3 0,2 1-2 0,-1 0 8 16,-1 1 10-16,2 2-4 0,-2-3 5 0,-2 3-9 15,0 0 1-15,1 0-1 0,-3 0 9 0,3 4-5 16,-4-3 13-16,0 6 3 0,-1-7-3 0,-1 7 6 0,4-2-2 15,-4-3-5-15,1-3-1 0,-2 2 1 0,0 0-2 16,4 1-4-16,-4-4-3 0,-2 2-5 16,2 0 7-16,-2 0 5 0,2-1-3 0,-3-1 0 15,-2 1-2-15,4 2 2 0,-4 0 3 0,2 0-2 0,2 1-5 16,-3-2 1-16,-1 1 1 0,0 1 0 0,-4-1 1 16,3 5 4-16,1-3-6 0,1-2 4 0,-1 1-5 15,-3-4-4-15,3 4-1 0,-2-4-3 0,0-1-2 16,-1 0 7-16,-2 1-1 0,2 1 0 0,-2-2 6 15,0 0-9-15,-3 1 0 0,-2-2-4 0,-1 6-2 16,1-6 0-16,1 0-5 0,1 0 3 0,-1-1-6 16,1-1-6-16,1 2 0 0,-1-2 4 0,-1 0-2 15,6-3-2-15,-2 1-2 0,-3 2-1 0,0 1 2 16,2-2-3-16,-3 3 3 0,0-1-2 0,-3 0 1 16,1 1 0-16,0-3 2 0,-3 6 1 0,-2 0 3 15,0 1 18-15,6-5-5 0,-1 1 0 0,-7 1-1 16,8-2-2-16,-2-1 0 0,3-2 0 0,-3-1-8 15,2 0 0-15,1 0-1 0,3-2-2 0,0-2 1 16,-1 0-1-16,1-1-2 0,2 0 0 0,2-1-2 0,0 0-4 16,7-3 1-16,-10 5 0 0,10-5-1 15,-9 2 4-15,9-2 0 0,-6 3-1 0,6-3 6 16,0 0-8-16,0 0-2 0,0 0 3 0,-10 3 0 16,10-3 4-16,0 0-8 0,0 0-2 0,-7 0-2 0,7 0-7 15,0 0-14-15,0 0-17 0,0 0-24 0,-9-5-33 16,9 5-37-16,0 0-39 0,-9-6-44 15,9 6-42-15,-5-6-42 0,5 6-40 0,-6-5-37 16,6 5-39-16,0-10-36 0,0 10-257 0,0-13-767 0,6 4 339 16</inkml:trace>
  <inkml:trace contextRef="#ctx0" brushRef="#br0" timeOffset="-121449.79">27958 11658 172 0,'0'0'264'0,"0"0"-5"0,0 0-11 0,0 0-9 15,0 0-9-15,0 0-15 0,0 0-23 0,0 0-10 16,0 0-21-16,0 0-15 0,0 0-10 0,0 0 10 16,0 0 5-16,0 0-11 0,0 0-10 0,-5 18-12 15,5-18-2-15,0 15 6 0,0-9 5 0,0 4 0 16,2 1-5-16,-2-1-10 0,0 2-9 0,0-1 14 15,0 0-3-15,3 0 3 0,-3 2-12 0,-3-3-20 16,3 4 5-16,0 0-2 0,-2-2-5 0,-1-2 1 16,1 2 2-16,-1-1-9 0,-1-1-2 0,2-2-5 15,-2 2-5-15,1-2 1 0,1 0-5 0,0-2-2 16,2-6-5-16,-3 11-4 0,0-6-3 0,3-5-1 16,-1 10-2-16,1-10 0 0,0 10-3 0,0-10-3 15,0 8-4-15,0-8-5 0,5 9 1 0,-3-6-5 16,-2-3-1-16,11 5-1 0,1-4 1 0,1-1-13 15,5-1-25-15,0-1-25 0,2-1-33 0,7 0-37 0,1-4-38 16,-9 1-44-16,1 1-54 0,-2-2-53 16,2 3-46-16,-1-3-54 0,-4-2-287 0,3 1-742 15,-1 0 329-15</inkml:trace>
  <inkml:trace contextRef="#ctx0" brushRef="#br0" timeOffset="-119531.65">26804 11294 158 0,'-8'-2'193'0,"8"2"-12"15,-9-3-7-15,9 3-8 0,-6-5-11 0,6 5-1 16,-10-6-6-16,5 3-7 0,5 3-16 16,-10-6-7-16,7 4-6 0,3 2-6 0,-12-5-13 15,6 3-9-15,6 2-11 0,-11-5-5 0,5 3-7 0,6 2-6 16,-10-4-6-16,10 4-3 0,-7-3-3 0,7 3-5 15,-6-3-6-15,6 3-2 0,0 0-12 0,0 0-18 16,-10-3-12-16,10 3-11 0,0 0-12 0,0 0-11 16,0 0 3-16,0 0-3 0,0 0 7 0,0 0 5 15,0 0 2-15,0 0 4 0,0 0 5 0,0 0 3 16,-6-4 3-16,6 4 11 0,0 0 4 0,0 0 10 16,0 0 6-16,0 0 4 0,0 0 3 0,0 0-1 15,0 0 2-15,0 0 1 0,0 0-5 0,0 0 0 16,0 0-5-16,0 0 4 0,0 0-4 0,0 0 2 15,20-6 1-15,-20 6 2 0,16-3 2 0,-5 2-1 16,2 1-4-16,6-3-2 0,0 0-1 0,0 1 1 16,3-3-2-16,1 2 1 0,5 0 0 0,-1-1-4 15,1-2 1-15,-6 3-6 0,-1 0-11 0,-4 0-13 16,4 1-20-16,-4-1-31 0,-3 2-18 0,-3-2-33 16,-1 1-39-16,-1 2-34 0,-9 0-122 0,8 0-343 15,-8 0 152-15</inkml:trace>
  <inkml:trace contextRef="#ctx0" brushRef="#br0" timeOffset="-119067.31">26953 11201 11 0,'-5'-6'228'0,"5"6"-1"16,0 0-10-16,0 0-14 0,0 0-17 0,0 0-8 0,0 0-21 15,-6-4-16-15,6 4-11 0,0 0 2 0,0 0-1 16,0 0-6-16,0 17-17 0,0-17 3 15,4 19 5-15,-4-6 4 0,0 0-6 0,0 3-7 0,0 2 0 16,0 2-8-16,2-1-2 0,-1 0 0 0,1-1-6 16,-2 0-8-16,2-2 2 0,0 3-7 15,-2-3-5-15,0 1-13 0,2-4 3 0,0-2-5 16,-2 2-8-16,3-3-8 0,0 1 0 0,-3-1-3 0,0-1-1 16,2 1-7-16,-2-10-3 0,2 10-5 0,-2-10 13 15,0 10-18-15,0-10 1 0,0 9 0 0,0-9-10 16,0 0 12-16,0 8-6 0,0-8-4 0,0 0 2 15,0 0 0-15,2 6 1 0,-2-6-2 0,0 0-3 16,0 0-7-16,0 0 7 0,0 0-5 0,-10 3 0 16,10-3 4-16,0 0-4 0,-10-1 1 0,10 1-3 15,0 0 0-15,-13 0 0 0,13 0-2 0,-12 0 7 16,12 0 3-16,-11 3-5 0,4-3-7 0,7 0 19 16,-12 3-18-16,12-3 1 0,-10 2 8 0,10-2-13 15,-7 1 5-15,7-1-8 0,0 0 5 0,-6 4 1 16,6-4-6-16,0 0 9 0,0 0 0 0,0 0 0 15,0 0-3-15,0 0 4 0,0 0-1 0,24 0-3 16,-10-2-18-16,3 1-19 0,4-3-23 0,8-1-23 16,2 0-38-16,0-3-39 0,-1 4-43 0,3 1-58 15,-1 1-294-15,-3-2-602 0,-2 1 266 0</inkml:trace>
  <inkml:trace contextRef="#ctx0" brushRef="#br0" timeOffset="-114499.78">22539 13634 122 0,'-2'-4'180'0,"-3"-1"4"0,5 5-6 0,-12-8-7 16,8 4-1-16,4 4 1 0,-7-8-16 0,1 5-8 15,6 3-5-15,-11-7-7 0,6 3-1 0,5 4-5 16,-9-5-2-16,5 2-7 0,4 3-11 0,-11-4-12 0,11 4-8 16,-8-4-3-16,8 4-7 0,-6-4-1 15,6 4-7-15,-8-2-6 0,8 2-1 0,0 0-7 16,0 0-2-16,0 0-8 0,-9-3-2 0,9 3-5 15,0 0-2-15,0 0-7 0,0 0-2 0,0 0-6 16,0 0 0-16,0 0-4 0,0 0 1 0,0 0-1 0,0 0-3 16,0 0 4-16,0 0-6 0,0 0-1 0,0 0-2 15,27 0-3-15,-18 0 3 0,4 0-3 16,4 0 1-16,1-2-1 0,3 1-5 0,-2-2 5 16,3 2 1-16,-1 0-9 0,0-3-3 0,-1 4-20 0,-1-4-16 15,-1 4-20-15,3-3-17 0,-2 1-17 0,-1 1-25 16,-4 0-34-16,-1-2-53 0,-2 2-47 0,-2 1-177 15,-1-2-463-15,-8 2 206 0</inkml:trace>
  <inkml:trace contextRef="#ctx0" brushRef="#br0" timeOffset="-113915.56">22690 13545 101 0,'0'0'229'0,"0"0"-5"0,0 0-11 0,-14-1-12 15,14 1-19-15,0 0-12 0,0 0-12 0,-5 3-11 16,5-3-11-16,-5 6-5 0,5-6-3 16,-7 10-3-16,4-1-9 0,0 2-1 0,-2 1 1 0,3 1-7 15,0 4-6-15,-2 1-7 0,4 7-2 0,0-7 2 16,0 9-2-16,2-3 0 0,-2 1 8 0,0 0-18 15,1-5 0-15,-1 0 1 0,1 0 0 0,-1-2-13 16,2 0-1-16,0-1-7 0,-2 1 1 0,1-2-6 16,2 2-7-16,-3-7-12 0,1 2 5 0,-1-3-1 15,-1 2-4-15,2-2-11 0,0 0 1 0,-1-1-6 16,-1-2 0-16,1-7 2 0,0 14-6 0,-1-9 18 16,1-5-33-16,-4 10 10 0,2-4-1 15,2-6 0-15,-7 8 0 0,3-5 12 0,4-3-6 0,-6 5-10 16,6-5-1-16,-10 2-2 0,10-2-1 0,-11 0-6 15,11 0 7-15,0 0-2 0,-15-2 0 16,7-1-6-16,8 3 13 0,-11-5-11 0,2 1-7 0,1 2-1 16,2-1 6-16,-1-1-4 0,0 1 1 15,7 3-1-15,-14-5 9 0,7 4-10 0,7 1 0 0,-10-5 0 16,10 5 0-16,-6-3 4 0,6 3 0 0,-8-3 1 16,8 3-4-16,0 0-6 0,0 0 3 0,-8-4 4 15,8 4 12-15,0 0-29 0,0 0 19 0,0 0-3 16,0 0 5-16,0 0-6 0,25 7 11 0,-25-7-7 15,14 1 4-15,-3 0 7 0,1 0 0 0,-2 0-13 16,5-1-1-16,-3 2 4 0,-1-2-6 0,7 0 7 16,-3-2-28-16,-2 4-16 0,5-5-20 0,3 2-20 15,-3-1-29-15,1-1-31 0,-3 2-37 0,3-2-34 16,1 2-40-16,-1-2-36 0,0 1-211 0,-6-1-543 16,7-3 239-16</inkml:trace>
  <inkml:trace contextRef="#ctx0" brushRef="#br0" timeOffset="-113600">23309 13831 177 0,'0'0'275'0,"0"0"-4"0,0 0-9 15,-12-1-17-15,12 1-19 0,0 0-13 0,-7 0-7 16,7 0-16-16,0 0-14 0,0 0-7 0,0 0-12 16,-9-3-16-16,9 3-7 0,0 0-9 0,0 0-10 15,0 0-8-15,0 0-9 0,0 0 2 0,0 0-11 16,0 0-1-16,0 0 2 0,0 0-11 0,0 0-11 16,26-1-6-16,-26 1-4 0,17 0-1 0,-6-1-28 15,1-1 2-15,-2 2 12 0,2-1-26 0,-3 1-31 16,-1-1-28-16,-8 1-30 0,15-2-29 0,-9 1-35 15,-6 1-44-15,10-1-38 0,-10 1-40 0,10 0-46 16,-10 0-159-16,0 0-500 0,0 0 221 0</inkml:trace>
  <inkml:trace contextRef="#ctx0" brushRef="#br0" timeOffset="-113383.43">23273 13958 235 0,'0'0'246'0,"-9"4"-10"0,9-4-13 16,0 0-18-16,-5 5-4 0,5-5-6 0,0 0-9 15,0 0-10-15,13 8-13 0,-13-8-14 0,16 0-13 16,-3 0-13-16,0-2-15 0,0 0-8 0,5-2-12 16,-6 0-12-16,1 3-28 0,1-2-28 0,0-1-38 15,-1 1-42-15,-2 1-49 0,1 0-48 0,-2 0-44 16,-1 0-195-16,-1 1-427 0,-2-2 190 0</inkml:trace>
  <inkml:trace contextRef="#ctx0" brushRef="#br0" timeOffset="-73316.25">24539 13634 127 0,'0'0'134'15,"0"0"-7"-15,0 0 0 0,-2-9-8 0,2 9 2 0,0 0-1 16,-1-7-8-16,1 7-10 0,0 0-1 0,-2-9 4 16,2 9 2-16,0 0-12 0,-2-7-1 0,2 7-10 15,0 0-10-15,-3-9-9 0,3 9 2 16,0 0 2-16,0-10 2 0,0 10-3 0,0 0-3 0,0 0-9 15,0 0 0-15,0 0-5 0,0-10-3 0,0 10-8 16,0 0 0-16,0 0-6 0,0 0-5 0,0 0 2 16,0 0-9-16,0 0-5 0,0 0-3 0,0 0 1 15,0 0-1-15,0 0-5 0,0 0 4 0,0 0-4 16,0 0-1-16,0 0 1 0,0 0-4 0,14 16 1 16,-11-11 3-16,2-1-6 0,1 3 5 0,2 2 0 15,-2 0-4-15,1-2 7 0,-2 0 0 0,1 2-3 16,2-1 3-16,-3 3 1 0,1-1 9 0,1 0-2 15,-1 2 0-15,2-2-1 0,-2 1-1 0,-1 3-2 16,3 1 1-16,-4-5-1 0,1-1-1 0,1 4-2 16,0-2 2-16,0-1-1 0,-1 1-4 0,2-4 0 15,-1 3 5-15,1-1-8 0,-1 1 2 0,-1 0 0 16,2-1 0-16,0 1-1 0,-2-3 18 0,1 0-3 16,-3 1-5-16,1-2 0 0,1 1 0 0,0 0-1 15,-1-1 2-15,0-3-2 0,0 2-6 0,-4-5-2 16,5 9 2-16,-5-9-1 0,3 6-1 0,-3-6-4 15,6 5 4-15,-6-5-3 0,0 0 1 0,3 3 0 16,-3-3 2-16,0 0 12 0,0 0 11 0,0 0 7 16,0 0 3-16,0 0 0 0,0 0-6 0,0 0-7 15,0 0 0-15,10-11-5 0,-10 11-1 0,6-10 2 16,-1 1-6-16,-4 2 0 0,4-2-1 0,1-2 3 16,0 1-7-16,1-5-2 0,-2 0-1 0,4 0-7 15,-4-1 3-15,3 2 3 0,-3-1-1 0,3-1 1 16,-3 0-6-16,0 0 2 0,0 0-1 0,-1 0-2 15,-1 3 3-15,0 2-2 0,0-4-1 0,-2 2-1 0,3 1 0 16,-4 1-4-16,1-1 4 0,1 3 1 16,-1 1 10-16,-1 8-14 0,2-14 0 0,-2 14 0 15,0-11 3-15,0 7-1 0,0 4 0 0,0 0 7 16,2-10-10-16,-2 10 3 0,0 0-3 0,1-7 0 16,-1 7 0-16,0 0 3 0,0 0 1 0,3-8 1 0,-3 8-2 15,0 0-1-15,0 0-1 0,0 0-1 16,0 0 1-16,0 0-1 0,0 0-1 0,0 0 2 15,0 0 0-15,0 0-4 0,0 0 0 0,0 0-8 16,0 0-11-16,0 0-11 0,0 0-9 0,0 0-10 16,0 0-12-16,0 0-17 0,0 0-29 0,0 0-29 15,-11 19-37-15,11-19-36 0,-6 11-43 0,3-3-159 0,-2-2-450 16,3-1 199-16</inkml:trace>
  <inkml:trace contextRef="#ctx0" brushRef="#br0" timeOffset="-72760.92">25212 13816 180 0,'0'0'204'0,"0"0"-10"0,0 0-11 0,0 0-7 15,0 0-7-15,0 0-4 0,0 0-6 16,0 0-10-16,0 0-9 0,0 0-3 0,0 0-8 16,0 0-5-16,0 0-4 0,-20-5-6 0,20 5-5 0,0 0-10 15,0 0-7-15,0 0-4 0,0 0-6 0,0 0-7 16,0 0-10-16,0 0-3 0,0 0-6 0,0 0-5 15,0 0-3-15,0 0-6 0,0 0-5 16,0 0-1-16,0 0-2 0,0 0-5 0,0 0 1 0,0 0-1 16,0 0-1-16,34-3 1 0,-18 3-1 0,1-3-1 15,2 0 3-15,0 2-9 0,0 1 6 0,3-1-2 16,-5-1 2-16,4-2-2 0,-4 1 2 0,-5 1 3 16,1 0-2-16,-3 0-1 0,-1 2-1 0,2 0 5 15,-3-4-2-15,-8 4-3 0,13 0 3 0,-13 0-7 16,10-1 3-16,-10 1 1 0,7-1 4 0,-7 1 0 15,0 0 11-15,0 0 2 0,0 0-3 0,0 0 1 16,12-2 0-16,-12 2-13 0,0 0 9 0,0 0-6 16,0 0 3-16,0 0-7 0,0 0-5 0,0 0 1 15,0 0 0-15,0 0-6 0,0 0-3 0,0 0 5 16,0 0-14-16,0 0-21 0,0 0-20 0,0 0-33 16,0 0-34-16,0 0-26 0,0 0-41 0,0 0-41 15,0 0-44-15,0 0-43 0,0 0-246 0,-17 15-588 16,17-15 260-16</inkml:trace>
  <inkml:trace contextRef="#ctx0" brushRef="#br0" timeOffset="-70483.62">26490 10103 29 0,'0'0'42'0,"0"0"-8"0,0 0-2 16,0 0-4-16,0 0-5 0,0 0 6 0,0 0-9 0,0 0 3 16,7-9 4-16,-7 9 0 0,0 0 1 0,0 0 4 15,0 0 3-15,0 0-4 0,0 0 4 16,0 0 0-16,0 0 3 0,0 0-1 0,0 0-6 16,0 0-3-16,0 0 0 0,0 0 6 0,0 0-6 0,0 0 1 15,0 0-4-15,0 0 0 0,0 0 4 16,0 0-9-16,0 0 3 0,0 0-5 0,0 0-1 15,0 0 2-15,0 0-1 0,0 0-4 0,0 0 6 0,0 0 1 16,0 0-1-16,0 0 6 0,0 0 5 0,0 0 2 16,-18-4-7-16,18 4 1 0,0 0-1 0,-12-1 2 15,12 1 5-15,0 0 4 0,-11-3-3 16,11 3-8-16,0 0 7 0,-10 0-9 0,10 0 3 0,0 0-3 16,-14 0 3-16,14 0 0 0,-7-1-3 0,7 1 0 15,0 0 3-15,0 0-7 0,-11 0 4 0,11 0-5 16,0 0 2-16,0 0-2 0,-10-1-7 0,10 1 4 15,0 0-5-15,0 0-1 0,0 0 4 0,0 0-5 16,0 0 3-16,0 0-5 0,0 0 4 0,0 0-7 16,0 0 4-16,0 0-3 0,0 0 3 0,0 0-2 15,0 0 0-15,0 0-1 0,0 0 3 0,0 0-2 16,0 0-3-16,34 3 0 0,-22-4 2 0,5 0-5 16,4 1 3-16,0 0 0 0,8-3 1 0,2 0-4 15,-1 2 0-15,5-4-12 0,-1-3-5 0,1 7-16 16,1-5-3-16,-2 3-18 0,3-4-17 0,-2 2-21 0,-3 1-12 15,-1 0-16-15,-1-2-104 0,-9 5-242 16,0-3 108-16</inkml:trace>
  <inkml:trace contextRef="#ctx0" brushRef="#br0" timeOffset="-67087.34">28474 9120 40 0,'0'0'115'0,"0"0"-7"15,0 0-12-15,0 0-8 0,0 0-5 16,-9 2-7-16,9-2-6 0,0 0-12 0,0 0-7 15,0 0 0-15,0 0-4 0,0 0-5 0,0 0-7 16,0 0-11-16,0 0-5 0,0 0-4 0,0 0-32 0,-5 6-21 16,5-6-35-16,0 0-76 0,-13 1-160 0,6-1 71 15</inkml:trace>
  <inkml:trace contextRef="#ctx0" brushRef="#br0" timeOffset="-64884.55">25575 13540 18 0,'0'0'116'0,"0"0"-11"0,0 0 10 0,6-5-3 16,-6 5 4-16,0 0 5 0,0 0-4 0,0 0 1 16,0 0-2-16,0 0-3 0,0 0-9 0,0 0 7 15,0 0-6-15,0 0 1 0,0 0-10 0,0 0 2 16,0-9-1-16,0 9-6 0,0 0-6 0,0 0-3 15,0 0-4-15,0 0-1 0,0 0-5 0,0 0-4 16,0 0-3-16,0 0-3 0,0 0-5 0,0 0-1 16,0 0-1-16,0 0 6 0,0 0-8 0,0 0-2 15,0 0-3-15,0 0 0 0,0 0-2 0,0 0 1 16,0 0 0-16,0 0-2 0,0 0 0 0,0 0-5 16,0 0 4-16,0 0-5 0,0 0 4 0,0 0 1 15,0 0-6-15,2-8-3 0,-2 8-5 0,0 0 1 0,4-4-2 16,-4 4-6-16,0 0-6 0,9-6 2 15,-9 6-4-15,7-6-3 0,0 4 3 0,0 0 0 16,-7 2-5-16,15-3-3 0,-10 3 0 0,4-1 1 16,-9 1 5-16,19 0-9 0,-9 0-1 0,1 1-2 0,-2-1 3 15,2 2 25-15,1 1-5 0,-3 1-3 0,2 1-1 16,-2-2 1-16,0 3-6 0,2 0 2 16,-2 1-3-16,-3 2-2 0,1 1-1 0,0-1 1 15,-2 1-4-15,-1 3 1 0,-2-2-1 0,0 1 4 0,-4 0-7 16,1 1 3-16,0 0 2 0,-5 3-1 0,1-2 4 15,0 0-12-15,-1 0-2 0,1-2 5 16,-1-2 6-16,-6 4 0 0,6-4-7 0,-3-1 1 16,0 1 5-16,1-1 6 0,0-2-15 0,1 2 4 15,-1-2 0-15,-2-1-2 0,3 1-3 0,-3-1 6 0,0-2 3 16,3-2-6-16,-3 3 0 0,1-3 6 0,3 1-7 16,6-3 19-16,-13 4 4 0,9-1 8 0,4-3-5 15,-7 1-2-15,7-1 1 0,0 0 0 0,-10 3-5 16,10-3-1-16,0 0 5 0,-8 1 1 15,8-1-7-15,0 0 1 0,0 0 12 0,0 0-21 0,0 0 5 16,-9 2-9-16,9-2 10 0,0 0-9 0,0 0 5 16,0 0-4-16,0 0-3 0,0 0-4 15,0 0 9-15,0 0-1 0,0 0-3 0,28-4 4 16,-17 2-2-16,-1 2-6 0,2-1 6 0,1 1-1 0,1 0-8 16,-1 1 1-16,3 1 0 0,2-1 2 0,-4-2 8 15,3 3-6-15,0-2 5 0,2 2-29 0,-3-4 26 16,-3 2-2-16,1 0 1 0,-1-1-13 0,-1 0 21 15,-1 1-9-15,0 0 16 0,-2 0-1 0,-9 0 13 16,16 0-2-16,-10 0-3 0,-6 0-9 0,14 1 9 16,-14-1-2-16,9 0-4 0,-9 0-5 0,0 0 4 15,9 0-7-15,-9 0-3 0,0 0 3 0,0 0 0 16,9 0-6-16,-9 0-2 0,0 0-4 0,0 0-19 16,0 0-19-16,0 0-30 0,0 0-34 0,0 0-26 15,0 0-32-15,0 0-43 0,0 0-52 0,0 0-46 16,0 0-52-16,0 0-218 0,0 0-614 0,0 0 272 15</inkml:trace>
  <inkml:trace contextRef="#ctx0" brushRef="#br0" timeOffset="-64348">26017 13572 4 0,'0'0'265'0,"0"-8"-9"0,0 8-10 0,0 0-8 16,0 0-12-16,0 0-12 0,2-9-15 0,-2 9-13 16,0 0-16-16,0 0-12 0,0 0-19 0,0 0-9 15,0 0 0-15,0 0-5 0,0 0-14 0,0 0 16 16,13 14 0-16,-11-8-14 0,4 0 6 0,0 3-12 16,-2-1-12-16,1 2-3 0,-1 0-4 0,0-1-4 15,1 3-1-15,4-2 0 0,-5 1-7 0,1 0-16 16,1-2 6-16,-1 2-6 0,0-3-5 0,0 4 1 15,1-3-15-15,-2-3 1 0,-4-6 4 0,7 11-11 16,-3-7-6-16,-4-4-13 0,10 9 23 0,-10-9-2 16,6 9 1-16,-3-6-1 0,-3-3 4 0,4 6 11 15,-4-6 5-15,2 5-10 0,-2-5 1 0,4 3 0 16,-4-3 0-16,0 0-9 0,12-10-5 0,-12 10 2 16,7-10-4-16,-3 4-4 0,0-1-6 0,1-2 1 15,2 2 5-15,-4-2-8 0,5 0-3 0,-3-2-1 16,3-1-1-16,2-2 1 0,1-1-1 0,-4 2-5 15,6-2-3-15,-6 0 1 0,4 1 2 0,-4 0 1 0,0 3-5 16,-1 2 2-16,-1-3-1 0,1 3 1 16,-3-1 6-16,2 2-5 0,-1 3 5 0,0-1 0 15,-4 6 6-15,5-8-6 0,-5 8-1 0,4-7-5 16,-4 7-2-16,0 0 1 0,0-7-3 0,0 7 0 0,0 0-2 16,0 0 5-16,4-5-7 0,-4 5-2 0,0 0-13 15,0 0-13-15,0 0-17 0,0 0-12 16,0 0-33-16,0 0-37 0,0 0-39 0,0 0-36 15,0 0-31-15,0 0-40 0,-13 18-58 0,13-18-55 16,-8 9-212-16,8-9-647 0,-6 11 285 0</inkml:trace>
  <inkml:trace contextRef="#ctx0" brushRef="#br0" timeOffset="-63933.44">26477 13629 191 0,'0'0'251'0,"0"0"-7"16,0 0-12-16,-4 11-6 0,4-11-8 0,-5 7-6 15,2-3-10-15,3-4-5 0,-9 8-3 0,7-1-23 0,-4-1-1 16,-1 4-3-16,0-5 1 0,0 3-11 0,3 0-17 16,-2 2-7-16,-1-2-1 0,2 3-13 0,0 2-10 15,1-2-8-15,2-1-7 0,-1 0-12 16,1 3-2-16,2-8 1 0,2 5-24 0,-2-1-1 15,3-4 6-15,-1 2 0 0,2-2 2 0,0 1 3 0,6-1-3 16,-1-1-9-16,0 1 2 0,3-3 0 0,0 0-10 16,-1-3 3-16,3 0-10 0,0-1-4 15,2-1-1-15,-1 1-5 0,-1-2-2 0,-3 0-2 16,3 1 2-16,1-5-7 0,-6 0 0 0,3 1-4 0,-4-3 0 16,1-4-3-16,-2 4 1 0,-4-1-5 0,1 0-2 15,-2 0 5-15,-2-1-15 0,2 0 9 0,-4 0 1 16,-2 1-6-16,2 0 4 0,-4 0-12 0,0 2 13 15,1 0 0-15,-3 1-5 0,3 2 0 0,-4-3-10 16,0 6-4-16,-2-2-34 0,1 3-15 0,0 1-26 16,-3-1-25-16,1 2-22 0,-1 1-25 0,1 0-28 15,-1 1-39-15,2 2-35 0,-3 1-51 0,3-2-281 16,-5 3-643-16,5-2 285 0</inkml:trace>
  <inkml:trace contextRef="#ctx0" brushRef="#br0" timeOffset="-62766.41">24605 14317 6 0,'0'0'177'0,"0"0"-8"16,-8-4-3-16,8 4-9 0,0 0-7 0,-11-4-9 15,11 4-4-15,0 0-4 0,0 0-7 0,-11-2-11 16,11 2-4-16,0 0-3 0,-8 0-2 0,8 0-2 16,0 0-6-16,0 0-2 0,-8-3-5 0,8 3-3 15,0 0-5-15,0 0-7 0,0 0-1 0,0 0-6 16,0 0-5-16,0 0 1 0,0 0-2 0,0 0-3 16,0 0 0-16,0 0-4 0,-9-1 4 0,9 1-4 15,0 0-1-15,0 0-1 0,0 0-3 0,0 0-3 16,0 0 1-16,0 0-5 0,0 0-2 0,0 0 0 15,0 0-1-15,0 0 2 0,0 0-11 0,0 0 5 16,0 0 1-16,0 0 2 0,0 0 6 0,0 0 1 16,0 0-4-16,23 6 0 0,-23-6-5 0,18 2 4 15,-7-1-2-15,-2-1-15 0,1 1 20 0,4 1 7 16,-1-2 4-16,1 1-2 0,3 0 2 0,2-1-1 16,-1 1-1-16,9-1-10 0,-5 0-3 15,5 0-8-15,0 0 7 0,3 0-9 0,-1 0 6 0,2 0-12 16,-1 0 0-16,1 0-1 0,0-1-5 0,-2 1 5 15,3-1-1-15,-3-2-1 0,0 2-5 0,0 0-3 16,1 1 4-16,-4-3 13 0,2 0-12 0,3 1 0 16,0-2 4-16,0 3-6 0,-2-2-1 0,-1 2-8 15,4-3 10-15,-3 4-6 0,2-2-21 0,1 0 25 16,-1 0-4-16,2 0 11 0,-4-1-11 0,5 3-2 16,-3-2 1-16,1 0-6 0,-1-1 2 0,4 3-11 15,-9-3 14-15,5 1-1 0,-1 1-3 0,-1 1-1 16,0-2 3-16,-8 2-2 0,2-2 0 0,4 1 2 15,-6 0 3-15,2 0 3 0,-5 0 4 0,4 0 0 16,3 1 1-16,4-4-4 0,-1 1-1 0,-2 1 2 16,-3 1-1-16,-1-2 2 0,5 0-6 0,0-1 4 15,-6 2-4-15,6-1 0 0,-6 2 0 0,7-1-3 16,-6-1 0-16,-1 2 3 0,1-1-1 0,-2 1-4 16,1 0 3-16,-2-3-1 0,2 3-3 0,0 0 0 15,0-2 1-15,-2 2 4 0,1-3-5 0,2 2 3 16,-4 1 1-16,-2-2 2 0,4 0 2 0,-5 3-1 0,4-4 5 15,-5 3-14-15,-1 1 11 0,0-3-1 0,1 2 7 16,-3-2-3-16,1 3 4 0,1-1-1 16,-3-1-8-16,2 1 0 0,-5 0 2 0,-7 1 3 15,15 0 0-15,-7-2 1 0,-8 2-2 0,13-2 9 0,-7 2 0 16,-6 0-4-16,12-1 2 0,-12 1 1 0,0 0-1 16,11-1-1-16,-11 1 1 0,6 1 3 15,-6-1 3-15,0 0-5 0,0 0 2 0,0 0 1 0,10-3-4 16,-10 3 2-16,0 0-2 0,0 0 0 15,0 0-3-15,0 0-2 0,0 0 5 0,0 0-6 16,0 0-2-16,0 0 2 0,0 0-6 0,0 0-1 0,0 0 0 16,0 0 3-16,0 0-2 0,0 0 0 15,0 0-5-15,0 0-6 0,0 0-1 0,0 0-19 0,0 0-24 16,0 0-34-16,0 0-26 0,0 0-34 0,-18-10-40 16,18 10-42-16,-17-5-36 0,7 2-37 0,-3 1-37 15,3-1-49-15,-3 2-332 0,0-4-769 0,1 2 340 16</inkml:trace>
  <inkml:trace contextRef="#ctx0" brushRef="#br0" timeOffset="-59933.25">25144 14604 35 0,'0'0'81'0,"0"0"-12"16,10-2-7-16,-10 2-5 0,0 0-12 0,0 0-2 16,8 0-3-16,-8 0-5 0,0 0-20 15,10 0 12-15,-10 0 0 0,0 0-9 0,0 0 7 16,13-2-4-16,-13 2 0 0,0 0 0 0,10-1-4 15,-10 1 27-15,0 0 1 0,8-4 13 0,-8 4 3 16,0 0 8-16,4-6 0 0,-4 6 8 0,3-7 6 16,-3 7-7-16,0 0 12 0,2-9-6 0,-2 9 4 15,1-10 6-15,-1 10-2 0,0 0-6 0,-1-10 5 16,1 10 3-16,1-9 6 0,-1 9-2 0,0 0 1 0,0-10-2 16,0 10-5-16,0 0-10 0,0 0 16 15,0 0-12-15,0 0-8 0,0 0-9 0,0 0-6 16,0 0-7-16,0 0 3 0,0 0 5 0,0 0-3 15,0 0 9-15,0 32 2 0,0-21-5 0,0 1 7 0,0 3-7 16,-1 2 3-16,-1-1-2 0,1 1-2 0,-1 2 3 16,0 0 7-16,2 0-22 0,-2 0 0 0,2 1 2 15,-4-2-11-15,4 0 9 0,-1 0-9 0,1-1-1 16,2-2 3-16,-2-3-2 0,3 2-13 16,-1-4 5-16,0 3-6 0,0-4 15 0,-1 2-18 0,1-3 4 15,-1 0-5-15,-1 0-3 0,0-8-1 0,2 12 2 16,2-6-9-16,-4 0 2 0,0-6 2 0,2 8-9 15,-2-8 1-15,0 8 3 0,0-8-27 16,2 6 5-16,-2-6-14 0,0 0-24 0,0 0-14 0,3 8-21 16,-3-8-39-16,0 0-20 0,0 0-33 0,0 0-23 15,0 0-43-15,0 0-32 0,0 0-20 0,0 0-194 16,0 0-526-16,-9-26 233 0</inkml:trace>
  <inkml:trace contextRef="#ctx0" brushRef="#br0" timeOffset="-59483.48">25244 14554 34 0,'3'-10'172'0,"1"0"2"0,4 2-3 16,-4-1-14-16,4 0 0 0,0 3-9 0,3-2-7 15,6 0-5-15,-8 4-4 0,4 1-1 0,5 1-5 16,-5 1-9-16,1 1-10 0,-1 3-5 0,-1 0-16 15,-1 1 3-15,-2 4-6 0,0 0-3 16,-3 2-3-16,1 5-6 0,-5-2-5 0,-2 3-2 0,-2 0-5 16,-2-1-3-16,-3 2-1 0,1-3-8 0,-6-1-6 15,-1 3-3-15,1-5-2 0,-5 3 9 0,2-3-17 16,-1 1 1-16,1-3-1 0,0-2-9 0,1 2 1 16,1-3-3-16,4-2 0 0,-5-1 0 0,8 1-3 15,-1-4 0-15,1 2 3 0,6-2-1 0,-12 1 2 16,12-1 7-16,0 0 6 0,0 0-2 0,-11-3-2 15,11 3-2-15,0 0-2 0,0 0-3 0,-2-9 3 16,2 9-3-16,0 0-1 0,0 0-1 16,0 0 0-16,0 0 8 0,0 0 1 0,22 0-1 0,-22 0 5 15,16 5 0-15,-6-1 0 0,1 0 4 0,1 3 1 16,4-2 0-16,2 3 1 0,-2-2-3 0,2-1-4 16,-2 2-5-16,3 0-1 0,0-1-1 0,1 1-5 15,-4-1 3-15,4 1-12 0,-4-2-21 0,-2-1-20 16,3 0-33-16,-5 0-41 0,0-2-41 0,1 2-62 15,0-3-60-15,-3 3-263 0,2-3-576 0,-1 1 255 16</inkml:trace>
  <inkml:trace contextRef="#ctx0" brushRef="#br0" timeOffset="-58765.6">27361 13944 65 0,'0'0'250'0,"-6"-4"-1"0,6 4 6 16,0 0-16-16,-7-3-11 0,7 3-11 0,0 0-14 16,0 0-8-16,-9-1-12 0,9 1-10 0,0 0-14 15,0 0-5-15,0 0-8 0,0 0-6 0,0 0 3 16,0 0-14-16,0 0 0 0,0 0-5 0,0 0-7 15,0 0-20-15,16-6 0 0,-16 6-8 0,18-3-13 16,-7 1 11-16,3 0-19 0,-1 0-4 0,0-1-10 16,1 0-9-16,-1 1 0 0,1 0-7 0,0 0-17 15,-3-2-12-15,-4 4-24 0,3-4-34 0,-3 3-36 16,-7 1-34-16,10-2-35 0,-10 2-44 0,7-2-51 16,-7 2-28-16,0 0-247 0,0 0-568 0,0 0 252 15</inkml:trace>
  <inkml:trace contextRef="#ctx0" brushRef="#br0" timeOffset="-58599.69">27367 14026 176 0,'0'0'260'0,"-6"5"-9"16,6-5-14-16,0 0-14 0,0 0-11 0,0 0-11 0,0 0-8 15,0 0-11-15,0 0-22 0,23 2-10 0,-9-2-14 16,3-3-15-16,0-1-12 0,0 0-18 15,2 0-26-15,-2 3-34 0,3-3-42 0,-1-1-40 16,-2 2-53-16,1 2-51 0,-2-2-56 0,-4 0-167 16,1-1-409-16,0 0 181 0</inkml:trace>
  <inkml:trace contextRef="#ctx0" brushRef="#br0" timeOffset="-56763.55">28096 13461 119 0,'0'0'198'0,"0"0"-5"15,-3-7-11-15,3 7-12 0,0 0-9 0,0 0-9 16,0 0-10-16,0 0-7 0,-5-5-8 0,5 5-2 16,0 0-8-16,0 0-3 0,0 0-5 0,0 0 0 15,0 0-7-15,0 0-9 0,0 0-9 0,-1-10-2 16,1 10-9-16,0 0-7 0,-4-9-12 0,4 9-2 16,0-8-2-16,0 8 6 0,-3-8-4 0,3 8-4 15,-2-11-5-15,2 11-3 0,-3-11-5 0,2 4-3 16,1 7-1-16,0-12 1 0,0 12 2 0,0-13 4 15,0 13-2-15,-3-12-4 0,3 12 1 0,-2-11-2 16,2 11 5-16,0-7-5 0,0 7-5 0,0 0 1 16,0-9-7-16,0 9 0 0,0 0-4 0,0 0-10 15,0 0 8-15,0 0 3 0,0 0-8 0,0 0-1 16,0 0 1-16,0 0 0 0,2 33-2 0,2-20 3 16,-1 2 1-16,-1 2 8 0,1 2 3 0,-3-1 4 15,2-1-1-15,1 1 0 0,-2-2 5 0,2 4 9 0,-2-3 9 16,0 0 4-16,3 0 5 0,-2 1-9 15,-1-3-3-15,0-2 8 0,2 0-16 0,-3-1-1 16,1 0 1-16,-1-2-11 0,1 1-1 0,0-1 0 16,1 0-1-16,0-1-5 0,0-2 2 0,-1-1-6 15,-1-6 2-15,1 10-2 0,-1-10-2 0,3 8-2 16,-3-8-2-16,1 8-3 0,-1-8 0 0,0 0-15 16,1 9-17-16,-1-9-15 0,0 0-19 0,4 4-32 15,-4-4-33-15,0 0-37 0,0 0-50 0,0 0-51 16,0 0-44-16,0 0-225 0,0 0-577 0,0 0 255 0</inkml:trace>
  <inkml:trace contextRef="#ctx0" brushRef="#br0" timeOffset="-56347.64">28388 13444 172 0,'3'-8'267'0,"-3"8"-11"0,1-6-11 0,-1 6-20 15,0 0-22-15,3-8-17 0,-3 8-22 0,0 0-16 16,0 0-15-16,0 0-10 0,0 0-5 0,0 0-2 0,0 0-7 16,0 0-2-16,0 0 4 0,0 0-6 0,-4 25-9 15,4-25-1-15,0 11-1 0,0-3-5 0,0-8-10 16,1 13-3-16,2-5-12 0,1 0-2 16,-2-1-3-16,3 2-8 0,2-1-5 0,-2 0-3 15,3 0-9-15,-1 0 1 0,5-1-7 0,-3 0 6 16,0-1-9-16,-1 0-2 0,1 1-4 0,0-1-3 15,0-2-1-15,-1 0 2 0,-2 4-2 0,2-2-5 16,-1-3 2-16,-1 1 2 0,0 0-9 0,-2 2 4 16,0-2 2-16,-1 1-5 0,-3-5 19 0,6 10-12 0,-5-6 0 15,-1-4 5-15,0 11 3 0,0-11-3 0,-7 11 0 16,3-6-1-16,-3 0-2 0,-3 1 4 0,2-1-4 16,-3-1-2-16,1 2-2 0,-1-2 2 0,-1-1-1 15,-2 0-12-15,2-2-8 0,-4 0-20 16,5-1-16-16,0 2-23 0,1-4-14 0,-1 1-24 0,3 0-27 15,1-3-36-15,0 0-36 0,7 4-28 16,-7-8-10-16,6 2-16 0,1 6-183 0,1-16-477 16,2 6 211-16</inkml:trace>
  <inkml:trace contextRef="#ctx0" brushRef="#br0" timeOffset="-56182.64">28427 13471 28 0,'1'-10'121'0,"0"-2"11"0,1 2 13 0,-1 4 11 15,-1-1 5-15,0 7-4 0,1-11-4 0,-1 11-4 16,2-8-6-16,-2 8-9 0,3-6-11 0,-3 6-10 15,9-7-1-15,-1 5-8 0,2-1-3 0,2-1-10 16,2 1-6-16,2-2-9 0,0 3-7 0,3-1-10 16,0 0-4-16,0 2-15 0,-1 0-24 0,1 1-37 15,-5 0-42-15,-3 4-45 0,3-3-50 0,-3 3-205 16,1 2-392-16,-2-1 174 0</inkml:trace>
  <inkml:trace contextRef="#ctx0" brushRef="#br0" timeOffset="-55954.86">28808 13598 47 0,'0'0'289'0,"0"0"-6"16,0 0-10-16,7 3-17 0,-7-3-13 0,0 0-18 16,13-3-8-16,-13 3-11 0,15-3-10 0,-4 2-8 15,0-2-11-15,-2 2-19 0,1-1-13 0,1 0-13 16,-4 2-8-16,3-1-12 0,-1-1-17 0,-9 2-5 15,14-1-15-15,-7 0-8 0,-7 1-16 0,9-2-18 16,-9 2-30-16,0 0-39 0,10-2-38 0,-10 2-42 16,0 0-52-16,9 0-60 0,-9 0-53 0,0 0-183 15,0 0-503-15,8-4 223 0</inkml:trace>
  <inkml:trace contextRef="#ctx0" brushRef="#br0" timeOffset="-55365.87">29307 13375 185 0,'0'-8'272'0,"0"8"-11"15,-2-8-8-15,2 8-14 0,0 0-16 0,1-11-18 16,-1 11-16-16,3-7-20 0,-3 7-17 0,5-8-15 16,-5 8-10-16,9-6-8 0,-3 4-4 0,3 0-10 15,1 1 1-15,1 0-5 0,2 2-3 0,-1-1-6 16,1 1-6-16,-2 1-5 0,2 2-4 0,0 1-9 16,-4 2-2-16,2 0 0 0,-1 0-6 0,-2 1-6 15,-3 4-11-15,1-2-2 0,-3 0 0 0,0 2 5 0,-3-1-13 16,-3 3 0-16,0 3 8 0,-4-7-2 15,-2 6-10-15,-4-5 4 0,1 1-10 0,-4-1 1 16,0-1 0-16,-1 1-6 0,0-2 5 0,1-1-8 16,-1-1-2-16,-1 1 2 0,2-1-4 0,-1 0 0 15,2 0-5-15,1-2 4 0,3-2 3 0,2 1-10 16,-2-1 5-16,5 0 0 0,0 0 0 0,6-3-2 16,-11 3-8-16,11-3 13 0,-6 1 4 0,6-1 0 15,0 0-11-15,0 0 5 0,-9-6 4 0,9 6-1 16,0 0-10-16,0 0 3 0,0-9-11 0,0 9 16 15,0 0-9-15,0 0 3 0,11-10 0 0,-11 10 1 0,9-4 1 16,-3 2-3-16,-6 2-4 0,15-2 3 16,-7 2 5-16,-8 0-1 0,18 2-8 0,-9 0 5 15,3-2 8-15,-2 6 1 0,3-5-5 0,-2 4 1 16,1 0 12-16,-1 0-13 0,1-1-3 0,-2-1-4 0,1 3 8 16,0 1-1-16,-1-4-5 0,1 2 3 0,-2 0-6 15,-1-2-7-15,2 1-14 0,-1-1-29 0,-1 2-37 16,-2-1-40-16,1 0-38 0,-2-1-41 15,0 0-48-15,-5-3-48 0,8 5-249 0,-8-5-598 16,7 3 264-16</inkml:trace>
  <inkml:trace contextRef="#ctx0" brushRef="#br0" timeOffset="-55063.81">29747 13399 295 0,'0'0'313'0,"1"-8"-9"0,-1 8-10 16,0 0-19-16,2-7-20 0,-2 7-4 0,0 0-37 15,0 0-14-15,0 0-17 0,1-8-19 0,-1 8-10 16,0 0-10-16,0 0-3 0,0 0-26 0,0 0 20 0,18 16-9 16,-16-10 2-16,5 1-1 0,0 1-10 0,1 1-15 15,1-1-13-15,0 2-3 0,-1 0-4 16,2-1-13-16,0 4-6 0,-1-4-7 0,5 2-2 15,-5-2-6-15,1 1-3 0,2-3-3 0,-3 3-4 0,1-3-4 16,1 2-15-16,-3-3-26 0,0-1-38 0,-1 2-40 16,0-3-33-16,-2-1-34 0,-5-3-34 0,6 8-33 15,-4-3-45-15,-2-5-30 0,2 6-33 16,-2-6-185-16,0 0-552 0,0 0 244 0</inkml:trace>
  <inkml:trace contextRef="#ctx0" brushRef="#br0" timeOffset="-54799.31">29940 13363 284 0,'0'0'289'0,"-1"-5"-13"0,1 5-16 0,0 0-18 16,-3-8-21-16,3 8-17 0,0 0-3 0,0 0-5 16,0 0 1-16,-19 16-2 0,11-7-8 0,1 1-5 15,-4-1-4-15,4 1-12 0,-3 3-8 0,-2 0-24 16,1-2 6-16,0-1-10 0,1 5-11 0,-3-5-9 15,0 3-27-15,3-4 10 0,1 0-15 0,0 0-1 16,0-1-15-16,1 2 0 0,0-1-14 0,-1-2-21 16,-1 1-18-16,-1 0-39 0,4 2-46 0,-1-3-38 15,-2 1-38-15,0-1-45 0,1 0-55 16,0 0-59-16,1-1-269 0,2-2-627 0,6-4 277 0</inkml:trace>
  <inkml:trace contextRef="#ctx0" brushRef="#br0" timeOffset="-54365.22">30225 13373 98 0,'0'0'329'0,"8"-6"-5"0,-8 6-14 15,0 0-17-15,5-4-19 0,-5 4-30 0,0 0-23 16,5-3-22-16,-5 3-17 0,0 0-30 0,0 0-5 15,0 0-4-15,0 0-12 0,0 0-10 0,0 0-12 16,-14 22 1-16,9-15-3 0,0 2-8 0,1-3-11 16,0 1-2-16,1 0-16 0,-1 2 1 0,3-2-15 15,0 0-13-15,1-7 8 0,-1 14-5 0,1-7 3 16,2-1-9-16,1 1 1 0,1-2 4 0,1-2-3 16,0 3-1-16,8-3 1 0,-3 0-1 0,3 1-26 15,1-3 19-15,0 0-5 0,-2-1 1 0,1 0-3 16,3-2-7-16,-4 0 3 0,0-3-20 0,-1 3 17 15,1-3 2-15,-2 0-5 0,-2 0-2 0,0-2 6 16,-5 1-4-16,3-2-4 0,-3-2-2 0,0 0-14 16,-1-1 15-16,-2 1-5 0,0 4 15 0,0-5-27 15,-2 1 14-15,-3 1 0 0,1 0 0 0,-2 1-2 16,-1 1 1-16,1 2-2 0,-3 0-6 0,0-2-12 16,0 4 18-16,-1 0-4 0,-1 2-4 0,1 1-15 15,-1 0-16-15,2 2-24 0,1-1-36 0,-5 1-20 16,6 4-36-16,-4-3-37 0,5 3-41 0,0-2-68 15,1 0-47-15,-1 1-213 0,6-5-600 0,0 0 266 16</inkml:trace>
  <inkml:trace contextRef="#ctx0" brushRef="#br0" timeOffset="-54171.39">30548 13330 287 0,'7'-3'304'0,"-7"3"-7"0,0 0-9 0,5-3-12 0,-5 3-19 15,0 0-3-15,0 0-34 0,0 0-19 0,0 0-14 16,0 0-19-16,0 0-13 0,0 0-15 0,0 0-16 16,0 0-10-16,0 0-25 0,0 0 7 0,0 0-8 15,0 0-19-15,14 5-37 0,-14-5-35 0,0 0-42 16,0 0-45-16,2 4-50 0,-2-4-58 0,0 0-55 16,0 0-234-16,0 0-526 0,0 0 233 0</inkml:trace>
  <inkml:trace contextRef="#ctx0" brushRef="#br0" timeOffset="-53727.82">30842 13123 8 0,'-5'-2'298'0,"5"2"-1"16,-9-6-10-16,9 6-7 0,-9-2-17 0,9 2-17 15,-5-5-11-15,5 5-21 0,0 0-22 0,-9-3-18 16,9 3-14-16,0 0-15 0,0 0-12 0,0 0 4 15,0 0-8-15,0 0-4 0,0 0-8 0,27-1-13 16,-14 1-22-16,0 1 5 0,6-1-11 0,-6-1-7 16,4 2-1-16,-5-1-3 0,-2 2-5 0,2-2-5 15,-5 0-12-15,1 1 6 0,-8-1-15 0,14 1-11 16,-14-1 0-16,9 4 3 0,-9-4-6 0,9 2 4 16,-5 1 0-16,-4-3-10 0,7 3-5 0,-3 1 4 15,-4-4-1-15,5 7 2 0,-2-3-5 0,-3-4 22 16,4 10-5-16,-3-2 4 0,-1-1-3 0,0 0 4 15,1 3-4-15,-1 1 6 0,-1 0-2 0,-1 1 5 16,0 2 4-16,0 1-11 0,-1 2 7 0,0 0 4 16,0 1-3-16,0-2 3 0,-2 2 3 0,1 1 2 15,2-3 1-15,-2 1-3 0,1-5-1 0,-1 4-3 16,-2-1-1-16,2-3 1 0,2-1-7 0,-1 1-1 16,-1-3 3-16,2 0-8 0,0-1-1 0,0 0-3 15,2-8-7-15,-3 10 2 0,-1-3-15 0,4-7-21 16,-1 8-17-16,1-8-29 0,0 0-37 0,-2 7-33 15,2-7-50-15,0 0-33 0,-7 7-40 0,7-7-48 16,0 0-38-16,-9 0-25 0,9 0-205 0,0 0-620 16,0 0 274-16</inkml:trace>
  <inkml:trace contextRef="#ctx0" brushRef="#br0" timeOffset="-53515.35">30810 13391 63 0,'-3'-5'227'16,"-4"1"3"-16,7 4 13 0,-9-3-12 0,9 3-9 15,-6-8-16-15,6 8-17 0,0 0-15 0,0 0-9 16,0 0-7-16,15-9-9 0,-1 9-8 0,5-2-6 16,11-1-17-16,-1 0-10 0,4 0-12 0,-1 1-12 15,2-1 1-15,-2 0-12 0,-2 3-12 0,6-2-1 0,-9 1-18 16,0-2-6-16,-7 2-19 0,-7 1-17 16,0-2-30-16,-3 2-31 0,-4-1-36 0,-6 1-36 15,12 0-39-15,-12 0-28 0,7 3-7 0,-7-3-30 16,0 0-126-16,0 0-393 0,-16 14 174 0</inkml:trace>
  <inkml:trace contextRef="#ctx0" brushRef="#br0" timeOffset="-52683.63">28419 13919 13 0,'-6'-2'190'0,"6"2"6"15,-16 0-14-15,9-2 0 0,-4 1-8 0,0-1-5 16,11 2 4-16,-14 0-11 0,14 0-6 0,-11-1-17 16,11 1-13-16,-9-2-15 0,9 2-6 0,0 0-8 15,0 0-6-15,0 0 1 0,0 0-1 0,0 0 0 16,41 3-2-16,-12-2 0 0,2 0-5 0,3 0-3 15,7-1-4-15,9-1-5 0,5 1 8 0,1-1-2 16,1 0-14-16,1-2 7 0,1 3-2 0,3-4-18 16,1 0-4-16,3 3-11 0,25-1 6 0,-27-1-8 15,3-2-2-15,-1 1-2 0,25-3-10 0,-30 1-1 16,4 2 1-16,1 3 2 0,1-2-2 0,-2-2 2 16,0 2-5-16,1-2-6 0,-2-4 2 0,0 3-3 15,1 3-5-15,-5-3 1 0,1 3 1 0,-2-4 3 16,0 3-5-16,-3-3-1 0,3 0-1 0,-8 2 2 15,3-1-2-15,-2 1 0 0,-16 0-1 0,15-1-1 16,-13 4-1-16,-2-6-2 0,1 3 1 0,-1 3 4 16,-2 0-4-16,2-1 2 0,-4-1 0 0,-3-2-1 15,-9 4-1-15,-1 0 0 0,-1-1-1 0,1 0 4 16,-5 2 5-16,-3-1 4 0,1 1 7 0,-3-1 12 16,-9 2 0-16,13-2 9 0,-13 2 0 0,9-1 0 15,-9 1 8-15,0 0 3 0,10 0 1 0,-10 0-6 16,0 0 10-16,5-4-18 0,-5 4-1 0,0 0-10 15,0 0-4-15,0 0 2 0,0 0-3 0,0 0-3 16,0 0-1-16,0 0-2 0,0 0-10 0,0 0-20 16,0 0-10-16,0 0-28 0,0 0-23 0,0 0-24 15,0 0-28-15,0 0-30 0,0 0-35 0,0 0-47 16,-24 7-48-16,15-6-263 0,-5-1-594 0,1 1 262 16</inkml:trace>
  <inkml:trace contextRef="#ctx0" brushRef="#br0" timeOffset="-49742.6">29324 14024 177 0,'-8'-3'220'0,"8"3"-3"0,-14-3-1 16,14 3-15-16,-10-3-13 0,5 1-13 0,5 2-8 15,-8-2-12-15,8 2-9 0,0 0-13 0,-9-4-11 16,9 4-9-16,0 0-12 0,0 0-8 0,0 0-12 16,0 0-7-16,0 0-2 0,0 0-9 0,0 0-2 15,0 0-3-15,0 0-2 0,39 4-3 0,-21-4-2 16,2 2-4-16,-1-2 0 0,2 0-11 0,-1 0 3 15,-3 0-8-15,3 0-1 0,-2 0-3 0,-5 2-1 16,5-6-4-16,0 4 3 0,-4 0-1 0,-3-2 1 16,-1 2-3-16,-1-1 0 0,-9 1-1 0,16-1 0 15,-10 1-2-15,-6 0-2 0,10 0-3 0,-10 0 4 16,0 0-4-16,12 0-4 0,-12 0 4 0,0 0-3 16,9-2-3-16,-9 2 3 0,0 0-7 0,0 0-3 15,0 0 6-15,0 0-1 0,5 8 6 0,-5-8 18 16,0 7-3-16,0-7 5 0,0 10 9 0,0-3 4 15,-4 2 7-15,3 1 5 0,0 2-7 0,-2 0 0 16,0 3 4-16,0 2-9 0,0-1 10 0,0 0-2 16,2-3-6-16,-3-1-6 0,2 0 3 0,-1 1-10 15,-1-2-3-15,2 1-3 0,-1 0-3 0,3-1-4 16,-2-1-4-16,2-1 4 0,-3 0-4 0,1 0 1 16,-1-4 0-16,3-5 1 0,-1 14-15 0,1-14-15 15,-2 11-17-15,2-11-34 0,0 8-27 0,0-8-19 16,0 0-27-16,0 7-21 0,0-7-29 0,0 0-37 15,0 0-43-15,-3 5-50 0,3-5-189 0,0 0-546 16,0 0 241-16</inkml:trace>
  <inkml:trace contextRef="#ctx0" brushRef="#br0" timeOffset="-49549.51">29479 14202 166 0,'0'0'219'16,"0"0"-5"-16,-4-6-5 0,4 6-44 0,0 0-17 15,0 0-15-15,0 0-7 0,0 0-9 0,0 0-7 16,14-6-4-16,-14 6-11 0,18-1-10 0,-3 0-6 16,-2 2-14-16,7-2-2 0,-3-1-22 0,2 2-17 15,4 0-37-15,-4 0-39 0,3 0-14 0,-2-1-39 16,0-2-42-16,0 2-150 0,-7 1-322 0,5-2 142 16</inkml:trace>
  <inkml:trace contextRef="#ctx0" brushRef="#br0" timeOffset="-49116.19">29935 14064 52 0,'0'0'268'16,"-3"-7"-10"-16,3 7-6 0,0 0-11 0,-5-7-14 15,5 7-9-15,0 0-19 0,0 0-19 0,-5-4-14 16,5 4-16-16,0 0-12 0,0 0-13 0,0 0-13 15,0 0-13-15,0 0-8 0,0 0 2 0,0 0 2 16,0 0 6-16,0 0 7 0,15 16-10 0,-8-9-6 16,0 3-8-16,-1-2-9 0,3 3 0 0,-3-2-6 15,4 0-5-15,2 3-2 0,-1 0-3 0,-1-2 8 16,-1-1-25-16,4 2-4 0,1 0 1 0,-5-3 5 16,0 1-18-16,0-2 3 0,0 0-7 0,-3 0-13 15,2-1-23-15,-2 0-23 0,-1-2-37 0,1 2-38 16,-4-2-34-16,1 1-29 0,-3-5-40 0,1 9-53 15,-1-9-253-15,0 0-565 0,-5 8 249 0</inkml:trace>
  <inkml:trace contextRef="#ctx0" brushRef="#br0" timeOffset="-48865.39">30120 14057 188 0,'0'0'282'0,"-1"-8"-9"15,1 8-11-15,0 0-20 0,0 0-20 0,-1-9-22 16,1 9-19-16,0 0-4 0,0 0 3 0,0 0 7 16,0 0-9-16,-19 21-9 0,11-13-16 0,0 0-9 15,0 2-9-15,0 1-13 0,-1-2 1 0,2 1 1 16,-3 3-14-16,2-3-20 0,-2 3 0 0,0 0-16 16,-2-2-7-16,2 1-12 0,2 0 2 0,1-4-23 15,-1 1-26-15,0 0-30 0,1 0-34 0,-1 0-39 16,3-1-44-16,-1 0-45 0,0-1-55 0,5 0-46 15,-1-2-234-15,2-5-560 0,0 9 248 0</inkml:trace>
  <inkml:trace contextRef="#ctx0" brushRef="#br0" timeOffset="-48616.8">30343 14028 105 0,'4'-3'299'0,"-4"3"-5"0,6-5-9 0,-6 5-14 16,5-5-13-16,-5 5-26 0,0 0-26 0,4-4-19 16,-4 4 1-16,0 0-13 0,0 0 11 0,0 0-7 15,7 20-10-15,-7-14-16 0,3 4-9 0,-2-1-4 16,2 1-14-16,-2 1-6 0,-1-1-12 0,3 2-8 16,-3 0-7-16,2-2-20 0,-2 0 5 0,1 2-2 15,2-2-4-15,-2 0-28 0,-1-1-30 0,1-2-47 16,1 0-38-16,-2-7-40 0,0 15-44 0,0-9-44 15,0-6-45-15,2 11-41 0,1-6-262 0,-3-5-591 16,3 8 262-16</inkml:trace>
  <inkml:trace contextRef="#ctx0" brushRef="#br0" timeOffset="-48298.52">30559 14115 215 0,'0'0'225'15,"0"0"-11"-15,0 0-5 0,0 0-14 0,-12 19-14 16,12-19-15-16,-1 10-18 0,1-10-5 0,1 8-8 16,-1-8-4-16,5 8-10 0,0-4 9 0,-5-4-17 15,10 8-4-15,-3-7 1 0,3 1-10 0,-2-2-3 16,4-2-8-16,-1-1-6 0,-1 0-4 0,3 2-1 16,-4-5 0-16,0 3-5 0,2-4-10 0,-3 1 0 15,-2-2-4-15,-1 2-3 0,3-3-1 0,-4 0-2 16,0 1-5-16,-2-1-9 0,1 1 0 0,-2 1-8 15,-1-2 3-15,0 9-10 0,-4-13-7 0,-1 5 0 16,2 2-7-16,-2 2-5 0,-5 1-8 0,0 0-10 16,0 3-15-16,-2 0-15 0,-1 0-15 0,0 3-19 15,0 1-19-15,-1 1-23 0,1 0-41 0,-1 2-40 16,2-2-35-16,2 0-233 0,1 2-506 0,4-5 225 16</inkml:trace>
  <inkml:trace contextRef="#ctx0" brushRef="#br0" timeOffset="-47815.4">30815 13871 220 0,'0'0'233'0,"0"-8"-11"0,0 8-21 0,0 0-13 16,0 0-17-16,11-5-14 0,-11 5-9 0,10-1-13 16,-5-1-11-16,-5 2-9 0,13 2-13 0,-13-2-4 15,13 5-5-15,-7-1-2 0,2-1-7 0,-2 3-11 16,-2 0-6-16,1-1-5 0,-2 5-5 0,-2-4-6 16,-1-6 6-16,-3 16-13 0,-1-8-5 0,2 0 1 15,-5-1-2-15,2-2-5 0,-1 2-1 0,0 0 1 16,-1-2-5-16,2-1-3 0,0 2 0 0,-3-4-3 15,5 3 5-15,3-5-9 0,-7 3-1 0,7-3-8 16,-5 4 1-16,5-4 1 0,0 0 1 0,0 0 0 16,0 0-4-16,0 0 4 0,0 0-4 0,0 0-3 15,20 7 2-15,-13-7 0 0,0 0-2 0,2 2 2 16,3-2-6-16,-7 1 0 0,3 1-3 0,-8-2 4 16,11 4-2-16,-7-1 2 0,-4-3-3 0,8 7 0 15,-6-1-4-15,-2-6 6 0,0 9 3 0,0-9 8 16,0 0-1-16,-5 13 6 0,1-9 0 0,-1-1 5 15,-2 1-8-15,0 0 0 0,-2 0 0 0,-4 2-4 16,3-2-2-16,-3 1-17 0,-4-1-19 0,4 0-31 16,-5 1-37-16,-1-2-56 0,3-1-54 0,-3 1-50 15,1-1-181-15,-1-1-472 0,-3 0 209 0</inkml:trace>
  <inkml:trace contextRef="#ctx0" brushRef="#br0" timeOffset="-46266.21">21691 15399 154 0,'-8'-4'157'16,"8"4"-11"-16,0 0-7 0,-9 0 1 0,9 0-8 16,0 0-7-16,-14 1-1 0,14-1 4 0,-8 2 0 15,8-2-9-15,-10 1-8 0,10-1-4 0,0 0-7 16,0 0-7-16,-12-1-9 0,12 1-4 0,0 0-13 15,0 0-2-15,0 0-8 0,0 0 0 0,0 0-2 16,0 0 3-16,0 0-1 0,0 0-4 0,38 4-3 16,-22-4-7-16,5-1-2 0,-1-4-2 0,2 3-5 15,7 0 0-15,-7 0 2 0,-1-1-13 0,-1 1-13 16,-1 2-13-16,-6-2-17 0,1 2-20 0,-2 0-26 16,-12 0-52-16,17 0-26 0,-17 0-37 0,13-3-46 15,-8 4-115-15,-5-1-369 0,0 0 163 0</inkml:trace>
  <inkml:trace contextRef="#ctx0" brushRef="#br0" timeOffset="-45665.35">21833 15395 75 0,'0'0'183'0,"-8"1"-4"0,8-1-11 0,0 0-6 16,0 0-4-16,-9 2-16 0,9-2-3 0,0 0-6 16,0 0-4-16,-6 4-7 0,6-4-10 0,0 0-5 15,0 0-7-15,0 0-8 0,0 0-5 0,0 0-7 16,-8 5-1-16,8-5-6 0,0 0 3 0,-4 5-18 16,4-5 0-16,-4 10 12 0,3-4 0 0,0 1-4 15,-3 2 0-15,3 0-6 0,-2 2 4 0,1 1-4 16,0 3-6-16,1-1 2 0,0 2 1 0,1 1-2 15,0 2 9-15,0-1-9 0,1-2-5 0,-1 4-4 16,1-5-6-16,2 3-5 0,-1-3-4 0,1 1-2 16,1-3 6-16,-3 3-8 0,3-7-5 0,-2 4 3 15,2-2 1-15,-1-3-8 0,-2 1-6 0,0-2 0 16,1-1 3-16,-1 0 0 0,-1-6-7 0,1 10 4 16,1-4-3-16,-2-6-5 0,0 0 3 0,2 11 3 15,-2-11 0-15,0 0-1 0,-4 7 1 0,4-7 0 16,-4 6 5-16,4-6-11 0,0 0-1 0,-10 4-1 15,10-4 0-15,-11 1 2 0,11-1-4 0,-11 1 7 16,11-1-7-16,-12 0 2 0,12 0-1 0,-14-1 3 16,14 1 0-16,-13-1-2 0,13 1 8 0,-15-1-10 15,7 1 1-15,8 0 3 0,-12-3-1 0,12 3-2 16,-11 0 0-16,11 0-1 0,0 0-1 0,-8-1-1 16,8 1-1-16,0 0 5 0,0 0-4 0,0 0 5 15,0 0-2-15,0 0 0 0,0 0-3 0,0 0-2 16,0 0 2-16,0 0 4 0,32-7-3 0,-24 6 8 15,3 0-5-15,1 0 1 0,-2 1 9 0,3-3-4 16,-2 2-11-16,3 1 9 0,-2-1-3 0,1-1 0 16,-1 0-3-16,1 2 11 0,1-3-13 0,-2 3-9 15,2-1-14-15,-3 0-18 0,2-1-22 0,1 2-29 16,-4-2-27-16,2 1-38 0,-12 1-33 0,18-2-39 16,-7 2-38-16,-1-2-188 0,1-1-494 0,1-1 219 15</inkml:trace>
  <inkml:trace contextRef="#ctx0" brushRef="#br0" timeOffset="-45383.39">22391 15540 137 0,'-9'0'248'16,"9"0"-5"-16,-6-2-12 0,6 2-16 0,0 0-16 0,0 0-14 15,0 0-19-15,0 0-13 0,-12 0-14 0,12 0-8 16,0 0-4-16,0 0-1 0,0 0-3 16,0 0 6-16,0 0-10 0,31-3-9 0,-18 2-5 15,2-4-14-15,3 1-3 0,-4 0-14 0,4 1 1 16,-5 1-17-16,4-2-2 0,-4 1-11 0,0 1 0 16,-3 0-19-16,1 0-25 0,0 1-34 0,-5 1-41 0,-6 0-35 15,0 0-43-15,0 0-27 0,0 0-35 16,16 3-45-16,-16-3-146 0,0 0-437 0,0 0 193 15</inkml:trace>
  <inkml:trace contextRef="#ctx0" brushRef="#br0" timeOffset="-45150.37">22396 15663 66 0,'0'0'209'0,"0"0"-9"0,0 0 3 0,0 0-3 16,0 0-7-16,0 0-5 0,15 9 0 0,-5-8-12 15,1-4-6-15,4 3-8 0,2-2-14 0,0 0-15 16,2 0-4-16,-6-1-11 0,4 0-14 0,0-1-9 16,-2 3-10-16,1-1-7 0,-5-1-6 0,2 0-13 15,-3 1-10-15,2-1-20 0,-2 0-18 0,-4 2-23 16,2 0-31-16,-8 1-35 0,13-1-33 0,-13 1-47 16,0 0-32-16,15-2-44 0,-15 2-140 0,0 0-404 15,10-5 179-15</inkml:trace>
  <inkml:trace contextRef="#ctx0" brushRef="#br0" timeOffset="-41454.49">23154 15313 153 0,'0'0'228'16,"0"0"-3"-16,1-9-1 0,-1 9-9 0,0 0-5 15,0 0-17-15,-1-10-10 0,1 10-20 0,0 0-14 0,0 0-12 16,0 0-14-16,0 0-16 0,0 0-10 15,0 0-10-15,0 0 1 0,0 0-1 0,0 0-3 16,0 0-2-16,0 0 0 0,6 31-3 0,-4-21 5 16,-1 3-8-16,-1-2 3 0,1 6-8 0,1 1-10 0,-2 0-8 15,0-1 2-15,0 1 0 0,0 1-1 0,1-2 0 16,-1-2-4-16,1 3 6 0,-1-1-5 16,2-2-6-16,-2-3-6 0,1 0 1 0,-1-1-6 15,1 0 5-15,0 0-8 0,-1-1-4 0,0 0-4 16,3-1-2-16,-3-3-4 0,0-6 1 0,1 14 0 15,0-9-3-15,-1-5-5 0,2 13-6 0,-2-13-22 0,0 7-26 16,0-7-33-16,0 0-26 0,0 9-30 16,0-9-33-16,0 0-40 0,0 0-44 0,1 6-31 15,-1-6-202-15,0 0-524 0,0 0 232 0</inkml:trace>
  <inkml:trace contextRef="#ctx0" brushRef="#br0" timeOffset="-41233.72">23431 15508 42 0,'0'0'240'16,"0"0"1"-16,0 0-1 0,0 0-4 0,0 0-11 15,2-6-15-15,-2 6-10 0,0 0-15 0,0 0-8 16,0 0-19-16,0 0-15 0,0 0-15 0,0 0-11 16,0 0-12-16,0 0-14 0,0 0-8 0,0 0-12 15,0 0-4-15,0 0-27 0,0 0-17 0,0 0-37 16,0 0-28-16,4 16-24 0,-4-16-47 0,0 0-64 15,-3 13-45-15,3-13-176 0,0 0-432 0,-4 12 192 16</inkml:trace>
  <inkml:trace contextRef="#ctx0" brushRef="#br0" timeOffset="-40656">23806 15333 95 0,'0'0'264'0,"0"0"-14"0,0 0-10 16,-5-15-14-16,5 15-7 0,-7-9-19 0,7 9-16 15,-10-4-15-15,10 4-16 0,-9-3-9 0,9 3-13 16,0 0-9-16,-21 0-12 0,21 0 0 0,-17 6-11 16,10-5-4-16,-3 5-4 0,1-1-9 0,-1 2-4 15,1 0-7-15,1 3-3 0,-1-1-6 0,1 1-5 16,1-1-10-16,1 2-3 0,1-3-4 0,1 2-3 15,1-2-3-15,3-8-10 0,-4 17-3 0,2-9 5 16,2-8 1-16,0 0-6 0,5 19-5 0,-1-14 2 16,-4-5-2-16,10 10-4 0,-5-6 1 0,-5-4 0 15,19 4-3-15,-11-3 3 0,5 1-6 0,-13-2 1 16,18-4 3-16,-8 1-7 0,0 1 1 0,0-2 1 16,-1 1 5-16,1-1-9 0,-10 4 2 0,12-8-1 15,-5 1 1-15,-1 0 2 0,-6 7-2 0,7-12-2 16,-3 7 1-16,-4 5 1 0,5-13-1 0,-2 5-3 15,-3 8-2-15,3-12 5 0,-3 12-5 0,2-12 6 16,-2 12-4-16,0-10 7 0,0 10 3 0,1-11 1 16,-1 11 7-16,0 0 2 0,0 0-13 15,2-11 0-15,-2 11 2 0,0 0 0 0,0 0-5 0,0 0 5 16,0 0-2-16,0 0 2 0,0 0-3 0,0 0 3 16,0 0 15-16,2 40-10 0,-3-29 7 0,1 0-4 15,-1 6 2-15,2 0 13 0,-1-1 6 0,1 2-2 16,2-2 5-16,-3 0-9 0,2-1 1 0,-2-1-5 15,0-3 4-15,3 5-5 0,-2-4 0 0,-1 0-9 16,3-1 1-16,-2 1 1 0,0-2-3 16,1-1 3-16,-2 0-6 0,1-1 0 0,0-1 6 0,0 1-4 15,-1-8-12-15,0 14-16 0,0-8-21 0,0-6-37 16,0 10-25-16,0-10-27 0,-2 10-19 0,2-10-28 16,-4 9-32-16,4-9-48 0,-4 8-35 15,4-8-249-15,0 0-575 0,0 0 255 0</inkml:trace>
  <inkml:trace contextRef="#ctx0" brushRef="#br0" timeOffset="-39949.54">24113 15495 36 0,'0'0'256'0,"0"0"-7"15,0 0-11-15,6-2-22 0,-6 2-20 0,0 0-17 16,0 0-2-16,0 0-15 0,0 0-10 0,3 12 0 16,-3-12-23-16,0 0-12 0,-2 12-7 0,2-12-12 15,-2 10 4-15,2-10 4 0,-2 11-11 0,2-11-3 16,0 10-6-16,0-10-8 0,0 9-7 0,0-9 4 16,0 0 6-16,0 0-1 0,0 9 5 0,0-9 5 0,0 0 0 15,0 0 3-15,0 0-5 0,0 0 0 0,0 0-10 16,0 0-5-16,0 0-11 0,0 0-1 0,0 0-10 15,0 0 0-15,0 0-11 0,0 0-3 16,0 0-2-16,0 0 10 0,2-35-17 0,-2 35 1 16,2-13-10-16,-2 13 4 0,3-16-5 0,-1 4-1 15,1 2-17-15,2 0 18 0,-2 2-10 0,0-1 2 0,1 0 4 16,1 2-10-16,1-2-1 0,-6 9-1 16,8-10 3-16,-2 5 1 0,-6 5-4 0,7-6-5 15,-7 6 3-15,11-3-4 0,-11 3 0 0,13 0 5 16,-13 0-11-16,13 5 10 0,-5-1 2 0,1 3-2 15,-3-1-9-15,1 3 11 0,-2-1-4 0,0 0 1 16,0-2 1-16,0 3-3 0,-2-2 3 0,1 0-1 16,-2-1 5-16,-1 1-4 0,2-2 0 0,-3-5 0 15,3 10-2-15,-3-10-2 0,2 10 2 0,-2-10 2 16,1 4 2-16,-1-4 1 0,0 0 4 0,0 0-3 16,0 0 11-16,0 0-12 0,0 9 16 0,0-9-13 15,0 0-3-15,0 0-1 0,0 0 1 0,0 0 0 16,0 0 10-16,0 0-11 0,0 0-8 0,4-29 2 15,-4 29-1-15,4-19-6 0,1 9 3 0,0 3 4 16,2-4-8-16,0 0 2 0,3 4 6 0,-6-2-2 16,5 3-4-16,-2-3 14 0,-7 9-13 0,14-6 1 15,-10 1 2-15,-4 5-9 0,11-4 6 0,-11 4-4 16,11 0 2-16,-11 0 0 0,12 6 7 0,-12-6-1 16,8 8-1-16,-3-2 2 0,-5-6 9 0,7 13 0 15,-7-5 3-15,3 0-2 0,-3-8-2 0,3 19 0 16,-2-13-5-16,0 5 5 0,-1-11-1 0,0 15-3 15,0-15 0-15,-2 18-3 0,2-13-25 0,-2 1-24 16,2-6-31-16,-2 13-35 0,0-5-41 0,2-8-47 16,-5 13-65-16,3-10-53 0,2-3-222 0,-10 8-591 15,10-8 262-15</inkml:trace>
  <inkml:trace contextRef="#ctx0" brushRef="#br0" timeOffset="-39400.2">24559 15457 257 0,'0'0'252'16,"0"0"-12"-16,0 0-22 0,0 0-8 0,0 0-2 15,0 0-3-15,0 0-15 0,0 0-8 0,0 0-4 16,6 24-3-16,-6-24-4 0,-6 14-3 0,6-14-18 16,-3 18-6-16,-1-11-17 0,4-7-12 0,-2 14-4 15,-1-8 7-15,3-6-1 0,-2 14-1 0,2-14 1 16,-2 9-21-16,2-9-5 0,0 0 1 0,-4 10 0 15,4-10 2-15,0 0-2 0,2 7 0 0,-2-7 8 16,0 0-7-16,0 0-2 0,0 0-8 0,0 0-11 16,0 0-7-16,0 0-4 0,0 0-9 0,0 0-6 15,0 0-8-15,9-36 1 0,-3 27-4 0,-2-2-2 16,1-1-6-16,3-2 1 0,-2-3-5 0,2-1-2 16,0 0-2-16,2-5-6 0,-1 9 2 0,-2-4-4 15,2 1 3-15,-4 1-2 0,4 2-1 0,-4 1 4 16,3 3-5-16,-3-1-4 0,-1 4-3 0,3 0 0 15,-7 7 2-15,5-11-7 0,0 7 1 0,-5 4-2 16,5-8 1-16,-5 8-2 0,0 0-1 0,0 0 1 16,0 0-2-16,0 0 1 0,15 12 6 0,-15-12-5 15,8 14-5-15,-3-4 6 0,-3 0 2 0,0 1 3 16,0 3 5-16,-1-3-1 0,1 5-1 0,0 0 2 16,0-4 0-16,-1-1 1 0,1 2 2 0,0 0-1 15,-1 3 1-15,2-4-2 0,-2-3-2 0,3 2 3 16,-3-3-3-16,5 0 6 0,-4 2-2 0,0-2 0 15,1-1-2-15,-1-1-2 0,2-1 0 0,-1 0-1 16,-3-5 2-16,4 8-4 0,-2-3-1 0,-2-5 1 16,5 7 0-16,-5-7-3 0,3 7 6 0,-3-7-4 15,2 6-16-15,-2-6-20 0,3 6-11 0,-3-6-36 16,0 0-21-16,5 4-22 0,-5-4-21 0,0 0-21 16,0 0-32-16,0 0-30 0,0 0-33 0,0 0-36 15,0 0-35-15,-17 5-263 0,17-5-646 0,0 0 286 16</inkml:trace>
  <inkml:trace contextRef="#ctx0" brushRef="#br0" timeOffset="-39174.52">24578 15511 168 0,'0'0'227'0,"0"0"-6"0,0 0-6 0,0 0-6 0,0 0-9 15,0 0-6-15,20-18-7 0,-10 13 5 0,1 3-18 16,0-1-7-16,2 1-1 0,4-4-11 0,-4 1-15 15,1 2-3-15,-1 0-4 0,4 0-10 0,-5-1-12 16,-2 0-12-16,1 2-8 0,-11 2-8 16,13-6-12-16,-13 6-12 0,10-1-5 0,-10 1-15 15,9-4-20-15,-9 4-24 0,8-1-36 0,-8 1-31 0,0 0-40 16,0 0-60-16,0 0-52 0,0 0-52 0,0 0-180 16,0 0-493-16,0 0 218 0</inkml:trace>
  <inkml:trace contextRef="#ctx0" brushRef="#br0" timeOffset="-34083.29">20529 16477 244 0,'0'0'263'0,"-10"-7"-12"0,6 4-7 0,4 3-17 16,-6-5-15-16,6 5-18 0,0 0-19 0,-6-4-17 15,6 4-18-15,0 0-24 0,0 0-4 0,0 0 0 16,0 0 7-16,0 0-9 0,0 0-1 0,12 25-12 15,-8-15 5-15,1 2-5 0,3 3-1 0,-1-1-3 16,4 3-4-16,0-2-3 0,-5 0-3 16,3 1-3-16,0-2-6 0,4 2-4 0,-4 0 0 15,0-2-9-15,1 0-21 0,2-2 4 0,-2 0 5 0,-1-1-4 16,0-2-4-16,-1 0-8 0,0-2-2 0,-1 0-3 16,0-1-2-16,-3 1-1 0,3-4-20 0,-1 1 21 15,-2-1-11-15,-4-3 3 0,8 6 5 0,-8-6-8 16,5 5 6-16,-3-1 13 0,-2-4 2 0,0 0-7 15,0 0-6-15,12-10 2 0,-8 4 3 0,-1 0-10 16,4-4-1-16,-2 0 0 0,-1-2-6 16,5-3 9-16,-2-2-4 0,1 0-3 0,1-8-4 0,4 3 5 15,-2-5-10-15,3 1 6 0,-2 1-4 0,-1 1 0 16,2-1-1-16,-5 6-2 0,0 4 2 0,-1-2 1 16,-3 7-3-16,2-2 0 0,-2 5 3 15,0-3 0-15,-3 4-5 0,2 2 0 0,-3 4-5 16,4-7 7-16,-4 7-15 0,0 0-12 0,2-8-15 15,-2 8-16-15,0 0-24 0,0 0-24 0,0 0-34 0,-10 18-34 16,6-8-42-16,-1 0-51 0,0-1-46 0,1 3-246 16,-3-1-603-16,3 0 267 0</inkml:trace>
  <inkml:trace contextRef="#ctx0" brushRef="#br0" timeOffset="-33570.41">20999 16708 186 0,'-4'14'249'16,"4"-5"-12"-16,-2 0-8 0,1-2-10 0,1 4-10 15,-3 0-4-15,1-3-3 0,-1 4-7 0,3-2-12 16,-1-1-17-16,1 2-8 0,-1-1-9 0,1-4-12 16,0-6-6-16,-2 16-3 0,2-16-10 0,-1 9-1 15,1-9-10-15,0 10 2 0,0-10-10 0,0 0 12 16,0 7 12-16,0-7-3 0,0 0 4 0,0 0-15 15,0 0 0-15,0 0-8 0,0 0-9 0,0 0-7 16,0 0-6-16,0 0-8 0,3-28-6 0,-2 19-9 16,0-2-10-16,-1-2 3 0,5 3-4 0,-4-2-13 15,3-5 3-15,3 0-3 0,-4-7-1 0,3 5-8 16,0-5 3-16,5-2-7 0,-4 8-3 0,7-4 0 16,-6 4-4-16,1 3 4 0,-3-2-1 0,-1 7-8 15,4 1 1-15,0 2 0 0,-3-1-6 0,-2 2-4 16,4 0 9-16,1 1-5 0,0 1 1 0,-2 2-3 15,2 2-4-15,0-1 4 0,0 4-4 0,-2 2 4 16,3 0 0-16,-2 3 1 0,-1 3-2 0,0-1-2 16,0 2 3-16,-2 1 10 0,0 3 1 0,1 1-5 15,-1-2 6-15,1 0-2 0,-2 1 4 0,0-5-2 16,0 3 2-16,-2-1 3 0,1-1-6 0,-1-1-3 16,2-1 5-16,-1 1-5 0,2 0-1 0,-3-4 5 15,2 1-1-15,-1-2 1 0,2 3-4 0,-3-3 1 16,2-2-5-16,-1 3-2 0,-1-1 3 0,3-2-2 15,-5-4 3-15,5 7-14 0,-2-3-13 0,-3-4-7 16,4 8-22-16,-4-8-41 0,4 4-8 0,-4-4-28 16,0 0-27-16,0 0-28 0,0 0-30 0,0 0-39 15,0 0-41-15,-2 10-40 0,2-10-268 0,0 0-648 16,0 0 288-16</inkml:trace>
  <inkml:trace contextRef="#ctx0" brushRef="#br0" timeOffset="-33333.52">21039 16774 32 0,'0'0'245'16,"-8"0"-12"-16,8 0-9 0,0 0-4 0,0 0-7 16,0 0-6-16,0 0-5 0,22-8-11 0,-12 4-13 15,2 0-20-15,-1 1-15 0,2-1-13 0,5 0-8 16,-3 0-16-16,3 2-8 0,-5 1-13 0,2-1-18 15,-3 0-33-15,1 0-32 0,1 2-45 0,-1-4-47 16,4 0-44-16,-5 0-58 0,2 1-44 0,-3-1-131 16,2-2-395-16,4 0 175 0</inkml:trace>
  <inkml:trace contextRef="#ctx0" brushRef="#br0" timeOffset="-33096.73">21729 16553 198 0,'0'0'271'0,"0"0"-6"15,0 0 0-15,0 0-3 0,0 0-13 0,9-2-6 16,-9 2-7-16,0 0-28 0,14 0-6 0,-5-2-15 16,-3 0-20-16,1-1-27 0,-7 3-1 0,13-4-16 0,-3 4-7 15,-4-1-13-15,2 0-8 0,-2-2-25 0,-6 3-28 16,16-1-28-16,-10-1-37 0,-6 2-38 15,13-2-40-15,-13 2-44 0,10-1-54 0,-10 1-48 16,9 0-224-16,-9 0-508 0,0 0 225 0</inkml:trace>
  <inkml:trace contextRef="#ctx0" brushRef="#br0" timeOffset="-32878.66">21735 16680 63 0,'0'0'233'0,"0"0"-5"0,0 0-7 15,12 6-15-15,-12-6-16 0,14 0-13 0,-14 0-20 16,18-5-16-16,-5 4-13 0,0-2-11 0,6-1-12 16,-3 1-11-16,2-1-11 0,-1 0-9 0,1 1-19 15,-7 0-35-15,3 1-33 0,-2 2-45 0,-2-3-58 16,3-1-68-16,-7 2-137 0,4-3-346 0,3 3 153 15</inkml:trace>
  <inkml:trace contextRef="#ctx0" brushRef="#br0" timeOffset="-30099.66">22624 16419 64 0,'0'0'214'0,"0"0"-8"0,0 0-3 16,0 0-9-16,3-4-10 0,-3 4-18 0,0 0-16 15,0 0-12-15,0 0-7 0,0 0-8 0,0 0-7 16,0 0-8-16,0 0-11 0,-11-8-7 0,11 8-5 15,-9-2-3-15,9 2 3 0,-10 0-5 0,10 0 1 16,0 0-5-16,-12 0-7 0,12 0-6 0,0 0-8 16,0 0-1-16,0 0-7 0,-9 0-6 0,9 0-5 15,0 0-4-15,0 0 2 0,0 0-8 0,0 0-2 16,0 0 1-16,0 0 0 0,0 0-4 0,0 0-3 16,32-3 2-16,-16 1-1 0,2-1-9 0,2 0 3 15,8-3-7-15,1 4-12 0,1-4-14 0,-1 2-19 16,-8-1-28-16,-1 1-18 0,3 2-19 0,-5-2-25 15,3 2-30-15,-2-1-29 0,-6 1-21 0,-1-1-18 16,-2 3-120-16,1-3-375 0,-11 3 166 0</inkml:trace>
  <inkml:trace contextRef="#ctx0" brushRef="#br0" timeOffset="-29599.66">22810 16351 9 0,'-11'3'162'0,"6"-1"-2"16,5-2-11-16,-8 5-2 0,4-2-6 0,4-3-3 15,-9 9 1-15,7-2-2 0,-1-1-5 0,1 5-3 16,-2-3-9-16,1 9-4 0,2-5-9 0,1 3-4 0,0-3-7 16,1 4-3-16,-1 1-3 0,3 1-9 0,-1-3-6 15,2 3-6-15,0-1-3 0,2 1-4 16,-3-1-3-16,1-2 0 0,0 1-1 0,1 0-6 15,0-2-3-15,0 4-6 0,0-4-3 0,-4-2-3 16,2-1-5-16,-1 1 1 0,0-2-6 0,-1 0-2 16,-2-1-5-16,2-3-2 0,-1-6 2 0,-1 11-5 15,1-11 2-15,0 9-1 0,0-9 0 0,0 0 0 0,-2 10 1 16,2-10 3-16,-5 7 1 0,-1-5-1 16,6-2 1-16,-9 4-5 0,9-4-2 0,-9 5 0 15,4-4 3-15,5-1-5 0,-13 2-1 0,13-2 0 16,-13-3-2-16,13 3-10 0,-10-1 10 0,10 1-1 15,-14 0 2-15,9-2-3 0,5 2-1 0,0 0-3 16,-15-2 2-16,15 2-1 0,-12 0 1 0,12 0 1 16,-9-2-1-16,9 2 0 0,0 0 5 0,-10 0 3 15,10 0-1-15,0 0 0 0,0 0 1 0,0 0-1 16,0 0-5-16,0 0-1 0,0 0 4 0,0 0-3 16,0 0 4-16,0 0 6 0,0 0-4 0,27-6-3 15,-15 5 4-15,1 1-5 0,0-1 2 0,0-2-2 16,-1 4-4-16,3-1-16 0,3-1-9 0,0-1-23 15,-1 3-31-15,1-1-25 0,1-1-34 0,-1-1-46 16,0 2-52-16,-1-5-45 0,-2 4-155 0,6-2-466 16,-3 0 206-16</inkml:trace>
  <inkml:trace contextRef="#ctx0" brushRef="#br0" timeOffset="-29316.16">23287 16524 1 0,'-4'-9'302'0,"4"9"-12"15,-4-6-19-15,4 6-9 0,0 0-17 0,-4-6-17 0,4 6-15 16,0 0-26-16,0 0-18 0,0 0-15 0,0 0-14 16,0 0-2-16,0 0-14 0,0 0-5 0,0 0-2 15,29 15-3-15,-19-8-5 0,-1 0-8 16,2 0-4-16,1 5-12 0,3-2-4 0,-1-1-9 15,0 2-23-15,0 0 19 0,-1-1-12 0,1 0-7 16,-4-2-9-16,6 1 0 0,-6 0-2 0,0-3-18 16,2 1-26-16,-1-1-40 0,-2 0-47 0,-1-2-45 0,-2 2-42 15,1 0-67-15,-1-4-39 0,-2 3-212 16,-4-5-538-16,0 0 238 0</inkml:trace>
  <inkml:trace contextRef="#ctx0" brushRef="#br0" timeOffset="-29099.51">23523 16477 101 0,'0'0'238'0,"0"0"3"16,-10 0-2-16,10 0-3 0,-11 14-17 0,3-4-14 16,0 0 0-16,-3 5-19 0,-1 0-22 0,3 0-2 15,-1 2-15-15,0 0-16 0,2-1-10 0,-2 1-13 16,-4 5-7-16,6-6-23 0,0-1-7 0,0 1-31 15,4-1-38-15,-1-3-40 0,-2 2-44 0,2-6-57 16,2 4-63-16,-1-2-221 0,4-10-458 16,-8 14 204-16</inkml:trace>
  <inkml:trace contextRef="#ctx0" brushRef="#br0" timeOffset="-27748.66">23980 16400 78 0,'-12'-2'193'0,"12"2"-7"0,0 0-11 0,-7-4-3 16,7 4-5-16,0 0-3 0,-11-4-4 0,11 4-8 16,-7-1-6-16,7 1-12 0,0 0-5 0,0 0-6 15,-12 0-9-15,12 0-6 0,0 0-6 16,0 0-9-16,0 0-12 0,0 0-7 0,0 0-8 16,0 0-5-16,0 0-3 0,0 0-2 0,0 0-2 15,35 3-3-15,-18-3 1 0,3-2-8 0,0 1-3 0,-1 1-3 16,2 0-3-16,-1 0 1 0,-1-1 0 0,-1 1 0 15,0-2-3-15,-4 2-1 0,-1 0-6 16,-2-2 4-16,0 2-6 0,-4-1-1 0,-7 1 1 16,14 0-5-16,-14 0 3 0,12 0-5 0,-12 0 3 15,9 0-1-15,-9 0-1 0,0 0 5 0,9 0 0 16,-9 0 3-16,0 0 0 0,0 0 1 0,8 3 3 16,-8-3 0-16,0 0-18 0,0 0 16 0,0 0-3 0,0 0-7 15,0 0-1-15,0 0-2 0,0 0 3 16,2 7 20-16,-2-7 6 0,-2 9 12 0,2-9-5 15,-6 20 1-15,3-8 0 0,-1 5 10 0,1-1 0 16,-2 1-2-16,1 1-5 0,-1-2-4 0,1 3-1 16,2-2 0-16,-2 2-5 0,-1-2 4 0,3 2-9 15,0-3-1-15,3-1 0 0,-3 1-6 0,-2-2-3 16,1-1-2-16,2-3-1 0,0-1-9 0,-2 1-6 16,2 0-19-16,1-3-26 0,0 2-23 0,0-9-33 15,-1 16-35-15,0-10-43 0,1-6-42 0,0 0-54 16,-5 14-55-16,5-14-36 0,-6 5-191 0,6-5-588 15,0 0 261-15</inkml:trace>
  <inkml:trace contextRef="#ctx0" brushRef="#br0" timeOffset="-27583.42">24067 16639 21 0,'0'0'192'15,"0"0"-1"-15,3-9-7 0,-3 9-7 0,9-3-10 16,-2-1-14-16,3 2-12 0,10-1-9 0,-2-2-18 15,3 4-10-15,-1-3-11 0,8 2-20 0,2 0-28 16,0 1-38-16,0 1-34 0,0-2-50 0,1 2-37 16,-2-2-32-16,-9 2-93 0,-2 2-258 0,5-4 114 15</inkml:trace>
  <inkml:trace contextRef="#ctx0" brushRef="#br0" timeOffset="-24378.96">24994 16397 22 0,'0'-9'151'0,"0"9"-12"0,0 0 10 0,0 0 2 16,3-11 2-16,-3 11-4 0,0 0-5 0,0 0-15 16,0 0-10-16,0 0-9 0,0 0-3 0,0 0-11 15,0 0 2-15,0 0-5 0,0 0 4 0,0 0-7 16,-37 22-4-16,27-14-8 0,-4 4-5 0,-2 0-7 15,-5 4-5-15,-1-2-5 0,4-2-3 0,1-2-4 16,-8 4-3-16,6-3 2 0,2-3-12 0,1 3 0 16,-1-3-7-16,0 2 1 0,2-1-8 0,-1-1 1 15,5-3-2-15,0-1-2 0,3 0-2 0,8-4 3 16,-13 5-2-16,13-5-3 0,-9 4 3 0,9-4-1 16,0 0 1-16,-10 5-2 0,10-5 0 0,0 0-2 15,0 0-1-15,0 0 1 0,-7 5 7 0,7-5 1 16,0 0 2-16,0 0-2 0,0 0 4 0,0 0 1 15,20 12 4-15,-14-9 6 0,-6-3-2 0,12 7 0 16,-5-3 0-16,4-1-1 0,-3 2 7 0,3-2 1 16,1 0-3-16,0 2-3 0,-2-3-2 0,3 1 5 15,0 0-4-15,0-1-5 0,0 1-6 0,-2-1 2 16,3 0 0-16,-3-1-6 0,5 0 1 0,-5 2-7 16,0-2-6-16,1 0-22 0,-12-1-22 0,17 2-28 15,-10 0-31-15,-7-2-37 0,13 0-41 0,-13 0-36 16,8 4-36-16,-8-4-39 0,0 0-143 15,0 0-461-15,0 0 204 0</inkml:trace>
  <inkml:trace contextRef="#ctx0" brushRef="#br0" timeOffset="-23795.56">25052 16641 83 0,'0'0'200'0,"4"6"-17"0,-4-6-2 0,0 0-5 16,3 2-10-16,-3-2-15 0,0 0-9 0,8 3-13 0,-8-3-4 16,11 2-11-16,-2-2-3 0,-9 0-8 0,19-2-11 15,-7 1-8-15,0-2-10 0,6 2-4 0,-7-1-8 16,1-2-5-16,2 0-7 0,-5 0-7 16,2 1 4-16,-1 0-3 0,-1-3 0 0,0 1-5 15,0-2 2-15,-2 1-8 0,-7 6 0 0,10-13-3 16,-6 4 2-16,-2-1-4 0,1 1-2 0,0 0-3 15,-3 9-1-15,-3-19 3 0,3 7 0 0,-4 2-5 16,4 10 2-16,-4-18-4 0,3 7-2 0,-1 2 3 16,0-2-1-16,2 11 0 0,-5-15-1 0,5 15-1 15,3-19-3-15,-1 9-1 0,5 0-1 0,2 1-4 16,-1-1 3-16,4 0 1 0,-1 3-5 0,0 1 5 16,2 3-1-16,2 0-5 0,-2 0 4 0,7 2-4 15,-7 1 5-15,5 1-6 0,-3 3 4 0,-1 1-1 16,-4 1 2-16,1 0 0 0,-4 1 0 0,1 4 1 15,-3-3 5-15,-1 3-3 0,0 0 0 0,-3 2-1 16,-1-2 0-16,-1-1-2 0,1-10 1 0,0 20-7 16,1-8 3-16,1-6 0 0,-2-6 1 0,5 17-9 15,-1-9-12-15,5-2-26 0,-2-1-29 0,2-1-31 16,0-2-38-16,-9-2-36 0,19 4-40 0,-13-4-29 16,-6 0-147-16,0 0-422 0,0 0 187 0</inkml:trace>
  <inkml:trace contextRef="#ctx0" brushRef="#br0" timeOffset="-23265.32">24577 16431 123 0,'0'0'186'0,"6"-9"2"0,-6 9-2 0,6-9-3 0,-6 9-8 15,8-8-6-15,-8 8-15 0,9-6-12 0,-9 6-4 16,5-5-13-16,-5 5-4 0,0 0-18 15,0 0-7-15,0 0-1 0,0 0-8 0,0 0 7 16,10 15 10-16,-10-2-5 0,0 5-1 0,4 1-10 16,-4 8-6-16,1-4-10 0,-1 5-8 0,3-4-4 15,3 2-3-15,-4 0-5 0,1 0-4 0,0-1-1 0,3-1-20 16,1-4-24-16,-3-2-23 0,-1 1-20 16,3 1-35-16,0 4-46 0,-3-7-51 0,0-3-50 15,1-2-33-15,-2-1-139 0,-2-11-427 0,1 17 190 16</inkml:trace>
  <inkml:trace contextRef="#ctx0" brushRef="#br0" timeOffset="-21649.97">21862 17566 69 0,'-5'-4'220'0,"5"4"-3"0,0 0-12 15,0 0-9-15,0 0-14 0,15-11-16 0,-7 8-10 16,3-1-16-16,-2 1-13 0,2 1-12 0,1 0-16 16,-1 0-8-16,0 1-16 0,1 0-22 0,0 1-27 15,0 0-27-15,-12 0-39 0,23 0-35 0,-12 1-45 16,0 2-33-16,-1 0-139 0,-4-2-315 0,-6-1 139 16</inkml:trace>
  <inkml:trace contextRef="#ctx0" brushRef="#br0" timeOffset="-21498.35">21846 17703 100 0,'-4'3'161'0,"4"-3"-4"16,-8 6-5-16,8-6-7 0,-1 4-3 0,1-4-13 16,0 0-12-16,20 4-11 0,-7-7-12 0,7 3-26 15,7-4-29-15,1 0-40 0,4-3-43 0,3 1-29 16,-1-1-50-16,1-2-73 0,-1 1-210 0,1-3 93 15</inkml:trace>
  <inkml:trace contextRef="#ctx0" brushRef="#br0" timeOffset="-18682.51">22726 17299 159 0,'-3'-6'236'0,"3"6"-10"0,-4-10-8 0,4 10-15 16,-3-9-9-16,3 9-26 0,-4-8-19 0,4 8-15 16,0 0-18-16,0 0-7 0,0 0-14 0,0 0-6 15,0 0-9-15,0 0 4 0,0 0-6 0,0 0-7 16,11 32-6-16,-8-19-6 0,-2 1-2 0,4 4 8 16,-3 0-6-16,0-2-3 0,2 4 1 0,-1-2 1 15,2-2-6-15,-3 1-3 0,1-5 0 0,-1 3-6 16,1 0-2-16,-1 3-1 0,-2-6-6 0,2-1-3 15,-2 0-5-15,1 1 1 0,0-1 0 0,2 1-2 16,0-1-6-16,-3-1 1 0,1 0-4 16,0 1-16-16,3-1-17 0,-3-1-36 0,0 1-26 0,-1-10-26 15,5 13-41-15,-3-4-31 0,-2-9-35 0,4 10-32 16,-4-10-149-16,0 0-424 0,6 15 189 0</inkml:trace>
  <inkml:trace contextRef="#ctx0" brushRef="#br0" timeOffset="-18490.27">22984 17494 142 0,'0'0'249'0,"0"0"-8"16,0 0-11-16,0-11-10 0,0 11-16 0,0 0-21 16,0 0-22-16,0 0-17 0,0 0-12 0,0 0-15 15,0 0-13-15,0 0-18 0,0 0-19 0,0 0-33 16,0 0-40-16,0 0-28 0,0 0-26 0,0 0-43 15,0 0-43-15,-8 30-37 0,8-30-114 0,0 0-322 16,0 0 142-16</inkml:trace>
  <inkml:trace contextRef="#ctx0" brushRef="#br0" timeOffset="-17983.38">23407 17303 91 0,'0'0'215'0,"0"0"-9"0,0 0-11 0,0 0-6 16,-18-10-10-16,9 10 0 0,-2 1-22 0,-3 2-11 15,-2 2-6-15,-1-1 20 0,0 2-11 0,0 3-14 0,3-2-12 16,-2 3-8-16,-1 1-15 0,3 0-6 16,1 3-10-16,0-1-5 0,4-1-11 0,2 0-4 15,0-3-10-15,2 2 3 0,2-3-12 0,3-8-16 16,0 18 13-16,0-18-9 0,6 13 2 0,-2-8-4 15,-4-5-5-15,14 6 1 0,-4-3-11 0,4-2 7 16,-2-1-8-16,-12 0 3 0,29-2-3 0,-14-1-6 16,1-1 6-16,1-2-3 0,-5 2 3 0,1-2 0 15,1-3-10-15,-5 5 5 0,1-4 0 0,-2 1 0 16,-1 0-3-16,0-2 0 0,-1 1 1 0,-3-1-2 16,2 1 2-16,-1-3-3 0,-4 11-1 0,2-15 1 15,-1 8 1-15,-1 7 12 0,3-11 4 0,-3 11 8 16,3-9-4-16,-3 9 1 0,0 0 8 0,0 0-12 15,2-13-4-15,-2 13-5 0,0 0 0 0,0 0-3 16,0 0-12-16,0 0 14 0,0 0-2 16,10 26 8-16,-9-16-2 0,2 6 8 0,1 2-6 15,-3-2-2-15,1 0 9 0,0 1-4 0,1 0-5 16,-2 1 6-16,2-2-6 0,-2 2-2 0,1-1-6 16,0 0 4-16,-2-1-1 0,2-4-1 0,-1 3-12 15,1-3-18-15,-2 1-22 0,0 0-13 0,0-3-28 16,0 1-31-16,0 0-27 0,0-11-25 0,0 14-22 15,0-14-33-15,1 10-24 0,-1-10-21 0,0 11-149 16,0-11-449-16,0 0 198 0</inkml:trace>
  <inkml:trace contextRef="#ctx0" brushRef="#br0" timeOffset="-17699.66">23774 17348 219 0,'-4'-12'272'0,"4"12"-18"0,0 0-17 0,0 0-21 0,0 0-15 16,0 0-25-16,0 0-14 0,0 0 1 16,0 0-25-16,0 0 9 0,0 0-17 0,0 0-1 15,0 0-14-15,0 0-19 0,32 29 3 0,-24-20-10 16,1-2-6-16,1 3-6 0,-1 0-9 0,0-2-10 15,5 5-2-15,-7-3-7 0,1-1-4 0,2 1-2 16,-2-1-12-16,0-1-23 0,-1 1-26 0,2-1-42 16,-4 0-44-16,-5-8-42 0,8 16-41 0,-8-16-62 15,1 12-185-15,-1-12-468 0,0 0 208 0</inkml:trace>
  <inkml:trace contextRef="#ctx0" brushRef="#br0" timeOffset="-17479.09">23995 17312 161 0,'0'0'289'0,"0"0"-20"0,-8-9-14 15,8 9-12-15,0 0-10 0,0 0-8 0,0 0 0 16,-33 22-12-16,19-9-16 0,0 1-15 16,-5 4-11-16,1 0-27 0,3-4-5 0,-1 6-14 15,2-4-13-15,0 0-10 0,0-2-9 0,0 7-12 16,-1-7-18-16,4 0-29 0,2 2-19 0,-1-2-39 15,5-4-35-15,-1 0-46 0,6-10-52 0,-9 19-42 16,9-19-56-16,-4 12-207 0,4-12-501 0,0 0 221 16</inkml:trace>
  <inkml:trace contextRef="#ctx0" brushRef="#br0" timeOffset="-17115.15">24169 17274 183 0,'2'-5'256'0,"-2"5"-10"0,0 0-18 16,0 0-22-16,5-8-19 0,-5 8-14 0,0 0-22 15,12-4-5-15,-12 4-6 0,20-3-5 0,-4 1-15 16,0 1-6-16,3-2-12 0,0 2-3 16,-2-1 0-16,-4 2-7 0,-13 0-6 0,24-1 0 15,-24 1-6-15,18-2-8 0,-18 2-4 0,0 0-4 16,18 2-8-16,-18-2-1 0,0 0 2 0,17 5 11 15,-17-5-3-15,6 10 9 0,-6-10-12 0,1 20 14 16,-1-10-5-16,0-10 6 0,-3 26-3 0,-1-8 4 16,0-2 3-16,0 4-7 0,-1-3-2 0,1 0-6 15,0 2-4-15,1-4-14 0,-1 2 3 0,4-1-12 16,-4 1 3-16,1-2-8 0,3-2-13 0,0-13 6 16,-6 23-6-16,5-12 6 0,-1 3 1 0,2-14-13 15,-2 21-20-15,2-21-21 0,-3 18-32 0,3-18-32 16,-2 15-37-16,2-15-26 0,-3 12-33 0,3-12-36 15,0 0-35-15,-4 12-46 0,4-12-236 0,0 0-581 16,-15 4 257-16</inkml:trace>
  <inkml:trace contextRef="#ctx0" brushRef="#br0" timeOffset="-16949.58">24179 17454 182 0,'0'0'222'15,"0"0"-14"-15,0 0-7 0,14-7-21 0,-6 4-16 16,2-2-21-16,4 3-6 0,-1-3-24 0,6 3-27 16,-1 1-47-16,1-3-60 0,3-1-78 0,-2 2-161 15,-20 3-281-15,30-4 125 0</inkml:trace>
  <inkml:trace contextRef="#ctx0" brushRef="#br0" timeOffset="-16800.98">24657 17405 96 0,'0'0'223'0,"12"-4"-3"16,-12 4-30-16,0 0-18 0,14-7-15 0,-14 7-19 15,12-4-16-15,-12 4-30 0,16-1-41 16,-16 1-44-16,0 0-43 0,16-2-54 0,-16 2-134 0,0 0-243 16,0 0 108-16</inkml:trace>
  <inkml:trace contextRef="#ctx0" brushRef="#br0" timeOffset="-16647.27">24690 17458 214 0,'0'0'241'0,"-10"8"-2"0,10-8-7 0,0 0-9 15,0 0-13-15,0 0-15 0,0 0-18 0,-9 4-12 16,9-4-21-16,0 0-22 0,0 0-1 0,0 0-11 16,0 0-31-16,0 0-19 0,0 0-40 0,50-8-41 15,-40 6-64-15,3-2-65 0,2 2-233 0,-15 2-415 16,28-6 184-16</inkml:trace>
  <inkml:trace contextRef="#ctx0" brushRef="#br0" timeOffset="-15740.16">25111 17265 56 0,'-11'-2'217'0,"11"2"-23"16,0 0-11-16,0 0-17 0,0 0-15 0,0 0-13 15,0 0-11-15,0 0-5 0,0 0-10 0,0 0-14 16,-9-4-8-16,9 4-9 0,0 0 0 0,0 0-4 16,0 0 3-16,0 0 2 0,0 0-3 0,0 0-4 15,0 0-8-15,0 0 7 0,0 0-2 0,0 0-3 16,-2-3-2-16,2 3-7 0,0 0-3 0,0 0-12 16,0 0 2-16,0 0-2 0,0 0-4 0,0 0 0 15,0 0-4-15,0 0-1 0,0 0-6 16,0 0 5-16,27-5-4 0,-27 5-5 0,14-2-11 0,-4 1 12 15,-10 1-15-15,18-1 11 0,-18 1 0 16,18 1-1-16,-18-1-9 0,14 0 3 0,-8 4-3 16,-6-4 3-16,17 7-6 0,-11-3-1 0,1 3 3 0,-1 0-2 15,-3-1-1-15,4 3 3 0,-5-1-1 16,-2-8-1-16,2 19-7 0,-4-8 7 0,0-2 3 16,-4 3-3-16,2-3-1 0,-4 1 1 0,1-1-5 15,0 0-9-15,-3-2 9 0,2 1 2 0,-1-2-1 16,-2 0 3-16,6-2-4 0,5-4 1 0,-13 7-1 15,8-3 0-15,5-4-3 0,-9 5 6 0,9-5-2 16,0 0-3-16,-8 6 4 0,8-6-4 0,0 0 4 16,0 0-5-16,0 0-2 0,0 0 3 0,0 0-3 15,0 0 2-15,0 0 0 0,0 0-1 0,31-2 2 16,-31 2-3-16,18 0-1 0,-9 2 4 0,-9-2-8 16,15 4 5-16,-7-1-1 0,0 0-3 0,-8-3 6 15,14 6-14-15,-7-2 12 0,-7-4 0 0,8 9-2 16,-8-9 5-16,5 9 2 0,-5-9-4 0,0 0 13 15,-2 14-1-15,2-14 8 0,-7 9 3 0,7-9 2 16,-11 6-3-16,11-6 2 0,-13 8-16 0,3-5 16 16,-2-1 3-16,4 0-6 0,8-2-2 0,-19 3 0 15,13-1-4-15,6-2 2 0,-13 1-3 0,13-1 3 16,0 0-9-16,-14 4 3 0,14-4 2 16,0 0 2-16,-10 1-8 0,10-1 4 0,0 0-6 15,0 0-20-15,0 0-10 0,0 0-20 0,-12-5-10 16,12 5-20-16,0 0-17 0,0 0-28 0,0 0-26 15,0 0-28-15,0 0-36 0,0 0-46 0,0 0-196 0,0 0-490 16,0 0 217-16</inkml:trace>
  <inkml:trace contextRef="#ctx0" brushRef="#br0" timeOffset="-15492.44">25481 17422 227 0,'10'-5'246'0,"-10"5"-8"15,0 0-5-15,0 0-9 0,0 0-22 16,0 0-22-16,0 0-15 0,0 0-16 0,0 0-17 16,0 0-11-16,0 0-17 0,0 0-3 0,0 0-15 15,0 0-5-15,13 2-9 0,-13-2-20 0,0 0-22 16,0 0-30-16,0 0-31 0,0 0-39 0,0 0-30 15,9 5-59-15,-9-5-49 0,0 0-139 0,0 0-373 0,0 0 165 16</inkml:trace>
  <inkml:trace contextRef="#ctx0" brushRef="#br0" timeOffset="-14265.6">24965 17269 114 0,'0'0'163'0,"0"0"0"0,0 0-6 0,-5-11 0 16,5 11-2-16,0 0-6 0,0 0-9 0,0 0-15 15,0-11 1-15,0 11-5 0,0 0 1 0,0 0 0 16,0 0-6-16,0 0-10 0,0 0-2 16,0 0-8-16,-2-9-8 0,2 9-7 0,0 0-6 15,0 0-21-15,0 0 8 0,0 0-9 0,0 0-5 16,0 0-3-16,0 0-5 0,0 0 1 0,0 0 2 16,0 0 14-16,0 0-1 0,0 0-6 0,9 27 7 15,-4-16 10-15,-2 1-11 0,1 6 23 0,0-2-6 16,0 0-5-16,0 4-4 0,2-2-4 0,-2 0-9 15,-2-1 0-15,1-1 4 0,-1 2-4 0,0-2 3 16,0-3-6-16,1 3-9 0,-2-3 6 0,-1-3-12 16,0 3 0-16,3-4-7 0,-3-9 3 0,0 16-1 15,0-4-5-15,0-12-11 0,2 12 7 0,-2-12-3 16,0 11-5-16,0-11-3 0,0 11-26 0,0-11-9 16,0 10-26-16,0-10-14 0,5 9-28 0,-5-9-26 15,0 0-42-15,0 12-26 0,0-12-39 0,0 0-48 16,0 0-216-16,0 10-532 0,0-10 236 0</inkml:trace>
  <inkml:trace contextRef="#ctx0" brushRef="#br0" timeOffset="-13692.5">25472 17398 127 0,'0'0'196'0,"0"0"-13"0,0 0-10 0,0 0-19 15,-14 3-8-15,14-3-17 0,0 0-12 0,0 0-16 16,0 0-9-16,0 0-10 0,-10 1-10 16,10-1 1-16,0 0-27 0,0 0-23 0,0 0-25 0,0 0-37 15,0 0-45-15,0 0-49 0,0 0-110 0,0 0-263 16,0 0 116-16</inkml:trace>
  <inkml:trace contextRef="#ctx0" brushRef="#br0" timeOffset="-13216.13">25787 17219 259 0,'2'-13'273'0,"-2"13"-16"0,0 0-14 15,0 0-15-15,0 0-17 0,0 0-30 16,-6-12-3-16,6 12-19 0,0 0-12 0,0 0-11 0,0 0-10 16,0 0 4-16,0 0-7 0,-23 28-6 0,16-15-8 15,-3 0 0-15,3 4 3 0,-3-1-8 0,0 6-11 16,3-3 1-16,0 0-12 0,0-2-3 0,0 5-5 16,5-6-16-16,-2 3 0 0,1-4 1 0,2-4-14 15,0 2 0-15,2 0-1 0,0-1-6 16,4-1 3-16,-3 1-7 0,2-3-9 0,3 1 6 15,0-2-4-15,-2-3-9 0,2 1 3 0,3-1 0 16,2-3-3-16,-1 0-1 0,0-2-19 0,3 0 20 16,-14 0-1-16,22-4-8 0,-11 0 4 0,-2 1-7 15,3-1 4-15,-6-2 0 0,1 0-13 0,-1 0 14 16,-1-2 4-16,-5 8-4 0,0-15-4 0,0 15 2 16,-5-16-11-16,-3 9 5 0,-1 3 5 0,-2-2-10 15,-1 0 0-15,-3 3 6 0,-3 0 1 0,0 2-10 16,0 1-15-16,0 1-18 0,0 2-31 0,4 0-2 15,-6 1-24-15,9 4-26 0,0-4-36 0,1 3-43 16,-2 1-43-16,9-3-55 0,3-5-211 0,0 0-552 16,-4 16 245-16</inkml:trace>
  <inkml:trace contextRef="#ctx0" brushRef="#br0" timeOffset="-11195.97">26007 17168 122 0,'0'0'210'0,"0"0"-13"0,0 0 1 16,0 0-11-16,0 0-9 0,0 0-7 0,0 0-7 15,-7-8-5-15,7 8-10 0,0 0 1 0,0 0-17 16,0 0 3-16,0 0-15 0,0 0 5 15,0 0-7-15,0 0-7 0,0 0-3 0,0 0-5 16,0 0-9-16,0 0 3 0,0 0-11 0,0 0-4 16,0 0-3-16,0 0-5 0,0 0-4 0,-4-9-8 15,4 9-7-15,0 0 0 0,0 0-3 0,0 0-12 16,0 0-2-16,0 0-3 0,0 0-1 0,0 0-2 16,0 0-3-16,0 0-14 0,0 0 8 0,0 0-6 15,0 0-3-15,0 0-1 0,0 0 1 0,0 0-9 16,0 0 8-16,0 0 0 0,14 34-3 0,-10-26 1 15,1 2 12-15,1-1 8 0,-3 5-4 0,3-3-6 16,0-1-2-16,0 2 3 0,0 0-1 0,1 0-5 16,-3-1-3-16,6 2 1 0,-4 2 4 0,-1-4-11 15,1 1 7-15,-1 0-4 0,2-3-4 0,0 1 3 16,-1 0 0-16,-1 0-2 0,3-3-7 0,-3 2 7 16,0-1-5-16,-1 1 0 0,1-4 2 15,-5-5-5-15,4 10 6 0,-4-10 0 0,6 8-5 0,-6-8 5 16,8 8-6-16,-8-8 9 0,0 0-6 0,5 6 1 15,-5-6-1-15,0 0 5 0,0 0 0 0,0 0 4 16,6 5-9-16,-6-5 4 0,0 0-6 0,0 0-6 16,0 0 13-16,0 0-3 0,0 0-2 15,0 0 9-15,13-17-8 0,-5 6-1 0,2 1-1 16,-5-6 4-16,1 6-11 0,4-7 5 0,1-6 6 16,7-1-5-16,-5 2 4 0,3-2-1 0,-3-2 4 15,0 2-6-15,1 0-10 0,-7 5 11 0,4-4 5 16,-3 5-6-16,-2 2 4 0,0 0-8 0,1 1 7 15,-3 5-14-15,2 2 11 0,-6 8-13 0,4-12-16 16,-4 12-22-16,2-9-26 0,-2 9-18 0,0 0-22 16,4-8-31-16,-4 8-32 0,0 0-28 0,0 0-20 15,0 0-30-15,0 0-44 0,0 0-171 0,0 0-509 16,0 0 226-16</inkml:trace>
  <inkml:trace contextRef="#ctx0" brushRef="#br0" timeOffset="-10649.77">25108 17839 110 0,'0'0'216'0,"0"0"-7"0,0 0-4 16,0 0 0-16,0 0-21 0,32 10-7 0,-2-8-10 16,0-2-14-16,10 0-9 0,17-6-7 15,2 3 0-15,3 1 2 0,4 0 0 0,23-10-13 0,2 2-2 16,-1 0-1-16,-25 3-8 0,26-3 3 16,-28 1 2-16,27-3 3 0,-31 5-5 0,6-2-6 15,0 2 11-15,-5-1-4 0,-3 1-8 0,-1-1 7 16,-6 2-2-16,-14 3-10 0,-1 2-8 0,-7-2-1 15,-6-1-10-15,-2 1-3 0,-6 2-8 0,-1-1-8 16,-4 1-9-16,-9 1 2 0,14-3-13 0,-14 3 4 16,0 0-6-16,13 0-8 0,-13 0-11 15,0 0 9-15,0 0-25 0,0 0-21 0,0 0-28 0,-36 13-51 16,18-8-51-16,-11 1-60 0,-5 0-67 0,5-2-98 16,-10 1-281-16,-14-1-700 0,1-5 311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12-28T05:48:34.60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19592 4187 47 0,'-2'-6'103'0,"2"6"-17"0,0 0 0 16,-5-9-6-16,5 9-7 0,0 0 3 0,-6-5-7 16,6 5 4-16,0 0-15 0,-5-5 5 0,5 5-16 15,0 0 6-15,-6-7 5 0,6 7 0 0,0 0-5 16,-5-3-4-16,5 3-7 0,0 0-4 0,0 0-1 15,-10-4-5-15,10 4-4 0,-8-2-4 0,8 2-3 16,-10-3 0-16,10 3-1 0,-9-1-4 0,9 1 0 16,-9-1 2-16,9 1-3 0,0 0-2 0,-14 0-3 15,14 0 2-15,-8 1 1 0,8-1-7 0,0 0-3 16,0 0-1-16,-10 1 5 0,10-1-5 0,0 0 2 16,0 0-11-16,0 0 10 0,0 0 3 0,0 0 8 15,0 0-8-15,27 7 2 0,-7-7 7 0,10 0-10 16,7 0 8-16,14-2 1 0,4 0 6 0,2-1 0 15,2 1 3-15,-1-2-6 0,5 0 4 0,0 0 1 16,0 0-3-16,2 0-4 0,0 0 6 0,-2 2-4 16,1-2-3-16,26 0 0 0,-27 2-2 0,2-1 5 15,27 1-6-15,-25 0 0 0,-1-1-5 0,29-4 6 16,-3 2-1-16,-2 0-2 0,0 0 3 0,-25-4-3 16,28 4 4-16,-3-4-7 0,-25 1-1 0,31-2-1 15,-4-1 1-15,-30 4 0 0,1-3 2 0,29-3-3 16,-34 4 5-16,4 1-7 0,5-3 0 0,-2 3 3 15,24-3-1-15,-31 1 0 0,-1 6-7 0,1-2 5 16,-1-1-1-16,-3 3-2 0,-16-1 3 0,1 0-5 16,0 0 2-16,0-2 2 0,-5 4 2 0,-2-1 0 15,-4 2-3-15,3 1 0 0,-4-3 3 0,-6 1-3 16,0 0 1-16,-1 1 2 0,1-1-4 0,-5 2 4 16,2 0-3-16,-6 1-2 0,-2-1 0 0,-1 0 5 15,-9 1-3-15,15 0-2 0,-9-2 5 0,-6 2-6 16,13-1 1-16,-13 1 4 0,8 1-2 0,-8-1 0 15,0 0-2-15,9-1 4 0,-9 1-2 0,0 0 0 16,8 3 5-16,-8-3-7 0,0 0-1 0,0 0 0 16,0 0 3-16,0 0 3 0,6 2-1 0,-6-2 1 15,0 0-4-15,0 0 0 0,0 0 4 0,0 0-4 16,0 0-4-16,0 0-9 0,0 0-12 0,0 0-23 16,0 0-21-16,0 0-23 0,0 0-16 0,0 0-15 15,0 0-25-15,0 0-84 0,0 0-251 0,0 0 112 16</inkml:trace>
  <inkml:trace contextRef="#ctx0" brushRef="#br0" timeOffset="3197.87">22835 3882 40 0,'0'0'54'0,"0"0"-1"16,0 0 2-16,0 0-10 0,0 0-3 0,0 0-4 0,0 0 5 15,0 0 0-15,0 0 5 0,0 0-4 0,0 0 7 16,0 0 9-16,0 0 0 0,0 0-2 0,0 0 17 16,0 0 11-16,0 0 2 0,0 0 9 0,0 0-4 15,0 0-8-15,0 0 1 0,0 0 0 16,0 0-5-16,0 0-12 0,6-7-5 0,-6 7 1 0,1-12-9 16,0 2-3-16,1 3-8 0,0-2-6 0,1 0-1 15,-2-2-10-15,2 0 3 0,1 0-5 0,0-1 3 16,-2 3-3-16,2-2-8 0,1 3-2 0,-3 2 0 15,1-2 1-15,1 2-5 0,-4 6-5 0,5-10-1 16,-2 6-3-16,-3 4 2 0,0 0 0 16,3-7-1-16,-3 7-3 0,0 0 1 0,0 0-9 0,14 1 4 15,-14-1-2-15,16 8 3 0,-6-1-8 0,0-2 1 16,3 7 7-16,0 0 2 0,0 2 1 16,-1-2-2-16,1-1 2 0,-1 3-1 0,0-3 4 15,0 2 0-15,2 0-2 0,-4-7-2 0,-1 5-1 16,0-3-1-16,-1 1 2 0,1-2 0 0,-2 0 6 15,1-2 0-15,-3-2-4 0,0 2 0 0,0-2 2 0,-1 1 2 16,-4-4 4-16,9 5-2 0,-9-5 1 0,6 3 14 16,-6-3-3-16,0 0-1 0,0 0-2 0,13-12-2 15,-7 3 0-15,0-1-4 0,1-3-3 16,1-1 3-16,0 1-3 0,1-5-3 0,-3 4 1 16,3-1-3-16,0-1 4 0,1 0-3 0,-1 0-1 0,2 1-2 15,-1 3 23-15,-1 2 0 0,-2 1-3 16,1 0-3-16,0 3-5 0,-2 1-3 0,-2 1-3 0,4 1-1 15,-2 1-2-15,3 2 0 0,1 0-6 0,-1 2 4 16,0 1-5-16,2 3 5 0,0 2-1 16,0 0-1-16,2 1-1 0,0 5 0 0,-2-4 5 15,0 3-2-15,-3-5-1 0,4 4-1 0,-4-2 1 16,-1-2 2-16,3 0-1 0,-4 0 0 0,0-2 0 16,2 0 0-16,-3-2 4 0,-1-1-4 0,1 2 3 15,-5-5-3-15,7 5 6 0,-7-5-2 0,7 3 5 16,-7-3 5-16,9 0 4 0,-9 0 0 0,0 0 0 0,7-8-1 15,-2 4 2-15,2-6-8 0,2 1-3 16,-3-3 0-16,3-4 0 0,-2 5 0 0,4-1-4 16,-2-4 2-16,1 3-3 0,2-2 0 0,-1 2-3 15,1-1 0-15,-3 4 0 0,-2 0 0 0,2 2-2 16,-2-1-1-16,-2 4 0 0,-4 1-4 0,-1 4-5 16,8-6 1-16,-8 6 4 0,9 0-2 0,-9 0-3 15,15 5 3-15,-6 0-4 0,1 2 3 0,-1 3 0 16,3 1 1-16,-2 2 2 0,0-3-2 0,0 3 3 15,1 0-2-15,-1 2 5 0,0-3 2 0,-1 1-5 0,-1-3 5 16,0-1-1-16,-1 0 0 0,1-2 1 16,-3-1 1-16,2-3 5 0,-2 2-6 0,3 0 1 15,-5-3 2-15,3 0 3 0,-6-2-1 0,12 0-1 16,-2-4-1-16,0 1 2 0,3-4 4 0,2-2-4 16,3 0-2-16,0-1 1 0,-1 0-1 0,7-4-2 15,-7 1-2-15,4-4 3 0,-2 8-1 0,-3-2 1 16,2-1-7-16,-2 3 3 0,2-1 1 0,-4 2-1 15,-2 3-4-15,-1 3-3 0,-1-4 4 0,1 6-3 16,-1-2 0-16,-1 1 6 0,-9 1-6 0,20 3 1 16,-11 3-4-16,0 0 3 0,1 1 2 0,-1 1 0 15,0-1-1-15,1 3 4 0,-1 0-2 0,2 3 3 16,-4-3-3-16,1 0 1 0,1 3 5 0,-1-3-4 16,0 0-2-16,1-2 4 0,0 3-2 0,0-5 1 15,2 3 3-15,1 1-1 0,4-2 3 0,1-3-3 16,4-1 7-16,7-2-2 0,8 2-2 0,16-7-1 15,7 0 2-15,4-1 2 0,30-1 2 0,-1-3-1 16,-3 2 0-16,3-4 0 0,-29 1-1 0,42-5 0 16,-9 2 3-16,1 3 0 0,5 1-3 0,3-3-1 15,-4 1 1-15,-1 5 0 0,-10 2-2 0,-23-2 3 16,22-1 0-16,-26 4-2 0,-2 5 2 0,0-6-3 16,-1 0 0-16,-1 1-4 0,-6 2 4 0,-1 0 1 15,-16 3-3-15,0-4 0 0,-5 2-2 0,-2-1 4 16,1 1 3-16,-12 0-10 0,-1 1 4 0,-3-5 1 15,-3 2 6-15,-4 2-8 0,2 0 1 0,-9-1 0 16,9 0-5-16,-9 0-2 0,0 0-17 0,7 2-35 16,-7-2-37-16,0 0-32 0,-28 0-51 0,5 0-31 15,-12 1-156-15,-18 0-394 0,-3-2 175 0</inkml:trace>
  <inkml:trace contextRef="#ctx0" brushRef="#br0" timeOffset="3932.03">23138 3053 75 0,'-9'-7'169'0,"1"0"-4"16,1 2-7-16,1-1-11 0,1 1-8 0,1-1-4 16,4 6-6-16,-5-7-10 0,5 7-8 0,-1-8-14 15,1 8-11-15,0 0-9 0,6-8-4 16,1 5-5-16,1 3-12 0,3-2-5 0,-1 2-3 16,1 2-9-16,1 1 0 0,1 1-4 0,-2 3-7 15,1-1-5-15,-3 2 4 0,1 1-4 0,-1 1-3 0,-4-1-3 16,1 7 2-16,-4-4-2 0,-4 1 1 0,0 3-3 15,-2 0 0-15,-1-4 0 0,-4 2-2 16,-4 0-3-16,3-1 7 0,-4-1-7 0,0-2-2 16,0 0 3-16,-4-1-3 0,6-6 4 0,-2 3-2 15,4-2 0-15,-4 0-3 0,4-1-1 0,1-1 1 16,-3-1 1-16,12-1 3 0,-10 4-3 0,10-4 1 0,-8 1-4 16,8-1-1-16,-6 3 3 0,6-3-12 15,0 0 1-15,0 0 3 0,-6 5-3 0,6-5 0 16,0 0 2-16,0 0-3 0,14 19 4 0,-7-13 0 15,7 6 6-15,-3-5-17 0,3 2-10 0,-3-2-27 16,6 2-24-16,2 0-44 0,0 0-36 0,6 0-40 16,-8-2-107-16,1-1-323 0,3-2 144 0</inkml:trace>
  <inkml:trace contextRef="#ctx0" brushRef="#br0" timeOffset="4101.18">23443 3197 181 0,'0'0'227'0,"0"0"-12"0,1-8-9 0,-1 8-16 16,0 0-16-16,0 0-19 0,3-7-20 0,-3 7-12 15,0 0-32-15,0 0-43 0,0 0-36 0,0 0-34 16,0 0-24-16,0 0-30 0,0 0-40 0,0 0-134 16,7 19-271-16,-7-19 121 0</inkml:trace>
  <inkml:trace contextRef="#ctx0" brushRef="#br0" timeOffset="4429.18">23582 3010 15 0,'13'-9'172'0,"-3"3"-13"0,-1 2-13 16,-2 1-9-16,4 2-5 0,0 1-9 0,-11 0-14 15,16 7-10-15,-6 0-10 0,-2 2-4 0,-1 4-9 16,1 2-8-16,-3 4-4 0,-2-2-4 0,-10 3-6 15,4-1-4-15,-3 0-3 0,0 5 4 0,-7-2-10 16,4-5-7-16,0-1 5 0,-5-4-9 16,4-2-1-16,0-2 4 0,-2-1 8 0,5-2 12 15,0-1 1-15,2 1 8 0,-1-3 2 0,6-2 3 0,-9 3 1 16,9-3-4-16,0 0-5 0,0 0-6 16,-9 2-7-16,9-2-6 0,0 0-4 0,0 0-6 15,0 0-4-15,0 0-6 0,0 0 0 0,27-7-4 16,-16 7-1-16,5-2 0 0,2 2-11 0,2 0-12 15,8-1-16-15,-1-1-19 0,2 4-26 0,-1-4-26 16,-1 2-32-16,-4 0-25 0,5-1-22 0,-9 1-15 16,1-1-130-16,-2-1-347 0,-7 2 154 0</inkml:trace>
  <inkml:trace contextRef="#ctx0" brushRef="#br0" timeOffset="4639.72">23977 3092 109 0,'-2'-19'164'16,"0"2"-8"-16,1 0-5 0,2 2 3 0,-2 4 2 15,0 0 4-15,1 5 2 0,0 6-9 0,-1-13-15 16,1 13-17-16,-3-9-15 0,3 9-18 0,0 0-9 16,0 0-8-16,0 0-11 0,0 0-2 0,6 26-2 15,-4-7 1-15,0-1-3 0,2 10-7 0,-2-1 0 16,1-2-3-16,-2 1-6 0,1 0-1 0,-1-2 1 16,-1 0-6-16,1 1-5 0,-2-5-3 0,1-1-13 15,-1-2-33-15,1 0-31 0,0-5-46 0,1 0-48 16,0-2-48-16,-1 0-152 0,0-10-377 0,0 9 167 15</inkml:trace>
  <inkml:trace contextRef="#ctx0" brushRef="#br0" timeOffset="4855.78">24231 3013 87 0,'0'0'184'0,"0"0"-22"0,0 0-1 0,0 0-14 0,0 0-2 15,-26 24-7-15,14-10-14 0,-3 7-7 16,2 1 2-16,0-6-13 0,7 1-8 0,-1-3-11 0,0 4-12 16,2-4 0-16,3 1-8 0,0-3-6 0,3 0-6 15,2 0-2-15,-1-2-7 0,5 3-14 0,-1-4-31 16,0 1-35-16,3-1-49 0,4-2-50 0,4 2-50 16,-5-4-102-16,5-3-308 0,-2 0 136 15</inkml:trace>
  <inkml:trace contextRef="#ctx0" brushRef="#br0" timeOffset="5202.29">24511 3277 22 0,'9'-5'256'0,"-4"3"5"16,-5 2-15-16,9-8-17 0,-5 2-14 16,-1 2-8-16,1-2-15 0,-2-3-18 0,3 1-8 15,0-2-17-15,3 0-14 0,-3-2-15 0,0 0-11 16,-1 1-8-16,3-4-7 0,-4 2-8 0,5-3-13 15,-3 1-8-15,1-2-3 0,1-1-8 0,-1 3-7 16,1 2-3-16,-4 2-5 0,1-2-9 0,3 2-3 16,-3 2-5-16,-1 3-2 0,0 2-6 0,-3 4-7 15,8-7-4-15,-5 3 2 0,5 1-4 0,-8 3 1 16,17 3-11-16,-7 1 6 0,-1 1 0 0,6 5-2 16,-3 3 4-16,-2 2 0 0,0 0-2 0,-3-1 2 15,0 2-3-15,-4 1 0 0,3 0 6 0,-6-6-3 16,3 3 1-16,-1-3-1 0,1-1 1 0,-2 0-3 15,0-1 1-15,2 1 0 0,-1-1 3 0,1-2-2 16,1-1-2-16,5-2 0 0,1 1-9 0,3-3-22 16,9 0-23-16,7-5-35 0,2 0-40 0,1-3-46 15,-2 1-44-15,-2-1-196 0,-10 1-451 0,0-3 200 16</inkml:trace>
  <inkml:trace contextRef="#ctx0" brushRef="#br0" timeOffset="6127.79">19449 4321 132 0,'-2'-10'158'0,"0"0"-7"0,2 1-14 0,0-1-4 16,-1 0-5-16,1-1-12 0,-1 3 0 0,1 8 1 16,0-14-6-16,1 6-3 0,0 2-13 0,-1 6-7 15,0-14-2-15,0 14-2 0,-1-9-6 0,1 9-8 16,0 0-10-16,-1-10-12 0,1 10-5 0,0 0-7 15,0 0 0-15,0 0-11 0,0 0-3 0,0 0 1 16,0 0-2-16,6 27-3 0,-2-8 0 0,-2 9-4 16,4 3 3-16,-4 4 1 0,5 14 0 0,-5 3-3 15,-2 1 3-15,3 2 3 0,-4-1 1 0,2 2-2 16,1-1 4-16,2 2-6 0,2-3 1 0,1 1 0 16,-1-3 2-16,3 1-1 0,0 1 0 0,1-6-3 15,-1 2 2-15,3 4 3 0,-6-4-7 0,3 3 4 16,3-3 2-16,-3 0 1 0,-2-2-3 0,1 0 3 15,-2-14-1-15,-1-1-3 0,-1-3 1 0,-1 1-3 16,-1-3-1-16,2 1 1 0,-2-5-2 0,3 0 3 16,-4-5-5-16,-1 0-1 0,2 0 0 0,0-2 2 15,-1-4-3-15,-2 0-1 0,1-1 0 0,-2-2 1 16,0 0-1-16,2 0-4 0,-3-3-14 0,3-7-20 16,-1 11-23-16,0-7-19 0,1-4-21 0,0 0-24 15,-1 8-50-15,1-8-63 0,0 0-140 0,0 0-398 16,0 0 176-16</inkml:trace>
  <inkml:trace contextRef="#ctx0" brushRef="#br0" timeOffset="8441.29">19013 5902 30 0,'-11'0'129'0,"2"0"-13"15,-4 0-6-15,3 2-10 0,-2-1-9 0,1-1-16 16,1 0 4-16,-1 0-12 0,1 1-9 0,3 0-1 0,7-1-14 15,-17 3 4-15,9-2-1 0,1 0-11 16,7-1 1-16,-17 2-6 0,11-2 1 0,6 0 4 16,-13 3-5-16,8-2 7 0,5-1-3 0,-10 3-7 15,10-3-5-15,0 0 2 0,-12 0-2 0,12 0 1 0,0 0 2 16,-9 0-11-16,9 0-1 0,0 0 5 0,0 0-8 16,-9 2 1-16,9-2-1 0,0 0-4 15,0 0 2-15,0 0-6 0,0 0 10 0,0 0-6 16,0 0-1-16,0 0-5 0,-9 2 6 0,9-2-6 15,0 0 2-15,0 0-5 0,-5 4 5 0,5-4-2 16,0 0 7-16,-4 5-7 0,4-5 1 0,0 0 6 0,-5 3 1 16,5-3-5-16,0 0 2 0,0 0-4 15,0 0 1-15,0 0-1 0,0 0 0 0,0 0-2 16,0 0-1-16,0 0-2 0,0 0 2 0,0 0 5 16,0 0 6-16,0 0-12 0,-7 4 5 0,7-4-7 0,0 0-1 15,0 0 1-15,0 0 4 0,0 0-2 0,0 0 6 16,17 5 6-16,-5-4 16 0,3 0 0 15,6 1 2-15,13-4 1 0,4 0 6 0,19-3-5 0,5-2 7 16,28-6-2-16,-28 4 0 0,30-4 3 16,0-1-3-16,-1 4 2 0,2-1-7 0,-3 0 1 0,-24 1-6 15,28 1-4-15,-32-2-2 0,2 2-2 0,-3 1 2 16,-2 3-4-16,-4-1-1 0,-1 0-1 16,-3 0 3-16,-18 3-4 0,2-2-2 0,-2 2-1 15,-4 1-1-15,-7-1 1 0,-4 0-5 0,-4 2 2 16,-1 1 6-16,1 0-9 0,-4-2 7 0,-2 1-4 0,-8 1 4 15,13 0-3-15,-13 0-2 0,9-1-8 0,-9 1-19 16,0 0-11-16,7-2-11 0,-7 2-28 0,0 0-26 16,0 0-39-16,0 0-32 0,0 0-115 0,0 0-309 15,-20 10 136-15</inkml:trace>
  <inkml:trace contextRef="#ctx0" brushRef="#br0" timeOffset="8921.84">19438 6121 8 0,'0'0'160'0,"0"0"-4"0,0 0-3 0,0 0-11 0,0 0-9 16,0 0-14-16,0 0-11 0,1-16-9 0,-1 16-12 16,0 0-10-16,0 0-14 0,0 0 0 0,0 0-6 15,0 0-7-15,0 0-2 0,0 0-5 16,0 0-5-16,0 0-6 0,0 0-2 0,0 0-3 16,-29 11-3-16,20-8-2 0,-2 1-2 0,-1 1-3 0,0-2 0 15,-2 1 2-15,3-1-1 0,-1 1 3 0,-2-1 0 16,4 1 1-16,-2-1 4 0,6-1 2 0,-1 1-3 15,1-1 1-15,6-2-4 0,0 0-2 16,-11 0-8-16,11 0 2 0,0 0 4 0,0 0 16 16,29-2 4-16,0-1-1 0,10-7-2 0,18-3 3 0,8 1-2 15,26-7-2-15,-27 8-4 0,24-8 2 0,-24 6-2 16,-8 0-7-16,4 3 0 0,-21 1-2 0,11 1-4 16,-16 4 0-16,1-1 0 0,-6 2-2 0,2-1-4 15,-2 3-5-15,-10-2-11 0,0 2-16 16,-7 1-19-16,-2-3-15 0,3 5-19 0,-13-2-18 0,20 0-26 15,-20 0-9-15,16 0-3 0,-16 0-13 0,9 1 7 16,-9-1-13-16,2 5-100 0,-2-5-268 0,0 0 118 16</inkml:trace>
  <inkml:trace contextRef="#ctx0" brushRef="#br0" timeOffset="9867.4">19742 6066 117 0,'0'0'204'0,"0"0"-11"0,0 0-12 16,0 0-11-16,-3-7-17 0,3 7-14 0,0 0-13 15,0 0-20-15,0 0-13 0,0 0-11 0,0 0-5 16,0 0-16-16,0 0-2 0,0 0-5 0,0 0-9 0,0 0-5 16,12 19-3-16,-8-11-6 0,-1 3 1 0,1 1-3 15,1 4-3-15,-1 1-8 0,-1 1-2 16,-1 1 1-16,0 1 0 0,3 5-3 0,-4-7 0 16,4 7 1-16,-1 0 1 0,-3-6-2 0,2 1-6 15,-1 5 2-15,1-6 4 0,1 6-7 0,0-6 4 0,-2 0 0 16,3 7-5-16,0 0 8 0,0-1-1 0,2 2 2 15,-3 0 2-15,0-1-1 0,-1-1-1 16,2 2-2-16,-2 0 3 0,-1-2-3 0,1 3 0 16,1-4 2-16,-3 2-1 0,3-1-5 0,0 4 3 15,-1-4 1-15,-1 1 0 0,1 1-3 0,0-4 1 0,-1-4-2 16,1 8 3-16,-1-8-2 0,0 2 7 0,2 2-8 16,-3-1 1-16,2-6-6 0,-2 2 7 15,1 0-3-15,-1-1 4 0,0 2-1 0,0-3-2 16,2 1 1-16,-2-1-3 0,2-4 1 0,-1 1 6 15,-2 1-6-15,2 1 0 0,-1-1 0 0,1 1-1 16,-2-2-4-16,3-1 2 0,0 0 1 0,-2 0 2 0,0 1-1 16,0-3 2-16,1 2-4 0,-1-2 5 15,2 2-4-15,-2-1 2 0,-1-6-3 0,0 5 2 16,0-3-2-16,1 0 3 0,0 1-7 0,1-1 6 16,-2-7-3-16,1 11-1 0,-1-11-4 0,0 9 5 15,0-9-2-15,2 6-1 0,-2-6 2 0,3 9 2 0,-3-9-2 16,1 8 0-16,-1-8 0 0,3 4-1 0,-3-4 1 15,0 0 0-15,2 6-1 0,-2-6-4 0,0 0 2 16,0 0 3-16,3 8-3 0,-3-8-1 16,0 0 1-16,0 0 0 0,4 5 0 0,-4-5 4 15,0 0-4-15,5 8 5 0,-5-8-2 0,6 4-3 0,1 1 2 16,0-1 0-16,0 0 0 0,3 0-4 16,1-1 8-16,6 4-2 0,1-1 0 0,1 0 3 15,8 3 2-15,2-3 5 0,3-3-6 0,4 1 0 0,14 3 1 16,2-6 3-16,1 0-5 0,2-2 5 15,6 0 2-15,7 1-3 0,28-7 2 0,3-2-4 0,-33 5 1 16,35-5-2-16,-1 2 2 0,1-3 2 0,4 2 2 16,2 3-3-16,2-7 0 0,5 2 3 15,1 0-3-15,1-6 1 0,7 3-1 0,1 0 7 16,11 1 2-16,5-4-1 0,2 6 1 0,-2-6-2 16,6 3 7-16,-7 0-3 0,0 3 0 0,-3 3-4 0,-11-4-4 15,-7 3-6-15,-6 2 3 0,-6-1-3 0,-10-1 1 16,-7 5 2-16,-23-1-14 0,-2 1-2 0,25 6-6 15,-28-6-5-15,-3-1-9 0,-1 1-10 16,-3-1-5-16,-3 1 2 0,-11 0-2 0,-6-1 1 16,6 4-2-16,-8-3 5 0,1-1 8 0,1 3-3 0,-3-1 5 15,1-1 4-15,-4-2-2 0,-1 1 6 0,-8-2 3 16,3 1-18-16,-3 1-21 0,-2-3-19 0,1-1-26 16,-3-1-28-16,-2-1-35 0,-4 0-41 0,-1 1-152 15,-6-7-382-15,-1 0 169 0</inkml:trace>
  <inkml:trace contextRef="#ctx0" brushRef="#br0" timeOffset="10517.45">17963 5370 52 0,'0'0'184'0,"-9"0"-2"16,9 0-11-16,0 0-5 0,-7-6-7 15,7 6-13-15,0 0-9 0,0 0-14 0,0 0-10 0,0 0-10 16,27-4-12-16,-13 3-7 0,7-5-5 0,7 0-9 16,0 0-7-16,1-3-5 0,-2 5-10 0,0 0-19 15,0-1-29-15,-5 3-28 0,-1-1-34 16,-3 1-36-16,1-1-23 0,-6 1-26 0,0 2-120 15,-5-2-290-15,1 1 128 0</inkml:trace>
  <inkml:trace contextRef="#ctx0" brushRef="#br0" timeOffset="10709.89">18165 5234 39 0,'-9'-2'199'0,"9"2"-26"0,0 0-16 16,-8-3-18-16,8 3-19 0,0 0-9 0,0 0-5 15,-2 14 3-15,2-14-9 0,2 21-11 0,1-4-9 16,2 8-3-16,1 0-3 0,-2 1-9 0,4 3-8 16,-3 0-1-16,0 2-3 0,0 1-30 0,-1-1-44 15,1 0-45-15,-1 0-43 0,-2 0-50 0,-2-2-87 16,0 1-266-16,-1 0 118 0</inkml:trace>
  <inkml:trace contextRef="#ctx0" brushRef="#br0" timeOffset="11965.29">17972 6854 90 0,'0'0'108'0,"0"0"12"0,0 0-30 0,0 0-10 16,0 0 1-16,0 0-3 0,0 0-8 0,0 0-5 0,0 0-4 15,0 0 0-15,0 0-3 0,0 0-2 0,0 0-1 16,0 0 1-16,0 0-3 0,0 0 5 0,0 0-10 16,0 0 6-16,0 0 0 0,0 0-5 0,0 0 1 15,0 0-4-15,0 0-8 0,0 0 4 16,0 0-2-16,0 0-1 0,0 0-2 0,0 0-2 0,0 0 1 16,0 0-6-16,0 0-1 0,0 0-1 0,0 0-1 15,0 0-1-15,0 0-3 0,0 0-3 0,0 0 6 16,0 0-5-16,0 0-2 0,0 0-1 15,0 0 3-15,0 0 0 0,0 0 0 0,0 0-5 0,-17 0-2 16,17 0 2-16,0 0-5 0,0 0 2 0,0 0-3 16,0 0-3-16,0 0 7 0,0 0-5 0,0 0 1 15,-10 0 1-15,10 0 2 0,0 0-3 0,0 0 3 16,0 0 0-16,0 0 3 0,0 0 1 0,0 0 0 16,0 0 2-16,0 0 3 0,0 0-1 0,0 0-4 15,-8-4 5-15,8 4 0 0,0 0-2 0,0 0 1 16,0 0 0-16,0 0-5 0,0 0 1 0,0 0 1 15,0 0 0-15,0 0-3 0,0 0-5 0,0 0 3 16,0 0-2-16,0 0-3 0,0 0 2 0,0 0 1 16,0 0-2-16,0 0 3 0,0 0 0 0,0 0-1 15,0 0-1-15,0 0 0 0,0 0 2 0,0 0 2 16,25-3-3-16,-25 3 6 0,6-1-3 0,-6 1 3 16,0 0 0-16,13-2-3 0,-13 2-1 0,10 1-2 15,-10-1-4-15,8-2 5 0,-8 2-1 0,0 0-2 16,11-3-3-16,-11 3-1 0,7-2 0 0,-7 2 2 15,0 0-4-15,9 0 1 0,-9 0 0 0,0 0 0 16,11 0 2-16,-11 0-2 0,10 0-2 0,-10 0 5 16,14-3 7-16,-2 3-8 0,-2 0-2 0,4-4 4 15,4 1-1-15,1 0 2 0,-1 1 2 0,4-1 1 16,-2-2-2-16,-1 0 1 0,2 1 0 0,0 0 0 16,-1-1-1-16,-1 1 0 0,-1 2-3 0,-5-1 0 15,-2 1-2-15,0 1 2 0,0-2 0 0,-1 0-1 16,-2 2 0-16,-8 1-2 0,11 0 5 0,-11 0 0 15,8-1 4-15,-8 1 2 0,0 0-3 0,0 0 2 16,11-3-3-16,-11 3 3 0,0 0-3 0,8 0 3 16,-8 0-8-16,0 0-3 0,0 0-20 0,0 0-17 15,0 0-34-15,0 0-33 0,0 0-46 0,0 0-44 0,0 0-81 16,0 0-142-16,0 0-449 0,-3-11 198 16</inkml:trace>
  <inkml:trace contextRef="#ctx0" brushRef="#br0" timeOffset="12890.27">17430 6087 116 0,'-7'-2'178'0,"7"2"-6"0,0 0-2 0,0 0-4 16,0 0-5-16,0 0-15 0,0 0-17 0,0 0-13 15,0 0-9-15,15-15 2 0,-5 11-7 0,1-2-12 0,1 0-8 16,0 2-10-16,-1 0-9 0,0 3-8 0,2 0-5 16,-5 1-8-16,1 1-1 0,1 3-7 0,-1 1 0 15,-3 2-3-15,-1 2-3 0,2 3-2 16,-5 5-2-16,-2-1-4 0,-5 2 3 0,-2 5-1 16,-1-5-2-16,-2 5-4 0,-7-1-3 0,2 0 1 0,-3-3-2 15,-1-2 1-15,-1 2-2 0,1-9 2 0,3 2 0 16,-3-3-1-16,2 0 1 0,3-2-2 15,2-1 3-15,2-2 11 0,2-1 3 0,2 0 1 16,0-2 3-16,6-1-1 0,-10 3-2 0,10-3-4 0,-6 3-4 16,6-3-3-16,0 0-4 0,0 0-2 0,0 0-3 15,0 0 2-15,0 0-2 0,0 0-3 0,23 1 1 16,-12-1 1-16,4 0-3 0,3-1 0 0,2-1 1 16,3 1-8-16,-2-2-16 0,7 0-22 15,-8 1-24-15,2 0-28 0,5-2-36 0,0-1-24 0,-6 2-20 16,2-1-25-16,-2 1-145 0,-2 0-370 0,-1-3 164 15</inkml:trace>
  <inkml:trace contextRef="#ctx0" brushRef="#br0" timeOffset="13205.29">17829 6047 132 0,'6'-6'166'0,"2"-1"1"16,-1 2-10-16,-2 1-14 0,2 0-16 0,-1 2-9 15,-6 2-8-15,14 0-11 0,-14 0-8 16,16 6-8-16,-11-2-10 0,0 1-8 0,2 2-6 0,-3 2-2 16,-1 2-4-16,-1-2-2 0,-2 6-8 0,-1-1-2 15,1-3 4-15,-2 0-12 0,-1 2-1 0,-5 2 3 16,1-1-3-16,0-3-4 0,0 0 1 0,0-3 0 16,-2 1-6-16,3-2 3 0,1-2-5 15,1 2 4-15,4-7-4 0,-5 8 8 0,5-8-6 0,-4 5-1 16,4-5-2-16,-5 6 0 0,5-6-5 0,0 0 0 15,0 0-5-15,0 0 0 0,0 0-2 16,0 0-1-16,0 0-1 0,0 0-1 0,20 3-11 16,-12-4-20-16,4 1-24 0,-1-1-23 0,2 1-28 0,1-1-25 15,0-1-23-15,0 2-24 0,3 0-111 0,-5-2-306 16,-1-2 135-16</inkml:trace>
  <inkml:trace contextRef="#ctx0" brushRef="#br0" timeOffset="13565.71">18096 6050 70 0,'1'-9'196'0,"0"-1"13"0,-1 10 4 0,-1-12-4 0,1 12-23 15,1-10-18-15,-1 10-21 0,0 0-19 0,4-3-14 16,-4 3-12-16,0 0-9 0,0 0-9 0,21 15-5 16,-11-5-6-16,0 5-9 0,4 2 4 0,1 3-10 15,1 3-5-15,-6-6 1 0,0 0-7 0,3 0-4 16,-4 0-4-16,1 0 0 0,0-2 6 0,-1 0-6 15,-1-5 3-15,-2 1-6 0,2-2 1 0,-3 0-3 16,0-2-1-16,-1-4-2 0,-1 3 13 0,-3-6 20 16,6 7 18-16,-6-7 19 0,3 3 7 0,-3-3-1 15,0 0-10-15,0 0 0 0,14-14-12 0,-9 5-13 16,0-8-9-16,3-1-10 0,2-8 5 0,0 1-9 16,3-1-4-16,-3 0-5 0,0 0-6 0,2 1-5 15,-2-2 1-15,-1 5-1 0,-3 3-14 16,3 2 3-16,-2 1-1 0,0 2-8 0,-1 5-10 0,0 0-14 15,-4 2-23-15,1 2-21 0,-3 5-27 0,5-8-34 16,-1 5-38-16,-4 3-4 0,0 0-2 0,0 0-11 16,0 0-37-16,6 13-50 0,-6-4-193 0,-2 1-492 15,2-10 218-15</inkml:trace>
  <inkml:trace contextRef="#ctx0" brushRef="#br0" timeOffset="15945.92">26800 3385 33 0,'-4'-7'189'0,"2"-2"-1"0,-1 0-19 15,-1-2-4-15,2 6-1 0,-2-1-8 0,4 6-7 16,-8-10-12-16,8 10-11 0,-2-5-14 0,2 5-17 15,0 0-14-15,-5-6-12 0,5 6-10 0,0 0-4 16,0 0-9-16,0 0-1 0,0 0-6 0,7 38-2 16,-3-18-6-16,4 7 1 0,-6 1-5 0,2 4-4 15,1 1 4-15,3 1-4 0,2 9-2 0,-3-8 0 16,3 11-1-16,0 2 0 0,1-2 5 0,-4-11-3 16,3 10 0-16,-2-13-2 0,-2-2-3 0,-1 1-1 15,3-1 0-15,0-1-3 0,-4-3-1 0,3-1-1 16,-3 1 1-16,1-7 1 0,1 1-4 0,-1-4 6 15,-2 0-4-15,1-5-9 0,0 1-15 0,-2-5-18 16,-2-7-20-16,3 14-20 0,-3-14-3 0,4 10-7 16,-4-10-6-16,0 0-23 0,0 0-51 0,0 0-159 15,0 0-345-15,0 0 152 0</inkml:trace>
  <inkml:trace contextRef="#ctx0" brushRef="#br0" timeOffset="16401.29">26823 3407 149 0,'-5'-6'193'0,"5"6"-12"16,-2-6-17-16,2 6-19 0,0 0-18 0,0 0-14 15,0 0-11-15,0 0-7 0,9-7-13 0,-9 7 4 16,25 8-9-16,-6-3 0 0,11 1-4 0,9 3 2 15,11-2-7-15,2 5-3 0,1-4-11 0,-2 1 0 16,1 1-7-16,0-1 1 0,-2 1-7 0,0 1-1 16,-9-3-3-16,8 3-5 0,-11-2-5 0,-2 0-1 15,1 0-2-15,-1 0-1 0,-3 0-3 0,-1-2 0 16,-3 1-1-16,0 0-2 0,-9-2-1 0,-2 0 1 16,-3-1-7-16,4-1-1 0,-7 1-2 0,-1-3 0 15,-3 0 1-15,-2 0-2 0,1 0-1 0,0 0-1 16,-7-2 2-16,9 4-1 0,-9-4 0 0,7 2 0 15,-7-2 6-15,4 3-2 0,-4-3-1 16,0 0-1-16,0 0 0 0,0 0-1 0,0 0 2 0,0 0-2 16,0 0 1-16,0 0-1 0,-8 15 0 0,-1-7 0 15,-8 2-2-15,-4 6 4 0,-4 0-3 0,-4 6 1 16,-15 4-1-16,2 6 0 0,-1 0 2 16,-6 1-2-16,1 0 1 0,2 1 0 0,0-2-1 15,1 0-5-15,5-2-11 0,7-9-18 0,6 3-14 0,-2-1-23 16,2-3-30-16,4 1-27 0,3-2-36 0,6-5-29 15,3 1-137-15,-1-3-350 0,4-4 155 0</inkml:trace>
  <inkml:trace contextRef="#ctx0" brushRef="#br0" timeOffset="16759.49">27800 3328 56 0,'-2'-9'224'0,"0"1"-5"15,2 8-5-15,-4-10-15 0,0 5-20 0,4 5-21 16,0 0-19-16,0-8-15 0,0 8-20 0,0 0-14 15,0 0-9-15,0 0-14 0,0 0-4 0,6 23-6 16,-2-4-5-16,5 8 4 0,0 8-5 0,-1 12-3 16,0-11-3-16,-2-1-5 0,3 0 0 0,-2 12-5 15,-2-14 3-15,-1 1-7 0,0-4-1 0,1 5-4 16,-1 0-1-16,0 1-2 0,-1-4 2 0,-1 0-3 16,-2-2-1-16,3-2-1 0,-1-1-32 0,0-6-36 15,0-3-36-15,-1 1-42 0,0-3-41 0,1-2-34 16,-1 1-127-16,-1-3-354 0,4-5 156 0</inkml:trace>
  <inkml:trace contextRef="#ctx0" brushRef="#br0" timeOffset="17106.5">27990 3661 6 0,'0'0'240'0,"-8"-4"-27"0,8 4-25 16,0 0-22-16,0 0-13 0,0 0-12 0,17-4-1 15,12 1-2-15,24-3-4 0,12 0-12 0,42-5-10 16,6-3-7-16,-2-1-7 0,-4-2-8 0,8-2-8 16,-4 0 0-16,-1 4-7 0,-8 1-5 0,-1-2 2 15,-6 3-2-15,-1-1-8 0,-5 0-1 0,-28 6-4 16,4-1-7-16,-4-1 1 0,1 1-3 0,-10 3-2 15,-1-3-5-15,-16 5 3 0,-3-2-1 0,-3-2-28 16,-11 5-4-16,-1 0 9 0,-6 1 0 0,0 1 5 16,-4-1 3-16,1-1-2 0,-8 3-2 0,9-4-2 15,-9 4-1-15,6-2-7 0,-6 2-26 0,0 0-35 16,3-5-58-16,-3 5-44 0,0 0-37 0,-27-10-64 16,0 9-164-16,-4-2-447 0,-6 3 199 15</inkml:trace>
  <inkml:trace contextRef="#ctx0" brushRef="#br0" timeOffset="17840">27204 4291 107 0,'0'0'199'0,"0"0"-13"0,0 0-8 15,0 0-14-15,0 0-12 0,0 0-16 16,0 0-12-16,-27 10-11 0,18-5-12 0,-1 3-9 15,-4-1-7-15,1 4-8 0,-2 0-8 0,2 2-8 0,3-3-2 16,0-1-11-16,3 1-2 0,1 0-8 16,3 0-5-16,-1 0-1 0,4 3-2 0,0-4-6 0,4 4 1 15,-1-4-4-15,6 1 3 0,5 2-2 16,-1-2 1-16,7-1-8 0,-2-2 3 0,2 1-1 16,1-2-9-16,-2 1 4 0,0-1 0 0,1 3-4 15,-5-5 0-15,2 2-4 0,-6-2 1 0,-3 2-2 0,-1-1 2 16,-2 0-2-16,-1 0-3 0,1-1-1 0,-5-4 2 15,0 7 3-15,0-7 3 0,-14 15 1 16,5-8-1-16,-4 3 1 0,-6 1 0 0,0-1-1 16,1-2 4-16,-3-1-3 0,2-1-2 0,0 1-5 15,1 1-20-15,2-3-31 0,4 0-43 0,-1-1-46 0,3-1-40 16,0 2-152-16,10-5-358 0,-9 5 159 16</inkml:trace>
  <inkml:trace contextRef="#ctx0" brushRef="#br0" timeOffset="18048.3">27465 4474 211 0,'5'-4'290'0,"-3"0"-25"0,-2 4-15 15,8-5-15-15,-8 5-15 0,5-4-17 0,-5 4-12 16,0 0-29-16,8-4-18 0,-8 4-19 16,0 0-14-16,0 0-12 0,4 12-9 0,-4-12-11 15,4 12-4-15,-2-1-10 0,0-1-6 0,2 0-5 16,-1 6-6-16,4-1-3 0,-4-3-19 0,-1 0-24 0,0 3-33 15,3 0-22-15,-1 1-33 0,-2-4-34 0,2-1-55 16,-1-1-30-16,-2 1-192 0,-1-1-430 16,0-10 191-16</inkml:trace>
  <inkml:trace contextRef="#ctx0" brushRef="#br0" timeOffset="18240.99">27611 4345 2413 0,'3'-17'69'0,"1"2"28"0,-4 4-31 0,2 1-22 16,0 3-21-16,0 2-8 0,-2 5 3 0,2-11-16 15,-2 11 2-15,0 0-7 0,1-6-23 0,-1 6-33 16,0 0-25-16,0 0-21 0,0 0-35 0,0 0-42 16,11 14-177-16,-11-14-389 0,5 12 173 0</inkml:trace>
  <inkml:trace contextRef="#ctx0" brushRef="#br0" timeOffset="19777.78">24354 7376 13 0,'0'0'82'0,"0"0"-9"16,0 0-6-16,0 0 2 0,0 0-5 0,0 0-13 15,0 0 10-15,-10-2-1 0,10 2-2 0,0 0 0 16,0 0 1-16,0 0 0 0,0 0 0 0,-10 0-14 15,10 0-3-15,0 0-3 0,0 0 1 0,-11 2-12 0,11-2 3 16,0 0 0-16,-14 2-12 0,14-2 6 16,-7 0-6-16,7 0 5 0,-7 3 2 0,7-3-4 15,0 0-2-15,-7 1-1 0,7-1 10 0,0 0-6 0,0 0 3 16,0 0-9-16,-10 1-1 0,10-1-1 0,0 0-5 16,0 0-2-16,0 0-2 0,0 0 2 15,0 0 0-15,0 0-6 0,0 0 0 0,0 0 0 16,0 0-2-16,0 0 12 0,0 0 4 0,0 0 7 0,30 4 9 15,-15-4 2-15,5-2 4 0,8-2 7 16,4 0 3-16,-2-2 4 0,6 2 3 0,2-5-4 0,15 1 6 16,-1-3-7-16,5 4 1 0,-1-2 2 0,1-1-8 15,3 1-9-15,0 0-2 0,0 0-1 0,-1 0-1 16,3 3-9-16,-3-1 3 0,-2 0-4 0,3 4-1 16,-4-6-3-16,3 2-1 0,-5 1-2 0,1-2-2 15,2-1 2-15,1 3-2 0,3-1-1 0,-4-2-1 16,3 2-2-16,3-1-4 0,-4-1 2 0,6 0 2 15,-3 0-4-15,-1-4 0 0,0 6 0 0,2-2 1 16,-1-2 0-16,-1 0 0 0,0 3-3 0,-1-2 1 16,-3-1 1-16,3 4 0 0,-1 0-3 15,4-8 1-15,-5 8 1 0,5-3-1 0,2 1 0 0,0-1-2 16,0 0 5-16,25-3-1 0,-2-1-3 0,-28 4 4 16,3-2-2-16,25-4 0 0,-25 3-4 0,-2 2 3 15,2 4-1-15,2-4-3 0,-3 1 3 0,-3-1 0 16,1 0-2-16,-1-1 1 0,-3 5 2 0,-1 0-4 15,4-4 1-15,-7 2 1 0,3 2-1 0,-2-1-6 16,0 1 12-16,-1-3-6 0,0 4-1 0,-1-3 2 16,3 2-1-16,-1 0-1 0,-3-4 2 0,1 3-1 15,-12 4-3-15,0-4 0 0,14-1 1 0,-2 1-4 0,-14 3 0 16,0-1 3-16,0 1 3 0,3-2 9 0,8-2-3 16,-12 4 2-16,0 1-3 0,-2-1-4 15,2 1 1-15,-1-1 1 0,-2 1-3 0,3-2 0 16,-4 1 1-16,0-2-2 0,-2 4 1 0,1-4-2 15,-3 1 2-15,0 0-3 0,-6 3 1 0,8-2 1 16,-1-1 1-16,-3 3 2 0,-5-1-2 0,7-2-3 16,-6 4 2-16,-1-2-2 0,0 1 0 0,2-3 1 15,-1 4 2-15,-2-2 6 0,2 1-5 0,-2-1-4 16,2 1 3-16,-2 0-1 0,2-1-1 0,-3 1 2 0,3-1-1 16,0 2 0-16,-2 0 3 0,1-1-4 15,-2 0 2-15,0-1-2 0,0 2 2 0,0-1-2 16,-6 1 1-16,0 1 0 0,2-2 3 0,-3 1-7 15,0 2 3-15,1-2 1 0,-1 2 0 0,-1-2 3 16,1 1-2-16,2-1-1 0,3 0-1 0,0 0-1 0,0 1 1 16,4-2 2-16,-2 1 4 0,1-2-6 0,1 0-2 15,0 1-2-15,0 2 0 0,2-1-6 0,-4 0 0 16,-4 0-5-16,3 1-6 0,-6-1-4 16,0 0-10-16,-3-3-9 0,3 3-4 0,-2 1-5 15,-4-1 3-15,-6 2-3 0,12-3-3 0,-12 3-6 0,0 0-16 16,17-4-6-16,-17 4-20 0,6-3-23 0,-6 3-32 15,4-6-83-15,-4 6-264 0,0 0 117 16</inkml:trace>
  <inkml:trace contextRef="#ctx0" brushRef="#br0" timeOffset="22412.89">29020 3443 38 0,'-1'-6'206'0,"1"6"-13"0,-2-10-13 0,2 10-7 16,-2-7-15-16,2 7-17 0,0 0-11 0,-3-9-9 15,3 9-25-15,0 0-10 0,0 0-11 0,0 0-5 16,0 0-14-16,0 0-3 0,0 0-3 16,12 24-8-16,-6-6-1 0,0 0-6 0,3 11-3 0,-1 0-5 15,1 4 2-15,-3 1-1 0,-2 0-4 16,0-1 0-16,1 3-2 0,3 11-2 0,-3 0 0 15,-3-15-3-15,1-1 3 0,1 2 0 0,-2-1-3 0,2 2-3 16,-1-4 0-16,0 0 0 0,3 0 0 0,0-2-3 16,-1-3-6-16,0 0 8 0,-1-8 0 0,0 2-2 15,-1-4-2-15,2 0-3 0,-1-2 2 16,-2-1 0-16,1-2 1 0,1 0-1 0,-3-2-3 16,1-3 3-16,-2-5-4 0,3 12 2 0,-3-12-3 15,3 7 2-15,-3-7 1 0,0 8 2 0,0-8-1 16,0 0 1-16,2 8 4 0,-2-8 8 0,0 0-2 0,0 0 6 15,0 0-3-15,0 0 0 0,1 5-3 0,-1-5 0 16,0 0-4-16,0 0-2 0,0 0-5 16,0 0 2-16,0 0-1 0,7 5-2 0,-7-5 0 15,0 0 2-15,7 4-6 0,-7-4 6 0,12 2-5 16,-3 1 1-16,0-2 1 0,0 3 1 0,1-3-3 16,1 2 0-16,1 0-4 0,-2 0 3 0,2 1-3 15,-2-1 4-15,1 1-3 0,-2-1-3 0,0 1 4 16,-1 0-2-16,0-1 1 0,-3 2-4 0,1 0 1 15,-1 0 1-15,-1 2 1 0,-1 0 0 0,-1 1-1 16,-2 3 0-16,-2-2 6 0,-3 3-4 0,-1-1-3 16,-3 4 6-16,-3 1-3 0,0-1-1 0,1 1 3 15,-6 4-3-15,-1-2 3 0,0 3-1 0,7-7-2 16,-5-1 0-16,5 0 2 0,-2 0-3 0,5-6 0 16,2 9 1-16,1-6 2 0,0 1 1 0,1 1-3 15,3-4 3-15,1 4-1 0,0-2-2 0,2 2 7 16,2-3-6-16,0 1-2 0,2 1-1 0,1-1 2 15,3 3-3-15,-1-4 1 0,2 6 8 0,1-2-7 16,2-1 1-16,-2 2 2 0,0 0-1 0,0-1-4 16,-1 0 2-16,-2 1-4 0,0 2 0 0,-1-2 4 15,-3 1-1-15,1 0 3 0,-2 1-1 0,-1 2-1 16,-5-1-2-16,1 2 4 0,-3-3-1 0,-2 3 1 16,-2-1-1-16,2-1 4 0,-2-1 0 0,-2 1-5 15,2-2 1-15,2 3 1 0,-2-2 0 0,1 0 3 16,0 0-3-16,3 0 2 0,-1-4-1 0,4 4-1 15,0 1 0-15,-1-2 0 0,4-2-1 16,0 2 1-16,2 0 1 0,3 3-1 0,0-4 3 0,-1 3-3 16,2 1 0-16,-1-3 1 0,3 3 2 0,-3-1-1 15,2-1-4-15,-1 1 1 0,2 0 2 0,-2 0-3 16,0-1 4-16,-2 2-6 0,0 0 4 0,-1 4 0 16,1-2 0-16,-4-1-2 0,0 0 0 0,-1 5 3 15,0-4 5-15,-1 6-4 0,1 0-3 16,-1 0 3-16,-1-1-3 0,0-5 0 0,2 5 3 0,-2 3 0 15,1-1-1-15,2 1 3 0,1-2 3 0,-3 3-1 16,3-1 1-16,0 1 1 0,5 3 2 0,0-2-1 16,-1 4 6-16,2-4 3 0,-2 1-2 0,0-1 2 15,2 1-4-15,3-1-2 0,-3-1 1 0,0 1-1 16,2 0-1-16,-3-3-3 0,1-1 3 0,-3 0-1 16,3-3-3-16,-6-4 4 0,0 0-2 0,1-2-2 15,-2 1 1-15,0-2-4 0,-3-5 1 16,1-11-15-16,-1 23-19 0,1-23-18 0,-2 20-24 0,2-20-30 15,-4 16-31-15,4-16-42 0,-2 11-47 0,2-11-141 16,0 0-391-16,0 0 174 0</inkml:trace>
  <inkml:trace contextRef="#ctx0" brushRef="#br0" timeOffset="24783.64">29918 6412 90 0,'0'0'141'0,"0"0"-20"0,0 0-12 16,0 0-8-16,0 0-2 0,0 0 0 0,0 0 5 15,45 12-5-15,-8-11-9 0,23-1-9 0,31-6 1 16,1 1-5-16,4-7-8 0,2 1-4 0,2-6-4 15,-2 6-5-15,2-3-6 0,0 3-1 0,-6-5-6 16,2 5-2-16,-3-1-1 0,-25 2-3 0,24-5-3 16,-1 5-6-16,-27 1 2 0,23-8-1 0,-26 10-6 15,3-2 1-15,-7 2-4 0,-2-2-2 0,-16 4-1 16,13-7-4-16,-20 6 1 0,0-1-4 0,-4 1 2 16,-1 0 2-16,-9 3-4 0,-3-2 1 0,-5 0 2 15,2 3-3-15,-3-2-3 0,-1 1 4 0,-3-1-21 16,0-2-16-16,-2 2-32 0,-3 4-10 0,4-12-19 15,-4 12-29-15,-5-12-28 0,-2 3-131 0,-4-4-295 16,1 1 130-16</inkml:trace>
  <inkml:trace contextRef="#ctx0" brushRef="#br0" timeOffset="25690.34">29485 3470 35 0,'19'4'105'16,"-8"-5"2"-16,9 1 8 0,11-5-3 0,6 0-1 0,15-5-7 16,7 0 8-16,1 1-11 0,29-4-2 15,-26 1-8-15,30-6-1 0,-1 1-36 0,-4 0 2 16,7 1-7-16,-4-2-2 0,8-2 5 0,0 4-5 15,9-1-6-15,-1-1 3 0,-4 2-4 0,-1 1-2 16,-2 5-6-16,-9-4 1 0,1 2 0 0,-28 6 1 16,-2 0 1-16,0-1-1 0,-4 0-5 0,-5-1-1 15,-3 0 2-15,-16 3-4 0,-1 2 2 0,1 0-4 16,-5-1 4-16,-1 1-1 0,-6 1-4 0,-4 0 1 16,-5 2 1-16,-2-2-2 0,-1 0 4 0,-2 1-4 15,-8 1 1-15,12-1 5 0,-12 1-5 0,11 0 0 16,-11 0-7-16,0 0 7 0,9 0-9 0,-9 0-1 15,0 0-4-15,0 0-7 0,0 0-13 0,0 0-19 16,0 0-17-16,0 0-24 0,0 0-24 0,0 0-22 16,0 0-33-16,0 0-21 0,0 0-116 0,0 0-311 15,0 0 138-15</inkml:trace>
  <inkml:trace contextRef="#ctx0" brushRef="#br0" timeOffset="27998.23">31926 3102 20 0,'0'0'179'0,"0"0"-13"0,0 0-5 15,0 0-13-15,0 0-10 0,0 0-10 0,0 0-8 0,0 0-15 16,0 0-9-16,0 0-11 0,0 0-10 15,0 0-10-15,0 0-7 0,0 0-12 0,0 0-1 0,0 0-6 16,0 0-1-16,0 0-5 0,-17 13-5 16,14-7-4-16,-1 3 0 0,0-2-1 0,-1 1-9 15,1-1 2-15,3 0-2 0,1-7-6 0,-4 12 2 16,4-12 1-16,1 8 0 0,-1-8 3 0,3 12-8 16,2-8 5-16,-5-4-1 0,7 7 2 0,-3-4 0 0,3 1 1 15,-7-4-1-15,14 5-2 0,-14-5 6 0,11 1-3 16,-11-1 6-16,12 0-8 0,-12 0 15 15,0 0 11-15,16-3 38 0,-16 3-13 0,8-6 2 16,-8 6-8-16,7-9 2 0,-6-3-10 0,-1 12-2 16,-1-16-9-16,1 16-2 0,-4-20-5 0,1 12-1 15,-3-1-3-15,2 2-3 0,-3-2-5 0,0 3-5 16,-2-1-2-16,0 0-13 0,-1 2-13 0,-1 2-15 16,11 3-24-16,-21-3-20 0,21 3-26 0,-25 3-36 15,14 4-47-15,-3 2-182 0,-3-2-395 0,6-1 175 16</inkml:trace>
  <inkml:trace contextRef="#ctx0" brushRef="#br0" timeOffset="28313.28">32300 2955 93 0,'0'0'196'0,"0"0"-5"16,0 0-5-16,-5-13-19 0,5 13-12 0,0 0-15 15,0 0-9-15,0 0-15 0,0 0-13 0,0 0-10 0,0 0-12 16,5-8-5-16,-5 8-7 0,9 0-8 15,-9 0-6-15,21 0-10 0,-8 0-18 0,6-4-19 16,-1 3-29-16,1-3-23 0,0 4-37 0,-2-1-2 0,-5-2-46 16,0 1-10-16,-3 2-111 0,0-2-270 15,-9 2 120-15</inkml:trace>
  <inkml:trace contextRef="#ctx0" brushRef="#br0" timeOffset="28478.71">32401 2799 24 0,'-6'-7'160'0,"6"7"-14"0,0 0-15 0,0 0-12 16,-8-7-17-16,8 7-13 0,0 0-8 0,0 0-14 16,0 0-5-16,0 0-2 0,-7 25-9 0,6-12-9 15,2 3 6-15,0 4 0 0,-1 4-6 0,4 3-4 16,-3 1-10-16,0 1-40 0,3 0-40 0,0 0-37 16,-1 1-109-16,-6-3-214 0,-1 0 95 0</inkml:trace>
  <inkml:trace contextRef="#ctx0" brushRef="#br0" timeOffset="29409.4">32013 6089 42 0,'0'0'217'0,"0"0"-2"0,0 0-17 16,0 0-14-16,0 0-16 0,0 0-15 0,0 0-21 16,0 0-14-16,0 0-17 0,0 0-8 0,0 0-2 15,0 0-16-15,2 11-10 0,-2-11-3 0,-2 11-11 16,2-11-3-16,-5 17-4 0,4-8-4 0,1 1-3 16,0-3-1-16,0-7-10 0,0 14-2 0,0-5 0 15,2-3 3-15,-1 2-9 0,2-3 5 0,3 1-3 16,-2-1-4-16,-4-5 3 0,14 6 2 0,-1-4 3 15,-4 1-5-15,4 0-1 0,1-5-1 0,4 1-5 16,0 0 3-16,-7-2-2 0,7 0-2 0,-3-4 0 16,-2 4 0-16,-5-3-2 0,1 0-2 0,1 2 0 15,-2-4 4-15,1 1-3 0,-6-2 2 0,-1 2-2 16,0 2 4-16,-2 5-8 0,-5-17 2 0,0 8-3 16,-3 0 0-16,-1-1-3 0,-1 5 4 0,0-3-1 15,-3 4-2-15,0-1-1 0,-3 3-4 0,-2 0-3 16,5 2-10-16,-2 0-14 0,3 0-17 0,0 2-26 15,1 1-44-15,5-1-29 0,-1 2-43 0,1-1-144 16,6-3-360-16,0 0 159 0</inkml:trace>
  <inkml:trace contextRef="#ctx0" brushRef="#br0" timeOffset="29646.14">32727 6176 186 0,'0'0'306'0,"0"0"-22"0,0 0-14 15,0 0-17-15,0 0-21 0,0 0-21 0,0 0-17 0,0 0-22 16,0 0-16-16,0 0-20 0,64-3-10 0,-64 3-13 16,41-1-17-16,-41 1-14 0,49-5-25 15,-49 5-34-15,42-1-34 0,-42 1-37 0,45-2-41 16,-45 2-50-16,37-5-50 0,-37 5-53 0,0 0-122 15,37-7-393-15,-37 7 174 0</inkml:trace>
  <inkml:trace contextRef="#ctx0" brushRef="#br0" timeOffset="30312.05">31889 4210 56 0,'0'0'197'0,"0"0"-11"16,0 0-19-16,0 0-13 0,0 0-22 0,0 0-10 15,0 0-16-15,0 0-11 0,0 0-12 0,0 0-9 16,10 24-3-16,-3-12-3 0,2 3-8 0,1 1-4 16,0 0-1-16,5 5-5 0,-3-5-1 15,-1-4-9-15,-2 3-3 0,1 2-3 0,1-3-1 0,-1 0 4 16,3-1-6-16,-6 3 2 0,0-9-5 0,2 3 4 15,-3-2-1-15,0 0 3 0,-2-3 1 0,2-1 1 16,1 1 6-16,-3-2 12 0,-4-3 15 16,6 4 11-16,-6-4 21 0,5 4 8 0,-5-4 12 0,0 0-2 15,0 0-7-15,11-7-18 0,-6 2-5 0,-1-5-4 16,-1-1-6-16,3 0-2 0,-3-1-8 0,3-6-10 16,-1 1-4-16,2 1-7 0,-3 0-7 0,1-3 10 15,0 4-4-15,1-1-18 0,-4 2-5 16,2 1-12-16,-2 1-9 0,2 1-6 0,0 4-9 15,-3 1-16-15,-1 6-28 0,2-11-29 0,-2 11-32 0,3-8-40 16,-3 8-39-16,0-7-24 0,0 7-19 0,0 0-1 16,0 0-6-16,0 0-136 0,13 15-415 0,-13-15 184 15</inkml:trace>
  <inkml:trace contextRef="#ctx0" brushRef="#br0" timeOffset="30599.49">32321 4474 121 0,'0'0'120'0,"4"12"2"0,-4-12-10 0,4 16 6 0,-3-9 0 15,-1-7-4-15,6 12 0 0,-2-6 0 16,1-2-4-16,-1 1 1 0,2 1-3 0,3-2 0 16,0 0 3-16,0-1-6 0,4-1-4 0,-1-4 0 0,-1 2-6 15,2-2 0-15,-2-3-3 0,1 3 1 16,-2-3-7-16,-1 0-2 0,-1-2-3 0,-2 1-3 0,-1 0-5 15,-1 0-13-15,-3-3-7 0,-1-3-4 16,0-1-7-16,-2 3-2 0,-1-2-10 0,-1 0-1 16,-1 2-2-16,-1-2-18 0,-3 4-2 0,3 1-15 15,-4-1-28-15,0 3-24 0,-1 2-20 0,-5 0-28 0,-4 3-36 16,0 3-39-16,-7 4-43 0,-3 0-139 16,2 0-394-16,4-1 174 0</inkml:trace>
  <inkml:trace contextRef="#ctx0" brushRef="#br0" timeOffset="30867.12">31940 3823 2419 0,'-5'-28'-137'0,"2"3"90"0,1 7 36 0,-1 5 2 16,2 1-3-16,1 2 10 0,-1 3-12 0,1 7 2 0,0-12 4 16,0 12-1-16,-2-9-3 0,2 9 0 0,0 0 2 15,0 0-3-15,0 0-9 0,0 0 13 0,0 0 4 16,16 29-1-16,-10-9-9 0,3 4-32 0,1 1-13 16,-2 2-40-16,-3 1-22 0,0 2-30 15,0 1-111-15,-2 2-284 0,-1-3 126 0</inkml:trace>
  <inkml:trace contextRef="#ctx0" brushRef="#br0" timeOffset="31179.79">32123 5137 27 0,'11'0'319'0,"-11"0"-33"0,0 0-28 16,0 0-28-16,0 0-23 0,0 0-26 0,12 0-19 0,-12 0-16 16,2 5-19-16,2 2 0 0,0 1-16 15,1 10-3-15,3 0-12 0,-1 10-5 0,1 2-11 16,0 5-4-16,3 13-7 0,-3-12-2 0,-2 8-21 15,2-8-36-15,-5-1-26 0,0 1-30 0,-6-3-33 16,0-1-40-16,1-3-36 0,-2 2-36 0,-1-4-24 0,-4-1-120 16,-3-3-360-16,4-4 159 0</inkml:trace>
  <inkml:trace contextRef="#ctx0" brushRef="#br0" timeOffset="31319.37">32211 5711 11 0,'6'-8'42'0,"-4"5"-52"15,-2 3-9-15,0 0 5 0</inkml:trace>
  <inkml:trace contextRef="#ctx0" brushRef="#br0" timeOffset="36573.87">4750 3730 58 0,'-4'-10'173'0,"0"4"-15"0,0 1-2 0,4 5-7 16,-5-11 18-16,1 6-17 0,-1 0-12 0,5 5-16 16,-10-6-13-16,2 4-14 0,-2-1-10 0,0 3-16 15,-2 1 3-15,-5 5-13 0,-1 2-11 0,-7 6 3 16,0 5-6-16,-2 5-11 0,0 1 2 0,5 3-2 16,-11 11-2-16,14-9-5 0,0-1-5 0,2 1 3 15,2 3-7-15,5-3 2 0,-2-2-5 0,7 4-1 16,0-4 3-16,6 1-5 0,1-3 1 0,3 1-1 15,3-3-1-15,4-2 1 0,6 0-11 16,-1-3-2-16,6-4-12 0,1 0-17 0,4-4-20 0,3-1-19 16,0-4-28-16,3-2-25 0,-1-4-22 0,2 2-20 15,-2-5-98-15,-3-1-284 0,0-3 127 0</inkml:trace>
  <inkml:trace contextRef="#ctx0" brushRef="#br0" timeOffset="36947.51">5143 4018 25 0,'3'-19'143'0,"0"2"9"16,-3 5 24-16,0 2 9 0,-2 0 1 0,2 10-3 16,0-11-17-16,0 11-14 0,-5-9-21 0,5 9-13 0,-8-2-6 15,-2 4-17-15,10-2-12 0,-25 12-7 16,3 2-10-16,-1 5-5 0,1 1-2 0,2 2-12 16,2 0-5-16,1 1 0 0,2 0-5 0,7-4-6 15,2-6-6-15,3 4 2 0,0-1-7 0,3-3-2 16,-2-2-2-16,6 0-6 0,0-1 0 0,-2 0-2 15,5-6 2-15,-1 1-3 0,1-2-4 0,0 1 3 16,4-4-4-16,0-1 3 0,0 0-4 0,1-1 3 16,0-5 1-16,4-1 1 0,-7 1-2 0,3-1 3 15,-1-4-2-15,-3 3 1 0,3-4 1 0,-3-2 1 16,-3 1-2-16,0 2 10 0,-1 0 2 0,-1 0 6 16,2 2-1-16,-3 0 6 0,-1 4 5 0,-1 6 3 15,3-11-9-15,-3 11-6 0,1-6-9 0,-1 6-6 16,0 0 1-16,0 0 0 0,0 0 0 0,0 0-3 15,-1 25-2-15,1-10 0 0,1 5 1 0,-1-1-3 16,2 7-22-16,-1-1-19 0,0-5-20 0,3 5-26 16,1-1-16-16,0-5-48 0,4-2-39 0,-1 0-29 15,0 0-119-15,3-4-365 0,2-1 163 0</inkml:trace>
  <inkml:trace contextRef="#ctx0" brushRef="#br0" timeOffset="37187.78">5440 3815 145 0,'-3'-15'249'0,"-2"6"-6"16,5-1-14-16,-1 5-28 0,1 5-22 0,-1-10-26 16,1 10-15-16,0 0-13 0,0 0-17 0,0 0-9 15,0 29-10-15,2-3-8 0,1 6-9 16,-3 2-6-16,0 2-2 0,5 7-7 0,-4-7-7 0,4-3-1 15,-2 1-6-15,-1-2-3 0,2 1-12 0,2-1-27 16,-1-3-17-16,0 0-45 0,0-3-50 0,6 2-48 16,-3-4-44-16,-2-5-124 0,3-2-353 0,2-3 156 15</inkml:trace>
  <inkml:trace contextRef="#ctx0" brushRef="#br0" timeOffset="37969.61">5842 3993 158 0,'-5'-6'222'0,"5"6"-16"0,-12-7-24 0,12 7-13 15,-16 2-15-15,6 1-14 0,1 8-9 0,-2 6-6 16,-1 0-15-16,-1 4-10 0,1 4-11 0,1-1-2 16,8-5-14-16,-1 2-4 0,4-2-9 0,1 1-3 15,3-1-3-15,1-2-8 0,4 0-6 0,2-3-7 16,4 0-8-16,1-3-10 0,-2-2-6 0,4-1-12 15,0-1-6-15,2-3-4 0,-1-1-3 0,-1-4 3 16,-4-1-6-16,2-1 8 0,-4-4 0 0,3 0 1 16,-4-2 3-16,-2 1 9 0,0-7 2 0,0 1 5 15,1-2 4-15,-3 1 3 0,-1-3 4 0,-2 0-1 16,-2-3 3-16,1 6 18 0,-2-1 3 0,2 5 7 16,-7 3 10-16,5-1-2 0,-1 9-4 0,3-11-10 15,-3 11-12-15,0 0-7 0,1-7 0 0,-1 7-7 16,0 0 1-16,0 0-5 0,0 0 2 0,2 34-4 15,-2-19 0-15,2 2 0 0,-1-2 1 0,3 3-4 16,-1-4-1-16,2 2 0 0,-1-5 0 16,6 2-1-16,-4-3 2 0,2-1-7 0,1-1 1 0,1-3-4 15,-1 0-4-15,2-3 2 0,2-2 1 0,-1 0-4 16,0-3 6-16,0-1-4 0,0-2 2 0,3-2 3 16,-4 0-1-16,-2-1 2 0,0-1 1 0,-1 0-1 15,0-6 5-15,0 4 2 0,0-3 6 0,-5-2 0 16,-2 3-3-16,3-3 4 0,-4 1 1 0,0 5 8 15,0 0 6-15,1 1 3 0,-1 3 0 0,0 7-4 16,1-12-4-16,-1 12-6 0,0 0-8 0,-1-9-6 16,1 9-1-16,0 0-6 0,0 0 5 15,0 0-2-15,0 0 1 0,3 33 1 0,-1-21 0 0,1 5-2 16,1 0 0-16,1 0 1 0,-2 1 0 0,4-3-2 16,2 0-1-16,1-1-14 0,2-1-14 0,-1-1-8 15,-1-3-24-15,1-3-14 0,0-1-15 0,4-2-15 16,2-3-10-16,2 0 6 0,1-2-19 15,0-4-26-15,5-5-1 0,-7 1 1 0,4-4 10 16,-8 1 18-16,0-2 9 0,-1-1 23 0,-6-1 18 16,0-2 28-16,-3 0 10 0,-3-7 34 0,0 1 18 0,1-2 10 15,-2 0 11-15,0 3 16 0,0-5 15 0,0-1 10 16,-3-1-6-16,1 0 3 0,0 2 9 0,-2 1-3 16,2 2 11-16,0 9 16 0,1 2 5 15,0 5-3-15,0 3-9 0,1 7-14 0,-2-11-13 16,2 11-8-16,-1-7-15 0,1 7-7 0,0 0-2 15,0 0-5-15,6 33-4 0,-4-6 1 0,2 4-5 16,-3 3-1-16,2 1-2 0,-1 1-3 0,-2-1-3 0,8 10 4 16,-5-10-4-16,3-3-1 0,-3-1-17 0,5-1-32 15,-3-2-30-15,8-2-41 0,-7-1-56 16,3 0-47-16,0-5-53 0,0-4-133 0,2-2-425 16,2-2 188-16</inkml:trace>
  <inkml:trace contextRef="#ctx0" brushRef="#br0" timeOffset="38707.06">6953 3989 112 0,'-6'-10'271'0,"-2"0"-20"0,0 4-9 0,-1-1-20 16,-2 4-25-16,1-1-20 0,1 6-19 0,-4 2-17 16,1 7-10-16,-2 1-14 0,-1 1-9 0,-3 6-12 15,8-1-6-15,-4 4-13 0,3 1-6 0,4-5-11 16,6-3-2-16,-1 2-5 0,4-6-11 0,0 2-12 15,5-1-16-15,0-2-8 0,2-4-11 0,3 2-4 16,2-4-12-16,4-2-5 0,2-2-4 0,-2-2-2 16,-3-3 7-16,2-2-3 0,-7-1 2 0,-1 1 8 15,0-1 11-15,-1-2 4 0,-3 1 6 0,-1-3 5 16,-2 1 7-16,2-4 4 0,-2 2 7 0,-2 1-2 16,-2 1 6-16,1 1 11 0,-2 0 4 0,3 3 2 15,0 7-3-15,-2-12-3 0,2 12-11 0,-3-7-7 16,3 7-8-16,0 0-1 0,0 0-1 0,0 0-1 15,-9 20-1-15,7-8-1 0,-2 6 0 0,1 1-3 16,0-1 1-16,3-1-2 0,1 2 0 0,-1-2-2 16,5 1 2-16,0-1-5 0,3-2-2 0,-3-4-7 15,3 0-9-15,3-2-7 0,-1-2-5 0,2-1-7 16,-1 0 4-16,2-4-1 0,0-1 1 0,0-2-2 16,-1-4 6-16,5-1 2 0,-3-4 2 0,-1 0 6 15,-3-5 0-15,3-2 18 0,-3-4 3 0,-1-3 10 16,-4 0-2-16,3-1 1 0,-3 1 15 0,-3-4 2 15,3-2-1-15,-5-3-3 0,2 1-3 0,-2-2-1 16,1-1 7-16,-1 3 6 0,-1 1 5 0,2 3 8 16,-2 8 16-16,-1 4 7 0,1 2 4 0,0 3 2 15,0 2-6-15,-1 3-11 0,2 6-6 0,-1-11-16 16,1 11-11-16,0 0-12 0,0 0 11 0,0 0-2 16,-1 35-1-16,3-3 3 0,-2-1-8 0,-1 1 2 15,0 3 2-15,1-3-8 0,1 0-2 16,0 0 0-16,2-2 0 0,1-1 1 0,1-2-6 15,3 0 8-15,2-4-3 0,0 0-7 0,-1-9-5 16,4 1-2-16,-2-2-2 0,4-2-4 0,1-3-10 16,0-2-14-16,2-2-2 0,0-4-6 0,-5-2-5 0,6-2 2 15,-2-2 3-15,1-4 2 0,0 2-3 0,-3-4 9 16,0 0-3-16,-3-2 4 0,4-7 5 0,-8 7 1 16,0-5 0-16,-2 3 3 0,-1-2 2 15,-3 0 0-15,-2 2 5 0,0 3-1 0,-3 3 4 16,3 10 5-16,-1-19 3 0,-3 13 4 0,-1 2-2 15,5 4-5-15,-13 2 0 0,0 4 0 0,-2 5 5 16,-2 2-3-16,-1 6 0 0,2 4 3 0,3-1 1 0,3-5-10 16,1 6-10-16,5-5-14 0,3 0-25 0,2-2-42 15,3-1-52-15,1-4-58 0,3-1-199 16,3-3-445-16,2-2 197 0</inkml:trace>
  <inkml:trace contextRef="#ctx0" brushRef="#br0" timeOffset="38888.75">7204 3901 1956 0,'-11'-1'68'0,"0"-1"-17"0,3 2-37 16,8 0-55-16,-11-3-29 0,11 3 17 0,0 0 11 15,0 0 25-15,0 0-13 0,0 0-17 0,53-3-34 16,-14-1-44-16,13-1-140 0,3 0-285 0,8-3 127 15</inkml:trace>
  <inkml:trace contextRef="#ctx0" brushRef="#br0" timeOffset="39261.68">8225 3724 2145 0,'4'-6'26'0,"-3"-1"22"0,-1 7-12 15,2-12 3-15,0 8 32 0,-2 4 23 0,1-10 15 16,-1 10 1-16,0 0-25 0,4-7-8 15,-4 7 0-15,0 0-15 0,0 0-9 0,0 0-4 0,0 0-7 16,13 14-5-16,-7 1-2 0,7 10-3 0,-2-1 1 16,2 3-13-16,-2 0 3 0,4 1 2 15,-3 0 0-15,-1-2-5 0,0 2-6 0,2-2 3 0,-3-3 1 16,0 1-3-16,-2-7 1 0,0-2-3 0,-1-1 1 16,-1-3 1-16,-1-2-8 0,0-2 2 15,-2-2 2-15,0-1 2 0,-3-4 5 0,4 8 13 0,-4-8 31 16,2 6 25-16,-2-6 17 0,0 0-8 0,0 0-16 15,0 0-6-15,11-23-11 0,-10 9 2 0,3-1-6 16,-2-6-3-16,5-4-7 0,2-1-9 0,0-5-4 16,2 2-9-16,3-17 9 0,-1 17-9 0,0-3-5 15,3-2-2-15,1-9-3 0,-3 9-1 16,-1 2-13-16,1 1-8 0,-3 0-11 0,2 3-4 0,0 4-18 16,-3 0-20-16,-3 7-25 0,0 2-27 0,-2 5-32 15,-2 1-42-15,-1 2-55 0,1 3-72 0,-3 4-15 16,0 0-190-16,0 0-558 0,0 0 248 15</inkml:trace>
  <inkml:trace contextRef="#ctx0" brushRef="#br0" timeOffset="39568.32">8746 4069 97 0,'-1'7'184'15,"1"-7"-13"-15,1 13-3 0,0-6 0 0,3 2-13 16,1-2-3-16,-1-2-6 0,8 3 3 0,1-2-2 16,3-3-8-16,2-1-11 0,2-2-14 0,3-2-7 15,5-1-9-15,-7-1-8 0,7-6-11 0,-2 3 3 16,-10-2-8-16,1 1 0 0,-2-2 12 0,-6 2-3 16,2-5-5-16,-4 2 3 0,-4-1-7 0,-1-2 12 15,-1-1-5-15,-1 0-4 0,-5-2-7 0,-2 5-4 16,-4-1-7-16,0 1-6 0,-4 1-1 0,-2 8-12 15,-1-3-6-15,0 4-1 0,-9 6-10 0,6 0 1 16,-7 5-6-16,8-1-8 0,-4 4-28 0,1 2-42 16,5-2-55-16,5 3-57 0,-1-1-81 0,5-1-253 15,6-2-547-15,0-4 242 0</inkml:trace>
  <inkml:trace contextRef="#ctx0" brushRef="#br0" timeOffset="40144.92">9978 3702 140 0,'-6'-4'257'0,"-4"1"-10"15,3 0-19-15,-3 2-17 0,0 1-22 0,-2 4-19 16,-2 3-9-16,0 4-19 0,-1 1-5 0,-3 10-15 16,-1 2-9-16,2 1-15 0,5 0-6 0,1 0-12 15,3-1-7-15,5-5-8 0,0-1-4 16,2-1-8-16,2-4-3 0,2 3-5 0,0-6-9 16,4 1 6-16,3-2-4 0,0-1-1 0,1-2-7 0,2-2-4 15,4-3 1-15,-3-1-1 0,0-3 0 0,0 0 1 16,-2-2-5-16,-2-1-4 0,3 0 0 0,-4-3 0 15,0 2-1-15,2-5 5 0,-3 2 1 0,-4-1 8 16,0 0-3-16,-1-2 3 0,0 2-4 16,1 1 2-16,-4-1 5 0,1 6 6 0,-1 5 1 15,3-16-6-15,-2 13-12 0,-1 3-3 0,0 0-7 0,1-8-9 16,-1 8-1-16,0 0 4 0,0 0-14 0,0 0 18 16,3 28-8-16,-1-14 1 0,0 4-5 0,0-3-5 15,-2 5-30-15,4-2-27 0,0 1-30 16,1-1-43-16,-1 0-37 0,3-3-65 0,1 1-232 15,-5-5-509-15,4-1 225 0</inkml:trace>
  <inkml:trace contextRef="#ctx0" brushRef="#br0" timeOffset="40502.42">10197 3862 73 0,'0'-9'243'0,"0"9"-21"0,0 0-26 15,0 0-21-15,0 0-15 0,0 0-16 0,0 0-17 16,0 0-9-16,0 0-8 0,9 22-7 0,-7-10-8 16,2-1-6-16,0 1-4 0,0-1-11 0,-2 0-6 15,2 0-3-15,-1-1-8 0,2 2-7 0,-1-5-1 16,-1-1-7-16,0-2 2 0,-1 1-1 0,-2-5 4 16,4 8 17-16,-4-8 16 0,0 0 5 0,0 0-6 15,0 0-2-15,0 0-14 0,0 0-4 0,9-16-10 16,-6 5-4-16,1 0-5 0,-2 0-1 0,6-3-5 15,0-1-6-15,-1-4-3 0,1 3-5 0,5-7-3 16,0 1-4-16,3 2-1 0,-4 7-3 0,0 1-1 16,0-1-3-16,-4 8-4 0,-1-3-1 0,1 6-3 15,-2 1-2-15,-6 1 0 0,14 1 0 0,-5 1-6 16,0 2 6-16,-2 4-4 0,0 1 6 0,3 5-1 16,-3-1-6-16,-1 3-14 0,-1 0-31 0,3 0-32 15,-4 3-45-15,1-5-66 0,1 1-265 0,-3-2-501 16,1-3 222-16</inkml:trace>
  <inkml:trace contextRef="#ctx0" brushRef="#br0" timeOffset="40924.92">10903 3675 199 0,'-9'-5'280'0,"-1"1"-24"0,0 4-21 15,-4 0-21-15,0 4-16 0,-2 5-19 0,-3 3-14 16,0 4-11-16,5-2-15 0,-4 7-11 0,3 0-16 16,1 1-11-16,8-6-7 0,2 0-6 0,-1 4-15 15,5-2-3-15,1-1-7 0,5-1-4 0,-1-4-6 16,4 1-9-16,3-1-7 0,-2-5-12 0,8 0-12 16,1-2-4-16,0-3-2 0,0-4-1 0,-1 0-4 15,0-4 1-15,-2-2 2 0,-1-1-1 0,-1-2-1 16,-4-4 5-16,-1-1-1 0,-2-4 6 15,1-3 4-15,-6-2 16 0,-1 1-1 0,-1-4 8 0,-3-1-7 16,-1 0 10-16,1-1-13 0,0-2 22 0,-3 0-4 16,1-1 4-16,1-2 0 0,0 2-5 0,-4 2 2 15,3 4 9-15,3 1 17 0,-2 10-1 0,0 4 8 16,3 2-3-16,-1 2-8 0,0 2-13 0,2 6-14 16,-3-7-4-16,3 7-4 0,0 0-11 15,-8 24 0-15,6 5-1 0,-2 2 2 0,0 3-7 16,2 2 1-16,-3 11-6 0,2-2-1 0,7-9 6 0,-3 8-11 15,2-10-12-15,3 2-52 0,3-4-57 0,1 0-64 16,1-1-49-16,4-5-77 0,-2 2-282 0,0-6-632 16,-3-7 279-16</inkml:trace>
  <inkml:trace contextRef="#ctx0" brushRef="#br0" timeOffset="43445.04">12033 3449 115 0,'0'0'155'0,"0"0"-12"15,0 0-14-15,0 0-8 0,-10-3-16 0,10 3-11 16,0 0-10-16,0 0-4 0,0 0-8 0,0 0-9 15,0 0 3-15,31 3-6 0,-1-3-4 0,1-4-6 16,8 0-2-16,14-2-9 0,-3 1-4 0,-12 2-24 16,-5 0-34-16,2 0-43 0,-6 3-45 15,-7-2-110-15,-8 2-240 0,-1-2 106 0</inkml:trace>
  <inkml:trace contextRef="#ctx0" brushRef="#br0" timeOffset="43865.71">12266 3432 13 0,'-4'11'128'0,"4"-5"0"16,0 4-6-16,-3 4-6 0,5 2-6 0,-4 9 2 0,2 0-2 16,-2 3-9-16,2 0-3 0,-2 0-10 0,0 0-10 15,2 0-1-15,0 0-10 0,0 0 1 16,-4 0-9-16,2-2-4 0,2-5-10 0,-1-2-1 15,3 0-7-15,-3-2 3 0,0-3-10 0,-1 3 2 16,2-5-9-16,-3-1 6 0,3 0-6 0,-2-3-3 16,2 1-4-16,0-9 5 0,-3 13-8 0,3-13 3 15,-1 8-3-15,1-8 0 0,-2 9 1 0,2-9 0 0,-5 6-5 16,-1-4-2-16,6-2 1 0,-12 3-4 16,5-2 4-16,-6-1-7 0,1 2 3 0,1-2-2 15,-2 0 0-15,2-2-4 0,1 1 4 0,2 0-2 16,-4-1 0-16,12 2-1 0,-15 0 0 0,15 0 2 15,-9 0-3-15,9 0 3 0,0 0-4 0,-12 0-2 16,12 0 3-16,0 0-2 0,0 0 1 0,0 0 5 16,0 0-2-16,0 0 9 0,0 0-3 0,0 0-2 15,41 4 2-15,-23-6-5 0,11 0 6 0,0 0-7 16,5-2-2-16,0-2-17 0,2-1-21 0,-1 4-33 16,2-3-31-16,-3 2-34 0,-1-3-23 0,-4 2-89 15,1-3-271-15,-5 2 121 0</inkml:trace>
  <inkml:trace contextRef="#ctx0" brushRef="#br0" timeOffset="44081.9">12711 3815 140 0,'0'0'203'0,"3"-6"10"0,-3 6-9 0,0 0-13 16,2-11-17-16,-2 11-17 0,0 0-20 0,0 0-18 16,0 0-13-16,0 0-13 0,0 0-7 0,0 0-11 15,10 26-2-15,-10-14-8 0,0 4-7 0,0 2-4 16,0 0 0-16,0 2-9 0,0-1-1 15,0 0-7-15,1 0-4 0,-2-2 0 0,4 0-3 0,-5 2-1 16,6-2-5-16,-2 1-1 0,-2-5-7 16,5-1-21-16,-5-2-20 0,2 0-27 0,-2 2-37 15,1-3-24-15,-1-9-30 0,1 14-32 0,-1-10-144 0,0-4-347 16,0 0 154-16</inkml:trace>
  <inkml:trace contextRef="#ctx0" brushRef="#br0" timeOffset="44329.47">12727 3801 23 0,'11'-6'179'0,"4"-4"0"0,2 7-3 0,2-1-7 16,4 4-12-16,-2 3-9 0,0 1-13 0,6 6-9 16,-6-3-13-16,-3 5-7 0,-3 1-11 0,8 3-8 15,-14 0-9-15,0-1-5 0,0 2-6 0,-4 0-5 16,-5 0-5-16,0 2-9 0,-7 5 2 0,-5-1-1 15,-1 0-8-15,-7-2 2 0,-5 3-9 0,-4-5-1 16,4-1-3-16,-3 1-2 0,2-1-2 0,-1-3-3 16,-2-1-12-16,0-2-25 0,-1 1-23 0,6-4-36 15,4-2-45-15,6-2-47 0,-3 1-176 0,0-3-367 16,9-1 163-16</inkml:trace>
  <inkml:trace contextRef="#ctx0" brushRef="#br0" timeOffset="45675.92">4148 4934 3 0,'-5'-4'149'0,"5"4"8"16,-10-9-13-16,6 6-4 0,4 3-4 0,-9-7-22 15,9 7-9-15,-8-5-12 0,8 5-11 0,-6-4-8 16,6 4-6-16,0 0-10 0,-7-3-2 0,7 3-3 16,0 0-15-16,0 0-2 0,0 0-7 0,-5-6-2 15,5 6-1-15,0 0-10 0,0 0 6 0,0 0-11 16,0 0 10-16,0 0-7 0,0 0-1 0,24 9-3 16,-11-6 0-16,9 1 2 0,7 1 3 0,3-1 3 15,5-1 3-15,17 0 9 0,1 3-2 16,1-8 2-16,3 2 3 0,1 2-2 0,-1-1 2 0,4-2-4 15,2 2-1-15,-1-1-3 0,2 1 1 0,26-1-4 16,-29 2-2-16,3-2 0 0,-2 0-4 0,33 1-2 16,-30 1-1-16,22 0 5 0,-25-6-9 0,29 0 5 15,-29 0-1-15,42-3 3 0,-3 2-3 0,-2-4 1 16,10-1 0-16,-4-1 0 0,4-1 4 0,3 0-5 16,9-3-1-16,-11-4 2 0,3 2 4 15,8 5-10-15,0-7 5 0,-1 5-3 0,-4-1-1 0,1 1-2 16,-3 1 6-16,-4 1-3 0,2-1 1 0,0 0-2 15,1 5 0-15,0-6-4 0,-3 3 2 0,3 0-3 16,3-3 0-16,3 0 3 0,-2 6-8 0,6 1 5 16,-2-9 2-16,-1 7-6 0,2 0 8 15,-2 1 0-15,2-1 2 0,-2 0-8 0,2 1 0 16,-2-1-2-16,4 2 0 0,-3-2 3 0,1 0 1 0,0-2 1 16,0 1-4-16,-2 0-2 0,-7 5 1 0,-8-5-3 15,-1-2 5-15,-1 3-4 0,-4-1 7 0,2 5-5 16,-2 0 0-16,-3-6 0 0,-5 4 1 15,-28 3-2-15,31-6 4 0,-30 6-4 0,-1-3 2 16,1 0 1-16,-2 0 4 0,0 2-5 0,2-2-1 0,-5 2-4 16,-3 0 3-16,3-1 0 0,-6 2 0 0,-5 0-1 15,-11 1 2-15,-3 0-1 0,0 0 2 0,-3 0-1 16,-1 0 1-16,-11 1-2 0,-2 1 0 0,0-1 8 16,-6 1-5-16,0 1-2 0,-2 0 3 15,-1-2-2-15,-1 4 1 0,-9-2-1 0,13-2 2 16,-13 2-3-16,9-1 1 0,-9 1 0 0,0 0-6 0,9 3-8 15,-9-3-20-15,0 0-19 0,0 0-26 0,0 0-37 16,0 0-29-16,0 0-50 0,0 0-130 16,0 0-349-16,0 0 156 0</inkml:trace>
  <inkml:trace contextRef="#ctx0" brushRef="#br0" timeOffset="46182.55">13574 3766 73 0,'0'0'208'0,"0"0"-8"0,-2-9-10 16,2 9-14-16,-3-8-10 0,3 8-24 0,3-10-14 16,-3 10-12-16,6-9-13 0,-6 9-10 0,7-7-5 15,-1 2-17-15,-2 2-6 0,2-1-3 0,-6 4-10 16,11-5-6-16,-5 3-1 0,-6 2-8 0,0 0-1 16,14 1-10-16,-14-1-6 0,11 6-1 0,-9-1-2 15,0 2-4-15,1 2 2 0,1 0-6 0,-2 3 1 16,-2-1 4-16,0 1-3 0,0 4-1 0,0 1-2 15,0-5-2-15,0 4-4 0,-2-3-21 0,0 3-24 16,0 0-32-16,-1-6-38 0,1 3-36 0,-2-3-30 16,0 5-105-16,1-4-307 0,-1-2 137 0</inkml:trace>
  <inkml:trace contextRef="#ctx0" brushRef="#br0" timeOffset="84177.1">29716 4727 35 0,'0'-12'112'0,"0"12"-4"16,-1-9-9-16,1 9-8 0,-1-11-3 0,1 3 8 15,0 8-2-15,-2-9-1 0,2 9 3 0,-1-9-12 16,1 9-2-16,0-10-9 0,0 10 5 0,-1-8 1 16,1 8 1-16,-3-9 1 0,3 9 2 0,0 0-4 15,0-8-4-15,0 8 1 0,0 0-3 0,-2-9-8 16,2 9-6-16,0 0-4 0,0 0-7 0,0 0-7 16,0 0-2-16,0 0-11 0,0 0-2 0,0 0-8 15,0 0-1-15,0 0-8 0,0 0 2 0,0 0 1 16,0 0 1-16,0 0-5 0,0 0 0 0,10 30-4 15,-9-15 1-15,3 3-1 0,-1-2 2 0,-1 3-3 16,-2 0 0-16,2 5 2 0,-2-5 1 0,1 7-3 16,0-7 1-16,1 0 1 0,-1-2-1 0,0 2 0 15,-1 0 3-15,4-2-6 0,-2 1 3 0,1-1 0 16,-3-4-6-16,4 3 10 0,-3-3-2 0,0-1-3 16,2-1 2-16,-3 1-3 0,0-2 4 0,2 0-5 15,-2 2 2-15,2-3 2 0,0 1 1 0,0-3 1 16,-2 1-3-16,0-8-3 0,1 11-12 0,0-4-15 15,-1-7-14-15,0 10-28 0,0-10-15 0,1 7-25 16,-1-7-33-16,0 0-14 0,2 8-21 0,-2-8-97 16,0 0-294-16,0 0 131 0</inkml:trace>
  <inkml:trace contextRef="#ctx0" brushRef="#br0" timeOffset="84453.88">29982 4939 129 0,'5'-4'206'16,"-5"4"5"-16,0 0-9 0,0 0-2 0,0 0-13 16,0 0-10-16,0 0-14 0,0 0-14 0,0 0-14 15,0 0-11-15,11 2-12 0,-11-2-11 0,0 0-14 16,0 0-10-16,0 0-3 0,0 0-8 0,0 0-9 15,0 0-3-15,0 0-7 0,0 0-6 0,0 0-11 16,0 0-17-16,0 0-26 0,0 0-32 0,0 0-17 16,0 0-22-16,0 0-25 0,0 0-35 0,0 0-17 15,0 0-30-15,0 0-115 0,0 0-331 16,-10 20 147-16</inkml:trace>
  <inkml:trace contextRef="#ctx0" brushRef="#br0" timeOffset="84958.22">30160 4707 108 0,'1'-6'151'0,"2"0"12"0,-3 6-8 0,6-10-4 16,-5 4-19-16,-1 6-9 0,5-8-11 0,-1 5-15 15,-4 3-10-15,11-8-9 0,-4 5-3 0,3 2-4 16,1-2-5-16,1 3-3 0,0 0-8 0,-1 0-3 16,2 3-9-16,-1 0-5 0,-1 2 2 0,-1 4-6 15,-2-4 4-15,2 4-4 0,-1 0 1 0,-1 1-1 16,-3 1-6-16,3 3 3 0,-3-3-6 0,-4 0 1 15,0 2-1-15,-2 0-4 0,0-1 3 0,-2 2-4 0,0-2-3 16,-3 3-1-16,-1 0 2 0,-1-1-1 16,-3 0-3-16,4-4-1 0,-2 1 0 0,1-3-4 15,0 2 1-15,-1-4-1 0,1 1 0 0,1-1-1 16,-1 0 0-16,1-2 1 0,3 0-4 0,4-4 2 16,-7 5 0-16,7-5-1 0,-8 5-2 0,8-5 0 15,-5 4 2-15,5-4-1 0,0 0-2 0,-5 5-4 16,5-5-2-16,0 0-1 0,0 0 4 0,0 0-3 15,0 0-2-15,0 0 1 0,0 0 2 0,0 0 4 16,11 13-5-16,-2-11 6 0,-1-1-3 0,2 2 1 16,4-3-15-16,-1 2-11 0,1-1-24 0,-1-1-37 15,3 3-32-15,-3-3-39 0,0-2-25 0,0 4-119 16,0-2-325-16,-1 0 144 0</inkml:trace>
  <inkml:trace contextRef="#ctx0" brushRef="#br0" timeOffset="85315.68">30583 4663 43 0,'-1'-10'196'0,"1"10"1"15,0-15-12-15,-2 10 3 0,2 5-14 0,-2-8-7 16,2 8-20-16,0 0-14 0,-2-7-21 0,2 7-15 16,0 0-9-16,0 0-11 0,0 0-10 0,0 0-5 15,0 0-4-15,2 32-1 0,0-16-2 0,0 1 6 16,0 1-7-16,-2 2-6 0,1-1 0 0,1-4 1 16,-1 4 3-16,2-1 0 0,-2-1 2 0,1 1-4 15,2-2-4-15,-3 1 1 0,1-3-9 0,0-1-8 16,-1-1 2-16,2 0-1 0,-2 0-6 15,1-2 1-15,0 2-2 0,0-1 2 0,-2-1-19 0,1 0-25 16,-1-1-29-16,-3 1-33 0,3-10-26 0,-1 14-51 16,-2-8-26-16,1 0-40 0,2-6-126 0,-8 8-376 15,8-8 166-15</inkml:trace>
  <inkml:trace contextRef="#ctx0" brushRef="#br0" timeOffset="85657.66">30728 4733 168 0,'6'-8'190'0,"-6"8"-9"0,0 0-14 0,0 0-15 0,0 0-17 16,2-4-11-16,-2 4-14 0,0 0-14 16,0 0-7-16,0 0-12 0,0 0-8 0,0 0-5 15,0 0-6-15,0 0-8 0,-9 22-1 0,5-15-6 0,-1-1-6 16,0 3-4-16,0-1-1 0,1-2-2 0,-4 3-8 15,3 1 1-15,0-5-2 0,0 3-3 16,1-1 0-16,2 0-9 0,-3 0 5 0,0 2-2 16,2-4 0-16,-2 2-4 0,5-7 1 0,-5 10 2 15,1-7-5-15,4-3 1 0,-1 11-3 0,1-11 2 0,-2 8-4 16,2-8 1-16,-1 10 0 0,1-10 4 0,5 7 1 16,-5-7-1-16,7 7-2 0,-1-2 7 15,0-1-7-15,1-2 2 0,6-1-2 0,1 1-1 16,-1-2-23-16,2 1-28 0,2-1-50 0,-1 1-23 15,-2 1-32-15,-1-1-25 0,-5 1-92 0,2-4-290 16,-1 4 128-16</inkml:trace>
  <inkml:trace contextRef="#ctx0" brushRef="#br0" timeOffset="86281.14">30928 5015 123 0,'0'0'167'0,"0"0"-12"0,0 0-6 16,0 0-15-16,0 0-15 0,0 0-9 0,0 0-12 16,11-1-3-16,-11 1-9 0,0 0 5 0,11-3 15 15,-11 3-5-15,7-4-11 0,-7 4-1 0,8-2-8 16,-2-1-2-16,-1-1-10 0,-5 4 2 0,9-7 2 15,-3 4 0-15,-6 3-3 0,10-7-10 0,-5 3-1 16,0-2-6-16,0 1-1 0,0-4-2 0,3 1 0 16,-3-1-7-16,-1 0-4 0,-2-2 0 0,1 1 0 15,-2-1-3-15,2 0-3 0,-1 2 1 0,0-4-8 16,-2 4 4-16,0-1-9 0,1 2 3 0,-1-4-7 16,0 2-1-16,-1 0 1 0,-1 2 3 0,4-2-7 15,-4 0-1-15,1 1-1 0,-2 0 5 0,2 1-5 16,-1 2 2-16,-1-1-6 0,3 7 3 0,-1-9-4 15,1 9 8-15,-3-10-5 0,3 10 2 0,-1-7 2 16,1 7-1-16,0 0-2 0,0-10-3 0,0 10-1 16,0 0-5-16,5-9 4 0,-5 9-5 0,8-6-2 15,-2 2-5-15,-1 1 10 0,-5 3-4 0,14-4-2 16,-7 3-2-16,-2-1 1 0,-5 2-3 0,13 1 2 16,-13-1-2-16,11 3-4 0,-4 1 4 0,-2-2-3 15,1 5 3-15,-2-1-3 0,2 0 7 0,-2 2 0 16,3 1-2-16,-4-1-1 0,2 1 2 0,-3 1 1 15,0-1 0-15,-2 3 0 0,-1 0-1 0,2-1 2 16,-2 2-1-16,2 2 0 0,-2-4 0 0,-2 0 0 16,3 0 1-16,-2-1 4 0,-1 1-3 0,3 0 1 15,4-1-1-15,-5-1 1 0,-2 1 3 16,2-3 1-16,2 0-3 0,-1-7-2 0,4 12 0 0,-1-6 6 16,-1 0-4-16,2-1 1 0,1-1 0 0,0 1 3 15,5-1-1-15,1-1-4 0,2-1-12 0,2-2-19 16,13-1-28-16,-9 0-32 0,9-4-32 15,0-2-49-15,-9 3-54 0,0-1-166 0,-2-2-425 0,-1-1 187 16</inkml:trace>
  <inkml:trace contextRef="#ctx0" brushRef="#br0" timeOffset="96197.69">21033 3917 67 0,'0'0'62'16,"-6"-4"-4"-16,6 4 5 0,0 0-4 0,-7-4-5 15,7 4-5-15,0 0 4 0,0 0-3 0,-6-3-7 16,6 3 2-16,0 0-17 0,0 0 16 0,-7-5-9 15,7 5-4-15,0 0-1 0,-6-5 1 0,6 5 0 16,0 0 9-16,-9-1-7 0,9 1-7 0,-10-2-9 16,10 2 4-16,-9-4-3 0,9 4 10 0,-10-1-9 15,10 1 4-15,0 0-2 0,-16 0 0 0,16 0-4 16,-12-3-6-16,12 3 6 0,-12-1-4 0,12 1-11 16,-11 3 9-16,11-3-8 0,0 0 1 0,-11-2-2 15,11 2 2-15,0 0 1 0,-9 3 7 0,9-3-12 16,0 0 2-16,0 0 6 0,-8 1-2 0,8-1-9 15,0 0 5-15,0 0 6 0,0 0-16 0,0 0 2 16,0 0 6-16,0 0 0 0,0 0 6 0,16 11-3 16,-5-8-1-16,6 3 10 0,2-1 2 0,8 1-8 15,3 1-2-15,2-4 4 0,6 3 1 0,-3 0 13 16,2-1-7-16,0 1-4 0,0-2 1 0,-1 2-9 16,-1-1 11-16,-3 1-11 0,-2 2 8 0,-3-1-9 15,-6 0 5-15,-2-1 0 0,-5 5-6 0,0-3 2 16,-5 3 1-16,-3-1 3 0,-2 1-6 0,-3 2 2 15,-1 3 7-15,-2 2-3 0,-3-3-7 0,-3 3 19 16,-6 5-14-16,1-1-2 0,-5-2-10 0,7-3-18 16,-2-2-12-16,-2 5-28 0,2-4-17 0,3 0-29 15,-2-3-76-15,3-1-201 0,4 1 89 0</inkml:trace>
  <inkml:trace contextRef="#ctx0" brushRef="#br0" timeOffset="96456.26">21130 4592 38 0,'0'0'128'0,"0"0"-23"0,0 0 4 0,0 0-12 15,34-13-6-15,-12 8-9 0,7-5-16 0,3 3 0 16,2-1-8-16,-3 1-1 0,3-1-9 0,-2 1-15 16,-2 0-20-16,0 2-21 0,-2 1-7 15,-9 1-22-15,-2 1-25 0,-3 1-6 0,0 1-66 16,-3-2-145-16,1 2 65 0</inkml:trace>
  <inkml:trace contextRef="#ctx0" brushRef="#br0" timeOffset="96851.63">21544 4492 35 0,'0'0'55'0,"-13"0"-2"16,7-1 4-16,6 1 10 0,-9-2 1 0,9 2-12 16,0 0 13-16,-10-1-14 0,10 1-7 0,0 0-4 0,0 0 5 15,-9 8 1-15,9 1 1 0,-3 1 3 0,2 2 1 16,2 7 3-16,-4-1 0 0,3 7-5 0,0-5-2 16,2 4-1-16,-1 0 5 0,0-5-21 15,1 0 4-15,0 1-3 0,1-1 4 0,-1 0 3 16,0 0-9-16,0-3 1 0,1-1-8 0,0 2 2 0,0-5 0 15,-1 5-5-15,0-6-1 0,0-1 0 0,1 0-4 16,-4-1 0-16,3 1-3 0,-2-4 0 0,0-6 0 16,-1 13-1-16,0-7 0 0,1-6-5 15,-3 9-2-15,3-9 4 0,-6 8-8 0,-2-4-2 16,0-2-10-16,-1 1 5 0,-2-1-12 0,-2 0 5 16,0 1-1-16,-5-3 4 0,4 0-3 0,-1 2-1 0,3-1 1 15,-1 0 1-15,2-1 0 0,1 0 8 0,2 2-1 16,8-2-8-16,-11 1 6 0,11-1 2 15,0 0 0-15,-10 2-7 0,10-2 4 0,0 0 4 16,0 0-6-16,0 0 5 0,0 0-1 0,0 0 2 16,38 0 4-16,-15-3 1 0,9 0 3 0,0-1-8 0,1 0 19 15,0 2-17-15,-1-5-15 0,2 5-13 0,-4-1-29 16,1-1-21-16,-2 2-18 0,-7 0-16 16,-1-1-89-16,-2 0-216 0,0 2 97 0</inkml:trace>
  <inkml:trace contextRef="#ctx0" brushRef="#br0" timeOffset="97105.87">21871 4818 68 0,'0'0'171'0,"-1"-10"-5"0,1 10 0 0,-2-8-5 16,2 8-6-16,0 0-15 0,0 0-13 0,0 0-11 16,-1-11-18-16,1 11-9 0,0 0-19 0,0 0-1 15,0 0-10-15,0 0-8 0,0 0-2 0,8 31-4 16,-4-17 0-16,1-1 0 0,-4 4-5 0,1 1-5 0,0-1 0 15,0-1-3-15,0 0-4 0,-1 0 0 0,0-4-3 16,1 0-4-16,-1 5 0 0,-1-3 0 16,2-2-4-16,-2 1-1 0,2-2-2 0,-2 1-11 15,0-1-22-15,0-2-24 0,0-1-30 0,1-2-19 16,-1-6-18-16,-1 12-11 0,1-12-6 0,0 10-5 0,0-10-5 16,-3 5-92-16,3-5-248 0,-6 4 110 15</inkml:trace>
  <inkml:trace contextRef="#ctx0" brushRef="#br0" timeOffset="97350.01">21854 4872 133 0,'3'-9'137'0,"-2"1"1"0,2 2-11 0,1 0-14 0,3-1-10 16,3 2 12-16,2 1 6 0,7 1-3 16,0 2-4-16,2 1 0 0,7 4-5 0,-1 1-11 15,-9 4-11-15,3-3-8 0,-3 6-16 0,-1-3-2 16,1 2-7-16,-7 2 0 0,0-1-2 0,-1 2-4 15,-3 1 0-15,-5 1-10 0,0-5 7 0,-2 7-4 16,-5-1 2-16,-4 0 1 0,-1 0-2 0,-7 4-2 16,-4-1-7-16,-1-1 2 0,-1-1-3 0,-2-2-4 15,1-2-5-15,1 0-14 0,8-4-18 0,-3 1-30 16,3-1-36-16,-2-3-44 0,4 0-56 0,1-1-179 16,-3 0-383-16,3-4 169 0</inkml:trace>
  <inkml:trace contextRef="#ctx0" brushRef="#br0" timeOffset="117779.03">3339 5989 62 0,'0'0'75'0,"-1"-8"5"0,1 8-12 16,-3-11 1-16,3 11-12 0,-2-10 2 15,2 10-9-15,-3-10 0 0,3 10 5 0,0-7 7 0,0 7-17 16,-1-9-1-16,1 9-6 0,0 0-5 0,-4-7 10 16,4 7-7-16,0 0 6 0,-4-6 6 0,4 6-9 15,0 0-10-15,0 0 3 0,0 0 2 16,0 0-16-16,0 0 7 0,0 0-9 0,0 0-1 0,0 0 5 15,0 0-9-15,0 0 3 0,0 0-4 0,0 0-8 16,0 0 0-16,0 0 0 0,0 0 5 0,0 0 1 16,0 0-5-16,3 30-6 0,-3-17 7 0,0 4-1 15,0 7 8-15,-2 3-10 0,2 2 8 0,-1 2-3 16,0 5 14-16,-1 11-4 0,0 1 2 16,1-1 0-16,1 3 12 0,-2 0-4 0,2 1 6 0,2-3-2 15,-2 2 0-15,1-4-2 0,1-1 2 0,1-8-3 16,1-3 0-16,1 13-11 0,-1-11 9 0,7 11-3 15,-6-1-3-15,2-14 2 0,-1 4 3 0,1 0 7 16,1-2-11-16,0-2 2 0,0 1 6 0,-2-1-5 16,3-2 1-16,-2-1-1 0,-1-2-8 0,-1-2 1 15,3-3-3-15,-3-2-3 0,-1-7 2 0,-2 2-4 16,1-6 3-16,-2 2-4 0,2-1 0 0,-1-2 3 16,0 0-5-16,-1-4 0 0,-1-4 6 0,2 9-3 15,1-4 3-15,-3-5-6 0,0 0-3 0,0 0-7 16,1 9-9-16,-1-9-26 0,0 0-22 0,0 0-57 15,0 0-30-15,0 0-140 0,0 0-313 0,0 0 140 16</inkml:trace>
  <inkml:trace contextRef="#ctx0" brushRef="#br0" timeOffset="118507.7">3283 7069 153 0,'-14'0'148'0,"2"-1"-18"0,-6 2-10 0,2 4-13 15,-4 3 3-15,-5 3-14 0,-1 5-1 0,1 3-2 16,-11 14-10-16,10-7 1 0,-7 12-10 0,-1 4-7 16,2 0-3-16,2-1-5 0,0 2-2 0,2-1-4 15,2 4-5-15,2-3-6 0,3 3-5 0,3-1-2 16,3-3-1-16,2 7-5 0,1-2-3 0,5-1 2 15,3 1-4-15,3 2-3 0,2-3 2 0,2-1-8 16,2-9 7-16,6 9-6 0,0-9-9 0,0-4 9 16,6 0-4-16,8 7 3 0,-5-9-2 15,8 9 6-15,-7-11-5 0,4-2 3 0,0 3 0 16,0-4 3-16,14 8 5 0,-8-11 0 0,10 7 6 16,-7-12 8-16,11 6 4 0,3-9 2 0,5 0-4 0,-2-4-1 15,1-2-4-15,2-6 7 0,0-4 3 0,3-4 2 16,-2-5-5-16,0 0 2 0,1-4-4 15,-3-2 4-15,-2-3-2 0,-1-1 2 0,-4 0 1 0,0-3-6 16,-4-2-3-16,1 1-1 0,0-2-3 16,-5-2-1-16,-7 7-4 0,7-9-2 0,-1-2-5 0,-5-3-1 15,-3-1-3-15,3-1 1 0,-5-4 1 0,-4 1 3 16,-2-5-7-16,-1 3 2 0,-6-2-3 16,0 0 3-16,-4-1 2 0,-2-3 2 0,-3-2-14 15,-2 3 0-15,-5 2 1 0,-1 0-4 0,-4 1 2 16,-1 9 0-16,-2 4-2 0,-5-15-2 0,-5 6-2 0,4 9 2 15,-9-8-1-15,4 13 0 0,-3 1-9 0,-7-10 4 16,6 13-2-16,-6 2-5 0,-15-5-3 16,1 6 2-16,8 6-8 0,1 3 1 0,-14 0 0 0,-1 3-12 15,-3 5-12-15,0 4 0 0,-6 6-18 16,-5 4 2-16,2 3-17 0,-22 10-6 0,27-3-3 16,-2-1-10-16,-25 13-10 0,32-11-8 0,0 3-12 0,2-2-8 15,3 2-15-15,16-5-14 0,1-1-16 16,5 1-116-16,1-3-318 0,10-2 141 0</inkml:trace>
  <inkml:trace contextRef="#ctx0" brushRef="#br0" timeOffset="118973.76">3279 7570 59 0,'-1'-10'219'0,"-1"4"4"0,-1-3-12 15,0 2-6-15,3 7-13 0,0-10-11 0,0 10-8 16,-4-9-16-16,4 9-18 0,-2-4-15 0,2 4-17 16,0 0-12-16,0 0-15 0,0 0-7 0,0 0-8 15,0 0-10-15,0 0-4 0,0 0-4 0,5 23-6 16,-3-4-4-16,2 7-1 0,0 4-2 0,1-1-5 16,-3 4-3-16,2-2-3 0,-1 3-4 0,-1-3 3 15,2 1-4-15,3 1 6 0,-5 0-9 0,5-3-3 16,-2-2 3-16,1 0-3 0,-1-2-1 0,2 2 0 15,3-4-2-15,-5 1 1 0,1-6 1 0,-2-1-5 16,1 1 11-16,2-2-12 0,-2 0 3 0,-3-1-2 16,3 1 1-16,-2-2-2 0,0-2-3 0,1-3-11 15,-3 0-23-15,0 0-30 0,0 0-28 0,-1-10-29 16,0 16-29-16,0-16-26 0,-2 10-36 0,2-10-138 16,-9 7-376-16,9-7 167 0</inkml:trace>
  <inkml:trace contextRef="#ctx0" brushRef="#br0" timeOffset="119215.37">3322 7573 191 0,'-4'-8'190'0,"4"8"-17"16,-6-5-18-16,6 5-15 0,-11-1-11 0,11 1-12 15,-18 9-7-15,-1 2-6 0,-2 7-10 0,1 3-11 16,-3 5-10-16,0 0-1 0,-2 1-8 0,9-2-7 16,-5-2-7-16,6 0-5 0,-2-1-20 0,8-6-27 15,-3 0-21-15,3-2-21 0,4-4-37 0,-1 0-34 16,2-3-37-16,1 1-91 0,3-8-262 0,0 0 115 16</inkml:trace>
  <inkml:trace contextRef="#ctx0" brushRef="#br0" timeOffset="119411.42">3308 7519 78 0,'7'-1'215'0,"0"-1"-30"0,2 0-12 0,3 1-16 16,-12 1-9-16,13 2-12 0,-3-1-9 0,1 2-12 16,-1 0-5-16,2 6-6 0,3-2-9 0,-1 3-3 15,3 2-8-15,0-2-12 0,4 7-4 0,2-1-6 16,-2-1-6-16,-1 2-16 0,-3-5-42 0,-2 1-30 15,7 5-47-15,-7-4-45 0,3 0-45 0,-5 2-117 16,2-1-308-16,-3-2 136 0</inkml:trace>
  <inkml:trace contextRef="#ctx0" brushRef="#br0" timeOffset="120385.93">3520 8781 109 0,'-5'-10'175'0,"-1"2"7"0,1-1-5 15,1 4-9-15,-2-2-5 0,6 7-8 0,-5-9-9 16,5 9-19-16,-6-7-15 0,6 7-15 0,0 0-13 16,-3-7-7-16,3 7-9 0,0 0-11 0,0 0-6 15,0 0-6-15,0 0-6 0,0 24-3 0,2-8-5 16,2 3-1-16,0 8-3 0,2-1-3 0,-1 4-6 15,0 1 5-15,0 3-5 0,1 1 1 0,-1 13 3 16,0-15 3-16,-1 13-3 0,-2-10 0 0,2 9 0 16,0 1-3-16,0 0 0 0,-2-10-1 0,2-1-1 15,0-2-3-15,1 2 2 0,1-4-1 0,2 2-4 16,-1-3 3-16,1-1-2 0,-3 0 0 0,4-3-2 16,-2-1 0-16,3-2-2 0,-4-7 1 0,0 0-5 15,-1-2 1-15,0 2-1 0,-1-4 4 0,1-2-3 16,-3-1-2-16,3 0 2 0,-3-2 2 0,-1-3-5 15,2 3 3-15,-3-7-3 0,5 8 5 0,-4-4-6 16,-1-4 4-16,4 7 0 0,-4-7 1 0,2 4-3 16,-2-4 2-16,0 0-4 0,5 6 4 0,-5-6-5 15,0 0 11-15,5 7-9 0,-5-7 2 0,6 2 1 16,-6-2-7-16,9 2 4 0,-9-2 2 0,17 1-2 16,-6-1 2-16,7-1-2 0,0 1 1 0,3-1-3 15,7-2 5-15,4-1-2 0,3 1 1 0,2 0-2 16,4-2 1-16,14-1 0 0,4 0 1 0,6 1-2 15,29-6 3-15,8 1 8 0,1-1-6 0,2-3 1 16,3 0 0-16,6 0 5 0,1-7 7 0,9 2 9 16,6 1-6-16,2-3-2 0,2 1 1 0,5-1 2 15,2 1 5-15,6-2 1 0,5 2-1 0,5-3-2 16,11 1 2-16,-14-1-1 0,5 0-5 0,3 3 1 16,-6-4-6-16,3 4 7 0,-9-4 6 0,5-1-3 15,-3 6-5-15,-3 0-1 0,-2 3-3 0,-7-3-5 16,-6 2-3-16,-4-2 10 0,-3 3-8 0,-3 2-1 15,-4 2-1-15,-8 2-2 0,-6 0 0 0,-8 3-3 16,-4-2 0-16,-30 3 1 0,-1 2-6 0,-3 1-5 16,-1-1-5-16,-3 1-5 0,-5-1-4 0,-14 4 0 15,1 2-7-15,-4-2-9 0,0-2-4 0,-2 4-6 16,-4-2-4-16,-7 1-10 0,-1 0-6 0,-9-1-10 16,1 1-11-16,-1 5-10 0,-11-6-1 0,12 1-1 15,-12-1-17-15,0 0-14 0,0 0-35 0,0 0-26 16,0 0-147-16,-46-1-362 0,15-1 161 0</inkml:trace>
  <inkml:trace contextRef="#ctx0" brushRef="#br0" timeOffset="122944.05">1003 7970 5 0,'-16'1'109'0,"9"-1"-9"0,7 0-2 0,-16 2 6 16,9-2-3-16,7 0 1 0,-13 0-4 0,4 1 4 15,9-1-4-15,0 0-2 0,-11 0-8 0,11 0-6 16,0 0-12-16,0 0-8 0,-11 0-3 0,11 0-7 16,0 0-5-16,0 0-3 0,0 0-2 0,-10 3-7 15,10-3 4-15,0 0-6 0,0 0-10 0,0 0 0 16,0 0-5-16,0 0 3 0,0 0-1 0,0 0-4 15,0 0-1-15,0 0 1 0,0 0-5 0,0 0-2 16,25-9 2-16,-18 8 2 0,2-1-8 0,-9 2 6 16,14-4-4-16,-10 3 0 0,6-1-1 0,-10 2-2 15,13-2-7-15,-7 1-4 0,-6 1 1 0,9-3-4 16,-9 3-7-16,7-2 3 0,-7 2 7 0,0 0-10 16,9-2-7-16,-9 2 3 0,0 0-13 15,0 0 26-15,9-1-12 0,-9 1 9 0,0 0-2 16,0 0 1-16,0 0 4 0,0 0-6 0,0 0 6 0,0 0 3 15,0 0-5-15,0 0 4 0,0 0 0 0,0 0-5 16,0 0 2-16,0 0 2 0,0 0 1 0,0 0 0 16,0 0-1-16,-22 8 4 0,22-8 2 0,0 0-3 15,0 0-1-15,-10 1 2 0,10-1 1 16,0 0-4-16,0 0 3 0,0 0 1 0,-4 5 2 16,4-5-1-16,0 0 1 0,0 0-4 0,0 0 3 15,0 0-1-15,-11 2-3 0,11-2 6 0,0 0 1 0,0 0-1 16,0 0-1-16,-5 4 1 0,5-4 3 15,0 0-5-15,0 0 1 0,0 0 2 0,0 0-5 16,0 0 5-16,0 0 0 0,0 0-1 0,0 0-3 16,0 0-1-16,0 0 1 0,0 0 3 0,0 0 0 15,0 0 1-15,0 0-1 0,0 0-4 0,-7 3 13 16,7-3-9-16,0 0-5 0,0 0 6 0,0 0 5 16,0 0-1-16,0 0-4 0,0 0 8 0,0 0-5 0,0 0-2 15,0 0 3-15,0 0-3 0,0 0 0 16,0 0-2-16,0 0 5 0,0 0-5 0,-8 1-2 15,8-1 7-15,0 0-3 0,-7 3 0 0,7-3-3 16,0 0 8-16,-7 4-10 0,7-4 6 0,-7 3-6 16,7-3-1-16,0 0 6 0,-4 5-4 0,4-5 5 15,0 0-7-15,-7 5 4 0,7-5 1 0,0 0 1 16,-6 2 0-16,6-2 3 0,0 0-4 0,-9 7-4 16,9-7 3-16,0 0 3 0,-8 2-1 0,8-2 0 15,0 0 5-15,0 0 5 0,-6 2 0 0,6-2 3 16,0 0 4-16,0 0 3 0,0 0 2 0,0 0 3 15,0 0 1-15,0 0-2 0,-3 5 2 0,3-5 3 16,0 0-5-16,0 0 1 0,0 0 2 0,0 0-7 16,0 0 3-16,0 0 2 0,0 0-2 0,0 0 1 15,0 0-7-15,0 0-2 0,0 0-2 0,0 0 3 16,0 0-4-16,0 0 1 0,0 0-5 0,0 0-1 16,0 0 7-16,0 0-8 0,0 0-2 0,0 0-3 15,0 0 2-15,0 0 0 0,0 0-2 0,0 0 0 16,0 0 0-16,0 0-2 0,0 0 1 0,0 0 1 15,0 0-3-15,0 0 1 0,0 0 0 0,0 0 0 16,0 0 2-16,0 0-4 0,0 0 3 0,0 0-3 16,0 0 0-16,0 0-2 0,0 0 6 0,0 0-12 15,0 0 9-15,0 0-5 0,0 0-4 0,0 0-3 16,0 0-1-16,0 0-5 0,0 0 1 0,0 0 0 16,0 0 4-16,0 0-3 0,0 0 1 0,0 0 0 15,0 0 4-15,0 0-5 0,0 0 6 0,0 0-3 16,0 0 0-16,0 0 0 0,0 0 3 15,0 0-2-15,0 0 1 0,0 0-1 0,0 0 4 0,0 0 0 16,0 0 0-16,-10 0 0 0,10 0 2 0,0 0-6 16,0 0 6-16,0 0 2 0,0 0-2 0,0 0 4 15,0 0-4-15,0 0 3 0,-10 0 2 16,10 0-2-16,0 0 0 0,0 0 0 0,-9 2 2 16,9-2-4-16,0 0 2 0,0 0 6 0,0 0-7 15,0 0 1-15,0 0-4 0,-9-1 0 0,9 1 4 0,0 0 0 16,0 0 2-16,0 0 2 0,0 0-3 0,-8 1 5 15,8-1-3-15,0 0-1 0,0 0-1 0,0 0 3 16,0 0-1-16,0 0-3 0,0 0 4 0,0 0-1 16,0 0 1-16,0 0-2 0,-12 0 2 15,12 0-8-15,0 0 4 0,0 0 2 0,0 0 1 16,0 0-2-16,0 0 2 0,0 0 1 0,0 0-1 16,0 0 4-16,0 0 0 0,0 0-2 0,0 0 0 0,0 0 3 15,0 0-3-15,0 0 2 0,0 0 4 0,0 0-2 16,0 0 0-16,0 0 0 0,0 0 2 15,0 0-3-15,0 0 9 0,0 0-1 0,0 0 1 16,0 0-1-16,0 0-3 0,0 0 0 0,-6 3 2 16,6-3 1-16,0 0-1 0,0 0-1 0,0 0 5 15,0 0-5-15,0 0-7 0,0 0 9 0,0 0 0 16,0 0 0-16,0 0-3 0,0 0-2 0,0 0 2 0,0 0-5 16,0 0 4-16,0 0-3 0,0 0 0 15,0 0 0-15,0 0 1 0,0 0-2 0,0 0 0 16,0 0 0-16,0 0 1 0,0 0-4 0,0 0 3 15,0 0-1-15,0 0 0 0,0 0 5 0,0 0-1 16,0 0-3-16,0 0 1 0,0 0-1 0,0 0 3 16,0 0 0-16,0 0 4 0,0 0-2 0,0 0 4 0,0 0-3 15,0 0 0-15,0 0 1 0,0 0-2 16,0 0 4-16,0 0-5 0,0 0 2 0,0 0-2 16,0 0-1-16,0 0-4 0,0 0 3 0,0 0 0 15,0 0-2-15,0 0-2 0,0 0-2 0,0 0 3 16,0 0-2-16,0 0 1 0,0 0 1 0,27-8-2 15,-27 8 3-15,8-6-3 0,-4 5 1 0,-4 1-1 16,7-6-2-16,-7 6 1 0,12-2 1 0,-3 0-3 16,-3-1 0-16,2-2-1 0,2 3 0 0,-1-3 2 15,1 2 1-15,1 0-3 0,0-1 1 0,2 0-2 16,-2 1 2-16,1 0 2 0,0-2-4 0,-2 3 3 16,1-2 0-16,3 0 0 0,-1 2 0 0,-3 0 0 15,1-1-1-15,-5 0 0 0,1 1-2 0,2 2 3 16,-2-5 2-16,2 2-1 0,1 3-1 0,-4-2-14 15,-6 2-15-15,15-4-16 0,-7 3-23 0,-8 1-24 16,6-3-11-16,-6 3-17 0,0 0-23 0,11-3 0 16,-11 3 6-16,0 0-2 0,0 0-5 0,0 0-110 15,0 0-273-15,0 0 121 0</inkml:trace>
  <inkml:trace contextRef="#ctx0" brushRef="#br0" timeOffset="123471.68">1043 7942 59 0,'0'0'80'0,"0"0"-4"0,-6 3 1 0,6-3 6 15,0 0 3-15,0 0-4 0,0 0-12 0,0 0 2 16,0 0-8-16,-10 0 8 0,10 0-26 0,0 0-5 16,0 0-3-16,0 0 13 0,0 11 0 0,0-11 6 15,4 15 0-15,-1-2 4 0,3 3 5 16,-3-1 2-16,1 5 2 0,0-3-4 0,-1 5 0 16,1-1 2-16,2-1-5 0,-4-2-2 0,0 0-5 15,2 1-5-15,1 1-3 0,-3-4 2 0,2 0-2 16,-2 1-4-16,1-1-4 0,0 0-4 0,1-1-2 0,2 2-5 15,-5-6-6-15,2 0 4 0,0 0-2 0,-1-1-5 16,1-1-1-16,-2 0-1 0,0 0 0 16,1 1-4-16,-2-3 2 0,2 0-1 0,-2-1-3 0,2 1-1 15,-2-7-1-15,0 12 2 0,0-12-9 16,0 10 8-16,0-10-1 0,0 6 2 0,0-6-2 16,0 0 0-16,-2 8 0 0,2-8 2 0,0 0-3 15,-5 8-4-15,5-8 2 0,-8 3-2 0,8-3-2 0,-11 1 5 16,1 1-5-16,10-2-1 0,-13 1 2 15,3-1-4-15,-1 2-1 0,1 0-3 0,-2-2 8 16,1 2-6-16,-2 0-1 0,1 0 1 0,1-2-2 16,0 0 1-16,-1 3 3 0,2 0-1 0,3-3 2 15,-1 4-1-15,0-2-1 0,8-2 0 0,-9 3-1 16,9-3 0-16,-10 1-1 0,10-1 1 0,0 0-2 16,0 0 3-16,-8 3-5 0,8-3-2 0,0 0-4 15,0 0 6-15,0 0 3 0,0 0-1 0,0 0 7 16,0 0-1-16,0 0 3 0,31-2-2 0,-12 0 6 15,3-1 1-15,0-2 6 0,5-2 2 0,5 0 2 16,1-2-1-16,-4-1-4 0,1 0-1 0,3 0-2 16,-1-1 1-16,-3 0-1 0,3 1-12 0,-1 2-15 15,-2 1-22-15,0 0-17 0,-2-1-37 0,-1 1-27 16,2 2-35-16,-10 3-31 0,3-3-150 0,-1 3-361 16,-1-4 160-16</inkml:trace>
  <inkml:trace contextRef="#ctx0" brushRef="#br0" timeOffset="124645">4751 7395 146 0,'0'0'190'0,"-2"-12"-8"0,0 5-5 0,2 7-6 16,-5-13-4-16,4 7-1 0,1 6-4 0,-4-10-3 16,3 5-13-16,1 5-13 0,0 0-11 0,-2-9-16 15,2 9-15-15,0 0-11 0,0 0-12 0,0 0-5 16,0 0-9-16,0 0-6 0,0 0-5 0,7 28-5 0,-3-13-4 15,1 2-4-15,-3 4 1 0,5 6-5 0,-6-7-2 16,3 5-2-16,-2-1 0 0,0-3-3 16,0-4 6-16,1 2-8 0,-1-1 1 0,1 0-2 15,-2 1-3-15,2-3 2 0,-1 1 2 0,0-2-8 16,-1-2 2-16,0 0 2 0,2-3-1 0,-2 2-4 0,0-1-14 16,0 1-19-16,1-2-18 0,-1-1-25 15,-1 1-27-15,0-10-19 0,1 16-26 0,-1-16-19 16,4 11-16-16,-5-6-3 0,1-5-2 0,0 0-106 15,0 0-308-15,0 0 136 0</inkml:trace>
  <inkml:trace contextRef="#ctx0" brushRef="#br0" timeOffset="124981.78">4949 7515 126 0,'0'0'144'0,"4"-8"-14"0,-4 8-10 16,0 0-4-16,0 0-1 0,0 0 1 0,0 0-1 0,0 0-8 15,0 0-14-15,-4 38 0 0,4-38-11 16,1 18-8-16,1-9-4 0,0 2-5 0,1-1 1 16,-1 0-9-16,1 1-4 0,0-3-2 0,3 1-1 15,2-2-1-15,-1 1-1 0,2-3 7 0,0-1-5 16,1-2-2-16,1-2 5 0,0 0-3 0,1 0-4 0,-1 0 0 16,3-1 7-16,-2-5-1 0,-2 1 3 15,1 0-3-15,0-2 0 0,-4-2-1 0,3 0 1 16,-3 3 1-16,-3-6-2 0,0 5-5 0,-2-6-6 15,-2 1-4-15,-2 1-5 0,-1-1-1 0,-2 1-2 16,-2-1-6-16,0 2-4 0,-1 0-4 0,-1 0-2 0,0 3 1 16,-2-1-5-16,2 4-2 0,1 1-9 0,-2 3-11 15,-3 0-19-15,3 1-20 0,-1 4-23 0,-1 1-24 16,-2 5-24-16,5-2-37 0,3-1-31 16,0 3-27-16,0-1-129 0,6-10-377 0,-1 19 166 15</inkml:trace>
  <inkml:trace contextRef="#ctx0" brushRef="#br0" timeOffset="125503.96">5248 7542 68 0,'0'0'203'0,"10"3"-21"0,-10-3-18 0,0 0-13 16,0 0-8-16,0 0-12 0,6 4-6 15,-6-4 0-15,1 8-15 0,-1-8-7 0,2 8-12 16,-2-8-5-16,2 8-2 0,-2-8-6 0,5 9-8 15,-5-9-6-15,1 8-4 0,-1-8-3 0,0 0 1 16,3 5 4-16,-3-5 12 0,0 0 13 0,0 0 13 0,0 0 16 16,5 5 13-16,-5-5-6 0,0 0 0 15,0 0-19-15,0 0-4 0,0 0-15 0,0 0-13 16,-9-28 7-16,8 17-18 0,-1 1-7 0,1-2-1 16,1-5-13-16,1 1-1 0,1-2-2 0,1 0-9 0,0 3 0 15,2 4-7-15,0-1 2 0,2 0-8 0,-2 3-3 16,2 0-8-16,2 0 0 0,-1 6-4 15,0-1 0-15,3 3-1 0,-1 2-2 0,1 0 1 16,1 4-5-16,4 3 10 0,-6-2-8 0,3 3-4 16,1 0 4-16,-5 2 2 0,-3-1 0 0,0 0-4 0,0 2-3 15,-1-1 9-15,-3-1-4 0,2-1 1 0,-3 1 5 16,1-3-7-16,-2-7 3 0,2 10 0 16,-2-10 5-16,1 7 4 0,-1-7-2 0,0 0 6 15,2 7 2-15,-2-7-4 0,0 0 3 0,0 0-4 16,0 0 3-16,0 0-1 0,0 0-5 0,-2-33 9 0,5 23-2 15,2-6-23-15,0 1-1 0,4-2 1 0,-1 2 2 16,0 0 3-16,-3 5-2 0,0 3-3 0,-1 0-3 16,1 1 2-16,0 1 0 0,-5 5-3 15,10-4-1-15,-10 4 3 0,0 0 2 0,15 5 2 16,-8 3-5-16,-1 1 4 0,-2 0 1 0,2 5-3 0,-2 2-6 16,-1 0-5-16,-2 2-33 0,-1 6-29 0,-4-3-47 15,-1 2-60-15,4-4-49 0,-2 6-237 0,-1-5-519 16,4-5 230-16</inkml:trace>
  <inkml:trace contextRef="#ctx0" brushRef="#br0" timeOffset="125925.34">5743 7522 11 0,'0'0'294'0,"2"-7"-20"15,-2 7-31-15,0 0-27 0,3-8-22 16,-3 8-22-16,0 0-14 0,0 0-19 0,0 0-13 0,0 0-7 15,0 0-10-15,5 31-9 0,-4-21-10 0,-1-1-10 16,2 2-4-16,-2-11-10 0,-2 22-4 0,2-13-7 16,0-9-4-16,2 16-5 0,-2-16-4 0,0 10-2 15,0-10 1-15,0 0 5 0,0 13 21 16,0-13 23-16,0 0 31 0,0 0 1 0,0 0-11 0,0 0-12 16,0 0-12-16,0 0-2 0,0 0-15 0,0 0-5 15,-9-45-8-15,7 31-10 0,4-6 1 0,1-4-2 16,0-2-12-16,2-1-7 0,4-1 7 15,0-1-11-15,0 0 4 0,3 3-12 0,-1 2-7 16,-3 6 9-16,2 1-6 0,-1 5 12 0,0 2-18 0,-3 1-5 16,2 3 2-16,2 0-12 0,-5 5 4 0,-5 1 0 15,16 0-2-15,-6 6 2 0,0-1-1 0,2 6 2 16,0 2 12-16,-3-1-13 0,2 2-12 16,-3 1 11-16,1 0 1 0,-1 1 1 0,0 1 2 15,-1-2 3-15,0 3 3 0,-2 0-3 0,0-5 4 0,-2 0-1 16,0 2-1-16,0-2-3 0,2-2-26 0,-3 0-30 15,0 0-35-15,-1-1-38 0,-1 0-36 0,0-10-34 16,-4 19-35-16,-1-10-31 0,1 1-225 16,-3-4-531-16,-2 0 235 0</inkml:trace>
  <inkml:trace contextRef="#ctx0" brushRef="#br0" timeOffset="126077.34">5822 7542 98 0,'0'0'232'16,"0"0"-12"-16,-5-6-3 0,5 6-15 0,-5-3-15 15,5 3-15-15,0 0-15 0,0 0-12 0,0 0-17 16,0 0-13-16,11-11-3 0,1 7-19 0,2 0-13 16,6-1-30-16,7-4-37 0,1 0-52 0,4 0-57 15,-1-3-58-15,1 3-168 0,-1-4-350 0,-2 0 155 16</inkml:trace>
  <inkml:trace contextRef="#ctx0" brushRef="#br0" timeOffset="129049.48">7022 5611 2 0,'-4'-5'138'0,"0"-1"-8"0,4 6-12 16,-7-9 3-16,3 4 7 0,4 5-6 0,-6-10 0 15,2 7-21-15,4 3-8 0,-5-6-2 0,5 6-13 16,-7-8-2-16,7 8-11 0,-6-5-2 0,6 5-5 16,-4-4-5-16,4 4 1 0,-5-5-9 0,5 5 3 15,0 0-9-15,0 0-5 0,-5-7-3 0,5 7-6 16,0 0 2-16,0 0-6 0,0 0-3 0,0 0-3 16,0 0-4-16,0 0-1 0,-7-3-5 0,7 3-1 15,0 0 2-15,0 0-4 0,0 0 3 0,0 0-4 16,0 0 4-16,3 25-4 0,-2-14 2 0,3 5 4 15,-1-1-2-15,-1 4-4 0,1 0-1 0,1 0 3 16,1 5-3-16,0 1 0 0,0 1 4 0,-1 0 3 16,0-3-7-16,-1 3 4 0,1 0-3 0,3 2 2 15,-5 1 0-15,1-2-1 0,1 4 2 0,-1-4-2 16,0 5 0-16,1-2 0 0,-2 4-3 0,5 1 7 16,-4-1-4-16,1 0 3 0,2-1-2 0,0-1 3 15,-1-3-5-15,3 1 2 0,-2-2 0 0,0 1-1 16,0-2-4-16,-1-2 6 0,-3-6 3 0,5 7-4 15,-4-9 0-15,3 0 0 0,-4 0 0 0,2-1 1 16,-1-3-3-16,-1 1 4 0,1-2-2 0,-2 1 1 16,3 0 1-16,-3-3-3 0,-1 2-2 0,0-2 2 15,0-1 2-15,0-1 0 0,0-1-5 0,0-7 7 16,-1 13-5-16,1-13 2 0,0 10-2 0,0-10 5 16,0 11-3-16,0-11-3 0,0 0 2 0,0 7-3 15,0-7 5-15,0 0-2 0,-3 8 3 0,3-8 0 16,0 0-9-16,0 0 7 0,0 0 0 0,0 0 0 15,0 0-2-15,0 0 5 0,0 0-4 0,0 0-2 16,0 0 5-16,3 9-8 0,-3-9 6 0,0 0 0 16,0 0-3-16,0 0 3 0,0 0-3 0,0 0 1 15,0 0-2-15,0 0-2 0,0 0-2 0,0 0 3 16,0 0 1-16,0 0 1 0,0 0-1 0,0 0-3 16,0 0-2-16,11 0 5 0,-11 0 1 0,7 2 1 15,-7-2-3-15,9 2 3 0,-9-2 0 0,10 4-1 16,-4-2 3-16,-6-2-3 0,14 1 0 0,-6 2 0 15,2-1 4-15,-2 0-10 0,2 2 1 0,-1-1 2 16,-3 0 6-16,3 1-8 0,-1-1 4 0,1 3 3 16,-1-2-3-16,-1 3 1 0,0-5-3 0,-2 5 6 15,0 2-4-15,-1-3 2 0,0 4-1 0,-1-1-1 16,-1 2 3-16,-2 3-3 0,0 3 6 16,-3 2-5-16,1-5-2 0,-2 3 2 0,-1-1 4 15,-1 1-3-15,-1 1 0 0,-5 4-2 0,1 1 4 16,1-5-1-16,1-1-1 0,0 0 1 0,1 2 0 0,-1-2-4 15,1-1 5-15,2 3-5 0,1-6-4 0,-1-1 5 16,3-1-1-16,1 0 2 0,-2 1 2 0,2 1-2 16,4-2 1-16,-2 0 3 0,1 1-4 0,0-2 0 15,3 0 2-15,1 0-1 0,-1 0 5 0,0-1-6 16,2 3-3-16,1-3 7 0,0 2-4 0,3 2 1 16,1 0-1-16,-4-4 1 0,2 2 2 0,0-2-2 15,-1 1 0-15,-2 0-1 0,3-1 3 0,-4 1-4 16,0-1 1-16,1 1-3 0,-3-1 0 0,1 1-3 15,-1 2 3-15,-2 3 6 0,-2 0-8 0,-3-4 7 16,0 6 1-16,-2-2-3 0,-3-1-2 0,-1 0 2 16,2 1 5-16,-2-3-4 0,-2 6 1 0,3-4-1 15,-1 1 1-15,4-5-4 0,-2 3 0 0,2-4 1 16,0 3 0-16,1-3 1 0,3 3-5 0,-1-3 9 16,2 1-5-16,0 0-2 0,2 0 4 0,1 1-2 15,0-1-3-15,3-1 2 0,-1 1-1 0,1-1 0 16,1 4 0-16,3-1 3 0,0 1-5 0,1 2 5 15,2 0 0-15,-3 2-3 0,4 4 0 0,-2-2-2 16,-3-3 0-16,2 2 4 0,-2 0-2 0,-1 1 6 16,1 6-5-16,0-1-2 0,-2 1-3 0,-2 1 6 15,-2-8-2-15,-2 8 2 0,0-7-1 0,2 8 0 16,-4-1 1-16,-2 0 4 0,-3-1-2 16,2 0 1-16,0 0-3 0,0-4 8 0,-2 2-7 0,2 1-7 15,-1 1 8-15,1 3 2 0,3-3-5 0,1 3 1 16,1-1 3-16,1 1-3 0,3 0-1 0,4 0 3 15,3 0 0-15,1 0 2 0,3 2-4 0,2-2 2 16,-2 0 3-16,2-2-2 0,2 0-1 0,0-1 2 16,-2 0 1-16,3 3-5 0,-2 0 0 0,0-1 0 15,0-2 4-15,-5 2-4 0,-1 2 2 0,1-3-2 16,-5 3-2-16,-2-4 4 0,-1 2 1 0,-3 0-2 16,-2-1 0-16,-3-8 2 0,-1 6 2 0,-1 0-4 15,0-6 4-15,1-1-5 0,0-5 3 0,-3 5-1 16,4-5 4-16,-1 5-3 0,2-6-8 0,-1 2 3 15,2-3-22-15,1-10-19 0,-4 21-24 0,4-21-28 16,-1 15-24-16,2-7-33 0,-1-8-118 0,0 0-292 16,0 0 129-16</inkml:trace>
  <inkml:trace contextRef="#ctx0" brushRef="#br0" timeOffset="129704.54">7503 7299 166 0,'-2'-8'173'0,"2"8"-14"15,-5-9-16-15,5 9-13 0,-1-8-13 16,1 8-3-16,-1-13-10 0,1 13-8 0,-1-6-13 16,1 6-7-16,0 0-14 0,0 0-2 0,3-10-9 0,-3 10-6 15,0 0-7-15,0 0-5 0,0 0-3 0,19 10-7 16,-12-4 2-16,-1 4 1 0,1 0-7 0,-2 2-3 15,1 3 0-15,-2 0 3 0,-1 1-8 16,-1-1 3-16,-2 2-6 0,-1-5 4 0,-2 5-1 0,-2 2 0 16,-1-3-3-16,-2-2 4 0,-5 2-3 0,0-2 0 15,2 0-1-15,2-2 2 0,0-3-3 0,1-4 2 16,0 1 0-16,2 0 1 0,1-2-2 0,5-4-3 16,-9 3 4-16,9-3 2 0,-7 1-2 0,7-1 4 15,0 0 1-15,0 0-4 0,0 0-4 0,0 0-1 16,0 0-3-16,0 0-2 0,0 0-1 0,0 0 3 15,0 0-2-15,0 0-5 0,0 0 6 0,0 0-1 16,24-4-3-16,-13 5 4 0,0 2-20 0,-1 0-14 16,3 3-19-16,-2-3-21 0,1 3-29 0,3-2-15 15,2 2-33-15,1 0-105 0,-6-1-274 0,7-4 121 16</inkml:trace>
  <inkml:trace contextRef="#ctx0" brushRef="#br0" timeOffset="129885.6">7789 7417 242 0,'-3'-8'238'0,"3"8"-15"0,-4-7-15 0,4 7-16 16,0 0-20-16,-2-9-17 0,2 9-19 0,0 0-20 16,0 0-41-16,0 0-40 0,0 0-29 0,0 0-16 15,0 0-35-15,0 0-34 0,0 0-36 0,0 0-29 16,0 0-91-16,15 18-253 0,-15-18 112 0</inkml:trace>
  <inkml:trace contextRef="#ctx0" brushRef="#br0" timeOffset="130207.52">7935 7203 183 0,'7'-8'180'0,"0"-1"-13"0,-1 4-17 16,2 2-20-16,-2-1-11 0,2 1-13 0,1 2-7 15,-9 1-13-15,19 3 2 0,-10 2-13 0,2 1-5 16,-2 3-9-16,-2 1-3 0,0 0-4 0,0 1-3 16,-4 0-7-16,3 0-3 0,-4 1-3 0,-2 0 1 15,0-1-3-15,-1 1-2 0,-3-1-3 0,0 0 5 16,-2 1-5-16,2-2-2 0,-2-1-1 0,-1-1 0 16,3-2 0-16,-1-1 0 0,0 0 3 0,5-5-1 15,-5 6 1-15,5-6 1 0,-4 5-2 0,4-5-4 16,0 0-1-16,-5 5-4 0,5-5-8 0,0 0-2 15,0 0 0-15,0 0-2 0,0 0-3 0,0 0 1 16,11 10 7-16,-6-6-8 0,3-4-3 0,-1 3 2 16,-1 0-2-16,7 0-21 0,-3-1-22 0,2 2-33 15,0 1-36-15,1-1-39 0,1-1-30 0,-2 2-138 16,-3-2-343-16,4-3 152 0</inkml:trace>
  <inkml:trace contextRef="#ctx0" brushRef="#br0" timeOffset="130453.98">8274 7169 109 0,'2'-10'254'0,"-2"2"5"0,0 8-15 16,-2-13-18-16,2 13-22 0,0-9-26 0,0 9-21 0,0 0-19 16,0 0-14-16,8-1-15 0,-8 1-9 15,7 13-7-15,-2-3-5 0,0 0-9 0,4 6-9 16,-4 0-2-16,0 1-6 0,0 1-6 0,5 0-5 15,-5 0-3-15,1-1-6 0,-4 1-2 0,2 1-3 16,-1-1-1-16,-1-2-16 0,3 2-26 0,-2-2-37 0,-1-5-33 16,-1 2-31-16,2-1-28 0,-3 1-28 0,1-4-22 15,-1-3-24-15,3 5-119 0,-3-5-356 16,0-6 158-16</inkml:trace>
  <inkml:trace contextRef="#ctx0" brushRef="#br0" timeOffset="130679.66">8459 7184 190 0,'-2'-10'225'0,"2"3"-13"16,0 7-12-16,-1-11-20 0,1 11-16 0,-4-6-20 15,4 6-20-15,0 0-11 0,0 0-10 0,0 0-13 0,0 0-3 16,-7 20-12-16,4-6-6 0,-1-2-9 0,2 4-5 16,0 0-3-16,0 2-5 0,0-3-5 15,2-2-5-15,0 2-3 0,2-4 0 0,-1 0-5 0,0-1-1 16,3 0-1-16,0 0-4 0,1-1-10 0,3-2-14 15,1 1-16-15,0-3-21 0,1 1-28 0,4-4-32 16,3 0-32-16,4-4-27 0,-2 2-28 0,1-2-110 16,-1 0-318-16,1-4 141 0</inkml:trace>
  <inkml:trace contextRef="#ctx0" brushRef="#br0" timeOffset="131041.58">8785 7329 50 0,'0'0'195'0,"0"0"3"0,6-4 2 15,-6 4 0-15,0 0-2 0,0 0-1 0,5-6-8 16,-5 6-6-16,2-6-14 0,-2 6-16 0,0 0-13 0,2-13-8 16,-2 13-4-16,-2-7 3 0,2 7-12 0,2-12 2 15,-2 12-23-15,-2-14-5 0,1 3-14 0,0 1-9 16,0-2-7-16,-2 0-7 0,2-1 0 16,-2-3-13-16,3 4-4 0,-1-4-6 0,1 1-2 15,1 3-1-15,1-1-5 0,0 0-3 0,3 1-1 0,-1 1-9 16,3 0-1-16,-1 3-3 0,2-2-3 0,0 3 1 15,1-1 0-15,0 1-5 0,3 6 2 0,1-1-5 16,-2 2-1-16,2 2 0 0,-1 2-4 16,0 1 7-16,-2 4-2 0,0 0-1 0,0 1-5 0,0 5 4 15,-5 2-2-15,0-2 1 0,-2 2 1 0,-2 4 0 16,-1-3 1-16,0-2 0 0,0 0-2 0,1 0 0 16,-3 0 1-16,2-3 4 0,1 0-5 0,-1-4 2 15,0 1-5-15,5-3 0 0,0 2-6 0,2-3-12 16,3-1-11-16,4-3-19 0,5 0-30 0,8-6-26 15,1-1-28-15,4-4-37 0,4-4-24 0,1 1-39 16,-4-2-149-16,1-1-420 0,1-5 186 0</inkml:trace>
  <inkml:trace contextRef="#ctx0" brushRef="#br0" timeOffset="135275.94">9404 5202 2 0,'0'0'71'0,"0"0"-9"0,0 0 7 16,0 0 0-16,0 0-11 0,0 0-6 0,0 0 6 16,0 0-17-16,0 0 1 0,0 0 1 0,0 0-11 15,0 0-1-15,0 0 5 0,0 0-27 0,0 0 15 16,0 0 12-16,0 0 16 0,31 3-3 0,-12-6-2 15,3 3 6-15,10-5-4 0,5 0 0 0,16-1 1 16,0-1 8-16,3 0-5 0,0-2-3 0,3-1 1 16,4 0-10-16,1-1 7 0,0 0-6 0,-2 3-2 15,5 3-7-15,-3-4-3 0,29-2-1 0,-28 5 4 16,28-4-4-16,-3-1-3 0,1 0-4 0,-2 2 12 16,7-1-15-16,1-3 2 0,1 0-4 0,9 1 4 15,1-2-6-15,0-2-3 0,2 4-1 0,-1-1 0 16,4-2-1-16,-2 1-7 0,-2 0 3 0,-1-1 5 15,-7-1-13-15,-6 2 2 0,-31 5-3 0,0-2 4 16,1 0-3-16,-3 1-1 0,-3 2-1 0,-3-2 1 16,-2 2-1-16,-18 3 2 0,2 0-1 0,-7-1-2 15,3 2 11-15,-3-2-1 0,-4 0-5 0,-8 5-3 0,0-2 3 16,-5 1-1-16,-3-1 7 0,1 2-3 16,-5 0-9-16,-7 1 4 0,9-2 8 0,-9 2-9 15,6-2 3-15,-6 2-1 0,0 0-17 0,10-2-19 16,-10 2-32-16,0 0-35 0,0 0-12 0,0 0-26 15,-21 12-84-15,5-5-244 0,-2 3 107 0</inkml:trace>
  <inkml:trace contextRef="#ctx0" brushRef="#br0" timeOffset="136232.31">9053 9120 72 0,'0'0'88'0,"0"0"-1"0,0 0-5 0,0 0-3 15,27-6 3-15,-12 2-6 0,5-3-1 16,9 4 4-16,3-6 0 0,1 2-3 0,1-3-1 16,17-1 0-16,-1-2-6 0,5 1-3 0,3 0 1 0,3-1 5 15,30-4-4-15,-3-1-2 0,1 3-1 0,9 1 1 16,5-3 1-16,7 1-7 0,6 1-10 0,6-2-1 15,2 1-2-15,3 1-2 0,1-2-2 16,3 0 3-16,2-2-1 0,3 1-1 0,1 3-5 0,4-6 1 16,3 3-5-16,-2-1 2 0,-2-5-4 0,0 3 0 15,-5 2 0-15,-8-1-6 0,-2 1-3 0,-4-1 2 16,-7 1-4-16,-8 2-4 0,-5 3-2 0,-5 3-4 16,-3-5-2-16,-31 4 0 0,30 1-2 0,-33 3-7 15,2 1-2-15,2-1-5 0,-3 2 6 0,1-1-3 16,-7-5-1-16,-14 6 4 0,-1-1-1 0,-1 0-4 15,-4-1 0-15,-3-2 1 0,0 0 1 0,-5 3 3 16,-7 2-4-16,-1-2-2 0,-5 1 3 0,-1 2 0 16,1 1-4-16,-8-2-7 0,4 2-5 0,-4-2-24 15,-1 1-16-15,-2-2-3 0,-2 6-15 0,7-8 0 16,-7 8-18-16,4-5-16 0,-4 5-15 0,0-7-16 16,0 7-17-16,0 0-83 0,0-9-260 0,0 9 116 15</inkml:trace>
  <inkml:trace contextRef="#ctx0" brushRef="#br0" timeOffset="138994.31">10599 5115 30 0,'0'0'114'0,"0"0"3"0,-4-5-10 0,4 5 1 16,0 0-2-16,0 0-7 0,0 0-2 0,0 0-3 0,-3-8-9 15,3 8-5-15,0 0-16 0,0 0 5 16,1-10-11-16,-1 10 2 0,0 0-2 0,0 0-3 16,1-9 2-16,-1 9-7 0,0 0-7 0,0 0-2 15,0-11-6-15,0 11 1 0,0 0-2 0,0 0-8 16,0 0-6-16,0 0 2 0,0 0-7 0,0 0 3 0,0 0-9 16,0 0 2-16,0 0 2 0,0 0-10 0,0 0 6 15,0 0-2-15,0 0-2 0,13 24 1 16,-8-14-1-16,0 1-2 0,-1 3 4 0,2 1-3 15,-2 2-1-15,4 2-2 0,-1-2 2 0,2 8 0 16,1 1 4-16,1 0-1 0,-1 4-1 0,-1-2 1 16,4 1 5-16,-3 0-5 0,0-1 0 0,2 2 5 15,-2-2-3-15,0 0-1 0,0-2-5 0,-1 1 6 16,2 0 1-16,-2-1 1 0,-4-7-1 0,2 7 6 16,1-1-1-16,-3 0-3 0,0-7 3 0,0 1 0 15,3 0-3-15,-4-2-1 0,-1 2 2 0,3-2 2 16,-1 0 1-16,-3 0-4 0,0-3-2 0,0-2-1 0,0-1 1 15,0-3 1-15,2-1-6 0,-3 0 6 16,1-2 0-16,-1 2 1 0,-1-7-8 0,3 10 5 16,-3-10-6-16,2 5 1 0,-2-5 3 0,0 0 0 15,1 7 2-15,-1-7 1 0,0 0 3 0,0 0 3 16,0 0 4-16,4 7 5 0,-4-7 2 0,0 0 4 16,0 0 1-16,0 0 2 0,0 0-1 0,0 0-1 15,0 0 3-15,0 0 0 0,0 0 0 0,0 0-1 16,0 0 3-16,0 0-1 0,0 0-7 0,0 0 0 15,0 0-3-15,0 0-1 0,0 0-6 0,0 0-1 16,0 0-3-16,0 0-2 0,0 0 2 0,0 0-1 16,0 0-2-16,0 0 1 0,0 0-1 0,0 0-4 0,0 0 1 15,0 0-2-15,0 0-2 0,0 0 3 16,0 0-4-16,0 0 2 0,0 0-4 0,0 0 3 16,0 0 1-16,0 0 6 0,-10-19-10 0,10 19 0 15,0 0-1-15,0 0 2 0,0 0-4 0,0 0-1 16,0 0 5-16,0 0-1 0,0 0-2 0,0 0 3 15,0 0-2-15,0 0 2 0,-3-7-5 0,3 7 2 0,0 0-1 16,0 0 1-16,0 0-2 0,0 0 0 16,0 0 7-16,0 0-4 0,0 0 0 0,0 0 0 15,0 0-2-15,0 0 1 0,0 0 2 0,0 0-1 16,0 0-3-16,0 0 7 0,0 0-3 0,0 0 1 16,0 0 7-16,0 0-8 0,0 0 0 0,0 0 6 15,0 0-5-15,0 0 0 0,0 0-2 0,0 0 1 16,0 0-2-16,0 0 0 0,0 0 3 0,0 0-2 15,0 0 1-15,-4-6-1 0,4 6-1 0,0 0 1 16,0 0-3-16,0 0 4 0,-5-5-1 0,5 5 0 16,0 0-1-16,0 0 0 0,0 0-2 0,-5-4 0 15,5 4-8-15,0 0-6 0,0 0-18 0,0 0-7 16,-4-7-15-16,4 7-15 0,0 0-18 0,0 0-26 16,0 0-19-16,0 0-20 0,0 0-9 0,-6-9-16 15,6 9-144-15,-6-1-351 0,6 1 155 0</inkml:trace>
  <inkml:trace contextRef="#ctx0" brushRef="#br0" timeOffset="142583.01">8850 5213 1709 0,'0'0'-55'0,"-2"0"242"0,2 0-389 0,0 0 564 0,0 0-724 0,0 0 768 0,0 0-432 0,0 0 56 16,0 0-37-16,0 0-15 0,0 0 73 0,0 0-155 15,0 0 216-15,0 0-91 0,0 0-31 0,0 0-45 16,0 0-22-16,0 0 43 0,0 0-137 0,0 0 47 16,0 0-54-16,-2-18 91 0,2 18-32 15,0 0 40-15,0 0-54 0,0 0-48 0,-1-12-37 16,1 12-20-16,0 0-138 0</inkml:trace>
  <inkml:trace contextRef="#ctx0" brushRef="#br0" timeOffset="144454.15">3331 5992 28 0,'0'0'67'0,"-2"-6"18"0,2 6-6 16,-4-8-3-16,4 8-13 0,-4-8-3 0,4 8-5 15,-5-5 5-15,5 5-11 0,-4-6 1 0,4 6-2 16,-7-6-14-16,7 6 4 0,-6-5-6 0,6 5 6 15,0 0 1-15,-5-5-13 0,5 5 5 0,-6-2 4 16,6 2-6-16,0 0 0 0,0 0 0 0,-7-4-12 16,7 4 10-16,0 0-15 0,0 0 4 0,0 0 1 15,0 0-6-15,0 0 0 0,0 0 0 0,0 0-2 0,0 0-1 16,0 0-4-16,0 0 9 0,0 0 1 0,0 0-8 16,0 0 9-16,0 0-16 0,0 0 3 15,0 0 1-15,0 0 6 0,0 0-11 0,0 0-1 16,0 0-4-16,0 0 4 0,0 0 2 0,0 0-3 15,0 0 2-15,0 0 3 0,21-1 3 0,-8-1-2 0,-1 2 4 16,7-2-3-16,2 1 22 0,10-6-7 0,3 1-6 16,3-1 9-16,2-2 5 0,14-1-7 15,-3-3 3-15,0 4 4 0,2-4-5 0,-2 2 2 16,1 2-4-16,4-1-5 0,-5 1-1 0,4-1 7 16,1-1-9-16,1 1 3 0,0 1 2 0,3-1-12 0,4-3 8 15,3 1-2-15,21-6 1 0,-27 4 4 0,4 1-4 16,0-3 0-16,27-5 0 0,-30 7-1 0,2-1 4 15,26-3-14-15,-29 4-2 0,5 2 9 16,-1-2 1-16,24-6-2 0,-26 8 3 0,-3-1-4 16,1 0 0-16,-4 2-2 0,1-1 7 0,-1 2-9 0,-2 1-1 15,5-1-5-15,-5 1 13 0,3-2-4 0,2 1 2 16,-3-3-2-16,2 5-2 0,-3-2 7 0,0 2-6 16,-2-3-6-16,-2 4 3 0,-11 0-4 15,-3 3 3-15,0-1 1 0,-2 1 0 0,-1 0 3 16,3 1-1-16,-2-2 1 0,1 2-3 0,-3-2 2 15,1 2 0-15,2 1-3 0,2-1 7 0,-1-1-2 0,-1 0-5 16,3-2 2-16,-4 3 0 0,2 1 2 16,-1-1 0-16,0 0-4 0,-3 3 4 0,3-2-2 0,-3-1 0 15,2 2 2-15,-2-2 1 0,-4 1-4 16,2 0 3-16,0-2 0 0,-3 2 0 0,1-2-6 16,-2 0 7-16,-7 2-7 0,1 0-1 0,-1 0 2 0,2 1 2 15,-4-1 2-15,1 3 1 0,-1-2-2 0,-1 1 2 16,2 0-5-16,-2-2 10 0,-1 2-7 0,-3-2 2 15,2 4-6-15,-2-2 3 0,2 0 3 0,-3 0 0 16,1 0-3-16,1 0 3 0,-1 0-1 16,0 0-1-16,0 0-1 0,0 0 0 0,-3 2-2 15,1 0 1-15,-4-3 7 0,2 2 1 0,0-1-8 16,-9 0-2-16,15 1 2 0,-15-1 4 0,9 2-4 0,-9-2-1 16,8 0-3-16,-8 0 3 0,0 0 2 15,10 2-4-15,-10-2 1 0,7 1 3 0,-7-1-3 16,0 0 4-16,7 2 0 0,-7-2-5 0,0 0 1 15,0 0 5-15,0 0-10 0,0 0 6 0,7 4 2 0,-7-4-12 16,0 0-9-16,4 4-5 0,-4-4-15 0,0 0-11 16,0 0-5-16,0 0-19 0,0 0-14 0,2 7-6 15,-2-7-14-15,0 0-98 0,0 0-224 16,0 0 99-16</inkml:trace>
  <inkml:trace contextRef="#ctx0" brushRef="#br0" timeOffset="144806.4">7214 5302 72 0,'20'-2'105'0,"2"1"-7"0,11-3-7 0,-1 0-8 16,4 0-9-16,2-2-5 0,-1 0-8 0,2 1 4 16,-2 1-4-16,-1-3 9 0,-3 2-13 0,-1 3-15 15,-2 0 4-15,-3-3-1 0,-6 2-10 0,-2-1 2 16,3 3-13-16,-6-3 3 0,3 0-4 0,-1 2-6 16,-6 0 3-16,1 1-1 0,-2 1-3 0,-1-3-7 15,-2 3 2-15,-8 0 1 0,13 0-4 0,-13 0-1 16,9 0 1-16,-9 0 10 0,0 0 0 0,0 0-18 15,10 0 0-15,-10 0-18 0,0 0-10 0,0 0-18 16,0 0-18-16,0 0-19 0,0 0-24 0,0 0-60 16,0 0-182-16,-26 13 81 0</inkml:trace>
  <inkml:trace contextRef="#ctx0" brushRef="#br0" timeOffset="145156.47">6931 5408 2 0,'87'-22'73'0,"-24"5"2"0,2 1-9 15,-1 0-1-15,-1-2 3 0,1 4-9 0,-6 0-6 16,-5 2 2-16,-5 2-3 0,-11 4-10 0,-2-3-2 16,-5 5-8-16,-1-1 4 0,-10 2-11 0,0-1-11 15,-7 4 11-15,0-1-20 0,-2-2-7 0,-3 3-15 16,-7 0-2-16,13 0-10 0,-13 0 3 0,0 0-2 15,0 0-18-15,0 0-58 0,0 0-111 0,-23 15 49 16</inkml:trace>
  <inkml:trace contextRef="#ctx0" brushRef="#br0" timeOffset="145543.87">6726 5341 34 0,'-2'-9'142'0,"1"2"7"16,1 7-3-16,-1-10-6 0,1 10-11 0,0 0-13 16,-3-10-12-16,3 10-12 0,0 0-10 0,0 0-11 15,0-7-4-15,0 7-7 0,0 0-7 16,0 0-8-16,0 0-3 0,0 0-8 0,0 0 1 16,21 17-8-16,-16-7 1 0,0-1 0 0,-1 4-2 0,0-3-8 15,2 7 3-15,-2-2-10 0,0 3-7 0,-2-1-20 16,-2 0-17-16,1-1-6 0,-1 1-19 0,2-5-11 15,-4 1-19-15,2-3-4 0,-1 0-15 16,1 2-7-16,-1-3-68 0,1 0-196 0,0-9 87 16</inkml:trace>
  <inkml:trace contextRef="#ctx0" brushRef="#br0" timeOffset="145855.75">6897 5305 41 0,'0'0'139'16,"2"-5"-15"-16,-2 5-5 0,0 0-8 0,3-7-8 15,-3 7-11-15,0 0-14 0,0 0-4 0,0 0-12 16,0 0-8-16,0 0-4 0,0 0 10 0,0 0-14 16,0 0-7-16,15 14-1 0,-11-4 1 0,1 1-1 15,0-1-3-15,1 2 0 0,-1 4-5 0,2-5-5 16,0 5 5-16,-1 1-1 0,-1 0-6 0,2-3 4 15,1 0-4-15,-4-3-1 0,3 5-4 0,-1 3 5 16,-2-2-7-16,2 3 0 0,1 3-3 0,-3 3 3 16,1-7 0-16,-3 0-6 0,3 6-2 0,-1-2 1 15,2 2 1-15,-2-1-3 0,0-5-15 0,0-1-22 16,0 1-11-16,1-2-19 0,-1-2-25 0,2-4-26 16,-1 5-21-16,-1-4-82 0,0-4-232 0,1 3 104 0</inkml:trace>
  <inkml:trace contextRef="#ctx0" brushRef="#br0" timeOffset="146075.94">6990 5493 119 0,'0'0'100'0,"0"0"-7"0,0 0 1 16,0 0-14-16,0 0-2 0,12 28-15 0,-10-11-9 16,3 1 7-16,-3 5-18 0,-1-2-23 0,0 3-29 15,-1 3-42-15,0 0-74 0,-4-7-134 0,-1-1 60 16</inkml:trace>
  <inkml:trace contextRef="#ctx0" brushRef="#br0" timeOffset="146732.6">7808 5012 5 0,'-4'-6'156'16,"4"6"2"-16,0 0-15 0,-1-8 0 0,1 8-18 16,0 0-7-16,0 0-14 0,0 0-15 0,0 0-3 15,0 0-17-15,0 0-7 0,0 0-9 0,0 0-8 16,0 0-11-16,9 19 6 0,-5-5-7 0,2 3-4 16,1 7 2-16,-1 2-1 0,3 1-1 0,0 3 5 15,-1 0-3-15,-2 5 6 0,0-3-4 0,1 2 1 16,-1 1-1-16,-1-1-2 0,0-3-5 0,0 3-1 15,-1-3-1-15,3 0 0 0,-4-3 2 0,4-3-1 16,-2-1-5-16,1 3-4 0,-2-9-6 0,-1-1 4 16,2-1 0-16,-1 2 1 0,1-1-1 0,0-1-2 15,0-1-8-15,-4-4-20 0,3-1-18 0,-3 0-23 16,2 0-22-16,0-4-28 0,-2 0-10 16,-1-6-14-16,0 10-21 0,0-10-81 0,0 0-250 0,0 0 111 15</inkml:trace>
  <inkml:trace contextRef="#ctx0" brushRef="#br0" timeOffset="147181.44">7733 5012 67 0,'0'0'117'0,"0"0"-22"0,0 0-4 0,0 0-9 16,0 0-5-16,0 0 16 0,0 0-2 0,0 0-9 16,27 21 3-16,-10-12-6 0,7 5 1 0,0-1-4 15,4 1-7-15,4-1 2 0,0 0 0 0,4-1-1 16,-1-2 3-16,-1-2-12 0,4 2 2 0,-4 2-5 16,3-7-2-16,-2 3-9 0,1 0-2 0,2-1-4 15,-6 1-1-15,2-3-4 0,-5 2-4 0,1-1-4 16,-5 0-6-16,-5-2 0 0,-2 3-1 0,-1-1-3 15,-3-2 1-15,-3 1-2 0,-2 0-3 0,1 0-3 16,-1-1 3-16,-1 1-6 0,-3 2-3 0,1-4 4 16,-6-3-4-16,8 9 3 0,-5-3-1 0,-1-2-3 15,-2-4 3-15,1 14-4 0,1-9-5 0,-4 4 5 16,-1 2 2-16,-4 3-2 0,-3 4 1 16,-1 5 0-16,-6 1-6 0,0 2 9 0,-4 1 1 0,-5-1-1 15,2 0 4-15,-12 9-8 0,10-9 4 0,-11 9-3 16,12-8 6-16,-7 6-8 0,5-7 2 0,4-2-2 15,0 1-6-15,0-1-13 0,5 0-17 0,-1-3-18 16,6-1-37-16,2-5-35 0,2 1-28 16,2-3-23-16,3 0-96 0,3-6-293 0,1-7 130 0</inkml:trace>
  <inkml:trace contextRef="#ctx0" brushRef="#br0" timeOffset="147559.26">8576 4938 64 0,'-5'-8'168'15,"1"1"3"-15,-1 2 1 0,1 1-10 0,4 4-15 0,-5-8-12 16,5 8-18-16,-4-5-15 0,4 5-11 0,0 0-12 16,-6-5-9-16,6 5-11 0,0 0-6 0,0 0-5 15,1 22-4-15,3-7-6 0,0 9 0 16,0 2-3-16,-2 3-7 0,1 2 4 0,1 0-2 16,-2 4 4-16,2-2-6 0,-3 3-8 0,3-5 0 0,1 2-4 15,2 1 2-15,-3-1 1 0,1 0 0 16,0-1-1-16,-1 1-1 0,2-2 0 0,-1-3-3 15,-1 3-1-15,1-4 1 0,0 5-5 0,0-5-17 16,-1 1-23-16,-1-3-29 0,-1 0-28 0,1-5-35 16,-2-1-24-16,-1-1-137 0,-1-2-308 0,1-4 137 15</inkml:trace>
  <inkml:trace contextRef="#ctx0" brushRef="#br0" timeOffset="148255.46">8704 5325 70 0,'-8'-2'104'0,"8"2"-17"16,0 0 13-16,-7-5-7 0,7 5 2 0,0 0-9 16,0 0 6-16,-9-3-14 0,9 3-6 0,0 0-6 15,-7-3-6-15,7 3-5 0,0 0-8 0,-10-1-7 16,10 1 4-16,0 0-9 0,0 0 4 0,0 0-7 15,0 0 0-15,0 0-8 0,-10-1 7 0,10 1 0 16,0 0-6-16,0 0-2 0,0 0 1 0,0 0 1 16,0 0-2-16,0 0-8 0,-9 0-1 0,9 0 1 15,0 0-5-15,0 0 7 0,0 0-4 0,-11 0-5 16,11 0 2-16,0 0 2 0,0 0-1 0,0 0-5 16,0 0-1-16,0 0 6 0,0 0-11 0,-10 1 10 15,10-1-8-15,0 0 3 0,0 0 0 0,0 0 2 16,0 0-5-16,0 0-3 0,0 0 3 0,0 0-3 15,0 0 4-15,0 0 9 0,0 0 2 0,34-5 3 16,-17 3 6-16,12-3-3 0,1-1 7 0,4 1-5 16,1-2 4-16,15-8-3 0,1 3-4 0,2 0 6 15,2-1-3-15,-4 0 1 0,1 1-6 0,3 0 2 16,-2 2-4-16,3-3-4 0,-3 1 5 0,4 1-6 16,-1-1 1-16,-2 2 4 0,1-3-5 0,-2 4-2 15,0-4-9-15,-3 2 6 0,-11 3 0 0,-1-1 1 16,11-1-2-16,-14 1 3 0,1 1 1 0,-4 3-3 15,-1-1 2-15,-3 1 0 0,-7 1-2 0,-1 1 0 16,1-1 7-16,-6 1-4 0,-1-1-4 0,-2 2-1 16,-2-1-2-16,1 3 2 0,-3-2 2 0,-8 2 0 15,13-1-2-15,-13 1 1 0,11-1 1 0,-11 1-2 16,8 0-1-16,-8 0-5 0,0 0 2 0,0 0-11 16,0 0-8-16,9 0-28 0,-9 0-16 0,0 0-19 15,0 0-14-15,0 0-16 0,0 0-36 0,0 0-126 16,-23 19-299-16,11-14 133 0</inkml:trace>
  <inkml:trace contextRef="#ctx0" brushRef="#br0" timeOffset="148749.44">9236 5206 110 0,'0'0'109'0,"-8"-1"-14"15,8 1-2-15,0 0-12 0,0 0-9 0,0 0-10 16,0 0 0-16,0 0-6 0,0 0 9 16,0 0 5-16,37-3-5 0,-8 2-2 0,6-4-3 15,2 0-2-15,19-1-8 0,2-1 1 0,0-5-1 16,5 5-1-16,-4-6-6 0,3 5 2 0,-4-3-10 0,-2-1-2 15,2 2-4-15,-1-2-4 0,0 4 3 0,-1-2 0 16,-4 2-6-16,1 1-4 0,-15 0 1 16,1 2-8-16,-3 2 6 0,-5-2-4 0,-2 1 0 0,-7 2 3 15,-4 1-12-15,-4-1-5 0,-1 2-11 16,-3 0-7-16,-1-2-8 0,-9 2-17 0,13-2-9 0,-7 2-14 16,-6 0-6-16,0 0-8 0,13 0-9 0,-13 0-12 15,0 0-12-15,0 0-60 0,0 0-187 0,0 0 84 16</inkml:trace>
  <inkml:trace contextRef="#ctx0" brushRef="#br0" timeOffset="152000.34">10855 5683 16 0,'5'-10'46'0,"-5"10"1"15,2-8-8-15,-2 8-1 0,2-9-1 0,-2 9-3 16,0 0-1-16,-2-10-4 0,2 10-5 0,-3-8-1 15,3 8 1-15,0 0-3 0,-7-6 0 0,7 6 0 16,0 0-4-16,-5-4 0 0,5 4-3 0,0 0 0 0,0 0-3 16,0 0-3-16,0 0-2 0,0 0 3 0,-5-5-5 15,5 5 4-15,0 0-6 0,0 0 6 0,0 0 4 16,0 0 7-16,0 0 2 0,0 0 0 16,0 0 0-16,0 0 3 0,0 0 3 0,-2 20 7 15,2-20-6-15,2 14 0 0,-2-4 8 0,0 1 0 0,0 0 0 16,0 6 4-16,0 1 9 0,1-3 1 0,1 5 2 15,-1-1-2-15,0 0 0 0,2 2-5 16,-1-2-6-16,3 4 1 0,-2-4-2 0,3 7 6 16,1-8-11-16,-1 7-1 0,4 0-7 0,1-2 5 15,-1 1-4-15,-1 2 6 0,0-2-1 0,-3-5 1 16,5 6-2-16,-4-7-4 0,1 6 0 0,-3-6-2 0,-1 0 1 16,2-1-4-16,-1 1-2 0,-2-3 1 0,-1 2-2 15,2 0 2-15,-4-2 0 0,1 2-1 16,-1-5-6-16,2-1 2 0,-2 1-1 0,1-1 0 0,0 1 4 15,-2 0-1-15,1-1 2 0,-1-1-2 0,-1 0-1 16,2-1-2-16,0-9-2 0,-1 13-1 0,1-6-2 16,0-7-1-16,-1 12 0 0,1-12 4 0,-2 9-5 15,2-9 0-15,0 0-2 0,0 10 3 16,0-10-2-16,0 0-1 0,0 9 0 0,0-9 1 0,0 0 3 16,0 0-7-16,0 0 4 0,0 0 1 0,0 0 4 15,0 0 4-15,0 0-2 0,0 0 7 0,2 8-1 16,-2-8-1-16,0 0 2 0,0 0 0 15,0 0-3-15,0 0 0 0,0 0-4 0,0 0 1 16,0 0-7-16,0 0-2 0,0 0-1 0,0 0 1 0,0 0 1 16,10 0-2-16,-10 0 2 0,0 0-4 0,9 0-3 15,-1 1 3-15,-8-1 2 0,14 1-3 0,-8-1 0 16,7 1 1-16,-5 0-4 0,-1 1 2 16,3-1 1-16,-2 2-1 0,0 0 1 0,-2 0-4 0,2 1 3 15,-1 1 1-15,-1 1-2 0,0 0-4 0,-1 2 6 16,-4 2-1-16,1 0 1 0,-1 0 2 0,-4 3-3 15,0-3-3-15,-3 6 2 0,1-2 5 0,-4 1-3 16,-2 2-1-16,1-2 2 0,-1 1-1 0,-3-2 1 16,4 0-2-16,0 1 2 0,0-2 2 0,1 1-6 15,0-2 3-15,0-1-4 0,4 0 3 0,-2 0-2 16,3-2-1-16,-2 1 1 0,2 1 0 0,2-2 0 16,1 3-1-16,2-2 1 0,0-2 1 0,0 1-1 15,4 0 2-15,2 1 0 0,-1 0 0 0,3-4-3 16,6 4 5-16,-3-3-2 0,1-2-2 0,3 3 14 15,-4-2-12-15,6 0 0 0,-4 0-4 0,-3-2-6 16,0 0 0-16,1 2-2 0,-3-1 0 0,-1 0-3 16,-2-1 1-16,1 0 2 0,-2 1-3 0,-1 0 3 15,-1 2 0-15,-1 1 2 0,-2-2 1 0,0-6-2 16,-5 18 6-16,1-8-2 0,-2 1 4 0,-2-2-2 16,-2 4 1-16,-3-1-1 0,0 2 3 0,0-2 2 15,-1 2-1-15,1-2-2 0,4-2 1 0,1 0 0 16,2 2-2-16,1-3 1 0,1 1 3 0,2 0-3 15,2 0-2-15,0 0 2 0,4-3 0 0,1 2-2 16,1 0-4-16,2-1 1 0,6 2-3 0,-1 1-1 16,1-1 6-16,1 3 0 0,2-3 1 0,-2 1 0 15,0 1 1-15,1 1-5 0,-2-3-1 0,-1 3 0 16,1 0 3-16,-7-3 5 0,4 3-1 0,-6-2-3 16,0 3 2-16,-2-1-6 0,-3-1 3 0,0 4 0 15,-2 0 2-15,-4 1 2 0,-1-2-1 0,-2 2 2 16,0-1 3-16,-1 1-1 0,1-3 2 0,0-1-1 15,0 2-2-15,0-1 3 0,3-3-4 0,-1 0 4 16,0 3-7-16,3-1 4 0,0-3-1 0,0 2 0 16,2-1 5-16,1 7-2 0,1-4-4 0,-2 5 2 15,4 6 1-15,-4 1 3 0,4 2 1 0,-4 0-2 16,5 1 3-16,2-1-3 0,-4 1-1 0,3 0 5 16,-1 2-3-16,2 1 3 0,0-4-7 0,0 2 3 15,1-4 1-15,0 2 0 0,2-1-2 0,-1 1-1 16,2-1 1-16,-2 0 3 0,2 1-2 0,3 3 6 15,-2-3 3-15,3 3 4 0,-2-2 2 0,0 4 0 16,0-2 0-16,1 1-3 0,-2-2 0 0,0 1-2 0,0-5-2 16,-2 3 1-16,1-5-1 0,0 1 2 0,0-1 0 15,-2-4-6-15,-2 0 0 0,-1-3 2 16,1-1 0-16,-1 2-1 0,0-7-11 0,-1 2-16 16,-2-1-19-16,0-2-20 0,2 0-35 0,-1-4-29 15,-2 1-23-15,0-7-23 0,-6 12-111 0,6-12-302 0,-10 2 134 16</inkml:trace>
  <inkml:trace contextRef="#ctx0" brushRef="#br0" timeOffset="152531.7">11505 6902 99 0,'-5'-7'162'0,"2"0"-17"0,3 7-11 16,-6-14 10-16,1 8 3 0,1-2 7 0,0 2-1 15,4 6 0-15,-5-9-14 0,5 9-9 0,-5-7-10 16,5 7-12-16,-2-6-14 0,2 6-11 0,0 0-6 15,0 0-15-15,0 0-7 0,0 0-5 0,0 0-8 16,0 0-4-16,0 0-7 0,0 0-1 0,-7 16-4 16,9-4-1-16,-2 5-2 0,0 2-2 0,0 1 0 15,0 3-2-15,-2 2-2 0,4 0-7 0,-2 0 22 16,1-1-5-16,-1-5-2 0,4 10-1 0,-4-4-1 16,0-5 0-16,0 5-3 0,1-7-3 0,0 1 2 15,2 0-2-15,-1-2 0 0,1 1-5 0,1-1-1 16,-2-1-33-16,0-3-38 0,-2-2-39 0,2 0-38 15,-1-4-32-15,3 3-34 0,-2-3-146 0,-1 0-376 0,-1-7 166 16</inkml:trace>
  <inkml:trace contextRef="#ctx0" brushRef="#br0" timeOffset="152740.81">11611 7109 171 0,'4'-7'248'0,"-4"7"-9"0,4-6-8 16,-4 6-12-16,0 0-15 0,0 0-17 0,0-10-22 0,0 10-19 16,0 0-16-16,0 0-16 0,0 0-15 15,5-2-15-15,-5 2-16 0,0 0-21 0,0 0-22 16,0 0-26-16,7 16-33 0,-7-16-30 0,2 11-33 16,1-7-24-16,-1 3-39 0,1-2-26 0,0 0-100 0,-3-5-309 15,4 9 136-15</inkml:trace>
  <inkml:trace contextRef="#ctx0" brushRef="#br0" timeOffset="153111.84">11884 6804 138 0,'3'-3'155'0,"-3"3"-8"0,8-5-5 0,-8 5-9 15,7-3-10-15,-7 3 2 0,12 3-15 0,-6 2-7 0,0-2-10 16,1 2-5-16,0 1-7 0,0 4-9 0,-1-3 3 16,-1 5-11-16,-1 3 1 0,2 0-8 0,-6 0-4 15,0 2-1-15,-4-3-3 0,2 0-6 16,-2-3-1-16,-3 5-4 0,1-5-5 0,-10 9-3 0,5-6-1 16,1-2 1-16,-3 1-3 0,0-4-6 0,4 0 0 15,0-2-2-15,1-3 5 0,2 3-8 0,1-4 2 16,-1 1-2-16,6-4 0 0,-9 5-6 15,9-5 0-15,-4 7-2 0,4-7-1 0,0 0-4 0,0 0-3 16,-5 2 1-16,5-2-2 0,0 0 0 0,0 0 0 16,0 0 1-16,13 5 0 0,-6-1 2 15,1-2-1-15,2 1 2 0,1-2-3 0,3 1 0 0,0-2-1 16,0 3 0-16,3-1-11 0,1 1-29 0,-1-1-35 16,2 0-41-16,2-1-49 0,-2-1-164 0,-1 0-357 15,1-3 158-15</inkml:trace>
  <inkml:trace contextRef="#ctx0" brushRef="#br0" timeOffset="153357.03">12272 6824 8 0,'0'0'255'0,"3"-9"-17"15,-3 9-19-15,0 0-24 0,1-9-20 0,-1 9-25 16,0 0-14-16,0 0-13 0,0 0-12 0,0 0-1 15,0 0-12-15,13 19-5 0,-9-7-2 0,0-3-5 16,4 6-5-16,-4 2-3 0,1 1-5 0,3-2-7 16,-5-1 3-16,0 1-14 0,0 1-6 0,2 0-3 15,-1-2-5-15,-1-1-4 0,-1 1-3 0,0-2-21 16,0 2-26-16,-2-5-37 0,0 2-55 0,0 0-49 16,-2-3-38-16,0 2-178 0,-2-2-400 0,2-2 178 15</inkml:trace>
  <inkml:trace contextRef="#ctx0" brushRef="#br0" timeOffset="153618.04">12484 6815 84 0,'0'0'222'0,"5"-5"-13"15,-5 5-18-15,0 0-22 0,0 0-15 0,0 0-9 16,0 0-7-16,0 0-7 0,0 0-6 0,-14 28 0 15,9-16-11-15,-1-1-8 0,-2 4-9 0,2-2-11 16,-1 5-5-16,3-3-9 0,2-2-10 0,-3 1-4 16,2-2-3-16,2 0-10 0,-2 0-3 0,1-1-1 15,2-1-2-15,2 2-3 0,1-2-5 0,1 0-3 16,3-1-14-16,0-1-20 0,1 0-31 0,0-3-29 16,5-2-43-16,1-1-41 0,3-1-30 0,4-2-30 15,1-2-114-15,-4 0-351 0,3-1 155 0</inkml:trace>
  <inkml:trace contextRef="#ctx0" brushRef="#br0" timeOffset="154015.54">12797 7021 51 0,'8'-2'230'0,"-8"2"1"16,0 0 5-16,0 0-1 0,5-5-6 0,-5 5-4 16,0 0-9-16,0 0-10 0,0 0-23 0,0 0-11 15,4-8-16-15,-4 8-12 0,0 0-12 0,0-9-8 16,0 9-13-16,2-9-5 0,-2 9-8 0,0-10-9 15,2 4-2-15,-2 6-4 0,0-15-4 0,0 7-11 16,0-2 4-16,0 0-13 0,-2-1 0 0,2-1-12 16,-2 2-1-16,0-3-8 0,0 0-1 0,-3 2-7 15,5-1 3-15,-4 0-8 0,4 0-2 0,0 3 4 0,0 9-13 16,0-18-3-16,0 11 0 0,2-1-6 16,0 1 1-16,5 0-2 0,0-3 1 0,5 4-4 0,-2 0-4 15,8-1 5-15,-2 4-2 0,-3 0-5 16,5 2-3-16,-4 1-2 0,-1 1-1 0,0 2 0 0,1 3 4 15,-3 0-8-15,3 1 4 0,-5 2 2 0,-3-2 0 16,-1 2 0-16,-1 4 4 0,-2-3-6 0,-2 10 1 16,0-7 5-16,-4 5 1 0,0-1 1 0,1 0-3 15,-1-2 13-15,-2 1-15 0,4-5 3 16,-1-1 0-16,3-3 2 0,0 3-6 0,0 1 1 0,2-1-14 16,3-2-10-16,6-2-4 0,1-1-18 0,7-2-15 15,12-6-19-15,1-1-32 0,4 0-37 0,3-3-37 16,9-9-48-16,-12 7-234 0,-6-1-513 15,3-2 227-15</inkml:trace>
  <inkml:trace contextRef="#ctx0" brushRef="#br0" timeOffset="156942.19">12709 4702 15 0,'0'0'12'0,"-7"-4"0"0,7 4 5 16,0 0-1-16,-9-3-1 0,9 3-2 0,-5-3-3 15,5 3 1-15,-10-1-4 0,10 1 7 0,-10 0-1 16,10 0 7-16,0 0 2 0,-15 1 3 16,15-1 8-16,-9 3 1 0,9-3-10 0,-12 0 4 0,12 0 1 15,-9 1 6-15,9-1-1 0,-10 2-2 0,10-2-1 16,0 0 1-16,-8 2-1 0,8-2-8 0,0 0 10 15,0 0-9-15,0 0-4 0,0 0 2 16,0 0-12-16,0 0 11 0,0 0-7 0,0 0 28 16,23 6-20-16,-3-7 7 0,0-2-9 0,13 1 8 0,6-3 4 15,12-7-3-15,6 3-5 0,-3-1 2 16,0-2-2-16,1-1-1 0,-1-1-3 0,-1 2 1 0,3 1-7 16,-2-3 3-16,-1 3-2 0,1-2 1 0,0 2 3 15,-3 1-5-15,-9 3-7 0,12-4 7 0,-18 4-9 16,3-2 1-16,0 1-2 0,-4 0 4 15,2 1-3-15,-9 3-2 0,2-3 4 0,-8 5 12 16,-5-1-18-16,-2 2 8 0,-3-1-6 0,-1-1 6 16,-1 2-11-16,-5-1 11 0,-5 2-2 0,11-4 10 15,-11 4-3-15,7-2 5 0,-7 2 4 0,6-2 7 0,-6 2-5 16,0 0-1-16,0 0-3 0,0 0-4 0,0 0 3 16,0 0-5-16,0 0 0 0,0 0-2 15,0 0-3-15,0 0-1 0,-15-10 0 0,15 10-3 16,0 0-2-16,-10-3-2 0,10 3 3 0,0 0 2 0,-10 1-2 15,10-1-3-15,0 0 4 0,-11-1-5 0,11 1 7 16,0 0-8-16,-14 1 1 0,14-1-1 0,-9 2 1 16,9-2-4-16,0 0 1 0,-9 3 7 0,9-3-3 15,-11 6-5-15,8-2-1 0,-3 0 1 16,2 1-3-16,-3 3 5 0,7-8 5 0,-12 16-7 16,6-7 0-16,-1 2 1 0,3-1-1 0,2-2 0 0,0 2-1 15,2-10 2-15,-6 19 0 0,8-11 3 0,-2-8 0 16,0 14-3-16,0-14 1 0,6 11 5 0,-4-3-1 15,-2-8 5-15,11 9 3 0,-5-4 8 16,4 2-10-16,-1-4 3 0,1-1 2 0,-3-2-3 16,5 1 5-16,-1-2 3 0,1-1-1 0,0-1 6 15,-1 1 0-15,1-1 0 0,-3-2 9 0,0-1-7 0,2 1 6 16,-4-1-1-16,-1 0 5 0,-1 3 3 16,-1-5-1-16,2 2 0 0,-4-1-3 0,0-1 4 15,-2 8-7-15,-2-16-9 0,-1 9 2 0,-2-2 2 16,1 1-7-16,-2 0-1 0,-3 1-5 0,-1 0-1 15,2 2 1-15,-4 1-6 0,-2 0-5 0,2 3-10 16,-7 1-23-16,2 2-21 0,-2 2-19 0,2 1-22 0,1 3-21 16,0 3-26-16,-2 2-32 0,2 8-107 0,1 1-300 15,1-2 133-15</inkml:trace>
  <inkml:trace contextRef="#ctx0" brushRef="#br0" timeOffset="158113.07">13664 8247 25 0,'-8'2'104'0,"-1"0"4"0,5 1-13 0,-2-1-10 16,6-2 4-16,-10 3-21 0,10-3-9 15,-7 6 4-15,7-6-12 0,-6 5-7 0,6-5-8 16,-2 5 4-16,2-5-3 0,0 0 0 0,0 0-7 0,8 13 1 15,-3-10-6-15,4-2 11 0,7 2-3 0,-2-2-1 16,7-1 9-16,9-1-8 0,1-1 1 0,6-1-5 16,1-1 6-16,12-5-6 0,0-1 3 0,-2 0 8 15,3-1 9-15,1-2 7 0,2 2 0 0,7-4-1 16,-2 1-3-16,-2 3-9 0,4-3-3 16,-3 1 0-16,-1 0-7 0,-5 3 3 0,-2 0-8 0,-13 4-6 15,-1-1 4-15,-3-1-5 0,-3 2-6 0,-9 0 1 16,-4 4-3-16,3 0 1 0,-5-1 1 15,-4 2-2-15,-3 0-2 0,-2-2 3 0,-6 3 0 16,9-3 3-16,-9 3-6 0,9-3 5 0,-9 3-3 0,0 0-2 16,3-4 11-16,-3 4-6 0,0 0-6 0,0 0 10 15,0 0 2-15,0 0-4 0,0 0 1 0,0 0-6 16,0 0-2-16,-12-10-3 0,12 10 1 16,0 0-1-16,0 0 1 0,0 0-5 0,0 0 3 0,-9-1-4 15,9 1 1-15,0 0-1 0,0 0 3 0,0 0-1 16,0 0-2-16,0 0 0 0,-13 2 2 0,13-2-4 15,-11 7-1-15,6-2 4 0,-2 1 2 0,1 0-8 16,1-1 7-16,-6 3 4 0,4 1-5 0,0 0-5 16,2-3 6-16,-1 0 4 0,4 2-4 0,-1-3-1 15,0 2 1-15,0-1 0 0,3-6 0 0,0 10-2 16,0-10 1-16,5 9-2 0,-1-5 6 0,-4-4 1 16,13 5 0-16,-6-3-3 0,5-4 6 0,-1 1-3 15,2-1 0-15,5-4-5 0,-7 0 3 0,7 0-1 16,-8 0 2-16,1 0 1 0,1-2 5 0,-4 1 1 15,1-1-4-15,0 0 5 0,-4-1-1 0,-1-1-1 16,-4 1 2-16,2-1-1 0,-4 0-4 0,0 1 0 16,-3-1 3-16,-2 1-6 0,2 2 0 0,-5-2 0 15,3 1 2-15,-2 3-8 0,0 1 0 0,-2-2-15 16,-1 1-18-16,1 3-20 0,-1 1-24 0,-3 0-21 16,2 0-36-16,2-2-35 0,-1 2-20 0,-6-3-144 15,5 2-360-15,2-4 160 0</inkml:trace>
  <inkml:trace contextRef="#ctx0" brushRef="#br0" timeOffset="158986.47">13881 5144 128 0,'-4'-10'142'16,"4"10"-2"-16,0 0 0 0,0 0-9 0,-2-6-6 15,2 6-10-15,0 0-13 0,0 0-2 0,0 0-11 16,0 0-12-16,0 0-8 0,0 0-6 0,0 0-10 16,0 0-7-16,0 0-9 0,0 0-4 0,0 0-1 15,0 0-11-15,0 0 0 0,9 25-2 0,-3-10 1 16,-4-1-4-16,2 3 1 0,-1 2 2 0,-1 1-5 15,5 6 0-15,-5-9 3 0,1 1-2 0,-1-3-1 16,0 2 1-16,2 0-1 0,-2 0-3 0,1 0 9 16,-1-1-11-16,0-5 4 0,0 1-4 0,-2 1 0 15,5-1 2-15,-2-1 4 0,-1 0-8 0,0 1 2 16,1-1 5-16,-1 0-17 0,0 1-26 0,2 1-32 16,0-2-34-16,-1 1-43 0,-1-2-139 0,3 3-300 15,-5-1 134-15</inkml:trace>
  <inkml:trace contextRef="#ctx0" brushRef="#br0" timeOffset="159503.97">13949 5959 33 0,'0'-6'178'0,"0"6"2"15,0 0-5-15,-5-6-12 0,5 6-13 0,0 0-17 16,0 0-14-16,0 0-16 0,0 0-9 0,0 0-12 16,0 0-11-16,0 0-4 0,0 0-8 0,0 0-6 15,18 23-6-15,-11-12 3 0,-1-1-2 0,3 5-4 16,0 0-1-16,3 0 4 0,-3-1-4 0,7 8-5 15,-5-8 0-15,-5 0-4 0,5 2-3 0,-3 0 2 16,2-2-1-16,-1-1 0 0,-1-3-3 0,2 3 0 16,-5-3-2-16,2-1-3 0,2 0 0 0,-3-2-3 15,3 1 2-15,0-2 1 0,-1 3-1 0,-2-3-2 16,-1-2 2-16,-2 0 2 0,-3-4-1 0,9 5 12 16,-4-3 14-16,-5-2 11 0,7 2 17 0,-7-2-5 15,0 0 11-15,11-8 4 0,-5 3 0 0,0-4-11 16,-1-1-10-16,1-3-3 0,1-3-7 0,1-9-2 15,-2 5-4-15,2-3 1 0,1-2-9 0,-2 1 2 16,-3 5-5-16,7-5-12 0,-8 4-3 0,3 4-3 16,-1-2-2-16,-1 3 4 0,-1 2-10 0,1 4 4 15,-3-1-4-15,1 1-7 0,-2 2 3 0,2 1-12 16,-2 6-16-16,2-9-23 0,-2 9-20 0,0-6-35 16,0 6-37-16,0 0-33 0,0 0-20 0,0 0-12 15,0 0-15-15,0 0-10 0,0 0-11 0,0 0-143 16,6 19-407-16,-6-10 181 0</inkml:trace>
  <inkml:trace contextRef="#ctx0" brushRef="#br0" timeOffset="159827.57">14478 6157 76 0,'0'0'129'0,"2"6"6"0,-2-6-17 0,3 9 7 16,-1-5-5-16,-2-4-1 0,4 11-7 0,-1-5-1 15,-1 3-6-15,1-1-3 0,-3-1-6 0,6 1-9 16,-3-1-6-16,1 2-7 0,0-3-7 0,4 0-1 0,-4 0 0 16,7 0-2-16,-2-1-5 0,1-1-6 15,-4-1-5-15,5-1 0 0,0-2 0 0,-1 0 3 16,2 0 5-16,-2-1 9 0,1 0-6 0,-2-4-3 16,1 0-4-16,-2-2 6 0,0 0 1 0,-1-3-4 15,0 3-6-15,-4-2 0 0,-1-3-4 0,3 2-5 0,-4-2-1 16,1 2-8-16,-4 0-1 0,0 0-6 15,-2-1-1-15,0 0-3 0,-1 3 0 0,0-2-9 16,0 5-5-16,-3 1-6 0,3 0-23 0,5 4-15 16,-20-1-12-16,9 5-15 0,0 1-25 0,-3 2-25 15,-4 6-41-15,5 0-34 0,-2 6-190 0,-3 4-412 0,1-3 182 16</inkml:trace>
  <inkml:trace contextRef="#ctx0" brushRef="#br0" timeOffset="160220.13">14537 6891 193 0,'-2'-10'252'0,"0"-1"-23"0,0 2-19 0,-3 1-16 0,5-1-1 15,-2 2 0-15,2 7-5 0,0-13-14 0,0 13-15 16,-4-9-20-16,4 9-19 0,0 0-11 0,-1-9-16 16,1 9-11-16,0 0-9 0,0 0-10 0,0 0-5 15,0 0-6-15,12 29-7 0,-8-17-2 0,0 5-5 16,5 10-4-16,-1 6-1 0,-2-1-5 0,7 14 2 16,-3 1 0-16,0 0-2 0,-3 2 16 0,0-1-3 15,2-2-4-15,0 4 1 0,-2 0-2 0,-3-15-5 16,3 1-4-16,-1 14 3 0,-1-17-5 0,1 2-4 15,-4-2 3-15,1-3-1 0,1 1-6 0,-2-3 0 16,2-1-4-16,-2-1 2 0,0-4-2 0,2-2-1 16,-2-1 0-16,1 0-5 0,-1 0-6 0,0-7-20 15,3 2-28-15,-3 0-31 0,0 0-31 0,0-1-48 16,1-3-64-16,-3 1-57 0,0-1-165 0,-5-1-481 16,5-1 213-16</inkml:trace>
  <inkml:trace contextRef="#ctx0" brushRef="#br0" timeOffset="160913.13">14893 4696 132 0,'-6'-4'128'0,"6"4"-6"0,0 0-15 0,0 0-10 0,0 0-5 15,0 0-14-15,0 0-3 0,0 0-7 0,19-7-6 16,-19 7-7-16,16-3-20 0,-5 0-20 0,-1 3-27 15,3-1-21-15,-3 0-33 0,1-1-22 0,1 1-57 16,-4 2-157-16,-8-1 71 0</inkml:trace>
  <inkml:trace contextRef="#ctx0" brushRef="#br0" timeOffset="161089.53">14963 4588 90 0,'0'0'120'15,"0"0"-18"-15,0 0-1 0,0 0 0 0,0 0-25 16,-4 21 4-16,4-9-9 0,2 4-10 0,-1 4 0 16,0-1-7-16,2 7 0 0,3 3-7 0,-2 3-4 15,4 0-22-15,-2 0-31 0,2 1-40 0,-2 0-37 16,6 12-70-16,-6-14-168 0,-2 2 75 0</inkml:trace>
  <inkml:trace contextRef="#ctx0" brushRef="#br0" timeOffset="161547.54">15540 7625 8 0,'0'0'199'0,"0"0"-2"0,2 6-2 0,-2-6-6 0,0 0 1 16,0 0-10-16,0 0-7 0,0 0-7 0,0 0-4 16,0 0 1-16,0 0-17 0,0 0-11 0,0 0-3 15,0 0-22-15,0 0-13 0,0 0-8 0,5 5-10 16,-5-5-6-16,7 2-6 0,-7-2-6 0,15-2-3 15,2 2-14-15,1-1-27 0,0-2-39 0,3 0-52 16,7-6-66-16,2 1-49 0,-3 3-229 0,2-6-453 16,0-2 202-16</inkml:trace>
  <inkml:trace contextRef="#ctx0" brushRef="#br0" timeOffset="163988.16">7380 5143 79 0,'0'0'89'0,"-10"2"1"15,10-2-5-15,-8 4 22 0,8-4-8 0,-6 1 11 16,6-1-14-16,0 0-4 0,0 0-3 0,0 0-3 16,-8 3-4-16,8-3-6 0,0 0-3 0,0 0-4 15,0 0-5-15,0 0-4 0,0 0-4 0,0 0 0 16,0 0-5-16,0 0-3 0,0 0-9 0,0 0-7 15,0 0-2-15,0 0-3 0,0 0 0 16,0 0-4-16,0 0-5 0,-10 0 2 0,10 0-3 0,0 0 2 16,0 0 0-16,0 0-2 0,0 0 1 0,0 0 3 15,0 0-1-15,0 0 5 0,0 0-1 0,0 0-5 16,0 0 1-16,0 0 2 0,0 0 3 0,0 0-2 16,0 0-6-16,-10 0 3 0,10 0-10 0,-9 2 2 15,9-2 3-15,-11 0 1 0,11 0 0 0,-10 2-2 16,10-2-5-16,-11 2 7 0,4-1 1 0,7-1-4 15,-11 1-2-15,11-1 2 0,-12 3-3 0,6-3 0 16,6 0-1-16,-10 2 0 0,10-2-3 0,-8 2 3 16,8-2 1-16,0 0-2 0,-6 4-4 0,6-4-3 15,0 0-2-15,0 0 3 0,0 0-4 0,0 0 1 16,0 0-1-16,0 0 1 0,0 0-2 0,0 0 3 16,19 10 3-16,-8-6-1 0,2-1 1 0,5 0-2 15,-3 2 0-15,3-3 1 0,-5 1-2 0,2-3 1 16,-3 4-2-16,-1 0 1 0,2 0-3 0,-3 0 3 15,-1 1-3-15,1 3 1 0,-3-1 1 0,-2 1 1 16,0 3-2-16,0 5 3 0,-1-1 2 0,-2-3-4 16,-2 7 4-16,-3 5 3 0,-1-4-4 0,1-1-2 15,-4 5 0-15,-1 1-1 0,-1-1-4 0,0 0-12 16,0 1-16-16,0-2-30 0,2-4-36 16,0-1-35-16,2-1-24 0,1 1-22 0,0-2-113 15,0-3-316-15,2 2 140 0</inkml:trace>
  <inkml:trace contextRef="#ctx0" brushRef="#br0" timeOffset="164655.64">7391 5808 2 0,'-5'2'169'0,"5"-2"-1"16,0 0-17-16,0 0-14 0,0 0-16 15,0 0-11-15,0 0-14 0,0 0-8 0,0 0 1 0,0 0-1 16,0 0-10-16,40-11-4 0,-20 5-3 0,8-1-11 16,1 1-3-16,0 0-7 0,2 0-10 0,-3-1-12 15,-6 5-27-15,-3-1-18 0,0 0-15 0,-1 0-23 16,-7 2-8-16,2-1-11 0,-4 1-10 15,-1 0-5-15,-8 1 4 0,12-1 7 0,-12 1 4 0,8-1 3 16,-8 1 19-16,0 0-3 0,0 0 7 16,0 0 7-16,0 0 12 0,0 0 1 0,0 0 9 0,0 0 15 15,0 0 8-15,0 0 10 0,-29 3 4 0,29-3 11 16,-9 1 6-16,9-1 9 0,-9 2 4 0,9-2 4 16,0 0 3-16,-10 1-6 0,10-1-2 0,0 0-3 15,0 0-11-15,0 0-6 0,-8 3 2 16,8-3 6-16,-1 10 5 0,1-10 3 0,1 16-4 15,-1-4 1-15,1-1-2 0,2 8 2 0,-1-2 3 0,1 2-4 16,1 0 9-16,-2 0-1 0,5-2-2 0,-5 2-3 16,-1-2 1-16,2 0-5 0,-2-5-5 0,3 4 0 15,-1-3-2-15,1 3 1 0,-2 0 3 16,0-4-10-16,-1-1-4 0,0 0 2 0,-1-1-1 16,1-3-1-16,1 3-2 0,0-4-2 0,-2 3-2 0,0-9-1 15,0 11 0-15,0-4-1 0,0-7-2 0,-6 10-3 16,6-10-7-16,-5 8 1 0,-1-6-6 0,1 2-3 15,-2-3 1-15,7-1-5 0,-16 4 0 16,6 1 1-16,-1-3-4 0,0 2 4 0,0-2 2 16,11-2-3-16,-21 2 7 0,21-2-3 0,-10 2 0 0,10-2-1 15,-11 1 2-15,11-1-2 0,0 0 2 0,0 0-5 16,0 0 3-16,-9 6-6 0,9-6 8 16,0 0 1-16,0 0 3 0,0 0-1 0,30 2-1 15,-17-3 7-15,1 0-5 0,7-2 5 0,-1-1-7 16,2 1 1-16,0 0-23 0,3-1-30 0,3-3-34 15,-1 3-25-15,-6 1-33 0,-1 3-118 0,-3-4-286 0,-3-1 127 16</inkml:trace>
  <inkml:trace contextRef="#ctx0" brushRef="#br0" timeOffset="164882.84">7969 6067 140 0,'0'-11'197'0,"0"11"-16"0,0 0-11 0,0 0-19 0,0 0-11 15,0 0-21-15,0 0-11 0,0 0-14 16,0 0-10-16,0 0-12 0,0 0-5 0,0 0 0 16,10 24-10-16,-8-15-7 0,2 2 0 0,-3-1-9 15,1 3 0-15,1-1-6 0,-1 0 2 0,0 0-1 16,-1 4-9-16,3 0 2 0,-4-5-1 0,2 1-4 16,0 5-1-16,-1-6-13 0,1 4-26 0,0-3-25 15,-1 0-29-15,0-2-39 0,1 0-19 0,-2 0-27 16,0-2-106-16,0-8-281 0,-3 15 126 0</inkml:trace>
  <inkml:trace contextRef="#ctx0" brushRef="#br0" timeOffset="165145.79">7954 6105 17 0,'0'0'152'0,"18"-3"1"15,-9 3 5-15,3 2-14 0,0 2-3 0,1-2-2 16,5 3-13-16,-3 1-9 0,3 2-9 0,-2 0-6 16,0-1-7-16,-1 0-8 0,-2 2-10 0,-3-1-9 15,0 1-4-15,-2 1-2 0,-2 0-7 0,1 5-3 16,-3 1-4-16,-6-1-1 0,0 2-4 0,-5-1 0 16,-2 0-5-16,-1 3-4 0,0-5-3 0,-7 6-1 15,-3-1-4-15,5-5-9 0,-2-1-16 0,0-2-34 16,1 2-36-16,-7 0-36 0,7-3-40 0,-3-2-176 15,-6 2-347-15,7-5 153 0</inkml:trace>
  <inkml:trace contextRef="#ctx0" brushRef="#br0" timeOffset="184072.3">6985 5364 6 0,'0'0'79'0,"0"0"-8"0,-4-7-2 0,4 7-10 15,0 0-4-15,0 0 3 0,0 0-14 0,0 0-1 16,0 0-7-16,-4-7 7 0,4 7-17 0,0 0 4 15,-5-4-8-15,5 4 4 0,0 0 6 0,-3-6 2 16,3 6-2-16,0 0 6 0,0 0-11 0,0 0 2 16,-4-6 4-16,4 6-6 0,0 0 2 0,0 0 0 15,-5-5-3-15,5 5-5 0,0 0 5 0,0 0-4 16,-6-6 0-16,6 6 4 0,0 0-12 0,0 0 10 0,0 0-8 16,-5-6 5-16,5 6-5 0,0 0 3 15,0 0 1-15,0 0 0 0,0 0 1 0,-7-6-3 16,7 6-5-16,0 0 0 0,-5-6 0 0,5 6-1 15,0 0-4-15,-7-5 6 0,7 5-3 0,0 0 4 16,-5-5-5-16,5 5-7 0,0 0 5 0,0 0-5 16,0 0 5-16,0 0-14 0,0 0 10 0,-8 0-3 15,8 0-2-15,0 0-4 0,0 0 5 0,0 0-7 0,0 0-3 16,-5 17 9-16,4-6-3 0,0 2 0 16,1 4 0-16,0 3 7 0,1 6-1 0,-1-2-3 15,4 0 1-15,0 2 1 0,-2-8-4 0,2 0 5 16,-1 0 4-16,3 1-3 0,3 4-6 0,-3-6 2 0,-2 2 16 15,1 0-14-15,0 0-9 0,-1-1-11 16,1 0-3-16,2 1-14 0,-2-2-9 0,-1 0-2 16,-1 0-19-16,-1 0-5 0,-4-1-14 0,1 1-12 15,1-2-59-15,-4 0-168 0,-1-1 75 0</inkml:trace>
  <inkml:trace contextRef="#ctx0" brushRef="#br0" timeOffset="184393.81">6802 5489 29 0,'-1'29'30'0,"0"-1"-9"0,-2 2-23 0,2 1-11 0,0 2-15 15,-4-3 7-15</inkml:trace>
  <inkml:trace contextRef="#ctx0" brushRef="#br0" timeOffset="185859.51">4856 7771 48 0,'0'0'61'0,"0"0"-18"16,0 0-21-16,0 0-2 0,6-4-6 0,-6 4-14 16,0 0-12-16,0 0-21 0,0 0-36 0,13 7 16 15</inkml:trace>
  <inkml:trace contextRef="#ctx0" brushRef="#br0" timeOffset="194897.39">7290 9726 27 0,'0'0'34'0,"0"0"-1"0,0 0-12 16,0 0-10-16,0 0-13 0,0 0-7 0,0 0-11 15,0 0-21-15,0 0 10 0</inkml:trace>
  <inkml:trace contextRef="#ctx0" brushRef="#br0" timeOffset="195875.11">7947 7583 62 0,'0'0'48'0,"0"0"-21"0,0 0-21 15,0 0-20-15,0 0-8 0,0 0-24 0,0 0 12 16</inkml:trace>
  <inkml:trace contextRef="#ctx0" brushRef="#br0" timeOffset="196477.78">8997 7572 34 0,'0'0'100'0,"0"0"-34"16,9 0-23-16,-9 0-30 0,0 0-35 0,0 0-17 16,0 0-43-16,0 0 19 0</inkml:trace>
  <inkml:trace contextRef="#ctx0" brushRef="#br0" timeOffset="196791.74">9493 7590 97 0,'0'0'156'0,"0"0"-1"0,0 0-6 0,0 0-14 15,7 0-5-15,-7 0-20 0,0 0-8 0,0 0-10 16,0 0 1-16,0 0-20 0,0 0-7 0,0 0-5 16,0 0-6-16,0 0-3 0,0 0-8 0,0 0-4 15,0 0 0-15,0 0-4 0,0 0 6 0,0 0-13 16,0 0 1-16,9 1-7 0,-9-1 4 0,0 0-5 16,0 0 1-16,0 0-6 0,0 0-1 0,0 0-1 15,0 0-1-15,0 0 1 0,0 0-5 0,0 0-2 16,0 0-9-16,0 0-13 0,0 0-16 0,0 0-24 15,0 0-21-15,0 0-25 0,0 0-21 0,0 0-17 16,0 0-103-16,-18 15-261 0,7-10 116 0</inkml:trace>
  <inkml:trace contextRef="#ctx0" brushRef="#br0" timeOffset="197604.02">7638 7884 92 0,'-5'-6'109'0,"5"6"-6"16,0 0-1-16,0 0-8 0,0 0-4 0,0 0-12 15,-5-4 4-15,5 4-2 0,0 0 2 0,0 0-9 16,0 0-6-16,0 0 0 0,0 0-2 0,0 0-7 16,0 0-4-16,0 0-5 0,0 0 2 0,0 0-8 15,0 0 15-15,0 0-22 0,-9-3-2 0,9 3-11 16,0 0 1-16,0 0-5 0,0 0-2 0,0 0-1 0,0 0-4 15,0 0-1-15,0 0 2 0,0 0-2 16,0 0-1-16,26-2-6 0,-19 0 3 0,6 2 1 16,0 0-2-16,5-3 2 0,2 0-5 0,8 0 1 15,2-1 4-15,5-3-7 0,0 3 6 0,1-2-7 16,3 1 5-16,12-5-5 0,1 1 3 0,-3 1 2 0,-10 0 2 16,0 1-7-16,11 0 3 0,3 1-5 15,-2-4 5-15,-3 1-4 0,-9 2 3 0,12-2-4 16,-2 4 8-16,-11 0-6 0,1 0-1 0,0 0 2 15,0-1 1-15,11-1 0 0,-13 3-6 0,-1 2 8 0,-2-1-3 16,0-4 0-16,-4 4 3 0,5-1-3 0,-6 1 3 16,1 1-4-16,-2-2-2 0,0-1 2 0,0-2 11 15,0 2-14-15,0 1 6 0,-1 1-6 16,1-1 7-16,-7 1-2 0,-2 1-3 0,0-2 1 0,0 2 1 16,-1-1 0-16,0 1-3 0,0 2-2 0,-5-2 6 15,-2 0-1-15,3-2 0 0,-2 4-1 0,-1-3 4 16,-1 1-6-16,-2 0 3 0,2 0-2 15,-10 2-2-15,14-2 3 0,-7 2 2 0,-7 0-4 16,7-2 1-16,-7 2-1 0,9-2 5 0,-9 2 12 0,0 0-16 16,9-1 6-16,-9 1-8 0,0 0 5 0,0 0-4 15,0 0 1-15,0 0-7 0,0 0-7 0,0 0-23 16,0 0-15-16,0 0-27 0,0 0-22 0,0 0-32 16,0 0-103-16,0 0-256 0,0 0 114 0</inkml:trace>
  <inkml:trace contextRef="#ctx0" brushRef="#br0" timeOffset="198781.29">19900 6321 22 0,'0'0'129'0,"0"0"-6"0,0 0-9 0,-4-6-8 16,4 6-15-16,0 0-9 0,0 0-9 0,0 0-3 16,0 0-10-16,0 0-7 0,0 0-6 0,0 0-23 15,0 0-9-15,0 0-14 0,0 0-16 0,0 0-3 16,0 0-23-16,0 0-2 0,0 0-10 0,0 0-8 15,0 0-1-15,0 0-58 0,0 0-129 0,0 0 57 16</inkml:trace>
  <inkml:trace contextRef="#ctx0" brushRef="#br0" timeOffset="-203781.29">8430 7333 5 0,'0'0'44'0,"0"0"-15"16,0 0-27-16,0 0-16 0,0 0-14 0,9 5 6 0</inkml:trace>
  <inkml:trace contextRef="#ctx0" brushRef="#br0" timeOffset="-202728.16">6701 10345 77 0,'-2'-9'159'0,"-2"0"-8"0,1 2-5 0,1 1-7 15,2 6-2-15,-4-9-6 0,4 9-10 0,-3-9-11 16,3 9-14-16,-3-6-3 0,3 6-15 0,0 0-7 16,0 0-10-16,-3-8-8 0,3 8-7 0,0 0-4 15,0 0-8-15,0 0-3 0,0 0-5 0,0 0-1 16,5 27 3-16,-2-12-2 0,-1 3-5 0,0 0 5 15,3 6-6-15,-3-4-1 0,1 5 2 0,-1-4-2 16,2 4-2-16,0 0-3 0,1 1 5 0,-2-6-4 16,-1 5 1-16,2-6-6 0,0 1-4 0,2 3 6 15,-2 3 2-15,1-7 0 0,-2 2-5 0,1-3 0 16,-2 1 3-16,1 0-1 0,1-2-2 0,-1-2-9 16,0 1-16-16,-2-5-11 0,2 1-23 0,-2-2-16 15,2 1-27-15,-1-3-7 0,1-1-14 0,-2-1-11 16,3 0-3-16,-4-6-4 0,5 5-93 0,-5-5-242 15,0 0 108-15</inkml:trace>
  <inkml:trace contextRef="#ctx0" brushRef="#br0" timeOffset="-202340.16">7113 10494 133 0,'0'0'148'0,"0"-11"-4"0,0 11-3 15,0 0-13-15,0 0-7 0,-1-8-13 0,1 8-11 16,0 0-11-16,0 0-7 0,0 0-9 0,0 0-6 16,0 0-4-16,-18 13-6 0,13-4-4 0,-2 1-6 0,3 1 3 15,-1-1-7-15,-2 5-2 0,3-3-5 16,-1 1-12-16,1 2 13 0,1-1-12 0,3 2 4 16,0-3 0-16,3-4-10 0,1 2 0 0,0-1 2 15,2-1-4-15,1 1 1 0,2-1-2 0,-1-2 1 0,4-1 0 16,-2 0 0-16,1-2 1 0,1-2-3 15,1-2 0-15,-1-1 2 0,0-2-3 0,0 1 2 16,-1 0-1-16,-1 1-2 0,-3-3 5 0,3-2-1 16,-3 2-4-16,0-3 7 0,-3 1 4 0,0-2 0 15,-3 3-1-15,0-2 5 0,-1 7-3 0,0-20-9 0,-1 13 8 16,-3-4-2-16,1 1-4 0,-3 1 1 0,0 0-7 16,-2 0 0-16,0 2-2 0,-1-2-8 15,0 1 19-15,1 3-5 0,-2-2-12 0,1 4-16 16,1 1-22-16,8 2-23 0,-16 2-32 0,10 0-14 0,-3 4-28 15,4 0-35-15,1 3-122 0,1-2-313 0,3 0 139 16</inkml:trace>
  <inkml:trace contextRef="#ctx0" brushRef="#br0" timeOffset="-201782.07">7513 10607 210 0,'5'-6'240'0,"-5"6"-14"0,0 0-16 16,5-4-20-16,-5 4-19 0,0 0-20 16,4-4-20-16,-4 4-11 0,0 0-13 0,0 0-13 0,0 0-10 15,0 0-5-15,0 0-10 0,0 0-8 0,5 14-6 16,-5-14-4-16,-1 10-6 0,1-10-2 16,0 10-3-16,0-10-5 0,0 8-1 0,0-8-6 15,0 0 0-15,0 0-1 0,0 11-4 0,0-11 2 0,0 0 2 16,0 0-2-16,0 0 0 0,0 0-5 0,0 0 0 15,0 0 0-15,0 0-2 0,0 0 6 0,0 0-8 16,0 0-1-16,-16-17-1 0,16 17-4 0,-2-19 0 16,1 9 2-16,2 0-2 0,-1-2 4 0,1 1-8 15,2-2-4-15,-1 2 0 0,3 1 0 0,2 0-2 16,-2 3 0-16,0-2 0 0,1 2-5 0,0 3 3 16,0 0-5-16,1 2 4 0,4 0-4 0,-11 2 1 15,18 2-1-15,-8 2-1 0,-1-1 2 0,1 1-1 16,-1 2 2-16,0 1-5 0,-1 3 4 0,2-1 0 15,-4-2 1-15,-1 2 0 0,2-3 0 0,-3 1-4 16,1 2-3-16,-3-3-4 0,1-1-2 0,1 1 1 16,-4-6 4-16,5 7 3 0,-5-7 2 0,2 6 4 15,-2-6-2-15,0 0 2 0,0 0 10 0,0 0-6 16,0 0 0-16,0 0 1 0,0 0-4 0,4-22 5 16,0 14 0-16,-1-3-3 0,3 0 2 0,2-6-4 15,1 2 3-15,1 1 1 0,-4 3-1 0,2-3 0 16,0 5 2-16,-2 1 0 0,0 3-1 0,-2-1-4 15,-1 1-2-15,-3 5-5 0,6-5 3 0,-6 5 1 16,8-1 0-16,-8 1-3 0,11 5 2 0,-7 0 3 16,1 2-1-16,2 2-12 0,-5 3-17 0,2-2-33 15,0 2-30-15,-2 2-26 0,3 2-26 0,-2 0-34 16,1 3-140-16,-3-4-347 0,2 1 153 0</inkml:trace>
  <inkml:trace contextRef="#ctx0" brushRef="#br0" timeOffset="-201338.92">8074 10496 113 0,'1'-8'199'0,"-1"8"-20"0,0 0-20 0,3-6-19 16,-3 6-16-16,0 0-13 0,0 0-10 0,0 0-13 15,0 0-4-15,0 0-9 0,0 0-7 0,0 25-9 16,-1-16-4-16,1 1-8 0,-2 0-2 0,1 0-1 15,0 1-10-15,-1-1-2 0,2-1-2 0,0-2-4 16,-1 0 0-16,1-7-6 0,-2 13-1 0,2-8 1 16,0-5-2-16,-2 9 0 0,2-9 6 0,0 0-6 15,0 0 4-15,0 0-6 0,-4 6-1 0,4-6-2 16,0 0 5-16,0 0-3 0,0 0 0 0,-2-30 0 16,2 19-3-16,1 0-1 0,-1-2 4 0,3-3-5 15,1 0 2-15,-2-3-4 0,1-1 1 0,4-4-4 16,-2 5 1-16,0 1 0 0,4-5-1 0,1-2-2 15,-3 8 4-15,-1 4-5 0,1-2 2 0,-1 6-1 16,-1 0 0-16,-1 4-5 0,1 0 0 0,-1 1-2 16,-4 4 1-16,9-2-1 0,-9 2-3 0,10 2 1 15,-2 4 9-15,-3 1-8 0,2 2 5 0,0 0-1 16,-2 2-1-16,4 4 1 0,-2-5-2 0,-1 6-2 16,-1 0 8-16,0-1-3 0,2 0 0 0,-4-3 1 15,0 4-1-15,2 1 0 0,-2-6-4 0,1 0-17 16,-3 2-11-16,0-1-26 0,2-1-26 0,-1-2-32 15,1 2-23-15,-1-2-25 0,-2-2-98 0,0-7-283 16,0 0 124-16</inkml:trace>
  <inkml:trace contextRef="#ctx0" brushRef="#br0" timeOffset="-201171.48">8103 10509 130 0,'-5'-5'129'0,"5"5"-10"0,0 0-7 0,0 0-16 16,22-8-10-16,-9 3-21 0,6 0-31 0,9-3-41 15,0 1-41-15,-1 0-72 0,1-2-129 0,3-2 57 16</inkml:trace>
  <inkml:trace contextRef="#ctx0" brushRef="#br0" timeOffset="-200882.63">8856 10213 200 0,'0'0'244'16,"-5"-12"-7"-16,4 7-14 0,1 5-14 0,-2-10-20 15,2 10-19-15,0 0-15 0,-1-8-23 0,1 8-15 16,0 0-14-16,0 0-7 0,10-5-7 0,-10 5-12 0,16 5-8 15,-6-1-8-15,3 1-7 0,-2 2-2 16,6 0-6-16,-3 2-3 0,4 0-9 0,-4 1 1 16,2-2-4-16,-3 4-3 0,4-2-4 0,-3 2-1 15,1-4-2-15,-2 3-4 0,1-1-11 0,-5-1-18 0,-1-3-16 16,1 5-22-16,-1-5-29 0,-1 3-29 0,1-1-33 16,-1-1-29-16,0 1-20 0,-2 0-145 15,-3-3-362-15,-2-5 160 0</inkml:trace>
  <inkml:trace contextRef="#ctx0" brushRef="#br0" timeOffset="-200665.3">9155 10110 183 0,'0'0'189'0,"0"0"-17"0,0 0-10 0,-6-2-8 16,6 2 6-16,-11 14-9 0,1 0-5 0,0 1-12 15,-5 9-8-15,-3 1-11 0,0 1-14 16,1 1-7-16,1 2-8 0,-1 1-9 0,2-3-7 16,-2-1-8-16,-1 3-14 0,3-2-25 0,-2-2-36 0,3 2-41 15,0-3-58-15,4 1-63 0,-7 0-142 0,7-10-343 16,0 2 152-16</inkml:trace>
  <inkml:trace contextRef="#ctx0" brushRef="#br0" timeOffset="-199977.23">9941 10081 24 0,'0'0'197'0,"-8"-13"-15"0,3 7-14 0,2 0-4 15,0 0-3-15,3 6-11 0,-4-11-8 0,4 11-13 16,-2-11-13-16,2 11-17 0,1-10-7 0,-1 10-10 15,2-8-12-15,-2 8-5 0,11-3-9 0,-4 3-5 16,-7 0-6-16,17 2-7 0,-7 1-3 0,-1-1 0 16,1 7-5-16,-1 0-7 0,4 5 2 0,-3 0-4 15,-1 0-2-15,-3 2-1 0,1-2-3 0,-6 4 2 16,-2-3-2-16,-2 2-1 0,-1 0-1 0,1 0-1 16,-7-1-4-16,1-2 6 0,-2 1-3 0,0 2 1 15,-2-3-4-15,-1-3 1 0,1 0-1 0,3-4 4 16,-5 1-2-16,3-2-6 0,-1-1 5 0,4-3-1 15,0 2-3-15,1-3 0 0,0-1 2 0,8 0-1 16,-12 0-1-16,12 0-3 0,-11-1 4 0,11 1-3 0,0 0-3 16,-9 1-3-16,9-1 3 0,0 0-4 15,0 0 0-15,0 0 0 0,0 0-1 0,0 0 4 16,0 0 0-16,16 17 3 0,-5-11-5 0,-2 0 5 16,1 1-4-16,0 0 2 0,0 2-4 0,6-1 5 0,-7 0-6 15,6 4-17-15,0-2-25 0,-1 0-34 0,2 1-34 16,-1-1-39-16,0 0-37 0,-2-1-115 15,2-1-331-15,-2-3 146 0</inkml:trace>
  <inkml:trace contextRef="#ctx0" brushRef="#br0" timeOffset="-199801.34">10204 10290 78 0,'2'-11'226'0,"-1"3"-12"0,0-1-18 0,-1 1-12 0,0 8-21 15,0-12-15-15,0 12-17 0,3-9-15 0,-3 9-19 16,2-7-20-16,-2 7-18 0,0 0-27 16,8-2-36-16,-8 2-39 0,0 0-48 0,15 9-36 15,-8-5-116-15,-2 0-263 0,0 0 116 0</inkml:trace>
  <inkml:trace contextRef="#ctx0" brushRef="#br0" timeOffset="-199441.33">10537 10014 26 0,'9'-10'224'0,"-2"1"-19"16,1 2-14-16,-3 0-19 0,2 3-21 0,-2 1-11 16,-5 3-11-16,14 0-13 0,-14 0-8 0,12 5-10 15,-5 2-10-15,-2 0-5 0,-1 5-9 0,-2 0-6 16,0 3-4-16,-2 2-11 0,-2 1 1 0,-3-1-8 15,0 2-2-15,-3-2-4 0,1 0-2 0,-5 5-4 16,2-6-5-16,0 0-3 0,-2-2-3 0,0-1 1 16,1 0-4-16,1-5-1 0,0 2-4 0,1-2 6 15,4-4-8-15,-2 0-3 0,2 2 5 0,0-2-1 16,5-4-3-16,-6 4 0 0,6-4-1 0,-4 7-3 16,4-7-4-16,0 0 1 0,-3 5 0 0,3-5-1 15,0 0-1-15,0 0 0 0,14 6 0 0,-5-3 0 16,2 0-1-16,-1 1 3 0,8-2-1 0,0-1-2 15,1 1 4-15,2-1-18 0,9 0-13 0,-10 0-33 16,9-1-25-16,1 0-52 0,-2-1-13 0,0 2-31 16,-6-2-138-16,-4-3-343 0,4-1 152 0</inkml:trace>
  <inkml:trace contextRef="#ctx0" brushRef="#br0" timeOffset="-199190.48">10980 10000 167 0,'0'-18'213'0,"0"3"5"0,1 2-3 0,-2 4-11 16,1 1-7-16,0 8-24 0,1-9-19 0,-1 9-20 0,0 0-16 15,3-6-11-15,-3 6-9 0,0 0-10 0,0 0-1 16,6 24-7-16,-2-8-5 0,-1 1-5 16,-1 3-2-16,0 7-12 0,-1-10 3 0,1 9-2 15,0-6-5-15,-1 4-8 0,-1-4-2 0,-1 5-3 0,2-1-3 16,-1-3-5-16,-1-2-2 0,3 0-6 0,-2-1-17 15,0-1-32-15,0 1-25 0,-1-2-31 16,1-4-39-16,-1 1-36 0,2-3-20 0,-1-1-21 16,0-2-157-16,0-7-384 0,0 0 169 0</inkml:trace>
  <inkml:trace contextRef="#ctx0" brushRef="#br0" timeOffset="-198939.07">11200 9979 142 0,'0'0'201'0,"-3"-12"-10"0,-2 6-10 0,5 6-14 16,-7-9-15-16,1 7-11 0,6 2-16 0,-11 1-6 15,2 6-2-15,-1 0-11 0,2 2-3 16,-6 5-14-16,1 1-3 0,-1 0-10 0,7 2-5 0,-2-2-4 16,1 3-7-16,-2-2-5 0,6-1-6 0,-1 0-3 15,1 0-3-15,3-2-3 0,1-1-8 0,2 1 1 16,2-2-3-16,3 1-1 0,-1-3-5 15,7 3-12-15,1-2-23 0,2 0-21 0,-3-4-29 16,6 0-23-16,1 1-32 0,-3-4-36 0,4-1-8 0,-2 1-16 16,0-1-124-16,0-1-324 0,-2-2 144 0</inkml:trace>
  <inkml:trace contextRef="#ctx0" brushRef="#br0" timeOffset="-198542.3">11451 10268 157 0,'0'0'172'16,"10"-3"3"-16,-10 3-3 0,5-4-1 0,-5 4 0 15,4-7-7-15,-1 3-7 0,2-1-5 0,-2-1 0 16,2 0-4-16,-5 6-5 0,8-12-11 16,-3 4-7-16,4-4-13 0,-1 5-11 0,-5-5-5 0,4 3-8 15,-1-3-6-15,3 3-4 0,-5-1-9 0,1-1-5 16,1-2-8-16,3-2 2 0,-4 3-5 0,-3 0 1 16,2-3-8-16,-3 4-7 0,0-3-2 0,-1 3 2 15,0-4-4-15,-1-3-4 0,0 1-6 0,-1 4 2 16,1 1-4-16,1 1-4 0,0 0-1 0,0 2-3 15,0 9-5-15,-1-15 1 0,2 8-3 0,-1 7-1 16,3-9-3-16,0 4-1 0,3 1-1 0,1 2 1 16,3 0 7-16,-3 1-12 0,3 1 0 0,-10 0-5 15,25 4 2-15,-18 0-2 0,6 3 1 0,-4 0-1 16,-3 3-1-16,6 5 2 0,-5 1-1 0,-2 1 2 16,-2 0 2-16,0 3-3 0,-6-1 3 0,0 5 3 15,-2-5-5-15,-1 0 1 0,-2 0-1 0,-1-2 4 16,0 8-6-16,1-9 4 0,-1 3 3 0,1-2-1 15,2 0-3-15,0-3 1 0,1-1-9 0,3-3-4 16,-1 1-2-16,3 0-7 0,0-1-6 0,4 1-11 16,4-3-21-16,-1-1-26 0,6 0-23 0,7-4-36 15,9 0-35-15,4-6-36 0,1 0-190 0,2-3-441 16,17 0 195-16</inkml:trace>
  <inkml:trace contextRef="#ctx0" brushRef="#br0" timeOffset="-198321.22">12473 10099 82 0,'0'0'269'0,"-7"-5"-7"0,7 5-10 15,0 0-24-15,-2-7-22 0,2 7-19 16,0 0-21-16,11-10-15 0,-3 5-17 0,11-2-22 15,-1 0-27-15,0-1-35 0,11 1-42 0,0 0-41 0,-1 0-49 16,-2 2-30-16,-6 1-42 0,0 2-149 0,-1-2-326 16,-6 0 144-16</inkml:trace>
  <inkml:trace contextRef="#ctx0" brushRef="#br0" timeOffset="-198141.75">12502 10200 50 0,'-8'4'197'0,"5"-1"-3"16,3-3 0-16,-9 6-4 0,9-6-11 0,-3 4-12 0,3-4-9 16,0 0-11-16,0 0-17 0,21 2-6 0,-6-4-17 15,3-1-9-15,5-1-12 0,5-3-26 0,3 0-38 16,0-1-39-16,-2 0-45 0,5-1-63 16,-2 1-49-16,-3 0-114 0,-2-1-311 0,-1 2 137 0</inkml:trace>
  <inkml:trace contextRef="#ctx0" brushRef="#br0" timeOffset="-195303.08">14393 9761 9 0,'-7'-7'92'16,"1"4"-2"-16,6 3-6 0,-5-5-6 0,5 5-5 15,-6-5 1-15,6 5-1 0,-7-5 0 0,7 5-8 16,-7-7-2-16,7 7 3 0,-4-5 2 0,4 5-8 0,-7-6-12 16,7 6 14-16,-6-5 0 0,6 5-3 15,-6-4 3-15,6 4 3 0,-6-8-18 0,6 8 9 16,0 0-1-16,4-13-8 0,1 7 3 0,0 0-1 15,1-1-2-15,0-1-4 0,-1 4 8 0,7-4-5 0,-3-1-6 16,3 2-6-16,-2 0 6 0,1-2-2 0,0 3-6 16,-1 0 2-16,1 1-5 0,0 2-2 15,0 0-7-15,0 1-5 0,0 2 2 0,1 1-1 16,-1 2-5-16,-1 2 1 0,1 3 2 0,-3 1-6 0,1 1 1 16,-1 4-1-16,-4 2 1 0,-2 2-3 0,-2 0 0 15,-2 1 2-15,-1 0 0 0,-6 0-5 16,0 7 2-16,-1-2 0 0,-7-2 5 0,1 2-6 15,-4-2 0-15,-1 3 1 0,4-5 1 0,-3-1-4 0,-1 0 3 16,-1-3 2-16,6-3-2 0,1-1-2 0,1-2 0 16,-1-1 1-16,8-3-2 0,-3 2 1 0,2-5 1 15,4 1-3-15,-1 0 3 0,5-4 1 16,-8 5-2-16,8-5 1 0,-6 3-1 0,6-3-2 0,0 0 0 16,0 0-2-16,0 0 0 0,0 0 7 0,0 0-10 15,0 0 0-15,0 0-1 0,23-2 7 0,-12 1-2 16,1 0 0-16,5-1-3 0,-5 2-1 0,8-2 3 15,-2 0 3-15,2 0-4 0,-2-2-12 0,6 3-17 16,3-5-6-16,-7 4-39 0,8-1-8 0,1-1-23 16,-3 0-29-16,1 0-10 0,-5 0-11 0,-3 2-103 15,1-4-281-15,1 1 125 0</inkml:trace>
  <inkml:trace contextRef="#ctx0" brushRef="#br0" timeOffset="-194948.95">14907 9681 138 0,'7'-9'168'0,"-1"1"-9"15,2 1-5-15,1 1-14 0,1 1-8 0,1 1-15 16,-1 2-10-16,1 2-2 0,1 0-10 0,-1 3-7 16,0 1-13-16,-1 1 1 0,-2 2-9 0,1 2-2 0,-1 1-6 15,-3 2-3-15,-2 3-4 0,-1 2-2 16,-4-2-7-16,0 4-1 0,-7-2-3 0,2 1 0 15,-6 4-6-15,-3 0-7 0,0-2 3 0,2-4-4 16,1-1 2-16,-6 4-6 0,3-6-3 0,1 2-2 16,0-2 1-16,1-2-3 0,1 1-2 0,4-4-5 15,0 0 2-15,2-3-2 0,3 1 0 0,-3-2-2 16,3 0 1-16,4-4-5 0,-4 5 1 0,4-5-1 16,0 0-1-16,0 0 4 0,0 0-1 0,8 9 1 15,-8-9-5-15,14 1 5 0,-1-2 3 0,1 1-4 0,6-4-5 16,0 0-11-16,10-1-17 0,2-1-23 15,3-2-18-15,-2 2-17 0,4-5-17 0,-2 2-16 16,3-1-19-16,-1 2-21 0,-3 1-105 0,-1-2-286 16,0 1 127-16</inkml:trace>
  <inkml:trace contextRef="#ctx0" brushRef="#br0" timeOffset="-194231.54">15464 9674 30 0,'0'0'169'0,"-2"-7"-14"0,2 7-9 15,-4-9 2-15,4 9-5 0,-1-7-7 0,1 7-8 16,-3-8-9-16,3 8-8 0,-3-7 0 0,3 7-8 15,0 0-6-15,0 0-5 0,-3-8-6 0,3 8-7 16,0 0-8-16,0 0-3 0,0 0-7 0,0 0-6 16,0 0-1-16,-4-7-2 0,4 7-8 0,0 0-4 15,0 0-4-15,0 0-4 0,0 0 1 0,0 0-6 16,0 0-4-16,0 0 1 0,0 0-2 0,0 0-1 16,0 0-4-16,0 0-1 0,0 0-3 0,0 0-2 15,0 0-1-15,0 0 3 0,0 0-5 0,0 0 6 16,0 0-5-16,0 0-4 0,0 0 2 0,0 0-2 15,0 0 0-15,0 0 1 0,0 0-1 0,0 0 1 16,0 0-4-16,0 0 1 0,0 0-3 0,0 0 5 16,0 0-4-16,0 0 4 0,0 0-3 0,0 0 4 15,0 0-3-15,0 0 4 0,0 0 2 0,0 0 2 16,0 0 5-16,0 0 2 0,0 0-1 0,0 0 0 16,0 0-1-16,0 0 1 0,0 0-6 0,0 0-3 15,0 0-3-15,0 0 0 0,0 0-1 0,0 0-3 16,0 0 0-16,0 0 0 0,0 0-1 0,0 24 0 15,4-15 4-15,-3 2-1 0,0 0 2 0,0 3 1 16,-1-4-3-16,-1 2 4 0,2 0-5 0,1 3 3 16,-2 1 8-16,0-3-4 0,0-2-1 0,1 1-2 15,-2 1 0-15,1 0-2 0,-2-1 1 0,2-1 0 16,-1 3-3-16,0-3 1 0,1 4-3 0,0-1-1 16,-1-3-20-16,1 1-11 0,-4-1-18 0,4 0-22 15,0 0-10-15,4-2-20 0,-3 1-22 0,1-1-18 0,0-2-28 16,2-2-14-16,0 0-146 0,1-1-356 15,-5-4 159-15</inkml:trace>
  <inkml:trace contextRef="#ctx0" brushRef="#br0" timeOffset="-193966.01">15628 9729 14 0,'0'0'22'0,"0"0"-2"0,0 0-6 16,0 0 4-16,0 0-3 0,0 0-4 0,0 0 4 15,0 0-5-15,0 0 1 0,0 0 2 0,0 0-2 16,0 0-11-16,0 0 0 0,0 0-6 15,0 0-7-15,0 0 0 0,0 0-11 0,0 0-26 0,0 0 12 16</inkml:trace>
  <inkml:trace contextRef="#ctx0" brushRef="#br0" timeOffset="-192820.76">15431 9733 76 0,'-1'-7'83'0,"1"7"-2"16,0 0-10-16,0 0 0 0,0 0-1 0,0 0-6 16,0 0 0-16,-1-9-6 0,1 9-5 0,0 0-6 15,0 0-11-15,0 0 9 0,0 0 4 0,0 0-2 16,0 0-20-16,0 0 17 0,0 0-4 0,0 0 2 16,0 0-7-16,-3-7 3 0,3 7-2 0,0 0 0 15,0 0 4-15,0 0-11 0,0 0 2 0,0 0 7 16,0 0-4-16,0 0-8 0,0 0-1 0,0 0-6 15,0 0 3-15,0 0-1 0,0 0-1 0,0 0 1 16,0 0-2-16,0 0 8 0,0 0-5 0,0 0 4 16,0 0 1-16,0 0-7 0,0 0 5 0,0 0 1 15,0 0-4-15,0 0-1 0,0 0-1 0,0 0 2 16,0 0-5-16,0 0 5 0,-1-9 6 0,1 9-4 16,0 0-3-16,0 0 5 0,0 0-1 0,0 0-3 15,0 0-2-15,0 0 2 0,0 0-3 0,0 0-2 16,0 0 3-16,0 0-4 0,0 0 2 0,0 0-4 15,0 0 0-15,0 0-2 0,0 0 0 0,0 0-1 16,0 0 3-16,0 0-5 0,0 0 3 0,-3-7-1 16,3 7 0-16,0 0 1 0,0 0-4 0,0 0 0 15,0 0 5-15,0 0-2 0,0 0-2 0,0 0-4 16,0 0 4-16,-4-6-3 0,4 6 4 0,0 0-6 0,0 0 2 16,0 0 1-16,0 0-2 0,0 0-1 15,0 0-1-15,-6-5 2 0,6 5 1 0,0 0-2 16,0 0 4-16,0 0 0 0,0 0 2 0,0 0 0 15,-6-6-1-15,6 6 1 0,0 0 3 0,0 0 2 0,0 0 3 16,0 0 2-16,0 0 3 0,0 0 0 0,-4-6-1 16,4 6 1-16,0 0-1 0,0 0-1 0,0 0-1 15,-4-6 7-15,4 6-2 0,0 0 1 16,0 0-2-16,0 0 1 0,-5-7 0 0,5 7-2 0,0 0 2 16,0 0 0-16,0 0 4 0,0 0-1 0,-2-6-2 15,2 6-4-15,0 0-3 0,0 0-5 0,0 0-2 16,0 0-4-16,0 0 5 0,0 0-10 0,0 0 0 15,0 0 1-15,0 0 1 0,0 0-3 16,12 19 0-16,-6-9-1 0,2-1 0 0,-2 2-1 0,1 0 2 16,1 3-4-16,2-1 2 0,-1 2 4 0,2-1-1 15,-2 2-3-15,1-1 0 0,1-1 1 0,0 1 2 16,-1-1-3-16,-1 2 1 0,3-3 2 0,-4-1 0 16,2 2 0-16,-1 2-4 0,-1-7 6 0,1 4-5 15,-1-3 0-15,-3 0 2 0,3-3-3 0,-2 2 3 16,-2-4-2-16,0 2 2 0,0 0 0 0,-1-3 1 15,3 1-2-15,-6-5-2 0,4 8 9 0,-4-8-4 16,3 5-3-16,-3-5 3 0,3 3-2 0,-3-3 1 16,0 0 2-16,3 7 3 0,-3-7-1 0,0 0 1 15,0 0 3-15,0 0-3 0,0 0 1 0,0 0-1 16,0 0-2-16,0 0 0 0,0 0 1 0,7-19 4 16,-5 11-6-16,1-1 1 0,2-1-1 0,-1-6-3 15,1 5 1-15,0-5 1 0,1-1-4 0,-1-2 2 16,2 2 2-16,4-8 1 0,-2 1-3 0,1 0 2 15,0-2 0-15,-1 0-4 0,5 0-2 0,-1 0 3 16,0-3-1-16,-2 4 2 0,-1-2 0 0,3 2-1 16,-3-1-1-16,-1 4 3 0,-2 4-2 0,0 0-2 15,0 1 0-15,-1 2 4 0,-1 3-2 0,-1 1 0 16,1 1-1-16,-1 1 1 0,-2 2 1 0,1 1-1 16,-2 0-3-16,-1 6-1 0,4-10-1 0,-4 10-4 15,4-5-1-15,-4 5 3 0,0 0-2 0,0 0-6 16,0 0-9-16,0 0-17 0,0 0-15 0,8 15-20 15,-8-3-11-15,0-1-27 0,-1 4-23 0,-2 2-25 16,0 1-13-16,1 0-28 0,-5 0-15 0,1 2-109 16,-3-2-354-16,1-2 157 0</inkml:trace>
  <inkml:trace contextRef="#ctx0" brushRef="#br0" timeOffset="-192252.98">13877 10691 5 0,'0'0'172'0,"-10"0"-17"0,10 0-6 0,0 0 0 16,0 0-5-16,42-9-5 0,-9 2-6 0,28-6-7 16,31-3 2-16,9 2-8 0,13-6 3 0,10-1-8 15,10-1-11-15,3 3-6 0,3-3-3 16,4 1-12-16,-1-1 0 0,3 0-4 0,2 1-4 0,-5 1-9 16,-7 2-2-16,2 1-4 0,-7 1-2 0,-7 1-6 15,-5 2-5-15,-9-1-3 0,-8 5-7 0,-7-1 0 16,-30 3-6-16,-4 1-3 0,-1 0 1 0,-5 3-4 15,-18-2-1-15,-3 3-4 0,-3-2-2 0,-4 1 5 16,-6 1 0-16,-3 1-10 0,-4-1 0 0,0 1-1 16,-4-2 2-16,-2 2-2 0,-1-1 2 0,-7 2-1 15,9-2 1-15,-9 2-2 0,8-1-2 0,-8 1-5 16,0 0-14-16,0 0-13 0,0 0-29 0,0 0-21 16,-32-6-27-16,13 8-29 0,0 1-43 0,-4 0-31 15,4 3-189-15,-2-2-421 0,-6 1 187 0</inkml:trace>
  <inkml:trace contextRef="#ctx0" brushRef="#br0" timeOffset="-181489.02">7398 7858 19 0,'0'0'26'0,"0"0"5"0,0 0-6 0,0 0 5 16,0 0 5-16,0 0-6 0,0 0-7 0,0 0 7 15,0 0 0-15,0 0 2 0,0 0-7 0,0 0 0 16,0 0-1-16,0 0 6 0,0 0-3 0,0 0-3 16,0 0-3-16,0 0 6 0,0 0 1 0,0 0-4 15,0 0-4-15,23-6 7 0,-23 6-1 0,9-1 5 16,-9 1-6-16,10-1 4 0,-10 1 0 0,17-4-5 15,-10 3-3-15,6-2 7 0,-1 2 1 0,2 0 12 16,2-1-11-16,3 0-4 0,-1-1 5 0,3 2-4 0,0-3 7 16,0 1-6-16,1 0 3 0,-1 0-10 15,2 2-4-15,-2-4 8 0,6 3 0 0,0-3-3 16,-6 4 0-16,1-4 1 0,-2 4-5 0,1-1 2 16,-2 0-8-16,2-1 4 0,-1 1-2 0,0 2 1 0,2-2-3 15,-3 1 3-15,1-3 5 0,1 3-7 0,0 0 0 16,-1 0 0-16,2-1-5 0,-1-1 3 15,8 3 0-15,-9 0-4 0,8-4-4 0,2 3 10 16,-9 1-3-16,7-1 0 0,-1 0-5 0,-5 0 2 0,6-2 3 16,2 2-4-16,-2-2-3 0,2 2 3 0,-2-1-14 15,2-2 13-15,-2 1 4 0,3 2-8 0,-1-3 1 16,2 1-7-16,0-6 10 0,-2 5 4 0,2 0-9 16,-4 3-1-16,2-4 4 0,-2 4 3 0,0-4-4 15,-7 3 0-15,6-3-4 0,1 2-2 0,-8 0 4 16,7-1-7-16,-7 0 6 0,0-1 0 0,0 2-4 15,0 1-1-15,-1-2-7 0,-1 0 2 0,-1 2 4 16,3-1 2-16,-8 1-2 0,1-1-3 0,0-1-4 16,-3 1-2-16,2 1-3 0,-2-2 2 0,0 3 0 15,2-2-12-15,-7 2-5 0,-5 1 7 0,11-2 4 16,-11 2-14-16,8-2-1 0,-8 2 2 0,0 0-2 16,10-4-10-16,-10 4 4 0,0 0-3 0,0 0-2 15,0 0-7-15,0 0 0 0,0 0-1 0,-29 4-57 16,17-1-122-16,1 1 54 0</inkml:trace>
  <inkml:trace contextRef="#ctx0" brushRef="#br0" timeOffset="-181292.64">8701 7727 16 0,'43'-8'84'0,"-23"5"-7"0,6-1-11 15,3-1-1-15,0 1-10 0,3-2-2 0,-1 1-9 16,1-3-8-16,-1 1 7 0,-1 0-12 0,2 1-6 16,3-1-9-16,-2 1-20 0,-1 0-1 0,-3 1-15 0,-2 1-7 15,1 0-16-15,-7 3-43 0,0-2-92 16,-4 0 41-16</inkml:trace>
  <inkml:trace contextRef="#ctx0" brushRef="#br0" timeOffset="-165470.92">19925 6172 1 0</inkml:trace>
  <inkml:trace contextRef="#ctx0" brushRef="#br0" timeOffset="-162815.02">23500 3743 10 0,'-3'-4'-2'0,"3"4"-2"0,0 0 1 0</inkml:trace>
  <inkml:trace contextRef="#ctx0" brushRef="#br0" timeOffset="-162529.65">24836 3639 10 0,'0'0'1'0,"0"0"-4"0,0 0-1 0,0 0 1 16</inkml:trace>
  <inkml:trace contextRef="#ctx0" brushRef="#br0" timeOffset="-161676.12">25111 3641 69 0,'0'0'85'0,"0"0"-10"0,0 0 0 0,0 0-12 16,0 0-14-16,0 0 6 0,0 0-14 0,0 0 6 15,0 0-12-15,0 0 3 0,0 0-6 0,0 0-5 16,0 0-3-16,0 0 0 0,0 0-5 0,0 0 2 16,0 0-7-16,0 0 1 0,0 0-4 0,0 0-2 15,0 0-3-15,0 0 10 0,0 0-9 0,0 0 0 16,0 0-4-16,0 0 2 0,0 0 0 15,0 0-3-15,0 0 3 0,0 0-3 0,0 0 15 16,0 0-25-16,0 0 8 0,0 0 0 0,0 0 6 16,0 0-4-16,0 0 12 0,0 0-8 0,0 0-6 0,0 0-10 15,0 0 7-15,0 0 7 0,0 0 0 0,0 0-3 16,0 0-6-16,0 0 0 0,0 0 4 0,0 0 2 16,0 0 1-16,0 0 1 0,0 0 19 15,0 0-21-15,0 0 10 0,0 0-5 0,0 0 1 16,0 0-1-16,0 0 6 0,0 0-3 0,0 0 5 15,0 0-3-15,0 0 0 0,0 0 2 0,0 0-3 0,0 0 5 16,0 0-8-16,0 0-1 0,0 0 2 0,0 0-7 16,0 0 7-16,0 0-5 0,0 0 1 0,0 0 0 15,0 0-4-15,0 0 22 0,0 0-7 16,0 0-15-16,0 0 0 0,0 0-3 0,0 0-2 16,0 0 3-16,0 0 1 0,0 0-2 0,0 0 4 15,0 0-5-15,0 0 1 0,0 0 3 0,0 0-2 0,0 0 5 16,0 0-1-16,0 0 9 0,0 0-11 0,0 0 6 15,0 0 6-15,0 0-13 0,0 0-1 16,0 0 3-16,0 0-2 0,0 0-2 0,0 0 7 16,0 0-3-16,0 0-2 0,0 0-6 0,0 0 9 15,0 0 4-15,0 0-6 0,0 0 3 0,0 0-6 16,0 0 6-16,0 0-1 0,0 0 1 0,0 0 1 0,0 0-2 16,0 0-5-16,0 0 1 0,0 0 1 15,0 0 2-15,0 0-4 0,0 0-6 0,0 0 9 16,0 0-4-16,0 0 4 0,0 0-1 0,0 0 1 15,0 0 0-15,0 0-3 0,0 0 2 0,0 0 5 16,0 0-3-16,0 0-9 0,0 0 4 0,0 0 3 0,0 0-3 16,0 0 6-16,0 0 3 0,0 0-7 0,0 0 3 15,0 0-1-15,0 0 7 0,0 0-11 16,0 0 14-16,0 0-13 0,0 0 4 0,0 0-7 16,0 0 13-16,0 0-6 0,0 0-1 0,0 0-4 15,0 0 10-15,0 0 15 0,0 0-36 0,0 0 12 16,0 0 1-16,0 0 1 0,0 0 1 0,0 0 3 15,0 0 3-15,0 0-6 0,0 0 3 0,0 0-9 0,0 0-13 16,0 0-3-16,0 0-7 0,0 0-15 16,0 0-7-16,0 0-12 0,0 0-16 0,0 0-63 15,0 0-152-15,0 8 67 0</inkml:trace>
  <inkml:trace contextRef="#ctx0" brushRef="#br0" timeOffset="-159298.54">23550 6967 43 0,'0'0'112'16,"0"0"-8"-16,5-4-6 0,-5 4-14 0,4-4-11 16,-4 4-16-16,7-5 3 0,-7 5-4 0,0 0-6 15,4-5 4-15,-4 5-12 0,0 0 2 0,0 0-4 0,6-5 1 16,-6 5-14-16,0 0-1 0,0 0-1 0,0 0-7 15,6-3 1-15,-6 3 1 0,0 0 4 16,0 0-10-16,0 0 3 0,0 0-8 0,0 0-2 16,0 0-1-16,0 0 6 0,0 0-3 0,0 0-2 0,0 0-5 15,0 0-6-15,0 0 10 0,5-3 2 0,-5 3-1 16,0 0-5-16,0 0 0 0,0 0-4 0,0 0 2 16,0 0 5-16,0 0 0 0,0 0-4 15,0 0-1-15,0 0 2 0,0 0-1 0,0 0-7 0,0 0-6 16,0 0-12-16,0 0 7 0,0 0-5 0,0 0-5 15,0 0-2-15,0 0-6 0,0 0 1 0,0 0-5 16,0 0-12-16,0 0 8 0,0 0-3 0,0 0-1 16,0 0 0-16,0 0-4 0,0 0-4 0,0 0-7 15,0 0-36-15,0 0-106 0,0 0 47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12-28T09:48:41.4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19817 9187 73 0,'0'0'129'0,"0"0"2"0,0 0-22 0,0 0-4 0,0 0-8 16,0 0-10-16,0 0-10 0,0 0 1 0,0 0-9 16,-7-10-2-16,7 10-5 0,0 0-2 0,0 0-9 15,0 0-7-15,0 0-4 0,0 0-2 0,0 0-4 16,0 0-3-16,0 0-5 0,0 0 0 0,0 0-3 15,0 0-4-15,-3-8-2 0,3 8 2 0,0 0-4 16,0 0-2-16,0 0-3 0,0 0 0 0,0 0-2 16,-6-4-3-16,6 4-5 0,0 0-3 0,0 0-9 15,0 0 2-15,0 0-9 0,0 0 2 0,-7-2-3 16,7 2-8-16,0 0-1 0,0 0-1 0,0 0 1 16,0 0 4-16,0 0 4 0,0 0 0 0,0 0 1 15,0 0 1-15,-5-5 0 0,5 5 6 0,0 0-3 16,0 0 10-16,0 0-9 0,0 0 10 0,0 0 2 15,0 0-2-15,0 0-4 0,0 0 6 0,0 0-2 16,0 0 3-16,-10-2 2 0,10 2-4 0,0 0 10 0,0 0 1 16,0 0-14-16,0 0 9 0,0 0-8 15,0 0 3-15,0 0-1 0,0 0-16 0,0 0-15 16,0 0-14-16,0 0-2 0,0 0-16 0,0 0-9 0,0 0-3 16,0 0-52-16,0 0-141 0,0 0 63 0</inkml:trace>
  <inkml:trace contextRef="#ctx0" brushRef="#br0" timeOffset="2784.71">19922 9363 90 0,'-5'-13'102'0,"5"13"-21"15,0 0-4-15,-8-4 7 0,8 4-8 0,0 0 0 16,-9-4-3-16,9 4-12 0,-7-3-1 0,7 3-5 15,-9-3-9-15,9 3 0 0,-13-1-6 0,7-1 6 16,-5 0-6-16,2 0 5 0,9 2-12 0,-16-3-3 16,4 3 3-16,12 0-3 0,-15 0 4 0,7 0-3 15,8 0-3-15,-15 0 6 0,7 0 9 0,8 0-6 16,-10-3 10-16,10 3-9 0,-10-1 5 0,10 1-5 16,0 0 0-16,-8-1-2 0,8 1-7 0,0 0-9 15,0 0 0-15,0 0-3 0,0 0 2 0,0 0-8 16,0 0 1-16,0 0 0 0,0 0-1 0,36 5 4 15,-16-5 0-15,3 0 3 0,9-3-2 0,-1 3 0 16,1-1-6-16,-2-2 0 0,2 2-1 0,0 0 5 16,0-1-11-16,-1 1 6 0,-2-2 1 0,0 2 0 0,-9-5-5 15,2 6 1-15,-3-3-3 0,-6 1 2 0,5 2-3 16,-6 0-14-16,-1-2-15 0,-4 2-15 0,2 0-12 16,-9 0-18-16,11-1-19 0,-11 1-3 15,0 0-5-15,0 0-4 0,0 0-10 0,0 0-8 16,0 0-74-16,-24 7-212 0,12-5 94 0</inkml:trace>
  <inkml:trace contextRef="#ctx0" brushRef="#br0" timeOffset="3317.96">20023 9311 78 0,'0'0'117'0,"-9"-1"-3"0,9 1-10 0,0 0-12 0,0 0-3 15,0 0-18-15,0 0-1 0,0 0-12 0,0 0 0 16,0 0-2-16,0 0-8 0,0 0-10 0,-5 9 8 16,4-2-2-16,1 2 10 0,-2 1-5 0,2 0 6 15,0 3-2-15,0 2 2 0,-2 3-2 0,-1 1-4 16,2 7-3-16,-1-7 0 0,-2 5-14 0,1 1 6 16,-1 2-1-16,2-9-8 0,-4 9 2 0,1-2-2 15,2-5-1-15,-1-2-4 0,0 1 3 0,3 0 0 0,-2-1-1 16,3 0-3-16,-2-2-6 0,-1 0 0 15,3 0-6-15,-1-3-3 0,-1-3 6 0,2 0 0 16,-1 0-5-16,0-1 3 0,1-9-4 0,-2 14-2 0,1-9-2 16,1-5 6-16,-2 13-1 0,2-13-3 15,-5 6 2-15,5-6-1 0,-5 7-1 0,1-4-3 16,4-3 1-16,-9 3 3 0,2-2-1 0,7-1-3 16,-15-4 2-16,7 2-1 0,-1 0 0 0,-2-2 0 0,2-1 1 15,-1 1 1-15,-2-1-3 0,2 1-4 0,0-1 1 16,0 1-1-16,-1 0 5 0,5 0-6 0,-4-1 4 15,2 4 2-15,2-1-4 0,6 2 0 0,-11-2 1 16,11 2 1-16,-8-3-5 0,8 3-3 0,0 0 1 16,-8-2-1-16,8 2 1 0,0 0 1 15,0 0-1-15,0 0 1 0,0 0 2 0,0 0 6 0,0 0 1 16,24 9 0-16,-12-6 1 0,3 0 2 0,2 0-4 16,3-2 1-16,2-1 0 0,-2 3 1 0,10-2 0 15,-9 2-2-15,1-2 3 0,-1 1-12 0,1 1-18 16,0-2-19-16,-3 0-15 0,3 2-17 0,-3-1-17 15,1 1-5-15,-1-3-14 0,-7 0-7 0,2 0-9 16,-1 0-1-16,0 3-87 0,-5-3-231 0,-8 0 103 16</inkml:trace>
  <inkml:trace contextRef="#ctx0" brushRef="#br0" timeOffset="3585.46">20266 9792 24 0,'1'-5'122'0,"-1"5"-9"0,3-9 2 16,-3 9 12-16,2-11-3 0,-2 11 9 0,3-6 0 0,-3 6-2 15,4-6-10-15,-4 6-9 0,0 0-13 0,0 0-8 16,3-6-16-16,-3 6-6 0,0 0-8 0,0 0-2 16,0 0-11-16,0 0-10 0,0 0 4 15,4 19 1-15,-4-9 1 0,0 1-2 0,0 1-4 0,-1 0-1 16,-2 2-4-16,0 1 0 0,-2 2-8 16,1-1-1-16,0 0-2 0,1 0 0 0,-2 1-5 0,0-2 0 15,0 0 4-15,2 2-7 0,0-1 3 0,0 0-6 16,0-5 0-16,1 1-5 0,1-2-13 0,-3 0-17 15,2 0-15-15,0-1-18 0,2-2-11 0,0-7-18 16,0 13-18-16,0-13 0 0,1 9-15 0,-1-9-5 16,4 6-11-16,-4-6-107 0,0 0-261 0,0 0 116 15</inkml:trace>
  <inkml:trace contextRef="#ctx0" brushRef="#br0" timeOffset="3878.54">20243 9833 84 0,'0'0'124'16,"-1"-10"-16"-16,1 10-5 0,0 0-15 0,8-8 8 16,-1 7-12-16,6-2 11 0,3 3-5 0,12 2 4 15,-2 0-3-15,5 1-6 0,-1 1-7 0,2 3 0 16,3 1-5-16,-3 0-6 0,-3 2-2 0,0 3-11 16,-2 1 0-16,-6-4-7 0,-3 2 4 0,-4 0-8 0,3 7-2 15,-7-2-10-15,-1-1-1 0,-2-1-1 16,-3 1-3-16,-3-1-6 0,-3 4 3 0,-5-2-3 15,0 1 3-15,-5-1-5 0,-6 2 1 0,-1 0-3 16,-5-2-1-16,0 1 2 0,1-3-11 0,-3-3 3 0,3 0 3 16,5-5-2-16,-2 0 3 0,-1-1-9 0,2-1 4 15,-3-1 1-15,2 1-12 0,-1-3-9 0,5 0-17 16,-3-1-11-16,6-1-35 0,0-3-25 16,1 3-14-16,1-2-31 0,5-1-128 0,-2-2-294 0,3 1 130 15</inkml:trace>
  <inkml:trace contextRef="#ctx0" brushRef="#br0" timeOffset="4101.5">21002 9878 125 0,'0'0'170'0,"0"0"-20"0,9-3-3 0,-9 3-13 15,13-1-11-15,-3 1-10 0,3 0-14 0,1 1-10 16,4 1-7-16,3-1-14 0,1 1-32 0,1 0-27 16,-6 1-31-16,2-1-32 0,-8 1-25 15,0-1-29-15,-4 0-73 0,-2 1-195 0,-5-3 87 0</inkml:trace>
  <inkml:trace contextRef="#ctx0" brushRef="#br0" timeOffset="4267.96">21017 10000 107 0,'-2'7'150'16,"2"-7"3"-16,0 0-9 0,0 0-6 0,14 5-7 15,-8-4-13-15,6 1-12 0,0 1-12 0,1-2-2 0,6 2-12 16,2-2-21-16,-2 0-24 0,1 1-37 0,0 1-26 16,1-3-37-16,-2 0-33 0,1 2-105 0,-1-4-219 15,-1 1 97-15</inkml:trace>
  <inkml:trace contextRef="#ctx0" brushRef="#br0" timeOffset="7651.21">16387 6108 7 0,'0'0'122'0,"-6"-8"-9"0,6 8-12 15,-7-7-4-15,3 3 0 0,4 4 2 16,-5-7-6-16,5 7 0 0,0 0-12 0,-5-4-5 0,5 4 1 16,0 0-20-16,0 0-4 0,-2-8-12 0,2 8-4 15,0 0-7-15,0 0-4 0,0 0 4 0,0 0-7 16,0 0 0-16,7 23-4 0,1-8-15 0,-3 1 13 15,2 2-6-15,2 7 3 0,2-3 12 0,-1 2-4 16,-1 1 3-16,0 0-4 0,0 0-5 0,-1-2-2 16,-1 2-1-16,2-6-5 0,-4-1 3 0,1 0-4 15,1-3 1-15,-2-3 0 0,0-2 0 16,-1-1 1-16,0-2-5 0,0 1 4 0,0-3-2 16,-2 2 4-16,-2-7 3 0,3 6 12 0,-3-6 18 0,4 4 10 15,-4-4 0-15,0 0-6 0,0 0-2 0,0 0-7 16,7-24-3-16,-5 12-2 0,0-5-8 0,2 1 1 15,0-10-6-15,0 7-3 0,1-6-1 16,2-2-3-16,0 2 5 0,2-1-10 0,-3 0 3 0,-2 0-4 16,4 2 0-16,-3 4-1 0,-1 4 0 0,-1 0-3 15,0 5 4-15,0 2-2 0,-2 2-6 0,-1 7-22 16,3-10-25-16,-3 10-24 0,0 0-2 0,0 0-2 16,0 0-6-16,0 0-10 0,0 0-23 0,-11 31-26 15,5-13-113-15,-6 5-275 0,5-5 122 0</inkml:trace>
  <inkml:trace contextRef="#ctx0" brushRef="#br0" timeOffset="7991.66">16678 6374 64 0,'0'0'131'0,"0"0"-12"0,0 0-6 0,0 0-22 15,0 0-10-15,0 0-4 0,0 0-7 0,0 0-6 16,0 0-10-16,0 0-5 0,0 0-11 0,-5 15-6 16,5-15-3-16,0 0 0 0,-5 11-7 0,4-5 0 15,1-6 2-15,0 12-4 0,1-5-3 0,-1-7-1 16,2 12-5-16,0-5 1 0,1-1-1 0,2 0 5 16,-3-1-7-16,3 1 3 0,1-3-9 15,-3 2 10-15,3-1-6 0,0 3 1 0,-2-4-3 16,-4-3-1-16,7 8-2 0,-3-5 4 0,-4-3 0 0,5 5 3 15,-5-5-7-15,0 0 5 0,3 7-3 0,-3-7 4 16,0 0-4-16,0 0 1 0,-8 13 0 0,2-7-2 16,-2 1 1-16,-3 0-11 0,-4 1 3 0,0 0-12 15,4 0-21-15,-2-3-15 0,3 2-18 16,1-2-13-16,0-2-23 0,3 0-55 0,-1-2-174 0,7-1 77 16</inkml:trace>
  <inkml:trace contextRef="#ctx0" brushRef="#br0" timeOffset="8125.92">16939 6314 28 0,'0'0'42'0,"0"0"-9"0,0 0-15 16,10 7-13-16,-10-7-26 0,-3 13-23 0,-3-4 10 15</inkml:trace>
  <inkml:trace contextRef="#ctx0" brushRef="#br0" timeOffset="8263.75">16883 6490 31 0,'8'0'64'0,"-8"0"-14"0,10 0-27 0,-10 0-23 15,15 3-28-15,-7-1-31 0,2-2 14 0</inkml:trace>
  <inkml:trace contextRef="#ctx0" brushRef="#br0" timeOffset="9134.76">21911 8881 90 0,'-3'-7'191'0,"3"7"-5"16,-2-11-8-16,2 11-6 0,-3-8-15 0,3 8-14 16,0 0-19-16,-3-8-15 0,3 8-10 0,0 0-11 15,0 0-13-15,0 0-5 0,0 0-13 0,0 0-6 0,0 0-4 16,14 30-4-16,-7-14-10 0,-1 2-2 16,2 7 1-16,3-1-4 0,-4-6-3 0,2 10-3 15,1-2-3-15,3-4-1 0,-2 0 0 0,-3-3-1 16,3 4-4-16,-4-6-1 0,-1-2 4 0,2 0-9 15,-3 1 3-15,0-5-1 0,-1 0-2 0,1 1-4 0,-1-4 2 16,-2 2 3-16,1-2-1 0,1-4-1 0,-4-4 3 16,5 7-3-16,-3-1 2 0,-2-6 4 0,4 5 15 15,-4-5 20-15,0 0 5 0,0 0 4 0,0 0-1 16,0 0-10-16,0 0-6 0,8-19-6 0,-4 3-2 16,0-2-7-16,2-7 2 0,-2-2-4 0,2 1-1 15,-2-5-2-15,4 1-1 0,-1 0-3 0,0-1 0 16,-1 1-6-16,1 1 1 0,3 4 2 0,-3 0-3 15,0 7-1-15,-2 0-4 0,0 0 1 0,-1 0 2 16,1 6-1-16,-3 2-5 0,1 2-1 0,1 2 6 16,-4 6-8-16,3-11-10 0,-1 6-17 0,-2 5-18 15,3-6-24-15,-3 6-19 0,0 0-7 0,0 0-18 16,0 0-16-16,0 0-16 0,11 15-14 0,-10-6-17 16,1 2-123-16,-2 2-326 0,2 3 145 0</inkml:trace>
  <inkml:trace contextRef="#ctx0" brushRef="#br0" timeOffset="9485.68">22443 9039 160 0,'8'-3'161'0,"-8"3"-10"0,0 0-9 16,0 0-12-16,0 0-20 0,0 0 0 0,0 0-13 0,0 0-17 15,0 0-2-15,0 0-5 0,0 0-5 16,-24 14-12-16,16-7-5 0,0-1-4 0,1 2-6 15,2 0-1-15,0 3-2 0,1-4-13 0,-1 3 6 16,2-3-6-16,2 5-10 0,1-2 7 0,1 1-2 0,2 0-4 16,2-1 4-16,0 0-6 0,3-1 5 15,0 1-5-15,2-1-3 0,4 0-4 0,-4-1 4 0,3 4 0 16,-3-5-4-16,0 0-3 0,-1-1 1 16,-1-1-10-16,-2-1 9 0,-1 0-2 0,-1-1 4 0,1 1-3 15,-5-4 2-15,7 5 0 0,-7-5-2 0,3 3-1 16,-3-3 11-16,0 0 10 0,0 0 5 0,0 0 0 15,0 9 4-15,0-9-5 0,-11 4-3 0,0-3 2 16,0 2-5-16,1-2 0 0,-3 1 0 0,-4-1-5 16,3 0-2-16,0 0 3 0,4 0-15 0,-4-1-18 15,4 3-25-15,0-4-25 0,-2 2-43 0,12-1-27 16,-14 0-29-16,8 0-122 0,6 0-308 0,-12-4 136 16</inkml:trace>
  <inkml:trace contextRef="#ctx0" brushRef="#br0" timeOffset="9889.84">22956 9074 29 0,'0'0'153'0,"0"0"-14"0,0 0 4 15,0 0-4-15,0 0-3 0,0 0-12 0,0 0-9 16,0 0-2-16,-22-2-11 0,22 2-8 0,0 0-7 15,-12 2-6-15,12-2-8 0,0 0-5 0,0 0-4 16,-11 0-7-16,11 0-5 0,0 0-6 0,0 0-6 16,0 0-1-16,0 0-5 0,0 0-1 0,0 0 10 15,0 0 8-15,0 0 5 0,43 0-1 0,-23-2 4 16,8 1 2-16,1-3 0 0,3-4-5 0,2 3 0 16,-1 0-1-16,-1-1-3 0,-5 2-5 0,-1 0-2 15,-6 1 0-15,-1-1 0 0,-4 2-5 0,-5-1 1 16,1 1-3-16,-4 2 1 0,1-2 0 0,-8 2-3 15,10-2 3-15,-10 2-8 0,8 0 4 0,-8 0-4 16,0 0-3-16,0 0-3 0,0 0-2 0,0 0-5 0,12 0-1 16,-12 0-4-16,0 0 3 0,0 0-6 15,0 0-5-15,0 0-13 0,0 0-15 0,0 0-23 16,0 0-24-16,0 0-34 0,0 0-33 0,-3 12-44 16,3-12-48-16,-13 10-184 0,7-4-446 0,-1-2 197 15</inkml:trace>
  <inkml:trace contextRef="#ctx0" brushRef="#br0" timeOffset="10834.96">23563 8964 101 0,'-6'-6'134'0,"2"0"-1"0,0 0 0 0,-1 1 13 0,0-1-9 15,2-1 2-15,-1 1-1 0,4 6-1 0,-7-8-9 16,5 3-7-16,2 5-8 0,-3-6-4 0,3 6-21 15,0 0-7-15,0 0-10 0,-4-7-9 0,4 7-8 16,0 0-10-16,0 0-5 0,0 0-3 16,0 0-1-16,18 23-3 0,-9-11-5 0,1 3 0 0,1 2-4 15,2 0-8-15,0 7 5 0,0-2 0 0,-1 2-7 16,0 0 1-16,1 1-1 0,-3-9 0 0,4 5-1 16,-3-6-2-16,-2 2-5 0,0-1 1 0,0-3 3 15,-2-2-2-15,-2-1-1 0,1-1 1 0,-1 0 1 16,2-3-2-16,-4-2 2 0,0 0-2 0,-3-4 5 15,8 5 4-15,-8-5 18 0,5 5-8 0,-5-5-1 16,0 0 0-16,15-15-1 0,-8 7-2 0,-1-7 0 16,2-1 4-16,4-5-9 0,-5 3 2 0,3-10-4 15,-1 2-2-15,0-3 0 0,-1 4 4 0,-1-2-1 16,3-2-4-16,-2 0-1 0,0 1-4 0,3 4 5 16,-4-2-2-16,-1 8-1 0,-1 3 0 0,-1-1 2 0,0 5 3 15,0 1-3-15,-2 3 0 0,0 1 0 16,-2 6-3-16,2-10-6 0,-2 10-3 0,3-6-20 15,-3 6-17-15,0 0-8 0,0 0-3 0,0 0-3 16,0 0-11-16,0 0-22 0,0 27-25 0,-2-12-11 0,0 1-35 16,-1 4-29-16,1-2-147 0,-2 2-361 0,0-1 160 15</inkml:trace>
  <inkml:trace contextRef="#ctx0" brushRef="#br0" timeOffset="11102.84">24077 9123 106 0,'4'-4'190'16,"-4"4"-17"-16,0 0-14 0,0 0-20 0,6-4-13 15,-6 4-11-15,0 0-19 0,0 0-4 0,0 0-13 16,0 0-8-16,4 11-4 0,-4-11 3 0,-3 17 0 16,2-5 0-16,0 1-4 0,-2 4-10 0,-1 1 0 15,0-1-8-15,2 0-2 0,-2 0-2 0,0-4-4 16,2 2-3-16,-1 2-6 0,1-5-3 0,-1 0 0 15,2 0-3-15,-2 0-5 0,2 0 1 0,-2-2-1 16,2 0-1-16,0 1-6 0,-1-5-9 0,2 1-16 16,0-7-16-16,-1 11-29 0,1-11-25 0,-1 8-15 15,1-8-12-15,0 0-17 0,0 0-26 0,0 0-109 16,0 0-282-16,0 0 125 0</inkml:trace>
  <inkml:trace contextRef="#ctx0" brushRef="#br0" timeOffset="11367.97">24106 9107 155 0,'1'-7'146'0,"6"-2"-14"0,-1 4-11 0,2-2 2 15,5 5-17-15,0-1 12 0,4 1-6 16,4 4-5-16,-2 0-6 0,3 3-8 0,-3 2-7 16,7 4-9-16,-6-1-9 0,0 7-4 0,-6-4-2 0,0 2-13 15,-1 6 4-15,-6-4-4 0,-2 2-7 16,-2 1-1-16,-5-1-4 0,-2-1 1 0,-1 0-5 15,-7 5-5-15,-3-1 0 0,4-4-3 0,-7 1 3 16,-1-3-8-16,-3 0 0 0,-4-2-2 0,7-2 1 0,1-2-14 16,-2-3-8-16,-1 1-20 0,1-3-26 0,0 0-25 15,3-1-29-15,-2-1-39 0,2-2-35 0,-3-1-96 16,2-1-294-16,1 0 130 0</inkml:trace>
  <inkml:trace contextRef="#ctx0" brushRef="#br0" timeOffset="11818.07">22602 9861 166 0,'0'0'154'0,"-9"-2"-7"0,9 2-20 0,0 0-9 15,0 0-3-15,36-3 4 0,0-1 3 0,28-1-8 16,35-3-6-16,14-4-2 0,8 2-10 0,6-1-8 0,6-1-2 15,12 1-1-15,-2-3-2 0,8 3-2 16,-1-1-5-16,2 2-6 0,-5 2-5 0,-3-1-4 16,-10 2 5-16,-6 2-7 0,-10 3-4 0,-15-2-4 15,-35 0 5-15,-3 4-10 0,-7-1-2 0,-7 1-6 0,-17-1-1 16,-3 1-2-16,-10 0-4 0,-4 0-4 0,-5-1 2 16,-1 2-1-16,-2-2 8 0,-9 1-4 15,12 0 5-15,-12 0-4 0,9-1 0 0,-9 1-3 16,0 0-2-16,11 0-3 0,-11 0-2 0,0 0-8 15,0 0-10-15,0 0-34 0,0 0-30 0,0 0-34 0,0 0-44 16,-37-7-36-16,23 7-60 0,-5-3-161 0,0 1-426 16,-3-3 188-16</inkml:trace>
  <inkml:trace contextRef="#ctx0" brushRef="#br0" timeOffset="16835.03">22703 9960 86 0,'0'0'85'16,"0"0"-7"-16,0 0-12 0,0 0-3 0,0 0-4 15,0 0-20-15,0 0 11 0,0 0-8 0,0 0-2 16,0 0-12-16,0 0-3 0,0 0-3 0,0 0-6 15,0 0-7-15,0 0-5 0,0 0-7 0,0 0-17 16,0 0-5-16,0 0 0 0,0 0-6 0,0 0-1 16,0 0-13-16,0 0 2 0,0 0-3 0,0 0-28 15,0 0-80-15,0 0 35 0</inkml:trace>
  <inkml:trace contextRef="#ctx0" brushRef="#br0" timeOffset="17920.8">22850 10156 58 0,'0'0'120'15,"0"0"3"-15,0 0-6 0,-5-10 4 0,5 10-7 16,0 0-9-16,0 0-3 0,-2-7-4 16,2 7-8-16,0 0 3 0,0 0-14 0,0 0 0 0,0 0-2 15,0 0-6-15,0 0-14 0,0 0-3 0,0 0-8 16,0 0 0-16,0 0-10 0,0 0 1 0,0 0-3 15,0 0-12-15,-1-8-2 0,1 8-2 0,0 0 2 16,0 0-6-16,0 0 0 0,0 0-2 0,0 0-3 16,0 0 2-16,0 0 1 0,-4 27 2 15,1-18-8-15,1 2-1 0,-1 5-4 0,0 0 5 0,2 0-2 16,-2 1-3-16,1 1-2 0,-1 0 6 0,0 0-7 16,-1 0 3-16,3 0 1 0,-1 0 6 0,-2 0-4 15,1-1-3-15,2 1-2 0,0-2 4 0,0 0-4 16,-2-5 4-16,0 5 4 0,2-4-7 0,-1-1 5 15,2 0-4-15,-2 1 1 0,1-5 2 0,0 0-2 16,1-7 0-16,-2 13-3 0,1-6 2 0,1-7 1 16,-1 12 0-16,1-12-1 0,-3 10 2 0,3-10-1 15,-1 6 0-15,1-6-6 0,0 0 6 0,0 0 1 16,-1 10 0-16,1-10 3 0,0 0-3 0,0 0-1 16,0 0 1-16,0 0-14 0,1 9-6 0,-1-9 1 15,0 0-16-15,0 0-21 0,0 0-21 0,0 0-22 16,0 0-12-16,0 0-17 0,0 0-13 0,0 0-88 0,0 0-243 15,-6-28 108-15</inkml:trace>
  <inkml:trace contextRef="#ctx0" brushRef="#br0" timeOffset="18668">22815 10161 89 0,'0'0'108'0,"0"0"-1"0,-4-9 2 16,4 9-11-16,0 0-4 0,0 0-6 0,0 0-1 15,0 0-11-15,0 0 2 0,0 0-7 0,0-8-6 16,0 8-1-16,0 0-5 0,0 0-1 0,0 0-5 15,0 0-2-15,0 0-4 0,0 0-1 0,0 0 0 16,0 0-2-16,0 0-5 0,0 0 4 0,0 0-2 16,0 0-2-16,0 0-6 0,0 0 3 0,0 0-3 15,0 0-3-15,0 0 1 0,0 0-5 0,0 0 0 16,0 0 0-16,2-8-6 0,-2 8 5 0,0 0 0 16,0 0-2-16,0 0-2 0,0 0-2 0,0 0-1 15,0 0-4-15,0 0 0 0,0 0-3 0,0-9 3 16,0 9-3-16,0 0 1 0,0 0-5 0,2-7 3 15,-2 7-5-15,3-6 1 0,-3 6-2 0,5-6 2 16,-5 6-1-16,5-5-5 0,-5 5 3 0,5-9 1 16,-5 9 0-16,5-5 1 0,-5 5 0 0,5-5-2 15,-5 5-7-15,9-3 4 0,-9 3 0 0,12-6-2 16,-1 4 0-16,1 1 5 0,1-4-4 0,-3 3-3 16,0 2 1-16,3-1-1 0,-3 2 4 0,1 1-4 0,1 2 1 15,-2 0-3-15,1 2 5 0,-2 0-5 0,-2 1 1 16,1 0 4-16,-3 1-1 0,1 1-2 15,-1 1 1-15,-2 1 2 0,2 0 2 0,-5 0-2 16,-1 1-1-16,0-2 6 0,-3 1-3 0,-1 2-4 0,-2-2 6 16,-2 3 0-16,0-3-1 0,-1-1 3 0,0-2-4 15,-5 2 2-15,-1 1-3 0,2-3 3 0,3-3 2 16,1 0-3-16,-1-1 4 0,-1-1-1 0,5 0-3 16,1-3 0-16,6 0 4 0,-14 0-1 0,14 0-2 15,-13-1 2-15,13 1-5 0,-12-4 3 16,12 4-2-16,-8-5 2 0,8 5 3 0,-8-4-3 0,8 4-2 15,-5-5 1-15,5 5 1 0,0 0-7 0,-6-3 4 16,6 3-9-16,0 0 6 0,0 0-3 0,0 0 2 16,0 0 2-16,0 0-3 0,0 0-1 0,0 0-1 15,22 8 2-15,-13-1 3 0,0-3 0 0,0 3 0 16,1-1-1-16,1 1 0 0,0-1-3 0,3 4 9 16,-1 0-1-16,0-3-5 0,1 4 1 0,0 0 5 15,0 1-6-15,-1-2 1 0,2 1-22 0,-3 0-26 16,0 2-28-16,-1-6-22 0,-1 5-42 0,-1-5-35 0,-4 3-94 15,1-3-293-15,-3 1 130 0</inkml:trace>
  <inkml:trace contextRef="#ctx0" brushRef="#br0" timeOffset="20888.46">23466 4237 45 0,'0'0'61'0,"0"0"-13"0,0 0 1 0,0 0-2 15,0 0-10-15,0 0-6 0,2 24 4 0,-2-13 7 16,-1-1 4-16,1 7-9 0,-1-1-1 15,-2 1-4-15,1-2-3 0,-1 2 1 16,-1 0-5-16,3 0 8 0,-3-1-7 0,2-3 0 0,-1-3-7 0,2 3 1 16,-2-3-1-16,1 2-5 0,2-1 3 15,-1-2-2-15,-2 1-4 0,3-1 4 0,-1 1-5 16,-1-4-4-16,2-6-3 0,-1 11-20 0,1-11-8 16,0 8-12-16,0-8 6 0,0 0-8 0,0 11-12 15,0-11-7-15,0 0-43 0,0 0-110 0,0 0 48 16</inkml:trace>
  <inkml:trace contextRef="#ctx0" brushRef="#br0" timeOffset="21234.7">23513 4191 53 0,'0'0'66'0,"9"-3"-2"0,-1 3-5 0,1 0-4 0,2 1-3 16,1 2-4-16,-1 3 1 0,1-2-14 15,-3 4 2-15,-2 1-4 0,2 0-4 0,-2 2-8 16,-3 0 7-16,-4 0-7 0,1 0-2 0,-4 0 1 16,1 2 2-16,-2-3-2 0,-4 1-1 0,1 0-4 15,0-2-2-15,-1 0 8 0,-2 0 1 0,1-4-10 0,-1 1 4 16,0 2 2-16,0-5 5 0,1 2 9 16,2-2-5-16,-2-1 23 0,4 2-9 0,5-4-3 15,-9 4 0-15,9-4-6 0,-7 3 0 0,7-3-10 16,0 0 0-16,-8 2-8 0,8-2 3 0,0 0-5 15,0 0-2-15,0 0-1 0,-4 5-3 0,4-5 5 16,0 0 0-16,0 0-8 0,13 12 9 0,-7-8-1 16,3 2-3-16,4 0-13 0,-3-1-24 0,2 2-21 15,6 0-23-15,-3 1-9 0,2 1-104 0,-2-1-200 16,-2-3 90-16</inkml:trace>
  <inkml:trace contextRef="#ctx0" brushRef="#br0" timeOffset="21553.6">23816 4407 75 0,'0'0'136'0,"0"0"-4"0,0 0-14 0,0 0-17 16,0 0-11-16,0 0-13 0,0 0-12 0,0 0-6 16,0 0-3-16,0 0-5 0,0 0-4 0,-20 16-3 15,12-8-11-15,6 1 5 0,-5-2-7 0,6-1-3 16,-2 1 0-16,2 0-8 0,1-7 4 0,2 16-3 15,1-10-3-15,1 5-1 0,0-3-5 0,5-1 4 16,-2 3 3-16,1-1-1 0,1-1-7 0,2 0-1 16,0-2-3-16,-4 1-2 0,3 0 1 0,-2 0-2 15,-1 1 0-15,-2-4-1 0,0 2 2 0,-1-2-9 16,-4-4-2-16,5 9 8 0,-5-9-3 0,0 0 0 16,0 0 8-16,-13 12-5 0,4-8 5 0,-4-1-7 15,-5 2 2-15,-2-2 1 0,1-3-9 0,-2 2 24 16,3-1-14-16,4-1 0 0,1 1-15 0,1 0-26 15,4-1-19-15,2 1-31 0,6-1-22 0,-9 2-85 16,9-2-209-16,0 0 92 0</inkml:trace>
  <inkml:trace contextRef="#ctx0" brushRef="#br0" timeOffset="22634.19">28601 4828 50 0,'0'0'136'0,"1"-5"-17"16,-1 5-23-16,0 0-4 0,0 0-17 0,0 0-1 15,0 0-14-15,0 0 3 0,0 0-18 0,0 0 17 16,5 24-17-16,-5-12 0 0,0 2-4 0,-1 2-4 15,1 4 0-15,0-1 0 0,0-1-10 0,-2-1 1 16,0 1 4-16,1-1-6 0,1-1-5 0,-3-3 3 16,3 0-7-16,-4-2 4 0,4 1-8 0,-1-1 1 15,1 0 5-15,0-1-8 0,-3 0-12 0,3-4-28 16,0-6-12-16,-2 14-5 0,1-7-16 0,-1 0-14 16,2-7-18-16,-4 10-76 0,2-6-184 0,2-4 81 15</inkml:trace>
  <inkml:trace contextRef="#ctx0" brushRef="#br0" timeOffset="22972.64">28666 4834 43 0,'5'-7'99'0,"-2"0"-2"0,0 2 3 0,-3 5-11 0,3-8 2 15,-3 8-19-15,9-4-13 0,-9 4-1 16,5-2-6-16,-5 2-7 0,0 0-6 0,13 7-4 0,-9-4-18 15,-1 5 15-15,2 1-7 0,-3 1-6 16,-1 1 1-16,-1 3 0 0,-5 2-10 0,0 0 9 0,0 0-4 16,-8 7-1-16,2-6-4 0,0-2 3 0,-2-2 6 15,-1 0-8-15,3-1-1 0,-3-2-8 16,5-1 3-16,0-3 8 0,0-1-6 0,3 1 17 0,-1-1-7 16,2-2-12-16,5-3 8 0,-9 5 1 0,9-5-6 15,-7 2 1-15,7-2-1 0,0 0-2 0,0 0 5 16,-9 1 0-16,9-1 2 0,0 0-8 0,0 0-2 15,0 0 2-15,0 0-8 0,0 0 11 16,0 0-3-16,13 10-7 0,-5-6-17 0,1 1-27 0,3 4-18 16,-2-1-15-16,1 5-23 0,0 0-67 0,-6-3-182 15,2 0 81-15</inkml:trace>
  <inkml:trace contextRef="#ctx0" brushRef="#br0" timeOffset="23151.69">28777 5137 63 0,'0'0'165'0,"5"-8"-16"0,-5 8-17 0,0 0-15 15,0 0-16-15,0 0-4 0,0 0-14 16,0 0-4-16,0 0-15 0,2 20 1 0,1-8-12 0,-6 6 1 16,1 5-24-16,-3 3-31 0,3 0-40 15,-3 1-28-15,1 4-31 0,-3 0-74 0,2-2-188 0,-4 0 84 16</inkml:trace>
  <inkml:trace contextRef="#ctx0" brushRef="#br0" timeOffset="24175">23507 10410 22 0,'2'-7'163'0,"-2"7"1"16,2-9-1-16,-2 9 8 0,2-7-9 0,-2 7-8 15,0 0-7-15,3-8-10 0,-3 8-9 0,0 0-7 16,0 0-6-16,0 0-14 0,0-8-11 0,0 8-10 16,0 0-7-16,-12-3-9 0,12 3-8 0,-11 1-5 15,-1 2-3-15,1 2-11 0,-2 1 1 16,-2 0-6-16,-1 1-1 0,4 0-8 0,1-1 1 16,2-1-4-16,1 2-3 0,2-2-5 0,0 4-1 15,2-2 2-15,1 3-4 0,3 0 0 0,3 0-6 0,0-1 4 16,3 0 1-16,2 0-4 0,3 3 0 0,-1-4 3 15,6 3-1-15,-5-5-1 0,3 3-3 0,2-2 3 16,-2 1 0-16,-3-3-3 0,-3 1 1 0,2-1-2 16,-1-2-1-16,-4 1-3 0,0 3 2 0,0-4-4 15,-5-3 4-15,6 7 1 0,-6-7-2 0,1 7 3 16,-1-7 2-16,0 0-5 0,-12 13 6 0,3-7-4 16,-3 0 1-16,1 1 1 0,0-1-2 0,-5 2 3 15,6-3-1-15,-2-1-7 0,1 1-12 0,1 0-20 16,0-2-32-16,1 0-26 0,0 2-38 0,4-5-26 15,5 0-22-15,-13 3-128 0,13-3-335 0,0 0 148 16</inkml:trace>
  <inkml:trace contextRef="#ctx0" brushRef="#br0" timeOffset="24351.93">23817 10445 5 0,'0'0'177'16,"8"-3"-21"-16,-8 3-19 0,6-3-5 0,-6 3-20 15,0 0-15-15,8 0-4 0,-8 0-2 0,0 0-20 16,17 3-12-16,-8-1 7 0,4 0-26 0,-1 1-12 16,7-1-25-16,1-2-19 0,0 1-25 0,-1 1-21 15,0-1-21-15,-2-1-95 0,-3 0-193 0,-4 0 87 16</inkml:trace>
  <inkml:trace contextRef="#ctx0" brushRef="#br0" timeOffset="24552.49">23981 10322 14 0,'0'0'188'16,"-4"-8"-16"-16,4 8-17 0,-5-5-14 0,5 5-18 0,0 0-8 15,0 0-27-15,0 0 5 0,0 0-11 0,0 0 8 16,-6 17-1-16,4-7-9 0,1 2-4 0,0 5-6 16,-2 0-5-16,2 0-3 0,-2 2-8 0,1 0-4 15,-1 0-5-15,2 0 0 0,1 0-11 0,-1-4-7 16,1 2-32-16,1 0-24 0,-1 0-25 0,1-5-43 15,0 1-35-15,-1-1-142 0,0-2-297 0,0-4 133 16</inkml:trace>
  <inkml:trace contextRef="#ctx0" brushRef="#br0" timeOffset="24801.38">24325 10272 160 0,'2'-5'222'0,"0"-3"-17"0,-2 8-19 16,2-8-21-16,-2 8-16 0,0 0-20 0,5-6-14 16,-5 6-12-16,0 0-4 0,0 0-4 0,0 24-6 15,2-12-7-15,-4 6-8 0,2 1-8 0,-2 2-3 16,-1-2-10-16,-2 6 3 0,2-5-11 0,1-2-6 16,-1 0-2-16,1 1-1 0,-2 0-5 0,1-2-2 15,2 0-18-15,-1-5-30 0,-2 4-26 0,0-4-33 16,1-1-20-16,-1 2-25 0,2-3-29 0,-2-1-28 15,-2 1-94-15,1-6-298 0,0 1 132 0</inkml:trace>
  <inkml:trace contextRef="#ctx0" brushRef="#br0" timeOffset="25119.96">24401 10218 98 0,'14'-14'166'0,"1"1"-16"0,1 3-4 0,-6 4-10 0,1-1-15 15,0 4-9-15,-1 2-13 0,-3 1-15 0,-7 0-7 16,14 4-9-16,-10 3 1 0,2 0-8 16,-5 3-7-16,1 2-5 0,-5 0-14 0,-2 3 4 15,-2 0-1-15,0 0-2 0,-2-1-4 0,-2-1-5 0,0 0-1 16,-3-1 1-16,3-1-2 0,0-4-6 16,2 1-3-16,2-2-6 0,-1-1 8 0,2 0-1 15,1-2-3-15,5-3 8 0,-7 4-3 0,7-4 10 16,-6 5-2-16,6-5 3 0,0 0-4 0,-8 4-1 0,8-4-5 15,0 0-1-15,-6 2-8 0,6-2 3 0,0 0-2 16,0 0-4-16,3 12-3 0,-3-12 4 0,7 11-2 16,0-4-1-16,-1 1 4 0,1 1-4 15,-3 1 1-15,4 2-10 0,1 1-29 0,-1 0-27 0,-2-3-24 16,3 0-35-16,-1-1-14 0,-3 1-30 0,3-1-104 16,-4-3-287-16,4 0 127 0</inkml:trace>
  <inkml:trace contextRef="#ctx0" brushRef="#br0" timeOffset="25318.78">24759 10429 222 0,'0'0'235'0,"4"-4"-19"0,-4 4-13 0,5-5-21 16,-5 5-11-16,0 0-21 0,0 0-14 0,0 0-13 16,0 0-4-16,0 0-13 0,9 16-8 0,-7-6-7 15,-2 0-7-15,0 2-11 0,1-2-8 0,-1 3-4 16,2 1-3-16,-2-2-7 0,0-1-7 15,0 4-17-15,1-4-33 0,-1 0-33 0,0-1-32 0,2 0-28 16,-1-4-39-16,-1-6-58 0,1 14-132 0,2-11-355 16,-3-3 157-16</inkml:trace>
  <inkml:trace contextRef="#ctx0" brushRef="#br0" timeOffset="25546.31">25826 9839 1798 0,'4'-11'136'0,"-2"5"-34"0,-1-2-34 0,-1 8-37 16,2-11-15-16,2 5-20 0,-4 6-1 0,6-7 0 16,-1 4-2-16,2 1 2 0,2 1-3 0,-3 0-21 15,5 1-25-15,-11 0-34 0,19 2-18 0,-11 0-27 16,2 2-29-16,-5-1-96 0,1 2-279 0,-6-5 124 15</inkml:trace>
  <inkml:trace contextRef="#ctx0" brushRef="#br0" timeOffset="25700.89">25848 9923 77 0,'-7'3'209'0,"7"-3"-1"0,0 0-2 0,0 0-8 15,0 0-8-15,0 0-17 0,0 0-16 0,0 0-11 16,0 0-19-16,0 0-15 0,0 0-9 0,23 6-27 15,-12-5-31-15,7-3-27 0,1 0-39 0,4 1-47 16,5-4-39-16,3 1-49 0,-11 1-127 0,7-3-305 16,-5 0 135-16</inkml:trace>
  <inkml:trace contextRef="#ctx0" brushRef="#br0" timeOffset="28385.84">26833 8803 9 0,'-4'-8'150'0,"4"8"-14"15,-6-7-12-15,6 7 6 0,-2-6-7 0,2 6 0 16,0 0-12-16,-7-6-2 0,7 6-15 0,0 0-5 16,-7-5-6-16,7 5 1 0,-5-3-6 0,5 3-5 15,0 0 1-15,-6-4 1 0,6 4 4 0,0 0-5 16,0 0 4-16,-5-6-1 0,5 6 6 0,0 0-4 15,0 0 1-15,0 0-4 0,0 0-2 0,0 0-6 16,-4-7-5-16,4 7-6 0,0 0-4 0,0 0-1 16,4-13-6-16,-4 13-7 0,3-12-6 0,1 5-2 15,2-1-2-15,2 0-7 0,-2 0 0 0,3-1-3 0,0 3-6 16,1-1-1-16,0-2 3 0,3 5-5 16,-5-1 0-16,3 1-3 0,-3 2-3 0,0-1 1 15,3 3-3-15,-2 4 2 0,4-2-5 0,-4 4 0 16,0 1 2-16,1 2-2 0,-4 0-1 0,1 5 2 15,-1 4-1-15,-1-1 0 0,-3 3 1 0,-2-1-1 16,-2 0 2-16,-3-2-3 0,-1 1 1 0,-7 6 2 0,3-8 0 16,-1 0 1-16,0-1-5 0,-5-2-3 15,1 0 5-15,1 0-2 0,-5-4 1 0,4 1-3 16,-3-3-2-16,3 0 6 0,-2-2-5 0,4-1-3 0,3-3 7 16,-5 1-1-16,7-2 0 0,-1 1 1 0,1-1 0 15,8 0 0-15,-13-1 4 0,13 1-4 16,-10-2 2-16,10 2-4 0,0 0 2 0,-10 0-6 15,10 0 3-15,0 0-2 0,0 0 0 0,0 0-2 0,0 0 5 16,0 0 0-16,31 4 3 0,-19-1-2 0,1-2-3 16,6 3 4-16,-2-1 1 0,4 1-3 0,-1 2 1 15,8 0-3-15,-9-1-17 0,8 0-12 16,-7 2-26-16,0-2-28 0,0 0-24 0,1-1-23 0,-2 2-22 16,0-2-22-16,4-3-18 0,-8 2-111 0,3-2-334 15,-4-1 148-15</inkml:trace>
  <inkml:trace contextRef="#ctx0" brushRef="#br0" timeOffset="28751.75">27321 8725 123 0,'14'-10'160'0,"-1"2"-11"0,6 1-4 15,-2 2-10-15,-3 3-6 0,5 1-3 0,0 4-11 16,-1 1-15-16,-2 3-12 0,-1 3-10 0,-1 0-6 15,-1 3-6-15,-3 2-9 0,-1-1-1 0,-5 0-5 16,0 1-9-16,-4 2-8 0,-2 0 9 0,-3 0-7 16,-1-2-2-16,-6 1-1 0,1-2-3 0,-2-1 5 15,-5 1-6-15,3-5-1 0,-4 1 1 0,-1 1-2 16,0-3 7-16,2-2-1 0,3 1 6 0,2-4 9 16,1 0 1-16,0-2 4 0,3 1 0 0,0-1 3 15,5 1-2-15,4-2-2 0,-10 2-5 0,10-2-5 16,0 0-6-16,-9 2-2 0,9-2-6 0,0 0-8 15,0 0 0-15,-8 1-2 0,8-1-4 0,0 0 1 16,0 0-5-16,0 0 0 0,0 0-1 0,21 6 3 16,-9-3-2-16,1 0 0 0,6 1-3 0,3-2-1 15,5 2-22-15,4 1-27 0,4-2-33 0,-4 2-38 16,1-2-44-16,1 0-37 0,-1 1-184 0,-3-1-408 16,5-3 181-16</inkml:trace>
  <inkml:trace contextRef="#ctx0" brushRef="#br0" timeOffset="29230.91">28128 8951 99 0,'0'0'164'0,"0"0"1"0,0 0-11 0,0 0-7 16,0 0-6-16,-8-2-9 0,8 2-5 15,0 0-9-15,0 0-8 0,0 0-9 0,0 0-5 0,-12 0-15 16,12 0-4-16,0 0-6 0,-12-2 3 16,5 1-1-16,7 1-7 0,-11-1-1 0,11 1-2 0,-14-1-1 15,14 1 1-15,-10-2 2 0,10 2 4 0,-11 0-3 16,11 0 2-16,0 0-9 0,-8-1-1 0,8 1-9 15,0 0-3-15,0 0-1 0,-8-2-13 0,8 2-4 16,0 0-2-16,0 0-5 0,0 0-2 0,40-3-1 16,-11 0 0-16,4-1 0 0,5 2-2 0,12-2-5 15,-9 1 3-15,9-1-1 0,-13 3-6 0,0-1 3 16,-4-2 0-16,-1 1 4 0,-5 3-6 0,-6-2 4 16,-6 1-1-16,-2-1 0 0,-3 2 1 0,1-1 2 15,-5 1 0-15,3-1 9 0,-9 1 2 0,10-2 3 16,-10 2 12-16,0 0-10 0,10 0 1 0,-10 0-5 15,0 0-1-15,0 0 0 0,9-1-6 0,-9 1 1 16,0 0 0-16,0 0-10 0,0 0 0 0,0 0-17 16,0 0-17-16,0 0-26 0,0 0-28 0,0 0-36 15,0 0-41-15,0 0-33 0,0 0-34 0,0 0-35 16,0 0-138-16,0 0-428 0,0 0 190 0</inkml:trace>
  <inkml:trace contextRef="#ctx0" brushRef="#br0" timeOffset="32067.08">29076 3527 31 0,'-10'-7'34'15,"10"7"5"-15,0 0-1 0,0 0-3 0,0 0-6 16,0 0 2-16,0 0 3 0,-7-6-2 0,7 6 2 16,0 0-5-16,0 0 4 0,0 0-5 0,0 0-5 15,0 0 20-15,0 0-17 0,0 0 0 0,0 0-3 16,0 0-3-16,0 0 3 0,0 0-6 0,0 0-5 16,0 0 4-16,0 0-5 0,-10-4-1 0,10 4 2 15,0 0-3-15,0 0 2 0,0 0-11 0,0 0 6 16,0 0-5-16,0 0 6 0,0 0 1 0,0 0 4 15,0 0-7-15,0 0-1 0,0 0 4 0,0 0-3 16,0 0 3-16,0 0-4 0,0 0 26 0,0 0-21 16,0 0-1-16,0 0 1 0,0 0 3 0,0 0 0 15,0 0 3-15,13-15-7 0,-13 15 3 0,0 0-4 16,0 0 23-16,0 0-26 0,0 0 0 16,0 0 3-16,0 0 1 0,0 0-5 0,0 0 1 0,0 0-1 15,0 0-7-15,0 0 9 0,0 0-10 0,0 0-7 16,0 0 13-16,-28 11 0 0,28-11 3 0,-12 9-7 15,7-4 2-15,5-5 0 0,-6 9 1 0,6-9-3 16,-4 7 12-16,4-7-4 0,0 0-1 0,-5 10-1 16,5-10 7-16,0 0 1 0,0 0 1 15,0 0 0-15,0 0 2 0,0 0-1 0,0 0 4 16,0 0 1-16,0 0-3 0,0 0-1 0,31-10 5 16,-31 10-7-16,0 0 0 0,7-9 2 0,-7 9-1 15,5-8-4-15,-5 8 1 0,4-7 2 0,-1 4-3 0,-3 3 6 16,0 0-7-16,3-11-6 0,-3 11 7 0,0 0-5 15,0 0-5-15,0 0-3 0,0 0-3 0,-1-15 3 16,1 15-1-16,0 0-1 0,0 0 4 16,0 0-1-16,0 0-2 0,0 0 10 0,0 0-11 15,0 0 12-15,-21 19-12 0,21-19 4 0,-8 9 3 16,8-9 0-16,-3 6-6 0,3-6 7 0,0 0-1 16,0 0 1-16,0 14-2 0,0-14-4 0,0 0 9 15,0 0 0-15,0 0 7 0,12 8-4 0,-12-8 0 0,0 0 9 16,0 0-5-16,0 0-2 0,0 0-1 15,0 0-5-15,0 0 2 0,0 0 1 0,0 0-4 16,11-22 1-16,-11 22 2 0,0 0-1 0,0 0-10 16,-3-16 1-16,3 16 0 0,0 0 6 0,-8-10-1 15,8 10-3-15,0 0-8 0,-9-6 5 0,9 6 1 16,0 0-3-16,0 0-4 0,0 0 4 0,0 0 6 16,-23 13-10-16,19-6 5 0,-2-1 6 0,6-6-6 15,-8 13 3-15,8-13 3 0,-2 12-1 0,2-12 8 16,0 12-7-16,0-12 8 0,6 8 6 0,-6-8 1 15,14 4 16-15,-6-4 0 0,-1 0 2 0,-7 0 12 16,13-4 14-16,-9 0-5 0,1 0-7 0,0-1-1 16,-1-2-7-16,-1 0 1 0,-3 7-6 0,-2-15-9 15,2 15 6-15,-4-16-8 0,-2 7-4 0,0 1-9 16,-2 1 4-16,-1 1 0 0,0 1-3 0,0 1-7 16,-1 1 2-16,0 0-3 0,-2 3 2 0,12 0-6 15,-23 3 8-15,10 0-2 0,3 0-6 0,-1 3-11 16,1-1-17-16,2 0-18 0,-1 2 1 0,1 0-15 15,7-1-30-15,1-6-14 0,-4 16-23 0,4-16-106 16,5 15-253-16,3-10 112 0</inkml:trace>
  <inkml:trace contextRef="#ctx0" brushRef="#br0" timeOffset="46552.18">29183 8747 45 0,'0'-8'90'0,"0"8"-12"0,3-14-1 16,-1 7-4-16,1 0 6 0,-3 7 0 0,4-16 3 15,-4 8 2-15,1 3 0 0,0-2-6 0,-1 7-2 16,0-15 1-16,0 7 5 0,2 1-1 0,-2 7-11 16,-3-13 4-16,3 13-4 0,-4-12-5 0,4 12-3 15,-4-9-8-15,4 9-7 0,-3-8-2 0,3 8-7 16,-7-8-5-16,7 8-12 0,-6-6 4 0,1 4 0 15,5 2-6-15,-8-1 1 0,8 1-3 0,-13-2-6 16,4 4 5-16,0-1-6 0,-2 4 0 0,1-1 1 16,-2 3-4-16,0-2-3 0,-4 5 3 0,1-3-6 15,1 3 3-15,0 1-3 0,1 1 4 0,0 1 3 0,-1-2-8 16,4 2 8-16,-3 1-7 0,3-1 3 16,0 1-3-16,4-4 0 0,-2 4 6 0,2-3-2 0,1 6-1 15,1-4 7-15,2-1-5 0,2 0-2 16,0 4 2-16,2-4-8 0,2 3 8 0,0-2 6 0,4-3-2 15,2 3-4-15,2-1 0 0,0-1 1 0,2-1 0 16,1-2-3-16,2-1 7 0,2-1 5 0,-2-1 2 16,3-1 1-16,0-2-5 0,3 0 4 0,4-2-2 15,1-4-1-15,-2 0 3 0,1-1-1 0,1-2 3 16,-10 1-4-16,4 0 9 0,-4-1-9 0,8-3-6 16,-9-1 7-16,0 1 1 0,-2-1-3 0,-2-2 1 15,0 1-5-15,-2-3 2 0,-3 0-1 0,2 0-1 16,-3 0-2-16,-3-3 2 0,-2 2-3 0,-1-4-4 15,-1 2 1-15,-1 0 0 0,-4 0 3 0,1 1-4 16,-2 0-2-16,-3 1-2 0,0 2 0 0,-3 0 0 16,-2 1 1-16,0 3-3 0,-4 0-6 0,0-1 1 15,-2 4-2-15,-7-1-3 0,0 3-2 0,-1 3-3 16,-1 0-1-16,0 2-3 0,-1 4-1 0,2 1-6 16,1 3-3-16,6-2-10 0,-4 6-10 0,8-3-15 15,2 2 10-15,0 1-18 0,3 2-9 0,2 0-16 0,1 1-18 16,4 3-13-16,1 0-17 0,-1 1-91 15,4-3-258-15,2-3 115 0</inkml:trace>
  <inkml:trace contextRef="#ctx0" brushRef="#br0" timeOffset="46778.67">29434 8845 140 0,'0'0'164'16,"10"-3"0"-16,-10 3-6 0,0 0-9 0,0 0-15 0,0 0-15 15,0 0-10-15,0 0-16 0,0 0-6 0,0 0-12 16,0 0-15-16,0 0-15 0,0 0-16 0,5 8-16 16,-5-8-28-16,-1 8-20 0,1-8-22 15,-1 11-35-15,1-11-13 0,-4 12-102 0,0-8-222 0,4-4 98 16</inkml:trace>
  <inkml:trace contextRef="#ctx0" brushRef="#br0" timeOffset="49367.96">29680 8767 25 0,'0'0'180'16,"-3"-7"-10"-16,3 7-2 0,0 0-2 0,-7-5-17 15,7 5-1-15,0 0-9 0,0 0-8 0,0 0-10 0,0 0-10 16,-2-5-7-16,2 5-10 0,0 0-7 0,0 0-11 16,0 0-1-16,0 0-9 0,0 0-4 15,0 0-2-15,0 0-7 0,0 0-6 0,0 0 1 16,0 0 2-16,0 0-1 0,0 0 1 0,0 0-3 0,-3-8-3 16,3 8-3-16,0 0-4 0,0 0-6 0,0 0-1 15,0 0-3-15,5-14-2 0,-5 14-3 0,7-6-2 16,-7 6-3-16,2-7 1 0,-2 7-4 15,0 0 3-15,0 0-7 0,0 0-5 0,0 0 1 0,-2-11-3 16,2 11-4-16,0 0-2 0,0 0-6 16,0 0-10-16,0 0-14 0,0 0 0 0,0 0-21 0,0 0-11 15,-18 18-22-15,14-7-37 0,1-3-25 0,0 3-35 16,-1 0-163-16,-3 0-377 0,5-3 167 0</inkml:trace>
  <inkml:trace contextRef="#ctx0" brushRef="#br0" timeOffset="49807.63">30045 8503 2 0,'1'-11'194'0,"-1"11"-10"16,1-6-14-16,-1 6-5 0,0 0-17 0,2-8-9 15,-2 8-10-15,0 0-19 0,0 0-11 0,1-7-12 16,-1 7-9-16,0 0-9 0,11 0-6 0,-11 0-5 16,22 3-8-16,-5-3 0 0,3 0-4 0,2 1-1 15,-2-1-8-15,3-1-4 0,-4 4 1 0,0-2 1 16,0-1-2-16,-7 0-6 0,1 0-3 0,-3 1 3 16,1-2-9-16,-3 2 1 0,-8-1-3 0,13 2-3 15,-13-2 4-15,13 0-5 0,-13 0 0 0,8 1 0 16,-8-1-4-16,7 1-5 0,-7-1 2 0,0 0 0 15,0 0-3-15,10 5 2 0,-10-5-3 0,2 5 2 0,-2-5-3 16,0 11 0-16,1-1-1 0,-2 0 7 16,-1 1-5-16,0 2-1 0,-2 2 2 0,-2 3 5 15,-1 0 6-15,-5 5 2 0,5-4-2 0,-2-2-1 16,-5 6 14-16,2-3-1 0,3-2-1 0,-5 4-4 16,3-5 0-16,4 1-2 0,-3-1-2 0,2-1 3 15,-1-1-3-15,1 3-13 0,-1-5-23 0,3 0-28 16,1 3-18-16,0-6-23 0,1 0-28 0,-3 1-31 15,5-3-24-15,-1 1-10 0,1-2-102 0,2-7-307 16,-3 8 137-16</inkml:trace>
  <inkml:trace contextRef="#ctx0" brushRef="#br0" timeOffset="49990.46">30164 8746 42 0,'0'0'114'16,"3"-8"-13"-16,-3 8-9 0,11-3-9 16,0 1-3-16,4 4-15 0,4-4-4 0,9 4-28 15,0 1-27-15,2-2-23 0,0 2-32 0,-2 4-54 0,-8-4-109 16,0 0 49-16</inkml:trace>
  <inkml:trace contextRef="#ctx0" brushRef="#br0" timeOffset="50617.41">27122 9429 5 0,'0'0'140'0,"-10"0"-15"0,10 0-7 16,-7-3-7-16,7 3-10 0,0 0-3 0,0 0 2 15,0 0 3-15,53 0-2 0,3 0-2 0,40-4-5 16,14 0-7-16,14-4-2 0,13 1-15 0,13-6-1 16,18 7-7-16,8-1-9 0,4-1-4 0,11 3-2 15,-3-5-2-15,1-1-3 0,-1 6-2 0,-8-4 2 16,-3 4 3-16,-16 0 0 0,-5 2-2 0,-7-4 1 16,-9-1-9-16,-10 1 4 0,-12 3 1 0,-11-4 3 15,-12 4-6-15,-32 3 0 0,-3-5-10 0,-9 3 3 16,-15 2-3-16,-4-2-2 0,-12 2-5 0,-3-1 1 0,-5 1-1 15,-1 1-1-15,-4-2-2 0,-7 2-1 16,13 0-9-16,-13 0 4 0,9-3-6 0,-9 3-5 16,0 0-9-16,0 0-10 0,0 0-26 0,0 0-20 15,0 0-16-15,-35-4-12 0,14 5-33 0,-10 3-23 16,-2 1-20-16,-4 1-129 0,-3 1-321 0,-14 1 142 16</inkml:trace>
  <inkml:trace contextRef="#ctx0" brushRef="#br0" timeOffset="51885.45">27555 9979 89 0,'0'0'141'0,"0"0"3"0,0 0-9 16,-12-10-3-16,12 10-2 0,0 0-4 0,0 0-3 16,0 0-7-16,0 0 0 0,0 0-6 0,0 0-4 15,-4-8-3-15,4 8-3 0,0 0-3 0,0 0-3 16,0 0-6-16,0 0-5 0,-2-9-7 0,2 9-4 15,0 0-5-15,-2-11-2 0,2 11-10 0,2-8-6 16,-2 8-6-16,6-11-4 0,-3 4-8 0,4 1 1 16,-1 0-6-16,1-1-3 0,2 1-3 0,3-1-4 0,1 2 1 15,3-2-3-15,3 4-3 0,0 0 0 16,1 1 0-16,-3 2-4 0,2-2-4 0,-4 4 3 16,-1 3-5-16,0-2 1 0,-1 3 0 0,-4 0-1 15,0 3 2-15,0 4-4 0,-4-1 1 0,1 4 0 16,-3 0 1-16,-4-1-1 0,1 2 1 0,-6 1 2 15,0-2 1-15,-4-2-3 0,-1 8 1 0,-1-6 1 0,-3-1 0 16,1-1-1-16,-8 1 0 0,4-3 2 0,1-2 0 16,-2-1 1-16,-1 1 1 0,2-3-5 0,-1-2 3 15,2 0 2-15,3 1-3 0,1-4 2 0,4-1-2 16,-2-1 3-16,4 0-4 0,7 0 2 0,-14 0 1 16,14 0 0-16,-9-3-4 0,9 3 2 0,-6-6-3 15,6 6 1-15,0 0 1 0,-5-6-2 0,5 6-3 16,0 0 4-16,0 0-4 0,0 0 1 0,14-9-2 15,-14 9 4-15,13-3-4 0,-4 3 2 16,0 1-1-16,3 1 2 0,-1-1-4 0,2 2 2 0,-1 3 0 16,0-2 1-16,2 3-2 0,0 0 3 0,-1 3-2 15,3-2-6-15,-7 1-31 0,5 1-17 0,-1 3-23 16,-1-2-41-16,0 0-23 0,-5 0-36 0,2-1-32 16,-1 0-112-16,-2-2-351 0,-2-4 155 0</inkml:trace>
  <inkml:trace contextRef="#ctx0" brushRef="#br0" timeOffset="52051.66">27926 10177 72 0,'0'0'193'0,"0"-10"-9"0,0 10-11 16,4-9-6-16,-4 9-19 0,0-7-17 0,0 7-12 0,0 0-17 15,0 0-14-15,0 0-8 0,0 0-11 0,0 0-16 16,0 0-41-16,0 0-14 0,0 0-38 15,0 0-14-15,18 17-34 0,-13-12-19 0,0 0-110 16,-1 2-235-16,-4-7 104 0</inkml:trace>
  <inkml:trace contextRef="#ctx0" brushRef="#br0" timeOffset="52457.47">28238 9964 116 0,'5'-5'149'16,"0"-1"-6"-16,0 4-9 0,4 0-6 0,0-1 2 0,-9 3-1 15,23 6-9-15,-10-1-12 0,2 3-6 0,-1 1-12 16,1 4-10-16,-3-3-6 0,0 3-4 0,-1 1-11 16,-5-2-5-16,-3-2-8 0,1 2-1 0,-3 1-1 15,-2 0-7-15,-3-1-3 0,-1 2-1 0,-6 2-1 16,0-2-4-16,-2-3 0 0,-1 2-2 0,-1-4-1 15,-2 0-2-15,2 0-7 0,-4-3 6 0,2 1-1 16,4-4-2-16,2 3-5 0,-2-4 0 0,3 0 8 16,1 0 4-16,4 0 12 0,5-2 2 0,-14 2 2 15,14-2-5-15,-10 1 5 0,10-1-3 0,-6 2-1 16,6-2-4-16,0 0-7 0,0 0-6 0,0 0 2 16,-10 0-4-16,10 0-4 0,0 0-5 0,0 0 1 15,0 0 2-15,0 0-2 0,0 0 1 0,23 10-4 16,-12-6-3-16,2 2 5 0,4 0-7 0,4 1 4 15,-2 1-19-15,0-1-19 0,0-2-43 0,1 4-28 16,4 2-38-16,-3-5-30 0,1 1-34 0,-5-1-132 16,2-2-363-16,-1 0 160 0</inkml:trace>
  <inkml:trace contextRef="#ctx0" brushRef="#br0" timeOffset="55767.92">30124 9995 81 0,'10'-5'169'0,"2"1"-6"0,-2 5-13 16,1 0 5-16,-2 1-10 0,2 1-12 0,-4 1-17 16,5 6-6-16,-3-3-6 0,-1 3-7 0,-1 1-7 15,-2 0-12-15,0-1-8 0,-2 2-5 0,-2 1-1 16,-1-3-8-16,-4 2-2 0,-1-1-5 0,-7 2-5 16,-3-1-3-16,-4-2-4 0,-5 2-5 0,1-2-3 15,4-1 3-15,2-2 8 0,1-2-5 0,4-1-3 16,-1-3-4-16,3 1-1 0,2 0 1 0,1-2-6 0,7 0-1 15,-11 6-3-15,11-6 0 0,-6 0 1 0,6 0-5 16,-8 3 0-16,8-3 3 0,0 0-6 16,0 0-1-16,-7 3-2 0,7-3 0 0,0 0 3 15,0 0-4-15,0 0-2 0,0 0 0 0,27 0 1 16,-13 1-1-16,6-1 0 0,1 1-10 0,8-2-15 0,-2 1-25 16,2 2-31-16,-2-1-27 0,2 1-36 15,-8 0-30-15,1-4-25 0,-3 4-111 0,0-5-330 0,-1 3 146 16</inkml:trace>
  <inkml:trace contextRef="#ctx0" brushRef="#br0" timeOffset="56652">28914 10106 73 0,'0'0'107'0,"0"0"-14"0,-8 0-9 0,8 0-2 0,0 0 4 16,0 0-3-16,0 0-4 0,0 0-5 0,-10-2 14 15,10 2-11-15,0 0 6 0,0 0 0 0,0 0 1 16,0 0-7-16,0 0-4 0,0 0-2 0,0 0-1 15,0 0-2-15,0 0 7 0,0 0-7 0,34-1 0 16,-14-1-3-16,1 2-6 0,7-1-4 16,-2 1-4-16,1-1-3 0,1-1-7 0,-1 2-3 0,-7 0-6 15,-1 0-3-15,-3 2-1 0,-3-4-5 0,-2 4-3 16,0-2-8-16,0 0-22 0,-2 1-17 0,-9-1-23 16,11 1-31-16,-11-1-22 0,10 0-23 0,-10 0-4 15,8 0-22-15,-8 0-110 0,0 0-283 0,0 0 126 16</inkml:trace>
  <inkml:trace contextRef="#ctx0" brushRef="#br0" timeOffset="56918.98">29096 9937 143 0,'0'0'179'0,"-1"-8"-4"0,1 8-7 16,0 0-13-16,0 0-10 0,0 0-19 0,0 0-12 15,-2-6-15-15,2 6-10 0,0 0-9 0,0 0-2 16,0 0-6-16,0 0-3 0,6 28-6 0,-5-18-1 16,1 6-2-16,-2 0-3 0,0-2-3 0,0 3-1 15,0 0-2-15,0-2-6 0,0 1-5 0,0-1-2 16,-3 1-5-16,2 1-3 0,-1-4 0 0,0-1-4 16,2 4-1-16,-3 0-4 0,2-3-1 0,0 2-10 15,-2-3-24-15,3-1-25 0,0 1-40 0,-1-1-34 16,0-1-33-16,1 1-37 0,0-1-123 0,0-2-332 15,0-8 147-15</inkml:trace>
  <inkml:trace contextRef="#ctx0" brushRef="#br0" timeOffset="57237.68">29594 9890 123 0,'4'-7'230'0,"-3"2"-2"0,-1 5-6 0,2-11-12 0,-2 11-8 15,4-8-21-15,-4 8-18 0,2-5-16 16,-2 5-16-16,0 0-18 0,0 0-15 0,0 0-9 16,0 0-8-16,0 0-7 0,0 0-10 0,6 20-2 15,-6-8-5-15,-3 6-6 0,2 1-1 0,-1 0-8 0,0-1-4 16,2 0-2-16,0 1-3 0,-1 1-3 0,1-2-1 15,-3 0-4-15,3-3-2 0,-1 2-3 16,1 1-1-16,-1-4 0 0,1 2-1 0,1 0 1 16,-1-4-21-16,1 0-18 0,2 0-28 0,-2 0-32 0,-2-2-32 15,4 2-34-15,-3 0-30 0,2-3-25 0,-2 1-156 16,0-10-387-16,-1 12 171 0</inkml:trace>
  <inkml:trace contextRef="#ctx0" brushRef="#br0" timeOffset="57427.2">29806 10128 222 0,'0'0'227'16,"0"0"0"-16,0 0-5 0,2-6-14 0,-2 6-17 16,0 0-19-16,0 0-20 0,0 0-16 0,0 0-16 15,0 0-12-15,0 0-9 0,0 0-13 0,0 0-18 16,0 0-28-16,0 0-28 0,0 0-54 0,0 0-45 15,3 22-39-15,-1-17-42 0,-2-5-144 0,3 9-337 16,0-6 150-16</inkml:trace>
  <inkml:trace contextRef="#ctx0" brushRef="#br0" timeOffset="57935.25">30465 9850 133 0,'-1'-8'148'0,"1"8"-4"0,0 0 2 15,0 0 0-15,0 0-14 0,0 0-11 0,4-6 4 16,-4 6-10-16,0 0-12 0,0 0-6 0,0 0-10 15,0 0-8-15,0 0-5 0,0 0-7 0,2-7-6 16,-2 7 6-16,0 0-1 0,0 0-6 16,20 10-3-16,-11-5-7 0,2 1-4 0,2 3 1 0,2 3-3 15,-1 2 0-15,-1 0-5 0,2 8 0 0,-2-1-7 16,-3-2 0-16,1 6-7 0,-2-1 1 0,-3 2-2 16,0 0-3-16,-3 1 0 0,-3-1-3 0,-5 3-1 15,-2 0-3-15,-2-3-13 0,-5 1-20 0,-4 0-24 16,-3-2-23-16,-2 1-40 0,-6-4-25 0,0-2-33 15,-12 9-35-15,7-10-108 0,2-5-332 0,-4 0 146 16</inkml:trace>
  <inkml:trace contextRef="#ctx0" brushRef="#br0" timeOffset="58552.11">27323 9790 123 0,'-19'9'139'0,"-8"2"-3"0,0 4-5 0,0 4-2 0,1 4-5 16,0 2-7-16,-6 12-1 0,13-7-11 15,4 4-6-15,-5 9-14 0,9-11 1 0,4 15-11 0,3-12-6 16,4 11-9-16,5-13-2 0,3 12-11 0,11-1 2 16,0-13-7-16,11 9 1 0,3-2-10 0,4-2 1 15,-1-3-4-15,6-3-21 0,3-2-28 16,-3-3-21-16,-6-9-39 0,12 6-32 0,1 0-25 15,-12-8-123-15,1-5-282 0,13 6 125 0</inkml:trace>
  <inkml:trace contextRef="#ctx0" brushRef="#br0" timeOffset="59386.87">30803 9978 22 0,'0'0'152'0,"4"-7"-2"0,-4 7-3 0,2-6 1 16,-2 6-10-16,0 0 2 0,6-5-6 0,-6 5-8 15,0 0-7-15,0 0-4 0,4-5-10 0,-4 5-11 16,0 0-6-16,0 0-12 0,0 0-11 0,0 0 0 15,0 0-1-15,16 10-5 0,-12-4 0 0,3 1-4 16,2 2-3-16,-1-1-2 0,4 4 12 0,3 0-8 16,-3 0 0-16,5 2-8 0,-3-1-2 0,3 0-5 15,-2-1-5-15,5 5-1 0,-4-4-3 0,-1-1-5 16,-1 0-6-16,0-3-20 0,3 3-25 0,-4-1-35 16,-4-2-41-16,2-1-35 0,-2-2-39 0,-1-1-23 15,-3 2-129-15,-1-2-353 0,1-3 157 0</inkml:trace>
  <inkml:trace contextRef="#ctx0" brushRef="#br0" timeOffset="59635.8">31100 9928 92 0,'0'0'167'0,"0"-7"-10"0,0 7-19 0,0 0-13 15,0 0-14-15,0 0 2 0,0 0-10 0,0 0 4 16,-14 16 2-16,8-4-5 0,-6 1-6 0,0 2-8 16,0 7-10-16,-3-2-4 0,2-3-7 0,1 0-6 15,-3 3-6-15,0 1-6 0,1-5-5 0,1 5-3 16,0-7-7-16,3 2-8 0,-2 0-21 0,1-1-22 16,2 0-35-16,1-5-36 0,3 1-33 0,-2 0-44 15,0 0-111-15,2-2-295 0,3-1 131 0</inkml:trace>
  <inkml:trace contextRef="#ctx0" brushRef="#br0" timeOffset="59917.95">31344 9865 43 0,'0'0'198'0,"6"-6"-18"15,-6 6-16-15,5-4-18 0,-5 4-14 16,0 0-2-16,0 0-8 0,0 0-5 0,9 10 8 0,-7 2-9 16,1-2-7-16,-2 6-7 0,0 0-8 15,1 0-7-15,-1 2-5 0,-1 0-8 0,0-1-9 16,0 0-4-16,-1-2-5 0,-2 2-4 0,3 0-4 16,-1 0-5-16,-2-2-4 0,6 2-5 0,-6-1-4 15,1 0-22-15,-1-5-33 0,2 1-34 0,-2-2-32 0,1 0-35 16,-1 0-40-16,2-1-166 0,-3 1-360 0,1-2 160 15</inkml:trace>
  <inkml:trace contextRef="#ctx0" brushRef="#br0" timeOffset="60318.05">31598 10005 41 0,'0'0'170'0,"0"0"-21"16,0 0-8-16,0 0-17 0,0 0-12 0,0 0-7 15,0 0-1-15,0 0-3 0,0 0-2 0,0 0-13 16,0 0-9-16,1 21-3 0,-1-21-5 16,-1 10-5-16,1-10-6 0,0 13-7 0,0-8-1 0,0-5-1 15,2 10 0-15,1-7 1 0,-3-3 3 0,6 8 2 16,-1-5-2-16,0 1 1 0,-5-4 0 0,12 5-4 15,-4-3-1-15,0 0-3 0,4 1-3 16,-4-3 0-16,-8 0-3 0,15 0 3 0,-6-3-3 0,-1-3-2 16,0 4-2-16,-1-3 0 0,1-2-5 15,-1 0-7-15,0-3-4 0,-1 2 5 0,-2-3-7 0,0 2 0 16,-2-5-3-16,1 3-2 0,-3 0-2 0,1 0 2 16,0 3-5-16,-3-1-4 0,2 9 7 0,-5-12-10 15,-2 8-2-15,-3 0 2 0,1 2-5 0,-4 1-15 16,-5 3-15-16,-1-1-22 0,-1 6-20 0,-1-2-27 15,-5 3-34-15,8 1-23 0,-2-3-37 0,0 4-134 16,5-3-358-16,3-1 159 0</inkml:trace>
  <inkml:trace contextRef="#ctx0" brushRef="#br0" timeOffset="60917.71">31766 9587 12 0,'0'-9'188'0,"0"9"-6"0,0 0-4 0,4-10-7 0,-4 10-17 16,1-7-14-16,-1 7-11 0,5-6-19 16,-5 6-5-16,12-5-11 0,-4 5-12 0,3 0-9 15,-1 2 0-15,1 2-11 0,1-1-5 0,-1 2-5 16,0 2-5-16,-3 0-7 0,-1 1-2 0,-1 0-5 15,-2 2-3-15,-1 0 0 0,-3-2-5 0,-1 3 3 0,-1-2-7 16,-2 0 3-16,-2-1-3 0,-1 0-2 16,-2-1-2-16,-1 0 0 0,1-1 2 0,0 0-6 15,1-3 0-15,2 0-2 0,-1-1 1 0,7-2-3 16,-9 4 3-16,2 0-2 0,7-4-2 0,-7 1 1 16,7-1-2-16,0 0-1 0,-9 5-1 0,9-5-2 15,0 0-2-15,0 0-1 0,0 0 3 0,0 0 0 16,0 0-2-16,0 0 0 0,26 9 0 0,-15-5-2 15,0 0-1-15,3 1 5 0,-3 1-4 0,4 1 1 16,-6 1-1-16,1-2-2 0,-2 2-2 0,-3-1 3 16,-2-1-3-16,1 1 0 0,-3 0 1 0,2-2 3 15,-3-5-1-15,0 11 2 0,0-11 3 0,-9 10 3 0,4-7-3 16,-7 1-1-16,2 1 4 0,-3-3-6 16,2 1 1-16,-9-1-4 0,1 0 5 0,1-2 1 15,2 3-6-15,-2-2-22 0,0-1-17 0,0 0-29 16,4 0-19-16,3 0-46 0,0 1-35 0,2-2-139 0,9 1-334 15,-15-4 148-15</inkml:trace>
  <inkml:trace contextRef="#ctx0" brushRef="#br0" timeOffset="62035.97">22821 11976 185 0,'0'0'189'0,"0"0"-3"0,-8 2-8 16,8-2-6-16,0 0-11 0,0 0-3 0,0 0-11 0,-12-2-9 15,12 2-8-15,0 0-11 0,0 0-10 0,0 0-11 16,0 0-10-16,0 0-11 0,0 0-4 0,0 0-6 16,0 0-11-16,0 0-3 0,40-1-6 15,-13-3-1-15,2 2-23 0,2 1-30 0,2 2-35 0,-2-1-39 16,-3-1-51-16,-6 1-48 0,-5 1-163 0,-5-1-373 15,-2 2 165-15</inkml:trace>
  <inkml:trace contextRef="#ctx0" brushRef="#br0" timeOffset="62234.88">22826 12143 50 0,'-8'3'181'0,"8"-3"-10"15,0 0-18-15,0 0-10 0,0 0-2 0,0 0-1 16,0 0-15-16,22 13-10 0,-6-9-9 0,6-2-12 16,7 2-6-16,3-1-23 0,2 0-32 0,-1-1-34 15,3-1-30-15,1-2-42 0,1 1-21 0,-2-2-41 16,-4-1-78-16,1-2-229 0,-1 0 103 0</inkml:trace>
  <inkml:trace contextRef="#ctx0" brushRef="#br0" timeOffset="63207.78">25100 11604 152 0,'4'-4'157'0,"-4"4"-5"0,4-8-5 16,-4 8-5-16,3-7 0 0,-3 7-6 0,2-8-6 0,-2 8-7 15,0 0-1-15,3-6-3 0,-3 6-11 0,0 0-8 16,0 0-5-16,0 0-13 0,0 0-7 0,0 0-10 15,0 0-3-15,0 0-7 0,0 0-6 16,0 0-6-16,-33 11-1 0,16-2-2 0,-6 5 3 0,-1 2-5 16,-1 3-2-16,-2-1-2 0,2 2-1 15,-1 1-2-15,5 1-3 0,-1 0-5 0,4 0 0 0,-6 2-4 16,8-1 1-16,-1 0-4 0,2 1 2 0,2-1-6 16,2-1 2-16,5-5-1 0,3 1-2 0,1-2-1 15,2 1 1-15,2-2-4 0,2-1 1 0,0-1-1 16,6 0-1-16,-1-4 1 0,6 4 5 0,-2-3-5 15,4-1 5-15,3-2-5 0,-2 0 2 0,9-3-2 16,-5-3-1-16,7 0 0 0,-2-1 0 0,1-2-1 16,-7 1 3-16,-2-3-4 0,-1-1 3 0,-2-2 2 15,-3 3-3-15,-2-2-2 0,0-3 2 0,-2 2 0 16,-2-3 0-16,-2-1-4 0,-1 0 2 0,-4 0-3 0,0 1 2 16,-2 0-1-16,-2-1-1 0,-4 1-5 15,-1 4 2-15,-4-3-2 0,0 4 6 0,-6 1-5 16,0-1 0-16,0 5 1 0,-3 0 0 0,-3 3-3 15,1 1 1-15,3 0-12 0,3 2-13 0,-3 2-30 16,1 0-23-16,1 2-14 0,3-2-40 0,2 2-20 16,1 0-34-16,1 0-171 0,3-4-389 0,3 0 172 15</inkml:trace>
  <inkml:trace contextRef="#ctx0" brushRef="#br0" timeOffset="63392.71">25209 11928 33 0,'0'0'191'0,"0"0"-1"0,-2-9-24 0,2 9-12 15,0 0-18-15,0 0-18 0,0 0-11 0,-8-5-8 16,8 5-10-16,0 0-16 0,0 0-36 16,0 0-40-16,-7 14-25 0,7-14-30 0,-2 11-46 0,2-11-96 15,2 11-217-15,-2-11 95 0</inkml:trace>
  <inkml:trace contextRef="#ctx0" brushRef="#br0" timeOffset="63767.71">25651 11647 122 0,'17'-4'176'0,"1"0"-6"15,1 4-2-15,0 0-6 0,2 1-5 0,-1 4-12 16,-2 3-9-16,2 0-13 0,-5 0-13 0,1 3-6 16,-5-1-16-16,-1-3-3 0,1 7-8 0,-7-2-7 15,1 0-8-15,-5-1-4 0,-5 5-1 0,-1-2-4 16,-6 0-8-16,-5 1 2 0,-2 2-7 0,-8-2 0 16,6-2-4-16,-4-1-2 0,8-2-3 0,-2-3-4 15,0-1-2-15,4 0-2 0,1-3-2 0,5 3-1 16,-1-5-4-16,4 2 4 0,0 0-2 0,6-3-2 15,-9 4-1-15,9-4 3 0,-5 2 0 0,5-2 4 16,0 0 0-16,0 0 2 0,0 0-4 0,0 0 4 16,0 0-2-16,0 0-1 0,30 5-2 0,-12-6 0 15,12 2-2-15,4-1-1 0,0 0 12 0,5 0-1 16,-4 0-21-16,3 0-23 0,-2 1-37 0,-2 0-39 16,0 0-34-16,0-1-28 0,-2 0-33 0,3 1-35 15,-6 0-122-15,7-2-372 0,-2 0 166 0</inkml:trace>
  <inkml:trace contextRef="#ctx0" brushRef="#br0" timeOffset="64236.16">26827 11630 105 0,'0'0'212'0,"2"-8"-6"0,-2 8-8 0,0 0-7 16,-2-12-15-16,2 12-15 0,-4-6-16 0,4 6-15 0,0 0-13 15,0 0-13-15,-9 0-10 0,9 0-6 16,-18 10-12-16,7 3-1 0,-5 2-6 0,2 1-2 0,-6 4-6 16,0 3-5-16,0 4-3 0,1-2-3 0,2 0-2 15,1 1-5-15,1-4-4 0,1-2-3 16,3 3-6-16,4-6 0 0,0 0-4 0,5-5-4 15,-1 0-2-15,1 0 1 0,2-1-3 0,0 0 2 16,2-3-3-16,3 1-1 0,0-2-1 0,-1-1 1 0,5-2 0 16,0 2-3-16,1-3-2 0,0 0 2 0,1-3 0 15,3 0-2-15,-3-2 0 0,0 1-1 16,3-4 1-16,-1 1-3 0,-1 1 0 0,-3-3 4 16,1 0-4-16,0-1 1 0,-3-2-2 0,-3 1-2 0,2-1 2 15,-3 1-2-15,-1-1 0 0,-2 0-1 0,0 9-4 16,-2-13 0-16,-5 5-2 0,1 2-1 0,-3 2-1 15,-5 3 3-15,-3-1-3 0,-4 4 2 16,-6 1-3-16,-2 2 1 0,0 1-2 0,4 2-11 0,-3 0-6 16,2 3-18-16,4-2-15 0,3-2-22 0,0 2-20 15,5-1-27-15,1-2-38 0,5 1-29 0,-1-1-177 16,1 0-400-16,4-3 177 0</inkml:trace>
  <inkml:trace contextRef="#ctx0" brushRef="#br0" timeOffset="64584.77">27063 11695 106 0,'0'0'186'0,"0"0"-12"0,0 0-12 15,-6-8-16-15,6 8-6 0,0 0-15 0,0 0-4 16,0 0-12-16,0 0-10 0,-14 20-12 0,14-13-1 15,-2 1-10-15,2-8-11 0,2 15-3 0,-2-6-7 16,4 2-1-16,-2 0-7 0,3-1-5 0,2 1 5 16,4 1 0-16,0 0-6 0,3 1-6 0,1-2-1 15,-3-2-3-15,1 4-1 0,3-4 2 0,-7 0-4 16,0-1-1-16,0-2-4 0,-2 0-1 0,2 1-5 16,-5-2 2-16,2 0-4 0,-2-1 12 0,0 0-13 15,-4-4-2-15,4 8 0 0,-4-8 0 0,-2 9 2 16,2-9-3-16,-16 8 5 0,5-2-4 0,-7-1-2 15,0 1 1-15,-3-1-1 0,-1 1-13 0,2-5-16 16,2 1-27-16,3 0-19 0,-2-1-25 0,5-2-37 16,0-1-38-16,1 0-32 0,-5 1-110 0,7-6-332 0,0 1 147 15</inkml:trace>
  <inkml:trace contextRef="#ctx0" brushRef="#br0" timeOffset="64735.37">27158 11675 55 0,'17'-12'153'0,"8"-1"-10"0,0 2-7 0,2-1-16 0,0 3-13 16,2-1-10-16,1 3-2 0,1 0-22 15,-2 4-22-15,0-1-28 0,-2 2-33 0,-5 2-36 0,1 1-42 16,-1 2-64-16,-4-2-164 0,2-2 73 0</inkml:trace>
  <inkml:trace contextRef="#ctx0" brushRef="#br0" timeOffset="65070.25">28403 11735 75 0,'-2'-7'209'0,"2"7"-3"16,-2-14-6-16,0 7-7 0,2 7-14 0,-2-10-11 0,2 10-10 15,-2-6-24-15,2 6-15 0,0 0-7 0,0 0-15 16,0 0-7-16,0 0-7 0,21 10-8 0,-13 0-2 16,5 1-6-16,-1 4-8 0,1 1-3 0,1-1-7 15,4 5-2-15,0 0-5 0,-1 1-5 0,-3-5-3 16,4 1 1-16,-5-2-5 0,3-1-2 0,-2 0-3 15,-1 2-16-15,5-1-21 0,-7-2-36 0,-3-4-46 16,1-1-38-16,-3 1-36 0,-2-3-37 0,-3 1-134 16,-1-7-367-16,0 0 164 0</inkml:trace>
  <inkml:trace contextRef="#ctx0" brushRef="#br0" timeOffset="65317.97">28638 11707 247 0,'0'0'237'16,"1"-10"-21"-16,-1 10-15 0,0 0-21 0,0 0-14 15,0 0-7-15,0 0-6 0,0 0-4 0,0 0-10 16,-17 19 1-16,8-3-13 0,-2-1-6 0,-7 7-13 16,0-1-10-16,-2 0-8 0,-3 0-8 0,1 1-9 15,0-3-1-15,1 2-10 0,-2-1-8 0,5-4-6 16,-4 3-25-16,3-3-29 0,6-1-33 0,1-1-40 15,0-1-34-15,1-2-38 0,5-2-41 0,0-1-203 16,1-2-427-16,2-2 190 0</inkml:trace>
  <inkml:trace contextRef="#ctx0" brushRef="#br0" timeOffset="65568.06">28951 11594 92 0,'5'-12'237'16,"0"5"-1"-16,0-3-7 0,-1 5-15 0,-2 1-23 16,-2 4-23-16,6-6-14 0,-6 6-15 0,0 0-4 15,0 0 2-15,9 21-5 0,-7-10-11 0,0 4-5 16,0 5-1-16,2-2-14 0,-2 8-8 0,-2-7-9 16,2 6-4-16,-2 0-11 0,1-1-7 0,-2-5-9 0,1 1-2 15,0-2-2-15,-2 1-8 0,2-3-19 16,-1 3-31-16,-3-5-34 0,2 1-39 0,-1-1-36 15,1 0-48-15,-1 0-31 0,2-4-48 0,-4-1-133 16,1-1-408-16,2-3 182 0</inkml:trace>
  <inkml:trace contextRef="#ctx0" brushRef="#br0" timeOffset="65883.7">29144 11785 101 0,'0'0'152'0,"4"-7"-5"0,-4 7-4 0,0 0-3 16,0 0 2-16,0 0-7 0,0 0-6 0,10 17 5 16,-5-8-9-16,0-1-8 0,2 1-6 15,1-1-1-15,4 2-5 0,0-3-8 0,4 0 1 0,4 2-13 16,-2-6-6-16,3 3-5 0,2-5-12 16,-3 0 2-16,3-2-7 0,-2 0-4 0,-3-1-2 15,1-2-3-15,-2 1-6 0,-1-4 2 0,-6 1-3 16,0-2-1-16,-2-2-3 0,-1 0-5 0,-1-1-6 0,-2-2-2 15,1 1-2-15,-4-5-3 0,-2 4 2 16,-2 1-6-16,0-1-1 0,-3 1 1 0,0 1-6 16,-2 1-2-16,-2 4-2 0,-3 1-1 0,-1 0 0 0,-5 4-2 15,-4 1-5-15,-6 2-20 0,-2 6-19 0,0-1-15 16,3 3-28-16,-1-3-29 0,2 9-36 0,4-5-38 16,6 0-199-16,-1-1-419 0,7-1 185 0</inkml:trace>
  <inkml:trace contextRef="#ctx0" brushRef="#br0" timeOffset="66906.87">29505 11322 47 0,'0'0'145'16,"-14"0"1"-16,14 0-22 0,0 0 3 0,-8 0-3 0,8 0-1 15,0 0-8-15,0 0-1 0,0 0-6 16,0 0-9-16,0 0-5 0,0 0 1 0,0 0-12 16,40-9-5-16,-22 6-7 0,12 0-2 0,-2-3-7 15,-7 5-10-15,0-1 0 0,1 1-9 0,-2 0 2 16,-2-1-5-16,-4 2-5 0,-4 0-4 0,2 0-5 16,-6-2-4-16,-6 2-23 0,12 0-26 0,-12 0-20 15,7-1-24-15,-7 1-16 0,0 0-15 0,10 1-13 16,-10-1-10-16,0 0-16 0,0 0-102 0,0 0-263 15,0 0 118-15</inkml:trace>
  <inkml:trace contextRef="#ctx0" brushRef="#br0" timeOffset="67318.25">29951 11122 118 0,'12'-3'146'0,"0"2"-9"0,1 1-6 0,3 3 3 16,-2-2-15-16,-1 3-3 0,5 0-10 0,-8-1-13 16,0 3-10-16,1 0-13 0,-1 0 4 15,-5-2-12-15,0 1-1 0,1 2-7 0,-5-2-2 16,1 2-6-16,-1 1-4 0,-1-8-6 0,-5 13 1 0,-3-6-2 16,2 0-14-16,-5 1 8 0,1-3-7 0,0 1 1 15,0 1-6-15,1-1 2 0,0 1-3 0,1-1-2 16,1-1-1-16,0-1-2 0,2 1-3 0,1 0 2 15,1 1-1-15,0 0-5 0,3-6 1 0,-3 11-4 16,3-4 1-16,0-7 4 0,4 14-5 0,0-6-2 16,0 1 2-16,0-2-1 0,2 2 0 0,0 0 0 15,0-1-1-15,-3 1 6 0,1-3-7 0,-1 1 3 16,0-2 0-16,-1 0-3 0,-2-5-6 0,1 10 11 16,-1-10 0-16,0 0-4 0,-7 12 0 0,3-8 10 15,-3-1 2-15,-3 0-12 0,-1 2 5 0,-1-3-7 16,-6 1 3-16,2 0-2 0,-4-1 7 0,4-2-13 15,-2 1-11-15,0 2-19 0,4-1-28 0,0-1-25 16,1 1-34-16,3 0-152 0,-5 3-298 0,4-4 132 16</inkml:trace>
  <inkml:trace contextRef="#ctx0" brushRef="#br0" timeOffset="69498.03">30128 11843 23 0,'0'-11'126'0,"0"11"-8"0,0 0 0 16,0 0-15-16,0 0 3 0,0 0-8 0,0 0-2 16,0 0-14-16,0 0 0 0,0 0-15 15,0 0 6-15,0 0-15 0,0 0-1 0,0 0-9 0,-4-6 0 16,4 6-3-16,0 0-3 0,0 0-8 0,0 0-2 16,0 0-5-16,0 0 3 0,0 0-9 15,0 0-1-15,0 0-2 0,0 0 0 0,0 0-4 16,0 0 3-16,0 0-5 0,0 0-2 0,0 0 2 15,0 0-3-15,0 0 1 0,0 0-5 0,0 0 1 0,0 0 2 16,0 0 15-16,0 0-13 0,0 0-9 16,0 0 4-16,0 0-1 0,0 0-1 0,0 0 2 0,0 0-3 15,0 0 4-15,0 0-7 0,0 0 2 16,0 0 1-16,0 0 0 0,0 0 1 0,0 0 2 0,0 0-6 16,0 0 2-16,0 0-3 0,0 0 1 0,0 0 3 15,0 0-3-15,0 0 3 0,0 0 1 0,0 0 0 16,0 0-5-16,0 0 4 0,0 0-2 15,0 0 2-15,0 0 0 0,0 0 1 0,0 0-4 0,0 0 4 16,0 0 3-16,0 0 0 0,0 0 4 0,0 0-1 16,0 0-2-16,0 0 2 0,0 0 0 0,0 0-2 15,0 0-1-15,0 0 2 0,0 0 0 0,0 0-4 16,0 0-2-16,0 0 6 0,0 0-6 16,0 0-1-16,0 0 0 0,0 0-2 0,0 0 2 0,0 0 3 15,0 0 0-15,0 0 2 0,0 0-5 0,0 0 4 16,0 0-4-16,0 0 8 0,0 0 2 0,0 0 0 15,0 0 1-15,0 0 1 0,0 0-1 0,0 0 8 16,0 0-15-16,0 0 6 0,0 0-5 0,0 0-1 16,0 0 1-16,0 0 2 0,0 0-4 0,0 0 2 15,0 0-1-15,0 0 11 0,0 0-11 0,0 0 0 16,0 0-3-16,0 0 4 0,0 0 1 0,0 0-1 16,0 0 5-16,0 0 4 0,0 0 0 0,0 0 4 15,0 0 4-15,0 0 1 0,0 0 2 0,0 0-1 16,0 0 3-16,0 0 0 0,0 0-1 0,0 0 3 15,0 0-5-15,0 0 3 0,0 0-2 0,0 0-4 16,0 0 2-16,0 0-4 0,0 0 0 0,0 0-5 16,0 0-2-16,0 0 2 0,0 0-3 0,0 0 1 0,0 0-7 15,0 0 3-15,0 0-2 0,0 0-3 16,0 0 3-16,0 0-3 0,0 0-3 0,0 0-1 16,0 0 0-16,0 0 0 0,0 0 1 0,0 0-3 15,0 0 1-15,0 0-1 0,0 0 3 0,0 0 0 16,0 0 0-16,0 0-3 0,0 0 0 0,0 0 1 15,0 0 1-15,0 0 0 0,0 0 0 0,0 0-1 16,0 0 0-16,0 0-1 0,-5 23 3 0,2-18-1 16,1 1 4-16,-1 1-1 0,-2-2 0 0,1 1-2 15,-1 2 4-15,1 0 1 0,1-1-3 0,-3 0 0 16,4 0-1-16,-2-2 0 0,4-5 2 0,-8 10-1 16,6-3-2-16,-2-1 1 0,0 1 1 0,2-1 0 15,-2 0-1-15,1 3 7 0,1-4 5 0,2-5-14 16,-7 11 1-16,5-6-2 0,2-5 4 0,-5 8 3 0,3-3-4 15,2-5-1-15,-2 9-1 0,2-9 2 0,-3 4 0 16,3-4 1-16,0 0 3 0,-4 5 3 16,4-5 10-16,0 0 7 0,0 0 9 0,0 0 6 15,0 0 4-15,0 0 0 0,0 0 0 0,0 0-6 16,0 0-3-16,0 0-3 0,0 0-9 0,0 0-1 0,5-31 2 16,-2 21-3-16,2 0-1 0,3-4-6 0,-1-1 0 15,1-1-3-15,1-2-1 0,6-6-1 16,1 2 0-16,-1 2 2 0,1-4-4 0,-1 1-3 15,-1 3 0-15,1-3 1 0,1 2-1 0,-1 0-2 0,0 0-2 16,-2 6 0-16,-3 1-1 0,0 2 1 0,-1 2 2 16,-1 4-3-16,-2-1 3 0,0 2-1 0,-4 1-7 15,-2 4 1-15,9-7-3 0,-9 7-1 16,0 0 4-16,9 1-4 0,-9-1 3 0,6 15-1 16,-3-2 3-16,0 4 3 0,-2 2-4 0,-2 6 1 0,-1 1 4 15,-2 1 5-15,2-3-4 0,-5 0 3 0,3-4-1 16,-1-1 4-16,-1 0 1 0,1 6-2 0,1-8 1 15,2 0-1-15,-2 0-1 0,1-2-1 16,2-3 2-16,1-1-2 0,-1 1 4 0,2-2-6 0,-1 2 0 16,1-3 5-16,0-2-3 0,1 2-6 0,-1-4-21 15,0 3-26-15,-1-8-25 0,4 8-27 0,-3-2-22 16,-1-6-19-16,0 0-9 0,3 9-23 0,-3-9-39 16,0 0-180-16,0 0-425 0,0 0 189 15</inkml:trace>
  <inkml:trace contextRef="#ctx0" brushRef="#br0" timeOffset="70144.2">30114 11886 8 0,'-7'-4'115'0,"7"4"1"0,0 0-5 16,0 0-7-16,0 0-7 0,0 0-3 0,20-7-4 16,-1 4-1-16,10 2-1 0,-1-2-4 0,7 3-15 15,-6-1-1-15,2-1-5 0,-2 2-3 0,2-2 1 16,-11 4-2-16,2-2-2 0,-3-3-1 0,-6 3-2 15,-3 0-7-15,2-2-6 0,-5 2 3 0,-7 0 0 16,12 0-1-16,-12 0-3 0,10 0-1 16,-10 0-5-16,0 0-5 0,9 2-1 0,-9-2-4 0,5 3 4 15,-5-3-2-15,4 8-1 0,-3-2 4 0,-1-6 4 16,0 13-2-16,2-7 6 0,-2-6-7 0,0 13-4 16,-3-7-1-16,3-6 2 0,-1 10-5 0,1-10-1 15,-1 9 4-15,1-9 6 0,0 0 10 0,1 8 13 16,-1-8 6-16,0 0 8 0,0 0-4 0,0 0 2 15,0 0-6-15,0 0-9 0,0 0-4 0,0 0-5 16,0 0-3-16,0 0 1 0,-9-27-11 0,10 19-2 16,-1 8-5-16,1-18-1 0,2 8-4 0,2-2 2 15,0 2-5-15,1-1-1 0,5-4-1 0,-2 4-3 16,2 1-3-16,-3 2-1 0,2 0-2 0,-1 1 0 16,0 3-3-16,-1 0 0 0,-1 1-6 0,2 3 7 15,2 0 1-15,-2 3-5 0,-2 1-1 0,1 1 4 16,-1 1-1-16,3 1-3 0,-3 1-1 0,-1-1 2 15,-2-1 5-15,1 2-5 0,-1 1 0 0,-2-2 2 16,-1-1 0-16,1 0-1 0,-2-6 2 0,2 9 3 16,-2-9-2-16,2 6 6 0,-2-6-7 0,0 0 6 15,0 0-2-15,1 9-1 0,-1-9 4 0,0 0-2 16,0 0-3-16,0 0 5 0,0 0-7 0,0 0 4 16,0 0-2-16,0 0 0 0,8-21-8 0,-3 17-1 15,-1-4 0-15,1 0-2 0,3 0-1 0,-1 0 2 16,2 0-1-16,1 2-4 0,-2 0 3 0,-1 0 1 15,-1 1-1-15,-1 2 0 0,2 0-2 0,-7 3 0 16,14-3 3-16,-14 3 0 0,13 3-1 0,-6 1 1 16,1 2-1-16,-4 1 4 0,2 0-5 0,-2 3 5 15,0 1 0-15,-2 0 4 0,2 1-4 0,-4-1-9 16,3 5-20-16,-3-5-22 0,0 2-24 0,0-2-24 16,0-1-22-16,-2 0-35 0,2-3-27 0,0-7-32 15,0 14-116-15,0-14-364 0,3 5 162 0</inkml:trace>
  <inkml:trace contextRef="#ctx0" brushRef="#br0" timeOffset="70390.88">31074 11643 109 0,'3'-13'227'0,"0"2"-9"0,0 3-5 0,-2 2-13 15,-1 6-19-15,2-11-22 0,-2 11-16 16,0 0-18-16,3-4-14 0,-3 4-4 0,0 0 4 15,4 25 1-15,-3-5-3 0,-1 6-2 0,0 1-5 0,-5 3-27 16,1 1-1-16,-1-4-4 0,0 4-9 0,0-3-6 16,-2-1-4-16,1 0-4 0,0-2-2 15,-1 0-3-15,2-6-5 0,1 1-6 0,2-3-1 16,-1 2-9-16,-3-3-12 0,2 0-28 0,0-4-33 16,-1 3-31-16,0-3-43 0,1-2-29 0,1-1-26 0,-3-2-38 15,1-1-140-15,5-6-386 0,-12 6 170 16</inkml:trace>
  <inkml:trace contextRef="#ctx0" brushRef="#br0" timeOffset="70606.47">31093 11778 78 0,'6'-5'149'0,"1"1"6"0,-2 4-17 15,-5 0 11-15,19-2-7 0,-10 4-2 0,1 0-14 16,0 3-4-16,-2 1-8 0,-2 1-8 15,1 2-13-15,-2 1-7 0,-1 0-9 0,-3-1-7 0,1 1-8 16,-3 1-4-16,-1-1-6 0,-4-3-7 16,-2 5 0-16,-3-4-8 0,-3 3-20 0,0-2-31 0,-4 0-31 15,3-2-34-15,3-2-37 0,-2-1-39 16,3-1-121-16,0-3-298 0,11 0 132 0</inkml:trace>
  <inkml:trace contextRef="#ctx0" brushRef="#br0" timeOffset="70764.5">31356 11824 79 0,'5'-1'231'0,"3"-1"3"0,-8 2-10 0,7-6-9 15,-7 6-19-15,8-2-20 0,-8 2-22 0,7-3-19 0,-7 3-22 16,0 0-34-16,0 0-30 0,0 0-18 0,0 0-27 16,0 0-35-16,0 0-50 0,0 16-41 0,0-16-45 15,-9 14-87-15,1-8-274 0,0-1 122 16</inkml:trace>
  <inkml:trace contextRef="#ctx0" brushRef="#br0" timeOffset="74178.6">20187 13212 75 0,'-3'-8'170'0,"-1"1"-3"0,2 1-2 0,2 6-8 0,-3-10-8 16,3 10-8-16,-2-6-16 0,2 6-15 16,-2-9-16-16,2 9-6 0,0 0-17 0,0 0-1 0,0 0-11 15,0 0-4-15,0 0-6 0,11 28-7 16,-8-17-2-16,4 6-6 0,0 1-1 0,4 5-4 15,0 1-4-15,1 1-2 0,0-1-3 0,2-2 4 16,1 2-7-16,-7-7-1 0,8 5 0 0,-7-6 0 0,2 2-1 16,-1-2-3-16,-1-1-1 0,0-1-1 15,0 0 0-15,-4-4 1 0,1 1-4 0,1-1-6 0,-2-2 3 16,2 1 2-16,-4-5 1 0,0 2-5 0,1-1 4 16,-4-5 4-16,3 8 0 0,-3-8 4 15,3 5 8-15,-3-5 11 0,0 0-4 0,0 0-1 0,0 0 11 16,0 0-2-16,14-19-9 0,-10 8 3 0,3-2-5 15,-2-4-1-15,2-1-1 0,1-5-2 16,1-3-8-16,0 0 5 0,2-2-5 0,0-2-2 0,1-1-2 16,1 1 2-16,0-2-4 0,2 1 0 0,-2 3 3 15,-3 1-5-15,-1 3 0 0,-1 6 1 0,-2 1 1 16,-2 6-1-16,0-1-4 0,-2 1 0 0,1 5-3 16,-2 0-14-16,-1 6-20 0,4-8-17 0,-4 8-3 15,0 0-19-15,0 0-8 0,0 0-18 0,12 13-21 16,-6-5-31-16,-3 4-23 0,-1-2-136 0,1 3-336 15,-1 2 150-15</inkml:trace>
  <inkml:trace contextRef="#ctx0" brushRef="#br0" timeOffset="74518.45">20686 13539 5 0,'-10'15'130'0,"4"0"-11"16,1-2-14-16,-1-1 0 0,4-1-9 0,-1 2-2 16,2-1 3-16,2 1 0 0,0-5-2 0,3 1-2 15,0-1-6-15,1-1 2 0,2 0-3 0,4-3-4 16,-1 0 3-16,2-2-5 0,2 0-1 0,-1-4 2 16,7 0-4-16,-3-3-4 0,1-1 0 0,0-2-9 15,-2-1 0-15,0-2 0 0,-2 0 0 0,0-3-6 16,-3 1-3-16,0-2-2 0,-3 3-4 0,-3-3 1 15,1-2-5-15,-4 0-7 0,-3 1-1 0,1 0-3 16,-4 1-7-16,-1 2-1 0,-5 0-5 0,0 0 2 16,-5 2-8-16,3 3-1 0,-6 1-1 0,-3 2-2 15,0 3-3-15,-6 2 2 0,6 3-5 0,-7-1-2 16,8 5-26-16,3 2-20 0,-1 1-18 0,2 2-22 16,4 0-41-16,2 1-29 0,2-1-35 0,1 1-163 15,3-1-380-15,0 0 168 0</inkml:trace>
  <inkml:trace contextRef="#ctx0" brushRef="#br0" timeOffset="74705.42">21324 13466 42 0,'14'-3'142'0,"-1"1"-10"15,2-1-18-15,-2 2-6 0,0 0-18 0,0 1-6 16,-2 1-12-16,-11-1-31 0,19 1-37 0,-12 2-37 16,-2 0-31-16,0 1-58 0,-5-4-133 0,0 0 59 15</inkml:trace>
  <inkml:trace contextRef="#ctx0" brushRef="#br0" timeOffset="74868.53">21306 13636 31 0,'0'0'148'16,"0"0"-7"-16,0 0-5 0,17 4-18 0,-6-4-3 15,1 0-18-15,3-1-10 0,0-2-5 0,4 1-35 16,1-2-41-16,9 0-40 0,1 1-56 0,-2-2-58 16,1 0-159-16,2 1 70 0</inkml:trace>
  <inkml:trace contextRef="#ctx0" brushRef="#br0" timeOffset="75268.2">23063 13379 18 0,'0'0'181'0,"-4"-4"-16"0,4 4-3 16,0 0-14-16,-3-7-6 0,3 7-17 0,0 0 2 16,0 0-15-16,0 0-13 0,0 0-8 0,19-9-4 15,0 5-12-15,8-2 5 0,5 1-6 0,2 1-10 0,2 1-2 16,0-3-8-16,-3 4-17 0,3-2-27 16,-5 2-34-16,-4-2-32 0,-7 3-21 0,-1-2-51 15,-6 2-19-15,-3 1-101 0,-1-1-266 0,-4-1 117 0</inkml:trace>
  <inkml:trace contextRef="#ctx0" brushRef="#br0" timeOffset="75669.59">23386 13296 20 0,'-2'9'127'0,"2"-9"8"0,2 16 2 0,-2-6 7 0,-2 7-1 15,2 0-2-15,-1 2 5 0,-2 0-8 0,1 6-11 16,-1 0-6-16,1-1-4 0,-1-4-13 0,-1-1-7 15,3 1-8-15,-3-1-4 0,0-2-5 0,3 0-11 16,0-1-6-16,0-3-1 0,-2-1-10 0,3-1-2 16,0-2-7-16,0 1-4 0,-1-2 0 0,-1 0-5 15,2-8-4-15,-1 10-2 0,1-10-3 0,-1 11 1 16,1-11-2-16,1 6 8 0,-1-6 0 0,0 0 3 16,0 0-6-16,-6 5-1 0,6-5 3 15,-13 3-11-15,13-3 2 0,-12 0-2 0,3 0-5 0,9 0 1 16,-14-2-4-16,14 2-1 0,-14-2-1 0,8 0-1 15,-3 1-1-15,9 1-3 0,-13 0 2 0,13 0 1 16,-10-3-2-16,10 3-1 0,-10 0 2 0,10 0-7 16,0 0 3-16,0 0-3 0,0 0-3 0,0 0 0 15,0 0 2-15,0 0 1 0,0 0 1 0,0 0 0 16,0 0 0-16,41 0 0 0,-22 0-4 0,4 0 3 16,5 2-11-16,1-1-9 0,-1-2-20 0,0 2-20 15,-7-1-23-15,7 1-26 0,-9 1-15 16,2-1-20-16,-2 0-11 0,-1-1-2 0,-5-1-3 0,-2 0-11 15,1-2-107-15,-2 2-301 0,1-3 133 0</inkml:trace>
  <inkml:trace contextRef="#ctx0" brushRef="#br0" timeOffset="75905.98">23664 13666 26 0,'6'-4'37'0,"-2"-1"9"15,-1-3 8-15,-2 2 9 0,-1 6 12 0,5-14 8 16,-2 4 1-16,-1 4-1 0,-2-2 3 0,0 8 13 16,-2-16 8-16,2 9-1 0,0 7 1 0,1-13-1 15,-1 6 9-15,0 7 11 0,0-12 3 0,0 12 3 16,0-6-12-16,0 6-10 0,0 0-13 0,0 0-13 15,0-9-5-15,0 9-12 0,0 0-1 0,0 0 0 16,0 0 1-16,4 25-1 0,-3-16-3 0,-3 5 0 16,3 1-10-16,-4-1-5 0,3-2-2 0,-1 5-7 15,-2 0-2-15,1 0-3 0,1-1-2 0,-1 0-5 16,1-3-2-16,1-2-2 0,0 5 1 0,-1-7-14 16,-1 1-18-16,2 0-23 0,0-2-23 0,-1-1-26 15,1-7-24-15,0 0-36 0,0 17-19 0,0-12-22 16,0-5-22-16,0 0-139 0,0 0-370 0,0 0 164 15</inkml:trace>
  <inkml:trace contextRef="#ctx0" brushRef="#br0" timeOffset="76176.42">23733 13534 28 0,'9'-1'155'0,"4"-1"3"0,5 4-1 0,1 1-2 15,-1 2-9-15,3 3 1 0,4 2-9 0,-9 0-11 16,1 0-9-16,-4 1-13 0,-2 3-7 0,2-1-6 16,-9-1-6-16,-2 0-3 0,-3 5-2 0,-3-2-7 15,-2-1-6-15,-4 2-4 0,-1-1-6 0,-5 3 0 16,-3 0-8-16,1-6-4 0,0-1-3 0,1-1-3 16,-7 3-6-16,5-2-2 0,0-5-3 0,-1 2-3 15,3-3-9-15,0 1-17 0,4-3-24 0,0 1-29 16,1 0-38-16,3-4-47 0,1 0-41 0,-1 2-159 15,9-2-367-15,0 0 163 0</inkml:trace>
  <inkml:trace contextRef="#ctx0" brushRef="#br0" timeOffset="76619.95">24522 13571 121 0,'0'0'176'0,"-6"-8"-4"16,6 8-8-16,-3-8-8 0,3 8-12 0,0 0-12 16,0-8-6-16,0 8-11 0,0 0-3 0,9-3-5 15,-9 3 2-15,16 3-6 0,-6-1-7 0,4-1-4 16,3 4-3-16,1 4-3 0,-1-2-1 0,0 3-3 15,0-1-11-15,1 2-2 0,-3 1-11 0,2-1-3 16,1 1-2-16,-2-1-5 0,2 0-8 0,-2-1-7 16,1 2 4-16,-2 2-7 0,2-4-4 0,-2 0-7 15,-1 1-24-15,-3-4-35 0,-2 0-36 0,0-1-23 16,0 2-43-16,-4-2-30 0,-1 1-26 0,0-4-148 16,-4-3-374-16,0 0 165 0</inkml:trace>
  <inkml:trace contextRef="#ctx0" brushRef="#br0" timeOffset="76871.14">24853 13479 149 0,'0'0'195'16,"0"0"-16"-16,2-11-18 0,-2 11-14 0,0 0 1 15,0 0-5-15,0 0 4 0,0 0 0 0,-15 18-1 16,5-3 2-16,-3 8-10 0,-5 0-13 0,-1-1-9 15,-2 2-13-15,2 0-9 0,1 2-8 0,2-4-9 16,-1 3-7-16,-1 0-7 0,3 1-7 0,2-1-5 16,-2-4-19-16,2 1-27 0,3-5-31 0,3 1-32 15,-4-2-35-15,1-3-43 0,0 3-34 0,3-5-44 16,-1 2-125-16,3-3-366 0,1-3 163 0</inkml:trace>
  <inkml:trace contextRef="#ctx0" brushRef="#br0" timeOffset="84313.92">25575 13461 65 0,'1'-7'137'0,"-1"7"-13"0,0 0 0 0,0-11-3 16,0 11 2-16,0-9-6 0,0 9-1 0,0-9-5 16,0 9-7-16,-1-10 4 0,1 10-4 0,0 0-2 0,-2-14 9 15,2 14-9-15,2-7-5 0,-2 7-7 16,0-8-1-16,0 8-5 0,0 0-7 0,0 0-7 16,0-9-4-16,0 9-10 0,0 0-3 0,0 0-10 15,0 0-6-15,0 0-5 0,0 0-4 0,0 0-5 0,0 0-3 16,0 0-3-16,0 0 1 0,0 0-2 0,0 0-5 15,8 26 3-15,-8-11-1 0,0 1-3 0,2 3 1 16,-4-1 0-16,4 1-4 0,-4 0 4 16,2 6 0-16,-2-6 0 0,2-1 1 0,-5 1-2 15,5-1-2-15,0 0 1 0,0 0-1 0,0-5-4 0,-1-1 12 16,2 4-11-16,-1-3-1 0,0-2 2 0,0 0 2 16,0 0-1-16,3-5-3 0,-1 4 1 0,-2-2 0 15,0 1-1-15,0-1-1 0,0-8-3 16,2 12-9-16,-2-6-19 0,0-6-20 0,0 9-17 0,2-3-22 15,-2-6-23-15,0 0-25 0,1 8-19 16,-1-8-20-16,0 0-24 0,0 0-104 0,0 0-325 0,0 0 145 16</inkml:trace>
  <inkml:trace contextRef="#ctx0" brushRef="#br0" timeOffset="84521.82">25778 13634 104 0,'2'-3'171'0,"-2"3"-2"0,3-5-5 0,-3 5-10 16,0 0-7-16,0 0-6 0,0 0-13 0,0 0-13 0,0 0-12 15,6-2-13-15,-6 2-5 0,0 0-8 0,0 0-7 16,0 0-8-16,0 0-7 0,0 0-7 0,0 0-2 16,0 0-15-16,-9 20-30 0,9-20-29 0,0 0-49 15,-4 16-25-15,2-13-48 0,2-3-118 0,0 0-289 16,-6 12 127-16</inkml:trace>
  <inkml:trace contextRef="#ctx0" brushRef="#br0" timeOffset="84902.31">26079 13394 31 0,'9'-4'169'0,"2"5"-2"15,1 2 0-15,5 2-9 0,-3 1-6 16,0 3-11-16,4 0-11 0,-5 2-7 0,-3 2-9 16,2 1-11-16,-5 0-8 0,3 0-8 0,-2-1-4 0,-8 2-7 15,0-2-6-15,-4 4-4 0,0-6-6 16,-6 3-5-16,1 0-5 0,1-2-1 0,-4 1-3 16,3-5-8-16,0-1-4 0,-3 1-2 0,2-2-2 15,1 1-3-15,-1-5 4 0,1 4-10 0,1-3-1 0,3-2 1 16,-4 0 2-16,9-1 8 0,-9 0 1 0,9 0-1 15,0 0 0-15,-15-1-4 0,15 1-1 16,0 0-2-16,-8-4-5 0,8 4-3 0,0 0-2 16,0 0 2-16,0 0-2 0,0 0-5 0,0 0-1 0,0 0-2 15,37 5 0-15,-24-2-2 0,2 2 1 0,2 0 2 16,3 1-5-16,7 0-17 0,0 0-28 0,2 1-32 16,0-2-41-16,2-1-36 0,-2 0-26 0,-1-2-43 15,-6-1-113-15,5 0-360 0,-7-2 160 0</inkml:trace>
  <inkml:trace contextRef="#ctx0" brushRef="#br0" timeOffset="85134.43">26681 13443 207 0,'0'0'225'0,"0"-9"-12"15,0 9-16-15,0 0-20 0,2-8-18 0,-2 8-16 16,0 0 0-16,0 0 9 0,0 0-5 0,8 21-5 15,-6-9 0-15,-2 1-7 0,0 5-11 0,2-1-10 16,-2 2-6-16,0-1-9 0,2 1-14 16,0-3-5-16,-2 0-8 0,0 1-8 0,0 2-4 0,0-3-7 15,0-4-7-15,0 4-8 0,0-1-16 0,-2-4-28 16,0-1-35-16,2 0-39 0,-4 0-37 0,4-10-35 16,-3 13-32-16,3-13-37 0,-7 12-170 0,2-7-425 15,5-5 188-15</inkml:trace>
  <inkml:trace contextRef="#ctx0" brushRef="#br0" timeOffset="85384.21">26854 13450 154 0,'0'0'186'0,"0"-10"-13"16,0 10-11-16,0 0-18 0,2-8-13 0,-2 8-5 15,0 0-6-15,0 0 7 0,0 0 5 0,-13 15 2 16,4-6-5-16,2-1-6 0,0 3-13 0,-1 0-9 15,0 1-10-15,0 1-9 0,3-3-8 0,1 2-3 16,0-2-9-16,-2 0-4 0,2 0-9 0,0 0-1 16,3 2-6-16,-3-3-5 0,6 1-3 0,0-5-1 15,3 4-4-15,-1-1-9 0,4 0-8 0,1 1-34 16,-1-2-42-16,4-2-38 0,1 0-42 16,6-2-38-16,-6 0-31 0,1-1-132 0,-1-4-373 0,0 2 165 15</inkml:trace>
  <inkml:trace contextRef="#ctx0" brushRef="#br0" timeOffset="85783.82">27079 13699 110 0,'11'2'171'0,"-11"-2"-4"16,0 0 0-16,13 2-5 0,-13-2-1 0,15-2-4 15,-5-1-11-15,1 2-4 0,3-2-10 0,-1-1-4 16,1 0-11-16,-1 0-2 0,-2 1-7 0,1-4-1 15,-1 3-9-15,-2-5-3 0,3 0-6 0,-4 2-5 16,-1-2-6-16,-1-1-6 0,0-1-6 0,-2 0-3 16,-2 0-8-16,0-1-6 0,1-4-8 0,-1 2-1 15,-2 0-3-15,4-2-4 0,-4 5-4 0,2-3 1 16,-2 2-3-16,4 1-6 0,-1-1-1 0,2 3-6 16,1-2 0-16,3 2-3 0,0 2-2 15,5 2-1-15,-1 1-5 0,1 1 2 0,-1 3-2 16,7 0 1-16,-4 3-2 0,2 3-2 0,-3 1 2 0,-1 3 1 15,-5 0-6-15,0 0 0 0,-4 5 1 0,1 0 4 16,-5 0-4-16,-1 1 2 0,-1 0-1 16,-1-3 3-16,-2-1-5 0,-1 2 5 0,3-1-5 0,-2-3 3 15,1 1-3-15,-1 0 2 0,2-2 2 0,2 7 0 16,0-8-1-16,0 0-1 0,6 1-13 0,1-2-12 16,3-2-26-16,5 2-33 0,3-2-30 0,9 0-40 15,2-5-27-15,3 0-30 0,-6-3-178 0,-6 0-423 16,8 1 187-16</inkml:trace>
  <inkml:trace contextRef="#ctx0" brushRef="#br0" timeOffset="86401.35">21945 15154 81 0,'-7'0'189'0,"7"0"-12"0,0 0-13 16,0 0-17-16,-10-2-13 0,10 2-17 15,0 0-8-15,0 0-3 0,0 0-7 0,0 0-12 0,30 4-8 16,-11-3-4-16,2-1-7 0,8 1-13 0,-1-1-19 16,0 1-31-16,-6-1-31 0,7-1-36 0,-7 1-35 15,-2 0-30-15,-1 0-109 0,-7 1-256 0,-2-1 113 16</inkml:trace>
  <inkml:trace contextRef="#ctx0" brushRef="#br0" timeOffset="86585.4">21877 15326 43 0,'0'8'123'0,"0"-8"-8"0,10 6-8 0,3-2-3 0,6 0-11 15,2-3-14-15,8 0-3 0,3-1 3 0,4 0-17 16,0-2-42-16,1-1-37 0,-3-1-26 0,4 0-37 16,-3 0-48-16,2-4-136 0,-5 1 60 15</inkml:trace>
  <inkml:trace contextRef="#ctx0" brushRef="#br0" timeOffset="88402.04">23478 15025 45 0,'-11'-3'118'0,"1"-1"7"0,-3 3-15 0,3-1 0 0,0 0 2 15,-2 1-2-15,2 1-4 0,0-1-7 0,10 1-7 16,-16-2-4-16,16 2 1 0,-10 0-12 16,10 0-10-16,-9-1-6 0,9 1-7 0,0 0 3 15,0 0-14-15,0 0 12 0,0 0-3 0,0 0-5 16,0 0-2-16,41 9-3 0,-22-9-1 0,11 0-6 15,3 1-4-15,0-3 6 0,4 3-9 0,-2-2 0 0,2 0-1 16,-4-1-4-16,3 2-4 0,-7-4 0 16,1 3-1-16,-9 0-5 0,0-1 0 0,-5 0-2 15,-3 2 0-15,1-1-4 0,-3 1-5 0,0-1 7 16,-3-1-2-16,-8 2-2 0,10 0 3 0,-10 0-4 16,0 0 3-16,11 2-7 0,-11-2 6 0,0 0-4 15,0 0 0-15,7 1 1 0,-7-1 4 0,1 7 18 0,-1-7 2 16,-3 14 2-16,0-3 4 0,-4 3-1 15,2 4 2-15,-3 1 0 0,3 0 2 0,-2 5 4 16,0 0-4-16,2 3 6 0,-2-3-3 0,0 0-7 16,1-4-3-16,2-1 4 0,1 0-10 0,1 0 0 15,-1-2-2-15,3 9 0 0,-1-8-2 0,0-2-5 16,1-1-2-16,-2 0-1 0,1-2 3 0,2 0-6 16,-1-3-14-16,0 0-25 0,0-1-25 0,-1 2-29 15,0-2-24-15,0-2-15 0,-2-1-43 0,3-6-29 16,-6 10-158-16,2-7-383 0,4-3 170 0</inkml:trace>
  <inkml:trace contextRef="#ctx0" brushRef="#br0" timeOffset="88583.82">23662 15293 41 0,'22'-2'94'0,"-4"2"-13"0,-5 2-26 16,9-2-14-16,-2 0-31 0,7-6-26 0,-5 6-35 16,1-1-56-16,5-2 25 0</inkml:trace>
  <inkml:trace contextRef="#ctx0" brushRef="#br0" timeOffset="88714.92">24162 15256 107 0,'0'0'140'0,"0"0"-7"15,8 1-6-15,-8-1 0 0,0 0-26 0,0 0-9 16,0 0-12-16,0 0-9 0,0 0-7 0,0 0-28 16,8 1-25-16,-8-1-20 0,0 0-45 0,3 8-41 15,-3-8-61-15,0 0-168 0,0 0 75 0</inkml:trace>
  <inkml:trace contextRef="#ctx0" brushRef="#br0" timeOffset="89051.03">24430 15128 64 0,'5'-7'168'0,"-5"7"-9"15,5-5-8-15,-5 5-21 0,0 0 0 0,4-5-26 16,-4 5-7-16,0 0 4 0,0 0 1 0,0 0-8 16,0 0-3-16,0 0-6 0,-8 23-7 0,5-16-10 15,2 2-7-15,0 1 0 0,1 0-6 0,0 0-5 16,-1-4-5-16,2 5-3 0,1-1-5 0,2 0 0 15,0 0-3-15,1 0-3 0,2 3 0 0,0-5-6 16,2 3 1-16,-1-3 1 0,-1 1 0 0,3 0-6 16,1-2 3-16,-2 0 2 0,-1-1-6 0,-1 1-3 15,1-1 2-15,-2 0-1 0,-1-1-4 0,1 0-2 16,-6-5 0-16,5 6 1 0,-5-6-7 0,3 7 6 16,-3-7-6-16,0 0 5 0,-6 11-1 0,0-6-1 15,-3 1 0-15,-3-2-10 0,2 2-16 0,-3-3-20 16,-2 3-13-16,-2 0-39 0,3-3-36 0,1-2-19 15,-2-1-28-15,-2 0-135 0,1-4-330 0,2 2 146 16</inkml:trace>
  <inkml:trace contextRef="#ctx0" brushRef="#br0" timeOffset="89178.85">24583 15080 59 0,'27'-7'74'0,"-7"4"-19"15,-1 0-28-15,-1 2-28 0,-6 1-35 16,0 0-39-16,-1 0 17 0</inkml:trace>
  <inkml:trace contextRef="#ctx0" brushRef="#br0" timeOffset="89451.08">24993 15079 78 0,'12'4'150'0,"-2"-1"-12"0,3 1-10 0,-6 1-11 16,0 4 6-16,-3 0-4 0,-2 3 1 0,-2-3-1 16,-6 7-11-16,-1 0 2 0,-2-1-14 15,-1-1-5-15,0-1-6 0,1 1-4 0,-3-1-2 16,2-1 0-16,2-1-1 0,1 0-4 0,-1-5-9 16,3 2-3-16,-1-4-11 0,2 0-3 0,4-4-4 15,-8 7-4-15,8-7-3 0,0 0-4 0,5 9-4 0,-5-9 5 16,13 5-9-16,-2-4 0 0,6 1-16 0,5-2-21 15,7-3-33-15,3-1-32 0,-1 0-43 0,3-2-33 16,-3-1-34-16,-4 1-127 0,-9-2-340 16,2 3 151-16</inkml:trace>
  <inkml:trace contextRef="#ctx0" brushRef="#br0" timeOffset="89822.28">25355 14994 122 0,'0'0'142'0,"0"0"14"0,0 0-8 0,0 0 12 16,12 17 7-16,-7-9-7 0,1 7-11 0,3 2-7 0,-2 1 1 15,2-1-16-15,-5 4-6 0,7 1-3 16,-3 2-14-16,0-1-2 0,-1-5-11 0,0 0 0 16,1-3-9-16,0 3-5 0,-1-2-6 0,1-2-6 15,2 0-5-15,-5-5-3 0,3-3-4 0,-2 3 1 16,2-4 6-16,1 2 11 0,-1-4 1 0,3 0-5 0,-5 0 1 15,5-4-3-15,-1-2-4 0,2-1-4 16,-1-1-6-16,0-1-7 0,3-7 1 0,1 0-11 16,1 0 1-16,2-6-11 0,2-1 4 0,1-4-8 15,-2 1 3-15,4-2-2 0,0 0 0 0,-1 1-6 16,1-3 1-16,-1 0-2 0,-1 1-2 0,0-2 4 16,-2 3-8-16,-1 2 2 0,-3 1-7 0,-4 6-4 15,1 3-3-15,-7 3-9 0,3 1-20 0,-6 4-25 16,4-1-34-16,-2 3-42 0,-4 3 1 0,7-1-26 15,-7 1-25-15,8 8-17 0,-6 0-37 0,-2 4-175 16,-2 3-446-16,-4 4 198 0</inkml:trace>
  <inkml:trace contextRef="#ctx0" brushRef="#br0" timeOffset="90229.14">23415 15990 139 0,'-8'0'179'0,"8"0"-2"0,0 0 5 0,0 0-1 15,0 0-4-15,47 0-2 0,6-5-12 16,38-8-7-16,17 4-7 0,17-5 18 0,14-1-15 16,14-1-12-16,9 0-13 0,7-3-12 0,6 2-8 15,1-1-10-15,2 1-13 0,-2 4-8 0,-1-5-2 16,-5 4-9-16,1-1-8 0,-5 5-9 0,-7-4-8 15,-10 2-1-15,-10-2-11 0,-10 2-6 0,-10 4-8 16,-16 2-8-16,-38 0-5 0,-9 3-5 0,-20 1-6 16,-5-1-3-16,-10 1-13 0,-6 2-6 0,-3 0-11 15,-4-2-22-15,-8 2-34 0,0 0-56 0,9 2-67 16,-9-2-190-16,0 0-445 0,0 0 196 0</inkml:trace>
  <inkml:trace contextRef="#ctx0" brushRef="#br0" timeOffset="106018.45">18898 5937 14 0,'0'0'20'0,"-9"3"3"0,9-3-2 15,0 0 5-15,0 0 2 0,0 0 1 0,0 0-1 16,0 0-1-16,0 0-5 0,0 0 7 0,0 0-6 0,0 0-5 15,0 0 3-15,0 0 0 0,0 0-1 0,0 0-5 16,0 0-5-16,0 0 6 0,-10-6-7 16,10 6 5-16,0 0-6 0,0 0 2 0,0 0 0 15,0 0 2-15,0 0-4 0,0 0 4 0,0 0-2 16,0 0 0-16,0 0 2 0,0 0 2 0,0 0-2 16,0 0 1-16,0 0 0 0,0 0 1 0,0 0-1 15,0 0-1-15,0 0-4 0,0 0-1 0,0 0 2 16,0 0-1-16,0 0 2 0,0 0-2 0,0 0-3 15,0 0 4-15,0 0-5 0,0 0 1 0,0 0-3 16,0 0-4-16,0 0 4 0,0 0-4 0,0 0 4 0,0 0-1 16,0 0 2-16,0 0 1 0,0 0-1 0,0 0 0 15,0 0-3-15,0 0 0 0,0 0 3 16,0 0 5-16,0 0-10 0,0 0 6 0,-8-3-3 16,8 3 2-16,0 0 1 0,0 0 8 0,0 0-14 15,0 0-1-15,0 0 5 0,0 0 2 0,0 0-1 0,0 0 0 16,0 0-1-16,0 0 4 0,0 0 0 0,0 0-1 15,0 0-8-15,0 0-1 0,0 0 4 16,0 0 0-16,0 0-1 0,0 0 3 0,0 0-2 16,0 0-1-16,0 0 6 0,0 0-5 0,0 0 2 15,0 0 1-15,0 0-8 0,0 0 3 0,0 0 4 16,0 0-2-16,0 0-6 0,0 0-13 0,35 1-10 0,-22 1-5 16,5 0-9-16,0-2-16 0,3 1-37 15,9-2-103-15,0 2 45 0</inkml:trace>
  <inkml:trace contextRef="#ctx0" brushRef="#br0" timeOffset="107072.8">19286 6211 3 0,'-6'-4'29'0,"6"4"-2"16,0 0-5-16,0 0 0 0,0 0 1 15,0 0 3-15,-7-2-3 0,7 2 5 0,0 0 2 16,0 0 1-16,0 0-3 0,0 0-2 0,0 0 2 15,0 0-2-15,0 0-4 0,0 0 3 0,0 0-5 16,0 0 6-16,0 0-4 0,0 0-1 0,0 0-7 16,0 0 1-16,-10-8-3 0,10 8 3 0,0 0 1 15,0 0 7-15,0 0-17 0,0 0 0 0,0 0 3 16,0 0-1-16,0 0-1 0,0 0 3 0,0 0 2 16,0 0-6-16,0 0 1 0,0 0 3 0,0 0-5 15,0 0 3-15,0 0 0 0,0 0 0 0,0 0-8 16,0 0 5-16,0 0 5 0,0 0-1 0,0 0-6 15,0 0 0-15,0 0 2 0,0 0 9 0,0 0-8 16,0 0 2-16,0 0-8 0,0 0 5 0,-2-10-5 16,2 10-2-16,0 0 4 0,0 0-1 0,0 0-3 15,0 0-1-15,0 0 5 0,0 0-1 0,0 0 2 16,0 0-5-16,0 0 0 0,-5-9 6 0,5 9-6 16,0 0 3-16,0 0 5 0,0 0-5 0,0 0-1 15,0 0 5-15,0 0-1 0,0 0 3 0,0 0-4 16,0 0-2-16,0 0-4 0,0 0 7 0,0 0-1 15,0 0 8-15,0 0-8 0,0 0 1 0,0 0-6 16,0 0 6-16,0 0 1 0,0 0-7 0,0 0 6 16,0 0-4-16,0 0 6 0,0 0-5 0,0 0-1 15,0 0 1-15,0 0-1 0,0 0 4 0,0 0-3 16,0 0 1-16,0 0-3 0,0 0 5 0,0 0-7 16,0 0 8-16,0 0-8 0,0 0 1 0,15-8 0 15,-15 8 3-15,0 0-2 0,17 2 1 0,-17-2-2 16,17 1-14-16,-4-2 1 0,0 2-3 0,4 0-3 15,2 0-9-15,3 0-9 0,-1-1-6 0,7 0-3 16,0 1-56-16,2-1-112 0,1 0 50 0</inkml:trace>
  <inkml:trace contextRef="#ctx0" brushRef="#br0" timeOffset="107344.82">20213 6111 56 0,'0'0'71'0,"0"0"-12"0,0 0-5 0,2-12 0 0,-2 12-11 15,0 0-3-15,0 0-4 0,0 0-5 0,0 0-11 16,0 0 0-16,0 0-8 0,0 0-9 0,0 0-6 16,0 0-12-16,0 0-10 0,0 0-17 0,0 0-27 15,0 0-75-15,-33 7 33 0</inkml:trace>
  <inkml:trace contextRef="#ctx0" brushRef="#br0" timeOffset="118161.06">4782 14270 8 0,'0'0'14'0,"0"0"-18"0,0 0-4 15,-4-6 2-15</inkml:trace>
  <inkml:trace contextRef="#ctx0" brushRef="#br0" timeOffset="143385.87">3744 8087 21 0,'0'0'69'0,"0"0"3"0,4-16-15 15,-4 16-1-15,0 0-13 0,0 0-1 0,0 0-13 16,0 0-7-16,0 0-9 0,0 0-11 0,0 0-6 16,0 0-14-16,0 0-8 0,13 3-37 0,-13-3-69 15,10 5 30-15</inkml:trace>
  <inkml:trace contextRef="#ctx0" brushRef="#br0" timeOffset="146353.25">5367 7549 11 0,'0'0'8'0,"0"0"-12"16,0 0-3-16,0 0 2 0</inkml:trace>
  <inkml:trace contextRef="#ctx0" brushRef="#br0" timeOffset="146800.46">5380 7902 41 0,'0'0'68'0,"-4"-6"-6"0,4 6 9 0,0 0-7 16,-5-9 0-16,5 9-15 0,0 0-9 0,-1-7 2 15,1 7-2-15,0 0-3 0,0 0-4 0,-2-7-1 16,2 7-3-16,0 0-6 0,0 0-10 0,0 0 7 15,0-10-2-15,0 10-3 0,0 0 4 0,0 0-3 16,2-9-7-16,-2 9-1 0,0 0 4 0,0 0-3 16,0 0 3-16,2-7-1 0,-2 7-1 0,0 0-3 15,0 0-6-15,0 0 10 0,0 0-9 0,0 0 16 16,0 0-4-16,0 0-6 0,0 0-7 0,0 0-7 16,0 0 4-16,0 0 4 0,0 0 1 0,4-5 0 15,-4 5-5-15,0 0-5 0,0 0-7 0,0 0-4 16,0 0 0-16,0 0-4 0,0 0-21 0,0 0 4 15,17 5-12-15,-17-5-6 0,10 7-53 16,-4-4-119-16,-1 4 52 0</inkml:trace>
  <inkml:trace contextRef="#ctx0" brushRef="#br0" timeOffset="149501.54">9115 7667 34 0,'0'0'120'0,"0"0"-4"0,0 0-5 0,0 0 1 15,0 0-3-15,0 0-19 0,0 0-7 0,0 0-2 0,0 0-16 16,0 0-6-16,0 0-12 0,0 0-26 16,0 0-10-16,0 0-26 0,0 0-13 0,0 0-14 15,0 0-20-15,8 3-11 0,-8-3-68 0,0 12-151 16,0-7 68-16</inkml:trace>
  <inkml:trace contextRef="#ctx0" brushRef="#br0" timeOffset="150165.21">10364 10595 29 0,'0'0'69'15,"0"0"-12"-15,0 0-12 0,0 0-14 0,0 0-5 16,0 0-16-16,9-2-18 0,-9 2-12 0,0 0-21 15,15 7-42-15,-7-4 19 0</inkml:trace>
  <inkml:trace contextRef="#ctx0" brushRef="#br0" timeOffset="151482.57">6797 10826 4 0,'0'0'26'0,"8"-2"3"15,-8 2-5-15,0 0-5 0,0 0-9 0,0 0-5 16,9 0-13-16,-9 0-11 0,0 0-19 0,0 0 9 16</inkml:trace>
  <inkml:trace contextRef="#ctx0" brushRef="#br0" timeOffset="152809.75">10062 10421 40 0,'0'0'88'0,"0"0"-4"0,0 0-15 0,-1-6-7 16,1 6-6-16,0 0-4 0,0 0-5 0,0 0-6 15,0 0-4-15,0 0-2 0,0 0-10 16,0 0-7-16,0 0-5 0,0 0-13 0,0 0-6 0,0 0-10 15,0 0-4-15,0 0-14 0,0 0-7 0,0 0-8 16,22 7-35-16,-22-7-90 0,11 4 39 0</inkml:trace>
  <inkml:trace contextRef="#ctx0" brushRef="#br0" timeOffset="153428.99">15501 10313 1 0,'0'0'7'0,"0"9"-9"16,0-9-1-16</inkml:trace>
  <inkml:trace contextRef="#ctx0" brushRef="#br0" timeOffset="153904.03">15489 10361 46 0,'0'0'91'0,"0"0"0"16,0 0-1-16,0 0-9 0,0 0 4 0,0 0-10 15,0 0-1-15,0 0-10 0,0 0 4 0,0 0-6 16,0 0-9-16,0 0 4 0,0 0-2 0,0 0-6 16,0 0 1-16,0 0-4 0,0 0-4 0,0 0-5 15,0 0 5-15,0 0-5 0,0 0-4 0,0 0 4 16,0 0-3-16,0 0 4 0,0 0-4 16,0 0-6-16,0 0 5 0,0 0 5 0,0 0-8 0,0 0 5 15,0 0-7-15,0 0-6 0,0 0 2 0,0 0-2 16,0 0-2-16,0 0 2 0,0 0-8 0,0 0 1 15,0 0-1-15,0 0 0 0,0 0 4 0,0 0-6 16,0 0-3-16,0 0-2 0,0 0 6 0,0 0-5 16,0 0 4-16,0 0-15 0,0 0 10 0,0 0 0 15,0 0-4-15,0 0-1 0,0 0-1 0,0 0-5 16,0 0-2-16,0 0-12 0,0 0-14 0,0 0-7 16,0 0-12-16,0 0-2 0,0 0-25 0,0 0-3 15,0 0-11-15,0 0-18 0,0 0-117 0,0 0-247 16,5-22 110-16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1-25T06:49:09.74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16163 3375 9 0,'-35'12'33'0,"-2"0"-4"0,5 2-2 15,-2 1-6-15,3-2 0 0,-1 5-1 0,3-2-5 16,4 2 4-16,-1 0-4 0,-3 2-2 0,3 2 1 16,-1-1 0-16,-1 3-7 0,2 2 11 0,0-1-10 15,2 3 2-15,1 1 3 0,-5 14-2 16,1-3-2-16,3 0 2 0,5-7-5 0,-2 10 8 0,-1 3-3 16,4 1 1-16,2 1-2 0,3 2-6 0,-1 2 1 15,6-2 5-15,0 2-5 0,6 2 1 0,-1-1-3 16,4 2 1-16,3 3 10 0,4 0 5 0,0 1 2 15,6 23-17-15,-1-23 4 0,1-3 1 0,2 24-2 16,3-26 4-16,-3 3 5 0,2-1-11 16,-2 2 1-16,12 21-4 0,-8-22 4 0,4 28 2 0,4-6 2 15,-9-22 2-15,5 30 1 0,5-9 2 0,-12-22-6 16,1 2-2-16,9 25 1 0,-10-25-1 0,5 24-3 16,-2-1 9-16,-5 0-2 0,-2-23-4 0,4 24 16 15,1-3-14-15,-8-21-5 0,2 23 5 0,-3-24-8 16,7 24 1-16,-5-24 3 0,5 28 9 15,0 2-6-15,-3-2 1 0,-3-4 0 0,1-23-4 0,0 28 0 16,2-4 2-16,-8-23-1 0,6 22-8 0,-2-21 3 16,3 23 0-16,1 0 4 0,2-3 8 0,-1 0-11 15,-3-23-1-15,5 25 3 0,-6-24 1 0,5 24-2 16,-2-25 0-16,3 27-4 0,-4-28 7 0,4 28-1 16,-3-1-6-16,4-2 10 0,-4 0-5 0,0 0-5 15,-3-23 7-15,2 22-3 0,-2-21-2 0,4 21 7 16,-1-22-1-16,3 26-5 0,1-3 1 15,-6-23 0-15,10 23 7 0,-8-21-7 0,6 21-6 16,-6-25 6-16,4 25-6 0,-4-26 3 0,1 3-5 0,3 21 7 16,-4-21-7-16,1 27 1 0,-8-26 3 0,12 22 3 15,-9-21 0-15,6 24-4 0,-7-26 0 0,2 23 4 16,-2-24 0-16,1 0-3 0,2 24 2 0,-5-23-4 16,2 25 4-16,4-3-1 0,-6-22-7 0,10 25 6 15,-6-25 0-15,4 24-3 0,-3-26 8 0,4 1-9 16,6 23 2-16,-7-24-2 0,0 3 3 15,7 26 2-15,-2-2 1 0,-3-27 2 0,6 23 0 16,-4-20 1-16,8 20 5 0,-12-21-9 0,5-1-5 0,8 21 5 16,-13-23 3-16,5 1-6 0,3 24 4 0,-7-23-1 15,9 20-3-15,-9-22 3 0,6 25-3 16,-6-25 2-16,2 4-4 0,1-3 8 0,5 23-8 0,-6-28-3 16,-3 4 1-16,2 2 1 0,6 26 5 0,-4-4-2 15,-5-23 9-15,5 23-10 0,-7-22 4 16,-1 0-2-16,4 24-2 0,0-23-3 0,-3-3 8 15,5 24 0-15,-6-26-2 0,7 6 4 0,-3 21 6 0,3 0-8 16,-8-25 3-16,0 3-5 0,3 25-1 0,-7-24 1 16,6 21-2-16,-3-24 1 0,-2 3-6 15,-2 0 14-15,7 24-20 0,-3-26 11 0,3 26 2 0,-2-25-1 16,-1-1 0-16,7 24-14 0,-6-23 18 16,4 0-6-16,5 20-1 0,-5-23 3 0,1 0-2 0,1-2 14 15,2 4-11-15,3 0-1 0,3 20 4 0,-2-22-8 16,1-2 1-16,0 2-1 0,10 19 4 15,-6-23-6-15,1 0 11 0,2 0-5 0,3-3-5 16,3 4 3-16,-1-5-4 0,3 3 10 0,1-3 10 16,2 2-4-16,14 16-2 0,-16-20 11 0,2 0-6 15,0-2 8-15,5-1-15 0,21 17 11 0,-23-21 4 0,6 3-3 16,22 12 1-16,1-2-12 0,-18-19 15 0,28 11-10 16,1-3-11-16,-1-4 32 0,5-3 0 0,1-4-4 15,-1 0-6-15,8 1-5 0,-1-5 8 16,1 0-2-16,8 2 1 0,1-1-5 0,5-2 2 15,1 6 9-15,5-10-4 0,5 8-15 0,4-8 5 16,3 4-6-16,6-3 2 0,9-2-8 0,9 3 3 16,-7-2 2-16,15 2 2 0,2 2-7 0,6 1-25 15,10-3 6-15,3-1 2 0,3 2-3 0,3 2 2 0,3-3 0 16,-1 4-6-16,-5-2 4 0,-7 0-8 16,-3 6 1-16,-4-5-28 0,-12-1-15 0,-12 0-13 15,-4 2-71-15,-7-5-163 0,-6-3 72 0</inkml:trace>
  <inkml:trace contextRef="#ctx0" brushRef="#br0" timeOffset="21565.7">8668 5841 10 0,'0'0'71'0,"0"0"-9"0,0 0 0 15,9-3-6-15,-9 3-11 0,0 0-3 0,0 0-13 0,0 0-13 16,0 0-11-16,0 0-10 0,0 0-5 16,0 0-10-16,0 0-17 0,0 0-18 0,0 0-59 15,0 0 27-15</inkml:trace>
  <inkml:trace contextRef="#ctx0" brushRef="#br0" timeOffset="22578.07">8319 4725 7 0,'-1'-11'160'0,"1"11"8"0,0 0 4 0,0-9-8 16,0 9-12-16,0 0-10 0,-4-12-7 0,4 12 13 16,-1-8-20-16,1 8-4 0,0 0-4 0,-3-8-9 0,3 8-6 15,0 0-12-15,-5-6-6 0,5 6-10 0,0 0-10 16,0 0-4-16,-7-5-10 0,7 5-5 0,0 0-1 15,-14 4-8-15,14-4-3 0,-12 5-3 0,3-2-4 16,1 1-2-16,-1 1-5 0,-1 0-3 16,4-2 0-16,-2 2-4 0,3 0-1 0,0-1 1 0,-3 1-3 15,2-1-1-15,2 1 1 0,4-5-7 0,-8 10 2 16,4-7-2-16,4-3 4 0,-6 10-1 0,5-6-5 16,1-4 1-16,-3 10 1 0,3-10-2 15,0 9 6-15,0-9 1 0,4 9-2 0,1-4 2 0,0 0-2 16,1-1 2-16,1 3 1 0,2-1-2 0,-3-3 2 15,5 0 1-15,-2 3-4 0,1-3 0 0,0 2-1 16,-1 0 2-16,2-1-4 0,-1-1 0 0,0 1-1 16,1-1 0-16,-4 0 2 0,-2 1-3 0,1-2-1 15,-2 2 0-15,4-1 0 0,-8-3 0 0,6 6-2 16,-2-3 0-16,-4-3 6 0,2 6-3 0,-2-6-1 16,2 8 1-16,-2-8 6 0,0 0-6 0,-5 13 2 15,-2-10 1-15,2 0 3 0,-6 0 2 16,2 1 0-16,-2-2-3 0,-1 2-2 0,0-3 2 15,1 1-2-15,-1 0 3 0,1-2-5 0,-1 0 3 0,3 1-7 16,-1 2 3-16,10-3-12 0,-15 1-15 0,8-1-25 16,7 0-30-16,-11 2-39 0,11-2-51 0,-9 1-45 15,9-1-178-15,-8 3-422 0,8-3 186 0</inkml:trace>
  <inkml:trace contextRef="#ctx0" brushRef="#br0" timeOffset="22976.66">8580 4849 102 0,'0'0'233'0,"4"-6"-8"16,-4 6-8-16,5-4-9 0,-5 4-5 0,0 0-10 15,0 0-12-15,0 0-15 0,0 0-14 0,4-7-13 16,-4 7-10-16,0 0-14 0,0 0-13 0,0 0-10 16,0 0-11-16,0 0-6 0,0 0-11 0,0 0-2 15,0 0-6-15,0 0-4 0,0 0-1 0,0 0-1 16,0 0 1-16,0 0-4 0,0 0 1 0,0 0-6 16,0 0-1-16,0 0-3 0,-9 21-6 15,9-21-4-15,-2 7 0 0,2-7 0 0,-3 8 0 0,0-2 3 16,3-6 0-16,0 9-1 0,0-9-2 0,0 0-2 15,-1 16-8-15,1-11 3 0,0-5-3 0,-1 12 0 16,1-12-2-16,1 11-3 0,-1-5-1 0,0-6-4 16,1 12 2-16,2-6-16 0,-3-6-16 15,1 10-28-15,-1-10-31 0,0 13-35 0,0-13-42 0,0 11-46 16,0-5-45-16,0-6-211 0,1 8-496 0,-1-8 220 16</inkml:trace>
  <inkml:trace contextRef="#ctx0" brushRef="#br0" timeOffset="23242.64">8593 4731 2311 0,'-4'-12'45'16,"0"2"48"-16,0-1-14 0,-3 2-9 0,2 1 16 16,-1 1 17-16,3 2-1 0,3 5 3 0,-6-10 3 15,4 6 10-15,2 4 12 0,-5-6 3 16,5 6 10-16,0 0-2 0,-7-7 2 0,7 7 1 0,0 0-6 15,-3-5-4-15,3 5-13 0,0 0-12 0,0 0-11 16,0 0-5-16,-4-5-15 0,4 5-2 0,0 0-13 16,0 0-8-16,0 0-9 0,0 0-16 0,0 0-23 15,0 0-16-15,0 0-42 0,0 0-35 0,0 0-39 16,0 0-35-16,0 0-39 0,0 0-36 0,0 0-52 16,15 19-36-16,-14-14-282 0,-1-5-655 0,0 10 290 15</inkml:trace>
  <inkml:trace contextRef="#ctx0" brushRef="#br0" timeOffset="24109.57">8538 4988 113 0,'0'0'168'0,"0"0"-3"0,0 0-4 0,0 0-12 16,0 0 0-16,0 0-12 0,0 0-9 0,0 0-13 0,0 0-10 16,0 0-12-16,0 0-5 0,4-24 0 0,-4 24-5 15,5-5 4-15,-5 5-3 0,0 0-6 0,4-8-6 16,-1 3-10-16,-3 5-6 0,8-8-2 0,-4 3 0 16,1-1 4-16,-1 2-23 0,2-1 0 15,-1-2 0-15,-1 2 7 0,1 0-1 0,-1 0-1 0,0 0-7 16,0-1-1-16,1 0-3 0,-5 6 7 0,6-10 1 15,-3 4 2-15,-1 0-5 0,1 0 6 0,1 1 2 16,-4 5-4-16,4-12-7 0,-3 8 0 16,-1 4-4-16,3-13 6 0,-1 6-4 0,-2 7 3 0,3-10-5 15,-2 3-3-15,-1 7-2 0,0-8-3 0,0 8 3 16,0 0 0-16,0-11-6 0,0 11-3 0,0 0-1 16,0 0-2-16,0 0-5 0,0 0 2 0,0 0-8 15,0 0 4-15,0 0-4 0,0 0 2 0,0 0-1 16,0 0 2-16,0 0 2 0,-14 19-3 0,11-10-2 15,-3-1 3-15,2 2-4 0,1-3 3 0,1 3-2 16,-3-1 4-16,2 0-2 0,2-1 3 0,1-8-4 16,0 14 1-16,0-9 1 0,0-5 3 0,3 13-4 15,2-7 2-15,0-1-9 0,2 2-12 0,-1-4-23 16,0 1-28-16,4 0-35 0,-2-1-37 0,1 1-39 16,2-3-32-16,0 0-217 0,-5-1-465 0,-6 0 205 15</inkml:trace>
  <inkml:trace contextRef="#ctx0" brushRef="#br0" timeOffset="24344.32">8566 4624 2002 0,'-13'-10'33'0,"2"2"69"0,0 1 6 0,4 3 0 15,-3-2-11-15,5 4-8 0,1-3-10 0,4 5 0 16,-9-4 0-16,9 4 8 0,-6-4 0 15,6 4 1-15,0 0 1 0,0 0-10 0,-8-6-8 16,8 6-6-16,0 0-10 0,-4-4-6 0,4 4-24 0,0 0-29 16,0 0-25-16,0 0-30 0,0 0-25 0,0 0-45 15,0 0-48-15,0 0-46 0,16 21-238 0,-13-13-500 16,-3-8 221-16</inkml:trace>
  <inkml:trace contextRef="#ctx0" brushRef="#br0" timeOffset="62228.1">7974 10683 136 0,'0'-8'118'0,"0"8"-13"0,0 0-2 0,0 0-8 0,0 0-1 16,3-10-7-16,-3 10-8 0,0 0-9 15,0 0-7-15,0 0-9 0,0 0-14 0,0 0-26 16,0 0-22-16,0 0-23 0,0 0-20 0,0 0-28 0,0 0-70 16,0 0-160-16,11 24 71 0</inkml:trace>
  <inkml:trace contextRef="#ctx0" brushRef="#br0" timeOffset="62550.99">10337 10574 147 0,'0'0'154'0,"5"-3"-2"0,-5 3-6 15,0 0-19-15,0 0-4 0,0 0-12 0,0 0-14 0,0 0-8 16,0 0-5-16,0 0-14 0,0 0-16 0,0 0-26 15,0 0-23-15,0 0-23 0,0 0-22 0,0 0-25 16,0 0-15-16,0 0-23 0,0 0-78 16,0 0-194-16,0 0 86 0</inkml:trace>
  <inkml:trace contextRef="#ctx0" brushRef="#br0" timeOffset="63041.6">15230 10562 104 0,'0'0'102'15,"0"0"-24"-15,0 0-11 0,0 0-1 0,0 0-16 0,0 0-8 16,0 0-12-16,0 0-12 0,0 0-9 15,0 0 4-15,0 0-10 0,0 0-21 0,0 0-29 0,25 0-40 16,-25 0-93-16,0 0 42 0</inkml:trace>
  <inkml:trace contextRef="#ctx0" brushRef="#br0" timeOffset="63753.08">15889 10418 36 0,'0'0'113'0,"0"0"2"16,0 0-16-16,3 4-1 0,-3-4-5 0,0 0-6 15,0 0-9-15,0 0-1 0,0 0-6 0,0 0-6 0,0 0-9 16,10 0-4-16,-10 0-8 0,0 0 3 16,0 0 4-16,0 0-11 0,0 0-1 0,0 0 1 0,0 0-1 15,0 0-3-15,0 0 5 0,0 0 2 0,0 0-8 16,0 0 2-16,0 0-2 0,0 0 0 0,0 0-5 15,0 0 0-15,0 0-3 0,12-3 3 16,-12 3-6-16,0 0-2 0,0 0 2 0,0 0 0 0,0 0-3 16,0 0-1-16,0 0-2 0,0 0-1 0,0 0 3 15,0 0-6-15,0 0-3 0,0 0-2 0,0 0 2 16,0 0 0-16,0 0-5 0,0 0 2 0,0 0-5 16,0 0 2-16,0 0-1 0,0 0-2 0,0 0 3 15,0 0-1-15,0 0-1 0,0 0 3 0,0 0-3 16,0 0-1-16,0 0 1 0,0 0 0 0,0 0-8 15,0 0 4-15,0 0 0 0,0 0-3 0,0 0 4 16,0 0-4-16,0 0-4 0,0 0 6 0,0 0-7 16,0 0 3-16,0 0-4 0,0 0-1 0,0 0-1 15,0 0-2-15,0 0 1 0,0 0 2 0,0 0-5 0,0 0-1 16,0 0-2-16,0 0 7 0,0 0-4 16,0 0 6-16,0 0-3 0,0 0-1 0,0 0-2 15,0 0 0-15,0 0-2 0,0 0 2 0,0 0 2 0,0 0 1 16,0 0 0-16,0 0 2 0,0 0-2 0,0 0-1 15,0 0-2-15,0 0 12 0,0 0-13 16,0 0 6-16,0 0-6 0,0 0 2 0,0 0-2 0,0 0-1 16,0 0-2-16,1 7-1 0,-1-7-1 0,0 0 11 15,0 0-8-15,0 0 4 0,0 0 0 0,0 0 4 16,0 0 0-16,0 0 5 0,0 0-11 0,0 0-7 16,0 0-2-16,0 0-10 0,0 0-13 0,0 0-14 15,0 0-18-15,0 0-19 0,0 0-65 0,0 0-179 16,0 0 79-16</inkml:trace>
  <inkml:trace contextRef="#ctx0" brushRef="#br0" timeOffset="68736.8">19581 6044 6 0,'0'0'5'0,"0"0"-8"0,0 0-1 15,0 0 1-15</inkml:trace>
  <inkml:trace contextRef="#ctx0" brushRef="#br0" timeOffset="68990.56">19827 5857 18 0,'0'0'32'0,"0"0"-13"0,0 0-16 0,0 0-15 15,0 0-13-15,0 0 5 0</inkml:trace>
  <inkml:trace contextRef="#ctx0" brushRef="#br0" timeOffset="81518.32">7464 9249 8 0,'0'0'14'0,"0"0"-1"0,0 0-3 15,0 0 4-15,0 0-2 0,0 0-5 0,0 0-2 16,0 0 2-16,0 0-13 0,0 0-8 0,0 0-16 15,0 0 8-15</inkml:trace>
  <inkml:trace contextRef="#ctx0" brushRef="#br0" timeOffset="82593.57">7744 8193 53 0,'0'0'74'16,"0"0"1"-16,0 0-2 0,0 0-11 0,0 0-3 16,-14-12-16-16,14 12-12 0,0 0-19 0,0 0-13 0,0 0-31 15,-19 7-44-15,9-3-80 0,-1 0 36 16</inkml:trace>
  <inkml:trace contextRef="#ctx0" brushRef="#br0" timeOffset="84950.54">8013 7706 11 0,'4'-6'78'15,"-4"6"-3"-15,0 0-12 0,0 0-7 0,0 0-10 16,-11-16-7-16,7 13-5 0,4 3 2 0,-7-8-4 0,7 8-15 16,-12-1-10-16,12 1-15 0,-11 3-17 15,4 3-14-15,0-1-32 0,-2 10-76 0,2-5 34 16</inkml:trace>
  <inkml:trace contextRef="#ctx0" brushRef="#br0" timeOffset="85316.69">8746 10146 45 0,'10'-2'33'0,"-2"0"-10"0,-8 2-41 0,14 2-18 15,-14-2 9-15</inkml:trace>
  <inkml:trace contextRef="#ctx0" brushRef="#br0" timeOffset="85919.12">14283 10178 66 0,'-18'-3'59'0,"1"-3"-30"0,-2 2-20 16,-1 0-17-16,4 1-19 0,-6 3-27 0,1-2 12 16</inkml:trace>
  <inkml:trace contextRef="#ctx0" brushRef="#br0" timeOffset="86484.92">7230 10807 33 0,'0'0'64'0,"-1"-10"-4"0,1 10-9 0,0 0-6 16,0 0-8-16,0 0-17 0,0 0-6 0,0 0-15 16,0 0-4-16,0 0-18 0,0 0-27 0,0 0-53 15,0 0 24-15</inkml:trace>
  <inkml:trace contextRef="#ctx0" brushRef="#br0" timeOffset="87130.91">8830 7854 29 0,'0'0'36'0,"0"0"-10"15,-21 13-6-15,13-7-20 0,-2 1-19 16,-3 3-20-16,0 0 9 0</inkml:trace>
  <inkml:trace contextRef="#ctx0" brushRef="#br0" timeOffset="88687.04">19036 6918 17 0,'0'0'-4'0,"0"0"-2"0,0 0 1 15</inkml:trace>
  <inkml:trace contextRef="#ctx0" brushRef="#br0" timeOffset="103699.21">7509 7505 29 0,'5'-10'57'0,"2"-2"-3"0,-1 1-13 16,2 3-20-16,-2 1-13 0,2 0-19 0,-1 5-23 15,0 1-35-15,-7 1 16 0</inkml:trace>
  <inkml:trace contextRef="#ctx0" brushRef="#br0" timeOffset="109950.59">20367 10572 16 0,'0'0'105'0,"0"0"-9"16,0 0-6-16,0 0-9 0,0 0-9 0,0 0-9 0,0 0-4 16,0 0-7-16,0 0-7 0,0 0-7 0,0 0-2 15,0 0-3-15,0 0-2 0,0 0-4 0,0 0-4 16,0 0-4-16,0 0-3 0,0 0 18 0,0 0-21 15,0 0-3-15,0 0 0 0,0 0 14 0,0 0-15 16,0 0-6-16,0 0 5 0,0 0-3 0,0 0 6 16,0 0-3-16,0 0 3 0,0 0-9 0,0 0 2 15,0 0 0-15,0 0 5 0,0 0-5 0,0 0-8 16,0 0 8-16,0 0-4 0,0 0-2 0,0 0 5 16,0 0 3-16,0 0-6 0,0 0-3 0,0 0 4 15,0 0 0-15,0 0-2 0,0 0 4 0,0 0 2 16,0 0 3-16,0 0-10 0,0 0-2 0,0 0-4 15,0 0-9-15,0 0 1 0,0 0-11 0,0 0-3 16,0 0 0-16,0 0-4 0,0 0 3 0,0 0-4 0,0 0 5 16,0 0-2-16,0 0-9 0,0 0-6 15,0 0-11-15,0 0-51 0,1 9-117 0,-1-9 52 0</inkml:trace>
  <inkml:trace contextRef="#ctx0" brushRef="#br0" timeOffset="111696.19">18465 6493 50 0,'0'0'60'0,"0"0"-6"0,0 0-6 15,0 0-4-15,0 0 1 0,0 0-11 0,0 0-9 16,0 0 6-16,0 0 0 0,0 0-9 0,0 0 3 0,0 0-1 16,0 0-11-16,0 0 1 0,0 0 6 15,0 0 1-15,0 0 1 0,0 0-6 0,0 0-7 16,0 0 5-16,0 0 1 0,0 0-11 0,15-5 7 15,-15 5 9-15,0 0-10 0,0 0 0 0,0 0-1 16,0 0-1-16,0 0-2 0,0 0 8 0,0 0-5 16,0 0 8-16,11-2-5 0,-11 2 5 0,0 0-2 15,0 0-6-15,0 0-6 0,0 0 2 0,0 0 6 16,0 0-8-16,0 0 4 0,0 0-3 0,0 0 8 16,0 0-10-16,0 0 0 0,0 0 0 0,0 0 4 0,0 0 1 15,0 0 0-15,0 0-5 0,0 0-4 16,0 0 1-16,0 0 3 0,0 0-3 0,0 0 2 15,0 0-3-15,0 0 1 0,0 0 8 0,0 0-7 16,12 0 5-16,-12 0-10 0,0 0 1 0,8 1-6 16,-8-1 1-16,10 1-17 0,-10-1-8 0,13 2-16 15,-7 0-76-15,1-1-135 0,3 1 60 0</inkml:trace>
  <inkml:trace contextRef="#ctx0" brushRef="#br0" timeOffset="116241.8">26854 4977 6 0,'0'0'17'16,"0"0"-1"-16,0 0 8 0,-8-1 2 0,8 1-5 16,0 0 1-16,-10-1 2 0,10 1-1 0,0 0-3 0,0 0 6 15,0 0-6-15,0 0-1 0,0 0-2 0,-9-1 12 16,9 1-12-16,0 0-1 0,0 0 0 15,0 0 0-15,0 0 4 0,0 0-1 0,0 0 6 16,0 0-4-16,0 0-3 0,0 0 2 0,0 0-1 16,0 0 1-16,0 0-6 0,0 0 2 0,29 0-3 15,-20 0 9-15,-1 1-5 0,2-1-6 0,-1 1-1 0,1-1 4 16,-1 1 1-16,-9-1 2 0,13 0-5 0,-4 1 1 16,0-1-2-16,-9 0 7 0,11 0 2 15,-11 0-4-15,12 1 5 0,-12-1-5 0,0 0 2 16,10 0 9-16,-10 0-5 0,0 0 8 0,0 0 3 0,0 0 0 15,0 0-1-15,7 0-4 0,-7 0 1 0,0 0 4 16,0 0-13-16,0 0-1 0,0 0-4 0,0 0 1 16,2-8-3-16,-2 8 1 0,0 0-4 15,0 0-2-15,0 0 1 0,0 0-4 0,0 0 18 0,0 0-15 16,2-7-8-16,-2 7-23 0,0 0-9 0,0 0-16 16,0 0-12-16,0 0-16 0,0 0-13 15,0 0-66-15,0 0-169 0,0 0 75 0</inkml:trace>
  <inkml:trace contextRef="#ctx0" brushRef="#br0" timeOffset="116843.61">27753 4952 19 0,'0'0'55'15,"0"0"-6"-15,0 0-6 0,-7-10-4 0,7 10-5 16,0 0-4-16,-9-5-1 0,9 5-1 0,0 0-3 16,-7-6-2-16,7 6 0 0,-3-4-1 0,3 4-7 15,0 0 3-15,0 0-4 0,-6-6-2 0,6 6-2 16,0 0 3-16,0 0-2 0,-5-3 6 0,5 3 3 16,0 0-1-16,0 0-8 0,0 0 4 0,0 0 2 15,0 0 1-15,0 0-2 0,0 0 6 0,0 0 3 16,0 0 5-16,0 0-6 0,0 0 6 0,0 0-10 15,0 0 6-15,0 0 4 0,0 0-1 0,16-4-8 16,-16 4 3-16,16 0-4 0,-5-1 2 0,-3 1-7 16,-8 0 7-16,13-2 3 0,-7 1-7 0,-6 1 2 15,12-2-4-15,-12 2 5 0,10 0 4 0,-10 0 2 16,8-3 6-16,-8 3 2 0,0 0-2 0,8-1-7 16,-8 1 2-16,10-2-3 0,-10 2 0 0,6-3-4 15,-6 3 4-15,0 0-3 0,11-2 4 0,-11 2-4 16,0 0 1-16,0 0-1 0,8-2 3 0,-8 2 10 15,0 0-11-15,0 0-2 0,0 0 0 0,0 0-1 16,0 0 0-16,0 0-4 0,0 0-1 0,0 0-3 16,8-3-1-16,-8 3-12 0,0 0-27 0,0 0-25 15,0 0-28-15,0 0-10 0,0 0-29 0,-27 14-112 16,11-5-249-16,1-3 110 0</inkml:trace>
  <inkml:trace contextRef="#ctx0" brushRef="#br0" timeOffset="121390.94">23255 3359 11 0,'0'0'10'0,"0"0"5"0,0 0-4 0,0 0-1 0,0 0 2 16,0 0 5-16,0 0-1 0,0 0-1 0,0 0-2 15,0 0-4-15,0 0 4 0,0 0-5 0,0 0 2 16,0 0 2-16,0 0-9 0,0 0 14 16,0 0-6-16,0 0-1 0,0 0-4 0,0 0 0 0,0 0 0 15,0 0 0-15,0 0-1 0,0 0-7 0,0 0-5 16,0 0-10-16,0 0-21 0,0 0-41 0,0 0 18 15</inkml:trace>
  <inkml:trace contextRef="#ctx0" brushRef="#br0" timeOffset="123161.87">29016 5329 1 0,'0'0'52'0,"0"0"-10"15,-3-8-2-15,3 8-5 0,0 0-2 0,0 0-3 16,0 0 0-16,0 0-2 0,0 0 3 0,0 0-8 16,0 0-4-16,0 0-1 0,0 0-1 0,0 0 3 15,0 0-12-15,0 0 11 0,0 0-7 0,0 0-1 16,0 0 4-16,0 0 2 0,0 0 0 0,0 0-9 16,0 0 8-16,0 0-1 0,0 0-4 0,0 0 8 15,0 0 0-15,0 0-1 0,0 0-11 0,0 0 12 16,0 0 1-16,0 0 5 0,0 0-5 0,0 0 9 15,0 0-13-15,0 0 2 0,0 0-11 0,0 0 7 16,0 0-12-16,0 0 9 0,0 0 2 0,-1-7 1 16,1 7-6-16,0 0 3 0,0 0-5 0,0 0-15 15,0 0 23-15,0 0-11 0,0 0 6 0,0 0-3 16,0 0 3-16,0 0-6 0,0 0-4 0,0 0 0 16,0 0 2-16,0 0 8 0,0 0-10 0,0 0 3 15,0 0 8-15,0 0-8 0,0 0 4 0,0 0-19 16,0 0 19-16,0 0-7 0,0 0-4 0,0 0 4 15,0 0-1-15,0 0 0 0,0 0 2 0,0 0 1 16,0 0 2-16,0 0 0 0,0-10-1 0,0 10-3 16,0 0 0-16,0 0-1 0,0 0 9 0,0 0-7 15,0 0 0-15,0 0-2 0,0 0-2 0,0 0 10 0,0 0-8 16,0 0 5-16,0 0-4 0,0 0 4 0,0 0-1 16,0 0-5-16,0 0 2 0,0 0-3 15,0 0 10-15,0 0-8 0,0 0-4 0,0 0 8 16,0 0-6-16,0 0 0 0,0 0 5 0,0 0 4 15,1-9-8-15,-1 9 5 0,0 0-5 0,0 0 4 0,0 0-2 16,0 0 0-16,0 0-6 0,0 0 8 16,0 0-3-16,0 0-3 0,0 0 1 0,0 0 3 15,0-8-10-15,0 8 5 0,0 0-2 0,0 0 3 16,0 0-2-16,0 0-3 0,0 0 12 0,0 0 3 0,0 0-10 16,0 0-4-16,0 0-4 0,0 0 0 0,0 0 12 15,0 0 0-15,0 0-2 0,0 0 1 16,0 0-7-16,0 0 10 0,0 0-3 0,0 0 1 15,0 0-13-15,0 0 15 0,0 0 0 0,-1-10-1 0,1 10 1 16,0 0-2-16,0 0 0 0,0 0 2 0,0 0-3 16,0 0 2-16,0 0 5 0,0 0 3 0,0 0-14 15,0 0 5-15,0 0-6 0,1-9 5 0,-1 9 4 16,0 0-3-16,0 0-7 0,0 0 7 0,0 0-2 16,0 0-3-16,0 0-5 0,0 0-4 0,0 0 0 15,0 0 4-15,0 0 0 0,0 0-1 0,0 0-1 16,0 0-4-16,0 0-2 0,-5-7-5 0,5 7-7 15,0 0 1-15,0 0-9 0,0 0-2 0,0 0-38 16,0 0-85-16,0 0 38 0</inkml:trace>
  <inkml:trace contextRef="#ctx0" brushRef="#br0" timeOffset="124284.24">22428 10701 56 0,'0'0'146'0,"5"-7"-19"0,-5 7-12 16,4-4-12-16,-4 4-4 0,0 0-7 0,0 0-5 16,0 0-7-16,6-5-12 0,-6 5 2 0,0 0 1 15,0 0-7-15,2-8-2 0,-2 8 1 0,0 0-12 16,0 0-6-16,0 0-3 0,0 0-5 0,0 0-3 16,0 0 0-16,0 0-12 0,0 0 0 0,4-6-7 15,-4 6-8-15,0 0-2 0,0 0-13 0,0 0-6 16,0 0-10-16,0 0-10 0,0 0-14 0,0 0-16 15,0 0-18-15,0 0-25 0,0 0-99 0,9 14-224 16,-9-14 100-16</inkml:trace>
  <inkml:trace contextRef="#ctx0" brushRef="#br0" timeOffset="124923.34">24779 10618 98 0,'0'0'124'0,"0"0"-6"0,0 0 2 0,0 0 2 0,0 0-4 15,0 0-12-15,0 0 5 0,0 0-8 0,0 0-3 16,0 0-10-16,0 0-6 0,0 0-7 0,0 0-9 16,0 0-4-16,0 0-11 0,0 0 1 0,0 0 2 15,0 0-2-15,0 0-2 0,0 0 5 0,0 0 3 16,0 0-5-16,0 0-1 0,0 0-2 0,0 0-2 16,0 0-6-16,0 0 2 0,0 0-2 0,0 0-8 15,3 4-3-15,-3-4-5 0,0 0 1 0,0 0-5 16,0 0-1-16,0 0 10 0,0 0-19 0,0 0-10 15,0 0-13-15,0 0-13 0,0 0-30 0,0 0-37 16,0 0-39-16,0 0-57 0,0 0-145 0,0 0-356 0,0 0 159 16</inkml:trace>
  <inkml:trace contextRef="#ctx0" brushRef="#br0" timeOffset="139193.66">29024 3802 58 0,'0'0'141'0,"0"0"-22"0,0 0-6 16,0 0-4-16,0 0-5 0,0 0-6 0,0 0-9 15,0 0-3-15,0 0-7 0,0 0-11 0,0 0-7 0,0 0-9 16,0 0 1-16,0 0-7 0,0 0-4 0,0 0-8 16,0 0-2-16,0 0-3 0,0 0 1 0,0 0-6 15,0 0-5-15,0 0-4 0,0 0-2 16,0 0 7-16,0 0-11 0,0 0 5 0,5 21 2 16,-1-14 2-16,-2-3-4 0,3 8 7 0,-1-2-3 0,1 1-7 15,1-1 12-15,1 0-3 0,-1 1 11 0,1-2-4 16,-1 1-1-16,3 1-2 0,-3-1-1 15,0 1-2-15,0-1-1 0,-1-3-5 0,0 2 4 16,2-1-6-16,0 1 4 0,-4-4 5 0,2 0-4 16,-2 2-5-16,0-3 1 0,-3-4 3 0,7 8-5 0,-3-5 3 15,-4-3 10-15,2 6 5 0,-2-6 8 16,0 0 13-16,7 5 5 0,-7-5-1 0,0 0-7 16,0 0-6-16,0 0-7 0,16-10 1 0,-8 3-6 15,-3 0-4-15,1-2 1 0,1 2-5 0,0-5-4 16,2-1-4-16,0-1-2 0,1-1-8 0,1 1-11 0,0-3-12 15,2 2-8-15,-1-1-18 0,-1 1-8 0,2 1-23 16,-3 0-16-16,-2 5-22 0,1-1-10 0,-2 3-29 16,-3 2-37-16,0 2-96 0,-4 3-309 15,5-6 136-15</inkml:trace>
  <inkml:trace contextRef="#ctx0" brushRef="#br0" timeOffset="139510.46">29512 3725 113 0,'0'0'126'15,"-7"-5"-5"-15,7 5-12 0,0 0-8 0,0 0-4 16,-6-4-12-16,6 4-2 0,0 0-14 0,0 0-3 16,0 0-9-16,0 0 0 0,19-7-8 0,-7 3-10 15,-1 1-1-15,7 2-5 0,0-4 4 0,3 1-7 0,1 1-2 16,-2-1-4-16,0 3-7 0,0-1-14 16,-7-1-24-16,0 2-16 0,-4 0-37 0,-1 1-10 15,-8 0 1-15,15 0-10 0,-15 0 1 0,10 2-58 16,-10-2-162-16,4 3 72 0</inkml:trace>
  <inkml:trace contextRef="#ctx0" brushRef="#br0" timeOffset="139847.66">29737 3698 323 0,'-6'1'-16'0,"6"-1"12"0,-12 3 21 0,12-3 9 16,-12 0 2-16,12 0 23 0,0 0 5 0,-12 2-3 15,12-2-2-15,0 0 3 0,0 0-8 0,0 0-8 16,-13 0-4-16,13 0-1 0,0 0-8 0,-5 7 7 16,3-2 10-16,2-5 7 0,-7 14 3 0,6-4 11 15,-2 7 10-15,2-1-9 0,-2 0-4 0,2 1 1 16,0 1-7-16,-2-1-3 0,2 1-1 0,-1-2 4 15,2 1-11-15,0 0-4 0,0-3-7 0,-1-3-3 16,1 1 0-16,-1 1-3 0,2-3 3 0,-1 0-6 16,-1-4 0-16,1-6-5 0,-1 12-2 0,1-12 1 15,-2 9 0-15,2-9 0 0,-4 7-3 0,4-7 4 16,-10 4-3-16,4-4-4 0,6 0 2 0,-17 0 0 16,10 0-2-16,7 0 0 0,-17-6-5 0,9 4-3 15,2-1 5-15,0-1 3 0,6 4-3 0,-9-6-4 16,5 2 4-16,4 4 1 0,0 0-3 0,-9-5 0 15,9 5-3-15,0 0-2 0,-4-5 1 0,4 5-1 16,0 0 5-16,0 0 0 0,20-7-11 0,-9 5 10 16,3 1-8-16,2-2-14 0,3 2-20 0,-2-1-24 15,4 4-24-15,-1-4-27 0,-1 2-36 0,2 0-121 16,-5 2-290-16,3-2 129 0</inkml:trace>
  <inkml:trace contextRef="#ctx0" brushRef="#br0" timeOffset="140078.57">29922 3812 134 0,'0'0'205'0,"-4"-11"-10"0,4 11-14 15,-1-8-13-15,1 8-19 0,0 0-11 0,-2-8-19 16,2 8-12-16,0 0-15 0,0 0-9 0,0 0-9 16,0 0-6-16,0 0-4 0,0 0-8 0,1 32-3 15,1-16-7-15,1-4-2 0,-3-1-4 0,1 5-1 16,2-3-2-16,-2 0-8 0,3 2 3 0,-3-3-6 15,2-1-1-15,-1 0-7 0,-1 1-12 0,2-2-16 16,-2-2-38-16,1 0-22 0,-1 0-31 0,-1 1-44 16,0-9-28-16,-3 14-108 0,-1-9-303 0,1-1 135 15</inkml:trace>
  <inkml:trace contextRef="#ctx0" brushRef="#br0" timeOffset="140294.69">30008 3743 110 0,'20'-2'129'0,"1"2"2"0,-3 1-10 15,1 2-12-15,-3 1-11 0,1 3-5 16,-5 0-11-16,-2 1-5 0,0 6 1 0,-2-4-8 0,-5 6-3 16,4 1-8-16,-9 0-5 0,-3 0-3 0,-1-2-4 15,-2 4-10-15,-7 2 5 0,-2 1-9 16,-2-1-1-16,0-1-17 0,-1-2-31 0,-1 1-17 0,2-2-35 15,2-4-25-15,-1 3-15 0,2-1-96 16,-2-4-219-16,4 1 98 0</inkml:trace>
  <inkml:trace contextRef="#ctx0" brushRef="#br0" timeOffset="141396.74">29399 6628 90 0,'0'0'98'0,"3"11"-10"16,-3-11-20-16,0 0 14 0,0 0-5 0,0 0-4 15,0 0 7-15,0 13-19 0,0-13 14 0,0 0-10 16,0 0-1-16,0 0-2 0,0 0 3 0,0 0-7 15,0 0-11-15,0 0-7 0,0 0 8 16,1 9-4-16,-1-9 2 0,0 0-10 0,0 0-1 0,0 0 1 16,0 0 0-16,0 0-7 0,0 0 4 0,0 0-3 15,0 0-6-15,0 0 2 0,0 0-1 0,0 0-2 16,0 0-3-16,0 0 5 0,0 0-17 0,0 0 3 16,0 0 6-16,0 0-14 0,0 0-7 0,0 0-9 15,0 0-12-15,0 0-28 0,0 0-18 0,0 0-15 16,0 0-35-16,0 0-109 0,0 0-248 0,0 0 110 15</inkml:trace>
  <inkml:trace contextRef="#ctx0" brushRef="#br0" timeOffset="144384.88">30155 3957 19 0,'0'0'51'0,"0"0"-14"0,0 0-17 0,0 0-15 16,0 0-27-16,0 0-25 0,0 0 11 0</inkml:trace>
  <inkml:trace contextRef="#ctx0" brushRef="#br0" timeOffset="153105.32">3408 8241 25 0,'0'0'21'0,"0"0"-16"0,0 0-3 0,6 1 2 16,-6-1-14-16,0 0-11 0,0 0 6 0</inkml:trace>
  <inkml:trace contextRef="#ctx0" brushRef="#br0" timeOffset="160567.28">9241 7578 30 0,'0'0'69'0,"0"0"-5"0,0 0-9 0,0 0 0 16,0 0-22-16,0 0-6 0,0 0-11 0,0 0-8 16,0 0-11-16,0 0-19 0,0 0-34 0,0 0-59 15,0 0 26-15</inkml:trace>
  <inkml:trace contextRef="#ctx0" brushRef="#br0" timeOffset="200366.9">3857 7438 47 0,'0'0'40'0,"0"0"-21"0,0 0-37 15,0 0-19-15,0 0 8 0</inkml:trace>
  <inkml:trace contextRef="#ctx0" brushRef="#br0" timeOffset="211358.8">5037 7857 35 0,'0'0'60'0,"0"0"-8"15,0 0-19-15,0 0 13 0,0 0-8 0,0 0-8 16,0-12 1-16,0 12-4 0,0 0 2 0,0 0 0 16,0 0-9-16,0 0-3 0,0 0-2 0,0 0 0 15,0 0-4-15,0 0 4 0,0 0-3 0,0 0-7 16,0 0-1-16,0 0-10 0,0 0-17 0,0 0-1 16,0 0-13-16,0 0-36 0,0 0-78 0,13 13 35 15</inkml:trace>
  <inkml:trace contextRef="#ctx0" brushRef="#br0" timeOffset="212225.38">6020 7758 70 0,'0'0'59'0,"0"0"2"16,0 0 1-16,0 0-3 0,0 0-4 0,0 0-5 15,0 0 3-15,0 0-7 0,0 0-3 0,0 0-3 16,0 0 4-16,0 0-10 0,0 0 3 0,0 0-1 16,0 0-11-16,0 0-4 0,0 0 0 15,0 0-1-15,0 0 0 0,0 0-9 0,0 0 5 0,0 0 1 16,0 0-3-16,0 0-4 0,0 0 11 0,0 0 0 15,0 0-10-15,0 0 13 0,0 0-10 16,0 0 0-16,0 0-2 0,0 0-8 0,0 0 8 16,0 0-5-16,0 0-2 0,0 0 0 0,0 0 9 0,0 0-4 15,0 0-6-15,0 0-1 0,0 0 5 0,0 0 12 16,0 0-19-16,0 0 1 0,0 0-2 0,0 0 2 16,0 0 5-16,0 0-9 0,0 0 10 0,0 0-11 15,0 0 0-15,0 0-2 0,0 0 13 0,0 0-3 16,0 0-2-16,0 0 0 0,0 0-5 0,0 0 7 15,0 0-4-15,0 0-3 0,0 0 6 0,0 0-3 16,0 0 0-16,0 0-7 0,0 0 10 0,0 0-7 16,0 0-2-16,0 0-7 0,0 0 11 0,0 0 2 15,0 0 2-15,0 0-4 0,0 0 9 0,0 0-8 16,0 0 7-16,0 0-7 0,-7-12 0 0,7 12 5 16,0 0-5-16,0 0-1 0,0 0 7 0,0 0-7 15,0 0 4-15,0 0-3 0,0 0-3 0,0 0 6 16,0 0-7-16,0 0 1 0,0 0 1 0,0 0 1 15,0 0 4-15,0 0-5 0,0 0-3 0,0 0 5 16,0 0 0-16,-4-6 0 0,4 6-3 0,0 0 6 16,0 0-3-16,0 0 2 0,0 0-7 0,0 0-6 15,0 0-7-15,0 0-8 0,0 0-13 0,0 0-11 16,0 0-11-16,0 0-4 0,0 0-17 0,0 0-53 16,0 0-145-16,0 0 65 0</inkml:trace>
  <inkml:trace contextRef="#ctx0" brushRef="#br0" timeOffset="214497.04">9251 7651 32 0,'0'0'91'0,"0"0"-18"0,0 0-1 0,9-11-5 15,-9 11 0-15,0 0-8 0,6-7 1 0,-6 7 0 16,0 0-4-16,5-4-4 0,-5 4 0 0,0 0-2 15,0 0-10-15,2-7 0 0,-2 7-5 0,0 0 2 0,0 0-3 16,0 0-5-16,0 0 1 0,0 0-8 0,6-4 1 16,-6 4-9-16,0 0 6 0,0 0-3 15,0 0-4-15,0 0-1 0,0 0 5 0,0 0 0 16,0 0-11-16,0 0-3 0,4-5 6 0,-4 5-12 0,0 0-29 16,0 0 6-16,0 0-36 0,0 0 1 0,0 0-13 15,0 0-85-15,0 0-171 0,0 0 75 0</inkml:trace>
  <inkml:trace contextRef="#ctx0" brushRef="#br0" timeOffset="-210702.76">19413 6301 4 0,'0'0'45'0,"0"0"-2"0,0 0-7 0,0 0-2 0,0 0-2 15,0 0-10-15,0 0-8 0,0 0-14 16,0 0-14-16,0 0-22 0,0 0-39 0,0 0 17 0</inkml:trace>
  <inkml:trace contextRef="#ctx0" brushRef="#br0" timeOffset="-103165.61">4838 7724 47 0,'0'0'41'0,"-1"-31"-4"0,1 31 2 16,1-7-9-16,-1 7-1 0,0 0-2 0,3-8-3 15,-3 8-3-15,0 0-4 0,0 0 2 0,0 0-3 16,0 0-6-16,0 0 1 0,0-8 0 0,0 8-10 16,0 0 11-16,0 0-11 0,0 0-11 0,0 0 0 15,0 0-19-15,4 22-4 0,-4-22-20 0,1 11-55 16,-1-11 25-16</inkml:trace>
  <inkml:trace contextRef="#ctx0" brushRef="#br0" timeOffset="-99931.4">8427 7550 9 0,'0'0'19'0,"0"0"-1"0,6-3 0 0,-6 3-3 16,0 0-2-16,0 0-1 0,0 0-2 0,0 0-1 16,0 0-2-16,0 0 0 0,5-6-1 0,-5 6-1 15,0 0-1-15,0 0 1 0,4-3 1 0,-4 3-5 16,0 0 10-16,0 0-2 0,0 0-3 0,4-7 3 16,-4 7-2-16,0 0 3 0,0 0-3 0,0 0-8 15,0 0 9-15,0 0-8 0,0 0 4 0,5-3-1 16,-5 3-2-16,0 0 1 0,0 0 1 0,0 0-1 15,0 0 0-15,0 0 3 0,0 0-7 0,0 0 2 16,0 0 2-16,6-6 1 0,-6 6-2 0,0 0-8 16,0 0-3-16,0 0-7 0,0 0-20 0,0 0-41 15,0 0 18-15</inkml:trace>
  <inkml:trace contextRef="#ctx0" brushRef="#br0" timeOffset="-99338.15">10137 10610 45 0,'2'-9'98'16,"-2"9"-11"-16,3-6-2 0,-3 6-3 0,2-5-15 15,-2 5-19-15,0 0 6 0,5-8-2 0,-5 8-16 16,0 0-24-16,0 0-1 0,7-3-10 0,-7 3-4 15,0 0-16-15,0 0-24 0,7 11-60 0,-7-11-110 16,0 9 49-16</inkml:trace>
  <inkml:trace contextRef="#ctx0" brushRef="#br0" timeOffset="-98647.75">15328 10064 53 0,'0'0'83'0,"0"0"-8"0,5-6-8 16,-5 6-4-16,0 0-8 0,5-5-1 0,-5 5-9 16,0 0-10-16,0 0-5 0,0 0 7 0,3-5-15 15,-3 5-14-15,0 0-5 0,0 0-2 0,0 0-19 16,0 0 8-16,0 0-22 0,0 0-15 0,0 0-41 0,0 0-94 16,0 0 41-16</inkml:trace>
  <inkml:trace contextRef="#ctx0" brushRef="#br0" timeOffset="-89785.83">28766 5206 19 0,'0'0'57'0,"0"0"-4"0,0 0-6 16,0 0-3-16,0 0-2 0,0 0-2 16,0 0 5-16,0 0-7 0,0 0 2 0,0 0-5 0,0 0-3 15,0 0 0-15,0 0-7 0,0 0 14 0,0-17-2 16,0 17 5-16,0 0-3 0,0 0 1 15,0 0-4-15,0 0 2 0,0 0-4 0,0 0-1 0,0 0-8 16,0 0 9-16,0 0-12 0,0 0-6 16,0 0 1-16,0 0 2 0,0 0 15 0,0 0-21 0,0 0-7 15,0 0-1-15,0 0-3 0,0 0-1 16,0 0 4-16,0 0 1 0,0 0-2 0,0 0 1 0,0 0 3 16,0 0 2-16,0 0-16 0,0 0 13 0,2 19-4 15,-2-19 14-15,0 13 0 0,-1-3 5 0,0-3-12 16,-1 4 5-16,2-1-3 0,0 1-3 15,-1-2 8-15,1 3 0 0,-1-3-6 0,-2 2 9 16,6-1 7-16,-2 1 3 0,0-3-7 0,1 2-2 0,-1 0 4 16,-1 0-6-16,1 2 2 0,1-2 2 0,1 3 28 15,-1-4-13-15,0-2 0 0,2 3-5 16,-3-4 0-16,1 0-2 0,-2-6-8 0,7 12-2 0,-6-7-3 16,-1-5 6-16,4 6-4 0,-4-6-3 0,1 7 0 15,-1-7-5-15,0 0 4 0,3 6-2 0,-3-6 1 16,0 0 2-16,0 0-4 0,0 0 2 0,0 0 0 15,1 7-4-15,-1-7 0 0,0 0-3 0,0 0 1 16,0 0-9-16,0 0-9 0,0 0-12 0,0 0-19 16,0 0-20-16,0 0-26 0,0 0-33 0,0 0-22 15,0 0-114-15,0 0-274 0,3-23 121 0</inkml:trace>
  <inkml:trace contextRef="#ctx0" brushRef="#br0" timeOffset="-88902.3">28602 4872 24 0,'-1'-8'25'15,"1"8"-3"-15,0 0 0 0,0 0-3 0,0 0 3 16,0 0 3-16,0 0 4 0,0 0-6 0,-2-8 11 15,2 8-12-15,0 0 6 0,0 0 0 0,0 0 0 16,0 0-8-16,0 0 14 0,0 0-4 0,0 0-7 16,0 0-6-16,0 0-5 0,0 0 1 0,0 0-4 15,0 0 7-15,0 0-5 0,0 0 4 0,0 0 8 16,0 0 0-16,0 0 4 0,0 0 1 16,8 21-9-16,-8-21 5 0,0 11-7 0,0 0 11 0,0-1-8 15,0 1 1-15,-1-1 5 0,-1 1 9 0,0 0 12 16,1 0-2-16,-1 1-4 0,1-2-6 0,1 1 2 15,-1 0-14-15,1 0 2 0,-4-1 2 16,3 0-1-16,-3 2 7 0,4-3-7 0,-1 1 13 16,-1 0-3-16,1 0-12 0,0 0-3 0,1-4 0 15,0-6-9-15,0 13 3 0,-2-6-3 0,2-7 0 0,2 12 5 16,-2-12 3-16,0 10-1 0,0-10-2 0,0 8-5 16,0-8-3-16,0 8 2 0,0-8-1 15,0 0 10-15,0 0-9 0,0 7 1 0,0-7-4 16,0 0 1-16,0 0 1 0,0 9-4 0,0-9-2 15,0 0 4-15,0 0-8 0,0 0 5 0,0 10 4 0,0-10-3 16,0 0-1-16,0 0-1 0,-2 8-1 0,2-8-13 16,0 0-3-16,0 0-10 0,-2 5-10 15,2-5-15-15,0 0-12 0,-4 8-16 0,4-8-15 16,-5 4-14-16,5-4-92 0,-10 4-211 0,10-4 94 0</inkml:trace>
  <inkml:trace contextRef="#ctx0" brushRef="#br0" timeOffset="-87954.12">28702 4800 67 0,'0'0'67'16,"0"0"-2"-16,0 0-9 0,1-9 6 0,-1 9-5 0,0 0-1 15,0 0-4-15,4-7-8 0,-4 7 1 0,0 0 0 16,0 0-3-16,0 0 3 0,4-5-8 0,-4 5-3 16,0 0-1-16,0 0 1 0,0 0-11 0,0 0 1 15,0 0 2-15,0 0-9 0,6-2-2 16,-6 2 10-16,0 0-18 0,0 0 6 0,0 0-7 0,0 0-3 15,0 0 4-15,0 0 2 0,0 0-3 16,14 7 3-16,-14-7 12 0,6 7 11 0,-3-3 4 16,-3-4-5-16,4 10-4 0,-3-5 4 0,-1 2-5 15,0-7-6-15,5 11 0 0,-5-3 7 0,0-8-1 16,0 14 4-16,-2-7-13 0,2 2-4 0,-3 0 1 16,2-1 1-16,-2 2 6 0,-1-1 8 0,-1 2-16 15,-1-1-1-15,-1-1 4 0,-1-1-6 0,1 2-2 16,1-3-3-16,-2 2-3 0,-2-1-2 0,4 0 16 15,-2 1-3-15,3-5-1 0,-4 3-6 0,1 0 7 16,0-2-10-16,1 0 1 0,-3-1 6 0,3 0-8 0,1 0 6 16,1-1-9-16,5-3 8 0,-13 4-1 0,8-1-2 15,5-3 5-15,-11 1-6 0,11-1 4 0,-11 1-4 16,11-1 1-16,0 0-1 0,-8 0 1 0,8 0-1 16,0 0 1-16,0 0-3 0,0 0 1 15,-10 0 2-15,10 0-3 0,0 0 1 0,0 0-4 0,0 0 4 16,0 0-2-16,0 0-5 0,0 0 5 0,0 0-1 15,0 0 6-15,0 0-11 0,0 0 10 0,0 0 1 16,0 0-4-16,0 0-4 0,0 0-3 16,0 0 4-16,0 0 1 0,0 0 2 0,0 0-7 15,0 0 3-15,0 0-2 0,0 0 3 0,0 0-1 0,0 0 2 16,0 0-5-16,0 0 2 0,0 0 2 0,0 0-2 16,0 0 5-16,0 0 0 0,3 10 2 0,-3-10-7 15,0 0 8-15,4 11-4 0,-4-11 13 0,5 6 0 16,-1-2 10-16,3 0 1 0,-2 0 4 15,-1-1 0-15,-4-3 1 0,10 6-4 0,-5-4-3 0,-1 3 1 16,-4-5-9-16,12 4 8 0,-8-1-10 0,1 1-3 16,1-3-4-16,4 4 6 0,-1-1 0 0,0-3-3 15,1 4 0-15,-2-3-2 0,2 3 3 0,-1-1-6 16,-1-2 5-16,-2 1-6 0,1-1 5 16,0 0-1-16,1 0-3 0,-2 2-2 0,0-2 2 0,-6-2 0 15,7 4-3-15,-3-1 5 0,-4-3 1 0,0 0 3 16,11 3-3-16,-11-3 5 0,0 0 1 15,6 3 1-15,-6-3-5 0,0 0 1 0,0 0-2 16,0 0 4-16,5 4-3 0,-5-4-1 0,0 0 4 16,0 0-4-16,0 0 5 0,0 0-4 0,0 0-2 0,0 0-1 15,0 0 4-15,6 2-7 0,-6-2-10 0,0 0 11 16,0 0-2-16,0 0 0 0,0 0 1 0,0 0 1 16,0 0-3-16,0 0 4 0,8 3 1 0,-8-3-1 15,0 0 1-15,0 0-10 0,0 0-11 0,0 0-6 16,0 0-15-16,-4 14-30 0,4-14-39 0,0 10-32 15,0-4-28-15,0-6-112 0,-1 16-299 0,1-16 133 16</inkml:trace>
  <inkml:trace contextRef="#ctx0" brushRef="#br0" timeOffset="-87187.29">30735 5245 1479 0,'0'0'13'0,"0"0"-20"0,0 0 0 0,0 0-1 16,0 0-3-16,0 0 7 0,0 0-6 0,0 0-2 16,0 0 1-16,0 0-4 0,0 0 7 0,0 0-4 15,0 0 5-15,0 0-1 0,0 0 1 0,0 0-1 16,0 0-5-16,0 0-22 0,0 0-20 0,0 0-22 15,0 0-17-15,0 0-87 0,0 0-196 0,0 0 88 16</inkml:trace>
  <inkml:trace contextRef="#ctx0" brushRef="#br0" timeOffset="-87008.96">31067 5197 31 0,'0'0'45'16,"0"0"-20"-16,-22-5-24 0,22 5-18 0,-10 0-19 15,10 0 8-15</inkml:trace>
  <inkml:trace contextRef="#ctx0" brushRef="#br0" timeOffset="-85454.01">26666 13739 59 0,'0'0'104'0,"0"0"-16"16,0 0-7-16,0-8-18 0,0 8 6 0,0 0-15 15,0 0-12-15,0 0-22 0,0 0-37 0,0 0-24 16,0 0-46-16,-9-3-95 0,9 3 42 0</inkml:trace>
  <inkml:trace contextRef="#ctx0" brushRef="#br0" timeOffset="-84883.12">23775 14185 46 0,'0'0'55'0,"0"0"-10"0,0 0-5 0,0 0-1 15,0 0-9-15,0 0 3 0,0 0-3 0,0 0-6 0,0 0-3 16,0 0 0-16,0 0-2 0,0 0-2 16,0 0-7-16,0 0 7 0,0 0-5 0,0 0-5 15,0 0 3-15,0 0-5 0,0 0 6 0,0 0-5 16,0 0-6-16,0 0-6 0,0 0-8 0,0 0-14 16,0 0-10-16,0 0-31 0,0 0-75 0,0 0 33 15</inkml:trace>
  <inkml:trace contextRef="#ctx0" brushRef="#br0" timeOffset="-82520.41">24643 12575 28 0,'0'0'97'16,"-5"-7"-12"-16,5 7-3 0,-3-7 2 0,3 7-3 16,-6-6-4-16,6 6-6 0,-4-8-3 0,4 8-5 15,-4-4-8-15,4 4-4 0,0 0-3 0,-6-6-12 0,6 6-2 16,0 0-3-16,0 0-2 0,0 0-5 16,0 0 0-16,0 0 2 0,0 0-17 0,15-7 7 15,-2 7 2-15,7-2-2 0,11 1-4 0,5 0 10 16,15-2-4-16,5 0 1 0,9 4-4 15,27-8-16-15,-27 2 25 0,30 0-11 0,1 1-7 0,5-6 5 16,-2 5 4-16,5-3-3 0,-1 2 5 0,0 0-4 16,-3 3 0-16,-2-3-10 0,-6 3 6 0,-29 4-5 15,31-2 7-15,-29-2-6 0,2 6 0 0,-3-3 3 16,0 1 4-16,-3 0-4 0,-5 0-11 0,-2-2 8 0,-18 2 2 16,2-2-3-16,-6 2 14 0,-3 1-8 15,0-2 8-15,-10 0-1 0,-7 0 9 0,1 0 2 16,-3 0 11-16,-3 0 6 0,3 0-2 0,-10 0 20 0,0 0-3 15,13-2 0-15,-13 2-1 0,6-3-7 16,-6 3-10-16,0 0-6 0,0 0 6 0,4-7-11 16,-4 7-2-16,0 0-7 0,0 0-4 0,0 0-19 15,0 0-23-15,0 0-31 0,0 0-34 0,0 0-26 0,0 0-33 16,-35 14-147-16,22-3-319 0,-4 0 142 0</inkml:trace>
  <inkml:trace contextRef="#ctx0" brushRef="#br0" timeOffset="-19992.74">7822 7775 28 0,'0'0'73'16,"1"-7"-3"-16,-1 7-13 0,0 0-6 0,0 0-16 15,0 0-17-15,0 0-24 0,0 0-49 0,0 0-59 16,0 0 27-16</inkml:trace>
  <inkml:trace contextRef="#ctx0" brushRef="#br0" timeOffset="-18616.57">7377 7897 17 0,'0'0'78'0,"0"0"-2"16,0 0-1-16,0 0-1 0,0 0 0 15,0 0-8-15,0 0-3 0,0 0-4 0,0 0-8 0,0 0-4 16,0 0-15-16,0 0 10 0,0 0-12 0,0 0-1 16,0 0-1-16,0 0-5 0,0 0-12 0,16-17 12 15,-10 13-5-15,3 1 0 0,1-3 2 0,-5 3-5 16,7-3 3-16,1 3-13 0,-2-1 9 15,3-1-24-15,3 1 21 0,2-1-3 0,0 0 7 0,9-2-6 16,-1 4 7-16,0-1-10 0,2-3 6 0,0 1-7 16,0 0 0-16,-1 0-6 0,1 0 3 0,3 1-1 15,0 0 1-15,3-3-1 0,-3 0-1 0,2 1-1 16,0 0 7-16,-4-2-5 0,0 3 2 0,-4 2-2 16,-5 1-6-16,-1-4 9 0,2 4-1 0,-2-2-9 15,-2 1 11-15,2-1 1 0,-4 1-2 0,-3 0-1 16,-1 1 4-16,-1 3-12 0,-2-3 15 0,0 2-6 15,-3-2-1-15,-6 3 5 0,10-2 6 0,-10 2-11 16,0 0 8-16,7-4-8 0,-7 4 0 0,0 0-7 16,0 0 10-16,0 0-13 0,0 0 13 0,-30-4-3 15,18 5-1-15,-2 2-1 0,-4 1 4 0,0-2 8 16,-1 1-12-16,2-1-1 0,3 0-3 0,2 1 1 16,0 0 7-16,-1 0-3 0,3-1-2 0,-2 0-1 15,2 0 4-15,0-1-3 0,2-1 10 0,-1 3 0 16,1-2-11-16,8-1 0 0,-12 3 1 0,4-3 0 15,8 0 5-15,-9 2 0 0,9-2-2 0,0 0 5 16,-9 1-8-16,9-1 6 0,0 0-3 0,0 0 0 16,0 0 8-16,0 0-6 0,0 0 1 0,0 0-3 15,0 0 3-15,28 6-6 0,-11-6 3 0,5 2 2 16,-2-2-7-16,11-2 6 0,2-2-1 0,-1-1 5 16,4-1-11-16,1 2 7 0,0 1 0 0,-1-5-3 15,2 3-4-15,-2 0 3 0,-2 0 1 0,-2-2 2 16,-1 1-2-16,-4-1 5 0,-6 4-5 0,-1-1 1 15,0-1-8-15,-2 2 9 0,-5 1-3 0,0 0 0 16,-1-1-3-16,-3 1-2 0,-1 1 10 0,-2 0-2 16,-6 1-6-16,10 0-3 0,-10 0-1 0,0 0-2 15,0 0-10-15,0 0-8 0,0 0-7 0,0 0 21 16,-40 0 1-16,23 1-3 0,-2 3 3 0,1 0 2 16,0-2 3-16,5 0 3 0,-2 0-7 0,3 2 3 0,2-3 2 15,4 1 6-15,6-2-2 0,-10 1-13 0,10-1 11 16,-6 3-1-16,6-3-1 0,0 0-14 15,0 0 21-15,0 0-4 0,28 3-2 0,-15-4 8 16,8-1-3-16,7 0-3 0,1 0 3 0,2-2-3 16,1-3 1-16,0 3-1 0,0 1 16 0,-3 0-10 0,1 0 2 15,-11-1-10-15,3 3 6 0,0-3-4 16,-2 2-6-16,-2-1-2 0,-2 1-3 0,-4-1-8 16,-2 2-5-16,-4 1-11 0,-6 0-18 0,13-2-13 15,-13 2-68-15,0 0-147 0,0 0 65 0</inkml:trace>
  <inkml:trace contextRef="#ctx0" brushRef="#br0" timeOffset="-12935.56">7699 9137 2 0,'0'0'49'0,"3"6"1"0,-3-6-15 16,3 7-9-16,-3-7-6 0,2 13-17 0,-2-8-13 16,0 2-1-16,0 2-17 0,0-9-29 0,0 0 12 15</inkml:trace>
  <inkml:trace contextRef="#ctx0" brushRef="#br0" timeOffset="-12763.97">7668 9539 11 0,'0'0'47'0,"0"0"-18"0,0 0-12 16,0 0-15-16,-6 8-20 0,2-4-19 0,-3 0 8 15</inkml:trace>
  <inkml:trace contextRef="#ctx0" brushRef="#br0" timeOffset="-11171.61">7523 7651 984 0,'10'-5'-33'16,"-2"1"44"-16,-3-2-14 0,-1 3-28 0,-4 3-51 15,0 0-31-15,0 0-10 0,0 0-132 0,0 0 59 0</inkml:trace>
  <inkml:trace contextRef="#ctx0" brushRef="#br0" timeOffset="-10507.31">4273 8163 580 0,'-19'-4'-74'16,"7"-3"43"-16,2 1-18 0,7-1-12 0,0 4-1 15,3 3-65-15,0 0 30 0</inkml:trace>
  <inkml:trace contextRef="#ctx0" brushRef="#br0" timeOffset="-10094.07">3816 8304 857 0,'-36'2'-173'0,"4"-5"130"16,5-1 7-16,9 0 10 0,9-1-3 0,3 2-26 15,6 3-28-15,0 0-89 0,0 0 40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1-25T06:40:07.63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4368 3611 137 0,'0'0'155'0,"0"0"-9"0,0 0-3 16,0 0-6-16,0 0-6 0,0 0-7 0,0 0-6 16,0 0-5-16,0 0-9 0,0 0-3 0,0 0-5 15,0 0-5-15,0 0-7 0,0 0-5 0,0 0-5 16,0 0-4-16,0 0-4 0,0 0-4 0,0 0-9 16,0 0-2-16,0 0-6 0,0 0-2 15,0 0-5-15,-17 6-3 0,17-6-3 0,0 0-1 16,-14 0-3-16,8 3 2 0,6-3-10 0,-14 1 1 0,6 2-4 15,-4-3 3-15,4 0-1 0,0 1 12 0,8-1-6 16,-14 2-5-16,5-1 0 0,1 1-2 0,8-2 6 16,-13 0-3-16,7 3 2 0,6-3 1 0,-10 0 1 15,10 0-5-15,-8 1-1 0,8-1 2 0,0 0-2 16,0 0 0-16,-10 2-2 0,10-2 3 0,0 0-1 16,0 0 2-16,0 0-3 0,-9 1-3 0,9-1-5 15,0 0 0-15,0 0-2 0,0 0-1 0,0 0-3 16,0 0 0-16,0 0 4 0,0 0-4 0,0 0 1 15,0 0-1-15,0 0 8 0,23 6 5 0,-11-6 3 16,5 3 5-16,5-3 1 0,5 0-3 0,2 0 2 16,3 0-3-16,6 0 1 0,0 0-1 0,0 0-2 15,14 0-3-15,-13 0 1 0,-1 0-3 0,14 1-4 16,-13 1 4-16,12-2-4 0,-17 1-1 0,4-1-1 16,-5 1 3-16,4-1-3 0,0 2 2 0,-1 0-4 15,-2 0 1-15,1 1 0 0,-2 2-2 0,1-4-1 16,1 5 0-16,1-3 1 0,-1 1-1 0,2 1 0 15,2-4-4-15,-2 2 12 0,2 2-8 0,0-2 4 16,-1-3-5-16,1 2 1 0,0-1 0 0,-2-1 2 16,2 2 4-16,-4-1 0 0,-1-2-3 0,5 2 6 15,-4-1-3-15,-1 2-1 0,-1-2-5 0,-2 1 4 16,-2-1-1-16,2 0 0 0,-3 1-3 0,2-1-1 16,-2 0 3-16,1 3-4 0,-1-2 3 0,0-1-2 15,2 1 1-15,-1 1 3 0,-1-4-4 0,1 1 1 16,-7 2-1-16,-1 1 2 0,-1 0 1 0,1-1 2 15,-1-1-2-15,-2 2 2 0,0 0 0 0,0-2 3 16,-3 0 4-16,-3 1-3 0,0-1-1 0,-3 0 5 16,-9 0 3-16,17 0 5 0,-11 0 6 0,-6 0-10 15,0 0-4-15,15 0 16 0,-15 0-12 16,0 0 11-16,11 3-13 0,-11-3-1 0,0 0 2 0,0 0 5 16,0 0-4-16,0 0 3 0,0 0-7 0,0 0-2 15,12-4 17-15,-12 4-11 0,0 0-8 0,0 0 2 16,0 0-4-16,0 0 3 0,0 0-6 0,0 0 4 15,0 0 1-15,0 0 2 0,0 0-9 0,0 0 4 16,0 0-5-16,0 0 2 0,0 0-4 0,0 0-3 16,0 0 0-16,0 0-3 0,0 0 7 0,0 0 5 15,0 0-4-15,0 0-5 0,0 0-4 0,0 0-7 16,0 0-3-16,0 0-23 0,0 0-13 0,0 0-14 16,0 0-14-16,0 0-17 0,0 0-23 0,0 0-31 15,0 0-30-15,0 0-32 0,0 0-39 16,0 0-26-16,-30-5-188 0,30 5-503 0,-13-4 222 0</inkml:trace>
  <inkml:trace contextRef="#ctx0" brushRef="#br0" timeOffset="1754.14">6391 3405 166 0,'1'-6'171'0,"-1"6"-5"0,3-12-2 0,-2 5-2 16,-1 7-3-16,4-10 1 0,-4 10-4 0,2-7-5 15,-2 7-4-15,2-7-7 0,-2 7-7 0,0 0-10 16,2-9-9-16,-2 9 0 0,0 0-23 0,0 0-10 0,3-5-7 16,-3 5-12-16,0 0-7 0,0 0-6 15,0 0-5-15,0 0-4 0,0 0 0 0,9 24 2 0,-8-8-2 16,3 3 0-16,-2 7 2 0,1 4 6 16,-2 1 6-16,0 2 4 0,-1-1 1 0,-1 2-8 15,0-2-5-15,-1 2 6 0,-1 0 3 0,-2 2 0 16,1 0-2-16,1-3 6 0,-1 0-14 0,1-3 2 0,0 0 2 15,2-2-3-15,-3-2 1 0,0 0 6 0,0-6-2 16,2-1-20-16,-1 0 7 0,-1 0-3 16,3 1 10-16,-2-4-13 0,2 1 4 0,-1-5-10 15,2 0 2-15,-2 0 3 0,1-2-15 0,0 1 1 16,-1-4 1-16,1 0-1 0,1-7-3 0,0 0 1 16,-1 16 1-16,1-16-12 0,0 0-18 0,0 7-16 0,0-7-21 15,0 0-27-15,0 0-52 0,0 0-48 16,0 0-59-16,0 0-45 0,0 0-38 0,0 0-173 15,-11-30-532-15,12 14 235 0</inkml:trace>
  <inkml:trace contextRef="#ctx0" brushRef="#br0" timeOffset="2313.98">6494 3394 42 0,'0'0'219'15,"0"0"-15"-15,0 0-12 0,0 0-12 0,0 0-12 16,0 0-14-16,-1-10-13 0,1 10-12 0,0 0-14 16,0 0-12-16,0 0-12 0,0 0-7 0,0 0-6 15,0 0-3-15,22 12-6 0,-13-5-2 0,-2-1-2 16,4 2-6-16,5 0 3 0,0 5 0 0,7 4-4 15,-8-4-8-15,7 4 0 0,-7-4-4 0,5 3-2 16,-4-2-5-16,7 1 5 0,-10-2-7 0,2 1 3 16,5 4-8-16,-3-5-2 0,-2 1 0 0,7 3-3 15,0-2 2-15,-1-1 0 0,-4-3 0 0,2-1-7 16,-1 1 7-16,1-3-2 0,2 0 3 0,-3-1 0 16,1-2 4-16,-4 2-11 0,3 0-3 0,-5-2-1 15,1-2 0-15,-4 1-7 0,2 1 4 0,-2-1-4 16,-3 0-2-16,0 0-1 0,-1 0 0 0,3-3-1 15,-2 1-1-15,-4 2-2 0,-3-4-3 0,12 4 10 16,-8-1-8-16,-4-3-4 0,5 6 5 0,-5-6-3 16,2 7 1-16,-2-7 2 0,0 0 4 0,-2 9 1 15,2-9 3-15,-14 10 2 0,6-3 3 0,-5 3-4 16,-5 1-2-16,-6 2 2 0,-1 2-3 0,-7 2 2 16,-3 1-2-16,-11 4 3 0,-5 0 9 0,-1 1-8 15,-3 0 0-15,-2-1 2 0,3 0-4 0,0-2-1 16,6-1-1-16,3-1-2 0,13-3-2 0,1-3-2 15,0 1 1-15,6-3 4 0,7-3 3 0,0 2-15 16,8-4-6-16,-3 0-8 0,1 0-17 0,6-3-20 16,0 2-23-16,-1-2-24 0,1 1-33 15,6-3-42-15,0 0-34 0,-8 3-42 0,8-3-183 0,0 0-470 16,0 0 208-16</inkml:trace>
  <inkml:trace contextRef="#ctx0" brushRef="#br0" timeOffset="3085.12">7122 3510 26 0,'0'0'165'0,"-9"-4"-5"15,9 4-19-15,-8-2 0 0,8 2-10 0,-10-6-6 16,10 6-7-16,-6-3-1 0,6 3 0 0,0 0-11 15,-6-3 1-15,6 3-1 0,0 0-6 0,0 0-1 16,-7-3-4-16,7 3-6 0,0 0 0 0,0 0 4 16,0 0-5-16,0 0 30 0,-7-4-5 0,7 4-2 15,0 0-5-15,0 0-9 0,0 0-7 0,0 0-7 16,0 0-4-16,-2-7-1 0,2 7-5 16,0 0 2-16,0 0-13 0,0 0 2 0,0 0-3 15,0 0-9-15,4-12-6 0,-4 12 1 0,0 0-8 0,0 0 0 16,0 0-3-16,1-11-8 0,-1 11-3 0,0 0-3 15,2-6-5-15,-2 6-2 0,0 0 0 16,6-9-1-16,-6 9 1 0,3-5-5 0,-3 5 0 16,0 0 2-16,2-7-4 0,-2 7 1 0,0 0-2 15,5-7-6-15,-5 7 7 0,4-6-1 0,-4 6-6 0,2-8 4 16,-2 8-1-16,0 0 0 0,5-6-3 0,-5 6 0 16,4-5 0-16,-4 5 1 0,0 0-2 0,5-9 4 15,-5 9 4-15,3-5-2 0,-3 5-4 0,0 0-2 16,0 0 3-16,2-7-2 0,-2 7 1 15,0 0-6-15,0 0 0 0,0 0-4 0,0 0 3 0,0 0 1 16,0 0 1-16,0 30 1 0,-1-14 7 16,-3 9 14-16,2 4 4 0,-1 1 0 0,-1 4-4 15,-2 2 2-15,2 12 10 0,-2-2 2 0,-1 5 18 0,0-3 8 16,2-12-3-16,-2 10 6 0,2-12-20 16,0 1 23-16,-2-1-4 0,1 0 2 0,2 0-3 15,-1 0-2-15,1-6-5 0,1 1-2 0,0-1 3 16,2-4-15-16,-2 1 1 0,2-6 1 0,-2 0-2 15,3-4-1-15,0 0-5 0,-1-3-4 0,0-1 1 0,1 1 0 16,-3-2-7-16,3-10-2 0,0 15-2 0,0-15 2 16,-1 10-8-16,1-10-12 0,0 0-12 0,-1 12-36 15,1-12-11-15,1 4-30 0,-1-4-36 0,0 0-67 16,0 0-68-16,0 0-76 0,0 0-355 16,0 0-746-16,13-26 331 0</inkml:trace>
  <inkml:trace contextRef="#ctx0" brushRef="#br0" timeOffset="3634.02">7206 3837 188 0,'0'0'223'0,"-5"-3"-12"0,5 3-15 0,-5-4-12 0,5 4-13 15,0 0-6-15,-9-3-11 0,9 3-11 16,-8-3-7-16,8 3-8 0,0 0-7 0,0 0-10 16,0 0-8-16,-6-5-7 0,6 5-13 0,0 0-9 15,0 0-5-15,0 0-8 0,0 0 2 0,0 0 2 0,0 0-1 16,45 6 1-16,-13-4-8 0,7 0-2 0,12-1 1 16,4-1-9-16,2 0-1 0,1-1-5 0,-2 2-6 15,2 0-3-15,-5 1-4 0,0-4 5 16,1 2-6-16,-4-1-7 0,-10 4-1 0,-1-3-1 15,1 0-2-15,-2 1 0 0,-1-1 1 0,-1 0-2 16,-3 0-1-16,-4 0-5 0,-6 0 2 0,-2 0 9 0,-1-3 7 16,-2 6 10-16,-6-3 5 0,-3 0 0 0,-3 0 9 15,-6 0-4-15,14 0 3 0,-9 2-6 0,-5-2 1 16,0 0-2-16,9 1-4 0,-9-1-9 16,0 0-6-16,0 0 2 0,9 3-2 0,-9-3-7 15,0 0-21-15,0 0-21 0,0 0-20 0,6 1-37 0,-6-1-36 16,0 0-51-16,0 0-62 0,0 0-61 0,0 0-230 15,-19 9-565-15,19-9 250 0</inkml:trace>
  <inkml:trace contextRef="#ctx0" brushRef="#br0" timeOffset="5918.1">8869 3525 67 0,'0'0'99'0,"0"0"-4"0,0 0 7 15,0 0-4-15,0 0 8 0,0 0-3 0,0 0 1 16,0 0-5-16,0 0-3 0,0 0-11 0,0 0-2 15,0 0-11-15,0 0 3 0,0 0-15 0,0 0-6 16,0 0 3-16,0 0-4 0,0 0-1 0,0 0 1 16,-33 11-3-16,22-8 0 0,-1 3-1 15,-4 2-6-15,0 2 6 0,-10 0 3 0,8 2-1 16,-5 1-1-16,-1 0-1 0,-2 3-7 16,10-4 3-16,-3-2-5 0,-6 2-2 0,9 0-7 0,-3-3-1 0,3 4 1 15,-2-3-3-15,3 1 0 0,-2-4-6 0,3 2 4 16,3-2-4-16,1 1 4 0,1 0-2 15,-2-1-1-15,2 0 7 0,0-1-9 0,1 0 4 16,1 0 2-16,7-6-1 0,-13 8-3 0,6-5 1 16,7-3-2-16,-14 8-4 0,10-4 4 0,4-4-3 0,-12 7 0 15,12-7 3-15,-12 6 1 0,6-2-3 16,6-4 2-16,-11 7-3 0,3-5-4 0,8-2-2 0,-11 7 4 16,11-7-3-16,-12 7-5 0,2-4 3 0,4 3-4 15,2-2 2-15,-3-1-4 0,7-3 3 16,-7 5-2-16,7-5-6 0,-9 4 5 0,9-4-3 15,-7 6 2-15,7-6 0 0,-6 3 9 0,6-3-10 0,0 0-2 16,-6 4 0-16,6-4-1 0,0 0-1 0,-3 4 2 16,3-4 0-16,0 0 1 0,0 0 0 15,0 0-1-15,0 0 6 0,0 0-1 0,-8 6-8 16,8-6-2-16,0 0 6 0,0 0-2 0,0 0-2 16,0 0 1-16,0 0 0 0,0 0 0 0,0 0 2 15,0 0 1-15,0 0-3 0,0 0 3 0,0 0-3 0,0 0-2 16,0 0 2-16,0 0 2 0,0 0-2 0,0 0 0 15,0 0-3-15,0 0 2 0,0 0 2 0,0 0-1 16,0 0 0-16,0 0 0 0,0 0 3 16,0 0 0-16,0 0-2 0,0 0-1 0,13 7-1 15,-13-7 2-15,0 0 2 0,14 2 1 0,-14-2-2 16,12 4 2-16,-12-4-2 0,13 6 5 0,-3-2 1 0,0 0 0 16,1 1 0-16,2-1-1 0,4 3 6 15,2-1 2-15,-2 0-1 0,2 4-3 0,8-4 3 16,-3 2 0-16,5 0 3 0,1-1-5 0,-2 2-1 15,0-4 1-15,-1 2 0 0,1-3-4 0,-1 0 1 16,-7 3 12-16,2-3-9 0,-2-2 6 0,-2 3-1 16,1-1-2-16,2 0 1 0,-3-1-2 0,-4-1 1 0,-1 1 2 15,1-1-5-15,0 0-2 0,-3-1 5 0,2 1-7 16,-4-1 1-16,0 2-2 0,0-3-2 16,-1 2 0-16,-8-2 3 0,10 2-1 0,-10-2 7 15,9 3 0-15,-9-3-10 0,0 0 1 0,9 2-2 16,-9-2-1-16,0 0-1 0,0 0-7 0,6 1-12 15,-6-1-20-15,0 0-25 0,0 0-35 0,0 0-42 16,0 0-58-16,0 0-54 0,0 0-211 0,-31 6-499 16,18-6 221-16</inkml:trace>
  <inkml:trace contextRef="#ctx0" brushRef="#br0" timeOffset="6500.17">9059 3363 153 0,'0'0'178'0,"-2"-11"-17"0,2 11-8 0,-3-8 3 0,3 8-3 15,-2-7 0-15,2 7-8 0,0 0-7 16,-2-9-9-16,2 9-10 0,0 0-10 0,0 0-8 15,0 0-15-15,0 0-9 0,0 0-8 0,0 0-7 16,0 0-8-16,-2-7-8 0,2 7 1 0,0 0-8 16,0 0 1-16,0 0 1 0,0 0-1 0,5 23 1 15,-4-12 10-15,-1 7 2 0,1-2-4 0,-1 10 0 16,0 0 0-16,0 3 6 0,0 1-3 0,2 4-3 16,-2-2 0-16,0 3 0 0,-3 10-2 0,3 2 8 15,1 1 0-15,-1-1 5 0,0-11-6 0,0 10 2 16,0-13-6-16,2 3-3 0,-1-1 7 0,0-2-12 15,2-1 1-15,-4 2-1 0,1-5 1 0,-2 0-6 16,2-3 5-16,-1 0 3 0,1-7-10 0,-1-4-3 16,-1 0 1-16,1 0-1 0,0-2-4 0,0-1-3 15,1-12-6-15,-2 17-5 0,1-8 0 0,1-9 7 16,0 13-8-16,0-13 3 0,0 10-4 0,0-10-9 16,0 0-13-16,1 14-16 0,-1-14-25 0,0 0-21 15,2 6-28-15,-2-6-32 0,0 0-69 0,0 0-79 16,0 0-252-16,0 0-577 0,0 0 255 0</inkml:trace>
  <inkml:trace contextRef="#ctx0" brushRef="#br0" timeOffset="7452.12">8433 3445 114 0,'1'-10'128'0,"-1"10"1"16,0 0 4-16,0-12-10 0,0 12-3 0,2-7-9 15,-2 7-4-15,0-9-11 0,0 9 6 0,0 0-1 16,-3-11 0-16,3 11-4 0,-3-7-4 0,3 7-10 16,0 0-5-16,-1-10-3 0,1 10 3 0,0 0-1 15,1-11-7-15,-1 11-1 0,0 0-6 16,0-12 8-16,0 12-1 0,-1-7 3 0,1 7-2 16,0 0-6-16,-2-11-8 0,2 11-2 0,0-10-7 15,0 10-7-15,-2-9-1 0,2 9-3 0,0-9-6 16,0 9-2-16,-1-12 0 0,1 12-5 0,-2-7 7 0,2 7-9 15,0 0 0-15,0-12-7 0,0 12 4 16,-3-7 0-16,3 7-4 0,-2-8-3 0,2 8 2 16,0 0 2-16,-3-8 2 0,3 8 1 0,0 0-3 15,-4-6-4-15,4 6 1 0,0 0-4 0,0 0-2 0,0 0-4 16,0 0 0-16,0 0-4 0,0 0-2 16,0 0 4-16,0 0-4 0,0 0 4 0,0 0 0 0,0 0-1 15,-5 20-3-15,2-9 2 0,2 2-3 0,0 3 4 16,-3 2-1-16,1 1 3 0,-4 8 3 15,3 0 1-15,-2 0 2 0,-2 1 5 0,3 1 7 0,-2 1 1 16,4 4 3-16,-1 2 4 0,0 9-3 0,0-10 1 16,0 11 6-16,3-12 7 0,0 13 6 15,-2-12-3-15,1 1 6 0,-2-3-5 0,3 1-1 16,-1 2-1-16,2 0 0 0,-1 0-8 0,-2-3-1 16,1 1 3-16,-1-5 0 0,1 2-2 0,-2-3 6 15,1-1-2-15,1-3 0 0,-3 1-4 0,2-6 1 0,2-3-11 16,-2 1 5-16,5 0-5 0,-4-5-1 0,1-1-5 15,0 1-1-15,-1-2-2 0,2 0 0 16,0-10-8-16,-1 16 9 0,1-16-3 0,0 12-9 16,0-5-15-16,0-7-20 0,1 6-24 0,-1-6-28 15,0 0-13-15,0 0-26 0,2 9-24 0,-2-9-40 0,0 0-56 16,0 0-61-16,0 0-191 0,23-15-536 0,-14 5 237 16</inkml:trace>
  <inkml:trace contextRef="#ctx0" brushRef="#br0" timeOffset="8234">9282 3881 14 0,'0'0'145'16,"0"0"-9"-16,-5-8-8 0,5 8-1 0,-6-3-11 0,6 3-8 15,0 0 6-15,-7-6-19 0,7 6-3 16,-8-4-5-16,8 4-3 0,-9-5-7 0,9 5-5 16,-10-2-3-16,10 2-2 0,-14-3-2 0,9 1 2 15,5 2 2-15,0 0-6 0,-12-3-5 0,12 3-5 0,-11-3 0 16,11 3-4-16,-9 0-5 0,9 0 0 16,-10 0-6-16,10 0-4 0,-11 0-3 0,11 0-3 15,0 0 4-15,-16 0 1 0,16 0-1 0,-8 1-6 16,8-1 0-16,0 0-3 0,-8 2 5 0,8-2-7 15,0 0-1-15,0 0-4 0,0 0-3 0,0 0 0 0,0 0 2 16,0 0 13-16,0 0 5 0,23 12 2 0,-2-9 0 16,13 1 3-16,19 1 0 0,2-2-3 0,7-1-2 15,3 1-2-15,27-5-2 0,-26 5-3 0,30 0 0 16,-31-3-2-16,25 0 0 0,-26 0-5 16,-1-2 2-16,1-2-1 0,-4 7 1 0,3-4 4 0,-6-1 1 15,-1 4 2-15,-5-5 5 0,-15 4 3 0,-1-2 0 16,-2 2 0-16,-5-3 3 0,-6 3 3 15,-4-2 3-15,-4 2 6 0,-3-2 4 0,-3 2 5 0,0-2-1 16,-8 1 3-16,14 1-3 0,-14-1 0 0,7-1-4 16,-7 1-7-16,0 0-6 0,11 1-1 0,-11-1-8 15,0 0 2-15,0 0-10 0,0 0-17 0,0 0-25 16,10 0-28-16,-10 0-36 0,0 0-37 0,0 0-38 16,0 0-46-16,0 0-41 0,0 0-37 15,-37 1-210-15,19-1-531 0,4 0 236 0</inkml:trace>
  <inkml:trace contextRef="#ctx0" brushRef="#br0" timeOffset="9166.89">8873 3567 56 0,'0'0'69'0,"0"0"-3"0,0 0-11 16,0 0-14-16,-9 0 6 0,9 0-7 0,0 0 5 15,0 0-5-15,-12 0-4 0,12 0-7 0,-10 0 1 16,10 0-4-16,0 0-1 0,-14 0 6 0,6 2 3 16,8-2 7-16,-9 0 2 0,9 0 2 0,-11 2-5 15,11-2 5-15,-13 1-1 0,8 0 1 0,5-1 4 16,-10 2-4-16,10-2 0 0,-12 2-3 0,12-2-1 16,-7 1 3-16,7-1 3 0,-9 3-1 0,9-3 4 15,-8 1-6-15,8-1-3 0,0 0-1 0,-10 2-8 16,10-2-1-16,0 0 1 0,0 0-4 0,-9 1-2 15,9-1 3-15,0 0 0 0,0 0 6 0,0 0-5 16,-8 2 3-16,8-2-4 0,0 0 2 0,0 0-6 16,0 0 3-16,0 0-1 0,0 0 8 0,0 0 2 15,0 0 0-15,27-5-4 0,-10 1-3 0,0-1-3 16,1-1-3-16,3 1 2 0,-1-2-5 0,1 1-3 16,0 0 6-16,0 0-8 0,-1-1 4 0,-1 1-4 15,7-4 1-15,-8 5-2 0,1-2 0 0,0 0-3 16,-1 3 0-16,4-2 0 0,-4 0 2 0,-5 2-1 15,-3 0-1-15,1-1 5 0,-3 2 4 0,0 2 9 16,-2-2 1-16,-6 3 2 0,11-3 3 0,-11 3 1 16,8-3 6-16,-8 3-6 0,0 0 7 0,7-4-14 15,-7 4 2-15,0 0-4 0,0 0-1 0,0 0-3 16,0 0 2-16,6-2-7 0,-6 2-2 0,0 0 1 16,0 0 1-16,0 0-5 0,0 0 2 0,0 0-5 15,0 0 2-15,0 0-5 0,9-1-3 0,-9 1-2 16,0 0-9-16,0 0-12 0,0 0-20 0,0 0-16 15,0 0-9-15,0 0-17 0,0 0-19 0,0 0-27 16,0 0-30-16,1 11-35 0,-1-11-20 0,0 0-129 16,0 0-367-16,0 14 163 0</inkml:trace>
  <inkml:trace contextRef="#ctx0" brushRef="#br0" timeOffset="11850.31">8838 4119 78 0,'0'0'84'0,"5"-15"-3"16,-5 15-9-16,0 0-3 0,0 0-3 0,0 0 2 15,0 0-18-15,0 0-10 0,0 0 5 0,0 0-12 16,-10-9-2-16,10 9 5 0,0 0 0 0,0 0 2 15,-5-4 4-15,5 4-15 0,0 0 11 0,0 0 1 16,0 0 4-16,0 0-8 0,0 0-3 0,0 0-6 16,0 0 4-16,0 0-4 0,0 0-5 0,0 0 5 15,0 0-5-15,0 0-4 0,0 0 5 0,0 0-4 16,0 0-3-16,0 0 2 0,-8-4 4 0,8 4-4 16,0 0-1-16,0 0 3 0,0 0 1 15,0 0-7-15,0 0 0 0,0 0 0 0,0 0 1 16,0 0-1-16,0 0 0 0,0 0 2 0,0 0 1 0,0 0-2 15,-7-4 3-15,7 4-6 0,0 0-3 0,0 0 5 16,0 0-2-16,0 0 3 0,-5-4-6 0,5 4 4 16,0 0-4-16,0 0 3 0,0 0 2 0,0 0-5 15,0 0 1-15,0 0-1 0,0 0-3 0,0 0-4 16,0 0 3-16,0 0 0 0,0 0-6 0,0 0 2 16,0 0 11-16,0 0-8 0,0 0-16 0,0 0 16 15,0 0-2-15,0 0-3 0,0 0 7 0,0 0-7 16,0 0 3-16,0 0 11 0,0 0-15 0,0 0 4 15,0 0 4-15,0 0-4 0,0 0 0 16,0 0 4-16,0 0 1 0,25 8-6 0,-20-7 3 16,-5-1-3-16,9 3 5 0,-4-1-1 0,-5-2 4 15,13 5 3-15,-7-3-1 0,1 0-3 0,-1 1-1 16,2 2-2-16,-2-3 3 0,1 1 1 0,-1 1-3 0,2 0 5 16,-1 1 0-16,-2 0 4 0,2-2 6 0,-1 2 3 15,4 0 5-15,-2-1 0 0,1 2 4 16,1-2-2-16,-1-1-4 0,2 1 4 0,1-1 0 0,-3 0 2 15,2 1-4-15,1-3 3 0,-3 0-3 0,1-1-2 16,-2 2 2-16,-8-2-10 0,13 2 1 0,-8-2-2 16,-5 0-1-16,8 4 1 0,-8-4-4 0,7 1 0 15,-7-1 1-15,0 0 0 0,7 1 3 16,-7-1 2-16,0 0 1 0,0 0 2 0,0 0 1 16,0 0 0-16,6 3-1 0,-6-3-1 0,0 0 1 0,0 0-3 15,0 0 2-15,0 0-3 0,0 0-3 0,0 0-1 16,0 0-1-16,0 0 2 0,0 0-1 0,0 0 3 15,0 0-5-15,0 0 6 0,0 0-12 0,0 0 2 16,0 0-2-16,0 0-1 0,0 0 0 16,0 0 1-16,0 0-2 0,0 0-2 0,0 0 2 0,0 0-3 15,0 0-8-15,0 0-10 0,0 0-18 0,0 0-9 16,0 0-21-16,0 0-15 0,0 0-25 0,-15 13-24 16,15-13-20-16,-7 2-20 0,7-2-26 15,-7 4-110-15,7-4-330 0,-9 4 146 0</inkml:trace>
  <inkml:trace contextRef="#ctx0" brushRef="#br0" timeOffset="33903.12">4343 3609 143 0,'0'0'161'0,"0"0"-3"0,0 0-3 16,0 0 1-16,0 0-6 0,-2-11-11 0,2 11-6 15,0 0-14-15,0 0-13 0,0 0-19 0,0 0-3 16,0 0-10-16,0 0-10 0,0 0-8 0,0 0-3 15,0 0-5-15,0 0-7 0,0 0-5 0,0 0 2 16,0 0-6-16,2 32 2 0,0-19 1 0,-1 1-7 16,0 2 8-16,1 3-1 0,-1-1 2 0,0 2-3 15,0 9 12-15,2-1 6 0,-3 0-4 0,5 0-4 16,-2 0 3-16,-2 1-10 0,4 1 2 0,-4-1 3 16,3 1 1-16,0 2 5 0,-1-1-1 0,2 2 4 15,-3-1-8-15,2-3-6 0,-3 3-8 0,2-2 2 16,-1 3-4-16,0-3 0 0,-1 3 3 0,0-2 8 15,-1 4-8-15,3-3 2 0,-3 2 9 0,0 0 2 16,-1 3 4-16,1-1 2 0,-2-2 2 0,2-2-1 16,0-2 2-16,-1 1 0 0,0-3 9 0,1 2-12 15,0-5-4-15,-2-8-6 0,2 4-1 0,0-3 0 16,2 0-11-16,-2-7 1 0,1 2-3 0,-1-1 2 16,1-2-4-16,-1-10-3 0,2 16-4 0,-2-16 16 15,1 13-22-15,-1-13-1 0,1 11-13 0,-1-11-15 16,0 0-12-16,4 11-22 0,-4-11-26 0,0 0-26 15,0 0-25-15,3 8-27 0,-3-8-37 0,0 0-41 16,0 0-33-16,0 0-189 0,0 0-493 0,0 0 218 16</inkml:trace>
  <inkml:trace contextRef="#ctx0" brushRef="#br0" timeOffset="34507.57">3857 5163 7 0,'0'0'165'0,"-4"-4"-5"0,4 4-8 15,-5-8-10-15,5 8 0 0,-8-7-7 0,3 4-2 16,5 3 3-16,-10-7-10 0,4 4-7 0,6 3-2 16,-11-6-12-16,3 5-7 0,8 1-1 0,-12-5-6 0,4 4-4 15,0-2-13-15,8 3 0 0,-13-2-4 16,7 0-3-16,6 2-1 0,-10-2-5 0,10 2-5 16,-9-2-7-16,9 2-4 0,0 0-7 0,-8-2-7 15,8 2 0-15,0 0-6 0,0 0-2 0,0 0 3 16,27 3-2-16,2-3-1 0,8 1 0 0,20-1 0 0,7-1-3 15,29-5 2-15,-30 2-5 0,29-2 2 0,-29 2-4 16,1 1-2-16,2-1 0 0,0-2 0 16,-5 1-3-16,-4 4 2 0,-4-4-1 0,-2 2-1 15,-14 1 0-15,-2-1-1 0,-3 0-4 0,-1 1 4 16,-10 1-3-16,-3 1-1 0,-4 0-1 0,3-3-1 16,-6 3 0-16,0-2 1 0,-2 2 2 0,-3-2-6 0,-6 2-8 15,13 0-15-15,-13 0-14 0,0 0-26 0,9 0-23 16,-9 0-38-16,0 0-44 0,5 4-30 15,-5-4-198-15,0 0-428 0,0 0 189 0</inkml:trace>
  <inkml:trace contextRef="#ctx0" brushRef="#br0" timeOffset="35034.04">4115 5491 114 0,'0'0'181'0,"0"0"-12"15,0 0-6-15,-16 1-5 0,16-1-3 0,-5 0-2 16,5 0 3-16,0 0-6 0,0 0-6 0,-9 3-7 16,9-3-8-16,0 0-10 0,0 0-12 0,0 0-10 15,0 0-12-15,0 0-2 0,0 0-4 0,0 0 0 16,41-6-6-16,-13 0-1 0,2 5-8 0,3-2-3 15,3 1-8-15,0-3-2 0,1 1-9 0,0 2 3 16,-2-3 1-16,1 1-6 0,-1 0-2 0,1 0 2 16,-3-1-6-16,-1 2 3 0,-4-1-4 0,0 1 2 15,-8 1-5-15,-2 1-5 0,-4-1-1 0,-2 0 1 16,-1 2-5-16,-1-2 1 0,-2 2-3 0,-1-2 0 16,-7 2-6-16,11-2-1 0,-11 2-2 0,9 0-4 15,-9 0-7-15,0 0-22 0,0 0-17 0,9 0-15 16,-9 0-19-16,0 0-8 0,0 0-41 0,0 0-41 15,-4 21-42-15,-1-13-43 0,-3 2-153 0,1-1-435 16,-6 4 193-16</inkml:trace>
  <inkml:trace contextRef="#ctx0" brushRef="#br0" timeOffset="36017.57">3950 5853 25 0,'0'0'132'0,"-9"0"-4"0,9 0-5 15,-9 0-3-15,9 0-3 0,-13 0-5 0,13 0-3 16,-11-1 5-16,11 1-8 0,-14 0-6 0,7-1-7 15,7 1-4-15,-13 1-5 0,13-1-8 0,-14-1 2 16,14 1-7-16,-10 0-1 0,10 0-2 0,-8 1-3 16,8-1-3-16,0 0-5 0,-11 0-5 0,11 0-11 15,0 0-6-15,0 0 0 0,0 0-4 0,0 0-3 16,0 0 4-16,0 0-2 0,41-1-2 16,-11 1 5-16,2 0-8 0,20-2-1 0,-1 2-3 0,5-3-2 15,-1 2-3-15,-3-1 1 0,2 1-2 0,1-3-2 16,-3 4-1-16,0-1-1 0,-12-2 0 0,10 2-1 15,3-1 3-15,-16-2-3 0,1 2 3 0,2 0 2 16,-5 0 2-16,0-1-2 0,-3 0 1 0,-3 1-1 16,-7 2-1-16,-3-2 3 0,2 0-1 0,-2 2 1 15,-6 0 0-15,-1-1-2 0,1-1-1 0,-3 2 5 16,1 0-4-16,-3-1 1 0,-8 1-4 0,12-1-4 16,-12 1 3-16,10 0-13 0,-10 0-16 0,9 1-21 15,-9-1-21-15,0 0-30 0,0 0-22 0,0 0-16 16,0 0-22-16,0 0-36 0,-1 14-157 0,1-14-373 15,-19 12 165-15</inkml:trace>
  <inkml:trace contextRef="#ctx0" brushRef="#br0" timeOffset="36468.16">4135 6253 54 0,'0'0'190'0,"0"0"-7"0,0 0 0 0,0 0-7 16,0 0-10-16,0 0-10 0,0 0-14 0,0 0-11 0,0 0-14 16,0 0-5-16,0 0-12 0,0 0-3 0,15-10-6 15,-15 10-4-15,0 0-6 0,13-3-4 16,-13 3 1-16,13-4-2 0,-7 4-3 0,2 0-3 0,4-2-2 16,0 0-5-16,1-1 1 0,6-1-3 15,2 1-2-15,6-2-3 0,2 3-6 0,2 0 0 16,-1 0-2-16,0-2-6 0,-1 1 6 0,-2 0-9 0,1-3-2 15,-8 3-3-15,-3 0 0 0,1 1 3 0,-6 1-12 16,-1 1-3-16,-11 0 4 0,15-1-6 16,-15 1-4-16,11 0-3 0,-11 0-4 0,8 0-6 15,-8 0-13-15,0 0-12 0,0 0-16 0,8 1-20 16,-8-1-32-16,0 0-31 0,0 0-44 0,0 0-32 16,-19 15-42-16,10-10-165 0,0 2-438 0,-6 2 193 0</inkml:trace>
  <inkml:trace contextRef="#ctx0" brushRef="#br0" timeOffset="37283.61">4347 6386 23 0,'0'0'213'0,"2"-11"3"16,-2 11-6-16,0-7-4 0,0 7-10 0,0 0-15 16,0-8-12-16,0 8-10 0,0 0-26 0,0 0-12 15,0 0-20-15,0 0-3 0,0 0-13 0,0 0 3 16,0 0-4-16,6 23 1 0,-2-7-5 0,-3 3 0 16,3 7-1-16,-3 3 3 0,2 0-8 0,-1 0-4 15,-2-1-3-15,2 0-4 0,-1 4-1 0,0-2-4 16,-1-2-2-16,0 1 5 0,1 2-4 0,-2-3 2 15,1 3 0-15,1 1 2 0,-2 0 2 0,2-3-4 16,-1 2-4-16,0-2-10 0,0-3 4 0,2 1-5 16,-1 2-2-16,0-5-3 0,-1 0-3 0,0-4-6 15,2 0-1-15,-2-1 1 0,2 0-3 0,-1-2 2 16,-1 1-2-16,0-7-1 0,0 1-2 0,-1 0 3 16,2-2-3-16,-1 0-9 0,2 0 6 0,-2-10-7 15,0 19 7-15,0-19-9 0,1 10 3 0,-1-10-3 16,0 10 3-16,0-10-7 0,0 0 0 0,0 0 3 15,1 12-2-15,-1-12-3 0,0 0 5 0,0 0-3 16,0 0 4-16,0 0-6 0,0 11 6 0,0-11-4 16,0 0-1-16,0 0 3 0,0 0-4 0,0 0-4 15,0 0 0-15,0 0 1 0,0 0-3 0,0 0 16 16,0 0-10-16,9 3-5 0,-9-3 4 0,0 0-5 16,13 5 1-16,-13-5-2 0,14 1 7 0,-4 0-11 15,2 2 18-15,7-2-10 0,1 2-5 0,8-1 1 16,1 2 1-16,0 0 0 0,3-2 0 0,4 1 3 15,-1 0-5-15,15 3-4 0,3-3 5 0,-1 1 4 16,8-3-1-16,1 4-4 0,3-2 5 0,27 1 0 16,-24-2-2-16,26 3 1 0,-2 1 6 0,-25-4-13 15,30 0-1-15,1 1 6 0,3-1 8 0,2 0-5 16,3-4-1-16,9 0 0 0,-1 4 0 0,7-2 3 16,-1-7-3-16,5 5-1 0,5 2 7 0,-2-2-11 15,-2 1 5-15,-2-2-8 0,-3 3-2 0,-5-5-19 16,-1 4-8-16,-5-6-14 0,-5 1-25 0,0 1-38 15,-9 3-31-15,-5-5-39 0,-29 4-45 0,6-3-37 16,-6-3-38-16,-3 0-206 0,-6 0-549 0,-15 0 243 16</inkml:trace>
  <inkml:trace contextRef="#ctx0" brushRef="#br0" timeOffset="37967.26">2821 4892 184 0,'0'0'186'0,"-9"-3"-16"0,9 3-17 0,0 0 0 0,0 0-7 15,0 0-5-15,0 0-9 0,32-1-2 0,-14 0-5 16,4-1-9-16,5-1-12 0,-7 0-9 0,8 1-10 16,0-1-8-16,-6 1-8 0,7 4-10 0,-8-3-21 15,-1 0-25-15,1-1-31 0,-3 1-25 0,0 1-31 16,-4 0-38-16,-2-1-20 0,0 1-33 0,-4 1-107 16,-8-1-295-16,0 0 130 0</inkml:trace>
  <inkml:trace contextRef="#ctx0" brushRef="#br0" timeOffset="38167.61">3091 4763 129 0,'-6'-4'226'0,"2"0"-4"15,4 4-7-15,-7-5-15 0,7 5-17 0,0 0-18 16,-7-2-16-16,7 2-19 0,0 0-13 16,0 0-12-16,-10 8 4 0,7 1-10 0,0 3 0 0,-2 4-6 15,3 4-3-15,-4 8-8 0,4 0-11 0,-2 0-4 16,3 2-8-16,0 0-5 0,-2-2-10 0,1 2-25 15,-1 1-31-15,0-3-40 0,1 3-44 0,-2 0-63 16,-1 1-62-16,-3 1-144 0,-1-2-395 0,-1 14 175 16</inkml:trace>
  <inkml:trace contextRef="#ctx0" brushRef="#br0" timeOffset="38500.94">2658 6691 50 0,'-7'-2'246'0,"0"0"-10"16,7 2-14-16,-12-2-16 0,12 2-19 0,-9-2-18 0,9 2-16 15,0 0-5-15,0 0 4 0,0 0-10 0,0 0-1 16,0 0-28-16,49 3-4 0,-20-3-6 0,6 0-20 16,2-3-7-16,1 2-8 0,13-2-20 0,-16 0-31 15,-1 1-40-15,1-2-42 0,-4-1-49 16,-2 1-56-16,-9 2-214 0,-3-2-414 0,-4-1 184 0</inkml:trace>
  <inkml:trace contextRef="#ctx0" brushRef="#br0" timeOffset="38884.22">2581 5738 219 0,'1'-6'269'16,"-1"6"-17"-16,2-10-19 0,-2 10-13 0,1-5-17 15,-1 5-18-15,0 0-19 0,0 0-19 0,4-6-17 16,-4 6-14-16,0 0-9 0,0 0 1 0,0 0 9 16,0 30 1-16,0-14-11 0,-2 2-10 0,1 0-9 0,-1 2-8 15,-1-1-3-15,2 0-8 0,-1-1-6 16,4 0-7-16,-2-3-7 0,0 1-3 0,0 0-7 16,2 0-1-16,-2-2-2 0,0-5-5 0,2 2-15 15,-4 0-21-15,5-1-37 0,-4 0-43 0,3-1-56 16,-1-2-54-16,-1-7-46 0,4 10-222 0,-1-7-500 0,-3-3 221 15</inkml:trace>
  <inkml:trace contextRef="#ctx0" brushRef="#br0" timeOffset="39185">2921 5821 2166 0,'8'-7'148'0,"-4"-3"-87"0,-2 5-17 0,-1-3 0 0,2 3-9 15,-3 5-2-15,1-8 3 0,-1 8-6 16,0 0 0-16,0 0 0 0,-4-10 3 0,4 10-2 0,0 0-3 15,0 0 3-15,0 0-1 0,0 0 7 16,0 0-4-16,-9 21-1 0,9-21-2 0,0 13 1 16,0-2-6-16,2-3-2 0,-1 3-3 0,2 0 0 15,2 0-3-15,0 2 2 0,2 2-5 0,2 0 5 16,-2-1 1-16,2-4 0 0,-3 5-1 0,2-4 1 16,-2-1 0-16,1 0 0 0,-1-1-2 0,0 1-3 15,1-3 10-15,-2 0-12 0,-3-1-2 0,1-1 5 16,1 1 2-16,-4-6-7 0,3 8-4 0,-3-8 0 15,0 0 1-15,-7 13 0 0,1-9 4 0,-1-1-35 0,-3-1-19 16,-3 1-21-16,0 0-20 0,1-3-23 16,0-2-36-16,-1-2-33 0,1 2-26 0,1-5-20 15,2-2-173-15,0 0-426 0,3-2 188 0</inkml:trace>
  <inkml:trace contextRef="#ctx0" brushRef="#br0" timeOffset="39291.07">3000 5743 52 0,'13'-2'69'16,"4"-2"-4"-16,-2 1-12 0,2 3-20 0,-3-3-35 16,0 3-43-16,-2 0-49 0,0-3 21 0</inkml:trace>
  <inkml:trace contextRef="#ctx0" brushRef="#br0" timeOffset="39618.19">3232 5702 191 0,'0'-7'259'16,"0"7"-17"-16,0 0-17 0,0 0-11 0,0 0-15 16,2-6-19-16,-2 6-15 0,0 0-18 0,0 0-16 15,0 0-17-15,0 0-9 0,0 0 0 0,9 20 5 16,-1-10-11-16,-2 5-4 0,2-2-7 0,2 3-5 16,0 0-8-16,-1 1 3 0,2 5-2 0,-1-7 4 15,0 1-10-15,-2-4-2 0,-1 3-4 0,2-6-11 16,-4 1-5-16,2-3 8 0,0 1 3 0,-2-4 4 15,0 1 10-15,1-1 16 0,-6-4 7 0,9 2 10 16,-9-2-9-16,0 0-7 0,17-7-5 0,-8 0-14 16,-1-2-1-16,1 0-7 0,-1-2-8 0,2-3-6 15,-1-2-1-15,4-7-11 0,-3 7 1 0,4-6-6 16,-1 1-8-16,-3-3-8 0,3 3-12 0,-6 5-21 16,1-2-9-16,1 1-43 0,-4 3-32 0,-1 4-35 15,0-2-39-15,-3 6-58 0,0-2-84 0,-1 8-286 16,0 0-651-16,0 0 288 0</inkml:trace>
  <inkml:trace contextRef="#ctx0" brushRef="#br0" timeOffset="40668.01">6268 2797 104 0,'0'0'237'0,"0"0"-10"0,0 0-10 0,0 0-16 16,-7-6-12-16,7 6-13 0,-8-4-14 16,8 4-11-16,-14 0-12 0,2 2-6 0,1 0-14 15,-3 2-5-15,2 0-2 0,-4 4-4 0,-1 1-11 16,2 0-9-16,1 1-7 0,3-3-11 0,1 2-5 16,1 0-6-16,3 0-8 0,3-2-5 0,1 2-1 0,2-1-7 15,0-8-1-15,3 13-2 0,3-3 3 0,0-1-10 16,2-1 0-16,3-3-2 0,3 5-1 15,3-1 0-15,-2-1 0 0,3 0-4 0,0 0-3 16,0-2-1-16,0 2 0 0,-3-1-2 0,0 5-2 16,-2-6 1-16,-3 1-2 0,2-1-5 0,-4 0 3 15,-1 1-2-15,-3-2-2 0,0 0 2 0,0 1-4 0,-7 4 7 16,1 0 3-16,-3-3-1 0,-3 3 5 16,-6 0-2-16,0 1-4 0,-5-1-4 0,1-2 1 15,-4-1 5-15,3-1-3 0,-3-2-2 0,2 1-1 16,0-1-4-16,3-3-4 0,-3 3-25 0,8-3-21 15,0 0-28-15,1 1-25 0,3-1-42 0,8-1-70 16,-10 0-64-16,10 0-182 0,0 0-496 0,0 0 220 16</inkml:trace>
  <inkml:trace contextRef="#ctx0" brushRef="#br0" timeOffset="40934.23">6517 2991 27 0,'0'0'411'0,"0"0"-23"16,7-9-42-16,-7 9 4 0,0 0-23 15,7-8-23-15,-7 8-14 0,0 0-26 0,0 0-21 0,7-4-21 16,-7 4-21-16,0 0-21 0,0 0-21 0,0 0-17 16,0 0-15-16,0 0-15 0,0 0-21 0,0 0 7 15,0 0-11-15,0 0-8 0,7 21-9 0,-5-14-9 16,-1 5-13-16,0-3 5 0,-1-9-2 0,3 19-9 15,-3-8-7-15,1 0-30 0,-1-11-43 0,1 18-38 16,-1-8-59-16,0 0-45 0,0-10-45 0,0 21-67 16,2-10-64-16,-2-11-230 0,-2 17-633 0,1-11 280 15</inkml:trace>
  <inkml:trace contextRef="#ctx0" brushRef="#br0" timeOffset="41112.04">6585 2746 3142 0,'-8'-16'9'0,"0"1"69"16,2 7-13-16,0-1-9 0,2 0 0 0,0 3-31 15,2 1 15-15,2 5-14 0,-5-7-4 0,5 7-8 16,-4-7 1-16,4 7-13 0,0 0-10 16,0 0-19-16,0 0-25 0,0 0-37 0,0 0-30 15,24 13-67-15,-14-7-68 0,-1 3-216 0,0-3-508 16,1 4 225-16</inkml:trace>
  <inkml:trace contextRef="#ctx0" brushRef="#br0" timeOffset="41768.06">8239 2755 108 0,'4'-6'274'0,"-3"0"-15"15,-1 6-10-15,1-13-3 0,2 8-16 0,-3 5-11 16,0-10-18-16,0 10-16 0,0 0 0 15,-4-12-23-15,4 12-12 0,-5-5-18 0,5 5-11 16,0 0-15-16,-13 0-14 0,13 0-11 0,-12 4-7 16,2 4-6-16,1-3-11 0,-1 4-1 0,-1-1-10 15,-1 3-1-15,4-2-7 0,1 1-4 0,-1-1 1 16,3-1-8-16,1 0-5 0,0 1-1 0,3 0 2 16,1 1-4-16,3-1-1 0,-1 1 0 0,2-2-1 15,4 1-1-15,2-1-6 0,3 4 4 0,2-2 0 16,0 0-1-16,1 0-7 0,-1-1 5 0,3-2-5 15,-7 1 6-15,-2-2-9 0,4 0 4 0,-4-1 0 16,-1 0 3-16,2 0-6 0,-10-5 1 0,8 5 2 16,-8-5-6-16,6 7 1 0,-6-7 2 0,0 0 5 15,0 0 1-15,0 0-4 0,-20 17 5 0,8-14-3 16,-1 0 1-16,-5 1-3 0,2-1-2 0,-3 1 3 16,0-4-1-16,2 3-4 0,3-2 4 0,1 2-23 15,0-2-12-15,3-1-23 0,1 2-32 0,1-2-32 16,8 0-48-16,-15 3-50 0,15-3-50 0,-9 3-222 15,9-3-526-15,0 0 233 0</inkml:trace>
  <inkml:trace contextRef="#ctx0" brushRef="#br0" timeOffset="42018.6">8480 2917 2545 0,'10'-6'151'16,"-2"1"-4"-16,-1-3-8 0,-2 5 2 0,-1-3-7 15,-1 2-15-15,-3 4-4 0,3-7 3 16,-3 7-5-16,5-5 8 0,-5 5-4 0,0 0 5 0,4-5-12 16,-4 5-7-16,0 0-8 0,0 0-14 0,4-6-14 15,-4 6-5-15,0 0-4 0,0 0-7 0,0 0-5 16,0 0-7-16,0 0-2 0,0 0-6 0,6 23 2 16,-5-15-2-16,2 1-6 0,1 1-4 0,-2 1 2 15,1-3-2-15,-1 3-9 0,1 0-14 16,2 0-29-16,-4-2-29 0,2 1-44 0,0-1-46 0,-2 4-49 15,-1-3-60-15,0-10-73 0,-1 21-317 0,-3-11-703 16,-3-3 312-16</inkml:trace>
  <inkml:trace contextRef="#ctx0" brushRef="#br0" timeOffset="42219.52">8645 2671 3366 0,'1'-16'108'0,"-1"4"36"16,0-3-11-16,0 4 10 0,0 3-35 16,0 0-22-16,0 8-22 0,2-13-10 0,-2 13-6 15,1-7-4-15,-1 7 0 0,0-8-9 0,0 8-14 16,0 0-40-16,1-8-36 0,-1 8-48 0,0 0-60 0,13-1-43 16,-13 1-82-16,18 6-306 0,-6-1-644 0,-2-2 285 15</inkml:trace>
  <inkml:trace contextRef="#ctx0" brushRef="#br0" timeOffset="45669.47">10285 3872 136 0,'0'0'168'0,"0"0"-2"0,0 0-3 0,0 0-1 16,0 0-4-16,0 0-2 0,0 0-16 0,0 0-7 16,0 0-9-16,0 0-10 0,0 0-14 0,0 0-7 15,0 0-12-15,0 0-8 0,0 0-1 0,0 0-12 16,0 0-6-16,0 0-4 0,0 0-1 0,0 0-1 16,-12 21 1-16,7-9-4 0,2-2-4 0,-1 2 1 15,1 5 4-15,-1 0 1 0,0 2-6 0,2 6 3 16,-2 0-2-16,-1 1 4 0,2-3-4 0,1 3-2 15,1 0-4-15,-2-4 6 0,0-2-7 0,2 0 3 16,0 4-3-16,-2-4-2 0,2-1 5 0,0-1 0 16,-1 1-1-16,2 1 6 0,-1-1 4 0,-2-1-3 15,3 1 5-15,-2 0-4 0,-2-1 7 0,3 1-3 16,0 1 2-16,-2-2-7 0,2 2-2 0,0-5-2 16,1-2-6-16,-2 4-1 0,1-2 0 15,2 3-4-15,-2-1-2 0,1-6 2 0,-1 2-3 0,2 3-1 16,-1-4 1-16,-1-3-2 0,2 1-6 0,-1-2 3 15,1 3 14-15,-2-3-13 0,1-8 1 0,0 13-2 16,-1-7-5-16,1-6 4 0,-3 7-1 0,3-7-6 16,0 10 2-16,0-10-3 0,0 0 7 15,0 0 9-15,0 0 1 0,0 0 2 0,0 0 5 0,0 0 0 16,0 0 3-16,-1 11-7 0,1-11-1 0,0 0-9 16,0 0 1-16,0 0-10 0,0 0 7 0,0 0-1 15,0 0-4-15,0 0-2 0,0 0 1 0,0 0-3 16,0 0 0-16,0 0-6 0,0 0 1 0,0 0-7 15,0 0 2-15,0 0-5 0,0 0 4 0,11 6 5 16,-7-4-3-16,-4-2-2 0,12 3 5 0,-6-3-8 16,-6 0-4-16,9 6-2 0,-1-4 14 0,-2 1 1 15,0 0-6-15,0 2 0 0,3-1 3 0,-3 0-2 16,2 2-1-16,-2-1-4 0,2 0 0 16,-1 0 2-16,-2-1 2 0,1 1 3 0,-3 0-3 15,1 1-3-15,0 0 3 0,-1 0 1 0,0 1 1 0,-1 0 9 16,-2-7-12-16,2 15-6 0,-2-5 4 0,-1 0-2 15,-2 0 16-15,0 0-11 0,-2 6-1 0,-4-1 3 16,0-2 5-16,-3 1-6 0,1 2 1 0,-3-2-1 16,1 0 6-16,-6 5-3 0,5-5 0 15,-2-1-7-15,5 1 8 0,-2-2-3 0,0 1 3 0,4-4 1 16,3 1-4-16,-6-1-4 0,6-1 7 0,1 0-7 16,1 1 1-16,-1-1 0 0,2 2-5 0,1-2 5 15,2-8 0-15,-3 14 0 0,3-14 12 0,0 12 1 16,0-12-11-16,5 14-1 0,-1-7-5 0,-4-7 2 15,7 14 5-15,-4-6-2 0,3 1 5 0,0 1 0 16,0-2-11-16,-2 1 6 0,1 1 0 0,0-1-4 16,1 0 17-16,-4 1-16 0,3 0 5 0,-2-1-1 15,-1 1-2-15,-1 0 1 0,1 1 1 0,-2-11 9 16,-2 23-6-16,-1-9-4 0,0-1 3 16,-2 3-3-16,1 0 0 0,-2-1-6 0,-2 2 9 0,2-3 3 15,-4 3-1-15,2 0-7 0,-1-3-1 0,0 3 2 16,4-2 7-16,-2-1-6 0,2-2-1 0,1-1 3 15,2 0-4-15,-1 1 13 0,2-1-13 0,0 0-5 16,1-11-1-16,7 21-2 0,-1-9-1 0,-3 0 3 16,6 0 0-16,-1 0 0 0,2 0 6 0,1 0-3 15,0 2-5-15,2 0 6 0,-2-3 5 0,3 2-8 16,-2 1 6-16,3-3-3 0,-8 1 1 0,2-1 0 16,-1 1 2-16,-1-2-4 0,-2 0 4 0,0 1 4 15,2-1-3-15,-5 3-2 0,1-2-1 16,-3-11 2-16,5 21-2 0,-3-10 3 0,-2-11 2 15,1 21 0-15,-1-9 2 0,2 0-1 0,-2-12-3 0,-2 29 10 16,0-13 7-16,-1 2 4 0,2-1-1 0,-3 2-1 16,3 5 0-16,-1-7 4 0,0 8-1 0,0 0 9 15,-2-1 5-15,1 4 1 0,-1-2-1 0,2 0 4 16,-2 1 0-16,1-2-5 0,0 1 3 16,0 2 1-16,1-1 4 0,-2 1-3 0,0-3-7 0,1 2 2 15,1-2 1-15,-1 0-8 0,3 0 4 16,-3 0-3-16,2-5 2 0,0-1-8 0,0 1 2 0,-2-2 1 15,2 1-3-15,0-2 3 0,-1 3 0 0,2-4 0 16,0-1-4-16,-1-2-2 0,1-13 6 0,0 22 0 16,-1-14-7-16,1-8 1 0,-1 22 0 0,1-22-1 15,1 20-3-15,-1-20-3 0,-3 18 3 0,2-8-5 16,1-10 2-16,0 20-3 0,-1-7 0 0,1-13-2 16,-3 23 2-16,2-7-5 0,1-5 3 0,-3 4 0 15,1 2-1-15,-2-5-2 0,0 4-1 16,-1-3-3-16,3 0-2 0,-2-1-13 0,4-12-21 0,-6 20-18 15,6-20-29-15,-3 13-35 0,3-13-31 0,-2 11-30 16,2-11-21-16,0 0-26 0,0 0-37 0,0 0-59 16,0 0-61-16,0 0-269 0,0 0-704 0,0 0 311 15</inkml:trace>
  <inkml:trace contextRef="#ctx0" brushRef="#br0" timeOffset="46600.32">8034 7374 72 0,'0'0'179'0,"0"0"-8"0,-14 0-6 16,14 0-8-16,0 0-7 0,0 0-8 15,-10 0-9-15,10 0-4 0,0 0-5 0,0 0-3 16,0 0-7-16,-9-4-9 0,9 4-4 0,0 0-10 16,0 0-6-16,0 0-12 0,0 0-8 0,0 0-8 15,0 0-3-15,0 0-8 0,0 0-3 0,0 0 0 0,0 0 2 16,0 0 1-16,33-3 0 0,-12 1 7 16,-2 0 3-16,9 0-2 0,4 1-4 0,0-1 4 15,3 2 3-15,5-1-9 0,15-2 6 0,0-2 1 0,5 3 2 16,3-3 7-16,28-1 0 0,-27 2-13 0,33-1 3 15,-8 1-6-15,1-2 2 0,0-1 1 16,0-3-15-16,2 3 6 0,1-3-2 0,3 4-4 16,1-1 11-16,5 2-3 0,-3-4-2 0,-3 3 3 0,-1-2 9 15,1 2-12-15,-30-1 6 0,31 1-9 0,-8-3-2 16,-27 3 8-16,-2 0-9 0,-4 0-5 0,-1 3 0 16,-17-1 2-16,-3 2-2 0,-2-1-4 0,-12 2-7 15,0 1 4-15,-4-2-5 0,-5 2-2 0,-1 0-4 16,-4-1 1-16,-7 1 4 0,13 0 6 0,-13 0-12 15,9 0 5-15,-9 0-1 0,0 0-3 0,10 0 0 16,-10 0-5-16,0 0-11 0,0 0 5 16,0 0-14-16,0 0-20 0,0 0-4 0,0 0-29 15,0 0-14-15,0 0-22 0,0 0-13 0,0 0-13 0,0 0-21 16,-27 6-17-16,27-6-17 0,0 0-14 0,-7 0-13 16,7 0-22-16,0 0-28 0,-11 0-164 0,11 0-458 15,-11-5 204-15</inkml:trace>
  <inkml:trace contextRef="#ctx0" brushRef="#br0" timeOffset="49284.14">4388 7304 28 0,'0'0'136'0,"-11"-1"-5"0,11 1 7 16,0 0-10-16,0 0 4 0,-8-3-2 0,8 3 3 15,0 0 4-15,0 0-2 0,0 0-9 0,0 0-5 16,-8-1-8-16,8 1-8 0,0 0-11 0,0 0-9 16,0 0-9-16,0 0-1 0,-6 11-7 0,5 0 4 15,-3 1-4-15,3 6 2 0,-3 7-1 0,-1 4-3 16,2 1-2-16,-1 0-6 0,0 2-9 0,3 6 1 16,-6-5-5-16,1 13-2 0,4-14-4 0,0 4-2 15,1-3-4-15,-3-2-2 0,2 0-7 0,-3-2-7 16,1-2-18-16,0 0-18 0,0-8-30 0,2 1-32 15,-2 0-38-15,0-2-57 0,1-1-43 0,-4 0-158 16,-3-2-409-16,2-1 180 0</inkml:trace>
  <inkml:trace contextRef="#ctx0" brushRef="#br0" timeOffset="49437.26">4193 8045 140 0,'5'-3'188'16,"5"0"-19"-16,0 1-27 0,-3 0-42 0,4-1-51 15,-2 0-42-15,0 2-53 0,-9 1-80 0,10 0-135 0,-10 0 61 16</inkml:trace>
  <inkml:trace contextRef="#ctx0" brushRef="#br0" timeOffset="49602.15">4241 8124 41 0,'0'0'210'0,"0"0"-10"16,0 0-13-16,0 0-8 0,8 9-3 0,-8-9-14 15,9-2-14-15,-9 2-15 0,18-2-11 0,-5-1-13 16,0 1-34-16,4-2-52 0,2 1-67 0,9-5-62 16,0 3-164-16,-2-4-291 0,0-3 129 15</inkml:trace>
  <inkml:trace contextRef="#ctx0" brushRef="#br0" timeOffset="50738.08">10532 5121 94 0,'0'0'176'0,"-10"-1"-10"0,10 1-6 0,0 0-4 0,0 0-7 16,0 0-2-16,0 0-12 0,0 0-10 0,0 0-10 15,0 0-14-15,0 0-9 0,0 0-8 16,0 0-9-16,0 0-2 0,0 0 0 0,0 0-1 0,0 0-4 15,30 7-3-15,-19-7-2 0,7 0-4 0,-1 0-4 16,3 1-5-16,-2-1 1 0,1 0-5 16,1 0-6-16,-4 0-5 0,-2 0-1 0,-2 0-3 15,1 1-3-15,-1-1-4 0,0 0-2 0,-6 0-4 0,-6 0-3 16,12 0 2-16,-12 0-7 0,6 3 2 0,-6-3-2 16,7 2 1-16,-7-2 1 0,5 4 10 0,-5-4-3 15,5 6-2-15,-5-6 3 0,0 11 0 0,0-3 9 16,-3 2 11-16,1 2 4 0,0-1 5 0,-1 6 2 15,0-1-1-15,-1 4 8 0,-1 6 9 0,1 1 3 16,0-8-1-16,-1 7 1 0,3-6-3 0,-1-1-11 16,1 0-6-16,0-1-6 0,1-2 1 0,-1-2-4 15,-1-3-7-15,2 5 6 0,1-4-3 0,0 0-16 16,-2-2-32-16,2-1-34 0,-1-1-29 0,1-8-32 16,0 11-37-16,-1-3-37 0,1-8-33 0,-2 9-40 15,2-9-226-15,-6 8-520 0,6-8 231 0</inkml:trace>
  <inkml:trace contextRef="#ctx0" brushRef="#br0" timeOffset="50902.54">10667 5425 41 0,'9'-6'169'0,"-4"2"-14"16,0 0-19-16,5 2-12 0,2-1-9 0,-1 0-11 15,6-1-8-15,0 1-13 0,2-2-1 0,9 3-14 16,-9 1-12-16,4-1-24 0,4-2-35 0,2 0-36 15,-2 2-40-15,1-2-111 0,-9 2-207 0,-1-2 92 16</inkml:trace>
  <inkml:trace contextRef="#ctx0" brushRef="#br0" timeOffset="51118.76">11168 5208 61 0,'-1'-11'251'0,"1"11"-12"0,0 0-8 16,0-11-18-16,0 11-21 0,0 0-18 0,0 0-15 15,-4-7-17-15,4 7-14 0,0 0-4 0,0 0 11 16,-8 18-8-16,4-6-6 0,1 2-6 0,-1 1 1 16,-2 0-9-16,4 2-12 0,-2 2-6 0,0 1-7 15,3-2-5-15,-5 1-9 0,4-1-4 0,1-1-7 16,-1 0-5-16,2-1-9 0,-2-5-21 0,0 1-27 16,-1 0-28-16,1-2-35 0,0-3-39 0,0 4-49 15,2-5-46-15,0-6-38 0,-3 13-173 0,1-8-446 16,2-5 198-16</inkml:trace>
  <inkml:trace contextRef="#ctx0" brushRef="#br0" timeOffset="51351.83">11264 5279 93 0,'5'-6'230'0,"-5"6"-19"15,0 0-18-15,2-7-12 0,-2 7-5 0,0 0 4 16,0 0-9-16,0 0-7 0,0 0-14 0,-20 17-3 15,13-8-1-15,0-1-6 0,-1 6-14 0,1-4-7 16,-1 3 2-16,3 0-14 0,-2-3-1 0,2 2-6 16,0-1-12-16,0-2-2 0,3 1-13 0,-1-1-8 15,0-2-6-15,3 0-2 0,0-7-8 0,0 11-4 16,3-5-24-16,1-2-25 0,2 1-32 0,2-1-43 16,2 1-53-16,2-4-31 0,6 1-68 0,2-4-34 15,-3 1-151-15,0 0-451 0,3-2 200 0</inkml:trace>
  <inkml:trace contextRef="#ctx0" brushRef="#br0" timeOffset="51722.12">11498 5447 53 0,'0'0'203'0,"0"0"-20"0,0 0-15 0,7 3-7 16,-7-3-2-16,0 0 5 0,0 0 2 0,0 0-3 15,9-1-7-15,-9 1-3 0,0 0-4 0,9-3-4 0,-9 3-2 16,0 0-1-16,6-4-5 0,-6 4-13 15,6-4-11-15,-6 4-11 0,0-10-11 0,0 10-4 16,-3-11-11-16,3 11-3 0,-3-14-4 0,0 4-9 16,0 0-6-16,1-1-3 0,-1-1-8 0,1-3-4 15,0 2 8-15,1 2-10 0,2 0-3 0,1 3 2 16,0-2-5-16,2 3 0 0,3-2-10 0,1 3-2 16,3-1-4-16,0 0 0 0,3 2-2 0,2 1-3 15,3 3-4-15,-6 0-2 0,1 1 0 0,-3 4 0 16,1 0-5-16,-4 3 5 0,1 1-2 0,0 1 3 0,-1 2 5 15,-4 5 16-15,0 1 9 0,-4 0 2 0,1 0 7 16,-1-6-7-16,-3 0-3 0,3 0-7 16,0 0 8-16,0-3-9 0,0-1 11 0,-2 0-13 15,2-7-5-15,2 13-4 0,-2-9-1 0,0-4-10 16,4 9-29-16,0-6-19 0,5 0-34 0,4-3-38 0,3-2-53 16,5 0-67-16,7-3-55 0,-1-1-248 15,-2-4-583-15,-8 2 259 0</inkml:trace>
  <inkml:trace contextRef="#ctx0" brushRef="#br0" timeOffset="52950.21">10447 3869 45 0,'0'0'136'0,"-7"1"-5"0,7-1-11 15,0 0-5-15,0 0 3 0,0 0-6 0,0 0-10 16,0 0-13-16,0 0-10 0,0 0-9 0,0 0-3 16,0 0-16-16,0 0 5 0,0 0 8 0,0 0-5 15,25 7 2-15,-13-7-2 0,8 1-1 0,8-1-10 16,1-1 1-16,5 2-2 0,0-4-3 0,3 2-1 16,0-1-2-16,3 0-5 0,-3-2 0 0,-1 1-1 15,-2 0 1-15,1 0-1 0,-3 1-3 0,-3-1 2 16,-2-1-2-16,-7 3-4 0,-3 1-1 0,1 0-7 15,-6-1 2-15,-6 1-4 0,1-1-4 0,-7 1 3 16,12 0-5-16,-12 0-2 0,0 0 2 0,10-2-7 16,-10 2 7-16,0 0-7 0,0 0 3 0,10 0-7 15,-10 0-4-15,0 0-4 0,0 0-8 0,0 0-10 16,0 0-10-16,0 0-14 0,0 0-5 0,0 0-19 16,0 0-7-16,0 0-2 0,0 0-3 0,0 0 4 15,0 0 14-15,0 0 5 0,0 0-2 0,0 0 3 16,0 0 16-16,0 0 1 0,0 0 12 0,11-1-1 15,-11 1 4-15,5-4 9 0,-5 4 27 0,5-5 3 16,-5 5 17-16,0 0 11 0,6-5 11 0,-6 5 18 16,0 0 5-16,0 0 7 0,0 0 0 0,0 0-2 15,0 0-7-15,0 0-8 0,0 0-3 0,0 0-7 16,0 0-10-16,0 0-5 0,0 0-3 0,0 0-3 16,0 0-9-16,-19 10 4 0,15-3-1 0,-1-2-1 15,1 5 1-15,-2-1 5 0,1 1-3 0,0 0 4 16,1 1-5-16,1-2 3 0,2-1-1 0,-3 3-4 15,3-3-2-15,0-2 1 0,1-6 1 0,2 15 3 16,1-9 2-16,1-1 0 0,3 1 2 0,2 0 4 16,4-1-1-16,5-1-2 0,0 0-1 0,3-2-1 15,7-2-3-15,-8-2 2 0,3 1-7 0,-1-3-2 16,-2 1 2-16,0 0 0 0,-3-4 2 0,0 2 3 16,-1 0-1-16,-7-1 6 0,3-2 5 0,-4 0-8 15,0-2 4-15,-1 1-6 0,0-6 4 0,-5 4-6 16,-1-4-3-16,0-1 1 0,-3 1-1 0,-2 3-3 15,-2-3 0-15,-1 4 4 0,-3-2-7 0,-3 1-6 16,0 1-1-16,1 4-5 0,-3-2 0 0,-2 3-1 16,4 2-3-16,0 1-17 0,-4-1-25 0,2 2-22 15,0 4-26-15,1 0-33 0,1 2-47 0,3 0-56 16,-2 3-46-16,2-1-139 0,3 2-445 0,1-2 197 16</inkml:trace>
  <inkml:trace contextRef="#ctx0" brushRef="#br0" timeOffset="53433.77">11841 3742 109 0,'-2'-7'277'16,"2"7"-27"-16,0 0-28 0,0 0-21 0,-3-8-22 15,3 8-21-15,0 0-15 0,0 0-15 0,0 0-15 16,0 0-13-16,0 0-8 0,0 0-2 0,5 29-5 0,-2-12-4 16,-3-2-7-16,4 3 4 0,-3 0-3 0,0 1-6 15,2 7-4-15,-1-7-5 0,0-1-2 16,0 0-27-16,3-1 2 0,-3-1-3 0,-2-5 1 15,4 0-3-15,-1-1 1 0,-1-1-1 0,1-2-3 16,-3-1 3-16,4-1 4 0,-4-5-2 0,4 8 7 0,-1-2 10 16,1-3 10-16,-4-3 6 0,5 4 11 0,-5-4 8 15,0 0-3-15,0 0-8 0,20-9-7 16,-9 2-3-16,5-3-6 0,-3-2-2 0,1 0-8 16,0-3 9-16,6-4-17 0,-1-2-4 0,-1-1-5 15,1 1-5-15,-2-1 2 0,2 1 1 0,-6 4-9 0,-1 2 3 16,-2 1-6-16,-1 1 2 0,1 2-7 0,-5 4 4 15,1 0-8-15,-2 2-4 0,-1 0-10 16,-3 5-17-16,6-7-29 0,-6 7-33 0,5-6-39 16,-5 6-46-16,0 0-51 0,0 0-28 0,0 0-13 15,0 0-222-15,0 0-529 0,3 18 234 0</inkml:trace>
  <inkml:trace contextRef="#ctx0" brushRef="#br0" timeOffset="53917.67">12291 4002 36 0,'0'0'168'0,"0"11"5"0,0-11-3 0,-5 11 1 0,3-2 0 16,-2 0-8-16,1 0-10 0,-2-3-10 0,3 3-9 16,-2 1-8-16,1-1-6 0,1-1-4 15,-2 1-1-15,4 0-4 0,-4-3-3 0,4-6-3 16,-4 10-3-16,4-10-1 0,-2 7-4 0,2-7 10 15,-3 6 4-15,3-6 10 0,0 0 2 0,-5 6 9 0,5-6 6 16,0 0 5-16,0 0-17 0,0 0-3 16,0 0-12-16,0 0-12 0,0 0-21 0,0 0 1 15,8-31-9-15,-5 21 1 0,2-2-12 0,-1-3-14 16,3-1-3-16,2-3-3 0,-2 1-7 0,-1 0 1 16,1 0-7-16,3-6-1 0,-3 6-3 0,3-5-5 15,-1 0-3-15,0 6-8 0,-4 5-4 0,1 2 7 16,1 0-8-16,-3 1-7 0,1 3 2 0,-2 0-7 0,1 2 3 15,-4 4-7-15,4-7 8 0,-4 7 2 16,0 0-12-16,0 0 5 0,16 5-1 0,-9 3-7 16,-2 2 9-16,1 0 4 0,0 8 0 0,-1-1 3 15,1 1-1-15,-2 1 3 0,0-1 3 0,-2 2 4 16,0-4 1-16,-1 1 1 0,0-4 1 0,2 2-4 16,-3-2 4-16,2 0 1 0,0-1-2 0,0 0 15 15,-2-3-15-15,0 1-8 0,2-2 7 0,0 0 2 16,2-2-5-16,-4 0 3 0,0-6-22 0,4 10-18 15,-2-5-35-15,1 0-43 0,-3-5-39 0,4 7-37 0,-4-7-32 16,4 7-55-16,-4-7-43 0,4 7-208 16,-4-7-571-16,0 0 253 0</inkml:trace>
  <inkml:trace contextRef="#ctx0" brushRef="#br0" timeOffset="54065.83">12309 4040 160 0,'0'0'193'0,"0"0"-28"16,0 0-11-16,0 0-13 0,0 0-15 0,24-8-15 16,-10 6-12-16,-1 2-10 0,4 0-30 0,3-3-37 15,-3 0-43-15,6 3-58 0,-5-1-125 0,-4 2-220 16,6 0 98-16</inkml:trace>
  <inkml:trace contextRef="#ctx0" brushRef="#br0" timeOffset="55118.18">10430 7271 23 0,'0'0'75'0,"0"0"4"0,0 0-7 16,-2-7-7-16,2 7-4 0,0 0-11 15,-6-6 6-15,6 6 0 0,0 0-13 0,0 0 1 0,-7-3-13 16,7 3-3-16,0 0-1 0,0 0-5 0,-6-4 17 16,6 4-19-16,0 0-3 0,0 0 2 0,0 0-1 15,-8-5-6-15,8 5 1 0,0 0-4 0,0 0 1 16,-9-3 2-16,9 3-1 0,0 0 5 0,0 0 0 16,0 0-6-16,-9-1 1 0,9 1 6 0,0 0-3 15,0 0 5-15,0 0 0 0,-10-1-8 0,10 1-7 16,0 0 11-16,0 0 1 0,0 0-7 0,0 0 1 15,0 0 5-15,-9 0-3 0,9 0 2 0,0 0-1 16,0 0-14-16,0 0 14 0,0 0-9 0,0 0 9 16,0 0-4-16,-11 0 0 0,11 0 2 0,0 0 4 15,0 0 10-15,0 0 2 0,0 0-2 0,0 0 13 16,-11-2-5-16,11 2-2 0,0 0 3 0,0 0-4 16,0 0-2-16,0 0-2 0,0 0 3 0,0 0-2 15,0 0 0-15,0 0-3 0,0 0-7 0,0 0 3 16,0 0-4-16,0 0 2 0,0 0-4 0,0 0-3 15,0 0 2-15,0 0 0 0,0 0-4 0,0 0 2 16,27 3 2-16,-15-2-1 0,7-3-1 0,1 0 2 16,3 1-5-16,8 0 1 0,0 0 0 0,1 1 2 15,0-2-4-15,1 0 2 0,-2 2-4 0,1 0-2 16,-4 0 1-16,0-4-7 0,-1 3-20 0,-5 1-13 16,-2-2-25-16,1 2-12 0,6-2-20 0,-8 1-19 15,-1 1-19-15,1 0-95 0,-6-1-244 0,0-2 107 16</inkml:trace>
  <inkml:trace contextRef="#ctx0" brushRef="#br0" timeOffset="55484.2">10740 7232 158 0,'0'0'162'0,"0"0"-10"0,0 0 1 15,0 0-10-15,0 0-7 0,0 0-11 0,0 0-16 0,0 0-17 16,0 0 2-16,0 0-11 0,0 0-7 0,0 0-5 15,0 0-6-15,22 5-6 0,-8-5-9 0,7 1 2 16,9-1-8-16,-10-2-2 0,12 1-3 16,0-2-6-16,0-1-2 0,-1 1-6 0,-2 2-4 0,-2-2 2 15,-7 0-3-15,0 0-6 0,-1 2-3 0,-4 0-3 16,2 1-14-16,-6-1-24 0,2 1-21 0,-3 1-26 16,2-2-34-16,-2 1-22 0,-10 0-25 0,12 0-97 15,-5 1-275-15,-7-1 123 0</inkml:trace>
  <inkml:trace contextRef="#ctx0" brushRef="#br0" timeOffset="55851.15">11228 7213 82 0,'0'0'170'0,"0"0"-8"0,0 0-5 0,0 0-2 16,0 0-9-16,0 0-10 0,0 0-10 0,0 0-7 15,0 0 0-15,-24 8-11 0,24-8-3 0,-7 4 1 16,2 0-7-16,0 2-3 0,1-2-8 0,0 3-6 16,4-7-7-16,-7 8-8 0,5-2-7 0,2-6-4 15,-7 8-8-15,6-2-7 0,1-6 0 0,0 0-2 16,1 9 0-16,-1-9-3 0,7 10 2 0,-1-8 1 16,1 0-4-16,2 1 0 0,5 0-5 0,-3-3-3 15,1 1 0-15,1-2-4 0,0 0-1 0,1-1-1 16,-4 1-4-16,3-2 7 0,-4 2-5 0,0-5-2 15,2 3-7-15,-3-2 1 0,0-2-1 0,-1 1 6 16,-1-2-1-16,-3 2 11 0,0-1 2 0,-1-2-5 16,-2-1 0-16,0 10-5 0,-6-16 0 0,4 7-2 15,-6-1-2-15,0 4-5 0,-2 1-3 0,-2 2-11 16,0 1-28-16,-6-1-40 0,0 6-45 0,-4 1-57 16,0 1-60-16,-4 2-188 0,8-1-458 0,1 0 203 15</inkml:trace>
  <inkml:trace contextRef="#ctx0" brushRef="#br0" timeOffset="55975.56">11297 7186 1899 0,'6'-2'66'0,"-6"2"-102"0,7-3-100 0,-7 3-78 0,0 0-50 15,9-2-285-15,-9 2 127 0</inkml:trace>
  <inkml:trace contextRef="#ctx0" brushRef="#br0" timeOffset="78802.25">6562 4467 92 0,'0'0'203'0,"-4"-6"-4"0,4 6-9 0,-4-9 7 16,4 9-20-16,-4-7 4 0,4 7-8 0,-3-8-6 16,3 8-10-16,-4-6-10 0,4 6-8 0,-4-7-6 15,4 7-3-15,0 0 0 0,-4-6-8 0,4 6-4 16,0 0 3-16,0 0-21 0,0 0-6 0,-2-7-7 15,2 7-9-15,0 0-7 0,0 0-11 0,0 0-1 16,0 0-18-16,0 0-4 0,0 0-4 0,0 0-6 16,0 0 1-16,0 0-8 0,0 0 2 0,0 0-1 15,0 30 0-15,2-21-6 0,-2 1-3 0,2 2-1 16,-1 0 2-16,-1 0-3 0,1 0 2 0,2 0-6 16,-2 4 1-16,1-5-3 0,2 1 4 0,-4-3 0 15,1 2-4-15,-1-5 2 0,0 5-3 0,2-5 2 16,-1 3 2-16,2 0-1 0,-3-4-5 0,2 2-21 15,-2-7-19-15,-1 9-18 0,1-9-21 0,0 10-25 16,0-10-24-16,-4 10-34 0,1-5-36 0,3-5-27 16,-5 7-28-16,5-7-158 0,-14 3-443 0,8-2 197 15</inkml:trace>
  <inkml:trace contextRef="#ctx0" brushRef="#br0" timeOffset="79084.2">6457 4404 19 0,'4'-6'153'0,"1"0"-10"16,3-1-4-16,2 1-9 0,0 2 1 0,7 2-7 15,-3-1 6-15,8 4 4 0,-2 1-10 0,-2 1-8 16,1 4 2-16,9 5-3 0,-3 0-3 0,-6-4-13 16,-5 4-7-16,1-1-11 0,-1 1-5 0,-2 3-4 15,-5-1-7-15,0-2-2 0,-6 3-6 0,0 2-5 16,1-4-1-16,-4-2-6 0,-3 5 0 0,0-5 3 15,-5 4 0-15,-3 0 0 0,-7 2-3 0,-2-1 5 16,-2-3-9-16,-1-2 0 0,5-3-5 0,1 0-6 16,-2-3-2-16,3 1-3 0,-1-1-2 0,3-2-12 15,2-1-13-15,3 1-14 0,-1-3-23 0,3-1-29 16,0-1-45-16,9 2-47 0,-12 0-31 0,12 0-205 16,0 0-428-16,-4-6 190 0</inkml:trace>
  <inkml:trace contextRef="#ctx0" brushRef="#br0" timeOffset="79300.19">6885 4621 170 0,'0'0'286'0,"0"0"-15"16,12 0-16-16,-12 0-17 0,8 0-19 0,-8 0-16 16,0 0-20-16,0 0-17 0,6 3-15 0,-6-3-12 15,0 0 2-15,0 0-1 0,-3 15-4 0,3-15-10 0,-3 14-9 16,0-7-10-16,3 3-15 0,-3 2-11 15,2-3-6-15,0 0-9 0,1 0-29 0,-1 0-27 16,-2 1-30-16,2 0-44 0,-1 0-54 0,0-1-63 16,1 3-63-16,-1-2-220 0,1-1-503 0,-1 1 223 15</inkml:trace>
  <inkml:trace contextRef="#ctx0" brushRef="#br0" timeOffset="79788.17">8301 4563 76 0,'0'0'272'15,"2"-8"-12"-15,-2 8-4 0,0 0-4 0,1-9-9 16,-1 9-2-16,0 0-18 0,0 0-12 0,2-5-15 15,-2 5-19-15,0 0-12 0,0 0-17 0,0 0-24 16,0 0-15-16,0 0-13 0,0 0-3 0,0 0-14 16,0 0-9-16,0 0-9 0,2 25-1 0,0-16-7 15,0-1-4-15,0 8-7 0,1-4 6 0,-2 0-10 16,2 4 0-16,-2-4-7 0,0 0-4 0,2-1-1 16,-1 0 6-16,2-1-11 0,-3 1-8 0,1-3 6 15,-1 1-11-15,1-1-2 0,0 2-25 0,-2-4-27 16,1 0-23-16,-1-6-26 0,-3 12-24 0,3-12-23 15,-2 10-35-15,2-10-26 0,-3 7-21 0,3-7-31 16,0 0-164-16,-6 6-455 0,6-6 202 0</inkml:trace>
  <inkml:trace contextRef="#ctx0" brushRef="#br0" timeOffset="80051.82">8309 4593 166 0,'-1'-8'204'0,"1"8"-12"0,0-11-7 0,0 11-12 0,1-8-15 15,-1 8-11-15,0 0-14 0,8-10-14 0,-4 7-6 16,7 0 0-16,1 2-3 0,7-1-6 0,0 4-5 16,4 0 1-16,6 6 2 0,3-1-8 0,-5 1-9 15,-1 0-7-15,-8 2-9 0,-2-1-9 0,0 1-2 16,-4 2-10-16,-4-1-5 0,-2 0 1 0,0-3-8 16,-3 2 3-16,0-2 2 0,-4 3 3 0,-1 0 3 15,-1-3 7-15,-3 3 3 0,-3-2 0 0,-3 1-5 16,-2 1-3-16,-2-3-4 0,1-1-3 0,-2 1-6 15,2-1-1-15,-5-2-9 0,3 0 0 0,-2-1-24 16,-2-1-19-16,5 0-28 0,2 0-30 0,-3-2-38 16,-1 2-50-16,8-2-43 0,0 0-57 0,1 0-172 15,9-1-469-15,-14 1 208 0</inkml:trace>
  <inkml:trace contextRef="#ctx0" brushRef="#br0" timeOffset="80367.61">8770 4763 161 0,'13'1'216'16,"-13"-1"-9"-16,12 3-12 0,-7 0 3 0,0 2-11 16,0 3-7-16,-1 1-11 0,-1 0-24 0,-2 1-8 15,0 2-9-15,-2-1-10 0,-2 1-7 0,-2 1-3 16,-1 2-9-16,-6 0-9 0,1 1 3 0,-2 0-2 15,-1-3-4-15,0-1-5 0,0-1 0 0,6-2-4 16,0-4-5-16,3 0-7 0,-1 0-7 0,1-1-4 16,5-4-5-16,-7 6-7 0,7-6 1 0,-3 4-10 15,3-4-5-15,0 0 4 0,0 0-4 0,21 5 0 16,-1-3-2-16,11-4-12 0,5 0-7 0,19-1-28 16,1-1-33-16,1-2-41 0,4 3-61 0,-1-3-61 15,0 1-74-15,-23 2-165 0,3-5-493 0,-2 4 219 16</inkml:trace>
  <inkml:trace contextRef="#ctx0" brushRef="#br0" timeOffset="86036.19">13982 2916 34 0,'0'0'129'16,"0"0"-5"-16,-25-7 2 0,25 7-7 0,-13-2-4 15,4 4-4-15,9-2-1 0,-20 0-9 0,8 1 5 16,-1-1-5-16,4 2-8 0,-5 0-7 0,6-2 0 15,-3 0-1-15,1 2-5 0,-1-1-3 0,5 1 2 16,6-2 0-16,-15 1-6 0,7 0 5 0,8-1-8 16,-13 0 4-16,13 0-3 0,-12 2-1 0,12-2-8 15,-6 1-1-15,6-1-13 0,0 0 7 0,0 0-16 16,0 0 2-16,0 0-5 0,0 0-1 0,0 0-3 16,27 1-2-16,-10-1-7 0,3 0 0 0,1 2-4 15,2-4-2-15,5 1 0 0,1 2-4 0,-8-2 2 16,8 1-3-16,-8 0-12 0,-2 0-16 0,0 0-26 15,-4 0-23-15,3 3-24 0,-7-2-34 0,1-2-33 16,-4 2-42-16,-8-1-163 0,9 2-392 16,-9-2 174-16</inkml:trace>
  <inkml:trace contextRef="#ctx0" brushRef="#br0" timeOffset="86321.14">13793 2953 185 0,'0'0'237'16,"-13"-1"-22"-16,13 1-16 0,0 0-15 16,0 0-24-16,-5 3-12 0,5-3-18 0,0 0-12 0,0 0-5 15,-6 11 7-15,6-5-5 0,-2 4-7 0,2 0-1 16,-1 3-4-16,-1-1 4 0,0 4-1 0,2 0-5 16,0 1-1-16,2-1-1 0,-2-3-5 0,2 5-5 15,-1-1-9-15,-1-6-5 0,2 5-9 0,-2-5-7 16,2 0-3-16,0 1-5 0,0-3-3 0,-2 2-9 15,2-5 1-15,0 5-4 0,-1-3-7 0,2 1-3 16,-1-4-21-16,-2 2-11 0,0-7-22 0,2 10-23 16,0-5-26-16,-2-5-29 0,0 9-25 15,0-9-39-15,5 6-25 0,-5-6-28 0,4 4-17 0,-4-4-148 16,0 0-418-16,0 0 185 0</inkml:trace>
  <inkml:trace contextRef="#ctx0" brushRef="#br0" timeOffset="86651.81">13825 3168 1 0,'0'0'190'16,"0"0"-21"-16,0 0-17 0,0-9-11 0,0 9-13 15,0 0-10-15,0 0-15 0,9-3-1 0,-9 3-1 16,18 0-11-16,1 0-4 0,4-1-7 0,6-2-3 0,1 2-3 16,5-1-13-16,-1 2 5 0,-2 0-14 0,-1-2-6 15,-2 2-1-15,1 0-2 0,-12-1-7 16,-5 1 0-16,1-4-5 0,-5 4-7 0,2 0 2 15,1 0 3-15,-12 0 6 0,13 0 9 0,-7 0 4 16,-6 0-2-16,0 0 1 0,10-1-1 0,-10 1-2 16,0 0-5-16,0 0-2 0,0 0-8 0,8 4-5 15,-8-4-1-15,0 0 1 0,2 7-4 0,-2-7 0 0,1 12-1 16,1-6 7-16,-2-6 3 0,-3 15-5 16,3-3-5-16,0-3 4 0,-1 2-6 0,0-1 1 15,1 0-1-15,1 1-1 0,1-2-4 0,0 3-8 16,-2-2-27-16,-2-1-30 0,2 1-42 0,0-10-38 0,2 15-27 15,0-8-30-15,0 0-169 0,-2-7-389 16,0 0 173-16</inkml:trace>
  <inkml:trace contextRef="#ctx0" brushRef="#br0" timeOffset="86803.3">14263 2939 67 0,'7'-2'59'16,"-7"2"-22"-16,0 0-17 0,18 16-30 0,-10 1-20 15,-1 1-31-15,5 5 15 0</inkml:trace>
  <inkml:trace contextRef="#ctx0" brushRef="#br0" timeOffset="87068.68">14467 3307 228 0,'0'0'260'0,"0"0"-8"0,0 0-11 0,0 0-23 16,0 0-12-16,0 0-7 0,0 0-17 0,-6-28-12 15,3 21-23-15,3 7-7 0,0-15 3 0,0 6-12 16,3-1-10-16,3 2-11 0,-3-3-16 0,3 3-10 16,0 1-9-16,1-2-6 0,1 3-9 0,1 0-9 15,-3 2 0-15,1 3-11 0,3 1-10 0,-10 0 0 16,14 3-6-16,-4 1 1 0,-1 0-9 0,-5 2 2 15,5 0 1-15,-3 3-5 0,2-2-8 0,-3 4 3 16,0-3-15-16,0 1-25 0,-2-1-22 0,-2 4-21 16,2-3-36-16,-5 1-34 0,4 1-52 0,-1-4-35 15,1-1-28-15,-2-6-135 0,4 12-425 0,-1-7 188 16</inkml:trace>
  <inkml:trace contextRef="#ctx0" brushRef="#br0" timeOffset="87500.1">14950 3214 159 0,'-7'-9'215'0,"1"6"-5"15,-5 1-9-15,2 0-6 0,-3 2-12 0,-1 0-7 16,-7 3-18-16,3 1-7 0,4 0-19 0,1-1-8 16,0 2-12-16,3 1-10 0,-3 0-10 0,3 2 17 15,0 0-7-15,3 0-12 0,-2 1-8 0,2-1-9 16,4-3-7-16,0 2 1 0,2-7-8 0,2 13-8 15,-2-6-6-15,6-1-3 0,0 1 0 0,4-2-1 16,1-1-8-16,1-1-2 0,1-2-2 0,-1-1-3 16,2 0 0-16,-1-1-9 0,-1 1 6 0,-2-4 0 15,1-4-6-15,0 1-3 0,-2-1-1 16,-2-3-5-16,1 0 0 0,-2-3-8 0,0-3 5 0,-1-1 4 16,-1 0-3-16,-3-2 2 0,-1-7-3 0,3 1 4 15,-1 1 0-15,-3-3 4 0,-1 2 6 0,-1 6 11 16,-1 2 7-16,4 0-1 0,-2 2 9 0,2 0-8 15,0 4 5-15,-3 2 6 0,2 3-2 16,1 7-6-16,-2-11-16 0,2 11-11 0,-3-7 17 16,3 7-8-16,0 0 4 0,0 0-13 0,0 0 6 0,0 0-10 15,3 35 2-15,-1-17 1 0,-2 6 0 0,1-5-4 16,0 8 5-16,-1-6-4 0,2 3-1 0,0 1-2 16,2-5-25-16,-4-1-2 0,5 4-45 0,-4-4-37 15,3 0-46-15,-1-2-48 0,2-1-46 16,0-1-46-16,0 1-202 0,-1-6-529 0,2 0 234 15</inkml:trace>
  <inkml:trace contextRef="#ctx0" brushRef="#br0" timeOffset="87801.14">15286 3215 12 0,'0'0'278'15,"3"-6"-28"-15,-3 6-22 0,0 0-21 0,0 0-9 16,0 0-5-16,0 0-5 0,0 0-2 0,-18 16-17 15,12-8-16-15,3-3-16 0,-2 4-14 0,-1-1-8 0,4 3-10 16,0-4-8-16,2 3-17 0,2-2 1 16,-2-1-6-16,7 1-6 0,-2-3-5 0,1 1-11 15,1-3 22-15,3 2-7 0,2-3-2 0,0 1-1 16,1-3-2-16,0 0-2 0,0 0 3 0,-2-3 5 16,1 0 0-16,-3-4 3 0,1 1-11 0,-2 0 0 15,-2-3 3-15,-3 0-15 0,0-1-9 0,-1-1 3 16,-2-2-10-16,-3 2-24 0,1-1-2 0,-2-1-15 15,-1 2-38-15,-1 0-26 0,-1 1-23 0,-1 3-41 16,-2-1-46-16,1 2-43 0,-1 1-42 0,0-1-35 16,-2 5-160-16,-1 0-499 0,13 1 221 0</inkml:trace>
  <inkml:trace contextRef="#ctx0" brushRef="#br0" timeOffset="88184.47">15466 3137 84 0,'5'-3'265'0,"-5"3"-29"0,0 0-25 0,0 0-18 16,0 0-9-16,9 9-6 0,-11-1 11 0,2 1-10 16,0 1-8-16,-1 1-14 0,1-1-5 0,1 0-3 15,-1 3-6-15,2-3-15 0,-1 0-8 0,0 1-9 16,2-3-12-16,3 1-12 0,-1-1-2 0,0 0-7 16,6-1-20-16,-4-1 14 0,2-2-6 0,4-1-4 15,0-1-6-15,2-2 6 0,2 0-10 0,1-5 10 16,-6 1-9-16,6-2 3 0,-2 0-8 0,-4 1 22 15,0 0-13-15,-2-2 1 0,0-2-4 0,-2 1-3 16,0-3-5-16,-1 2-5 0,1-2-1 0,-3 2-3 16,0-1 4-16,-1 0 7 0,0 3-3 0,-1-1 1 15,-3 8 0-15,2-8 6 0,-2 8-9 0,3-7-19 16,-3 7 0-16,3-8 5 0,-3 8-10 0,0 0 3 16,0 0-6-16,0 0-4 0,0 0 2 0,0 0 0 15,-8 24-6-15,5-17 3 0,3-7-5 0,-3 17 5 16,2-8-4-16,1 1-2 0,0-3 2 0,1 1 0 15,2-1-1-15,2 2 2 0,3-2-24 0,1 0-33 16,1-1-46-16,6 0-58 0,-4-2-49 0,3-2-49 16,2 2-48-16,-3-6-44 0,-3 2-235 0,-11 0-625 15,20-2 277-15</inkml:trace>
  <inkml:trace contextRef="#ctx0" brushRef="#br0" timeOffset="88434.03">16020 3024 292 0,'4'-18'297'0,"-1"4"-5"0,-3 3 2 0,2 0 5 16,1 0-2-16,-3 1-21 0,0 3-8 0,0 7-19 16,0-9-21-16,0 9-25 0,0 0-22 15,0 0-24-15,0 0-10 0,0 0-21 0,0 0-7 16,0 0-1-16,2 29-3 0,-4-12-10 0,-1 9-2 0,1-1-6 16,0 2-2-16,-1-2-18 0,0 0 4 0,0 1-2 15,3-8-17-15,0 0 8 0,0-2-8 0,-1 0-4 16,1 0-7-16,-1-2-3 0,2 0-8 0,2-4-3 15,-2 2-8-15,4-1-16 0,-5-1-33 16,5-2-30-16,2-2-46 0,-4 0-42 0,3 0-48 16,-1 1-37-16,-5-7-33 0,10 7-38 0,-3-5-45 0,-7-2-239 15,0 0-625-15,0 0 277 0</inkml:trace>
  <inkml:trace contextRef="#ctx0" brushRef="#br0" timeOffset="88578.86">16034 3120 226 0,'-6'-6'257'0,"1"-1"-17"0,0 3-14 16,5 4-17-16,-8-7-19 0,8 7-17 0,-4-5-21 0,4 5-15 16,0 0-13-16,0 0-12 0,0 0-13 0,13-6-18 15,0 6-24-15,-2 0-48 0,12 0-55 0,8 0-75 16,-2 0-69-16,-9 3-133 0,0 1-349 16,0 0 155-16</inkml:trace>
  <inkml:trace contextRef="#ctx0" brushRef="#br0" timeOffset="89100.94">14110 3862 89 0,'-11'-5'271'0,"11"5"-14"0,-10-1-11 16,10 1-15-16,-10-3-11 0,10 3-10 0,-7-3-17 15,7 3-13-15,0 0-19 0,0 0-16 0,0 0-9 0,0 0-20 16,0 0-4-16,0 0-19 0,0 0-7 0,34-7-8 16,-10 5-5-16,6-1-11 0,-1 2-4 0,1-2-16 15,1 2-30-15,-2 2-32 0,-2-2-34 16,-7 2-42-16,-2-2-43 0,1 1-47 0,-2-2-53 16,-6 4-151-16,2-6-422 0,-6 3 187 0</inkml:trace>
  <inkml:trace contextRef="#ctx0" brushRef="#br0" timeOffset="89489.12">14267 3852 132 0,'-7'3'239'0,"7"-3"-25"0,0 0-22 16,-6 7-14-16,6-7 0 0,-4 10 6 0,2-3-4 16,-6 3-2-16,4 3-1 0,-1 4-5 0,1 1-3 15,-1 1-13-15,1-1-3 0,-3 7-4 16,3-6-12-16,-1-2-11 0,1 3-6 0,2-2-14 0,-1-2-11 15,1 1-5-15,0-6-7 0,2 3-4 0,0-2-13 16,-2-2-7-16,0 1-8 0,2-3-6 0,0 2 2 16,0-3-1-16,0-7-10 0,0 12-1 0,0-12 0 15,-1 9-12-15,1-9 2 0,0 9-5 0,0-9-3 16,0 0 0-16,-3 8 0 0,3-8 4 0,0 0-1 16,0 0 1-16,-2 7-1 0,2-7-6 0,-8 0 0 15,8 0-6-15,0 0 6 0,-18-2 0 0,18 2-8 16,-16-1 0-16,9 0 4 0,7 1-6 0,-16-3 2 15,8 3-1-15,8 0-31 0,-13-3 4 16,5 2 3-16,8 1 5 0,-9-3 2 0,9 3-3 0,0 0 3 16,-10-3-2-16,10 3 5 0,0 0-5 0,0 0 2 15,0 0 1-15,0 0 3 0,0 0-8 0,0 0 11 16,39 3-3-16,-20-2 1 0,10 1-20 0,-1-2-15 16,0-2-39-16,1 2-37 0,-2 2-45 0,-5-4-48 15,-1 2-32-15,6 0-30 0,-7 0-199 0,-1 0-510 16,-2-2 226-16</inkml:trace>
  <inkml:trace contextRef="#ctx0" brushRef="#br0" timeOffset="89734.04">14570 4131 261 0,'0'0'280'0,"1"-10"2"0,-1 10-1 0,1-7-6 16,-1 7-5-16,0 0-13 0,3-5-17 0,-3 5-19 15,0 0-21-15,0 0-20 0,0 0-26 0,0 0-12 16,0 0-17-16,0 0-4 0,0 0-3 15,0 0-13-15,-2 29-13 0,0-17-4 0,-1 4-3 16,1-4-8-16,0 5 3 0,0-2-21 0,2 2-6 0,-2-6 9 16,1 4-21-16,-1-2-9 0,2-1 6 0,-1-2-14 15,2 3-16-15,0-5-33 0,-1 1-29 0,0-2-33 16,0 1-17-16,1-1-23 0,-1-7-22 0,0 12-28 16,0-5-32-16,0-7-40 0,1 9-23 0,-1-9-195 15,-2 7-505-15,2-7 223 0</inkml:trace>
  <inkml:trace contextRef="#ctx0" brushRef="#br0" timeOffset="89984.13">14556 4150 157 0,'6'-9'199'0,"0"2"-1"0,5 1-4 16,-1 1-6-16,8 1-5 0,0 4-2 0,-1 1-6 15,1 3-13-15,0 3-13 0,-2-2-10 0,2 4-9 16,-3 1-12-16,-2 2-14 0,-2 2-5 0,0 0-9 15,-2 1-3-15,-2 2-8 0,-3-1-6 16,-2 0 0-16,-2-4-7 0,-2 2-2 0,-3 0 1 0,-3 1 1 16,-4-2-3-16,-1-1-8 0,-1-1-3 0,-2-2-4 15,-2 1-5-15,1-1-7 0,0-2 1 0,-3 0 2 16,3-3-19-16,-1 1-17 0,5-1-25 0,0-3-35 16,2 0-34-16,-1 1-52 0,12-2-52 15,-19-2-52-15,11 0-200 0,8 2-484 0,0 0 214 0</inkml:trace>
  <inkml:trace contextRef="#ctx0" brushRef="#br0" timeOffset="90234.97">15186 4203 320 0,'0'0'330'0,"0"0"-22"0,0 0-20 0,-8-12-20 0,8 12-17 15,0 0-22-15,0 0-18 0,0 0-16 0,0 0-18 16,0 0-15-16,0 0-7 0,0 0-13 16,17 1-6-16,-8 0-20 0,0 1-9 0,2 1-11 15,3-3-9-15,-3 3-8 0,1-3-8 0,-3 2-13 0,1-2-21 16,-2 0-27-16,-8 0-41 0,15 0-38 16,-8 3-46-16,-7-3-52 0,9 0-59 0,-9 0-55 15,9 2-210-15,-9-2-532 0,0 0 236 0</inkml:trace>
  <inkml:trace contextRef="#ctx0" brushRef="#br0" timeOffset="90650.82">15696 4047 2558 0,'12'-10'20'0,"-3"3"12"0,0-2 30 16,-1 2 18-16,0-1-3 0,1 1-6 0,2 3-28 0,-2-4-6 15,3 3 4-15,0 0 9 0,5 0 7 16,-6 2-5-16,0 2 0 0,1 1-2 0,0 1 0 16,-2 2-6-16,2 2 1 0,-2-2-7 0,-2 5 0 15,-1 2 7-15,1-1-7 0,-3 1-1 0,-1 3-2 16,0 0 7-16,-6 1-2 0,1 2 6 0,-4-1 0 0,-1 1 2 16,-4-3 0-16,0 3 2 0,1-7 4 0,-3 2 0 15,1-2-7-15,1-1 0 0,-1-1 8 16,2 0-10-16,-1-2 0 0,-2 2-3 0,4-2-2 15,-1-1-7-15,1-1 1 0,3 0 14 0,-1 0 0 16,6-3-5-16,-9 5 1 0,9-5-3 0,-6 2-6 0,6-2-8 16,-9 4 5-16,9-4-9 0,0 0-6 15,-5 5-7-15,5-5 8 0,-3 7-5 0,3-7 2 16,-2 13-1-16,1-6 5 0,1 2-7 0,0 0 11 16,-2 1-6-16,1 1-9 0,1 0 0 0,-1 2 1 15,1 4-8-15,0-2-30 0,1 1-36 0,-1 1-58 0,1-2-47 16,-1 3-42-16,2-2-52 0,-4 3-58 0,2-2-41 15,-2 2-212-15,2-2-622 0,-3 1 276 0</inkml:trace>
  <inkml:trace contextRef="#ctx0" brushRef="#br0" timeOffset="90773.12">15726 4701 222 0,'0'0'283'16,"0"0"0"-16,0 9-3 0,0-9-7 0,0 0-13 15,0 0-9-15,-1 7-23 0,1-7-17 0,0 0-23 16,0 0-24-16,0 0-38 0,0 0-52 15,0 0-62-15,0 0-69 0,0 0-89 0,0 10-96 16,0-10-160-16,0 0-435 0,0 0 192 0</inkml:trace>
  <inkml:trace contextRef="#ctx0" brushRef="#br0" timeOffset="93751.15">14290 4837 162 0,'0'0'235'0,"0"0"12"0,0-9-10 16,0 9-12-16,0 0-11 0,0 0-17 0,0 0-17 0,0 0-21 15,0 0-14-15,0 0-15 0,0 0-17 0,0 0-13 16,0 0-8-16,0 0-11 0,0 0-2 15,0 0-6-15,10 23-4 0,-4-11-5 0,1 2-4 16,3 1-4-16,-3-1-8 0,3 1 4 0,-4-1-3 16,3 3-1-16,-2-3-2 0,0-1-4 0,1 0-2 15,-3-3-1-15,3 2-7 0,-3-2-4 0,1 0 4 16,-2 1-8-16,4-3-2 0,-5-2-2 0,-1 0-3 0,4-1 0 16,0 0 0-16,-6-5 0 0,2 8-3 15,-2-8 1-15,4 5 19 0,-4-5 26 0,0 0 3 16,5 4 12-16,-5-4-15 0,0 0 12 0,0 0-9 0,0 0-10 15,14-17-7-15,-11 11-1 0,2-4-9 0,1-1-5 16,-1 0 6-16,0-5-8 0,-1 1 0 16,5 0-1-16,-5-1-10 0,-1-2-3 0,3 3 1 15,-1 0 0-15,-1-1 0 0,1 2-11 0,-4 0 6 0,3 4 4 16,-2 0-14-16,2 0-15 0,-3 3-28 0,1 0-20 16,2 2-35-16,-4 5-39 0,0-9-46 0,0 9-34 15,0 0-13-15,0 0-20 0,0 0-25 0,0 0-211 16,-13 22-526-16,8-10 232 0</inkml:trace>
  <inkml:trace contextRef="#ctx0" brushRef="#br0" timeOffset="94018.58">14586 4996 9 0,'0'0'294'15,"3"-3"-12"-15,-3 3-16 0,0 0-18 0,0 0-23 16,5-5-16-16,-5 5-22 0,0 0-19 0,0 0-9 15,0 0-27-15,0 0-11 0,0 0-13 16,0 0-7-16,0 0 0 0,3 17-8 0,-3-10-7 16,1 0-1-16,-2 5-7 0,1-2-5 0,1-1-6 0,-2 1 1 15,1 0-3-15,1 2-13 0,-1-2-4 0,0 1-6 16,1-1-1-16,-1 0-8 0,-2-1 1 0,3 0-1 16,-1-3-5-16,0-6-1 0,0 14-15 0,1-9-20 15,-1-5-20-15,0 11-22 0,0-11-18 0,1 9-28 16,-1-9-36-16,0 0-36 0,-2 10-34 0,2-10-31 15,-3 6-199-15,3-6-468 0,0 0 207 0</inkml:trace>
  <inkml:trace contextRef="#ctx0" brushRef="#br0" timeOffset="94283.39">14579 5002 92 0,'0'0'175'0,"10"-2"11"0,-10 2 1 15,13 0-9-15,-4 2-3 0,2 2-6 0,1 1-9 16,0 1-9-16,2 2-5 0,-3 0-1 0,1-1-14 16,-3 3-6-16,4 0-13 0,-1 2-11 0,-3-2-6 15,-3 0-10-15,2 1-8 0,-5-1-6 0,0 0-5 16,0 1-4-16,-2-4-2 0,-5 3-5 16,0 0-4-16,-4-2 1 0,0 1-6 0,-1-2-6 0,-5 0-1 15,1 2 0-15,-5-2-9 0,0-1-2 0,-2 0-6 16,2-2-15-16,0-1-18 0,-1-1-19 0,6 0-14 15,0 0-38-15,2-1-32 0,3-1-41 0,8 0-25 16,-15 1-44-16,15-1-163 0,-9-2-419 16,9 2 187-16</inkml:trace>
  <inkml:trace contextRef="#ctx0" brushRef="#br0" timeOffset="94550.08">15105 5129 274 0,'0'0'308'0,"0"0"-20"0,0 0-18 0,0 0-9 15,0 0-20-15,0 0-18 0,-2-10-21 0,2 10-13 16,0 0-22-16,0 0-17 0,0 0-15 0,0 0-7 16,0 0-13-16,10-2-9 0,-10 2-8 0,10 1-7 15,-10-1-10-15,15 0-7 0,-7 0 0 0,2 0-10 16,1 0-9-16,1 0-7 0,1-1-28 0,-1 1-23 15,-1-2-33-15,2 2-27 0,0-2-38 0,-3 2-41 16,4-2-39-16,-1 2-44 0,-2 0-43 0,3 0-173 16,-3-2-477-16,3 1 211 0</inkml:trace>
  <inkml:trace contextRef="#ctx0" brushRef="#br0" timeOffset="94922.65">15661 5034 192 0,'5'-6'295'0,"-5"6"-18"0,4-5-18 0,-4 5-20 16,5-6-9-16,-5 6-10 0,5-5-18 0,-5 5-20 15,7-3-16-15,-7 3-14 0,0 0-17 0,11-2-11 16,-11 2-12-16,0 0-12 0,14 5 1 0,-7 0-17 16,-2-1-3-16,1 4-1 0,-2-3-6 0,0 4-5 15,-2 1-3-15,1 0-10 0,-3-1-7 0,-1 2 1 16,-1-2-1-16,-3 2-1 0,0-1 2 0,1 1-9 15,-3-1 3-15,-4-2 7 0,1 0-9 0,-1-1-7 16,-1 0-6-16,2-2 7 0,-3 0-9 0,3 0-2 16,-3-2-3-16,2 1 2 0,2-1-6 0,2-3-1 15,-3 3 0-15,10-3-8 0,-10 3-5 0,5-1 13 16,5-2-3-16,0 0-2 0,-10 4-2 0,10-4 3 16,0 0-8-16,0 0 1 0,0 0-6 0,-8 1-1 15,8-1 4-15,0 0 0 0,-3 7 2 0,3-7-1 16,0 0 1-16,7 18-1 0,-3-10-2 0,2 2-5 15,-1 2-24-15,0 0-43 0,0 2-40 0,1 2-39 16,1 0-55-16,-2 1-24 0,2 1-73 0,-4 1-232 16,1-2-576-16,-2-1 255 0</inkml:trace>
  <inkml:trace contextRef="#ctx0" brushRef="#br0" timeOffset="95055.78">15639 5581 10 0,'0'0'310'0,"1"8"-2"0,-1-8-6 0,0 0-13 15,0 0-13-15,2 9-23 0,-2-9-20 16,0 0-27-16,0 0-18 0,0 0-30 0,0 0-39 16,0 0-50-16,0 0-58 0,0 0-74 0,-3 9-103 0,-2-5-252 15,5-4-451-15,-10 3 200 0</inkml:trace>
  <inkml:trace contextRef="#ctx0" brushRef="#br0" timeOffset="98518.22">14022 5852 105 0,'-4'-7'269'0,"4"7"-17"0,0 0-13 0,-4-4 2 16,4 4-16-16,0 0-10 0,0 0-10 15,0 0-16-15,-5-6-21 0,5 6-12 0,0 0-17 16,0 0-17-16,0 0-15 0,0 0-11 0,0 0-12 16,0 0-12-16,0 0-6 0,0 0-6 0,0 0-7 0,0 0-5 15,0 0-3-15,9 28-6 0,-5-17-1 0,1 0-1 16,0 4-4-16,-1-3 2 0,3 4-5 15,0-2 2-15,-3 1 0 0,3 1-6 0,2-3 2 16,-5 3-5-16,1 1 0 0,1-2 1 0,2-2-3 0,-4 0 1 16,4-3-4-16,-3 2 8 0,0-2-11 0,-3-2-2 15,3 3 1-15,-1-6-2 0,0 4 7 0,-1-3-10 16,-1 0-1-16,2-2 1 0,-4-4-1 16,5 8 3-16,-3-5 2 0,-2-3 22 0,0 0 16 0,4 5 13 15,-4-5 10-15,0 0 14 0,0 0 1 0,0 0-2 16,0 0-13-16,0 0-8 0,12-10-4 0,-12 10-4 15,9-14-6-15,-3 5-3 0,1 0-21 16,-2-1 15-16,1 0-8 0,5-5 0 0,-3 2-4 0,1-1-8 16,-1-1 4-16,1-1-19 0,3 0 7 0,-1 1-1 15,0-2 1-15,0 4-10 0,-2-1 4 0,0 1 1 16,-2 0-2-16,-2 5-13 0,1-3-12 16,-3 4-4-16,-1-1-9 0,4 2-32 0,-1 0-19 0,-2 1-26 15,-3 5-22-15,2-6-29 0,-2 6-32 0,0 0-19 16,0 0-10-16,0 0-15 0,0 0-22 0,0 0-19 15,10 14-215-15,-10-14-530 0,1 15 235 0</inkml:trace>
  <inkml:trace contextRef="#ctx0" brushRef="#br0" timeOffset="98968.53">14449 6109 96 0,'0'0'213'16,"0"0"1"-16,0 0-4 0,0 0-2 0,0 0-10 15,0 0-6-15,0 0-12 0,0 0-8 0,0 0-11 16,0 0-12-16,0 0-14 0,0 0-11 0,0 0-10 16,-2 6-4-16,2-6-7 0,-6 3-5 0,6-3-10 15,-7 6-10-15,5-2-7 0,-6 1-4 0,2 0-5 16,1 2-3-16,-3 2-2 0,3-2-3 0,-2 2-7 15,2-1-5-15,1-1-5 0,0 0-7 0,1-3-1 16,0 4 2-16,0-2-3 0,1 1 5 0,2-7-13 16,0 12 1-16,0-12 1 0,2 12 0 0,2-7-1 15,-1 0 2-15,6 1 4 0,4-3 1 0,-2 1 3 16,0-1-8-16,3-3 2 0,4 0-4 0,-5-2 0 0,3 1-2 16,-2 0-4-16,-1-3-1 0,1 0 9 15,-1-1-12-15,-3 0 2 0,0-2 0 0,-3 0 3 16,2-2-4-16,-3 1-1 0,2-1 0 0,-1 0 4 15,-6 0-5-15,1-2-4 0,-2 1 1 0,0 0 1 16,-3 0-5-16,-2-1-4 0,0 1 6 0,-4 3-9 16,0-1 9-16,0 0-8 0,-2 1-4 0,-1 1-14 15,2 0-28-15,-2 5-27 0,1-2-28 0,-3 4-37 16,1-2-47-16,13 1-35 0,-20 4-40 0,9-1-226 16,11-3-530-16,-11 6 235 0</inkml:trace>
  <inkml:trace contextRef="#ctx0" brushRef="#br0" timeOffset="102034.31">15023 6049 66 0,'0'0'159'0,"0"0"-9"0,0 0 1 0,0 0-2 16,0 0-2-16,-11 0-9 0,11 0 0 0,0 0-9 15,0 0-8-15,0 0-7 0,0 0-10 0,0 0-9 16,0 0-9-16,0 0-10 0,0 0-4 0,0 0-12 16,0 0 6-16,0 0-3 0,0 0-2 0,0 0 1 15,0 0-6-15,30-4-6 0,-18 3-2 0,1 0-1 16,1 0-8-16,4-2-2 0,-4 1-9 0,3 1-13 15,-4-1-18-15,3 2-30 0,-2-2-38 0,-3 1-37 16,1-2-50-16,1 0-52 0,-2 0-114 0,2 1-351 16,0 0 155-16</inkml:trace>
  <inkml:trace contextRef="#ctx0" brushRef="#br0" timeOffset="102487.96">15563 5959 55 0,'0'0'206'0,"1"-9"-21"0,-1 9-18 0,6-4-6 15,-6 4-9-15,11-1 0 0,-4-1-7 16,1 0-8-16,-8 2-10 0,17-1-9 0,-6 1-3 15,2 0-9-15,-7 1-6 0,5 1-8 0,-1 2-8 0,-4-3-9 16,2 1-7-16,-2-1-3 0,-6-1-7 16,12 6-8-16,-9-4-2 0,-3-2-2 0,7 8-7 15,-5-5 2-15,-2-3-1 0,4 8 6 0,-4-8 9 16,-1 10 0-16,1-10-5 0,-5 12 0 16,1-6-10-16,-1-1 0 0,-4 5-4 0,1-4-5 0,-2 3-2 0,2-2 0 15,0-1 2-15,-1 0-7 0,-2-1-3 0,2 1-4 16,4-2 0-16,-2 1-4 0,1-1-2 0,1-1 3 15,5-3-8-15,-8 9 4 0,4-8-4 16,4-1 1-16,-4 5 6 0,4-5-9 0,-5 5-3 0,5-5 2 16,-4 8-4-16,4-8 2 0,-2 8 3 0,2-8 0 15,0 7-3-15,0 3 0 0,0-10 3 0,0 15-4 16,2-6 9-16,-1 1-7 0,0-1-7 0,-1 1-17 16,4 3-12-16,-1-2-37 0,-2 2-33 0,2 3-71 15,1 0-36-15,-1 1-238 0,0 0-487 16,-2 0 215-16</inkml:trace>
  <inkml:trace contextRef="#ctx0" brushRef="#br0" timeOffset="102653.32">15588 6609 36 0,'0'0'297'16,"0"10"-25"-16,0-10-13 0,0 0-25 0,2 8-21 15,-2-8-22-15,0 0-19 0,0 0-18 0,2 5-13 16,-2-5-16-16,0 0-25 0,0 0-43 0,0 0-48 15,0 0-56-15,0 0-63 0,0 0-61 0,0 0-151 16,0 0-350-16,0 0 155 0</inkml:trace>
  <inkml:trace contextRef="#ctx0" brushRef="#br0" timeOffset="133317.68">5022 4272 6 0,'5'-3'5'0,"-5"3"6"0,18-3-4 15,-10 3 1-15,1-1 2 0,2-1-4 0,1 2 4 0,-1 0 3 16,1 0-8-16,-2 0 0 0,4 2 0 0,-1-2 2 16,0 1-4-16,1-1 7 0,2 0-6 0,2 3-3 15,0 0 0-15,-1-4-1 0,2 1 3 0,-3 2 3 16,2-1-11-16,-1 0 10 0,1-1-2 16,0 3 3-16,1-2-4 0,0-1 6 0,-1 3-3 0,1-3-1 15,1 3-4-15,0-3 6 0,0 2-7 0,0-1 0 16,0 0 1-16,0 1 5 0,8 2-4 0,-6-3-4 15,-3 0 6-15,0 1-6 0,1 1 2 0,-1-1 4 16,1 0 1-16,-1 1-5 0,2-1 3 16,-1 1-4-16,0 0 4 0,-1-2 4 0,1 1-6 15,-1-1 4-15,0-1-6 0,-1 2 10 0,-4-1-12 0,0 2 4 16,4-3 0-16,-5 0 0 0,1 0-3 0,-1 0 20 16,2 1-15-16,2-2-4 0,1 2 1 0,-5-1 3 15,6 0 0-15,-1 2-2 0,2-1-2 16,0-1 9-16,1 0-10 0,1 0 0 0,-1 0 3 15,1 0 4-15,-3 1-6 0,0-1 3 0,-1 1-3 0,0-1 1 16,-5 1-1-16,0-1 2 0,-3 0 3 0,0 1-7 16,-1-1-4-16,-9 0-7 0,10 2 0 15,-10-2 0-15,8 2 1 0,-8-2-7 0,0 0-23 0,0 0 10 16</inkml:trace>
  <inkml:trace contextRef="#ctx0" brushRef="#br0" timeOffset="133734.1">5956 4200 25 0,'0'0'70'0,"0"0"5"0,0 0-24 16,0 0-3-16,0 0-8 0,0 0 0 0,0 0-3 15,0 0-7-15,31 7-4 0,-18-5-2 0,0 2 1 16,4 0-3-16,1 0 5 0,1 2-11 0,2-1 6 16,-3 0-9-16,4 1-2 0,-2 0 4 0,1 0 6 15,-2 2-12-15,-3-5 2 0,1 5-4 0,-7 0-2 16,-1 1 2-16,-3 2-3 0,-3 2 1 0,-2 3-2 16,-7 3-8-16,-12 6-12 0,-17 10-9 0,-8 2-26 15,-22 17-47-15,-11 1-106 0,-5-2 48 0</inkml:trace>
  <inkml:trace contextRef="#ctx0" brushRef="#br0" timeOffset="136414.18">7089 4007 10 0,'0'0'38'0,"0"0"3"16,0 0-8-16,0 0-4 0,0 0 0 0,0 0-4 15,0 0 1-15,0 0-7 0,0 0-2 0,0 0-3 16,0 0-1-16,-3-18 3 0,3 18-7 0,0 0 3 16,0 0-1-16,0 0-5 0,0 0 6 0,0 0-2 15,0 0 0-15,0 0-1 0,0 0-2 0,0 0 5 16,0 0-9-16,0 0 2 0,0 0 3 0,0 0-8 15,0 0 7-15,0 0-2 0,0 0-7 0,0 0 3 16,0 0 4-16,0 0-3 0,0 0-14 0,0 0 4 16,0 0-2-16,0 0 0 0,0 0-5 0,0 0-4 15,0 0 8-15,0 0 1 0,0 0 0 0,0 0 2 16,0 0 5-16,0 0-2 0,0 0-2 0,0 0 1 16,0 0 1-16,0 0-5 0,0 0 7 0,0-7-3 15,0 7-1-15,0 0 0 0,0 0-1 16,0 0-1-16,0 0 1 0,0 0 2 0,0 0 3 0,0 0-3 15,0 0 4-15,0 0-4 0,0 0 4 0,0 0-8 16,-3-10 1-16,3 10-4 0,0 0-19 0,0 0-33 16,0 0 14-16</inkml:trace>
  <inkml:trace contextRef="#ctx0" brushRef="#br0" timeOffset="141531.29">9505 4614 67 0,'0'0'76'0,"0"0"-4"0,0 0-3 0,0 0-7 0,1-12-9 16,-1 12-2-16,0 0-3 0,0 0 0 0,0 0 4 15,-10-10-3-15,10 10 0 0,0 0-2 0,-7-3-8 16,7 3 1-16,-8-4-1 0,8 4-5 0,-9-5-3 16,4 2 2-16,5 3-9 0,-12-5-5 0,6 1 5 15,0 2 1-15,-3-1-2 0,1 1-3 0,8 2-6 16,-12-2 4-16,5-1 1 0,-3 2-8 0,10 1-3 16,-13-2 3-16,3 0-1 0,10 2 0 0,-20-1 3 15,9-2-5-15,-1 3 1 0,2 0-1 0,-2-1 6 16,1-1 3-16,0 2-5 0,-1-1 2 0,1 1 3 15,-3 0-4-15,1-2-5 0,-1 0-3 0,0 1 7 16,-5 0-2-16,-1 0 5 0,0-1-9 0,-2 2 10 16,-6-2-6-16,0 0 4 0,0-1-9 0,-2 1 12 15,2 1-2-15,-2-2-2 0,3 2 1 0,-4-1 2 16,3-2 2-16,6 1-1 0,-6 1 0 0,8 0-3 16,-3-2-5-16,2 3 6 0,3 1-5 0,5-1 1 15,0 0-3-15,0-1 4 0,5 0-5 0,1 2-3 16,7 0 1-16,-12-3-1 0,12 3-13 0,-10 0-8 15,10 0-8-15,0 0-24 0,-8-2-16 0,8 2-16 16,0 0-22-16,0 0-18 0,0 0-76 0,0 0-212 16,0 0 94-16</inkml:trace>
  <inkml:trace contextRef="#ctx0" brushRef="#br0" timeOffset="142235.12">8822 4377 77 0,'0'0'94'0,"0"0"-2"0,0 0-23 0,0 0 4 15,0 0 1-15,0 0-19 0,0 0 11 0,-24 11-6 16,17-8-6-16,1 1-1 0,-2-3-8 0,0 3-2 16,-1 2-13-16,3-1 5 0,-2-2 7 0,-1 0-6 15,2-1-1-15,-2 2 0 0,2 0 1 0,-2 0-2 16,0 2-6-16,0-2 0 0,3 1-1 0,-1-3-3 15,1 2 3-15,0-1-7 0,-1 1-1 0,1 0 0 16,6-4-4-16,-11 3 6 0,11-3-2 0,-8 4 3 16,8-4 1-16,-8 3-6 0,8-3-3 0,-6 2-3 15,6-2 3-15,-7 3-3 0,7-3 7 0,-7 3-10 16,7-3 9-16,0 0-4 0,0 0-6 0,-8 1 1 16,8-1-2-16,0 0 3 0,0 0 2 0,0 0-3 15,0 0 0-15,0 0-5 0,0 0 9 0,0 0-13 16,0 0 0-16,-10 0-2 0,10 0 6 0,0 0-9 15,0 0 4-15,0 0-2 0,0 0 8 0,0 0-6 16,0 0 3-16,0 0-4 0,0 0 5 0,0 0-2 16,0 0 0-16,0 0 3 0,0 0-5 0,0 0 7 15,0 0-5-15,0 0-3 0,0 0 1 0,0 0 8 16,0 0-6-16,0 0 1 0,0 0-2 0,0 0 0 16,0 0 4-16,0 0-7 0,0 0 1 0,0 0 1 15,14 10-4-15,-14-10 3 0,0 0-2 0,5 6 7 16,-5-6-5-16,3 5-2 0,-3-5 14 0,3 7-13 15,-3-7-4-15,3 7 2 0,-3-7 1 0,1 7 7 16,-1-7-3-16,0 10 6 0,0-10-5 0,1 15 3 16,-1-8 5-16,2 0-1 0,-1 0 5 0,0 5-11 15,2-2-4-15,1 0 1 0,0-1 1 0,2 1 7 16,2 1-3-16,1 0-9 0,2 2-18 0,3-1-17 16,2-2-29-16,5 7-40 0,1-2-118 0,-5-4-247 15,0-1 109-15</inkml:trace>
  <inkml:trace contextRef="#ctx0" brushRef="#br0" timeOffset="150884.21">4846 9767 38 0,'0'0'128'0,"0"0"1"0,14-17-3 16,-14 17-6-16,0 0-6 0,0 0-6 0,0 0 1 15,0 0-2-15,2-7-6 0,-2 7-2 0,0 0-4 16,0 0-4-16,0 0 2 0,3-6 4 0,-3 6-14 16,0 0-2-16,0 0-2 0,0 0-6 0,0 0-7 0,0 0 0 15,0 0-6-15,0 0 0 0,0 0-5 16,0 0 2-16,0 0-9 0,0 0 2 0,0 0-4 0,0 0-2 16,0 0-7-16,0 0 2 0,0 0-6 15,0 0 1-15,0 0-6 0,0 0 2 0,0 0-6 0,0 0 2 16,0 0-4-16,0 0-2 0,0 0-1 0,0 0 0 15,0 0-5-15,0 0 3 0,-9-8-4 0,9 8-8 16,0 0 7-16,-13 2-5 0,13-2-2 0,0 0 3 16,-13 0-2-16,13 0 0 0,-9 0-3 0,9 0 1 15,0 0 1-15,-12 1-1 0,12-1-2 0,-7 1-2 16,7-1-2-16,0 0 5 0,0 0 0 0,0 0-1 16,-14 0-3-16,14 0 2 0,0 0-3 0,-5 3-1 15,5-3 3-15,0 0-1 0,0 0 0 0,0 0 3 16,0 0-5-16,0 0 1 0,-1 7 2 0,1-7 1 15,0 0-2-15,15 10 0 0,-6-5 1 0,-1-5-1 16,6 4 2-16,3 1-1 0,11 0 0 0,0 0 3 16,6-1 0-16,2-2-1 0,1 1-3 0,13 0 3 15,-12 0 1-15,16-1 2 0,1 0-2 0,0 1 0 16,0-2 2-16,0-4 1 0,5 6-6 0,-5-4 2 16,0-1-1-16,2-1 1 0,-4 1-4 0,3 1 5 15,0-3-2-15,-2 3 1 0,-1 0 0 0,0 1 1 16,-12-1-3-16,10 0 3 0,-12-1-3 0,1 2 3 15,0-2-3-15,-2 2 1 0,-1 0-2 0,0 0 1 0,-2 0 0 16,-3 0 1-16,-2 2-2 0,0 1 2 16,-2-4 1-16,-8 2 0 0,1 0-2 0,-2-1 0 15,-6 0 3-15,1 2 1 0,-3-2 2 0,1-1-2 16,-3 2 3-16,-3 2 2 0,-6-3 1 0,13 0 1 0,-13 0 6 16,11 1 0-16,-11-1 0 0,9 0 3 0,-9 0-1 15,8 0-2-15,-8 0-2 0,0 0 6 16,10 0-6-16,-10 0 5 0,0 0 0 0,0 0-2 15,0 0 6-15,10-1 0 0,-10 1 0 0,0 0 9 0,0 0 5 16,0 0-4-16,0 0 3 0,0 0-1 0,0 0 3 16,0 0 5-16,0 0-5 0,0 0-4 0,0 0-7 15,0 0 1-15,0 0-2 0,0 0 6 0,0 0-12 16,0 0-2-16,0 0-4 0,7-3-2 0,-7 3 0 16,0 0-15-16,0 0-5 0,0 0-14 0,0 0-19 15,0 0-17-15,0 0-23 0,0 0-23 0,0 0-25 16,0 0-33-16,0 0-37 0,0 0-36 0,-31 4-227 15,25-3-499-15,6-1 221 0</inkml:trace>
  <inkml:trace contextRef="#ctx0" brushRef="#br0" timeOffset="153188.88">6673 9751 39 0,'0'0'155'0,"0"0"2"16,0 0-3-16,0 0-3 0,0 0-8 0,0 0-2 0,0 0-6 15,-1-10-7-15,1 10-6 0,0 0-5 16,0 0-7-16,0 0-4 0,0 0-8 0,0 0-3 16,0 0-4-16,0 0-6 0,-5-12-3 0,5 12-2 0,0 0-6 15,0 0 2-15,0 0-4 0,0 0-3 16,0 0-5-16,0 0-2 0,0 0-3 0,0 0-7 15,0 0-2-15,0 0-7 0,0 0-5 0,0 0-4 16,-6-3 0-16,6 3-8 0,0 0-3 0,0 0-1 0,-20 7-2 16,14-4-7-16,0 0-7 0,-1 1-1 0,-1 2 1 15,1 1-4-15,2-2 7 0,0 1-8 0,-1 1 2 16,0 3-1-16,3-4 0 0,0 4-1 16,-2-3-1-16,1 1 3 0,1 0-1 0,3-8 5 0,-1 13-2 15,1-13-2-15,3 11-2 0,-1-6 1 0,1 2 3 16,2 1-1-16,-3-4 1 0,3 2-2 15,2-3 0-15,-1 2 3 0,3-3 1 0,-3 1 1 16,2-1-1-16,2-2-2 0,3 0 5 0,-1-1-2 0,-2 0 0 16,1-3-3-16,1 0 3 0,-2-1-3 0,-1-1 3 15,1 0-3-15,-2 0-2 0,1-1 2 0,-3 0 2 16,-1-1 0-16,-1-2-1 0,0 1-4 0,-1-1 2 16,-2 1-4-16,3-3 1 0,-4 3 2 0,-4-1 1 15,0 2-3-15,0 2-1 0,-1-2-2 0,-3 3 1 16,1-1-3-16,-3 2 8 0,-2 2-7 0,-1-1 2 15,-5 3-2-15,4 2-2 0,2-1-9 0,-1 5-12 16,-4-2-18-16,6 2-23 0,-2-2-28 0,3 1-32 16,1 2-22-16,1-3-31 0,4 3-30 0,0-1-175 15,0-1-416-15,4-5 185 0</inkml:trace>
  <inkml:trace contextRef="#ctx0" brushRef="#br0" timeOffset="153801.97">6768 9775 44 0,'-9'2'160'0,"9"-2"-7"15,0 0-6-15,0 0-12 0,-10-3-4 0,10 3-10 16,0 0-18-16,0 0 2 0,0 0-19 0,0 0-12 16,0 0-4-16,0 0-9 0,0 0 1 0,0 0-5 15,0 0-6-15,0 0 0 0,0 0 1 0,0 0-3 16,0 0 2-16,0 0-8 0,0 0 2 0,19 10-3 15,-19-10 2-15,10 1 2 0,-3 0 6 0,1 2-7 16,3-2 0-16,0-1 2 0,7 0 3 0,0 1-1 16,4-1 3-16,6 1-6 0,1 1-8 0,3 0 0 15,1-4-3-15,2 2-3 0,1 3-2 0,-1-4-4 16,2-1-1-16,2 2-2 0,-1 0-4 0,13-2 1 16,-11 1-6-16,11 1-2 0,0-1 4 0,-13-2-1 15,16 1 0-15,-16 2 0 0,14 0 2 0,-13-1-3 16,1 0 7-16,11 0-5 0,-15 1 1 0,-1-1 1 15,-1 1-1-15,-1 2-2 0,-4-4-1 0,-1 2-2 0,-6 0 0 16,-3 0 1-16,2 0 1 0,-3 1 0 16,-4 0 4-16,-1-1 1 0,-2 0-3 0,-2 0-2 15,-1 1 1-15,0 0 1 0,-8-1 0 0,10 0 3 16,-10 0 5-16,0 0 2 0,11 0 5 0,-11 0 10 0,0 0-9 16,9 1-4-16,-9-1 1 0,0 0-2 0,0 0-1 15,0 0-1-15,0 0-2 0,0 0-8 0,0 0 3 16,0 0-5-16,0 0-1 0,0 0-14 0,0 0-16 15,0 0-23-15,0 0-29 0,0 0-34 0,0 0-35 16,0 0-33-16,0 0-43 0,-26 8-46 16,19-5-146-16,-1-1-440 0,8-2 195 0</inkml:trace>
  <inkml:trace contextRef="#ctx0" brushRef="#br0" timeOffset="154217.57">8106 9726 203 0,'0'0'203'0,"0"0"-7"0,0 0-5 16,-13 3-10-16,13-3-10 0,-6 2-14 0,6-2-14 15,-9 2-14-15,9-2-9 0,-7 6-11 0,5 0-1 16,2-6-3-16,-8 10-5 0,4-4-10 0,-2 1-9 15,3 0-7-15,3-7-3 0,-3 12-3 0,1-2-10 16,0-1-1-16,-1 2-4 0,3-3-4 0,0 2-3 16,0-10-8-16,1 12 0 0,2-7-3 0,0 2-1 15,2 1-4-15,0-2-2 0,2-1 3 0,2-1 0 0,2 0 1 16,0 1 1-16,-1-2 0 0,4-1 8 16,-1-1-13-16,5-4 1 0,-1 1 0 0,-3 0-2 15,-1-2 2-15,-2-1 3 0,2 1 2 0,-2-2 6 0,1-2 4 16,-3 1-4-16,-2-3-2 0,0 1-2 15,-2-1 0-15,1 0 1 0,-3-1-3 0,-1-1-3 16,-4 1-6-16,0 0-5 0,-1 0-2 0,-2 0-4 16,-3 0-4-16,0 1 3 0,-1 1-1 0,-3 2-6 0,-3 1-9 15,2 0-19-15,-4 1-16 0,-2 3-31 0,2 1-36 16,-2 1-43-16,0 1-50 0,6 0-47 0,-1 3-256 16,-1 0-541-16,3 0 239 0</inkml:trace>
  <inkml:trace contextRef="#ctx0" brushRef="#br0" timeOffset="158402.29">6585 9420 73 0,'0'0'138'0,"0"0"-10"0,0 0-2 0,0 0-14 0,0 0-2 16,0 0-5-16,0 0-2 0,4-5-10 16,-4 5 0-16,0 0-7 0,0 0-9 0,0 0-6 15,0 0-2-15,0 0-5 0,0 0-6 0,0 0-1 0,0 0-2 16,0 0-1-16,-22-2-2 0,22 2 3 0,0 0 2 16,-10-1-4-16,10 1-1 0,0 0 2 0,-10 0-10 15,10 0-5-15,0 0-3 0,-12 0 0 0,12 0-1 16,0 0-3-16,-10 1 1 0,10-1-3 0,0 0 0 15,0 0-2-15,-10-1-1 0,10 1-1 0,0 0-7 16,0 0 5-16,0 0-4 0,0 0-3 0,0 0 1 16,0 0-4-16,0 0-2 0,0 0-2 0,0 0 1 15,0 0 1-15,0 0-3 0,0 0-1 0,0 0-3 16,0 0 4-16,30 1-2 0,-22-1 1 0,-8 0-2 16,18 1-1-16,-7-1-1 0,0-1-1 0,3 2-2 15,-4 0-8-15,3-1-12 0,-2 2-12 0,1-2-15 16,-1 1-29-16,-2 0-27 0,-9-1-20 0,14 1-20 15,-7 1-7-15,-7-2-14 0,12 2-131 0,-8 0-317 16,-4-2 142-16</inkml:trace>
  <inkml:trace contextRef="#ctx0" brushRef="#br0" timeOffset="158634.25">6635 9354 98 0,'0'0'177'0,"0"0"0"0,-5-5-3 0,5 5-13 0,0 0-14 16,0 0-14-16,0 0-13 0,0 0-9 0,-5-4-13 15,5 4-13-15,0 0-7 0,0 0-1 0,0 0-10 16,0 0-11-16,-7 15-4 0,7-15-3 0,0 11-3 16,-1-5-6-16,1-6-1 0,-3 16-6 0,5-6 0 0,-2 0-4 15,1 3-12-15,-1-4-20 0,0 3-22 16,-1 1-32-16,3-2-38 0,0 0-35 0,-2-2-42 0,-3 3-98 15,0-4-291-15,3 0 129 0</inkml:trace>
  <inkml:trace contextRef="#ctx0" brushRef="#br0" timeOffset="159434.07">8017 9391 32 0,'0'0'178'0,"0"0"-2"0,0 0-11 0,-8-3-10 16,8 3-9-16,0 0-10 0,0 0-12 0,0 0-6 16,0 0-6-16,0 0-5 0,0 0-11 0,0 0-5 15,0 0-3-15,0 0-6 0,0 0-8 16,0 0-2-16,0 0-6 0,0 0-9 0,0 0-5 0,0 0-6 15,0 0-3-15,0 0-7 0,0 0 0 0,27-4-5 16,-17 4-8-16,1-2-15 0,3-1-32 0,4 2-31 16,-6 0-44-16,7-2-41 0,-6 3-199 0,1-3-367 15,-3 3 162-15</inkml:trace>
  <inkml:trace contextRef="#ctx0" brushRef="#br0" timeOffset="160477.5">8310 9768 118 0,'0'0'115'16,"0"0"8"-16,0 0 4 0,0 0 1 0,0 0-2 0,0 0-1 16,0 0 1-16,0 0 1 0,0 0-6 0,0 0 0 15,0 0-3-15,0 0-3 0,0 0-2 0,0 0-7 16,0 0-2-16,0 0-11 0,0 0-3 0,0 0-4 16,0 0-5-16,0 0-5 0,0 0-2 0,0 0-5 15,0 0-3-15,0 0-6 0,0 0-1 16,0 0-8-16,0 0-6 0,0 0-1 0,0 0-6 0,0 0-6 15,0 0-3-15,0 0-4 0,0 0-3 0,0 0-2 16,0 0 0-16,0 0-2 0,0 0 0 0,12 3-4 16,-2-2-2-16,0-1 0 0,3 0 0 0,6 1 0 15,2-1-1-15,-2 1-2 0,3 0 2 0,8 1-11 16,0 0-3-16,-1-2 2 0,3-1 4 0,-1 1-2 16,1 1-3-16,-2 1 4 0,1 0 0 0,0-1-5 15,-2 0 3-15,0 1 1 0,1 1 7 0,0-2-10 16,-1-1 8-16,-8 1 0 0,8 1-3 0,-8-2 3 15,1 0 5-15,-3 2-4 0,0-1-4 0,-2-1 11 16,-4 3-4-16,-2-3 1 0,2 1 5 0,-4-1-1 16,1 2 7-16,-1-4 3 0,-9 2 2 0,12 0-3 15,-12 0 1-15,10 2-3 0,-10-2 8 0,10 0 1 16,-10 0 1-16,0 0 3 0,9 0 3 0,-9 0 3 16,0 0 0-16,0 0 2 0,8 0 4 0,-8 0-7 15,0 0 2-15,0 0-1 0,0 0 2 0,0 0-1 16,0 0-11-16,0 0 5 0,0 0-4 0,0 0-9 15,0 0-4-15,0 0-2 0,7 0 0 0,-7 0 1 0,0 0-1 16,0 0-4-16,0 0-2 0,0 0 0 16,0 0-7-16,0 0 15 0,0 0-12 0,0 0-1 0,0 0-16 15,0 0-4-15,0 0-20 0,0 0-22 0,0 0-15 16,0 0-22-16,0 0-25 0,0 0-28 0,0 0-26 16,0 0-33-16,0 0-21 0,0 0-24 15,-24 3-31-15,24-3-141 0,-10 1-458 0,10-1 203 0</inkml:trace>
  <inkml:trace contextRef="#ctx0" brushRef="#br0" timeOffset="161002.43">9182 9735 126 0,'0'0'175'0,"-8"-3"-3"0,8 3-6 16,0 0-8-16,0 0-11 0,0 0-17 0,0 0 1 15,0 0-10-15,-10 0-7 0,10 0-6 0,0 0-2 16,0 0-6-16,0 0-5 0,-11 7 1 0,5-5-1 15,6-2-10-15,-9 7 11 0,4-2-12 0,-1 0-1 16,1-1-13-16,1 2-4 0,0-1-7 0,0 0-7 16,-1 1-5-16,0 0-1 0,3 0-3 0,-2 2-2 15,1-1-7-15,3-7 2 0,-2 14-5 0,0-7-2 0,2-7 5 16,3 12-1-16,2-4 1 0,-1-2 3 16,1 0-6-16,1 1-5 0,2-3 4 0,2 2 1 15,0-2-9-15,2-1 3 0,6-1-3 0,-7-1 0 0,5 0-6 16,3-1-1-16,0-1-2 0,-2-3 0 15,1 2 2-15,-6-1-2 0,1-1 0 0,-3-1 1 16,2-1-3-16,-1 0-1 0,-2 0 11 0,0-3 4 16,-2 2 0-16,-2 1 0 0,0-2-7 0,-3-2 2 0,0 2-2 15,-2-2-4-15,-2 0 0 0,0 1-1 0,-3 0-5 16,-2 2 0-16,0-2-4 0,-1 1 6 0,2 2-6 16,-5-4-5-16,0 5-22 0,-1-1-21 0,0 1-23 15,0 2-22-15,-2 0-32 0,-4 1-32 0,5 2-34 16,-1-2-49-16,3 0-219 0,-3 0-493 0,4 0 219 15</inkml:trace>
  <inkml:trace contextRef="#ctx0" brushRef="#br0" timeOffset="161385.26">9067 9300 5 0,'0'0'233'0,"-8"-4"-4"16,8 4-5-16,-7-3-8 0,7 3-7 15,-7-5-10-15,7 5-14 0,0 0-13 0,0 0-18 0,-9-1-12 16,9 1-12-16,0 0-15 0,0 0-11 0,0 0-11 16,0 0-9-16,0 0-7 0,0 0-5 15,0 0-7-15,0 0-8 0,0 0-8 0,0 0-3 16,28 0-2-16,-16 0-6 0,-1-1 0 0,1 2-6 0,2 0-4 16,-4 1-5-16,5-2-10 0,-3 0-19 0,2 2-23 15,-4-1-34-15,2 0-29 0,0 1-32 0,-4-2-34 16,0 0-37-16,-8 0-13 0,14 0-160 0,-14 0-396 15,0 0 175-15</inkml:trace>
  <inkml:trace contextRef="#ctx0" brushRef="#br0" timeOffset="161584.25">9174 9210 62 0,'0'0'220'0,"-6"-7"3"15,6 7-14-15,-8-3-3 0,8 3-12 0,-6-4-7 16,6 4-16-16,0 0-10 0,-7-5-18 0,7 5-14 15,0 0-12-15,0 0-11 0,0 0-12 0,0 0-6 16,0 0-9-16,-11 12-3 0,8-6-6 0,2 0-7 16,-3 1-8-16,2 0-5 0,1 1-5 0,-2 2-3 15,2 1-14-15,-1 0-21 0,1 1-27 0,0 1-40 16,-3 3-50-16,1-3-49 0,2 3-36 0,-4-1-186 16,0 2-411-16,2-6 182 0</inkml:trace>
  <inkml:trace contextRef="#ctx0" brushRef="#br0" timeOffset="165387.65">10359 9787 84 0,'0'0'206'0,"0"0"-6"0,-5-3-3 0,5 3-5 16,0 0-7-16,0 0-8 0,0 0-16 0,0 0-11 0,0 0-12 15,-7-6-10-15,7 6-9 0,0 0-10 0,0 0-9 16,-9 0-5-16,9 0-9 0,0 0-3 16,0 0-3-16,-13 4-9 0,13-4-15 0,-7 4-5 15,7-4-4-15,-6 4-7 0,6-4 3 0,-7 7 0 0,2-3 2 16,0 1 7-16,5-5-8 0,-9 9-5 15,7-4-5-15,-2 0-4 0,0-1-1 0,4-4-5 16,-8 10-1-16,6-4-2 0,-2 0-2 0,1-1 1 0,3-5-6 16,-2 12 1-16,0-6-2 0,2-6-1 0,-1 11 1 15,1-11-2-15,3 12 1 0,1-9-1 0,-4-3 0 16,7 7-1-16,1-4 2 0,0-2-3 0,3 2 0 16,1-2 0-16,-2-1 1 0,1 0-4 0,5-1 2 15,-3-2-2-15,4 1 0 0,-1-3 2 0,-4 0-4 16,0 0 3-16,1-2 2 0,-2 2-1 0,0 0-2 15,-3-3 10-15,1 0-12 0,-1 1-4 0,0-2 4 16,-1 0-5-16,-2-1 8 0,1-2-3 0,-4 2-6 16,1 0 5-16,-2-1-1 0,-2 1 0 0,1 2 3 15,0 8-3-15,-4-15-1 0,0 11 0 0,-1-3 0 16,-4 3 9-16,1-2-13 0,-2 3 1 0,-4 3-1 16,-3-2 3-16,-2 4-8 0,1 0-15 0,-1 1-12 15,0 2-18-15,4 1-20 0,-2 0-31 0,6 1-35 16,0-1-32-16,2 1-39 0,3-1-50 0,0 2-147 15,2-4-438-15,4-4 193 0</inkml:trace>
  <inkml:trace contextRef="#ctx0" brushRef="#br0" timeOffset="165784.24">10535 9831 173 0,'-10'-2'217'16,"10"2"1"-16,0 0-4 0,0 0-13 0,0 0-14 0,0 0-14 16,0 0-18-16,0 0-14 0,0 0-16 0,0 0-14 15,0 0-1-15,0 0-12 0,42 0-2 16,-8 2-4-16,4-1-9 0,17-1-6 0,2 1-5 15,6 1-2-15,4-2-6 0,-2-2-4 0,2 0-3 0,-2 2-8 16,-2 1-2-16,-3 0 2 0,-3-1-9 0,-6 0-5 16,-13 0-4-16,1-1-2 0,-1 0 2 0,-1 1-6 15,-4 0-4-15,-1 1 0 0,-2-1 2 0,1 1-5 16,-3 2-2-16,3-2-2 0,-11 1-4 0,-2-2 0 16,0 0 0-16,-5 1-1 0,0-1 0 0,-5 2-3 15,3-2 6-15,-4 0-9 0,-7 0 1 0,12 0-23 16,-12 0 0-16,10-2-24 0,-10 2-28 0,9-3-30 15,-9 3-40-15,0 0-24 0,5-8-34 0,-5 8-39 16,0 0-149-16,0 0-419 0,-12-18 185 0</inkml:trace>
  <inkml:trace contextRef="#ctx0" brushRef="#br0" timeOffset="166268.15">10395 9485 81 0,'0'0'186'0,"0"0"4"0,-9-3-6 0,9 3-15 0,0 0-12 15,-7-4-9-15,7 4-6 0,0 0-9 0,0 0-10 16,0 0-5-16,0 0-9 0,0 0-6 0,0 0-7 16,-6-4-5-16,6 4-4 0,0 0-8 0,0 0-6 15,0 0-8-15,0 0-4 0,0 0-1 0,0 0-9 16,0 0-6-16,0 0 10 0,0 0 2 0,0 0-3 15,0 0-1-15,27 3-1 0,-17-3-2 0,2-2-3 16,-1 2 1-16,1 2 2 0,2-4 2 0,-2 2 0 16,1 0 0-16,0-1 2 0,-1 1-1 0,-1-1 3 15,1 1-5-15,-2-1-3 0,-1 0-1 0,-9 1-5 16,12 0-2-16,-5-2-6 0,-7 2-5 0,0 0-2 16,11-1 1-16,-11 1-6 0,0 0-3 0,8-1 14 0,-8 1-19 15,0 0-5-15,0 0-9 0,0 0-10 16,9-2-26-16,-9 2-27 0,0 0-34 0,0 0-17 15,0 0-32-15,0 0-50 0,1 10-49 0,-1-10-234 0,-1 10-519 16,1-10 230-16</inkml:trace>
  <inkml:trace contextRef="#ctx0" brushRef="#br0" timeOffset="168268.12">9609 10142 25 0,'0'0'121'0,"0"0"0"0,0 0-11 16,0 0-3-16,0 0 4 0,4-5 3 0,-4 5-4 15,0 0-2-15,0 0 1 0,0 0-1 0,0 0-5 16,0 0-4-16,0 0 0 0,0 0-6 0,0 0-1 15,1-10-8-15,-1 10-2 0,0 0-3 0,0 0-6 16,0 0-1-16,0 0-1 0,0 0 0 0,0 0-4 16,3-5-10-16,-3 5 2 0,0 0-1 0,0 0-3 15,0 0-7-15,0 0-3 0,0 0-7 0,0 0-3 16,0 0 1-16,0 0-2 0,0 0 4 0,0 0-7 16,0 0-2-16,0 0 0 0,0 0-4 0,0 0 3 15,0 0-7-15,0 0-2 0,0 0-2 0,0 0-3 16,0 0 2-16,0 0-7 0,0 0 0 0,0 0 2 15,5-7-3-15,-5 7 1 0,0 0-1 0,0 0-3 16,0 0 0-16,0 0-1 0,0 0 1 0,0 0 0 16,0 0-1-16,0 0 3 0,0 0-1 0,0 0 5 0,0 0 1 15,0 0 7-15,0 0 1 0,0 0 4 0,0 0 1 16,0 0 5-16,0 0-2 0,0 0 4 0,0 0 0 16,0 0 10-16,0 0-16 0,0 0-2 0,0 0 2 15,0 0 2-15,0 0-4 0,0 0-3 0,0 0-3 16,0 0 2-16,0 0-6 0,0 0 1 0,0 0-1 15,0 0 0-15,0 0-2 0,0 0-1 0,0 0-4 16,0 0 2-16,0 0-2 0,0 0 2 0,0 0-3 16,0 0 0-16,0 0-3 0,0 0 6 0,0 0-1 15,0 0-2-15,0 0-4 0,0 0-3 0,0 0 4 16,0 0 0-16,0 0 0 0,0 0 1 0,0 0-1 16,0 0 0-16,0 0 3 0,0 0-4 0,0 0-1 15,0 0 5-15,0 0 9 0,0 0-11 0,0 0-4 16,0 0 2-16,0 0 1 0,0 0 1 0,0 0 0 15,0 0 0-15,0 0 1 0,0 0 1 0,0 0-2 16,0 0-1-16,0 0-1 0,0 0 0 0,0 0-4 16,0 0 16-16,0 0-13 0,0 0-2 0,0 0-3 15,0 0 7-15,0 0 0 0,0 0-1 0,0 0 0 0,0 0 0 16,0 0-2-16,0 0 3 0,0 0-2 16,0 0-9-16,0 0 1 0,0 0 0 0,0 0 4 15,0 0 3-15,0 0-1 0,0 0 1 0,0 0-6 16,-9 25 2-16,7-19 1 0,2-6 1 0,-2 13 0 0,1-4 0 15,-1 0 0-15,1 0-1 0,0 1 2 0,2-1 2 16,-1 2 0-16,-1-1-5 0,2-1-1 16,-1-2 5-16,-1 2 3 0,1-1-3 0,1 1-1 15,-1-2-1-15,0-7 4 0,1 12-2 0,-1-6 5 0,0-6-3 16,3 11-6-16,-3-11 2 0,0 6-6 0,0-6 2 16,0 0-11-16,2 10-14 0,-2-10-2 15,0 0-16-15,2 7-14 0,-2-7-9 0,0 0-12 0,0 0-19 16,0 0-13-16,0 0-19 0,0 0-23 0,0 0-30 15,0 0-13-15,0 0-27 0,0 0-145 0,0 0-405 16,0 0 179-16</inkml:trace>
  <inkml:trace contextRef="#ctx0" brushRef="#br0" timeOffset="168917.04">9597 10114 104 0,'8'-4'137'0,"-8"4"-3"0,9-2-5 16,-9 2 5-16,13 0-9 0,-13 0-5 0,12 1-8 15,-4 0 0-15,-8-1-9 0,15 1-6 0,-6 3-9 16,-2-2-8-16,-1-1-1 0,3 0-4 0,-1 2-7 16,-2 1 1-16,1 1-2 0,-1-1-6 0,-1 0-6 0,-1-1-2 15,0 2-3-15,0 2-5 0,0-3 3 16,-2 1-11-16,-2-5 1 0,5 12-4 0,-4-6-2 15,1 0-4-15,-2-6 0 0,1 12-3 0,-1-6 0 16,0-6-7-16,0 11 5 0,0-11-6 0,0 8 2 0,0-8-1 16,-3 9-1-16,3-9 0 0,-5 9 4 15,5-9-2-15,-5 8-1 0,5-8-1 0,-8 4 3 16,5-1-5-16,3-3 0 0,0 0-1 0,-9 5 3 16,9-5-3-16,-8 3-3 0,8-3-1 0,0 0-4 0,-8 2 4 15,8-2-3-15,0 0 3 0,0 0 0 0,0 0-4 16,0 0 2-16,0 0 2 0,0 0-8 15,-11-6 3-15,11 6-2 0,0 0-4 0,0 0 1 0,-4-6-1 16,4 6-3-16,0 0 5 0,0 0 0 0,0 0-3 16,-5-6 1-16,5 6-2 0,0 0 4 0,0 0-2 15,0 0 0-15,-1-8 3 0,1 8-3 0,0 0 3 16,0 0-2-16,0 0 1 0,0 0 1 0,0 0-3 16,0 0 3-16,0 0 0 0,1-10-2 0,-1 10 0 15,0 0 7-15,0 0-10 0,0 0 2 0,0 0-1 16,0 0 1-16,0 0-5 0,0 0 3 0,0 0 1 15,0 0 2-15,0 0-3 0,0 0 3 0,0 0-2 16,0 0-1-16,13 15 0 0,-13-15 5 0,5 9-5 16,-3-4 1-16,-2-5 0 0,3 11 1 0,-2-4 3 15,1 0-3-15,-1-1 1 0,-1-6 0 0,0 12 3 16,0-12-1-16,-1 10-1 0,-2-4 1 0,-1-1 3 16,0 0-2-16,-2-1-2 0,-2 0 3 0,-1 0-4 15,0 1 3-15,-1-2-2 0,0-2 1 0,0 2 0 0,2-1-1 16,-1-1 1-16,1 1-10 0,8-2-6 0,-14 0-17 15,14 0-19-15,-14 0-23 0,14 0-37 0,-9-3-28 16,9 3-38-16,0 0-41 0,-5-6-113 16,5 6-356-16,0 0 157 0</inkml:trace>
  <inkml:trace contextRef="#ctx0" brushRef="#br0" timeOffset="169983.94">9034 10169 129 0,'0'0'172'0,"0"-8"2"0,0 8 1 0,0 0-12 0,0 0-8 15,1-7-5-15,-1 7-11 0,0 0-11 0,0 0-13 16,0 0-8-16,0 0-14 0,0 0-11 0,3-7-9 16,-3 7-1-16,0 0-7 0,0 0-4 0,0 0-8 15,0 0-1-15,15 3-6 0,-15-3 0 0,9 8-1 16,-4-5 5-16,4 5-3 0,-3 0-3 0,1 1-3 16,3 4 7-16,1 1 4 0,-2-1-3 0,0 1-8 15,0 0-3-15,-1 0-4 0,-3-4-5 0,1 2 1 16,2-1-5-16,-2 0-3 0,1-3 1 0,1 1-6 15,-3 1 1-15,1-3-3 0,-4 0 3 0,4-2-3 16,-4-2-4-16,2 1 1 0,-4-4 1 0,4 8 0 0,-4-8 4 16,4 5 8-16,-4-5 8 0,0 0 11 0,5 6 2 15,-5-6 1-15,0 0 1 0,0 0-5 16,0 0 1-16,0 0-10 0,13-13 3 0,-10 7-8 16,0 1 0-16,1-1-7 0,0-2-1 0,2-2-1 0,0 0-3 15,1-2-2-15,1-1-4 0,2 0-3 0,-1-3 2 16,1-1-1-16,1 3-4 0,1-1 0 0,-2-1 5 15,2 2-6-15,-2-1-2 0,-1 2 0 0,2 0 1 16,-3 3-4-16,-2 2 7 0,0-1 0 0,-3 3-3 16,1-1-3-16,0 1 3 0,-4 6 4 0,5-6-11 15,-2 0 1-15,-3 6-21 0,0 0-13 0,3-6-12 16,-3 6-17-16,0 0-13 0,0 0-28 0,0 0-30 16,0 0-45-16,0 0-30 0,0 0-35 0,0 0-173 15,0 0-454-15,0 20 200 0</inkml:trace>
  <inkml:trace contextRef="#ctx0" brushRef="#br0" timeOffset="171651.97">9905 10410 92 0,'0'0'167'0,"0"0"-4"15,0 0-12-15,0 0-11 0,0 0-6 0,0 0-10 16,0 0 2-16,0 0-14 0,17-11-9 0,-17 11-5 16,8-2-8-16,-8 2-2 0,10 0-4 0,-10 0-3 15,10 4-3-15,-10-4 0 0,10 7-4 0,-6-4 1 16,0 4-4-16,-2-2-4 0,0 5-5 0,-1-3-6 15,-1-7-5-15,-1 16-1 0,-1-7-5 0,-1 1 1 16,-2-2 0-16,0 3-4 0,-2-4 4 0,1 1 1 16,-3 1-2-16,1-1-1 0,3-2-4 0,-1-3-3 15,0 2-1-15,1 0 2 0,0-1-4 0,5-4-3 16,-7 5-4-16,7-5 1 0,-4 5-4 0,4-5 5 16,0 0-10-16,0 0 1 0,0 0 0 0,0 0-2 15,14 6 0-15,-4-4-1 0,7-2-3 0,3 0 0 16,3 1-3-16,6-1-16 0,-1 0-31 0,1-3-33 0,-4 3-42 15,-3-3-53-15,0 1-41 0,-3 1-239 0,-1-1-480 16,-2-2 212-16</inkml:trace>
  <inkml:trace contextRef="#ctx0" brushRef="#br0" timeOffset="172867.6">7053 8949 155 0,'-3'-7'208'0,"3"7"3"0,-5-7-14 16,1 0-8-16,4 7-8 0,-2-6-8 0,2 6-11 15,0 0-14-15,-7-8-7 0,7 8-21 0,0 0-15 16,0 0-8-16,0 0-16 0,-3-6-7 0,3 6-10 15,0 0-2-15,0 0-10 0,0 0-4 0,0 0-5 16,11 27 0-16,-7-20-2 0,0 3-7 0,1 1-1 16,0 0 2-16,0 1-4 0,1-1 0 0,-1-1 2 15,3 1-7-15,-4 0-6 0,1-1 2 0,0-3-3 16,-1 1 1-16,0-3-5 0,0 0 2 0,-2 2-4 16,-2-7-1-16,5 7-2 0,-5-7 2 0,4 4 5 15,-4-4 20-15,0 0 9 0,4 6 7 0,-4-6 11 16,0 0 9-16,0 0 2 0,0 0-6 0,0 0-9 15,0 0-7-15,12-11-5 0,-12 11-6 0,5-13-5 16,-1 4-3-16,-1 0 1 0,1 1-13 0,-1-4-2 16,1 1 3-16,1 0-16 0,0-1 1 0,-1 1-9 15,-1 1 4-15,1-1-12 0,0 0-4 0,0 1-13 0,1-1-11 16,-2 3-14-16,-1 2-15 0,1 1-21 16,-3 5-25-16,4-8-24 0,-4 8-30 0,0 0-16 15,5-5-12-15,-5 5-13 0,0 0-10 0,0 0-167 16,0 0-415-16,15 10 184 0</inkml:trace>
  <inkml:trace contextRef="#ctx0" brushRef="#br0" timeOffset="173091.23">7350 8961 78 0,'0'0'190'0,"0"0"-13"0,0 0-8 0,0 0-11 15,0 0-9-15,0 0-15 0,0 0-17 0,0 0 3 16,0 0-5-16,0 0-2 0,0 0-10 0,-7 16-2 15,7-16 0-15,-4 11-7 0,2-2-8 0,-1 1-4 16,2-1-8-16,-3 1-11 0,3-1-2 0,-1-4-5 16,1 5-8-16,0-1-1 0,-1 0-6 15,1-3-3-15,0 2 3 0,1-8-12 0,0 11-14 0,-1-4-18 16,1-7-30-16,0 0-37 0,-2 12-45 0,2-12-31 16,0 0-30-16,0 8-168 0,0-8-370 0,0 0 163 15</inkml:trace>
  <inkml:trace contextRef="#ctx0" brushRef="#br0" timeOffset="173350.11">7370 8968 97 0,'7'3'155'0,"1"-1"-8"0,-2 2-1 15,1 0-8-15,-2 1 5 0,4 1-7 0,-1 2-9 16,-5-3-3-16,0 3-4 0,1 0-7 0,0-3-15 15,-3 4-9-15,0-3 13 0,2 2-1 0,-3-8-6 16,0 11-4-16,-4-3-2 0,1 0-12 0,0-1-4 16,-1 0-8-16,-1-1-4 0,-2 1-9 0,-2 0-3 15,2 2-6-15,0-5-15 0,-2-1-25 0,-1 2-28 16,4-1-42-16,-1-2-41 0,2 2-44 0,5-4-41 16,-13 4-144-16,13-4-363 0,-9 2 161 0</inkml:trace>
  <inkml:trace contextRef="#ctx0" brushRef="#br0" timeOffset="173535.1">7545 9052 72 0,'8'-3'230'0,"-8"3"-17"0,0 0-18 16,0 0 1-16,0 0-7 0,0 0-10 0,11 8-11 15,-11-8-8-15,-1 11-20 0,1-11-9 16,-5 15-13-16,3-5-12 0,1 3-12 0,-3 0-11 0,4-1-32 15,-2 4-35-15,2 1-52 0,-2 1-65 0,4-7-65 16,-2 2-174-16,1-2-368 0,0-1 163 0</inkml:trace>
  <inkml:trace contextRef="#ctx0" brushRef="#br0" timeOffset="176267.77">11822 9809 47 0,'0'0'189'0,"0"0"-10"0,0-8-4 0,0 8-2 16,0 0-4-16,0 0-1 0,0 0-10 0,0 0-7 15,2-7-12-15,-2 7-11 0,0 0-13 16,0 0-9-16,0 0-13 0,0 0-11 0,0 0-6 16,0 0-12-16,0 0-7 0,0 0-6 0,0 0 2 0,0 0 3 15,0 0-2-15,9 25 5 0,-7-9 0 0,2-1-1 16,1 3-1-16,-1 8 3 0,1-3-6 15,-2 5 2-15,0-1-2 0,2 2 7 0,-1 2-9 0,-2-1 4 16,4 2-1-16,-2 0-4 0,-2 0-2 0,0 0-2 16,0-1 2-16,3-1-2 0,-1-2-5 0,-4 0-3 15,0-3 1-15,4 1-4 0,-3-7 0 0,4-2 2 16,-5 3 1-16,3-2-2 0,-2-3-7 0,2 2 6 16,-2-1 4-16,0-4 3 0,3 1 2 0,-4-2-3 15,2-1-5-15,-1-1-4 0,1 1 3 0,-2-1-4 16,0 1 2-16,0 0-6 0,2-3 7 0,0 2-14 15,-2-4-3-15,0-5 0 0,2 12-3 0,-2-12 2 16,2 10 0-16,-2-4-1 0,0-6-3 0,0 9-2 16,0-9 13-16,2 7-12 0,-2-7-4 0,2 7 5 15,-2-7-6-15,0 0 3 0,0 0-3 0,0 0-3 16,-2 9 1-16,2-9-5 0,0 0 7 0,0 0 0 16,0 0-5-16,0 0-2 0,0 0 4 0,0 0 1 15,2 7-3-15,-2-7-4 0,0 0 14 0,0 0-8 0,0 0-6 16,0 0 7-16,0 0-2 0,0 0-6 0,0 0 0 15,5 5 9-15,-5-5-6 0,0 0 4 0,0 0-5 16,0 0 4-16,0 0 4 0,0 0-4 16,0 0-4-16,0 0 0 0,0 0-4 0,0 0 5 0,0 0 0 15,0 0 3-15,0 0-3 0,0 0-2 0,0 0 2 16,3 6-4-16,-3-6 6 0,0 0-2 0,0 0 1 16,0 8 7-16,0-8-5 0,0 0-3 0,0 0 6 15,0 9-9-15,0-9-1 0,0 0 2 0,4 7 1 16,-4-7 10-16,0 0-9 0,0 0-3 0,1 6 4 15,-1-6-7-15,0 0 10 0,0 0-3 0,0 0 0 16,0 0 0-16,0 0 1 0,0 0 0 0,0 0 4 16,0 0-1-16,0 0 13 0,0 0-1 0,0 0 6 15,0 0 9-15,0 0-1 0,0 0-8 0,0 0 3 16,0 0-1-16,0 0-2 0,0 0-3 0,0 0 2 16,0 0-3-16,0 0-5 0,0 0 1 0,0 0-4 15,0 0 3-15,0 0-7 0,0 0 5 0,0 0-3 16,0 0-1-16,0 0 5 0,0 0-3 0,0 0-3 15,0 0-5-15,0 0 8 0,0 0-4 0,0 0-2 16,0 0 1-16,0 0 0 0,0 0-2 0,0 0-4 16,0 0 2-16,0 0 5 0,0 0-3 0,0 0-1 15,0 0-2-15,0 0 4 0,0 0-1 0,0 0 2 0,0 0-8 16,0 0 3-16,0 0-4 0,0 0 7 0,0 0 3 16,0 0-8-16,0 0 2 0,0 0 1 0,0 0 11 15,0 0-14-15,0 0 5 0,0 0-5 16,0 0 12-16,0 0-13 0,0 0 2 0,0 0-4 0,0 0-3 15,0 0 5-15,0 0 1 0,0 0 0 0,0 0-2 16,0 0 3-16,0 0-7 0,0 0 6 0,0 0-3 16,0 0-2-16,0 0 7 0,0 0-6 0,0 0 4 15,0 0-6-15,0 0 5 0,0 0 1 0,0 0-1 16,0 0 3-16,0 0-1 0,0 0 6 0,0 0-3 16,0 0-7-16,-8 10 2 0,8-10 4 0,-3 6-4 15,3-6 6-15,-4 6-6 0,4-6 3 0,-2 10-2 16,2-10-1-16,-2 10-2 0,-1-5 4 0,0 3 1 15,3-8 1-15,-3 15-4 0,1-7 8 0,0 2-2 16,0 2 0-16,0-2 0 0,-1 0-6 0,2-1 3 16,-2 0 8-16,-2 2-9 0,4-1 7 0,0-1-2 15,-2-1 4-15,1 3-3 0,0-5 0 0,0 5-1 16,2-5-1-16,0-6-1 0,-2 13 4 0,2-13 3 0,0 13-4 16,-1-6-1-16,1-7 0 0,1 13 0 0,1-7-1 15,-2-6-2-15,2 12 6 0,-2-7-3 16,0-5-2-16,0 8 5 0,0-8-1 0,4 7-7 0,-4-7 4 15,0 7 1-15,0-7 2 0,0 0-3 0,0 0-1 16,0 0 0-16,3 6 2 0,-3-6 0 0,0 0 0 16,0 0 5-16,0 0 7 0,0 0 6 15,0 0-1-15,0 0 0 0,0 0-2 0,0 0-3 0,0 0 1 16,0 0-3-16,0 0-1 0,0 0-5 0,0 0 5 16,2 7-3-16,-2-7-3 0,0 0 5 0,10 0-8 15,-10 0 1-15,10 0-3 0,-10 0 5 0,11 0-4 16,-11 0-4-16,12 2 5 0,-12-2-1 0,11 1 6 15,-5 0-11-15,2 0 4 0,-8-1-3 0,13 4 1 16,-8-4-1-16,-5 0-2 0,11 3 4 0,-7 0 1 16,-4-3-3-16,9 5-2 0,-5-2 7 0,1 1-5 15,-5-4-5-15,8 7 1 0,-6-3 3 0,2 2 1 16,-4-6-3-16,2 11 1 0,0-5 3 0,-2-6-1 16,-6 16 1-16,3-7 5 0,-2 1-8 0,1-1 2 0,-2 2 0 15,-1-1 2-15,0 1-2 0,-2 0-2 16,0 2 4-16,0-3 2 0,-1 2-3 0,1 1-2 15,1 1 8-15,2-2-11 0,0-2 2 0,2 1 4 0,-2 0 8 16,3 0-11-16,1-1-1 0,0-1-2 0,2-1 1 16,0 2 2-16,0-1-3 0,2 2 2 15,1-3-1-15,1 1-1 0,0-3-1 0,0 4 0 0,2-2-1 16,-2-2 3-16,2 2 1 0,-2-2-1 0,1 3 0 16,-1-2 1-16,-2-1-5 0,4 0 2 0,-6 2 9 15,3 2-3-15,-3-4 18 0,0 2-22 0,0-8 2 16,-10 17-1-16,5-8-1 0,-3 0-1 0,-2 3 3 15,-1 0 2-15,0 0-1 0,2-2-1 0,-5 3 5 16,5-3-6-16,1-1 6 0,-2 4-2 0,4-3-3 16,1 1-2-16,1-1 3 0,-3 0-1 0,5 2-2 15,-1-4 2-15,1 4-1 0,2 1 3 0,0-4 0 16,0 2 1-16,2 0-2 0,1 0 3 0,1-1 0 16,1 2-6-16,-2-1 4 0,0 0 1 0,4 0-2 15,-2-1-4-15,0 1 4 0,3 0 2 0,-5 0-5 16,3 0-1-16,-2-1 2 0,-1 3 3 0,2-3-7 15,-2 7 6-15,-2-5-1 0,0-1 1 0,-1 6 4 16,2-2-4-16,-4 1 1 0,5 3 2 0,-2-4-3 0,-2 5 5 16,2-4-5-16,1 3 1 0,-4-2-3 15,1 2 2-15,2 0-4 0,-1 5 10 0,-1 4-5 16,1-1-2-16,1 1 4 0,-1 0 3 0,2 2 0 16,0-1-5-16,-4 3 2 0,4-3 1 0,0 0-2 0,-1 0 11 15,1 0-9-15,2-1 0 0,0 0-1 16,4 1 6-16,-2-1 8 0,0 0-2 0,5-1-3 0,-3-2 0 15,3-1 3-15,-5-2 1 0,1-1-1 0,0 4-1 16,0-7 0-16,-5-2-3 0,2 2 2 0,-1-1 2 16,-1 0-1-16,2 0-2 0,-4-2 1 0,2-2-1 15,-2-1 2-15,-2 2-1 0,2-3-3 0,-4 1 0 16,0 1-3-16,1 5 1 0,-3-8 1 0,2 0-11 16,1-2-13-16,-2 1-9 0,0-1-20 0,-1 2-13 15,1-6-17-15,5-4-14 0,-6 4-19 0,6-4-21 16,-9 4-17-16,9-4-43 0,-7 1-58 0,7-1-60 0,0 0-49 15,-11-13-257-15,11 13-662 0,-4-18 293 16</inkml:trace>
  <inkml:trace contextRef="#ctx0" brushRef="#br0" timeOffset="178250.14">4838 9819 157 0,'0'0'178'0,"0"-10"-9"0,0 10-9 16,0 0-5-16,0-10-1 0,0 10 2 0,1-8-3 15,-1 8-2-15,0 0-7 0,2-7-10 16,-2 7-14-16,0 0-13 0,0 0-9 0,0 0-14 15,0 0-7-15,0 0-8 0,0 0-4 0,0 0-7 0,-12 19 5 16,7-3 6-16,-1 2-5 0,2 9 1 0,-1 6-4 16,0 1 1-16,-1 12 0 0,4 3-7 15,0-1 1-15,0 0-7 0,2 3-1 0,-4 0 2 16,4-1-3-16,4 3 5 0,-3 1-1 0,3-5 1 0,0 2-2 16,-1 3-3-16,-2-2-4 0,5 3 2 0,1-3 0 15,0-1-11-15,0-5 1 0,-4-11-1 0,7 11-3 16,-5-11 1-16,-5-3-5 0,6-2 5 0,-4 1-7 15,1-3 4-15,1-3 0 0,-3-6-5 0,2-1 0 16,-2-1 0-16,2 2-8 0,-1-2 7 0,-1-6 2 16,1 3-8-16,-1-4 2 0,0 0 0 0,2-1-4 15,-3-1-1-15,1-3 0 0,-1-5-6 0,0 14 2 16,1-9-4-16,-1-5-17 0,1 8-12 0,-1-8-14 16,0 0-18-16,2 8-21 0,-2-8-25 0,0 0-28 15,0 0-39-15,-8 4-38 0,8-4-24 0,0 0-27 16,-10 1-210-16,10-1-505 0,-12-1 223 0</inkml:trace>
  <inkml:trace contextRef="#ctx0" brushRef="#br0" timeOffset="178600.12">4522 11227 30 0,'-14'-1'155'0,"3"-1"1"0,-1 1-2 15,0-2-5-15,0 2-5 0,-1 0-6 0,2 0-8 16,0-1 1-16,0 1-5 0,3 0-5 0,8 1-4 16,-14-1-7-16,14 1-7 0,-10 0-16 0,10 0-8 15,0 0-11-15,0 0-5 0,-10 0-7 0,10 0-8 16,0 0 0-16,0 0-6 0,0 0 5 0,0 0-1 16,24 7 2-16,-7-3 3 0,4-1-4 0,11 0 0 15,-1-1-4-15,2-1-1 0,2 2-2 0,4-2-1 0,-2 0-7 16,2 1 5-16,14-4-6 0,-15 2-4 15,0-1-4-15,14 2 4 0,-13 1-7 0,-2-4-3 16,4 1-1-16,-3 1-2 0,0 0-1 0,2 0-2 0,-2-3-1 16,-2 5 0-16,0-4-2 0,-3 1-2 15,-1 1-9-15,-1-1-8 0,-5 0-13 0,-5 1-25 16,-8 0-26-16,-2 1-28 0,1 1-27 0,-6 0-36 16,-1 0-14-16,-5-2-30 0,0 0-133 0,0 0-371 0,-14 18 163 15</inkml:trace>
  <inkml:trace contextRef="#ctx0" brushRef="#br0" timeOffset="178884.81">4616 11551 144 0,'-8'2'216'16,"8"-2"-15"-16,0 0-12 0,0 0 4 0,0 0-7 0,0 0-2 15,0 0-5-15,0 0-10 0,0 0-12 0,22 2-2 16,-7-2-12-16,3-4-13 0,4 3-8 0,6-3-12 16,2 1-7-16,0-1-11 0,1 2-12 0,0-3-4 15,-2 4-8-15,-1-4-5 0,1 5-8 0,-1-2-7 16,-10 1-6-16,1 0-4 0,-2-2-7 0,-3 3-7 16,-2-1-13-16,-2 1-16 0,-3 0-15 0,-7 0-26 15,13 0-21-15,-5-1-20 0,-8 1-21 0,0 0-22 16,6 5-19-16,-6-5-33 0,0 0-23 0,0 0-164 15,0 0-399-15,0 0 177 0</inkml:trace>
  <inkml:trace contextRef="#ctx0" brushRef="#br0" timeOffset="179684.16">4837 11871 33 0,'0'0'200'0,"0"0"-3"0,0 0-4 16,0 0-5-16,0 0-11 0,0 0-9 0,-12-9-10 15,12 9-7-15,0 0-12 0,0 0-9 0,0 0-7 16,-10-2-7-16,10 2-6 0,0 0-7 0,-9-2-6 16,9 2-4-16,0 0-9 0,-9-2-6 0,9 2-2 15,0 0-4-15,0 0-10 0,0 0-9 0,-14 2-2 16,14-2-5-16,0 0-5 0,0 0-4 0,0 0-10 16,0 0 2-16,0 0 3 0,0 0-9 0,0 0-4 15,0 0 3-15,0 0-5 0,0 0-2 0,0 0-2 16,0 0 7-16,0 0-1 0,0 0 1 0,0 0 2 15,0 0-1-15,30 7-2 0,-17-7-2 0,4 0 0 16,2 0 7-16,2 0-5 0,-1 0 1 0,1 0-3 16,0-2-1-16,0 2-3 0,-1 0-1 0,2-1 0 0,-3 1-2 15,2-2-2-15,-5 2 1 0,2 0-4 16,-5 0 7-16,-2-1-12 0,0 1-3 0,-2-1-11 16,-1-1-10-16,-8 2-13 0,12 0-14 0,-12 0-13 15,8-1-14-15,-8 1-25 0,0 0-27 0,0 0-19 0,0 0-10 16,0 0-9-16,0 0 1 0,-31-2 13 0,18 2 5 15,-6 1 19-15,2-1 15 0,-3-1 6 0,-2-1 20 16,3 1 13-16,-3-1 12 0,1 0 22 16,-7 1 17-16,7-1-2 0,-8 0 11 0,1 0 19 15,6 2 8-15,1 0 6 0,-2 0 13 0,2 1 5 0,-1-2 7 16,0 1 3-16,0 0 6 0,0 1 6 0,4 0 10 16,-2 1 7-16,3 0-2 0,4-1-1 15,2 1-1-15,0-1-2 0,1 0-3 0,3-1-5 16,7 0-6-16,-14 1-2 0,14-1-6 0,-7 3-3 0,7-3-4 15,-7 1-5-15,7-1-3 0,0 0-1 0,0 0 3 16,0 0 7-16,0 0 6 0,0 0 3 0,0 0 6 16,13 12-3-16,-5-8-3 0,2-3-5 15,2 2 0-15,4-1-4 0,3 0 6 0,2 0-4 0,8-2-3 16,2 1 4-16,5-2-8 0,-1-1-8 0,4 0 3 16,-1 0 1-16,14-2-10 0,-17 0 2 0,2 2-3 15,-1-1-5-15,1-1 3 0,-1-1-4 0,1 1-3 16,-2 0 0-16,-1-1 1 0,-4 1-5 0,1 1-7 15,-3 0-14-15,-9 0-8 0,0 2-13 0,-6-2-15 16,0 3-24-16,-1-2-15 0,-5 3-29 0,-7-1-24 16,12 1-26-16,-12-1-26 0,4 4-53 0,-4-4-133 15,0 0-409-15,-18 10 181 0</inkml:trace>
  <inkml:trace contextRef="#ctx0" brushRef="#br0" timeOffset="179968.61">4708 12135 178 0,'-14'2'233'0,"3"4"-15"0,1-5-4 15,4 3-13-15,-2-3-3 0,8-1-13 0,-9 1-13 16,9-1-7-16,0 0-4 0,0 0-11 0,0 0-4 15,0 0-14-15,31 6-8 0,-10-7-14 0,9-4-5 16,2 1-15-16,4-1-5 0,-2-1-9 0,6-2-9 16,-3 4-6-16,-3-2-13 0,0 1-5 0,-4 3-20 15,-9-1-19-15,-1 3-24 0,-7 0-27 0,-2 0-31 16,0 0-35-16,-4 0-45 0,-7 0-32 0,10 4-47 16,-10-4-154-16,0 6-425 0,0-6 188 0</inkml:trace>
  <inkml:trace contextRef="#ctx0" brushRef="#br0" timeOffset="181001.17">4861 12186 236 0,'0'0'231'15,"0"0"-11"-15,-3-8-9 0,3 8-13 0,0 0-13 0,0 0-8 16,0 0-13-16,0 0-13 0,0 0-15 0,0 0-12 15,0 0-7-15,0 0 7 0,0 0-1 0,0 0-8 16,-3 18 0-16,3-7-2 0,1 1-3 16,0 4-9-16,0 0-3 0,1 4 9 0,-1 3-8 0,-1 2 13 15,0 3 0-15,3 0-6 0,-2 0-7 0,4 0 8 16,-4 3-23-16,1-1-1 0,-2-1-6 0,2 1 5 16,-3-2-10-16,5 2 1 0,-4-4-7 0,2-1 3 15,-2-4-9-15,3-2-9 0,-2 2 5 0,1-2-8 16,0-1-2-16,-1-1-3 0,2-6-11 0,-1 3 2 15,-2-3-5-15,3 0-1 0,1-1-9 0,-2-1 4 16,2-1 4-16,-4-2-10 0,1 0 0 0,-1-6 0 16,3 10-4-16,-3-10-1 0,2 5 0 0,-2-5 3 15,0 0-8-15,-2 11 3 0,2-11 0 0,0 0-5 16,0 0 2-16,0 0 3 0,4 7-4 0,-4-7-1 16,0 0-7-16,0 0 7 0,0 0-2 0,0 0-6 15,0 0 4-15,0 0 1 0,0 0 6 0,0 0-2 16,0 0-5-16,1 6-1 0,-1-6-1 0,0 0 1 15,0 0 4-15,0 0-4 0,0 0-8 0,8 4 8 16,-8-4-6-16,0 0 7 0,6 4-1 0,-6-4 3 16,10 4 0-16,-3-2-2 0,-1 1 5 0,6-3-1 15,-2 4-2-15,1-2-4 0,2 2 4 0,5-5-5 16,4 3 9-16,-3-2-6 0,12 2 1 0,-1-2-1 16,4 0 5-16,4 1-4 0,0-2 0 0,2 1-1 15,11 0 0-15,-13 0 10 0,16-2-12 0,-3 0 6 16,-12 3-6-16,15-1 5 0,0 3-8 0,0-2 7 15,2 3-1-15,1-6 6 0,-2 2-1 0,5 0-3 16,3 0-3-16,5 0 7 0,-2-2-4 0,25 4 3 0,-26-2-1 16,2 0-1-16,25 0-2 0,-31 0 3 15,30 0 0-15,-27 3-1 0,1-2-2 0,31 2 2 0,-31-4-3 16,28 1 2-16,-28 1 3 0,27-1 0 16,-25 1-1-16,-2 1-2 0,31-4-2 0,-31 2 1 0,27-2 3 15,-1 2-9-15,-25 0 8 0,30-3 0 0,-4 2-8 16,-25 1 10-16,25-2-6 0,5-1 3 0,-31 3-7 15,27-3 15-15,-1-1-10 0,0 4-1 0,-27-1 1 16,26 1 0-16,1-4-1 0,-2 3 2 0,-25 0 0 16,26-1-10-16,-26 2 8 0,26-5 7 0,-29 3-4 15,30-4-8-15,-31 2 2 0,32 1 3 0,-31 3-3 16,5 0 0-16,-2 0 2 0,26 0 4 0,-30 1-6 16,2-2 4-16,2-1-7 0,-4 1 4 0,3 4 3 15,-1-3 0-15,1 1-4 0,-4-1 5 0,1 0-2 16,-2-1-5-16,2 1 1 0,-2-3 4 0,1 1 1 15,-4 0-7-15,-3-2 3 0,0 4 0 0,0-1 3 16,-2 1-2-16,-12 0-3 0,15 0 2 0,-16-2 2 16,3 0 1-16,-2 2-3 0,1-2-1 0,-1 2 5 15,-2-1-8-15,1 1 0 0,0-2-6 0,0 2 4 16,-4-2 0-16,1-1-11 0,-3 1-1 0,-3 0-6 16,-1 0-6-16,-6 2 2 0,-3-5-15 0,0 3-4 15,-6 1-3-15,1-2-8 0,-2 1-1 0,-1 2 2 16,-1-3-3-16,0 2-5 0,1 0-2 0,-1-2 0 15,-1 1-1-15,5 0-2 0,-3 2-9 0,7-4-3 16,-5 3-11-16,0-1-12 0,1-1-10 0,-1 1-3 16,3-1-8-16,-3-1-21 0,1 1-8 0,-1-1-18 15,-1 0 14-15,5 1-7 0,-3 0 27 0,0 0-22 16,4 0 26-16,-5 0-5 0,0 3 12 0,1-2 6 16,-1-1 7-16,-2 2 3 0,3 0 11 0,-3 1 8 0,1-1-9 15,-1-1-1-15,1 2-18 0,-2 0-82 0,-3-3-221 16,-7 3 98-16</inkml:trace>
  <inkml:trace contextRef="#ctx0" brushRef="#br0" timeOffset="182117.61">3648 10769 135 0,'0'0'160'0,"0"0"-10"0,0 0-3 0,0 0-10 16,0 0-8-16,0 0-8 0,0 0-5 0,0 0 2 15,0 0-14-15,-9-2-5 0,9 2-1 0,0 0-11 16,0 0 1-16,0 0-4 0,0 0-4 0,0 0-3 16,0 0-10-16,0 0-3 0,0 0-1 0,0 0-10 15,0 0 0-15,0 0-5 0,0 0-3 0,0 0-6 16,-7-3 2-16,7 3-6 0,0 0-3 0,0 0-5 16,0 0-2-16,-12 4-1 0,12-4 3 0,-9 4-2 15,9-4 1-15,0 0 0 0,-9 0 4 0,9 0 2 0,0 0-2 16,0 0 0-16,0 0 2 0,-10 1-4 15,10-1 0-15,0 0-4 0,0 0-2 0,0 0-3 16,0 0 1-16,0 0-6 0,0 0 8 0,0 0-8 16,0 0 0-16,0 0 5 0,0 0-9 0,28 2 2 15,-15-4-4-15,5 0 0 0,-2 0-1 0,5 1 0 16,-2 0-6-16,1 1-8 0,0 1-10 0,-2-1-16 16,-2-1-15-16,-3 2-23 0,0-2-19 0,-3 1-18 15,0 1-20-15,2-1-30 0,-6 1-25 0,-6-1-29 0,13 3-126 16,-9 0-366-16,-4-3 162 0</inkml:trace>
  <inkml:trace contextRef="#ctx0" brushRef="#br0" timeOffset="182400.2">3690 10656 183 0,'-7'-3'175'0,"7"3"1"0,-8-5-1 16,8 5-5-16,0 0-5 0,-8-2-9 0,8 2-10 15,0 0-13-15,0 0-11 0,0 0-12 0,0 0-8 16,0 0-11-16,0 0-8 0,-10 5-4 0,10-5 3 16,0 11-6-16,1-1-5 0,1 2-7 0,-2 4-4 15,1 2-6-15,0-1-2 0,-1 2-5 16,2 2-8-16,1 3-4 0,-3-5-18 0,-1 8-26 0,2 0-30 15,-2-2-46-15,-1 0-46 0,-1-4-38 0,0 3-45 16,-1 1-122-16,-2-6-364 0,1 0 161 0</inkml:trace>
  <inkml:trace contextRef="#ctx0" brushRef="#br0" timeOffset="182702.74">3299 12149 2522 0,'0'0'176'0,"0"0"-49"0,0 0-58 16,0 0-28-16,0 0-17 0,0 0-5 0,0 0-4 15,0 0-4-15,0 0 3 0,0 0 0 0,0 0-2 16,35-6 3-16,-21 4-3 0,-1 4-2 16,6-2 0-16,0 0-5 0,3 0-11 0,-1 0-12 0,-1 0-27 15,1 1-34-15,1-1-40 0,-3 0-36 0,3-1-31 16,-2-1-26-16,-3 2-168 0,-3-1-410 0,-1-2 181 16</inkml:trace>
  <inkml:trace contextRef="#ctx0" brushRef="#br0" timeOffset="183034.25">3032 11575 27 0,'-4'-10'291'0,"2"7"-23"0,-1-3-16 0,3 6-20 16,-5-10-17-16,5 10-15 0,-4-5-10 0,4 5-5 15,0 0-5-15,0 0 4 0,0 0-7 0,0 0-8 16,0 0-12-16,0 0-1 0,5 32-11 0,-2-21-23 16,0 6 0-16,0 1-6 0,1-1-13 0,1 1-16 15,-1 1-5-15,-1-1-6 0,1 2-10 0,-3-3-8 16,3 1-27-16,-2-2-29 0,0 0-33 0,0 0-39 15,1 0-45-15,-2-4-48 0,-1-3-52 0,4 0-48 16,-3 0-243-16,-1-4-549 0,0-5 243 0</inkml:trace>
  <inkml:trace contextRef="#ctx0" brushRef="#br0" timeOffset="183734.25">3591 11507 70 0,'3'-6'225'0,"-3"6"0"0,0 0-7 0,6-6-11 16,-6 6-3-16,0 0-2 0,0 0-10 0,0 0-4 15,0 0 2-15,0 0-9 0,14 12-8 0,-8-5 1 16,-1 3-4-16,3 3-11 0,-3 3-10 0,1 0-9 0,3 1-12 16,-4 0-6-16,2 0-4 0,-2 0-17 15,3 0-9-15,-1-2-8 0,-2-3-4 0,0-1 2 16,1 0-14-16,-1-1-4 0,1-4-9 0,0 3 0 15,-2-4 10-15,0-1-1 0,1 2-1 0,0-4 1 0,-5-2-13 16,11 4 4-16,-6-3 0 0,-5-1-7 0,11-5-7 16,-3-1-2-16,2 0 0 0,-1-3-5 15,1-2-7-15,0 2-1 0,-3-3-13 0,1 1-27 16,2-3-20-16,0-4-25 0,-2 2-28 0,-1-3-46 0,3 3-49 16,-3-3-46-16,-2 2-61 0,0-9-58 0,-2 8-225 15,-1 0-619-15,3 3 275 0</inkml:trace>
  <inkml:trace contextRef="#ctx0" brushRef="#br0" timeOffset="183875.31">4010 11391 2913 0,'0'0'168'0,"10"-4"-76"0,-10 4-43 0,0 0-27 16,4-4-8-16,-4 4 2 0,0 0 10 0,0 0-7 16,5-3 2-16,-5 3-1 0,0 0-9 0,0 0-10 15,0 0-9-15,0 0-45 0,0 0-36 0,9 6-51 16,-9-6-73-16,5 6-266 0,-5-6-518 0,0 0 230 15</inkml:trace>
  <inkml:trace contextRef="#ctx0" brushRef="#br0" timeOffset="185368.46">12391 10960 137 0,'-8'-2'229'0,"8"2"-14"15,-9-3-4-15,9 3-4 0,-4-4-13 0,4 4-15 16,0 0-8-16,0 0-14 0,0 0-8 0,0 0-12 0,0 0-8 16,0 0-11-16,0 0-5 0,0 0-6 15,0 0 2-15,0 0-12 0,0 0-9 0,0 0-9 16,27 9 0-16,-14-7-13 0,8 1-3 0,0-3-9 15,6 3-2-15,0 0 3 0,-4-2-13 0,-3 0-4 0,2-1-5 16,-1-1 1-16,-4 2-9 0,0 1-1 16,-5-2 0-16,-1 0-3 0,-1-2 0 0,-1 4 5 15,-9-2-8-15,14 0-1 0,-10 0-2 0,-4 0-3 16,0 0 11-16,9 2-11 0,-9-2-3 0,0 0 3 0,7 5 2 16,-7-5 4-16,0 8 18 0,0-8 11 0,-3 14-7 15,-1-1-1-15,-1-2 14 0,4 4 8 16,-4 1-8-16,-1 0 11 0,0 1-8 0,2-2-1 0,-2 2 4 15,1 0 4-15,0 0-1 0,1-2-1 0,-3 3-6 16,0-2-1-16,1-3-10 0,1 2-14 0,3-4 9 16,-2 2-14-16,0-1 2 0,1-1 2 15,0 1-6-15,1-1-18 0,0-1-5 0,0 2-39 0,2-6-43 16,-2 4-29-16,1 0-27 0,0-4-24 0,1-6-31 16,-5 13-31-16,3-7-43 0,2-6-6 0,-4 9-15 15,2-5-202-15,-2 0-530 0,4-4 235 0</inkml:trace>
  <inkml:trace contextRef="#ctx0" brushRef="#br0" timeOffset="185517.46">12473 11237 144 0,'0'0'227'0,"-5"-6"-22"0,5 6-20 16,-2-7-17-16,2 7-19 0,0 0-12 0,0 0-9 15,11-9-11-15,-4 8-12 0,7 0-14 0,3-2-5 16,3 3-24-16,12 0-23 0,-5 0-31 0,2-2-46 15,1 1-39-15,1-2-46 0,-2 3-147 0,-9 0-291 16,2-3 130-16</inkml:trace>
  <inkml:trace contextRef="#ctx0" brushRef="#br0" timeOffset="185750.12">12969 11054 140 0,'0'0'226'0,"2"-10"-9"16,-2 10-15-16,0-7-10 0,0 7-12 0,0 0-17 0,5-7 4 15,-5 7 3-15,0 0-6 0,0 0-9 0,7 16 11 16,-5-6 12-16,1 6-5 0,1-1 7 16,-2 1-29-16,2 0-7 0,-4 2-7 0,0-1-4 15,2 1-26-15,-2-1 2 0,-2 1-17 0,2-1-6 0,-2 0-9 16,0 0-15-16,2-4-17 0,-4-2-25 16,2 7-35-16,-1-8-33 0,3 0-45 0,-2 0-44 0,-1-1-48 15,-1-3-54-15,4-6-53 0,-5 13-180 0,5-9-510 16,0-4 226-16</inkml:trace>
  <inkml:trace contextRef="#ctx0" brushRef="#br0" timeOffset="186001.14">13126 11095 103 0,'0'0'239'0,"0"0"-18"0,2-7-13 16,-2 7 1-16,0 0-9 0,0 0-4 0,0 0 1 15,0 0 0-15,0 0-13 0,-10 22-7 0,7-13-11 16,-3 0-7-16,0 2-7 0,0-1 5 0,-1 3-22 16,3-2-6-16,0 1-4 0,-1-2-13 0,3 2-10 15,-3-4-9-15,3 1-10 0,-1 2-4 0,3-3-15 16,0-8-7-16,1 15-2 0,1-8-8 0,2-1-11 16,2-2-8-16,2 2-37 0,-1-2-25 0,5 1-41 15,0-1-40-15,-1-2-40 0,1 2-38 0,1-3-40 16,1-1-37-16,-3 2-201 0,2 0-511 0,6-2 226 15</inkml:trace>
  <inkml:trace contextRef="#ctx0" brushRef="#br0" timeOffset="186334.09">13315 11323 36 0,'0'0'184'0,"0"0"-1"0,9 2-3 0,-9-2-3 16,0 0 3-16,0 0-3 0,11 0 1 15,-11 0-1-15,0 0-7 0,11-3-3 0,-11 3-8 0,6-3-13 16,-2-2-2-16,-4 5-12 0,9-7 4 0,-7 1-2 15,-2 6-13-15,4-11-1 0,0 3-9 0,-2-3-9 16,-2 0-7-16,0 0-12 0,1-1 1 16,1 1-11-16,-2-2-3 0,7-4-8 0,0 2-5 0,1-1 4 15,1 2-17-15,3 2-8 0,1-1-1 0,1 3-5 16,-5 3 1-16,4 2-5 0,1 0-3 0,-3 3-1 16,3 0 0-16,-3 2 0 0,-1 2-10 0,0 1-1 15,-1 4 5-15,0-1-4 0,0 3 8 0,-4-1-8 16,3 3 5-16,-5-1 3 0,-1-1-2 0,2 3-4 15,-4-2 3-15,4 1-1 0,-4-1-4 0,4-1 3 16,-2 1-7-16,0-2 4 0,0 1 0 0,4-2 2 16,1 1-17-16,2 0-27 0,1-5-25 0,3 1-33 15,7 0-37-15,0-2-43 0,-2 2-44 0,3-4-41 16,-2-2-27-16,-5 0-226 0,-3 0-548 0,1-3 242 16</inkml:trace>
  <inkml:trace contextRef="#ctx0" brushRef="#br0" timeOffset="187567.62">11781 9991 105 0,'0'0'123'0,"-7"-9"-4"0,7 9-10 0,-7-6-8 16,7 6-17-16,-1-7-1 0,1 7-2 15,0 0-8-15,-3-9-8 0,3 9 6 0,-2-6-21 16,2 6 3-16,-3-9-1 0,3 9-14 0,0 0-15 0,-1-12-2 15,1 12-5-15,-3-9-14 0,3 9-10 0,-2-7-4 16,2 7-4-16,0 0-1 0,-5-10 6 16,5 10-8-16,-9-4 6 0,9 4 5 0,-8-6-6 15,8 6 3-15,-9-3 7 0,2 1-4 0,7 2 7 0,-12-5-3 16,6 3-4-16,6 2 5 0,-14-3 6 16,7 1 8-16,7 2 8 0,-11-2-4 0,11 2 12 0,-12-4 16 15,12 4 7-15,-6-3-5 0,6 3 6 0,-9-2-3 16,9 2 1-16,0 0-3 0,-8-2-5 0,8 2-4 15,0 0 1-15,0 0-1 0,0 0 6 16,0 0 7-16,0 0 9 0,0 0-3 0,0 0-2 16,40 4 3-16,-7-4-1 0,4 0 1 0,17-2 0 0,6 2-8 15,-1-4-1-15,31 2-4 0,0-2-4 0,4 0-2 16,2 4-8-16,0-1-1 0,7 2 0 0,1-5-5 16,0 3 1-16,1 1-6 0,3-3-2 0,-3 5-3 15,-7-2-2-15,-7 0 0 0,-26 0-1 0,-4 2 0 16,0-3-3-16,-6 1 3 0,-3 1-5 0,-12-2-2 15,-3 3 2-15,-1-2-2 0,-5 0 2 0,-1 2-4 16,-9-1 1-16,0-1-3 0,-3 1 1 0,-3-1-2 16,-1 0 3-16,-3 0-4 0,0 2 2 0,-1-2-3 15,-1 0 0-15,-1 1-5 0,-8-1-9 0,12 2 0 16,-12-2-8-16,7 0-18 0,-7 0 2 0,0 0-5 0,0 0-7 16,11 0 5-16,-11 0-5 0,0 0 13 15,8 2 3-15,-8-2 1 0,0 0 5 0,10 4 7 16,-10-4 2-16,8 1 1 0,-8-1 3 0,5 3 2 15,-5-3-1-15,0 0 5 0,8 2 4 0,-8-2-1 0,0 0 7 16,0 0 3-16,0 0 9 0,8 2 4 0,-8-2 8 16,0 0 7-16,0 0 0 0,0 0 7 15,0 0 3-15,0 0 2 0,0 0 0 0,0 0 1 16,0 0-2-16,0 0 1 0,0 0-2 0,0 0-4 0,0 0 3 16,0 0-1-16,0 0-2 0,0 0 4 0,0 0 2 15,-29-2-3-15,29 2 1 0,-14 0-1 0,14 0-5 16,-11 2-6-16,4 0 0 0,-2 1-2 0,2-1-1 15,-1 4-6-15,3-2 0 0,-4 3-2 0,4 1-2 16,-1 0 2-16,3-4-2 0,-1 3-1 0,4-7 0 16,0 14 8-16,0-7-8 0,2 0-3 0,1 0 0 15,1 0 2-15,4-1 0 0,0-1-1 0,3 1 0 16,2-3 8-16,1-1-4 0,5-2-1 0,0 0 4 16,-1-2 2-16,0-4 2 0,0 3 1 0,-3 0-1 15,2-4 11-15,-6 0 5 0,0 0 1 0,0-1 2 16,-4 2-1-16,-1-3-4 0,2-1 6 0,-4-1-14 15,0 0-1-15,-2 2-2 0,-2-1-5 0,-2 0-3 16,0 0 3-16,-5 0-8 0,0 1-7 0,-6-1-1 16,2 4-17-16,-1 2-23 0,-7 2-29 0,-8 2-31 15,0 5-42-15,-2 1-54 0,-3 2-45 0,1 7-253 16,-3 0-530-16,3 2 234 0</inkml:trace>
  <inkml:trace contextRef="#ctx0" brushRef="#br0" timeOffset="188183.82">11655 12655 125 0,'-6'3'122'0,"6"-3"-9"0,-14 4-18 16,7-1-4-16,1 1-15 0,-1 0-10 0,2 0-28 15,5-4-13-15,-9 9-34 0,7-5-13 0,-5 1-3 16,7-5-14-16,-6 12-1 0,5-7 4 0,-1 2 3 15,2-7 0-15,-4 12 8 0,2-6 14 0,1 0 6 0,-2 1 3 16,0-1 0-16,1 1 0 0,-3 1-3 16,0-2-4-16,1 2-11 0,-2-2-17 0,2 1-29 15,-1-1-72-15,-2 1 32 0</inkml:trace>
  <inkml:trace contextRef="#ctx0" brushRef="#br0" timeOffset="188534.33">11495 12853 58 0,'-4'4'113'0,"4"-4"4"0,-4 5 1 15,4-5-1-15,0 0 1 0,0 0 9 16,-6 4 6-16,6-4-5 0,0 0-2 0,0 0-3 15,0 0-2-15,0 0 3 0,0 0-3 0,0 0 0 0,0 0-3 16,0 0 0-16,24 2-5 0,-11-4-6 0,8-1-11 16,8-1 0-16,0 2-6 0,3-1-1 15,3 0-7-15,2-2-2 0,0 0-7 0,1 1 1 16,16 0-4-16,-2-3-2 0,2 2-5 0,-1-1-3 0,4 0-6 16,0 1-3-16,1 1-2 0,1-1 7 0,5 1 2 15,26 0 12-15,-23-1-16 0,25-1-2 0,1 1 0 16,-1 0-5-16,0-3-4 0,-2 4-4 0,2-4 6 15,-2 5-2-15,0 3 3 0,2-6 6 0,-27 5 12 16,29-3-15-16,-4 2-1 0,-25 1 3 0,29-2-5 16,-31 1-4-16,4 0-7 0,-2-2-2 0,-4 1-4 15,-1 2-3-15,-5 0-13 0,-3 0 6 0,-16-3 0 16,0 1-1-16,-7 1 3 0,0-1-13 0,-12 1 10 16,-3 2-8-16,-3-2 4 0,1 1-4 0,-4 0-11 15,-8 1-8-15,11-3-5 0,-11 3-19 0,0 0-21 16,1-5-17-16,-1 5-20 0,0 0-25 0,-22-7-19 15,10 5-20-15,-1 1-24 0,-1 0-18 0,1 1-24 16,4 0-22-16,-3-2-16 0,12 2-203 0,-15 2-500 16,6-4 222-16</inkml:trace>
  <inkml:trace contextRef="#ctx0" brushRef="#br0" timeOffset="188851.13">14252 12673 65 0,'0'0'257'0,"0"0"-6"15,0 0-7-15,7-2-9 0,-7 2-8 0,0 0-7 16,0 0-5-16,0 0 4 0,0 0-3 16,0 0-14-16,0 0-14 0,0 0-10 0,-10 18-19 15,7-12-6-15,3-6-12 0,-4 12-6 0,4-12-18 0,0 11-11 16,3-5-7-16,-2 1-11 0,3-1-14 0,0 0-7 16,1-1-1-16,3 1-5 0,2-1-12 0,-1 1-4 15,3-4 3-15,0 0-6 0,1 1-3 16,1-3-6-16,-1-1 1 0,-1 1-6 0,0-3 0 0,-6 1-5 15,4-2 2-15,-5-2 0 0,2 1 10 0,-2-3-1 16,-3 2 4-16,0-4-2 0,-2 4-4 0,-2-6-9 16,-2 1 0-16,0 1-4 0,-6-3-1 0,1 0-9 15,-4 1-13-15,-3 1-20 0,1 0-28 0,0 1-28 16,-2 1-34-16,1 1-41 0,-2 2-62 0,0 1-67 16,9 2-65-16,-4-2-216 0,3 2-613 0,10 3 271 15</inkml:trace>
  <inkml:trace contextRef="#ctx0" brushRef="#br0" timeOffset="189484.63">14586 10979 170 0,'1'-7'273'0,"-1"7"-13"16,0 0-18-16,0 0-17 0,2-7-19 0,-2 7-29 15,0 0-15-15,0 0-19 0,0 0-13 0,0 0-8 16,0 0-11-16,0 0-3 0,19 12-8 15,-11-3-1-15,-2 2-6 0,3 6-2 0,0-2-7 0,1 1-10 16,-1 1-6-16,1-1-4 0,2 1-1 0,-3-1-10 16,0-1-4-16,2 0-1 0,-2-1-9 0,-2-2 1 15,-1-2-5-15,3 1-1 0,-1-3-7 0,-2 3-2 0,4-4 0 16,-2 2-5-16,0-2 2 0,-3-2-6 16,0-1 4-16,1 0-5 0,-1-1 6 0,-5-3 16 15,11 5 4-15,-11-5 4 0,9 0-1 0,-9 0 16 16,11-5-3-16,-6 0-10 0,3-4 0 0,0 0 1 0,-1-2-8 15,2-3 11-15,-1 1-14 0,-1-4 1 0,2 0-6 16,-4-1-2-16,2-1-2 0,3-5-2 16,-1-2-4-16,0 4-1 0,-4 2-4 0,2 1-3 0,0 0-4 15,1 0-14-15,-3 3-17 0,-3 6-15 0,2 0-29 16,-2 3-25-16,-1 0-46 0,-1 7-47 0,4-5-44 16,-4 5-16-16,0 0 0 0,0 0-14 0,0 0-22 15,0 0-148-15,2 25-464 0,1-14 206 0</inkml:trace>
  <inkml:trace contextRef="#ctx0" brushRef="#br0" timeOffset="189750.91">15004 11190 154 0,'0'0'174'0,"-2"13"-7"0,2-8-3 0,0-5 3 16,-2 14-2-16,4-7-13 0,-2-7 2 0,0 12-7 16,2-5-1-16,0-1-8 0,1 2-8 0,1-1-12 15,1-1-1-15,2 0-11 0,2 0 1 0,2 1-8 16,2-4-4-16,0 1-6 0,7-1-5 0,1-3-7 15,-3 1 4-15,-2-2-4 0,2-2-5 0,-4 2 14 16,-2-3-11-16,2-1-7 0,-5-2 16 0,0-2-21 16,1 1-3-16,-4 0-3 0,1-5-4 0,-4 3-1 15,0-6-9-15,-3 4-2 0,-2-5-12 0,-2 2 3 16,-6 1-5-16,-2 1-2 0,-2 0-4 0,-4 1-11 16,0 4-21-16,-2 1-23 0,-9-2-22 0,-1 6-27 15,2-2-27-15,4 5-41 0,4 0-41 0,2 2-45 16,2 1-252-16,4-3-530 0,2 3 235 0</inkml:trace>
  <inkml:trace contextRef="#ctx0" brushRef="#br0" timeOffset="190000.02">15089 10108 274 0,'2'-7'266'0,"-1"0"-25"15,1 2-28-15,-2 5-21 0,4-7-21 0,-4 7-18 16,0 0-14-16,0 0-14 0,0 0-13 0,0 0-8 16,5 25-12-16,-3-9-18 0,5 10-34 0,-5 3-47 15,-1 8-62-15,-1 8-50 0,-1 5-79 0,-8-2-103 16,0 4-326-16,-2 0 145 0</inkml:trace>
  <inkml:trace contextRef="#ctx0" brushRef="#br0" timeOffset="190200.13">14854 11498 2362 0,'-2'19'10'15,"4"0"68"-15,-2 5 50 0,0 5 11 0,0 2-1 0,2 4-17 16,-2 11-5-16,-2 0-14 0,-3 0-17 0,2 1-3 15,-5 0-7-15,2-12-6 0,-4 0-5 0,3 0-1 16,-2 12-10-16,0-15-17 0,0 2-16 16,2-3-31-16,-1 0-36 0,3 0-41 0,-4-3-50 0,2 0-62 15,1-4-52-15,0-5-250 0,-2-3-542 0,4-5 240 16</inkml:trace>
  <inkml:trace contextRef="#ctx0" brushRef="#br0" timeOffset="190327.27">14778 12275 27 0,'0'0'2'0,"-5"-10"-8"0,1 3-5 0,4 7 4 16</inkml:trace>
  <inkml:trace contextRef="#ctx0" brushRef="#br0" timeOffset="-168830.02">9522 10229 3 0,'0'0'83'0,"0"0"-3"16,0 0-2-16,0 0-10 0,0 0 4 0,0 0-18 15,0 0 4-15,0 0-1 0,0 0-8 0,0 0 3 16,0 0-3-16,0 0 3 0,0 0-8 0,0 0-4 15,0 0 3-15,0 0-2 0,0 0-10 0,0 0 3 16,0 0-3-16,0 0 3 0,0 0-9 0,0 0 3 16,0 0-2-16,0 0-12 0,0 0 2 0,0-10-4 15,0 10 3-15,0 0 1 0,0 0-14 0,0 0 0 16,0 0 5-16,4-8 1 0,-4 8-1 0,0 0-6 16,4-7-14-16,-4 7 16 0,0 0-3 0,6-7 6 15,-6 7 2-15,0 0-3 0,4-3 0 0,-4 3-4 16,0 0-1-16,0 0-5 0,6-7-4 0,-6 7 4 15,0 0-3-15,0 0 5 0,5-4 2 0,-5 4-19 0,0 0 21 16,0 0-22-16,0 0 25 0,6-5-1 16,-6 5 0-16,0 0-9 0,0 0 2 0,0 0 10 15,0 0-5-15,0 0 1 0,5-3 8 0,-5 3-2 16,0 0-1-16,0 0 1 0,0 0 4 0,0 0-1 0,0 0-12 16,0 0 2-16,0 0 9 0,6-7-6 0,-6 7 13 15,0 0-10-15,0 0 6 0,0 0 1 16,5-7 0-16,-5 7 6 0,0 0-3 0,0 0 2 15,3-6 1-15,-3 6 3 0,0 0 4 0,5-9 2 0,-5 9 9 16,1-6-2-16,-1 6 3 0,0 0 0 0,1-8 3 16,-1 8-8-16,0 0 0 0,4-9-1 15,-4 9 4-15,0-6 3 0,0 6-1 0,0 0-2 0,0 0-4 16,4-9 2-16,-4 9 0 0,0 0-2 0,4-7 0 16,-4 7-2-16,0 0-3 0,0 0 3 0,0 0-3 15,2-7 2-15,-2 7-6 0,0 0-2 0,0 0 0 16,0 0-5-16,0 0 0 0,0 0-6 0,0 0 1 15,0 0-2-15,0 0-1 0,0 0 0 0,0 0 1 16,0 0-4-16,0 0 0 0,0 0-2 0,0 0 1 16,0 0 3-16,7 17 10 0,-5-11 2 0,0 0 0 15,-1 4-2-15,0-1 0 0,2 1-3 0,-2 1 5 16,0 1 1-16,1 3-1 0,-2-4 0 0,1 2-4 16,1 5 3-16,0-1 3 0,1-1 10 0,-3 0-1 15,0 2 0-15,2-3-6 0,-2 0 1 0,1 2-1 16,-2-2-1-16,1-3-3 0,0 5 15 0,1-4-10 15,-2-2-1-15,1 1-4 0,-2 1 7 0,0-2 5 16,1 1 0-16,1-1-7 0,0-2 1 0,-2 0-6 16,1-1 2-16,1-8-4 0,-1 12 2 0,1-12-1 0,-3 11-1 15,3-11-4-15,-1 8-2 0,1-8 3 16,-1 7-6-16,1-7-1 0,0 0 0 0,-2 8 1 16,2-8-2-16,0 0 0 0,0 0 0 0,0 8 9 15,0-8-9-15,0 0-2 0,0 0 4 0,0 0-3 0,0 0-8 16,0 0-17-16,0 0-15 0,0 0-23 0,0 0-32 15,0 0-32-15,0 0-40 0,0 0-23 0,-13-14-13 16,13 14-24-16,-6-11-173 0,2 5-424 0,2 0 189 16</inkml:trace>
  <inkml:trace contextRef="#ctx0" brushRef="#br0" timeOffset="-168212.7">9508 10188 34 0,'-4'-5'163'0,"4"5"-9"0,0 0-5 16,0 0-8-16,-5-8-9 0,5 8 4 0,0 0-10 15,-3-6-4-15,3 6-7 0,0 0-9 0,0 0-9 16,-1-8-6-16,1 8-7 0,0 0-5 0,0 0-2 15,3-10-5-15,-3 10-8 0,0 0-7 0,7-7-7 16,-2 5-3-16,-5 2-6 0,11-5-2 0,-1 1-2 16,0 0-4-16,0 1-2 0,1-1 0 0,0 2-7 15,1 0-1-15,0-2-3 0,0 3-1 0,-2 1 2 16,1-2-1-16,0 4-2 0,-2-2-3 0,0 1-3 16,-9-1 2-16,12 5-3 0,-5-2 4 0,-1 0-4 15,2 1-1-15,-2 6 9 0,1-3 0 0,-1 2-2 0,-1-1 2 16,1 2-3-16,2 4 5 0,-5-2-1 15,1 0 0-15,1 3-1 0,-3 0 1 0,0-4-1 16,1 1 0-16,0 0-4 0,-2 0-1 0,0-1 0 0,-1 0 3 16,0 1-3-16,0-2 6 0,0 1 0 15,-1 0-1-15,1 0-1 0,-1-1-1 0,0 1-3 16,-2 2 3-16,-1-2-2 0,3 0-1 0,-1 1-2 0,-1-3-1 16,0 1-2-16,1 0 3 0,-1-1-7 0,1-2 4 15,0 1-1-15,-2 0 2 0,2-1-3 16,-3 3 3-16,1-2-3 0,0-1 6 0,0-1 2 0,1-1 12 15,-5 3-4-15,3-2 0 0,-3-2-3 0,3 1-3 16,-4 2-1-16,1-3 10 0,-2 1-9 0,4-3-1 16,-1 2 0-16,1-1-1 0,-2 0-2 0,3 0-1 15,5-3-3-15,-10 3-4 0,10-3 7 0,-9 2-2 16,9-2-2-16,-9 0 2 0,9 0-2 0,-9 0 2 16,9 0-7-16,0 0-5 0,-13-2-2 0,13 2-8 15,-10-3-10-15,10 3-8 0,-10 0-9 16,10 0-11-16,-8-1-20 0,8 1-19 0,-10-2-24 0,10 2-25 15,-9-3-23-15,9 3-19 0,-6-6-23 0,6 6-185 16,-9-5-421-16,4-1 186 0</inkml:trace>
  <inkml:trace contextRef="#ctx0" brushRef="#br0" timeOffset="-167592.68">9574 10186 129 0,'0'0'141'16,"0"0"-4"-16,0 0-1 0,0-8-4 0,0 8-1 0,0 0-10 15,0 0-4-15,0 0-7 0,0 0-12 0,0 0-4 16,2-9-2-16,-2 9-11 0,0 0-7 0,0 0-4 15,0 0-6-15,0 0-6 0,0 0-6 0,0 0-5 16,0 0-8-16,0 0-3 0,0 0-6 0,0 0 0 16,0 0-3-16,0 0-2 0,0 0 12 0,0 0 9 15,5 25-1-15,-4-16-1 0,-1 2-3 0,1-1 1 16,1 6 1-16,-1 1 0 0,1 1 0 0,-2-2-1 16,0 2-6-16,3-1 3 0,-3 0 4 0,0 1-2 15,1 0 0-15,-1-1 2 0,-1 0-4 0,1-2-6 16,0 1 1-16,0-1-6 0,0-3 1 0,0-2 7 15,0 3-10-15,0-4-4 0,1 2 0 0,-1-2 2 16,3-2 3-16,-3-7-4 0,0 15 1 0,0-8-6 16,1-1 2-16,-1-6-6 0,0 11-1 0,0-11 2 15,0 8-4-15,0-8 0 0,0 0 1 0,0 10-1 0,0-10-3 16,0 0-2-16,0 0 1 0,0 0 1 16,0 8 1-16,0-8-2 0,0 0-1 0,0 0-10 15,0 0-4-15,0 0-14 0,0 0-12 0,0 0-19 16,0 0-15-16,0 0-28 0,-9 4-21 0,9-4-25 0,0 0-24 15,0 0-27-15,0 0-22 0,0 0-147 16,-10-13-390-16,10 13 173 0</inkml:trace>
  <inkml:trace contextRef="#ctx0" brushRef="#br0" timeOffset="-167012.41">9546 10147 60 0,'0'0'137'0,"0"0"-17"0,1-10-2 0,-1 10-13 15,0 0-4-15,2-8-3 0,-2 8-10 0,4-6-3 16,-4 6-12-16,5-3-3 0,-5 3-5 0,10-3-6 15,-10 3 0-15,11 0 0 0,-11 0-3 0,18 1-1 16,-6 0 2-16,-2 2 1 0,3-3-3 0,-2 4-3 16,2 1-5-16,-1 0-1 0,-1 1 5 0,1-1-9 15,-2 2-3-15,0 0 0 0,0 3-2 0,-2-3 0 16,-2 6-2-16,1 0-3 0,-1-1 2 0,-1 4 4 16,-2-5-3-16,1 6-5 0,-3-1 3 0,-1 2 3 15,-1-2-2-15,-1 1 5 0,1 1-2 0,-2-3 0 16,0 0-5-16,-2-3 2 0,0 4-2 0,-1 0 1 15,2-6-3-15,1 1 4 0,-4 4-4 0,0-6 2 16,2 2-6-16,-2-1 1 0,-1-1 0 0,2 1-2 16,-2-3-3-16,1 3-1 0,-1-2 0 0,-3 0 0 15,2 0-1-15,-3-1 0 0,2-1-5 0,-2-2 2 0,2 3-2 16,-6-2-1-16,1 3-2 0,2-3-1 16,1-2-3-16,0 2 3 0,1-1-4 0,1-2 6 15,2 0-1-15,-1-1-6 0,9-1 1 0,-13 3 4 16,8-2-4-16,5-1 0 0,-11 0 2 0,11 0 0 0,0 0-1 15,-11 0 2-15,11 0 1 0,0 0-3 16,0 0 3-16,0 0-4 0,0 0-2 0,-9-1 2 16,9 1-2-16,0 0 6 0,0 0-10 0,0 0 2 0,0 0-4 15,0 0 2-15,0 0-1 0,0 0-8 0,0 0-10 16,20-12-14-16,-20 12-18 0,7-2-16 0,-7 2-19 16,0 0-23-16,8-3-21 0,-8 3-28 0,6-4-20 15,-6 4-23-15,6-3-155 0,-6 3-382 0,3-6 169 16</inkml:trace>
  <inkml:trace contextRef="#ctx0" brushRef="#br0" timeOffset="-166541.54">9602 10169 80 0,'0'0'151'0,"0"0"-9"0,0 0-6 15,0 0-15-15,0 0-8 0,0 0-13 0,0 0-9 16,0 0-12-16,0 0 18 0,0 0 4 0,0 0-6 15,0 0 3-15,0 0-7 0,-1 35-3 0,1-23-10 16,1 1-4-16,-1 7 1 0,0-2 7 0,2 0-8 16,-1 7-6-16,-1-9-6 0,0 3-4 0,0-2-5 15,1-1 1-15,-1 0-9 0,2-1 2 0,-1-3-4 16,-2 6 1-16,2-7-1 0,-1-2 2 0,0 4-11 16,0-3 1-16,1 0-3 0,-1-1-1 0,0-1-2 15,0-8-6-15,0 12-1 0,0-5-3 0,0-7-2 0,1 11 1 16,-1-11-5-16,0 11 1 0,0-11-1 0,0 7 2 15,0-7-6-15,0 7 2 0,0-7 0 16,0 0-5-16,0 0 0 0,0 10-4 0,0-10-8 16,0 0-8-16,0 0-8 0,0 0-9 0,0 0-14 0,0 0-19 15,0 0-18-15,-2 8-28 0,2-8-19 0,0 0-28 16,0 0-13-16,0 0-18 0,-14-5-124 16,14 5-338-16,0 0 150 0</inkml:trace>
  <inkml:trace contextRef="#ctx0" brushRef="#br0" timeOffset="-165994.64">9569 10186 21 0,'0'0'116'0,"0"0"-10"0,1-8-3 0,-1 8-2 0,0 0-7 16,4-7-4-16,-4 7-7 0,0 0-5 0,4-6-3 16,-4 6-10-16,0 0-9 0,8-4 13 0,-8 4-8 15,9 0 2-15,-9 0-8 0,10 2 1 0,-10-2 1 0,13 5 1 16,-6-2 3-16,0 1-9 0,3-1-3 15,-2 4 0-15,1 0-6 0,0 0 5 0,-3 3 2 16,2-1-2-16,-2 2 0 0,3 2 0 0,-4 2-5 16,0-4-1-16,-1 4-5 0,1 1 4 0,0 0-4 15,-1-2 1-15,-1 3 0 0,-3-1-2 0,2-3 0 16,-2-1-7-16,-1 4 1 0,0 0 0 0,1-5-2 16,-2 1-3-16,0 0 0 0,-1-2-2 0,-2 3 4 15,3-3-4-15,-2 0 0 0,-1 0-1 0,1 0 6 0,-1-1-3 16,-2 1 1-16,1 0 0 0,0-1 1 15,-3-2-4-15,0 2-1 0,-1-2-1 0,-1-2 3 16,0 3 0-16,-3-2 9 0,2 1-11 0,-1-1 1 0,1-1-3 16,-4 2 2-16,3-3-4 0,3-1 2 0,-1-1-2 15,1-1-4-15,0 0-3 0,0 3 0 0,0-5-3 16,10 1 4-16,-13 1-6 0,13-1-7 0,-12-2-8 16,12 2-14-16,-8-4-21 0,8 4-21 0,-8-4-26 15,8 4-28-15,-7-4-22 0,7 4-39 0,-3-6-36 16,3 6-140-16,-2-7-385 0,2 7 171 0</inkml:trace>
  <inkml:trace contextRef="#ctx0" brushRef="#br0" timeOffset="-132772.85">8185 13571 66 0,'0'0'176'15,"-1"-8"-5"-15,1 8 7 0,-5-9-17 0,5 9-8 16,-5-7-5-16,5 7-8 0,-5-7 1 0,5 7-3 16,-4-6-5-16,4 6-10 0,0 0-9 0,-3-6-10 15,3 6-9-15,0 0-10 0,0 0-7 0,0 0-10 16,0 0-5-16,0 0-6 0,0 0-7 0,0 0-8 16,0 0-2-16,0 0-6 0,0 0-2 0,0 0-6 15,0 0-1-15,0 0 6 0,0 0-11 0,0 0 0 16,13 15-4-16,-7-8 3 0,-1 2 1 0,2 1-5 15,-2 0 5-15,1 1 1 0,4 3-1 0,-2 0 3 16,0 2-1-16,2-3-2 0,-5 2 0 0,3 2 0 16,1-2-4-16,0 2 3 0,-2-1-1 0,1 4-3 15,0-5-3-15,2 0 1 0,-4 1 1 0,1 0 0 16,-2-2-5-16,-2-3 1 0,4 0 1 0,-2-2-5 16,-1 0 0-16,0-1 4 0,-4 0-3 0,2-2 1 15,-2-6-2-15,6 8 0 0,-4-3 0 0,2-2 10 16,-4-3 13-16,5 4 18 0,-5-4 23 0,0 0-1 15,4 6 6-15,-4-6 4 0,0 0-3 0,0 0-6 16,0 0-4-16,0 0-8 0,6-16-8 0,-3 7-3 16,-3 9-8-16,5-26 0 0,-1 11 0 0,1-3-8 0,0-8-2 15,0 1-4-15,-2 6-3 0,0-1 3 16,1 1-7-16,2-5-2 0,-3 5 1 0,6-6-7 16,-1 2-3-16,-3 4-5 0,0 0 16 0,4 2-11 15,-4 0 1-15,3 1-3 0,-2 0 1 0,-1 2 0 16,2 2-5-16,-2 1 10 0,0 2-10 0,-2 0-3 0,0 0 1 15,0 5-2-15,0-2 0 0,-3 6 9 16,2-10-27-16,-2 10-11 0,1-6-16 0,-1 6-10 16,0 0-6-16,0 0-24 0,5-6-11 0,-5 6-17 15,0 0-16-15,0 0-8 0,0 0-21 0,0 0-14 0,0 0-22 16,0 0-34-16,-5 31-29 0,4-20-151 0,1-1-444 16,0 1 196-16</inkml:trace>
  <inkml:trace contextRef="#ctx0" brushRef="#br0" timeOffset="-132359.68">8620 13679 13 0,'3'5'194'0,"-3"-5"-5"0,0 0-10 15,0 10-12-15,0-10 3 0,-3 10-8 0,0-3-7 16,2 3-13-16,-3 0-8 0,1 2-8 0,1 0-5 15,-2 4-10-15,2-1-6 0,-1 0-11 16,3-2-8-16,-1 0-5 0,2-1-6 0,-1-1-7 16,0-2-2-16,3 3-9 0,-1-1 12 0,2-2-4 0,1 1-4 15,1-2-6-15,-1-3 2 0,3 2 3 0,1-3 1 16,0 1-1-16,1-4 1 0,3 0 2 0,4 1-7 16,-5-5-3-16,1 2-2 0,0-3 2 0,1 1 3 15,-2-2-1-15,0-2 5 0,-1 0 5 0,-1 1 5 16,-1-2 1-16,-2 0 2 0,-1-1 5 0,0 1-29 15,-2-4-16-15,-4 2 10 0,-1-3-7 0,-1-3 0 16,-4 0-1-16,1 0-4 0,-3 0-9 0,-1 6 2 16,1 1 1-16,1-1-10 0,-6-1-6 0,4 3 6 15,0 1-2-15,1 0 1 0,-2 1-11 0,1 2 1 16,1-1 1-16,0 3-14 0,0 0-19 0,-1 2-7 16,-1-1-21-16,1-1-13 0,9 2-24 0,-14 4-18 15,9 0-34-15,-3-2-31 0,3 4-23 16,5-6-21-16,-8 7-35 0,7-1-26 0,-2 0-150 0,3-6-466 15,0 9 206-15</inkml:trace>
  <inkml:trace contextRef="#ctx0" brushRef="#br0" timeOffset="-128541.43">9296 13698 37 0,'0'0'129'0,"0"0"-5"0,0 0-7 0,0 0 6 15,0 0-8-15,0 0-12 0,0 0 7 0,0 0-5 16,0 0-3-16,0 0 1 0,0 0-4 0,0 0-2 16,0 0-3-16,0 0 1 0,0 0-2 0,0 0-3 15,0 0-9-15,0 0-2 0,0 0-2 0,0 0-2 16,0 0 2-16,0 0-3 0,0 0-4 0,0 0-2 15,0 0-4-15,0 0-6 0,0 0-3 0,0 0-4 16,0 0-3-16,-26 0-4 0,26 0-1 0,0 0-1 16,0 0-2-16,0 0-1 0,-11 0 1 0,11 0-7 15,0 0-8-15,0 0-2 0,0 0-1 0,-12 0 1 16,12 0-1-16,0 0-4 0,0 0 1 0,0 0-1 16,0 0-5-16,0 0 0 0,0 0-1 0,-9 0-2 15,9 0-1-15,0 0-2 0,0 0 2 0,0 0-1 16,0 0 1-16,0 0 5 0,28 1-6 0,-16 1-2 15,-1-4 1-15,1 2-3 0,1-2 0 0,1 2-3 16,0-2 3-16,-2 1 1 0,0 1-14 0,1-2-26 16,-2 2-31-16,0-2-33 0,0 2-36 0,0 0-42 15,-1-1-26-15,0 1-33 0,-10 0-139 0,14-2-405 16,-7 1 179-16</inkml:trace>
  <inkml:trace contextRef="#ctx0" brushRef="#br0" timeOffset="-128329.67">9333 13817 1 0,'0'0'218'0,"-8"5"-11"0,8-5-9 0,-5 3-17 16,5-3-12-16,0 0-15 0,0 0-16 0,0 0-8 15,0 0-11-15,0 0-7 0,0 0-8 0,0 0-11 0,0 0-8 16,26 3-7-16,-16-5-7 0,1 1-19 0,2 1-28 15,0-3-27-15,0-1-35 0,2 2-24 0,2-1-30 16,-1-5-30-16,3 2-36 0,-2 0-119 16,-3 3-300-16,1-5 134 0</inkml:trace>
  <inkml:trace contextRef="#ctx0" brushRef="#br0" timeOffset="-126262.84">5936 10463 65 0,'-12'0'72'0,"12"0"-15"0,0 0 6 16,-11 0-7-16,11 0 0 0,-9 1-3 0,9-1-8 15,0 0 11-15,-12 0-5 0,12 0-8 0,-6 3 12 16,6-3-3-16,0 0-5 0,-12 1 5 0,12-1 0 16,-6 3-7-16,6-3-3 0,-10 1 2 0,10-1 8 15,-10 3-10-15,10-3 7 0,-8 0 3 0,8 0-2 16,-9 3 3-16,9-3-6 0,-9 0 0 0,9 0-1 16,0 0 7-16,0 0 3 0,0 0-1 0,-10 0-2 15,10 0-5-15,0 0 2 0,0 0-5 0,0 0 0 16,-9 2-3-16,9-2-5 0,0 0-6 0,0 0 0 15,0 0-4-15,0 0-4 0,0 0-5 0,0 0-4 0,0 0 5 16,0 0-6-16,0 0 6 0,31 2-3 16,-12-3 3-16,0 1-1 0,3 1-1 0,10-1 2 15,0 0 2-15,6 0 0 0,0-2-3 0,1 2 0 16,13-2 1-16,-14 2-1 0,15-1-2 0,0-1 3 0,-14 0-9 16,14 1 2-16,-1-2 2 0,0 1-1 15,-12-1-3-15,14 0 1 0,-1 0-1 0,-15-1-3 16,1 2 1-16,0-3-2 0,-2 2 2 0,-2 1-4 15,-2-1 2-15,-1 0 0 0,-1 0-2 0,-2 2 2 0,-7-1-5 16,-3-1 5-16,3 2-2 0,-3 0-2 0,-3-1-3 16,0 1 5-16,-3 0-4 0,-1 0 1 15,0 1 1-15,-2 0 1 0,-2 0-5 0,-8 0 2 16,12-1-1-16,-12 1-1 0,9 1 2 0,-9-1 3 0,7 1-3 16,-7-1 0-16,0 0 5 0,0 0 0 0,9 1 1 15,-9-1 0-15,0 0-2 0,0 0 6 0,0 0 2 16,0 0 2-16,0 0 0 0,-17 17-3 0,8-11 3 15,-1 1 1-15,-3 3 1 0,0 1 1 0,-4 1-4 16,0 0 1-16,-2 7-1 0,2-6 1 0,0-1-4 16,0 1-1-16,1 5 0 0,1-4 2 0,5-6-4 15,-3 5 3-15,4-5-5 0,1 1-6 0,1-1-20 16,0 2-22-16,2-3-26 0,3 0-38 0,-2 2-23 16,1-3-26-16,2 4-37 0,0-1-151 0,1-9-372 15,1 10 165-15</inkml:trace>
  <inkml:trace contextRef="#ctx0" brushRef="#br0" timeOffset="-126077.91">7018 10468 1918 0,'-1'-26'0'0,"-4"3"14"16,0 4 19-16,-4 0 12 0,-1 2-28 0,-4-5 5 16,0 7 22-16,2 1 17 0,-5 0-1 0,3 1 5 15,-2-1 2-15,0 1 7 0,1 1-10 0,1 0-3 16,4 3-8-16,0 4-3 0,2 0-9 0,0 0-2 0,4 1-11 15,1-3-8-15,3 7-27 0,-8-3-25 16,8 3-23-16,0 0-23 0,0 0-32 0,0 0-36 16,0 0-35-16,22 10-181 0,-16-6-391 0,4 2 174 15</inkml:trace>
  <inkml:trace contextRef="#ctx0" brushRef="#br0" timeOffset="-125795.7">6482 10862 59 0,'-7'2'197'0,"1"1"-20"0,6-3-16 0,-7 1-14 15,7-1-15-15,-5 4-6 0,5-4-9 0,0 0-9 16,0 0-7-16,0 0-9 0,28 3-11 0,-15-3-6 16,8-3-11-16,-3 2-6 0,8 1-6 0,-4 0-23 15,6-2-34-15,-1 0-43 0,-6 0-33 0,0 2-47 16,-2 0-125-16,-7 2-273 0,2-4 121 0</inkml:trace>
  <inkml:trace contextRef="#ctx0" brushRef="#br0" timeOffset="-125345.61">6666 10891 121 0,'0'0'186'0,"0"0"-15"0,-5 8-1 16,5-8 1-16,-4 11 1 0,0-1-11 16,0 2-10-16,0 2-15 0,1 4-2 0,0-1-7 15,-2 1-9-15,5 0-13 0,-4 1-7 0,1-2-7 0,1 2-4 16,-1-3-4-16,2 0-11 0,1 1-8 0,0-5-2 15,-1 0-6-15,-1-2-8 0,2 2-3 16,0-3-5-16,0-2-2 0,2 0-6 0,-2-7-1 16,1 11-4-16,-1-11-3 0,1 11 0 0,-1-11-3 0,0 8-1 15,0-8-4-15,0 0 0 0,-1 10-3 0,1-10 3 16,0 0-4-16,-1 7 1 0,1-7-2 0,0 0-2 16,0 0 0-16,-6 6 1 0,6-6-1 0,-11 2-1 15,5-1-4-15,6-1-1 0,-11 0 3 0,11 0 1 16,-10 3-3-16,10-3 0 0,-11 0 0 0,11 0 2 15,-11 2-4-15,11-2 7 0,-11 0-7 0,11 0 1 16,0 0-4-16,0 0 2 0,-13-1 0 0,13 1 1 16,0 0-2-16,0 0 1 0,0 0 0 0,0 0 0 15,0 0-1-15,0 0 1 0,0 0-2 0,0 0 4 16,0 0-3-16,0 0 5 0,0 0-6 0,0 0 3 16,0 0 0-16,0 0 1 0,0 0 2 0,0 0-6 15,0 0 0-15,39-2-12 0,-27 2-16 0,2 0-26 16,4-2-22-16,-1-1-32 0,3 3-32 0,1-4-22 15,-1 1-18-15,8-1-29 0,-7 2-145 0,0-1-384 16,-1-1 170-16</inkml:trace>
  <inkml:trace contextRef="#ctx0" brushRef="#br0" timeOffset="-125166.49">7040 11086 150 0,'0'0'265'0,"0"0"-16"0,0 0-11 16,0-11-23-16,0 11-12 0,0 0-20 0,0 0-20 0,0 0-16 16,4-6-18-16,-4 6-13 0,9-4-24 0,1 3-34 15,-2 0-37-15,3-1-48 0,1 0-56 16,2 1-42-16,-1 1-51 0,-1 0-127 0,-1-2-329 16,-11 2 145-16</inkml:trace>
  <inkml:trace contextRef="#ctx0" brushRef="#br0" timeOffset="-124994.52">7044 11185 250 0,'-4'3'255'15,"4"-3"-9"-15,0 0-11 0,0 0-13 0,0 0-10 16,0 0-16-16,0 0-22 0,0 0-16 0,0 0-16 16,0 0-12-16,27-1-16 0,-16 0-7 0,6-2-34 15,2 2-29-15,0 0-43 0,-1 1-43 0,1-2-41 16,-1 1-51-16,1 0-37 0,2-1-185 0,-4 0-383 15,0 0 169-15</inkml:trace>
  <inkml:trace contextRef="#ctx0" brushRef="#br0" timeOffset="-124645.6">7546 11008 83 0,'1'-4'258'0,"-1"4"-13"0,0 0-18 0,0 0-12 0,0 0-12 15,0 0-3-15,0 0-21 0,-16 11-8 0,7-4-11 16,0 7-6-16,-1 0-13 0,0 0-10 0,-1 0-14 16,2 2-11-16,0-3-12 0,3-2-8 15,1 0-10-15,1 0-3 0,1 0-7 0,1 0-7 0,2-1-4 16,0-1-9-16,2 0-2 0,2-1 1 0,0-1-10 16,1-2 1-16,3 0-3 0,3 0-1 0,1-2-1 15,1 0-2-15,-1-3-6 0,1-2 3 0,6 0-2 16,-6-1-5-16,1-2-7 0,2-2 5 0,-4 0-1 15,-3 1 2-15,-1-1 1 0,2-2-5 0,-3-1 5 16,-2 0-4-16,-4-1 0 0,0 0 2 0,-2-1-7 16,0 1 9-16,-3-2-16 0,-1 1-8 0,-2 2-11 15,-5-1-8-15,1 2-16 0,-1 4-21 0,-4-2-27 16,-3 6-35-16,0 2-49 0,-2 2-52 0,-5 6-59 16,0-2-164-16,5 3-484 0,-5-2 214 0</inkml:trace>
  <inkml:trace contextRef="#ctx0" brushRef="#br0" timeOffset="-120928.56">10331 13476 64 0,'-6'-4'210'16,"6"4"-6"-16,-8-1-5 0,8 1-8 0,0 0-10 15,0 0-7-15,-8-3-18 0,8 3-12 0,0 0-15 16,0 0-15-16,0 0-8 0,0 0-12 0,0 0-7 16,0 0-8-16,0 0-2 0,0 0-6 0,22-6-8 15,-8 5-3-15,8-2-3 0,-1 1-6 0,10 0-7 16,-1-1-5-16,-2 1-4 0,-7 0-10 0,2 0-18 15,-3-2-16-15,1 3-22 0,-2 0-27 0,-2-1-22 16,-3 2-30-16,-2 0-15 0,-1 0-16 0,2 3-21 16,-4-3-4-16,-3 1-131 0,-6-1-321 0,9 2 142 15</inkml:trace>
  <inkml:trace contextRef="#ctx0" brushRef="#br0" timeOffset="-120527.79">10603 13428 21 0,'0'0'184'15,"-9"-2"-4"-15,9 2 3 0,0 0-9 0,0 0-6 16,-11 0-6-16,11 0-15 0,0 0-14 0,-8 2-10 16,8-2-11-16,0 0 0 0,-5 11 5 0,4-1-4 15,-2 0 5-15,2 2-12 0,-1 4 9 0,1 2-15 16,0 0-8-16,0 2-1 0,-2-3-10 0,4 2 0 16,-2-2-7-16,2 1-7 0,-1 0-4 0,2-1-8 15,-1 0-2-15,1-1-10 0,-2-3 0 0,3-1-6 16,0-2 0-16,-1-1-8 0,0 1-3 0,0 1-3 15,-1-1 1-15,1-1-4 0,0-2-1 0,-1-1-1 16,-1-6-1-16,2 12-4 0,-1-8-6 0,-1-4 8 16,0 0-2-16,-3 13-5 0,-2-8-4 0,5-5-6 0,-7 4-4 15,7-4 1-15,-11 2-3 0,5 0 0 16,6-2 3-16,-15 2 3 0,6-2-3 0,-3 0-2 16,3 0 0-16,-1 0-1 0,-3 0 6 0,13 0-4 15,-15-2 5-15,7 2 3 0,8 0-4 0,-14-2 3 16,14 2-4-16,-10-1 1 0,10 1 0 0,0 0 2 15,-8-1 2-15,8 1-5 0,0 0 1 0,0 0 0 16,0 0 0-16,0 0 2 0,0 0 0 0,0 0 0 16,26 4 3-16,-13-3-5 0,3 2 1 0,2-2-1 15,2-1 1-15,-1 1-17 0,1 0-19 0,0-1-29 0,0 0-29 16,1 0-34-16,1 2-33 0,-1-2-29 0,0-2-33 16,1 2-179-16,-5-2-434 0,2 1 192 0</inkml:trace>
  <inkml:trace contextRef="#ctx0" brushRef="#br0" timeOffset="-119976.7">11066 13521 114 0,'-3'-7'270'0,"3"7"-13"16,-4-12-8-16,3 7-8 0,1 5-12 0,-2-8-13 15,2 8-26-15,0 0-14 0,-3-9-24 0,3 9-14 0,0 0-15 16,0 0-10-16,0 0-11 0,0 0-4 16,23 18-1-16,-14-8-11 0,4 3-10 0,-1 1-2 15,3 1-6-15,2 3-8 0,-4-3-5 0,2 0 4 16,-2-2-17-16,3 1 1 0,-4 0-10 0,0 0 0 0,-1 1-4 16,1-3-26-16,-3 2-24 0,0-4-25 0,-2 0-33 15,0-1-42-15,-1 2-38 0,-2-4-31 16,1 1-33-16,-4-1-209 0,-1 0-467 0,2-1 208 15</inkml:trace>
  <inkml:trace contextRef="#ctx0" brushRef="#br0" timeOffset="-119778.96">11309 13534 213 0,'0'0'224'0,"0"0"-4"16,0 0-4-16,0 0-11 0,0 0-1 0,-18 13-14 15,9-5-10-15,-4 8-10 0,-2-2-10 16,-3 5-15-16,-1 4-14 0,-1-2-16 0,0 4-8 0,0 0-10 16,4-2-6-16,-4 3-17 0,2-2-23 0,0-1-24 15,4-3-30-15,1-3-36 0,3 1-42 0,-1-2-46 16,3-2-39-16,3-4-44 0,1 2-156 0,1-4-396 16,1-2 175-16</inkml:trace>
  <inkml:trace contextRef="#ctx0" brushRef="#br0" timeOffset="-119012.42">11753 13312 37 0,'-10'0'166'0,"10"0"-3"15,-10 0-1-15,10 0-11 0,-10 0 0 16,10 0-7-16,-14 1-7 0,14-1-5 0,-9 0-4 0,9 0-4 16,0 0-4-16,-13 1-5 0,13-1-6 0,0 0-1 15,-10 1-5-15,10-1-5 0,0 0-1 0,-11 0-10 16,11 0-7-16,0 0 2 0,0 0-14 0,0 0-12 16,0 0-1-16,-8 2-6 0,8-2-7 0,0 0 1 15,0 0-9-15,0 0-2 0,0 0-4 0,0 0-1 16,19 10-1-16,-9-6-3 0,3-3 5 0,6 3-7 15,-8-1-4-15,3-1 0 0,5 0-3 0,-3 1 3 16,2 0-7-16,0 1 1 0,-5-3-1 0,0 2 0 16,-1-3-6-16,-3 1 2 0,-3 1-3 0,2 0 0 15,-8-2 4-15,10 0-6 0,-10 0 2 0,9 1 10 16,-9-1-10-16,7 2 7 0,-7-2-10 0,0 0-1 16,6 2 2-16,-6-2 2 0,0 0 1 0,4 6 9 15,-4-6 6-15,-2 9 13 0,2-9-5 0,-3 16 16 16,1-3 3-16,-1-3 11 0,-1 6-8 0,1 0 14 15,-1 0-11-15,0-2-3 0,3 3-3 0,0-1 0 0,-2-1-1 16,-1 1-4-16,2 0-4 0,-1 0-3 0,0-5-8 16,3 1 2-16,-2 1-6 0,0-1-2 15,2 1-4-15,-2-3-5 0,0 0-18 0,2 1-20 16,-1-2-29-16,-2 0-26 0,1-1-16 0,-1-1-20 0,-1 3-33 16,1-4-41-16,1-1-26 0,-3 0-27 0,5-5-23 15,-6 7-158-15,6-7-461 0,-7 4 204 16</inkml:trace>
  <inkml:trace contextRef="#ctx0" brushRef="#br0" timeOffset="-118862.42">11756 13613 71 0,'0'0'216'0,"-2"-8"-11"0,2 8-17 16,0 0-19-16,-2-7-12 0,2 7-9 16,0 0-21-16,5-9-13 0,-5 9-9 0,12-3-21 0,0-1 1 15,-1 3-8-15,3-1-22 0,6-2-30 0,0 1-28 16,0 2-37-16,7-2-25 0,-6 1-28 0,8-4-29 15,-10 3-129-15,0-2-271 0,2 0 120 16</inkml:trace>
  <inkml:trace contextRef="#ctx0" brushRef="#br0" timeOffset="-118662.39">12181 13401 103 0,'2'-7'168'0,"-2"-1"-1"16,0 8 0-16,1-11 5 0,-1 11 2 0,1-9-5 15,-1 9-6-15,0 0-14 0,0-8-14 0,0 8-7 16,0 0 10-16,0 0-1 0,0 0-3 0,0 0-8 15,9 27 3-15,-8-11-2 0,2 0-3 0,-2 0-6 16,-2 1-19-16,4 1-3 0,-3 0-12 0,0 0-13 16,0 0 4-16,0-1-7 0,0 2-14 0,-3-2-24 15,3-2-17-15,-1 0-30 0,-1-1-29 0,1-2-37 16,-3 0-54-16,0-1-50 0,3-3-48 0,-1-1-201 16,0 0-472-16,2-7 209 0</inkml:trace>
  <inkml:trace contextRef="#ctx0" brushRef="#br0" timeOffset="-118445.75">12345 13461 192 0,'0'-8'254'0,"0"8"-21"0,0 0-9 0,0 0-1 16,0 0-6-16,0 0-6 0,0 0-8 0,0 0-9 15,0 0-19-15,0 37-16 0,-4-27-12 0,4 6-14 16,0-1-12-16,-1 1-13 0,0-3-10 0,3 3-13 15,0-4-13-15,0 0-41 0,-2-1-29 0,4 0-38 16,1-3-40-16,-1 2-51 0,1-3-43 0,2-1-34 16,0-2-208-16,1-1-446 0,4-1 197 0</inkml:trace>
  <inkml:trace contextRef="#ctx0" brushRef="#br0" timeOffset="-118112.12">12558 13662 60 0,'0'0'176'0,"0"0"7"15,7 1 3-15,-7-1 0 0,6 5 0 0,-6-5-7 16,9 1-6-16,-9-1-8 0,14-1-5 16,-14 1 2-16,13-2-13 0,-3-1-11 0,-4 2-3 0,3-3-14 15,-3 1-4-15,4-3-5 0,-5 1-6 0,-1 0-15 16,2-3 1-16,-1 1-5 0,-1-2-12 0,-1 1-6 16,0-3-7-16,1 1-7 0,-2-1-5 0,2-1-3 15,1-4-7-15,3 2-5 0,2-2-4 0,1 3-5 16,0 1-4-16,1 0 1 0,1 1-2 0,-1 4-7 15,-1 1 7-15,-1 1-9 0,2 1 0 0,-1 4-1 16,-2 0-3-16,-9 0 1 0,16 3 2 0,-7 3 3 16,-1 0 2-16,-2 3-1 0,-2 1 1 0,0 0 0 15,1 0 11-15,-3 1 0 0,0 1-3 0,2-1-2 16,-4 1 1-16,3-2-1 0,-3 1-3 0,2 0-7 16,-2-4 5-16,0 5-6 0,5-3-25 0,-3-1-20 15,0 1-35-15,1-2-37 0,-1-2-43 0,4 0-56 16,1-2-43-16,-2 1-265 0,4-1-555 0,0 0 246 15</inkml:trace>
  <inkml:trace contextRef="#ctx0" brushRef="#br0" timeOffset="-117987.89">13239 13544 105 0,'0'0'163'0,"9"-3"-17"0,-9 3-17 0,8-2-19 16,-8 2-12-16,14-2-41 0,-14 2-51 0,11-1-68 15,-6 0-64-15,-5 1-136 0,0 0 61 0</inkml:trace>
  <inkml:trace contextRef="#ctx0" brushRef="#br0" timeOffset="-117855.2">13317 13612 163 0,'-2'3'222'0,"2"-3"-7"15,-3 9-14-15,3-9-10 0,-4 7-17 0,4-7-14 16,0 0-18-16,7 12-17 0,-3-11-46 0,8 4-48 15,-3-3-80-15,5-2-89 0,3 0-115 0,6 0-274 16,10-1 122-16</inkml:trace>
  <inkml:trace contextRef="#ctx0" brushRef="#br0" timeOffset="-117462.59">14377 13462 182 0,'-6'-8'291'0,"6"8"-13"0,-8-4-13 0,8 4-12 0,-8-1-13 15,8 1-16-15,0 0-10 0,-17 4-8 16,9 0-16-16,-1 1-11 0,-2 2-15 0,1 1-13 0,0 1-1 16,-1 3-1-16,-1 1-5 0,1 0-18 0,1 2-12 15,2-1 0-15,-1 2-4 0,2 0-1 0,1 1-6 16,1-2-12-16,2-5-13 0,2 6-2 0,1 1-14 15,2-6-1-15,5 0-4 0,0 2-6 0,1-4 2 16,1 0-11-16,9 4-3 0,1-5-2 0,3-5-7 16,5 3 11-16,0-4-15 0,2 0-3 0,-7-2-1 15,-1 0-9-15,1 0 5 0,5-6 1 0,-8 2-1 16,-2-3-4-16,-1-1 3 0,1-1-7 0,-4-3 0 16,-5 3 0-16,-1-1 0 0,1-4-1 0,-3-3 2 15,-8 0-7-15,1 1 1 0,-6-1-6 0,-1 2 8 16,-5 0-2-16,-5-2-1 0,0 6-5 0,-4-2-2 15,-3 5-33-15,-7 0-40 0,-2 5-44 0,-5 3-64 16,-14 5-78-16,1 2-102 0,-6 3-283 0,-6 0-702 16,-25 2 311-16</inkml:trace>
  <inkml:trace contextRef="#ctx0" brushRef="#br0" timeOffset="-105478.6">3431 11512 10 0,'0'0'88'0,"-5"-5"-10"0,5 5 16 15,0 0-14-15,0 0-7 0,-8-6-7 0,8 6 12 16,0 0-20-16,-9 0-7 0,9 0-9 0,-10-1-3 15,10 1 2-15,-12-2 11 0,12 2-1 0,-11 2-15 16,11-2 8-16,-14-2 8 0,14 2-7 0,-13 2 14 16,2-5-4-16,3 4-11 0,0 1-4 0,8-2 4 15,-17 0-4-15,9 1-4 0,0 1 0 0,8-2 5 16,-15 4-2-16,8-3-6 0,0 1 3 0,7-2-6 16,-14 0 8-16,14 0-2 0,-11 3 6 0,11-3-4 15,-6 1 1-15,6-1-3 0,0 0 1 0,0 0-3 16,-9 0-1-16,9 0-3 0,0 0 0 0,0 0-5 15,0 0-4-15,0 0 1 0,0 0-3 0,0 0 2 16,0 0-2-16,0 0 0 0,32 0-4 0,-20-1 1 16,0 0-4-16,2-1 3 0,3-1 0 0,-3 1-3 15,-2 1-2-15,1 1-4 0,-2-3 3 0,0 2-2 0,-1-2-2 16,1 3 1-16,-1 0-4 0,-1 1-11 0,-9-1-7 16,13-1-12-16,-7 2-18 0,-6-1-15 0,12 0-16 15,-12 0-20-15,7 2-11 0,-7-2-1 16,0 0-11-16,4 7 2 0,-4-7-6 0,0 0-7 0,0 0-75 15,-10 14-224-15,5-11 100 0</inkml:trace>
  <inkml:trace contextRef="#ctx0" brushRef="#br0" timeOffset="-104843.4">3301 11531 74 0,'0'0'137'16,"0"0"-1"-16,-6-5 1 0,6 5 1 0,0 0-12 15,0 0-6-15,0 0-4 0,0 0-9 0,0 0-8 16,0 0-3-16,-5-5-9 0,5 5-5 0,0 0-6 16,0 0-11-16,0 0-3 0,0 0-7 0,0 0-10 15,0 0 1-15,0 0-9 0,0 0-1 0,0 0-5 16,0 0-10-16,0 0 4 0,0 0-4 0,0 0 2 16,0 0 6-16,0 0-11 0,-7 15-3 0,5-8 8 15,2-7 3-15,-5 11 2 0,3-3-7 0,-1 1 2 16,2 1 9-16,-2-1 5 0,2-1-9 0,1 3 0 15,0-1-2-15,-2 1-1 0,-1 1-3 0,2 0-2 16,-1-2-4-16,0 2 1 0,0-1 3 0,1 1-3 16,1 0-6-16,-1-2 6 0,0-3-6 0,2 1 6 15,0 2-6-15,-1-10-1 0,-1 13 2 0,1-13-3 16,-1 10 0-16,3-6-1 0,-2-4-2 0,1 10 1 16,-1-10 0-16,0 0-2 0,0 7 1 0,0-7 0 15,0 0-1-15,2 7 1 0,-2-7 6 0,0 0 10 16,0 0 1-16,0 0 6 0,0 0 1 0,0 0 3 0,0 0 1 15,0 0-2-15,0 0-2 0,0 0 1 16,0 0-3-16,0 0-1 0,0 0-7 0,0 0 6 16,0 0-9-16,0 0 0 0,0 0-5 0,0 0 0 15,0 0-1-15,0 0-2 0,0 0 1 0,9-21-5 0,-9 21-1 16,5-7 4-16,0 3-1 0,1 1-2 0,-1-2 0 16,4-1-2-16,2 2 0 0,1 0-2 15,0 1 0-15,1 2-1 0,0-1 2 0,-1 1 1 0,1 2-2 16,0 1-2-16,0-1 2 0,-2 2-3 0,1 0-1 15,-1 1 5-15,1 1-2 0,-3 2-2 0,1 0 1 16,-2 1 0-16,-2 1 19 0,0-1 1 0,-1 3-4 16,-1-2 3-16,0 1-3 0,-3-1-5 0,-1 1-1 15,-2 0 1-15,-2-1-2 0,-2 1 7 0,-5 3-5 16,0-2-1-16,-4 0-6 0,-1 0 2 0,0-1 3 16,-1 1-4-16,-4-3 0 0,2 1-2 0,1-3 3 15,1 1 0-15,4-1-9 0,1-3-12 0,-1 1-14 16,3 0-18-16,0-2-24 0,1 2-34 0,1-2-47 15,8-2-50-15,0 0-62 0,-14-4-141 0,14 4-440 16,0 0 196-16</inkml:trace>
  <inkml:trace contextRef="#ctx0" brushRef="#br0" timeOffset="-104276.8">3423 11523 71 0,'0'0'95'0,"-9"-1"-7"0,9 1 0 0,0 0 11 15,-9-4-8-15,9 4 3 0,0 0 0 0,-10-3 0 16,10 3-4-16,-6-2-3 0,6 2-3 0,0 0-2 16,-8-3-4-16,8 3 1 0,0 0-3 0,0 0-7 15,-8-3 1-15,8 3-4 0,0 0-9 0,0 0-2 16,0 0-9-16,-3-10-3 0,3 10-11 0,0 0 3 16,10-9-3-16,-10 9-4 0,13-6-7 0,-4 1-2 15,3 0-2-15,0 0 4 0,6-2-5 0,-3 1-1 16,3 1-2-16,-6 1 1 0,1 0-2 0,-1-1-1 15,-2 2-1-15,2 0 1 0,-3 1-1 0,-2 1-3 16,-7 1 1-16,13-4 0 0,-8 3-4 0,-5 1 12 16,8-3-13-16,-8 3-2 0,0 0 3 0,0 0-5 15,11-1 2-15,-11 1-2 0,0 0-5 0,0 0-21 16,0 0-19-16,0 0-24 0,0 12-25 0,0-12-22 16,0 0-18-16,0 0-19 0,-8 16-99 0,4-12-272 15,0 0 120-15</inkml:trace>
  <inkml:trace contextRef="#ctx0" brushRef="#br0" timeOffset="-103446.47">2998 11579 25 0,'0'0'73'0,"0"0"-8"0,2-6 4 16,-2 6-6-16,0 0-2 0,2-8-6 0,-2 8-2 15,2-9 9-15,-2 9-2 0,1-7-12 0,-1 7 7 16,0-8-6-16,0 8 4 0,0 0-10 0,0-11 6 16,0 11-10-16,0 0-1 0,3-11-5 0,-1 7 0 15,-2 4-6-15,6-7 0 0,-6 7-3 0,3-5-1 16,-3 5 2-16,7-7 6 0,-7 7 5 0,4-3-1 15,-4 3 5-15,5-5 8 0,-5 5 4 0,0 0 2 16,2-6 0-16,-2 6 1 0,0 0-1 0,0 0 1 16,4-7-1-16,-4 7-8 0,0 0 0 0,0 0-3 15,4-6 2-15,-4 6-1 0,0 0-3 0,0 0-2 16,0 0-5-16,0 0-4 0,0 0-4 0,0 0-3 16,0 0-1-16,0 0 2 0,0 0 3 0,0 0 2 15,5 16-4-15,-2-7 2 0,-2 2 7 0,-1 2 0 16,0 2 5-16,1 3 9 0,-1 0-4 0,2 9 0 15,-4 0 5-15,1 1 3 0,-2-1-7 0,1 2-2 16,1-3-1-16,-1 1 0 0,0 1-3 0,-1-2-1 16,0-5 0-16,3-2-2 0,-2 0-3 0,-2 0 0 15,4 0 1-15,0 0-6 0,0-5 3 0,0-1-3 16,0-2 0-16,0 1 0 0,-1-2 1 0,2-2-4 16,-2-1-6-16,1-7 0 0,0 11-4 0,0-11 3 0,0 8-4 15,0-8 1-15,0 0 2 0,0 9-2 16,0-9-5-16,0 0 2 0,0 0-1 0,4 7 1 15,-4-7-1-15,0 0-4 0,0 0-7 0,0 0-20 16,0 0-21-16,0 0-21 0,0 0-34 0,0 0-40 0,0 0-31 16,0 0-36-16,0 0-42 0,0 0-169 15,0 0-448-15,1-29 199 0</inkml:trace>
  <inkml:trace contextRef="#ctx0" brushRef="#br0" timeOffset="-94246.41">6683 9803 30 0,'0'0'99'0,"0"0"-7"0,0 0-1 0,0 0-15 16,0 0-6-16,0 0-4 0,0 0 0 0,0 0-17 15,0 0 4-15,0 0-10 0,0 0-6 0,0 0 1 16,0 0 1-16,0 0-10 0,0 0-6 0,0 0-4 16,0 0-13-16,0 0-9 0,0 0-4 0,0 0-11 15,0 0 0-15,0 0-13 0,0 0-10 0,0 0-15 16,0 0-70-16,0 0-136 0,7 3 61 0</inkml:trace>
  <inkml:trace contextRef="#ctx0" brushRef="#br0" timeOffset="-93547.84">8125 9888 93 0,'0'0'98'0,"0"0"-12"0,0 0-9 15,0 0-3-15,0 0-1 0,0 0 0 0,0 0-16 0,0 0-5 16,0 0-1-16,0 0-7 0,0 0-5 16,0 0-4-16,0 0-9 0,0 0-12 0,0 0-3 15,0 0-18-15,0 0-16 0,0 0-8 0,0 0-21 0,0 0-21 16,0 0-47-16,0 0-129 0,0 0 57 0</inkml:trace>
  <inkml:trace contextRef="#ctx0" brushRef="#br0" timeOffset="-91999.01">8055 9833 25 0,'0'0'141'16,"0"0"-6"-16,0 0-8 0,0 0-4 0,0 0-13 15,0 0-8-15,0 0-10 0,0 0-4 0,0 0-16 16,0 0-8-16,0 0-4 0,0 0-6 0,0 0-2 16,0 0-9-16,0 0-13 0,0 0-19 0,0 0-17 0,0 0-28 15,0 0-18-15,0 0-26 0,0 0-26 16,0 0-73-16,0 0-190 0,0 0 85 0</inkml:trace>
  <inkml:trace contextRef="#ctx0" brushRef="#br0" timeOffset="-91360.73">6671 9815 84 0,'0'0'80'16,"0"0"-8"-16,0 0-2 0,0 0-10 0,0 0-9 0,0 0 2 15,0 0-15-15,0 0-5 0,0 0-11 0,0 0-12 16,0 0-10-16,0 0-14 0,0 0-15 0,0 0-16 15,0 0-37-15,0 0-87 0,0 0 39 0</inkml:trace>
  <inkml:trace contextRef="#ctx0" brushRef="#br0" timeOffset="-90365.53">8126 9825 39 0,'0'0'56'0,"0"0"1"0,0 0-9 15,0 0-6-15,0 0-13 0,0 0-3 0,0 0-14 16,0 0-9-16,0 0-11 0,0 0-17 0,0 0-22 15,0 0-50-15,0 0 22 0</inkml:trace>
  <inkml:trace contextRef="#ctx0" brushRef="#br0" timeOffset="-89712.19">6680 9782 56 0,'0'0'98'0,"0"0"-13"0,0 0-9 15,0 0-9-15,0 0-8 0,0 0-8 0,0 0-6 16,0 0-12-16,0 0 2 0,0 0-18 0,0 0-14 15,0 0-10-15,0 0-12 0,0 0-13 0,0 0-5 16,0 0-14-16,0 0-30 0,0 0-86 0,0 0 39 16</inkml:trace>
  <inkml:trace contextRef="#ctx0" brushRef="#br0" timeOffset="-88823.54">8152 9847 47 0,'6'-3'81'0,"-6"3"-6"0,0 0-7 0,0 0 0 16,0 0-11-16,0 0-4 0,0 0-7 0,0 0-3 15,0 0-10-15,0 0 1 0,0 0-9 0,0 0 1 0,0 0-5 16,0 0-11-16,0 0-15 0,0 0-18 16,0 0-12-16,0 0-22 0,0 0-38 0,0 0-102 15,0 0 45-15</inkml:trace>
  <inkml:trace contextRef="#ctx0" brushRef="#br0" timeOffset="-77428.73">15132 11375 64 0,'0'0'59'0,"0"0"-12"0,0 0-8 15,0 0-13-15,0 0-19 0,0 0-23 0,0 0-22 0,0 0-41 16,0 0 18-16</inkml:trace>
  <inkml:trace contextRef="#ctx0" brushRef="#br0" timeOffset="-75115.24">10670 13960 39 0,'0'0'87'0,"0"0"-8"0,0 0-7 0,0 0-13 16,0 0-5-16,0 0-5 0,0 0-6 0,0 0-5 15,0 0-6-15,0 0-11 0,0 0-7 0,0 0-16 16,2 7-3-16,-2-7-21 0,0 0-24 0,0 0-34 15,0 0-91-15,0 0 40 0</inkml:trace>
  <inkml:trace contextRef="#ctx0" brushRef="#br0" timeOffset="-73794.05">14374 13634 4 0,'0'0'88'0,"0"0"-24"16,0 0-23-16,0 0-33 0,-9 7-43 0,3-5-37 0,-2 2 17 16</inkml:trace>
  <inkml:trace contextRef="#ctx0" brushRef="#br0" timeOffset="-57749.83">6745 9806 1 0,'0'0'13'0,"0"0"-1"0,0 0-2 0,0 0-4 16,0 0 2-16,0 0-4 0,0 0 3 0,0 0-2 16,0 0 0-16,0 0-3 0,0 0 4 0,0 0-1 15,0 0-5-15,0 0 3 0,0 0-4 0,0 0 5 16,0 0-4-16,0 0 0 0,0 0 0 0,0 0 5 16,0 0-8-16,0 0 4 0,0 0 0 0,0 0-4 15,0 0 1-15,0 0 1 0,0 0-6 0,0 0 4 16,0 0-3-16,0 0-6 0,0 0-13 0,0 0 5 15</inkml:trace>
  <inkml:trace contextRef="#ctx0" brushRef="#br0" timeOffset="-54997.68">8128 9850 12 0,'0'0'31'0,"0"0"-6"0,0 0-14 16,0 0-9-16,0 0-16 0,0 0-15 0,0 0 7 15</inkml:trace>
  <inkml:trace contextRef="#ctx0" brushRef="#br0" timeOffset="-54437.41">6704 9779 4 0,'0'0'10'0,"0"0"-13"0,0 0-3 0,0 0 3 16</inkml:trace>
  <inkml:trace contextRef="#ctx0" brushRef="#br0" timeOffset="-53598.56">8083 9773 2 0,'0'0'74'0,"0"0"-5"15,0 0-1-15,0 0-14 0,0 0 5 0,0 0-11 16,0 0-10-16,0 0-6 0,0 0-1 0,0 0-11 15,0 0-13-15,6-5-8 0,-6 5-14 0,0 0-19 0,0 0-42 16,0 0-81-16,0 0 35 0</inkml:trace>
  <inkml:trace contextRef="#ctx0" brushRef="#br0" timeOffset="-53018.65">6616 9774 18 0,'0'0'46'16,"0"0"-6"-16,0 0-1 0,0 0-9 0,0 0-2 16,0 0-15-16,0 0-4 0,0 0-11 0,0 0-8 15,0 0-26-15,0 0-38 0,0 0 18 0</inkml:trace>
  <inkml:trace contextRef="#ctx0" brushRef="#br0" timeOffset="-52060.94">6723 9810 2 0,'0'0'11'15,"0"0"-10"-15,0 0-4 0,0 0-3 0,0 0 3 16</inkml:trace>
  <inkml:trace contextRef="#ctx0" brushRef="#br0" timeOffset="-44758.78">8116 9897 37 0,'0'0'100'15,"0"0"-9"-15,0 0-7 0,0 0-14 0,0 0-2 0,3-7-12 16,-3 7 2-16,0 0-15 0,0 0-9 0,0 0-16 16,0 0-16-16,0 0-27 0,0 0-26 15,0 0-47-15,0 0-106 0,0 0 47 0</inkml:trace>
  <inkml:trace contextRef="#ctx0" brushRef="#br0" timeOffset="-41328.3">7788 14728 197 0,'0'0'217'0,"0"0"-9"0,-4-7-8 0,4 7-11 16,0 0-12-16,-2-7-5 0,2 7-12 0,0 0-8 16,0 0-14-16,0 0-13 0,0 0-10 0,-1-9-11 15,1 9-11-15,0 0-9 0,0 0-9 0,0 0-4 16,0 0-12-16,0 0-8 0,0 0-7 0,0 0-3 16,0 0-5-16,0 0-3 0,0 0-5 0,0 0 0 15,0 0-4-15,14 25-1 0,-7-15 0 0,2-1-7 16,0 4-1-16,0 2 3 0,3 1-18 0,-3-1 0 15,2 1 2-15,-1-3-2 0,-3 3 1 0,4-1-1 16,-4 0 1-16,3 0-2 0,-1 0 4 0,0 1-1 16,3-4-1-16,-3 2 1 0,0 0-1 0,-3-3 9 15,3-1-9-15,-4-2 1 0,2-1-1 0,-1 3 1 16,-2-4-4-16,2 2 0 0,-1-3 4 0,-2-1 1 16,1 1 0-16,-4-5-1 0,5 5 4 0,-5-5 6 15,6 5 13-15,-6-5 11 0,0 0 14 0,5 5 16 16,-5-5 7-16,0 0-6 0,0 0-5 0,0 0-10 15,9-14-2-15,-4 6-5 0,-2-1 1 0,2-3-9 16,5-4-2-16,-3 1-3 0,0-3-3 0,1 0-4 16,1-5-1-16,-1 5-1 0,2-3-6 0,-2 1-6 15,2-5 4-15,-3 2 3 0,0 6-4 0,2-8-5 16,-3 7 4-16,3-6-4 0,-4 8 3 0,2-3-4 16,-1 2-1-16,-1 7-4 0,0-1 1 0,-2 4 2 15,-3 7-3-15,4-11 7 0,-4 11-15 0,1-9-3 16,-1 9-7-16,0 0-17 0,4-9-17 0,-4 9-13 15,0 0-19-15,0 0-7 0,0 0-21 0,0 0-15 16,0 0-36-16,0 0-39 0,0 0-34 0,0 0-224 16,-8 34-495-16,6-24 220 0</inkml:trace>
  <inkml:trace contextRef="#ctx0" brushRef="#br0" timeOffset="-41044.26">8356 14786 114 0,'0'0'230'16,"0"0"-7"-16,0 0-11 0,0 0-15 0,0 0-13 15,0 0-4-15,0 0-17 0,0 0-9 0,0 0-12 16,-11 25-11-16,8-14-4 0,1 0-4 0,0 1 0 16,-1 6-10-16,1-2-9 0,1 1-7 0,1-1-3 15,-2 2-10-15,0-1-10 0,1-1 1 0,1 0-11 16,0-3-4-16,0-1-9 0,3 1 0 0,-1 0-6 15,-2-2-6-15,1 2 1 0,1-3-6 0,-2-1-3 16,2 2-3-16,-1-1-2 0,-1-1-16 0,2 0-19 16,-1-2-24-16,-1-7-28 0,-1 13-25 0,-1-7-33 15,2-6-27-15,0 0-21 0,0 0-26 0,-1 14-26 16,1-14-180-16,0 0-432 0,0 0 193 0</inkml:trace>
  <inkml:trace contextRef="#ctx0" brushRef="#br0" timeOffset="-40744.5">8335 14866 61 0,'2'-11'169'15,"-2"11"-9"-15,5-6-8 0,-5 6 1 0,11-4-7 16,-1 3 1-16,0 1 4 0,4 0-3 0,0 1-9 16,-1 1-11-16,5 4-7 0,-2 0 2 0,1 2-10 15,-3 2-11-15,0-1-8 0,0 3-9 0,-2 2-2 16,-1 0 1-16,-2 0-8 0,-4 3-3 0,2-2-5 15,-5 1-4-15,1-1-7 0,-3 0 2 0,-2-1-7 16,0-3-5-16,-3 3 1 0,-3-2-6 0,2-1 3 16,-5 2-4-16,-2-2-3 0,4-3-2 0,-2 1-1 15,-3 0-3-15,0-1-3 0,-1 1-4 0,-1-3-2 16,4 0-1-16,-2 1-4 0,1-3-3 0,4-2-8 16,0 1-17-16,-1-3-15 0,0 4-25 0,2-3-35 15,8-1-41-15,0 0-48 0,-19 1-35 0,12-3-43 16,7 2-145-16,0 0-430 0,-9-8 191 0</inkml:trace>
  <inkml:trace contextRef="#ctx0" brushRef="#br0" timeOffset="-40396.46">8733 14985 81 0,'11'5'228'0,"-1"-1"-11"0,-1 4-18 0,-4 1-7 16,-1-1-11-16,-2 4-10 0,0 4-8 0,-5-1-9 16,-2 0-13-16,0 2-13 0,-3 0-6 0,-1 0-5 15,-2 0-7-15,-6 3-5 0,4-5-10 0,-1-2 1 16,3-1-9-16,-2 1 0 0,3-5-11 0,3-1-4 16,0 0-4-16,0-2-6 0,4 0-3 0,-3-1 1 15,2 0 0-15,4-4 0 0,-5 5 1 0,5-5-6 16,0 0 5-16,0 0 5 0,0 0 2 0,0 0 5 15,0 0-6-15,0 0-2 0,13 7 2 0,-3-7-5 16,-1-1-7-16,2 1-3 0,2 0-10 0,-1 0 0 16,1-2-4-16,5 1-7 0,0 2-1 15,-6 1-24-15,6-8-22 0,-5 4-30 0,-1 2-36 0,2 0-36 16,-3-2-38-16,2 1-38 0,-2-1-35 0,1 0-45 16,3-2-225-16,-4 1-539 0,5-3 238 0</inkml:trace>
  <inkml:trace contextRef="#ctx0" brushRef="#br0" timeOffset="-40223.5">9200 15066 234 0,'8'-2'253'0,"-8"2"-4"16,10-2-21-16,-1 0-16 0,0 1-18 0,1 1-21 15,3 0-19-15,1-1-16 0,0 1-14 0,-1 0-18 16,-2-1-32-16,2 1-45 0,-2 1-54 15,0 0-54-15,0-1-51 0,-3 1-44 0,-8-1-120 0,0 0-318 16,15 3 141-16</inkml:trace>
  <inkml:trace contextRef="#ctx0" brushRef="#br0" timeOffset="-40069.54">9292 15134 38 0,'0'0'216'0,"-9"7"-9"0,9-7-6 16,-5 6-12-16,5-6-12 0,0 0-15 0,0 6-15 15,0-6-19-15,0 0-4 0,12 5-14 16,-1-4-13-16,-1 0-19 0,4-1-34 0,0 0-44 16,4-2-63-16,1 1-47 0,2-3-57 0,-4 1-96 15,2 0-286-15,1-1 127 0</inkml:trace>
  <inkml:trace contextRef="#ctx0" brushRef="#br0" timeOffset="-38525.42">10432 14877 50 0,'-3'-8'155'0,"3"8"-14"0,0 0-1 0,0 0-3 15,0 0-3-15,0 0-2 0,0 0-2 0,0 0 3 16,0 0-2-16,0 0 2 0,0 0-4 16,0 0-5-16,0 0-6 0,0 0-7 0,0 0-8 0,0 0-10 15,0 0-11-15,0 0-1 0,0 0-13 0,0 0-6 16,0 0-8-16,0 0-4 0,-1-7-3 0,1 7-6 16,0 0-6-16,0 0-2 0,0 0-3 0,0 0-3 15,0 0 2-15,0 0-3 0,0 0 2 16,0 0 0-16,0 0-5 0,0 0-1 0,0 0-1 0,0 0-3 15,0 0 3-15,0 0-6 0,0 0-1 0,0 0 1 16,0 0 0-16,0 0-3 0,0 0-5 0,0 0 6 16,0 0-5-16,0 0 2 0,0 0 10 0,0 0 2 15,0 0 0-15,0 0 6 0,0 0-2 0,0 0 8 16,0 0-5-16,0 0 4 0,0 0 1 0,0 0 3 16,0 0 1-16,0 0-5 0,0 0 0 0,0 0 5 15,0 0-3-15,0 0 0 0,0 0-2 0,0 0 1 16,0 0-3-16,0 0 5 0,0 0-8 0,0 0 0 15,0 0-2-15,0 0-4 0,0 0-3 0,0 0 0 16,0 0-4-16,0 0 6 0,0 0-14 0,0 0 3 16,0 0 0-16,0 0-6 0,0 0 3 0,0 0-3 15,0 0 4-15,0 0-2 0,0 0-2 0,0 0 1 16,0 0-3-16,0 0 3 0,0 0 0 0,0 0-2 16,0 0 0-16,0 0-2 0,0 0 6 0,0 0-3 15,0 0-4-15,0 0 0 0,0 0 6 0,0 0-5 16,0 0 0-16,0 0 2 0,0 0-4 0,0 0 1 15,0 0 2-15,0 0-3 0,0 0 0 0,0 0-1 16,0 0 0-16,0 0 2 0,0 0-3 0,0 0 0 16,0 0 0-16,0 0 3 0,0 0-1 0,0 0-1 15,0 0 2-15,0 0-3 0,0 0 0 0,0 0 9 16,0 0-11-16,0 0 5 0,0 0 5 0,0 0-7 16,0 0-1-16,0 0 6 0,0 0-3 0,0 0 2 15,0 0-7-15,0 0 5 0,0 0 4 0,0 0-8 16,0 0 7-16,0 0 5 0,0 0 1 0,0 0-10 15,0 0-1-15,0 0 2 0,8-5-2 0,-8 5 3 16,0 0-1-16,0 0 1 0,0 0-2 0,0 0 3 16,0 0 0-16,0 0-3 0,0 0-1 15,0 0 5-15,0 0 8 0,0 0-8 0,0 0 2 16,0 0-2-16,0 0-2 0,0 0 4 0,0 0 14 0,0 0 7 16,0 0-4-16,0 0-5 0,0 0-6 0,1-8 3 15,-1 8 2-15,0 0-6 0,3-6 4 0,-3 6-4 16,0 0-1-16,0 0 1 0,0 0 5 0,0 0 0 15,3-7-12-15,-3 7 17 0,0 0-29 0,0 0 9 16,0 0-2-16,0 0 1 0,0 0-1 0,0 0-2 16,0 0 3-16,14 9-6 0,-11-4 7 0,2 4 4 15,0-1-7-15,0 2-3 0,3 1 1 0,1 2 4 16,1 1-2-16,-1 0 2 0,-1 1 3 0,-1 1-2 16,1 1 2-16,-1-1-4 0,1 0 1 0,1 1 4 15,-2 0-3-15,1-2-3 0,2 0 8 0,-1 1 1 16,-2-2-2-16,1 0-6 0,2-2-7 0,-3-1 13 15,-1-3-3-15,0 2 4 0,2-2-7 0,-2 1 4 16,1-1 5-16,-3-2-2 0,2 3-5 0,0-3 0 16,-1-1-9-16,1 1 15 0,-3-2-3 0,0 1 5 15,-3-5-8-15,6 4 7 0,-6-4 4 0,8 5-8 16,-8-5-3-16,0 0 8 0,5 2 0 0,-5-2 22 16,0 0 15-16,0 0 1 0,0 0-9 0,0 0-4 15,0 0-6-15,12-11 1 0,-10 6-1 0,2 1-2 16,-4 4-1-16,5-17-6 0,0 7 9 0,-1-2-9 15,0 1-4-15,2-6-4 0,1 0 3 0,0 3-6 16,1-4 14-16,1 2-28 0,-3-3 13 0,3 2-2 16,0-1 7-16,2-7-6 0,-4 9-1 0,3-3-18 15,-1 3 20-15,-1-1-5 0,1-1 3 0,-3 2-2 16,-1 0 6-16,2 2 1 0,-3 4-6 0,0-3-3 16,1 4 6-16,-2-1-8 0,3 0 7 0,-4 1 8 15,-2 9-11-15,5-15 5 0,-5 15-5 0,4-11-3 16,-4 11 0-16,3-10 4 0,-3 10 1 0,0 0 1 15,6-12-3-15,-6 12 4 0,0 0-11 0,3-8 7 16,-3 8 8-16,0 0-13 0,0 0-3 0,0 0 0 16,3-7-2-16,-3 7 1 0,0 0-9 0,6-4-16 15,-6 4-13-15,0 0-16 0,0 0-12 0,0 0-16 16,0 0-14-16,0 0-23 0,0 0-24 0,0 0-30 16,0 0-32-16,0 0-44 0,0 0-48 0,0 0-214 15,0 0-561-15,0 0 249 0</inkml:trace>
  <inkml:trace contextRef="#ctx0" brushRef="#br0" timeOffset="-34161.99">11103 15122 104 0,'1'-10'217'0,"-1"10"-4"16,0 0-1-16,0 0 1 0,1-8-10 0,-1 8-9 16,0 0-19-16,2-6-9 0,-2 6-14 0,0 0-4 15,0 0-13-15,-11-7-9 0,11 7-8 0,0 0-4 16,-10-1-10-16,10 1-6 0,0 0-1 0,-10 5 2 16,1-2 0-16,4 1-7 0,5-4-6 0,-12 6-2 15,7-1-7-15,-1 1 3 0,2 0-11 0,4-6-5 16,-8 7-2-16,5-1-7 0,1 1-6 0,0-2 4 15,2-5-10-15,-3 12-4 0,3-5-1 0,0-7-9 16,1 12 8-16,2-5-9 0,0 2-3 0,0-2 4 16,3 1-7-16,-2-2-2 0,3 2 0 0,1 0-6 15,-2 1 6-15,2-2-10 0,2-3 3 0,-4 3-4 16,2-1 1-16,0 2-2 0,2-4 2 0,-4 2-2 16,-3-1 11-16,2 0-15 0,0 0-1 0,-5-5 1 15,3 7 2-15,-1-2 2 0,-2-5-2 0,0 9 13 16,0-9-4-16,-7 8 7 0,3-4 9 0,-3 2-11 15,-4-1-11-15,-2 0 11 0,3-1-4 0,-8 0 4 16,1 1-4-16,2-1-1 0,-2 0-10 0,-3-2 8 16,7-1-6-16,-1 2-9 0,-3 0-4 0,3-2-30 15,3 0-20-15,-2 3-27 0,3-6-30 0,0 0-33 16,10 2-44-16,-20 0-52 0,15-1-46 0,5 1-263 16,-11-4-598-16,11 4 265 0</inkml:trace>
  <inkml:trace contextRef="#ctx0" brushRef="#br0" timeOffset="-33545.61">11711 15007 123 0,'0'0'258'0,"5"-3"-13"0,-5 3-10 0,0 0-8 0,0 0-20 16,0 0-10-16,0 0-12 0,0 0-10 0,0 0-5 15,0 0-10-15,0 0 0 0,0 0-6 0,-20-7-2 16,20 7 0-16,0 0-3 0,-12 0-6 16,12 0 8-16,0 0-7 0,-11-2-16 0,11 2 1 15,-9 0-8-15,9 0-4 0,0 0-7 0,0 0-15 0,0 0-1 16,-10-2-6-16,10 2-23 0,0 0 8 0,0 0-8 16,0 0-7-16,0 0-5 0,0 0-7 0,0 0-1 15,0 0-7-15,0 0 0 0,0 0-2 0,0 0 0 16,0 0-15-16,0 0 18 0,0 0-5 0,42 1 2 15,-27 0 1-15,3-2-2 0,0 2 3 0,2 1 4 16,1-4-11-16,-1 1-3 0,7-1-1 0,4 2 1 16,-11-1 0-16,8 0-1 0,-6 0-7 0,-2 0 5 15,1-1 0-15,-1 2 7 0,-5 0 6 0,-4 0-1 16,1-1 2-16,-1 0-4 0,-3 2 10 0,0-1 0 16,-8 0 2-16,13-1 6 0,-13 1-2 0,9 0 6 15,-9 0 4-15,0 0 0 0,7 2 3 0,-7-2-2 16,0 0 1-16,0 0-5 0,0 0-8 0,0 0-10 15,0 0 3-15,0 0-4 0,0 0-6 0,0 0-4 16,0 0-4-16,0 0-13 0,0 0-25 0,0 0-31 16,0 0-32-16,0 0-37 0,0 0-40 0,0 0-55 15,-29-1-52-15,29 1-36 0,0 0-49 0,-16 0-49 16,16 0-52-16,-8-2-240 0,8 2-743 0,-7-1 328 16</inkml:trace>
  <inkml:trace contextRef="#ctx0" brushRef="#br0" timeOffset="-29657.43">12506 14626 197 0,'0'0'241'0,"1"-9"-7"0,1 3-16 0,-2 6-14 16,2-7-17-16,-2 7-11 0,0 0-20 0,0 0-19 15,0 0-9-15,0 0-18 0,0 0 0 0,0 0-3 16,12 13-3-16,-8-3-5 0,0 2-4 0,0 5-5 16,3 2-11-16,-2 5-1 0,4 2-6 0,-7-1-3 15,1-6-4-15,5 5-6 0,-3-3 13 0,1 1-5 16,2-3 2-16,-2-1-7 0,3-1-6 0,-3-2-2 15,2 2-7-15,0-2 2 0,-3-5-10 0,4 1-2 0,0-3-3 16,-2-1-2-16,1 0-1 0,1-1-2 16,1 0 0-16,-3-1-1 0,-1-3 0 0,0 0 0 0,4-1 10 15,-10-1 9-15,15-3 6 0,-5-2-10 0,1 0-3 16,0-2-5-16,3-3 4 0,1-3 2 0,-1-1 3 16,-1-1-10-16,3-7-3 0,-3 0-1 15,0 2-4-15,1-2-15 0,-1 0-5 0,-1-1 11 16,-1-1 6-16,-2 1-7 0,-2 5 5 0,0 2-10 0,-1 0 2 15,-1 0 0-15,-1 5-15 0,0-1-8 0,0 2 21 16,-2 2 4-16,0 0-7 0,0 4-24 0,-2 4-23 16,2-11-29-16,-2 11-24 0,0 0-23 15,0 0-19-15,0 0-22 0,0 0-41 0,0 0-46 0,-18 15-39 16,11 1-238-16,1-6-563 0,2 6 249 16</inkml:trace>
  <inkml:trace contextRef="#ctx0" brushRef="#br0" timeOffset="-29393.57">13075 14837 154 0,'0'0'194'0,"0"0"-7"16,9 0-2-16,-9 0-4 0,0 0 7 16,6 6-4-16,-6-6-2 0,3 6-15 0,-3-6 7 0,2 14-2 15,-2-5-9-15,0 2-2 0,0 2-6 0,0-2-6 16,0 0-15-16,0 2-12 0,-2-3-17 0,0 3 8 15,2-1-30-15,0 1-1 0,0-1-4 0,0-1-13 16,2 0-1-16,0 1-9 0,0-2-5 16,2 2-5-16,-2-3-2 0,4-1-6 0,0 1-9 0,-1 1-15 15,1-4-21-15,-4 2-16 0,3-2-24 0,0-1-23 16,-1-1-27-16,-1 1-29 0,-3-5-30 16,4 8-30-16,-4-8-33 0,2 3-19 0,-2-3-184 0,0 0-458 15,0 0 204-15</inkml:trace>
  <inkml:trace contextRef="#ctx0" brushRef="#br0" timeOffset="-29112.36">13055 14850 2 0,'4'-5'188'0,"0"0"-8"16,1-1-2-16,4 1-4 0,2-1 0 0,0 1-3 15,3 3 1-15,-1 0-2 0,1 2-6 0,4 1-5 16,2 4-4-16,-2-1-9 0,2 2-8 0,-2 4-14 15,0 0-10-15,-2 3-12 0,-5-1-10 0,-2 1-4 16,0-3-12-16,-2 5-5 0,-5-3-8 0,2 3-4 16,-4-2-6-16,0 3-3 0,-2-5-1 0,0 1 0 15,-5-1-11-15,-4 2-4 0,4-2-4 0,-4 0-2 16,2-1 0-16,-2-1-3 0,-2 0-5 0,1 0 0 16,-3-1-2-16,1-1-4 0,0 1 2 0,-4-1-1 15,5-4-18-15,2 1-11 0,-1 1-18 0,1-3-27 16,1 1-29-16,0 0-41 0,3-1-54 0,1-1-41 15,6-1-229-15,-14 0-490 0,14 0 216 0</inkml:trace>
  <inkml:trace contextRef="#ctx0" brushRef="#br0" timeOffset="-28828.38">13454 14929 129 0,'5'-4'268'15,"-5"4"-5"-15,6-4-14 0,-6 4-8 0,5-3-14 16,-5 3-16-16,0 0-14 0,0 0-15 0,0 0 10 16,0 0 19-16,7 11 6 0,-7-11-6 0,4 14-10 15,-4-4-13-15,1 0 10 0,1 6-10 0,0-5-3 16,-2 6-22-16,2-6-12 0,-4 6-5 0,4-1-19 16,-2-4 1-16,0 0-16 0,0 1-9 0,2 0-11 15,-2-2-5-15,2 2-12 0,-2-1-7 0,3-2-2 16,-3 0-9-16,0 2-6 0,2-1-7 0,0-3-7 15,0 3-24-15,-2-5-36 0,0 2-26 0,2 0-38 0,-2-8-59 16,-2 12-43-16,2-12-56 0,0 0-75 16,-2 12-70-16,2-12-249 0,0 0-691 0,0 0 307 15</inkml:trace>
  <inkml:trace contextRef="#ctx0" brushRef="#br0" timeOffset="-28310.12">14043 14902 5 0,'-7'-3'282'0,"7"3"-15"0,-6-1-7 15,6 1-16-15,-10-3-13 0,10 3-6 0,-11-1-14 16,11 1-9-16,-14-1-12 0,14 1-10 0,-8 1-15 16,8-1-9-16,0 0-5 0,0 0-5 0,-11-3-9 0,11 3-9 15,0 0-6-15,0 0-1 0,0 0-5 16,0 0-9-16,0 0 6 0,0 0-13 0,0 0 14 15,37-1-21-15,-18 1-3 0,3-1-3 0,3 1-11 16,-2-1-3-16,8-1-5 0,-2 1 9 0,2-1-2 16,-3-1-2-16,-1-1 3 0,-8 3 3 0,2-1 1 0,-1-1 1 15,-2 1 3-15,-4 0 4 0,-4 2 2 16,-1-3 5-16,-2 3 5 0,-7 0 4 0,12-1-5 16,-12 1-2-16,10-3-4 0,-10 3-6 0,0 0-5 15,9 0-4-15,-9 0-10 0,0 0-6 0,8-1-6 0,-8 1-8 16,0 0-6-16,0 0-3 0,0 0-7 0,0 0-1 15,0 0-9-15,0 0 0 0,0 0-16 0,0 0-25 16,0 0-28-16,9 3-32 0,-9-3-35 16,0 0-46-16,0 0-49 0,0 0-51 0,0 0-45 15,0 0-55-15,0 0-60 0,0 0-340 0,0 0-821 0,-14 12 364 16</inkml:trace>
  <inkml:trace contextRef="#ctx0" brushRef="#br0" timeOffset="-26312.1">14778 14922 155 0,'-1'-5'165'0,"1"5"-2"0,-4-12-6 0,2 5 1 16,2 7 1-16,-2-13 1 0,2 5-2 0,0 8 0 15,-1-11-6-15,-3 6-6 0,4 5-4 16,0-12-12-16,0 12-6 0,0-9 0 0,0 9-7 16,0 0-5-16,0 0-12 0,1-11-8 0,-1 11-15 15,0 0-2-15,0 0-14 0,0 0-5 0,3-6-9 0,-3 6-3 16,0 0-4-16,0 0-3 0,0 0-5 0,13 13-3 15,-10-6 1-15,4 0-2 0,-3 5 0 16,2-2 1-16,2 4-6 0,-1 3-2 0,1-2 4 16,0 2 5-16,-2-3-10 0,1 0-2 0,0 2 0 0,0-3 2 15,-1-1-3-15,0-1 0 0,1 1-3 0,0 2 3 16,0-2-3-16,-2-5-1 0,-1 5-2 0,2-5-2 16,-2 2 2-16,1-3-2 0,-1-1 1 0,1 1 0 15,-2-3-1-15,-3-3-4 0,7 8 19 16,-7-8 14-16,2 2 7 0,-2-2 0 0,0 0-4 0,0 0 6 15,0 0-2-15,0 0-3 0,13-6-16 0,-13 6 1 16,7-11 3-16,-2 0 4 0,-1 1-3 16,2-3-2-16,1-3 2 0,3-1-5 0,3-4 8 0,-4-2-18 15,5-1 0-15,-4-1-2 0,0 2-1 0,3-1-3 16,-2-1 5-16,3 1 0 0,-3-1-3 0,-5 7-7 16,4-1 2-16,-3 3 9 0,0-1-10 0,-3 6-2 15,0 2 1-15,5 0-9 0,-7 3 3 0,1 0 2 16,-3 6-8-16,4-9-20 0,-4 9-20 0,1-6-17 15,-1 6-12-15,0 0-6 0,0 0-13 0,0 0-7 16,0 0-23-16,0 0-32 0,-5 24-40 0,0-15-29 16,-4 1-38-16,3 5-220 0,-3 0-524 0,0-1 232 15</inkml:trace>
  <inkml:trace contextRef="#ctx0" brushRef="#br0" timeOffset="-25877.69">15235 15037 1 0,'0'0'241'0,"0"0"-15"15,0 0-11-15,0 0-12 0,0 0-11 0,0 0-15 16,-8 6-8-16,8-6-18 0,-5 4-5 0,5-4-4 15,-9 7-9-15,5-3-8 0,-1 2-11 0,1 0-10 16,-5 1-8-16,4 2-12 0,0 2-6 0,-1-3-6 16,1 2-4-16,2 0-9 0,-1-1-3 0,0-2-4 15,4 4 0-15,0-2-1 0,0-9-5 0,0 16-5 16,0-9 1-16,0-1-5 0,5 2 2 0,1-4 1 16,1 2 5-16,0-1-3 0,5-1 4 0,1 1-2 15,-3-3-4-15,3-2 4 0,-2 0-6 0,3-2 2 16,-1-1-2-16,-1 1 4 0,2 0 3 0,-3-4 1 15,-2 0 4-15,3 1-2 0,-2-3-9 0,-2 0 10 16,-1-1 12-16,-2 1-6 0,0-3-15 0,-3 0-1 16,-2 0-7-16,-2-2 0 0,-2 3-5 0,-2-1-4 15,-3-2-7-15,0 4-2 0,-1-1 1 0,-4 1-7 16,0 2-4-16,3 1-19 0,-10 2-27 0,10 1-21 16,-1 2-25-16,2 0-27 0,-4 2-36 0,1 0-40 15,0 3-49-15,4 0-44 0,-1 1-238 0,4-1-564 16,0-1 251-16</inkml:trace>
  <inkml:trace contextRef="#ctx0" brushRef="#br0" timeOffset="-25145.59">15535 15034 281 0,'0'0'262'0,"0"0"-23"16,0 0-24-16,0 0-19 0,0 0-7 0,0 0-3 16,0 0-8-16,0 0-3 0,0 0-13 0,0 0-15 15,-4 25-13-15,0-17-12 0,3 2-9 0,-2 1-12 16,1-1-8-16,2 0-11 0,1-1-5 0,0 2 0 16,2-2-6-16,1 1-3 0,1-4-6 0,2 2-1 15,-1 0-10-15,2-2 0 0,0 0-1 0,1-3-2 16,1 1-3-16,-1-3-6 0,4-1 9 0,-5 2 4 15,2-2-2-15,-10 0-5 0,16-2-3 0,-7-2 3 16,2 0-4-16,-3-2 15 0,1 1-13 0,-1-3 19 16,0 3-11-16,-3-2-10 0,0-2 3 0,-1 2-5 15,0-1 4-15,0-1-11 0,-1 0-3 0,-1 0 6 16,0 0-10-16,-2 3 1 0,3-2-5 0,-2 1-5 16,-1 7 8-16,1-10-7 0,2 5-7 0,-3 5 0 0,0 0 0 15,1-10-6-15,-1 10-7 0,0 0 2 16,0 0 1-16,0 0-13 0,0 0 13 0,0 0-9 15,0 0 9-15,0 0 0 0,0 0 4 0,-2 26-2 16,2-26 0-16,1 16-3 0,-1-7-10 0,1 1 16 16,2 0 3-16,-1-2-8 0,1-2 2 0,1-1 4 0,1 2-4 15,2-1 10-15,0-3-12 0,2 0 4 16,0 2-2-16,2-3 7 0,2-2-5 0,4 0-1 16,-3-2 3-16,3 0 0 0,0-2-2 0,-3 0 2 15,-2-3 10-15,2 3 5 0,-4-2-4 0,2-6-3 0,-1 5 7 16,-3-3-2-16,-2-2 8 0,-1 2-2 15,2-4-3-15,-2 2 12 0,-2-6-22 0,3 1-6 0,-4 1 15 16,-2-1-4-16,3 0-3 0,-5-1 3 16,1 3-6-16,0-1 5 0,1 3-5 0,0 4 1 0,-3-1 0 15,3 1-4-15,-1-2 6 0,1 11-1 0,0-10-7 16,0 10 3-16,-1-9-6 0,1 9-4 16,0 0 2-16,0 0-1 0,0 0 5 0,0 0-24 0,0 0 23 15,-3 24 2-15,2-11-2 0,-2 3 7 0,-2 3 6 16,4 0 3-16,-1 4 3 0,0-6-6 0,2 1 0 15,0 0-16-15,-1 0 12 0,0-2 3 0,-1 0-4 16,1-2 4-16,2 1-8 0,-1-2 4 0,0 0-2 16,3-2-4-16,0 0-1 0,-5 0-3 0,4-3-29 15,-1 2-3-15,0-3-37 0,4 0-27 0,-1 0-40 16,-2-2-27-16,-2-5-24 0,4 10-33 0,-4-10-26 16,4 7-33-16,-4-7-34 0,3 4-267 0,-3-4-624 15,0 0 277-15</inkml:trace>
  <inkml:trace contextRef="#ctx0" brushRef="#br0" timeOffset="-24978.7">15872 14994 113 0,'-5'-5'201'0,"5"5"-17"0,0 0-15 16,-4-6-16-16,4 6-15 0,0 0-11 0,0 0-13 15,0 0-11-15,12-6-12 0,-1 6-12 0,1 0-32 16,5 0-43-16,12 0-57 0,0-2-65 0,0 0-108 15,-2 2-244-15,3-1 109 0</inkml:trace>
  <inkml:trace contextRef="#ctx0" brushRef="#br0" timeOffset="-24821.67">16473 14923 175 0,'5'-3'250'0,"-5"3"-16"0,10-4-11 0,-4 1-5 16,1 1-8-16,-7 2-11 0,13-4-17 0,-6 2-18 15,2 2-18-15,-1-2-10 0,2 1-18 0,3 0-8 16,-3 1-37-16,0-2-31 0,0 4-56 0,-3 0-51 16,-1 0-60-16,1 0-50 0,-7-2-176 0,7 5-379 15,-7-5 169-15</inkml:trace>
  <inkml:trace contextRef="#ctx0" brushRef="#br0" timeOffset="-24662.36">16499 15041 103 0,'-5'7'243'0,"5"-7"-4"0,-5 6-3 0,5-6-4 16,-2 8-4-16,2-8-7 0,0 0-8 0,7 8-8 16,0-5-24-16,-1 1-10 0,5 1-20 0,1-2-16 15,1-2-26-15,5 4-35 0,-1-2-41 0,2 1-51 16,0-1-52-16,-3-1-68 0,4-1-61 0,-4 2-193 16,-2-3-424-16,-3 0 188 0</inkml:trace>
  <inkml:trace contextRef="#ctx0" brushRef="#br0" timeOffset="-22236.59">17426 14870 1703 0,'-5'-26'-20'0,"1"-2"20"0,-1 2 41 16,3-2-1-16,-2 1 31 0,1 3-9 0,2 5 0 15,-2 3 7-15,2-1 2 0,0 5 9 0,-1 2 13 16,0 4 3-16,2 6 3 0,-2-10 1 0,2 2-7 16,0 8-8-16,0 0-13 0,-1-11-4 0,1 11-5 15,0 0-2-15,0 0 7 0,0 0 3 0,0 0 10 0,0 0 13 16,-9 26-4-16,6-10 1 0,1-1-3 0,1 5-7 15,1-1-8-15,1 6-1 0,1 1 1 0,1-7-13 16,2 5 8-16,-1-5-6 0,-1-1 1 16,1 0-3-16,-2 1-5 0,2-6 5 0,1 3-8 15,-2-3-4-15,-1-1-4 0,2-1-4 0,-3-2-2 0,2 1-4 16,-1 0-5-16,0-4-2 0,0 1-1 0,-2-7-8 16,2 13 2-16,-1-8-4 0,-1-5-18 0,0 11-23 15,0-11-31-15,2 9-35 0,-2-9-29 16,0 0-27-16,-1 7-33 0,1-7-42 0,0 0-42 15,0 0-45-15,-2 9-241 0,2-9-594 0,0 0 263 0</inkml:trace>
  <inkml:trace contextRef="#ctx0" brushRef="#br0" timeOffset="-21877.61">17723 14743 98 0,'0'0'225'0,"2"-12"-16"16,-2 12-12-16,0 0-14 0,-6-10-4 0,6 10-6 15,-8 0-6-15,8 0-5 0,0 0-7 0,-14 9-7 16,6-5-3-16,3 3-15 0,-1 2-10 0,1-1-12 16,2 2-7-16,-1 1-9 0,3 0-9 0,0 1-5 15,1-2-3-15,0 2-2 0,2-1-7 0,1 1-6 16,3 3-6-16,5-1-3 0,-3-1-4 0,1 1 2 16,2 0-7-16,0-2 0 0,2-1-1 0,-1 2 3 15,-1-5-8-15,2 3 0 0,-3-4-4 0,-1 2 1 16,0-3-3-16,-4 1-6 0,1-3 3 0,1 2-2 15,-4-2-2-15,-3-4-1 0,7 8 8 0,-7-8 11 16,1 9 9-16,-1-9-3 0,-2 8-8 0,2-8 4 16,-11 7-6-16,4-1-2 0,-3-5-2 0,-2 1 4 15,-2 0-8-15,2 0-7 0,-3 0-3 0,2 0 6 16,-4 0-10-16,4-4-7 0,-1 2-11 0,1 0-23 16,1-1-15-16,1 0-19 0,3-2-26 15,0 2-29-15,8 1-41 0,-12-5-41 0,8-1-53 0,0 0-53 16,0 0-190-16,0-3-535 0,3-4 237 0</inkml:trace>
  <inkml:trace contextRef="#ctx0" brushRef="#br0" timeOffset="-21689.3">17720 14705 191 0,'0'0'211'15,"0"0"-17"-15,9-7-10 0,-5 5-3 0,6 0-3 16,4-1-4-16,3 2-15 0,0-2-15 0,3 1-11 15,9 0-11-15,1 0-15 0,-1 2-10 0,0 0-16 16,1 0-33-16,-9 0-40 0,0 1-54 0,-2 3-51 16,1-1-50-16,-3 0-174 0,-4 3-347 0,-3-5 154 15</inkml:trace>
  <inkml:trace contextRef="#ctx0" brushRef="#br0" timeOffset="-21278.66">18231 14931 228 0,'0'0'285'15,"0"0"-7"-15,0 0-3 0,0 0-15 0,0 0-3 16,0 0-13-16,0 0-8 0,-8 9-13 0,8-9-9 16,0 0-16-16,-10 1-3 0,10-1-12 0,0 0-8 15,-11-1-8-15,11 1-10 0,0 0-5 0,-9 0-5 16,9 0-5-16,0 0-3 0,0 0-6 0,0 0-5 15,0 0-3-15,0 0-4 0,0 0-5 0,0 0-7 16,0 0 1-16,0 0-5 0,0 0-5 0,0 0-6 16,0 0-5-16,0 0-10 0,0 0-8 0,0 0-7 15,0 0-9-15,0 0-8 0,0 0-4 0,25-11-2 16,-8 5-3-16,3 5-6 0,0 0 0 0,7-2-7 16,-1 2-3-16,2-1-1 0,-6 0-4 0,-8 1 2 15,5-2 2-15,-3 2-5 0,-2 0 3 0,-3-1 1 16,-3 2 2-16,0-2 4 0,-8 2 3 0,12 0-2 0,-12 0 3 15,9-1 5-15,-9 1-1 0,0 0-3 0,12 0 0 16,-12 0-6-16,0 0-2 0,0 0 0 16,0 0-5-16,9 1-1 0,-9-1 2 0,0 0-7 15,0 0-5-15,0 0-24 0,0 0-25 0,0 0-39 16,0 0-33-16,0 0-55 0,0 0-75 0,0 0-58 0,0 0-66 16,0 0-75-16,0 0-340 0,-33 2-848 0,25 0 375 15</inkml:trace>
  <inkml:trace contextRef="#ctx0" brushRef="#br0" timeOffset="-20641.36">18992 14690 173 0,'0'0'246'0,"0"0"-11"0,0 0-7 16,0 0-12-16,-16-5-8 0,16 5-8 0,-14 0-10 0,14 0-10 15,-18 4-8-15,8 1-15 0,-1-1 3 0,2 0-13 16,-3 1-7-16,1 2 2 0,0-1-11 0,0 1-4 16,-4 3-3-16,2 2 0 0,0 0-9 0,4-4-4 15,-1 6-5-15,-2-3-13 0,2 0-8 16,4 1-2-16,-7 0-5 0,8 0-3 0,0 0-5 0,1 1 6 16,0-2-20-16,1 1-4 0,2-2 1 0,1 2-5 15,-1-1-10-15,2 1-4 0,0-2 1 0,3 0-5 16,1-1-1-16,2 1-1 0,2-3 3 15,0 2-2-15,2-3-5 0,5 1 0 0,-1-1-5 0,3-1-5 16,-1-2 7-16,0-1-7 0,-3-1 4 0,4-1-4 16,-5 0-2-16,4-1-1 0,-4-1 0 0,-1-1-4 15,2 2 6-15,-2-4 0 0,-1-1-1 0,0-1-2 16,-1 1 5-16,-1-3-5 0,-3-1 0 0,3-4-3 16,-1-1 0-16,-3 4 0 0,-1-6 1 0,-2 0-5 15,-1 2 2-15,-1 2-2 0,-1 0-1 0,-1-1 3 16,-1-3-2-16,-2 2-3 0,-3 0-3 0,5 3 7 15,-5-2-1-15,3 2-1 0,-2 2-2 0,0 0 2 16,-1 2-3-16,3-1 11 0,-2 2-13 0,2 1 1 16,-1 0 3-16,2 3-13 0,4 3 14 0,-6-7-4 15,1 3-15-15,5 4-13 0,-11-5-26 0,11 5-24 16,-8-1-24-16,8 1-34 0,0 0-32 0,-13 3-34 16,13-3-33-16,-7 7-45 0,6-1-33 0,1-6-243 15,0 9-604-15,0-9 268 0</inkml:trace>
  <inkml:trace contextRef="#ctx0" brushRef="#br0" timeOffset="-20448.41">19208 14858 200 0,'0'0'281'0,"10"3"-10"0,-10-3-7 15,0 0-10-15,0 0-13 0,4 3-12 0,-4-3-18 16,0 0-19-16,0 0-21 0,0 0-15 0,0 0-16 15,0 0-14-15,0 0-14 0,0 0-29 0,0 0-27 16,0 0-36-16,-8 13-38 0,8-13-43 0,0 0-46 16,0 0-45-16,0 0-48 0,0 0-212 0,4 8-446 15,-4-8 197-15</inkml:trace>
  <inkml:trace contextRef="#ctx0" brushRef="#br0" timeOffset="-19925.09">19470 14657 1701 0,'-7'-7'72'0,"1"-3"-27"0,-2 4 3 15,2 0-8-15,1 2 13 0,1-2 5 0,4 6 5 16,-9-5 1-16,9 5 2 0,-5-5 5 0,5 5 0 16,-5-4-1-16,5 4-3 0,0 0-1 0,0 0-8 15,-7-5-4-15,7 5-4 0,0 0-4 0,0 0 4 16,0 0 2-16,0 0-1 0,0 0 3 0,34 5-3 15,-21-4-3-15,4 3-5 0,4-1 1 0,-1-2-4 16,-1 1-1-16,2 1-4 0,-3 0 5 0,-1-1 9 16,-4-2 4-16,5 0 3 0,-6 1 4 0,0-1 2 15,-3 1 0-15,-1-1 0 0,1 0 4 0,-9 0-15 16,10 0 6-16,-10 0-1 0,8 0-5 0,-8 0 2 16,0 0 1-16,0 0-4 0,10 0-3 0,-10 0-1 15,0 0-9-15,0 0-5 0,8 1-4 0,-8-1 0 16,0 0-3-16,0 0-10 0,0 0-6 0,4 7 3 0,-4-7-18 15,-2 10 28-15,2-10-3 0,-4 15 5 16,1-5-2-16,0 1 3 0,-2 0 9 0,0 6 0 16,1-3 6-16,0 2-9 0,-1 2-1 0,0-1 1 15,1 1 2-15,-2-1-5 0,1 0 8 0,1 3-7 0,0-2 8 16,1-1 3-16,-1 2-5 0,1-2 4 0,-1-1 1 16,1 0-5-16,-2-2-1 0,3 2-4 0,-1-4 5 15,1-3-17-15,-1 4 10 0,2-5 1 16,-1 3-7-16,1-5-2 0,1 2 3 0,0-8-4 0,-1 13-1 15,0-7-3-15,1-6-3 0,-3 10 4 0,3-10-9 16,-4 12-5-16,4-12-16 0,0 6-18 0,0-6-23 16,0 0-20-16,-2 8-31 0,2-8-44 15,0 0-28-15,0 0-29 0,-3 8-31 0,3-8-50 16,0 0-52-16,0 0-283 0,0 0-674 0,0 0 298 0</inkml:trace>
  <inkml:trace contextRef="#ctx0" brushRef="#br0" timeOffset="-19648.96">19504 14907 43 0,'-2'-5'230'0,"2"5"-4"0,0 0-7 16,0 0-5-16,0 0-3 0,16-4-3 0,-7 4-6 16,4 0-12-16,1 0-10 0,6 0-3 0,-2 1-10 15,4 2-9-15,0-3-9 0,-2 1 0 0,1 1 2 16,-2-2-3-16,0 2 1 0,0-2 2 0,-7 0 1 15,2 0-8-15,-8 0-3 0,2 0-1 0,-8 0-1 16,14 0-2-16,-14 0-5 0,10 0-6 0,-10 0-9 16,6 0-15-16,-6 0-8 0,0 0-11 0,0 0-10 15,0 0-6-15,11-2-24 0,-11 2-25 0,0 0-29 16,0 0-36-16,0 0-46 0,0 0-50 0,0 0-48 16,0 0-58-16,0 0-69 0,0 0-68 0,0 0-213 15,0 0-649-15,0 0 288 0</inkml:trace>
  <inkml:trace contextRef="#ctx0" brushRef="#br0" timeOffset="-19188.49">20308 14929 239 0,'0'0'258'0,"-13"-4"-10"0,7 1-10 0,-6 2-7 16,12 1-7-16,-12-1-11 0,12 1-10 15,-10-2-8-15,10 2-11 0,-8-2-2 0,8 2-16 16,0 0-13-16,-11-3-8 0,11 3-9 0,0 0-11 15,0 0-10-15,0 0-8 0,0 0-3 0,0 0-8 16,0 0 2-16,0 0-7 0,40 0-1 0,-22 0-1 16,2 0-21-16,-2 0-1 0,1 2 18 0,1-2 1 15,0-2 0-15,0 0 3 0,-3 2-14 0,1-2 15 16,-8 1 0-16,3 1 2 0,-5 0 4 0,-8 0-3 16,13 1 2-16,-13-1-2 0,10-1-7 0,-10 1-2 0,9-1-4 15,-9 1-6-15,0 0-6 0,0 0-7 0,7-2-13 16,-7 2 2-16,0 0-6 0,0 0-2 15,0 0-6-15,0 0-5 0,0 0-9 0,0 0-21 16,0 0-32-16,0 0-33 0,0 0-43 0,0 0-46 0,0 0-56 16,0 0-41-16,0 0-44 0,0 0-52 15,0 0-39-15,0 0-286 0,0 0-726 0,0 0 321 16</inkml:trace>
  <inkml:trace contextRef="#ctx0" brushRef="#br0" timeOffset="-18639.65">20881 14761 177 0,'0'0'262'0,"0"-9"-15"0,0 9-14 0,0 0-16 16,-10-5-9-16,10 5-14 0,-11-3-7 0,11 3-15 15,-9 0-9-15,9 0-4 0,-13 5-11 16,4-4-9-16,3 2-5 0,-3 3-1 0,-2-1-2 15,2 1-10-15,0 3 3 0,-2-2-18 0,3 3-10 0,-1-1-8 16,0 1-8-16,-3 2-7 0,3 1 1 0,3-3 0 16,2 3-4-16,-1-3-1 0,-1 2-6 15,0-1-5-15,2 1-7 0,2-2 0 0,2 2-3 16,0-2 3-16,1 0 5 0,0 1 0 0,3-2 4 0,3 0-13 16,-1 0-3-16,2-3 0 0,1 3 1 0,2-3 2 15,1 0-10-15,3 0-4 0,-1-2-3 0,0-2 2 16,4 2-7-16,0-1 1 0,1-2-4 0,1-1-8 15,-3-1 1-15,2-1 6 0,-1 0-2 0,-4 1-3 16,3-5-3-16,-4 1 0 0,0 0 1 0,-2 1-1 16,-1-3 5-16,-1-3-4 0,1 1 3 15,-2-2 1-15,1-3-7 0,0-3 10 0,-1 2-10 0,-3 0-2 16,-1-2 2-16,-1 0-2 0,0 1 2 0,0-1-5 16,-2 0 10-16,-2 7-12 0,1-2 10 0,-2 0-3 15,1 2-2-15,-3-1-4 0,-1 0 2 0,1 0 0 16,-2 1-5-16,-2 1 7 0,-2 1-3 0,0 2-3 15,-2 0-2-15,1 0 3 0,-1 3-5 0,-4-1 0 16,1 4-1-16,1-2 1 0,2 2-2 0,-4 0 2 16,5 2 1-16,-3 2-6 0,0-2-14 0,3 1-39 15,0 1-41-15,1-1-24 0,1 1-28 0,0 0-20 16,4 1-27-16,-2-1-46 0,3 2-42 0,1 0-33 16,0 0-264-16,3-6-633 0,-4 8 279 0</inkml:trace>
  <inkml:trace contextRef="#ctx0" brushRef="#br0" timeOffset="-18258.54">21549 14814 290 0,'0'0'295'0,"0"0"-13"15,0 0-6-15,0 0-4 0,-11-18-10 0,11 18-11 16,0 0-11-16,0 0 2 0,0 0-6 0,-6-5-13 16,6 5-11-16,0 0-8 0,0 0-7 0,0 0-16 15,0 0-12-15,7-8-18 0,-7 8-13 0,10-4-12 16,-4 1-18-16,5 2-8 0,0-2-5 0,-1-1-3 0,3 2-10 15,1-1-2-15,2-2 4 0,-3 5-3 0,0-4 2 16,0 0-8-16,0 3-2 0,-7 0-4 16,6-2-6-16,-3 1-8 0,1-1-9 0,-4 2-3 15,3-1-3-15,-1 0-9 0,-8 2-3 0,8-1-15 16,-8 1-18-16,10-1-20 0,-10 1-32 0,0 0-35 0,0 0-46 16,10 0-44-16,-10 0-28 0,0 0-30 0,0 0-27 15,0 0-34-15,0 0-37 0,0 0-285 0,0 0-674 16,-17 17 299-16</inkml:trace>
  <inkml:trace contextRef="#ctx0" brushRef="#br0" timeOffset="-18028.82">21583 14882 63 0,'0'0'252'15,"-7"6"-11"-15,2-4-14 0,5-2-11 0,-8 3-9 16,8-3-11-16,0 0-7 0,-4 6 2 0,4-6 9 0,0 0-8 15,0 0-13-15,15 12-4 0,-6-10-22 16,2 1-5-16,6-1-18 0,-4-2-12 0,6 3-13 16,1-2-7-16,8-1-10 0,-6 0-19 0,4-2-29 15,-3 0-20-15,-2 1-32 0,1-1-22 0,-2-2-29 0,-1 0-33 16,-1 0-46-16,-6 0-49 0,5-1-41 0,-5 0-223 16,-6 2-492-16,4-4 218 0</inkml:trace>
  <inkml:trace contextRef="#ctx0" brushRef="#br0" timeOffset="-16904.9">22295 14539 105 0,'0'0'199'15,"0"0"0"-15,-1-11-6 0,1 11-12 0,0 0-17 16,0-10-3-16,0 10-13 0,0 0-1 0,-3-6-5 16,3 6-4-16,0 0-1 0,0 0-5 0,0 0-2 15,-1-8-8-15,1 8-6 0,0 0-2 0,0 0-10 16,0 0-2-16,0 0-7 0,0 0-10 0,0 0-9 0,0 0-6 15,0 0-9-15,0 0-12 0,0 0 0 0,0 0-8 16,0 0 4-16,0 0-12 0,0 0 3 16,0 0-1-16,0 0 5 0,0 0 8 0,7 32-9 15,-6-20 1-15,-1 0 0 0,1 5 1 0,0 0 0 0,1 1 5 16,-2 1 5-16,2-3 3 0,-2 3-6 0,0-2 0 16,2 2 39-16,-1-1-4 0,0-1-23 0,-1 0 19 15,1-4-11-15,2 3 9 0,-3-4-20 16,2-2-5-16,0 5-4 0,-1-5 7 0,1 0-15 0,-2-1-6 15,2 1 0-15,-1-1-6 0,2-1-4 0,-2-1-3 16,0-1-1-16,-1-6-1 0,1 10-2 0,2-4 0 16,-3-6-16-16,3 10 9 0,-3-10-10 0,2 6-22 15,-2-6-31-15,0 0-34 0,0 0-29 16,4 8-29-16,-4-8-31 0,0 0-29 0,0 0-46 0,0 0-43 16,0 0-47-16,-13 5-190 0,13-5-576 0,0 0 255 15</inkml:trace>
  <inkml:trace contextRef="#ctx0" brushRef="#br0" timeOffset="-16356.6">22537 14591 125 0,'0'0'268'0,"2"-7"-13"0,-2 7-14 16,2-7-20-16,-2 7-16 0,0 0-15 0,3-5-20 0,-3 5-15 15,0 0-15-15,0 0-19 0,0 0-7 0,0 0 1 16,0 0 1-16,0 0-10 0,-3 27-8 0,0-19-6 16,2 3 10-16,-1-1-8 0,1 2-10 15,-1 1-2-15,0 0-10 0,1-2-2 0,1 2-6 16,1-1-10-16,1-2-1 0,0 1-6 0,2 0 1 0,1-2-6 16,2 0-2-16,-1 0-1 0,4-2-1 0,-1-2-3 15,1 1-3-15,4-2-7 0,-2-1 4 16,1 1-2-16,-1-2-1 0,0-3-1 0,1 0 0 15,-2 0 1-15,-2-3 10 0,3 0-3 0,-2-1-17 0,-1 1 11 16,1-4 12-16,-2 2-10 0,-2-2-4 0,1 1 14 16,0-3-12-16,-2 0 3 0,2 1-8 0,-2-3 2 15,-2 4-5-15,8-6 3 0,-7 3-2 0,-2 3-4 16,2-1 9-16,-4 9-7 0,3-13 2 16,-3 13 1-16,4-9 4 0,-4 9 8 0,0 0-7 15,5-12-1-15,-5 12-9 0,0 0-4 0,0 0 1 0,1-7-7 16,-1 7-1-16,0 0-6 0,0 0 6 0,0 0 3 15,0 0-2-15,-3 34 4 0,2-22-8 0,-1 4 7 16,-2 1 1-16,0 1 6 0,1 0-14 16,-2-1 8-16,4-1 4 0,-2 1 3 0,1 1-9 0,-2-4 10 15,3 4-10-15,0-3 10 0,-1 2-8 0,2-6 5 16,0 0-8-16,-1 2 4 0,2-3-4 0,2 2 0 16,-2-4-3-16,3 1 17 0,-2 0-28 15,-2-1-25-15,4-2-25 0,-1 1-35 0,-3-7-37 0,5 11-36 16,-5-11-36-16,1 9-43 0,-1-9-45 0,3 4-40 15,-3-4-218-15,0 0-591 0,0 0 262 0</inkml:trace>
  <inkml:trace contextRef="#ctx0" brushRef="#br0" timeOffset="-16148.5">22947 14801 59 0,'0'0'266'0,"0"0"-10"0,4-7-15 16,-4 7-18-16,0 0-17 0,0 0-19 0,0 0-22 16,0 0-13-16,0 0-16 0,0 0-13 0,0 0-14 15,0 0-8-15,0 0-11 0,0 0-15 0,0 0-29 16,0 0-28-16,0 0-32 0,0 0-41 0,3 20-52 16,-3-20-53-16,0 0-51 0,-2 9-107 0,2-9-344 15,0 0 152-15</inkml:trace>
  <inkml:trace contextRef="#ctx0" brushRef="#br0" timeOffset="-15628.73">23106 14658 244 0,'3'-8'261'0,"0"2"-12"0,-3 6-18 0,6-7-14 0,-2 4-14 15,-4 3-14-15,9-1-18 0,-2-2-16 0,1 1-9 16,-8 2-13-16,21 3 1 0,-7 0-13 0,-3 0-9 16,2-1-15-16,-1 3-5 0,-2 1-3 0,1 0-11 15,-3 3-2-15,0-1-8 0,-4 0-3 0,0 3 3 16,-2-1-9-16,-1 0-9 0,-2 0 0 0,-1-2-6 16,-2 2-3-16,-2 0-4 0,0-2 3 0,-2 1-5 15,0-3 0-15,-3 0-2 0,1 1-4 0,-1-1-1 16,2-2 0-16,-2 2-1 0,1-3-7 0,1 0-3 15,-1 1 1-15,2-1 1 0,3-1 0 0,5-2-2 16,-7 5-5-16,7-5 3 0,-8 2-1 0,8-2 0 16,0 0-2-16,0 0 7 0,0 0-14 0,0 0 3 15,0 0-4-15,0 0 0 0,0 0 5 0,22 6-5 16,-11-5 6-16,-1 1-6 0,-1-1-2 0,3 2 1 16,-2 0-6-16,0 1 3 0,2 0 0 0,-2 2 2 15,-5-1-7-15,4 2 2 0,-1-1 3 0,-2 2-1 16,2 1-4-16,-2 0 3 0,-1-2 0 0,-1 3 1 15,-3-4-3-15,1 0 6 0,-1 2 0 0,-1-8 6 16,-1 13 3-16,1-13 6 0,-6 11 8 0,3-8-6 16,-4 1 4-16,-2-1 1 0,3 0 2 0,-6-2-7 15,2 3-1-15,3-2-2 0,-4-2-2 0,-1 0 3 16,0 0 1-16,-1 1-9 0,3-1-4 0,-2 2-18 16,1-2-21-16,1 0-29 0,2 0-32 0,8 0-37 15,-20 0-40-15,12 0-53 0,8 0-57 0,-15 0-255 16,8 1-580-16,7-1 256 0</inkml:trace>
  <inkml:trace contextRef="#ctx0" brushRef="#br0" timeOffset="-15212.65">22349 15221 135 0,'-11'0'282'0,"1"-2"-8"16,10 2-14-16,-12 0-11 0,12 0-16 16,-10 0-15-16,10 0-14 0,0 0-18 0,0 0-14 15,0 0-9-15,0 0-17 0,40-1-1 0,-5 0-11 16,2 3-11-16,20 0-11 0,6-2-5 0,0-2-8 15,29 2-8-15,-32 3-7 0,1-3-7 0,3 0-7 16,-1 2-2-16,-1-4-5 0,0 2 4 0,-5 0 11 16,-2-3 2-16,-15 1-1 0,-5-3 12 0,1 1 2 15,-5 0 1-15,-3 2 4 0,-6-2-2 0,-3 1-2 16,-5 1 2-16,-1-1-2 0,-1 1-1 0,-2 0-7 0,-4 0-6 16,-6 2-4-16,10-2-11 0,-10 2-10 0,8-2-3 15,-8 2-12-15,0 0-9 0,7-4-17 16,-7 4-25-16,0 0-35 0,0 0-40 0,0 0-35 15,0 0-36-15,0 0-39 0,-21-7-39 0,21 7-48 0,-13-2-61 16,4 0-301-16,-1-1-699 0,2 2 309 0</inkml:trace>
  <inkml:trace contextRef="#ctx0" brushRef="#br0" timeOffset="-14845.57">23319 14804 269 0,'0'0'263'0,"0"0"-8"0,1-11-18 0,-1 11-20 15,2-7-20-15,-2 7-9 0,1-9-9 0,-1 9-10 0,2-5-7 16,-2 5-9-16,0 0-14 0,3-6-5 0,-3 6-10 16,0 0-16-16,0 0 5 0,0 0-8 0,4-9-3 15,-4 9-12-15,0 0-5 0,0 0-7 16,0 0-3-16,0 0-15 0,0 0-4 0,0 0-9 16,0 0-2-16,0 0-4 0,0 0-18 0,0 0 6 0,0 0-16 15,0 0-24-15,0 0-23 0,0 0-11 0,0 0-18 16,0 0-21-16,0 0-31 0,0 0-40 0,0 0-34 15,0 0-20-15,0 0-28 0,0 0-199 0,-7 29-472 16,7-23 209-16</inkml:trace>
  <inkml:trace contextRef="#ctx0" brushRef="#br0" timeOffset="-14295.34">23506 14730 208 0,'0'-8'250'0,"0"8"-7"0,0 0-10 0,3-7-10 0,-3 7-12 16,0 0-17-16,0 0-17 0,0 0-18 0,0 0-16 15,0 0-15-15,2-6-15 0,-2 6-10 0,0 0-10 16,0 0-10-16,0 0-5 0,0 0 0 0,0 0-13 16,0 0 2-16,1 25 9 0,0-16-2 0,-1 1-4 15,3 0-6-15,-2 2-2 0,-1-2-5 0,1 0 3 16,1 2-2-16,0-1-7 0,1 1-1 0,-2-1-3 16,2-1-1-16,-1 3-7 0,1-2-7 15,-1 0-2-15,1-2 2 0,1 1 4 0,3-2 0 0,-4-3-7 16,-1 2 3-16,1 0 9 0,-1-2-4 0,-2-5-2 15,4 8 3-15,2-4 8 0,-6-4 0 0,0 0 11 16,3 8 5-16,-3-8 11 0,7 2 1 16,-7-2 4-16,0 0-5 0,11-1-4 0,-11 1-6 0,9-7-6 15,-4 3-4-15,5-3-7 0,-2 2-4 0,-1-4-3 16,4 1-7-16,2-5 3 0,0 2-7 16,1-1-1-16,0-2-2 0,1 1-4 0,-1-1-1 0,7-4-4 15,-9 2-1-15,4 3 0 0,-6-2 0 0,3 4-3 16,-2-3-7-16,-2 7-6 0,1-3 9 0,-2 3-5 15,0-1 3-15,-4 4 0 0,-1 0-7 0,-3 4-34 16,7-7-5-16,-7 7-25 0,5-7-36 0,-5 7-25 16,0 0-15-16,0 0-15 0,0 0-21 0,0 0-24 15,0 0-43-15,-18 25-39 0,9-13-17 0,-4 3-27 16,0 2-165-16,2-1-533 0,-7 4 236 0</inkml:trace>
  <inkml:trace contextRef="#ctx0" brushRef="#br0" timeOffset="-14062.76">23236 15234 108 0,'0'0'224'0,"19"-13"-22"0,-12 9-21 16,1 2-18-16,3 0-14 0,-1 0-15 0,5-1-23 16,-2 2-29-16,5-2-39 0,0 1-50 0,2 2-44 15,1-3-60-15,-3 2-94 0,1-3-222 0,-1 1 99 16</inkml:trace>
  <inkml:trace contextRef="#ctx0" brushRef="#br0" timeOffset="11882.33">4042 11779 5 0,'0'0'31'0,"6"-7"-1"0,-1 4-4 0,-5 3 0 16,7-2-9-16,-7 2-14 0,7-5-16 0,-7 5-9 0,12-3-22 15,-5 2 10-15</inkml:trace>
  <inkml:trace contextRef="#ctx0" brushRef="#br0" timeOffset="36968.47">15514 15171 28 0,'0'0'76'0,"0"0"3"0,0 0-14 0,0 0-6 15,0 0-6-15,0 0-5 0,0 0-8 0,0 0-7 16,0 0-13-16,0 0-17 0,0 0-13 0,0 0-18 16,0 0-15-16,0 0-28 0,0 0-76 0,0 0 34 0</inkml:trace>
  <inkml:trace contextRef="#ctx0" brushRef="#br0" timeOffset="56205.57">15349 15544 68 0,'0'0'108'0,"0"0"-8"16,-3-6-13-16,3 6-11 0,0 0-9 16,0 0-13-16,0 0 7 0,0 0-15 0,-15 2-1 0,15-2-7 15,-10 3-1-15,10-3-7 0,-10 1 0 16,10-1-2-16,-14 1 1 0,4 1-2 0,-1 0 9 16,0 0-9-16,1-2 4 0,-3 0 5 0,-5 2-1 0,4-1 1 15,-4-1 1-15,3 3 0 0,-1-2 0 0,3-1 6 16,-1 0 0-16,6 0-4 0,0 1-4 15,8-1 1-15,-13 1-12 0,13-1 4 0,-7 0-1 16,7 0-1-16,0 0-4 0,0 0-1 0,32 2-1 0,-4-3 4 16,6 0-11-16,19 0-10 0,3-1-30 0,6 0-36 15,2 1-36-15,1 0-36 0,-3 0-86 0,3-2-239 16,0-2 106-16</inkml:trace>
  <inkml:trace contextRef="#ctx0" brushRef="#br0" timeOffset="61652.7">4241 12182 30 0,'1'-7'21'0,"-1"7"-12"0,0 0-3 0,0 0-10 0,0 0-7 16,0 0-11-16,0 0 5 0</inkml:trace>
  <inkml:trace contextRef="#ctx0" brushRef="#br0" timeOffset="78172.29">6461 15162 31 0,'0'0'64'0,"0"0"-5"0,0 0-7 0,0 0-9 16,0 0-20-16,0 0-17 0,0 0-17 16,0 0-9-16,0 0-22 0,0 0-44 0,-23 20 19 15</inkml:trace>
  <inkml:trace contextRef="#ctx0" brushRef="#br0" timeOffset="91370.11">6659 9846 8 0,'0'0'110'0,"0"0"-17"0,0 0-8 16,0 0-6-16,0 0-7 0,0 0-17 0,0 0-19 0,0 0-13 15,0 0-15-15,0 0-20 0,0 0-23 0,0 0-52 16,0 0-95-16,0 0 42 0</inkml:trace>
  <inkml:trace contextRef="#ctx0" brushRef="#br0" timeOffset="92480.56">6676 9901 19 0,'0'0'104'0,"0"0"-7"0,0 0-9 16,0 0-9-16,0 0-13 0,0 0-16 0,0 0-13 16,0 0-17-16,0 0-23 0,0 0-16 0,0 0-20 0,0 0-45 15,0 0-90-15,0 0 41 0</inkml:trace>
  <inkml:trace contextRef="#ctx0" brushRef="#br0" timeOffset="92978.58">8222 9915 3 0,'0'0'95'0,"0"0"-9"0,0 0-5 16,0 0-2-16,0 0-4 0,0 0-9 0,0 0-8 15,0 0-6-15,0 0-1 0,0 0-5 0,0 0-6 0,0 0-4 16,0 0-5-16,0 0-1 0,0 0-21 0,0 0-14 16,0 0-21-16,0 0-22 0,0 0-25 0,0 0-42 15,0 0-124-15,0 0 56 0</inkml:trace>
  <inkml:trace contextRef="#ctx0" brushRef="#br0" timeOffset="94679.56">7350 8997 46 0,'0'0'52'0,"0"0"-3"0,0 0-4 0,0 0-1 0,0 0-1 16,0 0-2-16,0 0-2 0,0 0-4 0,-2-10-7 16,2 10 0-16,0 0-3 0,0 0-6 0,0 0 4 15,0 0 0-15,0 0-5 0,0 0-5 0,0 0 2 16,0 0-3-16,0 0 3 0,0 0 1 0,0 0-7 15,0 0-1-15,0 0 7 0,0 0-3 0,0 0-4 16,0 0-2-16,0 0 5 0,0 0 2 0,0 0-5 16,0 0 2-16,0 0 1 0,0 0 0 0,0 0-3 15,0 0-1-15,0 0 0 0,0 0-3 0,0 0 0 16,0 0-1-16,0 0 5 0,0 0-5 0,0 0 1 16,0 0 1-16,0 0 0 0,0 0-3 0,0 0 0 15,0 0 3-15,0 0-5 0,0 0 3 0,0 0 0 16,0 0 1-16,0 0 1 0,0 0-9 0,0 0 8 15,0 0-6-15,0 0 13 0,0 0-16 0,0 0 3 16,0 0 0-16,0 0 2 0,0 0 0 0,0 0 3 16,0 0-2-16,0 0-1 0,0 0-4 0,0 0 4 0,0 0-5 15,0 0 3-15,0 0 2 0,0 0 0 0,0 0-1 16,0 0 3-16,0 0 2 0,0 0-7 16,0 0 3-16,0 0-1 0,0 0 2 0,0 0-1 0,0 0 4 15,0 0-3-15,0 0 1 0,0 0-7 0,0 0 7 16,0 0 0-16,0 0-4 0,0 0 8 0,0 0-3 15,0 0 0-15,0 0-10 0,0 0-2 0,0 0 0 16,0 0-5-16,0 0-7 0,0 0-12 0,0 0-9 16,0 0-7-16,0 0-6 0,0 0-47 0,0 0-109 15,0 0 50-15</inkml:trace>
  <inkml:trace contextRef="#ctx0" brushRef="#br0" timeOffset="95740.96">7354 9023 25 0,'0'0'30'0,"0"0"-3"0,0 0-3 0,0 0-5 16,0 0 2-16,0 0-9 0,0 0-3 0,0 0-7 15,0 0-7-15,0 0-4 0,0 0-18 0,0 0-27 16,0 0 12-16</inkml:trace>
  <inkml:trace contextRef="#ctx0" brushRef="#br0" timeOffset="102512.18">9259 9858 75 0,'0'0'71'0,"0"0"2"0,0 0-11 0,0 0-9 16,0 0-22-16,0 0-11 0,0 0-18 0,0 0-28 0,0 0-35 15,0 0-64-15,0 0 28 0</inkml:trace>
  <inkml:trace contextRef="#ctx0" brushRef="#br0" timeOffset="103320.27">10331 9878 53 0,'0'0'96'0,"0"0"-14"0,0 0-3 0,0 0-7 16,0 0-3-16,0 0 2 0,0 0 0 15,0 0-8-15,0 0-8 0,0 0 2 0,0 0-5 0,0 0-2 16,0 0-14-16,0 0 7 0,0 0-9 0,0 0-4 15,0 0 8-15,0 0-12 0,0 0-4 0,0 0-1 16,0 0 1-16,0 0-10 0,0 0 2 0,0 0-10 16,0 0-15-16,0 0-23 0,0 0-19 0,0 0-16 15,0 0-32-15,0 0-50 0,0 0-163 0,-19-9 71 16</inkml:trace>
  <inkml:trace contextRef="#ctx0" brushRef="#br0" timeOffset="103772.33">9421 9822 51 0,'0'0'58'0,"0"0"1"0,0 0-9 0,0 0-5 15,0 0-3-15,0 0 0 0,0 0-8 16,0 0-5-16,0 0-17 0,0 0-2 0,0 0-4 15,0 0-8-15,0 0-9 0,0 0-12 0,0 0-44 0,0 0-74 16,0 0 33-16</inkml:trace>
  <inkml:trace contextRef="#ctx0" brushRef="#br0" timeOffset="104746.3">9246 9828 10 0,'0'0'29'0,"0"0"-23"16,0 0-14-16,0 0-8 0,0 0 4 0</inkml:trace>
  <inkml:trace contextRef="#ctx0" brushRef="#br0" timeOffset="105220.53">10261 9842 21 0,'0'0'73'0,"0"0"-8"0,0 0-3 16,0 0-6-16,0 0-1 0,0 0-5 0,0 0 0 15,0 0-12-15,0 0-7 0,0 0 0 0,0 0-6 16,0 0-5-16,0 0-15 0,0 0-6 0,0 0-23 16,0 0-29-16,0 0-31 0,0 0-91 0,0 0 40 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1-25T06:56:56.4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2145 3255 137 0,'-4'-7'183'0,"-2"1"-8"0,0-2-12 0,-4 2 5 15,-2-3-15-15,2 4-2 0,-6-3-18 0,2 3-8 16,1 2-10-16,-3-2-3 0,3 1-16 0,-5 2-7 15,2 2-12-15,-4 4-6 0,1 0-8 0,1 3-4 16,-2 3-6-16,-7 3-6 0,8 3-4 0,2-4-2 16,2 2-7-16,1 1-5 0,6-2-7 0,1 2 4 15,-1-6-5-15,4 2-3 0,4 2 1 16,3-3-1-16,-1 3-4 0,5-1 4 0,3-1-1 0,0 2 1 16,5-1 0-16,1-3 0 0,3 0-1 0,1-4 1 15,-2-2-4-15,4 0 1 0,-4 1 1 0,1-2-3 16,-2-2-1-16,-4 0 1 0,2 0-2 0,-5 0 1 15,-2 0-5-15,-1 0 6 0,-7 0-4 0,12 0 2 16,-12 0-1-16,0 0-6 0,6-4 0 0,-6 4 1 16,0 0-5-16,0 0 3 0,0 0-1 0,0 0-2 15,-38 4-3-15,20 0 1 0,0 5 3 16,-9 2 0-16,2 3-1 0,-3-1 2 0,-1 6 1 16,3 0 1-16,1 0-3 0,4 2 0 0,3-4 2 15,2 2-1-15,5-3-1 0,2 1 3 0,2-1-1 0,3 0 0 16,4 0-1-16,2-6 1 0,0 2 0 0,2 3-2 15,3-1 5-15,2-5-4 0,5 2-5 0,-1 1-3 16,3-3-14-16,1-4-21 0,1-1-24 16,3 0-30-16,-1 0-37 0,1-6-34 0,-1 2-29 0,1-4-151 15,-4 1-373-15,2-1 165 0</inkml:trace>
  <inkml:trace contextRef="#ctx0" brushRef="#br0" timeOffset="185.9">2131 3598 14 0,'1'-17'166'0,"1"3"17"15,-1 2-3-15,0 3 0 0,-1 9-3 0,-1-17-12 16,1 17-8-16,1-14-13 0,-1 10-14 0,0 4-19 16,0 0-14-16,0 0-11 0,0 0-4 0,0 0-10 15,0 0-12-15,0 0-6 0,0 0-3 0,27 16-4 16,-20-9-1-16,5 6-7 0,-3 0 0 0,4 0-5 16,-3-1-3-16,2 1 0 0,2 2 0 0,-5-3-21 15,2-3-21-15,-2 0-40 0,0 1-26 0,0-3-47 16,3-1-41-16,-3 0-167 0,-3 2-359 0,-6-8 159 15</inkml:trace>
  <inkml:trace contextRef="#ctx0" brushRef="#br0" timeOffset="367.32">2351 3514 123 0,'-8'-5'199'0,"1"1"-17"0,7 4-14 15,-14-1-6-15,14 1-1 0,-21 10-11 0,7-1-4 0,1 4-10 16,-4 6-9-16,-2 1-14 0,-1 3-9 15,5 0-11-15,-1-2-6 0,2 2-8 0,3-6-12 16,3 0-11-16,-1-1-33 0,-1-1-30 0,4 0-54 16,2-4-63-16,1-1-64 0,-2 2-112 0,5-12-324 15,0 0 144-15</inkml:trace>
  <inkml:trace contextRef="#ctx0" brushRef="#br0" timeOffset="502.43">2492 3527 35 0,'0'0'238'0,"3"-8"-24"16,-3 8-26-16,0 0-11 0,8-7-22 16,-8 7-17-16,0 0-12 0,0 0-13 0,0 0-25 0,0 0-41 15,0 0-49-15,0 0-59 0,-23 35-70 0,14-26-91 16,-2 5-239-16,-2-2 107 0</inkml:trace>
  <inkml:trace contextRef="#ctx0" brushRef="#br0" timeOffset="646.04">2152 3919 73 0,'-3'8'192'0,"3"-8"-18"0,0 0-22 16,0 0-32-16,0 0-53 0,35 0-59 0,-16-7-82 16,-1 1-45-16,10-3-129 0,8-4 58 0</inkml:trace>
  <inkml:trace contextRef="#ctx0" brushRef="#br0" timeOffset="797.46">2823 3697 2590 0,'0'0'99'0,"7"-2"-56"0,-7 2-29 0,0 0-8 15,0 0 1-15,11-6-7 0,-11 6 6 0,0 0 2 16,0 0 0-16,0 0 1 0,10-2-5 0,-10 2-2 16,0 0-15-16,0 0-17 0,0 0-23 15,0 0-37-15,0 0-56 0,0 0-59 0,0 0-172 16,0 0-408-16,0 0 181 0</inkml:trace>
  <inkml:trace contextRef="#ctx0" brushRef="#br0" timeOffset="3034.03">5523 3606 147 0,'-1'-10'182'15,"1"10"-2"-15,0 0-6 0,0 0-8 0,0 0-12 16,0 0-7-16,-8-5-14 0,8 5-11 0,0 0 19 15,0 0-12-15,-12 0-7 0,12 0-13 0,0 0-9 16,-13 2-12-16,13-2-6 0,-12 5-7 0,4-3-4 16,0 3-5-16,0-2-4 0,0 4 2 15,-2-1-2-15,-2 3-7 0,3-1-5 0,-3 3-1 0,-1 0-4 16,4-2-4-16,-1 4-5 0,1-3-5 16,0 4 0-16,1 1-7 0,-1-1 4 0,3 3-3 0,1-3-4 15,-1-2-7-15,4 5 5 0,-3-1-1 0,4 1 2 16,-2 1-3-16,2-1-4 0,0-2 2 15,1-4-1-15,1 3-1 0,0-2-4 0,2 3 2 16,-1-2 0-16,4-1-4 0,1-1 0 0,-3 0 2 16,1-3-1-16,1 4-1 0,3-7 2 0,-1 6 12 15,0-4-1-15,2-2 0 0,0 2 2 0,-1-4 4 0,4 2-7 16,-2-2 7-16,2 1 6 0,6-1 2 0,-6-3 0 16,6-1-4-16,-6-1-2 0,5 1-4 0,0-3-1 15,-6 1 0-15,3-1-6 0,-3 1 1 0,4-4-1 16,-4 3-2-16,-1-2 2 0,5-3-1 15,-7 4 2-15,0-4-4 0,0 2 3 0,-1 0-7 0,-3-5 3 16,0 3-5-16,0-2 3 0,0 1-15 0,-1-2 13 16,-1-4 0-16,-3 1 6 0,3-1-8 15,-3-1-9-15,0 4 8 0,2-3-1 0,-2-1 0 16,0 5-4-16,-2-3-15 0,-1 3 20 0,1 0-6 16,0 0 2-16,-1 1 5 0,-1 1-6 0,3 0 1 15,-3 0-2-15,2 2 3 0,0 3-1 0,-3-4-2 16,5 9-2-16,-6-10 9 0,0 4-10 0,4 0 1 0,2 6 1 15,-9-7-4-15,4 3 11 0,5 4-13 0,-9-8 4 16,0 7-2-16,2-1-14 0,-4 2 12 16,-3 2 1-16,2 1 2 0,-5 1-1 0,-1-1 1 15,0 6-7-15,-1-4-15 0,1 3-17 0,-2-2-18 16,3 1-17-16,1 0-11 0,-1-1-23 0,2 3-35 16,3-4-35-16,3 0-41 0,-2 0-38 0,2 0-169 15,9-5-464-15,-9 8 206 0</inkml:trace>
  <inkml:trace contextRef="#ctx0" brushRef="#br0" timeOffset="3967.32">5688 3887 76 0,'0'0'221'0,"-9"-4"-11"0,9 4-11 16,0 0-7-16,-6-2-3 0,6 2-13 15,0 0-7-15,0 0-11 0,-6-6-13 0,6 6-11 16,0 0-10-16,0 0-12 0,0 0-10 0,0 0-9 0,0 0-14 15,0 0-4-15,0 0-8 0,0 0-9 0,21-1-1 16,-10 0-10-16,2 1 4 0,6-2-3 0,3 2-1 16,1-4-4-16,5 6-2 0,5-2-5 0,1 0-2 15,0-3-5-15,3 2 7 0,0 1-1 16,14-2-6-16,-11 1-4 0,-3-1 1 0,15 4-2 16,-12-5 2-16,0 3 1 0,-1-2 0 0,-2 2-4 15,3-2-8-15,1 0 5 0,9 2 0 0,-11-1-3 0,-2-1-1 16,0 0 1-16,1 2-3 0,1-1 0 15,1 0-4-15,-1 1 2 0,12 1 0 0,-11-1 4 16,12-2 0-16,-12 2-5 0,11-3 1 0,-1 3 0 16,-13 1-2-16,4-1 3 0,-4 0-7 0,2 0 3 15,-2-1-6-15,3 2 6 0,-2-2 0 0,-3-1 1 0,4 3 3 16,14-2-3-16,-19 2 0 0,-1-1 7 0,1 1-1 16,1-1-3-16,-1-1 3 0,1 1-2 15,-1-1 4-15,2-2 4 0,-3 3-1 0,2-1-3 16,1-1 2-16,-2 1-4 0,-1-1-1 0,-1-1-1 15,-1 4 0-15,1-2-3 0,-3-2 1 0,-1 1 7 16,-1-1-8-16,-4 2-4 0,4-1 5 0,-5 2 1 16,-2 0 0-16,2-2 6 0,-2 1-8 0,0-2 2 0,-1 2 0 15,1 1-1-15,1 0-12 0,-2-1 8 16,0 1 4-16,-1 0-7 0,4-2 0 0,-1 2 5 16,0 0 0-16,1-1 0 0,-2 2 4 0,-1-2 1 15,0 1-11-15,-2 1 13 0,-3-2-3 0,-1 1 0 16,-2-1-4-16,-2 1 2 0,-9 0-4 0,16 0-4 15,-16 0 4-15,10 0 2 0,-10 0-3 0,0 0-4 16,11-4 0-16,-11 4 5 0,0 0-2 0,0 0-1 16,0 0 2-16,0 0 6 0,0 0-2 0,14 4 14 15,-14-4 5-15,0 0-4 0,0 0-1 0,0 0 5 16,0 0-1-16,0 0 1 0,0 0 1 0,0 0-12 16,0 0 3-16,0 0 1 0,0 0-10 0,9-5-1 15,-9 5-1-15,0 0 6 0,0 0-11 0,0 0-39 16,0 0 10-16,0 0-30 0,0 0-28 0,0 0-46 15,0 0-34-15,0 0-31 0,-46 0-50 0,36 1-53 16,-3 0-276-16,1-1-617 0,12 0 273 0</inkml:trace>
  <inkml:trace contextRef="#ctx0" brushRef="#br0" timeOffset="7017.27">8524 3827 116 0,'0'0'140'0,"0"0"-2"0,0 0-8 16,0 0 2-16,0 0-17 0,0 0-1 0,0 0 4 15,0 0-7-15,0 0-7 0,0 0 2 0,0 0-6 16,0 0 4-16,0 0-7 0,0 0-5 0,0 0-3 15,0 0-9-15,0 0-3 0,0 0-7 0,0 0-2 16,0 0-7-16,0 0-3 0,0 0-4 0,0 0 0 16,0 0-3-16,0 0-1 0,0 0 0 0,0 0-1 15,0 0 5-15,0 0-1 0,0 0 2 0,0 0 2 16,0 0-1-16,0 0 0 0,0 0-1 0,0 0-10 16,0 0-6-16,0 0-2 0,0 0-4 0,0 0-1 15,0 0-4-15,13-18-2 0,-12 13 1 0,1-1 1 16,-2 6-5-16,8-10 3 0,-4 4-4 0,-4 6-1 15,5-11 0-15,-2 6-1 0,2-4 5 0,-3 4 0 0,2 0-5 16,-4 5-3-16,9-8 3 0,-7 4 2 16,-2 4-5-16,7-7 1 0,-7 7 4 0,5-7 0 15,-2 3 9-15,-3 4-15 0,0 0 5 0,4-4-6 16,-4 4 0-16,0 0 0 0,0 0-1 0,0 0-6 16,2-7-1-16,-2 7 2 0,0 0-5 0,0 0-4 15,0 0-1-15,0 0 1 0,0 0-5 0,0 0 4 16,17 5 1-16,-17-5-4 0,7 9 4 0,0-6-3 15,-1 2-3-15,3 1 1 0,-1 0 5 0,-1 1 0 16,3-2 5-16,0 3-6 0,-3-2-1 0,3 2 2 16,-1-1 2-16,0 0 1 0,-2-3 0 0,0-1-1 15,-2 3 2-15,2-1-3 0,-2-1 4 0,-5-4-2 16,10 4 0-16,-5-1 0 0,0 0 0 0,2 0-1 16,-7-3 3-16,10 4 0 0,-10-4 4 0,10 2 0 15,-10-2 3-15,9 0-5 0,-9 0 7 0,0 0 0 16,13-6 1-16,-5 2 0 0,-2-1-6 0,2 1 1 15,-1-2-5-15,2-2-1 0,-1 3 3 0,1-4-2 16,0 1 3-16,0 0-3 0,0 1 10 0,-1-2-3 16,0 2-11-16,1 1-9 0,-2 2 7 0,-2-1 0 15,1 1 0-15,1 0-3 0,-7 4 7 0,9-6-1 16,-6 2-5-16,-3 4 0 0,8-4 0 0,-8 4-3 16,9-4-3-16,-9 4 6 0,10 2-3 0,-10-2-1 15,11 6 5-15,-1 0-4 0,-4 1 2 0,0 0-2 16,1 1 4-16,1-3 2 0,-1 4 3 15,2 5-1-15,-2-4-5 0,-1 1 1 0,2-2 3 0,-2 1-3 16,0 1-1-16,0-3 7 0,0 1-3 0,0-2 0 16,2 0 2-16,-4-2-4 0,1 1 5 0,-5-6 0 15,13 7 3-15,-13-7-4 0,9 7 4 0,-3-5 0 16,-6-2 4-16,10 4-5 0,-10-4 2 0,12 3 2 16,-12-3 0-16,0 0 4 0,18-4-3 0,-18 4-8 15,15-6 2-15,-7 3 5 0,-1-3-4 0,3-1 5 16,-2 1 2-16,1-1-7 0,0-2 3 0,0 0-6 15,-3-1 5-15,6 0-3 0,-2 0-4 0,0-3-5 16,-1 6-1-16,1-2 5 0,-2-1-4 0,-1 3-2 16,-1-1 4-16,3 2 1 0,-5 3 11 0,0-2-16 15,-4 5-5-15,6-6 3 0,-1 5-1 0,-5 1-2 16,10 0 3-16,-10 0 1 0,0 0-3 0,13 4 3 16,-6 2 3-16,-2-2-1 0,1 2-1 0,-1-1-1 15,-1 0 4-15,2 4-3 0,0 0 5 0,2-1-2 16,-3-1-2-16,1 3 1 0,-1-3 5 0,0-1 5 15,0-1-7-15,0 1 2 0,-1-2 1 16,1 2 0-16,-5-6 3 0,8 7-1 0,-4-4 2 16,-4-3 3-16,10 3-3 0,-5-2-2 0,-5-1-1 0,10-1 2 15,-10 1-1-15,12-4 4 0,-5 2-1 0,-2-1 11 16,3-3-14-16,1 0-1 0,0 1 1 0,0-2-3 16,-1-2 8-16,2 0-6 0,-1-1-5 0,0 1-3 15,3-2 7-15,-3 2-5 0,0 0 9 16,-1 1-6-16,0 2-7 0,-1 0 1 0,-3 1-6 15,1 2 1-15,-5 3 0 0,8-6 3 0,-8 6-3 0,8-2-1 16,-8 2 0-16,0 0-2 0,10 4 3 0,-10-4 4 16,6 8-2-16,-1-4 3 0,-1 7-5 0,2-3 2 15,0-1 5-15,-1 3 3 0,1-1-5 0,-2-4 7 16,4 5 0-16,-2-2 0 0,0 1-6 16,1-1 4-16,-1 0 3 0,3-1-1 0,-4 0-4 0,4-1 7 15,3 1-2-15,-5-3 6 0,4 1-6 0,3 0 2 16,-3 0 4-16,5 0-3 0,1-1-1 0,2-1 4 15,0 3 0-15,1-5-4 0,3 2 2 0,-3 0-3 16,2 0-1-16,6-2 6 0,0 1-2 0,0-4-3 16,3 5 2-16,0 0-3 0,-1 0 7 15,2-3-5-15,3 0-3 0,-1 0 4 0,6 2-2 0,11-4-1 16,-14 2 2-16,17-2-1 0,-3 1 0 0,-1-3 6 16,2 2-7-16,4 1-4 0,-4 0 6 0,5-3 1 15,1 2 9-15,-1-1-5 0,4 4 2 16,1-2 0-16,-2 0-2 0,1 1-2 0,1 0-2 15,-1-3 5-15,-2 3-5 0,1-1-1 0,-4 2 0 0,-2 0 0 16,-1-2-2-16,2 4 1 0,-15-6 6 0,-2 6 3 16,-1-2-2-16,3 0 4 0,9 1-4 0,-11-1 1 15,-4-1 2-15,2 1-5 0,-6 1 0 0,3 2 1 16,-4-4 6-16,-2 2-8 0,-4-2-3 16,-4 1 1-16,0 2 1 0,-4-2 2 0,-1-2 4 15,-3 4-4-15,-2-3 9 0,0 0-5 0,-2 2 8 16,-7-2 4-16,11 1 9 0,-11-1 2 0,11 0-6 0,-11 0 18 15,0 0-8-15,9 2-9 0,-9-2 0 0,0 0-4 16,0 0 8-16,9 0-9 0,-9 0-3 0,0 0-3 16,0 0 1-16,0 0-3 0,0 0-20 15,0 0-22-15,0 0-26 0,0 0-27 0,0 0-52 16,0 0-53-16,0 0-47 0,-34-12-70 0,7 8-60 16,-4 1-200-16,-5-3-605 0,-2 0 267 0</inkml:trace>
  <inkml:trace contextRef="#ctx0" brushRef="#br0" timeOffset="9451.6">7868 3471 72 0,'0'0'209'0,"0"0"-9"15,0 0-10-15,-11-3-10 0,11 3-12 0,0 0-9 16,0 0-11-16,-9-2-10 0,9 2 0 0,0 0-9 15,-7-3-6-15,7 3-12 0,0 0-8 0,0 0-10 16,0 0-9-16,0 0-8 0,0 0-4 0,0 0-10 16,0 0-5-16,0 0-8 0,0 0 5 0,0 0-6 15,0 0 2-15,0 0-2 0,0 0 3 0,0 0-1 16,27 0-7-16,-13-1 0 0,0 2-4 0,5-4-8 16,1 2 2-16,-2-1-7 0,-1 4-1 0,0-5-21 15,-3 2-10-15,-1 1-14 0,0 1-17 0,-1-1-22 16,-3 0-29-16,0 0-38 0,-2 1-35 0,-7-1-35 15,13 0-20-15,-8 2-151 0,-5-2-396 0,0 0 175 16</inkml:trace>
  <inkml:trace contextRef="#ctx0" brushRef="#br0" timeOffset="9667.25">7986 3387 159 0,'0'0'232'0,"0"0"-13"0,0 0-17 15,-5-5-14-15,5 5-15 0,0 0-17 16,0 0-17-16,0 0-15 0,0 0-12 0,0 0-3 16,0 0 3-16,0 0-6 0,0 20-13 0,-2-13-4 15,4 4-8-15,-1-1-7 0,-1 1-6 0,0 0-11 0,1 1-2 16,1-1 0-16,-2 1-8 0,0-1-17 0,1 2-15 16,-1-1-21-16,0-1-42 0,1 3-49 0,-1-5-74 15,0 4-225-15,-2-2-428 0,2 0 189 16</inkml:trace>
  <inkml:trace contextRef="#ctx0" brushRef="#br0" timeOffset="10304.64">9873 3449 4 0,'0'0'223'0,"0"0"-19"0,0 0-5 15,0 0-11-15,0 0-11 0,7 2-12 0,-7-2-7 16,0 0-4-16,0 0-19 0,0 0-6 0,0 0-10 0,0 0 20 16,0 0-10-16,0 0-6 0,0 0-12 0,0 0-11 15,0 0-6-15,0 0-18 0,6 2 16 16,-6-2 3-16,0 0-7 0,12 0-2 0,-12 0-2 15,16-1-6-15,-5 0-3 0,0-1-9 0,-1 2-5 16,2 0-3-16,2-2-7 0,-4 0 3 0,4 0-5 16,-4 1-2-16,3 0 0 0,0 1-5 0,1 0-9 15,-3-1 5-15,2 0-5 0,-3 0-5 0,2 0-3 16,-6-1-5-16,-6 2 8 0,16 0-14 0,-10-1-19 16,-6 1-23-16,9-1-13 0,-9 1-30 0,0 0-26 15,10 0-24-15,-10 0-32 0,0 0-42 0,0 0-49 16,0 0-46-16,0 0-156 0,0 0-483 0,0 0 213 15</inkml:trace>
  <inkml:trace contextRef="#ctx0" brushRef="#br0" timeOffset="10916.98">8792 3141 16 0,'-5'-7'267'15,"5"7"-16"-15,-2-9-11 0,2 9-13 0,0 0-17 0,-4-4-2 16,4 4-13-16,0 0-10 0,0 0-17 0,0 0-10 16,0 0-18-16,0 0-15 0,-4-6-16 0,4 6-13 15,0 0-10-15,0 0-14 0,0 0-4 0,0 0-9 16,0 0-8-16,0 0-1 0,10 20-8 16,-5-13-5-16,1 3 0 0,1-2-1 0,1 7-6 15,-3-5-3-15,5 5-2 0,-4-4-2 0,2-1-5 0,-2 3 1 16,2 0-13-16,-3-4 10 0,3 2-2 0,-2-1-2 15,-1-2 0-15,2 1 0 0,-2-2-3 0,1 2 4 16,-2-4-2-16,0 1 0 0,0-2 3 16,1 1-1-16,-5-5-6 0,6 7 8 0,-6-7 7 15,4 5-2-15,-4-5 18 0,4 4 9 0,-4-4 11 16,0 0 5-16,0 0-6 0,0 0 3 0,0 0-3 0,14-9-8 16,-9 2 1-16,-2 1-2 0,3-4-8 0,-1-1 0 15,2-3-2-15,-1-3-12 0,3 0-3 0,-1 0-1 16,-1-1-5-16,0 0 0 0,1 1 1 15,-2-2 1-15,0 0-3 0,1 2-4 0,0 1-1 16,-4 4-2-16,4-3 9 0,-3 6-11 0,0 0-1 16,-3 3-21-16,2 0 4 0,-3 6-2 0,2-8 17 15,-2 8-3-15,3-7-27 0,-3 7-18 0,0 0-18 16,4-5-12-16,-4 5-7 0,0 0-15 0,0 0-10 0,0 0-17 16,1 22-16-16,-5-13-38 0,3 2-51 0,-3 5-42 15,-1 0-212-15,-1 0-521 0,-1-2 230 16</inkml:trace>
  <inkml:trace contextRef="#ctx0" brushRef="#br0" timeOffset="11171.75">9144 3266 90 0,'0'0'266'15,"7"-2"-11"-15,-7 2-8 0,0 0-15 0,0 0-9 16,0 0-21-16,0 0-16 0,0 0-21 0,0 0-20 15,0 0-10-15,0 0-15 0,0 0 4 0,5 13-5 16,-5-6-7-16,2 3 3 0,-1 1-17 0,3 1-13 16,-4-2-6-16,1 2-8 0,0 0-4 0,-1 0-9 15,2 0-6-15,-2 0-10 0,1 2 3 0,-1-4 0 16,1 3-5-16,3-3-32 0,-4-1-27 0,0-1-22 16,3 1-24-16,-3 0-33 0,0-9-50 0,-2 13-72 15,2-6-253-15,0-7-512 0,-4 11 227 0</inkml:trace>
  <inkml:trace contextRef="#ctx0" brushRef="#br0" timeOffset="14477.72">4287 3300 73 0,'0'0'180'0,"-1"-9"-6"0,1 9-10 0,0 0 3 16,0 0-6-16,0 0-9 0,0 0-8 0,0 0-13 15,1-8-9-15,-1 8-11 0,0 0-10 16,0 0-8-16,0 0-2 0,0 0-12 0,0 0-1 0,0 0-5 16,0 0-5-16,0 0-1 0,0 0-6 0,0 0 0 15,0 0-7-15,0 0-3 0,0 0-2 0,0 0-8 16,0 0-4-16,0 0-4 0,0 0 0 0,0 0-7 16,0 0 2-16,0 0-1 0,0 0-9 0,0 0 6 15,0 0-6-15,0 0 2 0,0 0-4 16,0 0 0-16,0 0-2 0,0 0 1 0,0 0-2 15,0 0-5-15,0 0-1 0,0 0 2 0,0 0-3 16,0 0-1-16,0 0 1 0,0 0-4 0,0 0 2 16,0 0-1-16,0 0-1 0,0 0 2 0,0 0-2 15,0 0 0-15,0 0 0 0,0 0 2 0,0 0 0 16,0 0-2-16,0 0 0 0,0 0 2 0,0 0-3 16,0 0 2-16,0 0-2 0,0 0 2 0,0 0-3 15,0 0 1-15,0 0 1 0,0 0-2 0,0 0 2 16,0 0-1-16,0 0-1 0,0 0 0 0,0 0 1 15,0 0-2-15,0 0 1 0,0 0-2 0,0 0 0 0,0 0 4 16,0 0-1-16,0 0 0 0,0 0-2 16,0 0 2-16,0 0 4 0,0 0-3 0,0 0-4 15,0 0 1-15,0 0 2 0,0 0-3 0,0 0 1 16,0 0 2-16,0 0-1 0,0 0 0 0,0 0 2 16,0 0-1-16,0 0 0 0,0 0 4 0,0 0 1 15,0 0-2-15,0 0 3 0,0 0 0 0,0 0 4 16,0 0 1-16,0 0-3 0,0 0 2 0,0 0 0 15,0 0-1-15,0 0 1 0,0 0 4 0,0 0-2 16,0 0-1-16,0 0 0 0,0 0 1 0,0 0-3 16,0 0-1-16,0 0-2 0,0 0 5 0,0 0-4 15,0 0 2-15,0 0-3 0,0 0-1 0,0 0-3 16,0 0-1-16,0 0 1 0,0 0 3 0,0 0-8 16,0 0 1-16,0 0 1 0,0 0 0 0,0 0 0 15,0 0-1-15,0 0-4 0,0 0 3 0,0 0-1 16,-6 27 1-16,5-17-1 0,2 0-1 0,-2-1 3 15,1 8 5-15,0-1-4 0,0-1 0 0,-2 1 0 16,1 1 0-16,1 0 2 0,-1-1 5 0,1 0-5 16,-3 0 4-16,0 0-3 0,1-3 8 0,1-2 6 15,-2 0 5-15,2 0-3 0,1-1 5 16,-3-1-5-16,3-1-2 0,-1 0-2 0,1-8 1 16,-2 13 1-16,0-7-5 0,2-6 2 0,-1 9-2 15,1-9-2-15,-1 9-7 0,1-9 8 0,0 0-4 0,0 8 0 16,0-8 5-16,0 0-1 0,0 0-10 15,0 0-2-15,0 0-13 0,0 0-14 0,0 0-19 16,0 0-19-16,0 0-24 0,-2 7-28 0,2-7-47 0,0 0-50 16,0 0-37-16,0 0-168 0,0 0-454 15,0 0 201-15</inkml:trace>
  <inkml:trace contextRef="#ctx0" brushRef="#br0" timeOffset="14884.74">4547 3466 230 0,'0'0'232'0,"5"-6"-16"0,-5 6-12 0,0 0-11 15,0 0-14-15,0 0-13 0,0 0-18 0,0 0-7 16,0 0-12-16,0 0-6 0,-22 10-12 0,18-4-12 16,-1 3-7-16,-3-1-7 0,1 1-6 0,2 0-3 15,-2 0-6-15,2 1-5 0,0-2-9 0,0 2-6 16,1-3-4-16,2 0-7 0,-1-2-5 15,3-5 1-15,-1 11-3 0,1-11-8 0,1 11 4 0,-1-11-4 16,4 7-1-16,0-2-2 0,-4-5 11 0,10 2-3 16,-4 0-2-16,-6-2 2 0,17 1 2 0,-8-2 1 15,1-1 0-15,2 0-4 0,-2-1-2 0,0-4 1 16,3 4-4-16,-6-3-2 0,2 1 0 0,-1-1-1 16,1-1 4-16,-3-1-8 0,-2-1 3 15,0 3-3-15,0-4 0 0,0 0-3 0,-3 1-6 0,0-1 4 16,-1 0-2-16,0-1-3 0,0 0 1 0,-2 1-6 15,1 1 1-15,-2-1-2 0,-1 4 1 0,1-4 1 16,0 6-8-16,-3-2-3 0,6 6-9 0,-10-8-7 16,4 5-15-16,1 1-11 0,5 2-9 0,-13-5-17 15,13 5-20-15,-13 0-27 0,13 0-38 0,-10 2-39 16,5 1-31-16,5-3-181 0,-9 8-448 16,9-8 199-16</inkml:trace>
  <inkml:trace contextRef="#ctx0" brushRef="#br0" timeOffset="15401.73">4760 3357 162 0,'0'0'252'0,"0"0"-10"15,0 0-16-15,0 0-19 0,0 0-16 0,4-6-18 16,-4 6-18-16,0 0-18 0,0 0-18 0,0 0-10 0,0 0-12 15,0 0-11-15,0 0-6 0,0 0 9 16,8 19-10-16,-3-9-4 0,-1-1-12 0,2 3-4 16,0-3-8-16,-2 2-4 0,1 1-2 0,0-2-4 15,1 0 1-15,-1 0-2 0,1 0-2 0,-2 0-2 16,2-1 2-16,-2 0-3 0,0 0 2 0,-1-2 0 16,0 0-8-16,1 0 2 0,0-2-4 15,-4-5-2-15,4 11-3 0,-2-6 0 0,-2-5-5 0,3 5 5 16,-3-5-8-16,2 7 4 0,-2-7-6 0,4 3 1 15,-4-3 1-15,0 0 3 0,0 0 7 0,0 0-1 16,0 0 22-16,0 0 10 0,0 0-15 0,0 0 23 16,0 0 6-16,0 0-8 0,0 0-7 0,0 0-4 15,0 0-3-15,0 0-3 0,0 0-1 16,19-18-4-16,-12 8 3 0,1 1-2 0,2-4-25 0,0 1 18 16,0-4-10-16,3 1 0 0,-3-2-7 0,3-5-16 15,-2 6 19-15,0-1 5 0,0 0-2 0,-1 1 3 16,1-1-16-16,-2 2 4 0,-1 1 3 0,-1 2 0 15,-2 2 5-15,-1 0-1 0,0 1-1 0,1 0 0 16,-5 9 2-16,5-13-6 0,-5 13-3 0,4-10 2 16,-4 10-4-16,2-8 4 0,-2 8-4 15,0 0-8-15,0 0-7 0,3-9-21 0,-3 9-15 16,2-4-29-16,-2 4-33 0,0 0-46 0,0 0-23 0,0 0-40 16,0 0-57-16,0 0-61 0,0 0-198 15,0 0-571-15,-21 24 253 0</inkml:trace>
  <inkml:trace contextRef="#ctx0" brushRef="#br0" timeOffset="19750.43">3386 3492 104 0,'0'0'193'0,"-2"-10"-12"16,2 10-4-16,-4-4-7 0,4 4-4 0,0 0-10 16,-4-8-6-16,4 8-9 0,0 0-10 0,0 0-6 15,-6-8-13-15,6 8-7 0,0 0-6 0,0 0-6 16,0 0-10-16,0 0-7 0,-2-7-6 0,2 7-9 16,0 0-8-16,0 0-5 0,0 0-7 0,0 0-6 15,0 0-4-15,0 0-1 0,0 0-9 0,0 0-1 16,0 0 2-16,-9 16-2 0,9-8-3 0,-3 2-3 15,0-2 3-15,0 1-3 0,1 2 1 0,-1 2 2 16,1 3 0-16,-2 0 1 0,3 0 0 0,-3-1-1 16,3 1-1-16,-2 2-2 0,3-6 0 0,0 4-2 15,0 2 2-15,0-3 2 0,1 1 0 0,-1-5-2 16,0 2 0-16,0-2 0 0,0 0 2 16,2 5-2-16,-1-6-1 0,0-1 0 0,0-1 3 0,2-1-5 15,2 2 1-15,-3-4 5 0,2 1 11 0,2-1 8 16,-1-1 4-16,1 0-2 0,2-1 0 0,-2-2 2 15,-6-1-1-15,14 0-5 0,-5 0 1 0,-9 0-14 16,17-3-13-16,-7 0-16 0,0 1-18 0,-1-2-20 16,-1 0-20-16,-2 0-31 0,-6 4-32 15,14-8-56-15,-7 3-47 0,-2-1-219 0,-1 0-488 16,2-3 217-16</inkml:trace>
  <inkml:trace contextRef="#ctx0" brushRef="#br0" timeOffset="19957.66">3455 3693 209 0,'0'0'199'16,"0"0"-11"-16,-7-1-11 0,7 1-13 0,0 0-17 16,0 0-13-16,0 0-11 0,0 0-11 0,0 0-14 15,0 0-6-15,0 0-12 0,21-5-6 0,-13 3-8 16,0-1-4-16,-8 3-14 0,17-2-28 0,-6 0-30 15,-1 1-36-15,1-2-42 0,0 2-33 0,0-3-33 16,-1 1-109-16,-3 0-284 0,2-3 126 0</inkml:trace>
  <inkml:trace contextRef="#ctx0" brushRef="#br0" timeOffset="20159.65">3446 3478 54 0,'0'0'162'0,"0"0"-8"0,-6-4-13 0,6 4-9 0,0 0-16 15,0 0-10-15,0 0-11 0,0 0-11 0,14-14-10 16,-8 11-9-16,6-1-12 0,-2 0-22 0,2 1-38 16,2 0-31-16,-2 2-36 0,2-1-25 0,4 0-77 15,-5 1-188-15,4-1 83 0</inkml:trace>
  <inkml:trace contextRef="#ctx0" brushRef="#br0" timeOffset="20785.38">3693 3843 189 0,'0'0'213'0,"-3"-9"-7"0,3 9-6 0,0 0-12 15,2-9-8-15,-2 9-11 0,0 0-11 0,-4-10-14 16,4 10-17-16,0 0-11 0,-2-8-15 0,2 8-9 16,0 0-13-16,0 0-10 0,0 0-1 0,0 0 1 15,0 0 0-15,2 29-5 0,-1-18 0 0,0-2-6 16,1 5-4-16,-1-1-3 0,0 2-1 0,0-4-1 15,-1 1-2-15,0 1 10 0,0-1-14 16,0-2-3-16,-1 0 0 0,1 1-2 0,1-3-4 0,-1 3-2 16,0-3-6-16,0-1-2 0,0-7 0 0,0 13-4 15,2-7-3-15,-2-6-15 0,0 9-15 0,0-9-20 16,2 8-19-16,-2-8-20 0,0 8-25 16,0-8-38-16,0 0-51 0,3 5-36 0,-3-5-189 15,0 0-444-15,0 0 197 0</inkml:trace>
  <inkml:trace contextRef="#ctx0" brushRef="#br0" timeOffset="20980.98">3770 3721 43 0,'0'0'207'0,"2"-7"-17"16,-2 7-14-16,8-8-16 0,-4 4-15 0,1 1-8 15,1 0-21-15,1-2-7 0,1-1-13 0,4 5-5 16,-3-3-15-16,-1 3-18 0,-1 0-32 0,4-2-51 16,-5 2-37-16,-6 1-27 0,15-1-154 0,-15 1-263 15,0 0 118-15</inkml:trace>
  <inkml:trace contextRef="#ctx0" brushRef="#br0" timeOffset="21165.43">3837 3798 126 0,'0'0'210'0,"0"0"-6"0,0 0-13 0,0 0-12 0,0 0-14 15,0 0-17-15,0 8-14 0,0-8-11 0,0 0-9 16,0 0-7-16,0 0-7 0,13 1-14 0,-13-1-26 16,0 0-22-16,28-7-33 0,-16 5-41 0,7-1-60 15,-4-3-61-15,3 2-127 0,2-3-307 0,-1-1 136 16</inkml:trace>
  <inkml:trace contextRef="#ctx0" brushRef="#br0" timeOffset="24883.58">8391 4091 52 0,'5'-8'215'16,"-5"8"-1"-16,4-7 3 0,-4 7-11 0,0 0-8 0,1-7 2 16,-1 7-21-16,0 0-15 0,0 0-13 15,0 0-10-15,0 0-16 0,3-9-15 0,-3 9-14 16,0 0-11-16,0 0 7 0,0 0-10 0,0 0-3 15,-2 29-1-15,1-16 0 0,-4 4-7 0,-3 2-6 16,2 6-7-16,0-1-5 0,0-6-3 0,0 1-7 16,-2-1 3-16,1 0-9 0,-1 0 1 0,0-1 1 0,2-6-2 15,0 4-5-15,-1-3-4 0,2-2 1 16,-1 0-2-16,1-2-1 0,1-1 1 0,1-2-1 16,-1-1-5-16,4-4 0 0,-3 8 2 0,3-8-9 15,-4 6 8-15,4-6-6 0,0 0-1 0,-6 4 2 16,6-4-3-16,0 0 3 0,0 0 3 0,0 0-6 15,0 0-1-15,0 0-5 0,0 0-2 0,0 0-11 16,0 0 1-16,0 0-1 0,0 0-7 0,0 0 0 16,0 0-5-16,0 0 0 0,21-8-5 0,-21 8 0 15,14-2 1-15,-8 2-2 0,5-2-3 0,0 2-4 16,-11 0-1-16,19-1 6 0,-7 0-4 0,-2 1-3 16,2-2-2-16,-2 2 8 0,0 0 0 0,-1-2 4 15,2 1 0-15,0 0 2 0,-5 0 2 0,3-2 2 16,-1 1 0-16,-1-1 5 0,1 1 3 0,0-1-2 15,-1 1 3-15,-1-2 0 0,-6 4 3 0,10-8 1 16,-4 4 8-16,-2 0 15 0,-4 4 2 0,6-7 7 16,-6 7 1-16,4-11 6 0,-4 11 4 0,1-5 1 15,-1 5-4-15,0 0 7 0,2-9 6 0,-2 9 2 16,0 0 2-16,1-6-1 0,-1 6 0 0,0 0-5 16,0 0-7-16,0 0-8 0,0 0-5 0,0 0-7 15,0 0 1-15,0 0-3 0,0 0-3 0,0 0-2 16,0 0-2-16,-5 29-6 0,2-18 9 0,2-1-4 0,-2 7-3 15,0-3 3-15,0-1-4 0,1 3 1 16,-1-3 2-16,2-1-4 0,-2 4-13 0,1-1-9 16,-2 0-45-16,3-4-35 0,-1 3-33 0,0-2-38 15,2-12-65-15,-6 27-68 0,-2-13-208 0,3-8-550 16,1 5 244-16</inkml:trace>
  <inkml:trace contextRef="#ctx0" brushRef="#br0" timeOffset="25067.95">8646 4385 155 0,'0'0'272'0,"0"0"-26"0,0 0-11 16,0 0-10-16,0 0-9 0,0 0-16 0,0 0-18 16,0 0-20-16,0 0-19 0,0 0-15 0,0 0-20 15,4-8-27-15,-4 8-33 0,0 0-9 0,0 0-33 16,0 0-30-16,0 0-59 0,0 0-65 0,0 0-56 15,0 0-128-15,0 0-359 0,0 0 160 0</inkml:trace>
  <inkml:trace contextRef="#ctx0" brushRef="#br0" timeOffset="25453.62">8805 4192 167 0,'0'0'224'0,"0"0"-4"0,0 0-14 0,0 0-11 16,0 0-14-16,0 0-15 0,0 0-16 0,0 0-12 16,0 0-17-16,0 0-5 0,9-5-10 0,-9 5-6 15,14 1-7-15,-4 0-8 0,0-1-6 0,3 0-8 16,-1 2-8-16,2-1-5 0,0 0-5 0,-4-1-4 16,1 3-9-16,-4-1-2 0,-7-2-7 0,14 0 0 15,-8 2-5-15,-6-2-3 0,11 1-1 16,-11-1-2-16,9 1-5 0,-9-1-2 0,6 3-3 15,-6-3 2-15,6 3-3 0,-6-3 13 0,4 7 5 0,-1-2-4 16,-1 0 12-16,0 2 7 0,0 3 6 0,-2 1-2 16,1 1 4-16,-1 2 5 0,-1 2 2 0,0 0-3 15,0 1-6-15,-2 0 8 0,0-2-5 0,-2 1-1 16,0 1-5-16,1 0-4 0,1-3-5 0,-1 2-5 16,1-1 2-16,1-3-5 0,-1 0-1 0,0-2-9 15,0 3-21-15,0-2-28 0,-1-1-28 0,4-10-31 16,-2 15-22-16,-1-9-23 0,3-6-25 0,-4 12-38 15,4-12-24-15,0 0-15 0,-2 8-11 0,2-8-146 16,-8 8-425-16,8-8 188 0</inkml:trace>
  <inkml:trace contextRef="#ctx0" brushRef="#br0" timeOffset="25615.65">8857 4424 121 0,'0'0'187'0,"0"0"-5"16,-5-6-14-16,5 6-10 0,0 0-9 0,0 0-14 15,0 0-1-15,0 0-11 0,0 0-14 16,0 0-6-16,10-6-8 0,-2 5-8 0,2-1-13 16,4-1-23-16,3-1-30 0,2 3-44 0,0-2-50 15,1-2-60-15,-3 1-145 0,0 0-302 0,1 0 134 0</inkml:trace>
  <inkml:trace contextRef="#ctx0" brushRef="#br0" timeOffset="25933.12">9238 4253 105 0,'0'0'293'0,"0"0"-14"15,0 0-3-15,-2-7-13 0,2 7-7 0,0 0-14 16,0 0-8-16,0 0-23 0,0 0-18 0,0 0-23 15,0 0-20-15,0 0-9 0,0 0-27 0,0 0-1 16,0 0-27-16,0 0 6 0,0 0-4 0,0 43-4 16,1-26 0-16,0 0-4 0,-2 0-2 0,0 0-6 15,-1 2-9-15,1 0-6 0,-2 0-4 0,1-4-3 16,1 2-4-16,-7-3-7 0,4-2-15 0,3 0-23 16,-2 0-24-16,2 0-37 0,1-12-34 0,-4 19-36 15,2-10-46-15,2-9-53 0,-6 11-50 0,3-2-229 16,3-9-550-16,0 0 244 0</inkml:trace>
  <inkml:trace contextRef="#ctx0" brushRef="#br0" timeOffset="26169.29">9393 4314 174 0,'0'0'236'0,"1"-8"-17"0,-1 8-14 15,0 0 0-15,0 0-17 0,0 0-13 0,-11-4-18 16,11 4-8-16,0 0-6 0,-21 11-9 0,13-4-6 15,0 0-1-15,0 1-14 0,0 2-11 0,0 1-4 16,-2-3-4-16,4 2-5 0,2-1-3 0,-2-1-9 16,6-8-9-16,-7 15-4 0,5-7-7 0,2-8-3 15,-5 13-9-15,3-6-1 0,2-7 1 0,0 0-3 16,8 16-14-16,-4-10-7 0,2-1-12 0,-6-5-26 16,13 9-20-16,-3-5-35 0,2-1-30 0,-2-2-41 15,4 0-59-15,0-1-41 0,0 3-184 16,-1-4-462-16,1-1 204 0</inkml:trace>
  <inkml:trace contextRef="#ctx0" brushRef="#br0" timeOffset="26567.24">9522 4515 138 0,'0'0'200'0,"11"4"0"0,-11-4-4 16,8-1-1-16,-8 1-1 0,0 0-12 0,14-5-10 15,-7 2-4-15,0 1-5 0,1-1-9 0,1-2-10 16,1 0-1-16,-2-1-5 0,-1 1-7 0,2 2 0 15,-2-1-2-15,-7 4 1 0,11-10-4 16,-7 6-11-16,-1-2-15 0,-1 1 3 0,-2 5-8 16,3-15-8-16,-3 9-11 0,-3-4-2 0,2 0-12 0,0 1-6 15,-2 0-5-15,2 1-7 0,1 8-1 0,-2-12-6 16,2 2-4-16,0 10 1 0,-1-12-12 0,4 6-2 16,-3 6 0-16,4-11-7 0,0 5 7 15,1 1-12-15,2-2 3 0,1 4 0 0,1-3-5 16,1 1-3-16,0 4-1 0,-2 1 3 0,2-2-3 0,2 4 0 15,-6-1 5-15,3 2-10 0,-1 2 2 0,-2 3-1 16,0 1-4-16,-2-1 4 0,-2 3 4 0,0 0 1 16,1 6 5-16,-5-6 0 0,0 5 2 0,-2 0 3 15,1 0-4-15,2-6 2 0,0 2-7 16,1-12 1-16,-1 18 0 0,2-8-2 0,-1-10 13 16,1 15-7-16,2-10-5 0,2 3-2 0,1-1 7 0,6-4-23 15,1-1-30-15,7-1-34 0,0-1-40 0,9-3-40 16,1-1-47-16,-2-5-80 0,2 2-39 0,-3-2-190 15,-1-1-555-15,0-2 246 0</inkml:trace>
  <inkml:trace contextRef="#ctx0" brushRef="#br0" timeOffset="28774.19">12174 3702 20 0,'0'0'171'0,"0"-10"-2"16,0 10-2-16,0-10-6 0,0 10-2 0,2-9-9 15,-2 2-5-15,0 7-6 0,5-7-3 0,-5 7-11 16,3-10-3-16,-3 10-6 0,1-6-2 0,-1 6-12 15,5-9-7-15,-5 9-4 0,2-9-7 0,-2 9-2 16,2-8-12-16,-2 8 26 0,1-7-10 0,-1 7-6 16,3-7-8-16,-3 7-9 0,5-7-2 0,-5 7-8 15,0-8 13-15,0 8-6 0,2-7-5 0,-2 7-6 16,0 0 1-16,2-11-9 0,-2 11-2 0,5-10 3 16,-4 5-4-16,-1 5 2 0,0 0-3 0,2-12 3 15,-2 12 4-15,0-7 1 0,0 7-6 16,0 0 0-16,0 0-7 0,0-9-15 0,0 9 17 0,0 0-14 15,0 0-1-15,0 0-5 0,0 0-16 0,0 0 13 16,0 0 3-16,0 0-1 0,2 28-1 0,0-10-5 16,-1 2 5-16,1 0-3 0,0 6 1 0,0 4 2 15,0 3 0-15,0-2-2 0,1 2 10 0,-2-1 2 16,0 0 1-16,3 0 5 0,-4-1-6 16,5 1 15-16,-2-4 11 0,-1 1-18 0,2-2 3 0,0 1 2 15,-2-9 5-15,2 6-13 0,-1-8 4 0,-1 2-6 16,2-2 1-16,1-1-3 0,-2 0-2 0,-1-4-4 15,1-1 9-15,-2 0-8 0,2-2 4 0,-1-1 3 16,-2-1-14-16,2-1 4 0,-2-6 4 0,4 9-8 16,-4-9 0-16,1 7-5 0,-1-7-27 15,1 7 2-15,-1-7-9 0,0 0-27 0,0 0-25 0,0 0-43 16,0 0-31-16,0 0-34 0,0 0-46 0,0 0-55 16,0 0-46-16,-17-12-175 0,11 3-551 0,6 9 244 15</inkml:trace>
  <inkml:trace contextRef="#ctx0" brushRef="#br0" timeOffset="29383.23">12213 3566 34 0,'-3'-4'218'0,"3"4"-5"16,-7-7-11-16,7 7-11 0,-5-6-12 0,5 6-20 16,0 0-16-16,-4-4-14 0,4 4-15 0,0 0-10 15,0 0-15-15,0 0-5 0,0 0-6 0,0 0 6 16,0 0-5-16,0 0-1 0,27 10-6 0,-12-5 0 16,6 2-2-16,-3 1-5 0,9 1-7 0,2 3 0 15,-2-2-6-15,0 1-7 0,2-1-4 0,-2 0 0 16,2 2-1-16,1-1-3 0,-1 1 2 0,0-2-5 15,-2-1 2-15,1 2 0 0,0 2-3 0,1-1 3 16,-2-1-10-16,0 1 0 0,0-2-3 0,-2 3-2 16,0-3 1-16,-8 0 0 0,2-3 2 0,-2 4 4 15,2-5 1-15,-4 0-1 0,-1-2 5 0,-1-1-2 16,-3 1-3-16,3 2-4 0,-5-3 0 0,4 1-1 16,-5-1-15-16,-1-3 12 0,-6 0-6 0,9 3 3 15,-9-3-3-15,7 3 1 0,-7-3-4 0,7 1 2 16,-7-1-1-16,0 0 9 0,6 6-5 0,-6-6 3 15,0 0 6-15,0 0 6 0,0 0-6 0,0 0-6 16,0 0 2-16,-15 9-5 0,6-6 2 0,-2 1-6 16,2 1-2-16,-9 0 4 0,3 4-2 0,-4 0 5 15,-6 3 2-15,-2 1-5 0,0 2 2 0,-4 1-7 16,-1 1 6-16,-1 2-4 0,3-1 1 0,1 0-1 16,0-1 0-16,5 2-8 0,-1 2 4 0,0-3-15 15,4-3 20-15,0 3-5 0,5-5 1 0,1 2-2 16,0-2-2-16,-2 1-1 0,1-3 4 0,2 1-8 15,-1-2-4-15,3 1-5 0,-2-3-7 0,0 2-8 16,5-4-19-16,-1 1-13 0,1-1-17 0,3-3-15 16,-1 2-16-16,-1-3-17 0,4 2-25 0,4-4-34 15,-11 5-38-15,11-5-31 0,-8 3-196 0,8-3-484 16,0 0 215-16</inkml:trace>
  <inkml:trace contextRef="#ctx0" brushRef="#br0" timeOffset="29991.72">13041 3627 130 0,'0'0'184'0,"-3"-8"-6"0,3 8-6 16,0-11 0-16,0 11-2 0,-4-8-5 0,4 8-4 15,-2-9-1-15,2 9-8 0,-2-7-7 0,2 7-2 16,-4-7-3-16,4 7-2 0,-1-8-10 0,1 8-8 16,0 0 0-16,-4-9-3 0,4 9 5 0,-4-7-18 15,4 7 15-15,0 0-8 0,0 0-8 0,-3-5-10 16,3 5-10-16,0 0-6 0,0 0-13 0,-5-6-4 15,5 6-14-15,0 0-7 0,0 0-6 0,0 0-4 16,0 0-1-16,-2 24-5 0,2-12-2 0,0 5-2 16,0 3-11-16,0 6 16 0,0 1 10 0,2 4 1 15,0 0 13-15,-2 3-14 0,4 0-1 0,0-1 4 16,-4 1 0-16,4-1-1 0,-1-3-7 0,1 1 5 16,-2-3-1-16,0 0-5 0,0-1-6 0,0-6 0 15,-1-3-1-15,-1-1 3 0,5-1-4 0,-5 1-3 16,0-5 1-16,2 0 1 0,0-1 7 0,-2-4-11 15,0 1-3-15,0-1-11 0,0-7-2 0,0 10-24 16,0-10-21-16,2 8-17 0,-2-8-25 0,0 0-22 16,0 0-20-16,-2 11-39 0,2-11-40 0,0 0-69 15,0 0-62-15,-12 0-174 0,12 0-555 0,0 0 246 16</inkml:trace>
  <inkml:trace contextRef="#ctx0" brushRef="#br0" timeOffset="30401.47">13158 3875 245 0,'0'0'264'0,"-3"-6"-14"0,3 6-9 0,0 0-9 16,0 0-15-16,-6-4-9 0,6 4-25 0,0 0-19 0,0 0-20 15,0 0-9-15,0 0-16 0,0 0-10 0,0 0-9 16,0 0-10-16,25 0-2 0,-3 1-9 0,7-1 0 16,8 0-5-16,20-3-8 0,4-4-3 15,5 3-9-15,30-6-1 0,-4 2 0 0,3 4 1 16,1-1-6-16,-2-5-2 0,0 6-5 0,-2-7-1 16,-27 9-4-16,25-4 1 0,-24 2-7 0,24 1-7 0,-30-1-3 15,1 1-11-15,0 1 16 0,-5-1-2 16,-2-1 2-16,-3 1-6 0,-15 3 0 0,1-3 0 15,-4 0 9-15,-5 2 0 0,-9-1 5 0,-5 2-1 16,-3 0 7-16,-1-1 3 0,1 1 13 0,-11 0-14 16,13 1 25-16,-13-1-11 0,0 0-7 0,14-1-5 15,-14 1 1-15,0 0-27 0,0 0-45 0,0 0-39 0,0 0-45 16,0 0-38-16,-32-9-41 0,14 7-65 0,-3-2-65 16,-9 2-224-16,-2-2-591 0,-1-1 261 15</inkml:trace>
  <inkml:trace contextRef="#ctx0" brushRef="#br0" timeOffset="31103.46">12368 3057 14 0,'0'0'214'0,"0"0"-8"0,0 0-11 0,0-8-11 0,0 8-9 16,0 0-10-16,0 0-9 0,-8-6-9 16,8 6-4-16,0 0-20 0,-11-1-7 0,11 1-12 0,0 0-7 15,-18 4-7-15,11-1-4 0,-1 4-6 0,-1-1-7 16,0 1-9-16,-1 1-2 0,2 0-5 0,0-1 27 16,-1 0-16-16,5 1-1 0,-2-1-8 0,2-1-7 15,3 1-5-15,1-7-6 0,-2 13-1 16,3-4-8-16,2 1 0 0,4-3-3 0,-1 2 0 15,3-2-3-15,3 0 3 0,3 2 0 0,0-3 3 0,2 2-5 16,2-3-2-16,-6-1 0 0,1 2-7 16,3-2-1-16,-5-1 0 0,0 4-1 0,-2-3-7 15,-1-1-1-15,0 1 2 0,-3-3 0 0,2 3-4 16,-6 1-1-16,-2-5 5 0,4 9 2 0,-4-9 4 16,-6 11 6-16,-2-4 1 0,-2-1-6 0,-1 0 10 15,-5 3-8-15,-2-2 3 0,1 0 0 0,-3-1-6 16,1 1 0-16,0-2 7 0,2-1-11 0,0 1-8 0,5-1-20 15,-1 1-13-15,3-2-31 0,4-1-30 0,-2-1-36 16,8-1-43-16,-11 4-65 0,11-4-46 16,-8 3-170-16,8-3-487 0,0 0 216 0</inkml:trace>
  <inkml:trace contextRef="#ctx0" brushRef="#br0" timeOffset="31401.05">12571 3246 22 0,'3'-4'340'0,"-3"4"-12"0,6-8-10 15,-3 3-5-15,-3 5-9 0,0 0-18 0,3-6 4 16,-3 6-8-16,0 0-12 0,0 0-15 0,4-8-20 16,-4 8-16-16,0 0-20 0,0 0-20 0,0 0-14 15,0 0-29-15,0 0-6 0,0 0-10 0,0 0-12 16,0 0-23-16,0 0 3 0,0 0-1 0,0 0-9 15,0 0-12-15,0 27-5 0,0-19-3 0,0-1-6 16,-2 5-5-16,0-3-10 0,2 0 5 0,-1-2-6 16,1-7-4-16,-1 12-25 0,1-5-23 15,2 0-26-15,-2-7-37 0,-2 12-47 0,3-6-48 0,-1-6-34 16,1 13-24-16,-1-13-49 0,0 14-59 0,-1-9-290 16,1-5-682-16,-5 8 302 0</inkml:trace>
  <inkml:trace contextRef="#ctx0" brushRef="#br0" timeOffset="31588.66">12554 3066 2910 0,'-8'-10'202'0,"4"-2"-10"0,0 4-50 0,0 0-1 0,2 3-58 16,-1-1 17-16,3 6-14 0,-4-7-9 0,4 7 6 15,-4-7 0-15,4 7-7 0,0 0-13 16,-1-8-4-16,1 8-2 0,0 0-15 0,-5-6-34 15,5 6-50-15,0 0-32 0,0 0-44 0,0 0-24 16,0 0-46-16,0 0-79 0,23 12-329 0,-23-12-645 0,14 6 286 16</inkml:trace>
  <inkml:trace contextRef="#ctx0" brushRef="#br0" timeOffset="34633.76">14805 3728 30 0,'0'0'96'0,"-10"-1"-9"0,10 1-2 15,-9-2-1-15,9 2-5 0,-11-1 0 0,11 1-3 16,-11 1-6-16,11-1-2 0,-12 0 7 0,12 0-2 0,-14-1-8 15,6 2-7-15,8-1-3 0,-9 2-1 16,9-2 5-16,-9 0-19 0,9 0 3 0,-9 1-6 16,9-1-7-16,0 0 1 0,0 0-8 0,-9 2-1 15,9-2-4-15,0 0-1 0,0 0 8 0,0 0 11 16,0 0 11-16,0 0 1 0,0 0-1 0,0 0 5 16,0 0-5-16,23 9-4 0,-13-7 10 0,3-1-8 15,4 0 5-15,4 1-7 0,6 0 1 0,2-3-4 16,2 1 0-16,-2-1-3 0,5 1-3 0,2 0-2 15,0 0-3-15,3 0 0 0,0-3 0 0,13 1-5 16,-1 1-1-16,-13 0 0 0,18-2-1 0,-3 1 2 16,-15 1 0-16,16-1-2 0,1-4 1 0,-2 3 0 15,0 2-1-15,-1-1-2 0,2-2-4 0,-15 1-2 16,16-1 1-16,-1 3 2 0,3-3 2 0,-3 0-2 16,-4-2-3-16,8 2 1 0,-5 1-1 0,1-3-1 15,-2 5 0-15,2-4-5 0,-2-2 5 0,1 6-2 16,-3-3 1-16,-12 0-3 0,3 2 1 0,-3 0-3 15,-3-4 3-15,4 2-2 0,15-1 0 0,-19 5 3 16,-1-2-3-16,-6 2 4 0,0-3-4 0,2 0 3 16,-9 3 7-16,1-3-4 0,-3 3-1 0,0-3-3 15,2 2 0-15,-8 1 1 0,6-3 1 0,-6 0-5 16,4 3 5-16,-4-2-6 0,1 1 2 0,4 0-1 16,0 1 2-16,-6-2-2 0,-1 2-1 0,-2-1-1 15,-1 0 3-15,-8 1-2 0,14-1 0 0,-14 1 0 16,14-1 3-16,-8 1 3 0,-6 0-2 0,9 0 2 15,-9 0-2-15,0 0-1 0,13 0 4 0,-13 0-5 16,0 0-5-16,6-1 5 0,-6 1 3 0,0 0 2 16,0 0-15-16,0 0-3 0,0 0-6 0,0 0-15 15,0 0-17-15,0 0-15 0,0 0-17 0,0 0-11 16,-29-4-19-16,29 4-21 0,-12 1-16 0,12-1-11 16,-12-1-7-16,12 1-7 0,0 0 12 0,-9 3 4 15,9-3 15-15,0 0 4 0,0 0 17 0,-9 2 21 16,9-2 17-16,0 0 14 0,0 0 25 0,0 0 15 15,0 0 19-15,0 0 22 0,0 0 13 0,0 0 14 16,0 0 16-16,0 0 11 0,0 0 8 0,0 0 4 16,0 0 4-16,0 0 4 0,0 0 4 0,0 0-10 15,0 0 0-15,0 0-12 0,0 0 0 0,0 0-5 16,0 0-5-16,0 0-5 0,0 0-15 0,0 0 0 16,0 0-8-16,0 0 0 0,0 0-2 0,-8 1-2 15,8-1 3-15,-6 9 1 0,3-5-1 0,1 2-2 16,-2 0 2-16,0 0-9 0,0 2 3 0,-1-2-2 15,4 2 1-15,-2-1-2 0,3-7 2 0,-4 14-6 16,4-8 0-16,-1 2-1 0,1-8-1 0,3 13-1 16,0-7 1-16,-1 0-2 0,3 0 9 0,1-3 10 15,1 2 7-15,2 0-4 0,1-3 8 0,1 1-4 16,-2-2-4-16,4 0 0 0,-3-2 1 0,2 0-4 16,-1 1-2-16,-3-3-5 0,3 0-2 0,-1-1-4 15,0-1 3-15,-1-2-6 0,-1 0-3 0,-3-2 1 16,2 1-4-16,-2-3-4 0,-2 2 6 0,-3-2-4 15,0 0-2-15,1 0-6 0,-4-2 0 0,2 4 42 16,-3-4-11-16,-2 3-6 0,-1 1-10 0,0 0-9 16,-2 0-14-16,-3 2-19 0,-3-1-23 0,-3 1-31 15,-2 4-25-15,-8 1-24 0,-3 4-37 0,-1-1-54 16,-3 5-45-16,-2 1-192 0,0 0-490 0,-14 1 217 16</inkml:trace>
  <inkml:trace contextRef="#ctx0" brushRef="#br0" timeOffset="35528.51">14934 3774 43 0,'0'0'218'16,"-6"-6"-9"-16,6 6 2 0,0 0-7 0,0 0-16 16,0 0-17-16,0 0-12 0,0 0-13 0,0 0-14 15,0 0-12-15,0 0-11 0,0 0-10 0,0 0-13 16,0 0-11-16,0 0-10 0,0 0-4 0,0 0-6 16,0 0-2-16,0 0 17 0,0 25-2 0,0-13 5 15,3 0-10-15,0 7 8 0,-2 0-7 0,1 9-4 16,0-2-5-16,-2 2-2 0,4 1 17 0,-1 1 6 15,-3 1 2-15,2 1-1 0,0 0 17 0,1-3-6 16,0 1-9-16,-1-3-24 0,1-1 13 0,-1-1-5 16,1 0 5-16,-3-5 4 0,2-1 6 0,1 0-19 15,0 0 20-15,-3-2 0 0,0 2 9 0,2-3-6 16,-1 2 4-16,1-1-10 0,-2-1-3 0,2-4-8 16,-2 0-8-16,3 1-15 0,-6-2 5 0,3-11-1 15,3 14-7-15,-3-14-2 0,1 16-5 0,-1-16-2 16,0 10 1-16,0-10-5 0,3 10-3 0,-3-10-3 15,0 0-2-15,0 10 3 0,0-10-3 0,0 0 1 16,0 0 2-16,0 0-3 0,0 0 3 16,1 12-4-16,-1-12-3 0,0 0 6 0,0 0-2 0,0 0-3 15,0 0-2-15,0 0 0 0,0 0-11 0,0 0-25 16,0 0-22-16,0 0-42 0,0 0-42 0,0 0-62 16,0 0-65-16,0 0-85 0,0 0-366 0,0 0-766 15,0 0 340-15</inkml:trace>
  <inkml:trace contextRef="#ctx0" brushRef="#br0" timeOffset="38666.54">15049 4589 43 0,'0'0'83'0,"0"0"2"0,0 0-1 0,0 0 3 16,0 0-5-16,0 0 1 0,-8-7 0 0,8 7 7 16,0 0-5-16,0 0-4 0,0 0 1 0,0 0-1 15,0 0-1-15,0 0-5 0,0 0 1 0,0 0-5 16,0 0-3-16,0 0-1 0,0 0-6 0,0 0-2 15,0 0 0-15,0 0 0 0,0 0-3 0,0 0-4 16,0 0-1-16,0 0-2 0,0 0-5 0,0 0-7 16,0 0-2-16,0 0-1 0,0 0-8 0,0 0 0 15,0 0-6-15,0 0 1 0,0 0-1 0,0 0-2 16,0 0-4-16,0 0-1 0,0 0 0 0,0 0 0 16,0 0-2-16,-14 11-2 0,14-11 4 0,0 0-1 15,0 0-1-15,-5 5 2 0,5-5-1 0,-6 4-2 16,6-4 3-16,0 0-1 0,0 0 2 0,-5 7-1 15,5-7-2-15,0 0 4 0,0 0-1 0,-9 2-1 16,5 1 0-16,4-3 0 0,0 0-2 0,-8 4 4 16,8-4 2-16,-9 3 0 0,9-3-2 0,-5 3-1 15,5-3 2-15,0 0-3 0,-10 3 4 0,10-3-3 16,0 0-2-16,0 0-1 0,-5 3 2 0,5-3-6 16,0 0 1-16,0 0-3 0,0 0-2 0,0 0 0 15,0 0-2-15,0 0-1 0,-4 4 1 0,4-4 2 16,0 0 7-16,0 0 4 0,11 8-1 0,-5-5 8 15,-1 1 3-15,5-2 0 0,-2 3-3 0,1-2-2 16,3 1 5-16,-1 1-9 0,-1 1 3 0,2-3-5 16,-1 2 1-16,-1-2-2 0,-1 3-1 0,0-4-3 15,-3 1 0-15,2 1-2 0,1 0 1 0,-1 2-3 16,-1-2 0-16,-3-3 1 0,4 5-2 0,-5-3 0 16,0 2-1-16,-3-5 1 0,4 9 3 0,-4-9-2 15,-2 12 10-15,2-12 9 0,-6 14-2 0,0-5 1 16,0 0-20-16,-1 0 1 0,-6 3 5 0,3-2 1 15,1-2 5-15,-2 5-5 0,2-5 0 0,0 1-1 0,0 0 0 16,4 0-2-16,-4 1 0 0,4-2-1 16,0 2 4-16,-1-2-6 0,4 1 1 0,-3 0-1 15,2 1 0-15,2-2 1 0,0 1-1 0,1 0-1 16,0-9 2-16,1 16-5 0,0-6 3 0,6-2 1 16,-4 1-3-16,1-1 2 0,0 1-1 0,4 0 0 15,-2-1-1-15,2 1 1 0,-3-1 0 0,3 2 1 16,-2-3-2-16,2 2 0 0,-1-2 0 0,-2-1 1 15,1 2-2-15,-1-1 0 0,0-1 3 0,-3 0-2 16,1 0 1-16,-2 0-1 0,-1-6 1 0,3 12 0 16,-5-5-1-16,2-7 2 0,-2 13 1 0,-1-7 1 15,-2 0 6-15,-1 2-2 0,1 1 4 0,-2-2-1 16,0 0-1-16,-2 2 0 0,2-1 1 0,-1 0-2 16,2-1-1-16,-3 1-1 0,4-2 1 0,-2 2-6 15,4-2 5-15,-2-1-6 0,2 2 3 0,-2 0 0 16,3-1-1-16,0 1-6 0,2-7-5 0,-3 12 6 15,3-7-10-15,-2 3-3 0,2-8 0 0,4 13 3 16,-3-4-3-16,2-4-3 0,1 0 6 0,0 3-3 16,-3-2 5-16,3-1-3 0,-2 2 4 0,0 0-1 15,0-3 3-15,-2-4-4 0,5 13 2 0,-5-8 2 16,2 2 0-16,-2-7 4 0,0 12-1 0,0-12 0 16,-3 14 3-16,-3-8 1 0,2 4-2 0,-3-1 3 15,0 0 9-15,2 1-4 0,-3 0-8 0,-2 3 3 16,1-5 2-16,1 3-1 0,1-3-1 0,0 0 1 15,-2-1-4-15,2 1 1 0,3-1 2 0,1-1-2 16,0-1 1-16,0 2 1 0,3-7 1 0,-3 10-2 16,2-3-2-16,1-7 8 0,0 10-8 0,0-10 5 15,1 11-2-15,0-7-6 0,4 0-1 0,-5-4 3 0,6 10 1 16,-4-4-2-16,2-2-1 0,1 1-3 16,0-1 4-16,-5-4 3 0,6 7-4 0,-2-4 1 15,-4-3-2-15,7 7-2 0,-7-7 5 0,5 4-1 16,-5-4 2-16,4 7 1 0,-4-7-2 0,5 5 0 15,-5-5-1-15,1 8 2 0,-1-8 3 0,-1 8-3 16,1-8 2-16,-5 11 1 0,2-6 1 0,3-5-4 16,-5 9 1-16,5-9-1 0,-5 11 0 0,5-5 0 15,-3 0 3-15,3-6-2 0,-1 13 1 0,0-6 0 16,1-7 2-16,3 15-8 0,1-5 7 0,-1-2-1 16,2 0 0-16,3-1 1 0,-2 2 0 0,2-1-2 15,0 1 3-15,2-3-2 0,-3 3 0 0,1-1-5 16,-3-4 0-16,4 4 5 0,-5-3 1 0,0 0-6 15,1 1 5-15,-3-2-2 0,-2-4 3 0,4 12-3 16,-2-6 8-16,-2-6 9 0,-3 12-2 0,0-2 4 16,1-2 6-16,-5 7-2 0,4-5-3 0,-5 0-1 15,3 3 0-15,-1-2 3 0,0 3-3 0,1-2 0 16,-1 4 8-16,0-1 3 0,0 2 6 0,-1 1 5 16,2 0-1-16,-2 0-6 0,2 0 2 0,0 0-5 15,0-2 5-15,1 3 5 0,0-2-3 0,2 4 3 16,-1-4-1-16,-1 7-2 0,4-4 4 0,0-2-5 15,0 2 4-15,0-1-4 0,1 2 1 0,2-4-7 0,2 9 10 16,-1-7-12-16,-3-2 1 0,2-2-4 16,2 1-2-16,-2-4-5 0,0 0-5 0,-1 1-15 15,4-2-17-15,-2 1-18 0,0-1-19 0,0 0-36 16,-2 0-20-16,1 2-17 0,-1-3-28 0,0 2-36 16,0 0-48-16,1 1-42 0,-3-2-184 0,0-11-506 15,5 20 224-15</inkml:trace>
  <inkml:trace contextRef="#ctx0" brushRef="#br0" timeOffset="40573.26">15012 6363 70 0,'0'0'135'0,"0"-8"-8"0,0 8 1 16,0 0-3-16,1-9-4 0,-1 9-12 0,0 0-7 16,0-8 3-16,0 8-3 0,0 0-2 0,0 0 1 15,3-9-7-15,-3 9-5 0,0 0-13 0,0 0-6 16,0 0-1-16,0 0-15 0,0 0-4 0,0 0-7 15,0 0-1-15,0 0-5 0,0 0-7 0,0 0-2 16,0 0 7-16,0 0 4 0,0 34-2 0,0-24 3 16,0 8-3-16,0-3 5 0,-3 4 1 0,6 6 11 15,-6 1-2-15,3 0 6 0,-2 0-5 0,0-1-2 16,2 3 0-16,3-3 2 0,-4 3 2 0,1-1-6 0,1-1 6 16,-1 1-6-16,1-8-1 0,2 5 0 15,-1 2-6-15,1 0 6 0,-2-7 1 0,0 0-3 16,1-2 0-16,2 1-4 0,-4-1-1 0,2-6-1 15,1 3 0-15,-2-3-4 0,0-2-3 0,1 1 5 16,-2-1 10-16,2 1 3 0,-1-4 8 0,-1 1-4 16,0-7-2-16,0 10 1 0,0-10-5 0,1 9 2 15,-1-9 3-15,0 0-4 0,3 7-8 0,-3-7-5 16,0 0 4-16,0 0-3 0,0 0 15 0,0 0-25 16,-3 9 0-16,3-9-6 0,0 0-18 0,0 0-30 0,0 0-38 15,0 0-46-15,0 0-40 0,0 0-46 16,0 0-42-16,-15-15-49 0,15 15-248 0,-9-9-577 15,9 9 256-15</inkml:trace>
  <inkml:trace contextRef="#ctx0" brushRef="#br0" timeOffset="41168.41">15058 6918 81 0,'0'0'228'0,"0"0"-9"0,0 0-10 15,0 0-5-15,0 0-11 0,0 0-14 0,0 0-14 0,0 0-10 16,0 0-8-16,0 0-14 0,0 0-9 16,0 0-9-16,0 0-6 0,-13 25-2 0,9-19 0 0,-2 5-7 15,-2-1-9-15,2 1-3 0,-3-1-2 16,1 4-1-16,1-1-9 0,-1 3 1 0,-2-3-7 15,6-3-2-15,-3 7-8 0,2-3-7 0,0 4-1 0,0-5-5 16,2 3-6-16,2-2-2 0,0-3-8 16,1 2 3-16,1-4-3 0,0 2-3 0,2-1 0 15,2 0-3-15,1-2 6 0,0-4 3 0,-1 3 3 16,5-3 0-16,0-2 5 0,1 1 1 0,1-2-2 0,1-1-4 16,5-1 1-16,-5-2-3 0,1 0 2 0,-3 0-8 15,2-4 3-15,4 1 6 0,-4-4-8 0,-2 4-7 16,2-5 8-16,2-2-1 0,-7-1-10 0,-2 3 5 15,1-3-3-15,-2-1-7 0,0 3-1 16,-3-4-7-16,0-2 12 0,-4 3-3 0,0-3-11 16,-2 4-7-16,-2-2 5 0,0 1-6 0,3 4-8 15,-5-2 8-15,-1 3-5 0,1 2 3 0,-2-1-9 0,4 3-6 16,-4 0-15-16,-2 3-18 0,2 0-20 16,-4 3-21-16,3 0-17 0,-3 3-20 0,-1 3-21 0,-1 2-30 15,0 0-39-15,2 4-49 0,-1-2-242 0,7-1-553 16,-1-1 244-16</inkml:trace>
  <inkml:trace contextRef="#ctx0" brushRef="#br0" timeOffset="42399.78">15808 6879 95 0,'0'0'207'15,"-10"-2"-11"-15,3 1-11 0,7 1-17 0,-15 1-6 16,15-1-10-16,-17 5-13 0,6-1-14 0,1-1-3 0,0 4-9 15,-1 2-8-15,1-2-8 0,1 1-9 16,-1 3-7-16,4-3-11 0,-3 6-7 0,3-4-4 16,3 0-6-16,0 3-5 0,1-2-3 0,4 1-3 15,1-3-3-15,-2 4-7 0,4-6 2 0,1 1 8 0,0 1-1 16,1-1-1-16,1-4-3 0,0 2 1 16,-2-1-3-16,0-4-2 0,3 3-1 0,-2-3-3 15,-7-1-1-15,10 4-1 0,-4-3-1 0,-6-1 5 16,10 3-5-16,-10-3 3 0,0 0-2 0,0 0-4 15,10-2-3-15,-10 2-1 0,0 0 3 0,0 0 6 0,0 0 3 16,0 0-11-16,3-6-2 0,-3 6 5 0,0 0-5 16,0 0-3-16,0 0-3 0,0 0-1 0,0 0-4 15,-18-6 2-15,18 6-4 0,0 0 1 16,-19 5-1-16,12-2 1 0,-4 1 0 0,1 2 5 0,0 1 3 16,-1 0-1-16,0 1-1 0,2 1 13 0,0-2-16 15,2 2 0-15,0 1-1 0,1 0 3 0,2 0-3 16,-1-1 5-16,1 2-3 0,2-1 4 0,0-1 1 15,2-2 1-15,3 1-5 0,-2 1 0 0,3-3 4 16,1-1-1-16,1 3 2 0,2-2-10 0,1 1-6 16,2-4 2-16,0 0-11 0,0 1-16 0,2-3-18 15,-1 1-20-15,2-2-29 0,-2 2-29 0,0-3-33 16,3 0-44-16,-2 0-37 0,1-2-210 0,-5 2-482 16,4-4 214-16</inkml:trace>
  <inkml:trace contextRef="#ctx0" brushRef="#br0" timeOffset="42750.77">15922 7156 92 0,'0'0'200'0,"5"-5"-19"15,-5 5-8-15,0 0-9 0,6-8-5 0,-2 6-8 16,-4 2-7-16,0 0-12 0,13-1-10 0,-13 1-11 16,0 0-14-16,13 5-4 0,-7-3 5 0,-1 2-8 15,2-1-5-15,-4 3 0 0,3 3-7 0,-4 0 7 16,1-1 21-16,-2 5-13 0,-1-4-4 0,-2 4-9 15,-2-2 5-15,-3 3-6 0,1 1-3 0,-4 0-7 16,-1-4-3-16,0 2-7 0,-3 1-3 0,1-5-8 16,3 0-4-16,-4 1-3 0,2-4-4 0,2 0-4 15,4-2 2-15,-1-1-3 0,-1 3-1 0,3-3-6 16,5-3-2-16,-8 3 2 0,8-3 7 0,-6 4 6 16,6-4 8-16,0 0-1 0,0 0-6 0,-5 4-2 15,5-4 5-15,0 0-14 0,0 0-4 0,0 0-5 16,0 0-1-16,0 0-2 0,0 0-5 0,28-7 0 15,-21 7 2-15,-7 0-6 0,16 0 1 0,-7-1-2 16,3 2-21-16,-2-2-21 0,2-2-20 0,-1 4-23 16,1-2-22-16,-1 1-29 0,1 0-35 0,2-2-40 15,-1 1-33-15,2-3-39 0,-2 1-175 0,1 0-490 16,-3 0 218-16</inkml:trace>
  <inkml:trace contextRef="#ctx0" brushRef="#br0" timeOffset="42960.81">16267 7111 217 0,'0'0'270'0,"0"0"-23"16,0 0-16-16,0 0-10 0,0 0-27 0,4-5-15 16,-4 5-11-16,0 0-21 0,9-1-17 0,-9 1-9 15,10-3-16-15,-2 0-11 0,2 3-17 16,1-2-24-16,1 1-25 0,-2-2-33 0,2 3-35 0,-2 0-46 15,1-1-40-15,0 1-39 0,-11 0-179 16,10 1-371-16,-10-1 164 0</inkml:trace>
  <inkml:trace contextRef="#ctx0" brushRef="#br0" timeOffset="43128.48">16323 7171 45 0,'-6'6'218'0,"6"-6"-8"0,-7 5-10 0,7-5-5 16,0 0-8-16,-6 5-8 0,6-5-13 15,0 0-7-15,-4 5-14 0,4-5-8 0,0 0-10 16,0 0-6-16,0 0-11 0,0 0-17 0,0 0-17 0,21 3-18 16,-21-3-36-16,19-3-35 0,-6 1-51 0,-1-2-54 15,9-1-51-15,-2 1-179 0,0-3-376 0,2-3 167 16</inkml:trace>
  <inkml:trace contextRef="#ctx0" brushRef="#br0" timeOffset="43334.03">16703 7028 32 0,'0'0'290'0,"0"0"-10"0,0 0-15 15,0 0-12-15,0 0-19 0,0 0-5 0,-7-3-10 16,7 3-7-16,0 0-17 0,0 0-11 0,0 0-6 16,0 0-10-16,23-3-18 0,-15 3-13 0,5-1-9 15,-3-2-13-15,3 3-14 0,-2-2-13 0,0 1-29 16,0-2-27-16,0 0-32 0,0 3-43 0,-1-3-28 15,1 3-42-15,-4-1-44 0,-7 1-44 0,21-4-44 16,-14 4-209-16,-7 0-490 0,13-4 217 0</inkml:trace>
  <inkml:trace contextRef="#ctx0" brushRef="#br0" timeOffset="43700.5">17048 6856 129 0,'0'0'268'0,"0"0"-19"15,-3-10-19-15,3 10-14 0,0 0-19 0,0 0-7 16,0 0-17-16,-7-4-16 0,7 4-8 0,0 0-8 16,0 0-13-16,-15 8 1 0,13-1-8 0,-2-3-14 15,-2 5-10-15,5-3-6 0,-1 3-11 0,2 1-9 16,0-10-3-16,2 14-10 0,-1-5-2 0,1-2 0 16,2 3-12-16,-1-1 3 0,0 0-6 15,1-1 2-15,3 0-2 0,-3-3-3 0,-1 2-6 0,6 1 4 16,-2-1-5-16,-3-2 0 0,2 4-1 0,0-4-4 15,-1 1-6-15,0 0 11 0,-1-1-12 0,-1 0-5 16,2-1 6-16,-1 0 1 0,-4-4-7 0,6 9 2 16,-1-6-7-16,-5-3 4 0,4 7 4 0,-4-7 15 15,3 7-2-15,-3-7 1 0,0 8 5 0,0-8-2 0,0 0 3 16,-7 14-6-16,2-10 5 0,0 1-11 0,-2 1 1 16,-4-2-9-16,0 1-10 0,-2 0-18 15,-1-2-12-15,2 0-17 0,-7 0-22 0,1 0-16 16,1-1-31-16,-1 0-20 0,4-2-32 0,-4 0-38 0,5-2-33 15,1 0-46-15,3-1-192 0,-2 1-508 0,2-2 225 16</inkml:trace>
  <inkml:trace contextRef="#ctx0" brushRef="#br0" timeOffset="43873.99">16990 6864 157 0,'5'-3'182'0,"-5"3"-13"0,12-4-10 0,-3 1-13 16,1-1-8-16,0 2-19 0,4 0-11 0,-1-1-7 0,2 2-11 16,1-3-14-16,-1 3-26 0,-1-1-44 0,-1-2-61 15,1 2-62-15,-4-2-105 0,0 2-240 16,-1-1 107-16</inkml:trace>
  <inkml:trace contextRef="#ctx0" brushRef="#br0" timeOffset="44283.99">17288 6777 101 0,'0'0'267'0,"0"0"-14"0,8-3-19 0,-8 3-14 16,0 0-19-16,0 0-18 0,0 0-18 0,0 0-5 16,0 0-2-16,6 8-6 0,-6-8 0 0,4 11 11 15,1-2-7-15,-1 0-1 0,0 2-12 0,2-1-8 16,-1 3 12-16,0 1-9 0,0 1-14 0,2 2-6 15,-1-1-6-15,2-1-2 0,-4-3-5 0,3 0-10 16,-3 1-7-16,4 0 1 0,-2-2 1 0,-1 1-7 16,1-2-14-16,-1-1-1 0,1 1-3 0,2-2-11 15,-5-2-4-15,1 0 4 0,-1-1-12 0,2 1-3 16,-2-2 6-16,3 1-10 0,-6-5-7 0,5 7 2 16,-5-7-2-16,4 4 0 0,-4-4-4 0,0 0 20 15,5 4 7-15,-5-4 11 0,0 0 11 0,0 0-3 16,0 0-9-16,0 0-3 0,0 0-6 0,15-10-3 15,-8 5-5-15,-1-3-6 0,4-6-4 0,-2 6-6 16,3-8-2-16,1 4-2 0,1-5-1 0,1-7-7 16,1 3 0-16,2-1-13 0,1-1-3 0,-5-2-17 15,2 2-18-15,-1 3-5 0,-4 4-33 0,0 3-18 16,-2-2-20-16,-2 4-33 0,1 2-28 0,-2-1-28 16,-1 1-25-16,-3 3-50 0,-1-1-54 0,0 7-59 15,-14-12-217-15,8 9-656 0,-6-1 291 0</inkml:trace>
  <inkml:trace contextRef="#ctx0" brushRef="#br0" timeOffset="46200.5">17730 3260 5 0,'0'0'215'0,"0"0"-10"0,-1-10-12 15,1 10-6-15,0 0-8 0,-3-8-4 0,3 8-9 16,0 0-9-16,0 0-12 0,-1-8-11 0,1 8-15 16,0 0-12-16,0 0-11 0,0 0-10 0,0 0-11 15,0 0-8-15,0 0-10 0,0 0-10 0,0 0-2 16,0 0-7-16,0 0-3 0,0 0-6 0,0 0-2 16,12 18 0-16,-9-8-3 0,0 0-4 0,5 5-3 15,-2-4 3-15,0 2 2 0,0 0-9 0,-1 2 36 16,1-1-12-16,2 1-3 0,-2-4-2 0,-2 1-1 15,0 0-5-15,1-1-3 0,-1-2 1 0,0 0-1 16,1-1-6-16,-3 1 1 0,2-5-3 0,-1 2 2 16,-1 1-3-16,-2-7-1 0,5 8 0 15,-3-4-3-15,-2-4 1 0,4 7 0 0,-4-7 2 16,3 4 0-16,-3-4-2 0,0 0 8 0,5 6 21 0,-5-6 14 16,0 0 9-16,0 0-2 0,0 0-3 0,0 0-1 15,0 0-6-15,12-10-2 0,-12 10-3 0,6-12-3 16,1 5 0-16,-2-3-2 0,0 1-3 0,-1-3-2 15,3-2-6-15,-1-1 1 0,-1 1-8 16,2 0 0-16,-3-1-5 0,0-2-17 0,-2 1 21 16,2-3-7-16,-1 8 1 0,-2-5 0 0,1 5-6 0,-1-2 0 15,0 6 0-15,0-3-2 0,2 3 4 0,-3 7-4 16,1-11-3-16,-1 11-3 0,0-10-1 16,0 10-11-16,3-6-15 0,-3 6-17 0,0 0-14 0,1-7-31 15,-1 7-17-15,0 0-24 0,0 0-31 16,0 0-39-16,0 0-27 0,0 0-23 0,0 0-22 15,0 0-163-15,0 0-469 0,-9 27 209 0</inkml:trace>
  <inkml:trace contextRef="#ctx0" brushRef="#br0" timeOffset="46568.12">18115 3353 81 0,'0'0'225'15,"0"0"-16"-15,0 0-12 0,0 0-12 0,0 0-10 16,0 0-12-16,0 0-15 0,-10 17-9 0,4-12-12 16,1 4-8-16,-1-2-7 0,2 1-12 0,-1 2-4 15,1 0-8-15,0 1-8 0,2-3-2 0,-1 3-6 16,1-1-7-16,2 2-5 0,1-1-8 0,-1 0-2 16,0-2-4-16,3 0-2 0,0-3-6 0,3 2 9 15,0 1 14-15,3-5 7 0,2 3-1 0,-2-4-2 16,4 1-8-16,1-3 14 0,-1 1-4 0,2-2-5 15,2-2-6-15,2 1 2 0,-1-3 0 0,-7 2-8 16,1-3 12-16,-1 1 0 0,-2 0 0 0,0-2-16 16,2-1 9-16,-5 1-4 0,-1-3-25 0,0-1 16 15,-2 0-5-15,-1-1-2 0,-3-1 0 0,-1-1-9 16,-1 2 2-16,-1 0-9 0,-4-3-5 0,1 4-1 16,-5-4-17-16,2 5-8 0,-3 2-7 0,0-3-21 15,2 6-17-15,-6-3-32 0,1 4-27 0,-3 3-12 16,0 2-34-16,-2 3-50 0,2 0-59 0,-2 3-236 15,-3 2-548-15,5-1 242 0</inkml:trace>
  <inkml:trace contextRef="#ctx0" brushRef="#br0" timeOffset="70634.97">13270 5264 100 0,'0'0'164'16,"0"0"7"-16,0 0 0 0,-14-3-3 0,14 3-7 15,0 0-14-15,-6-4-12 0,6 4 10 0,-7-4-5 16,7 4-9-16,0 0 5 0,-11-4 1 0,11 4-5 16,-4-4-5-16,4 4-3 0,-5-5-9 0,5 5-2 15,0 0-7-15,-5-6-3 0,5 6-19 0,0 0-45 16,0 0 20-16,10-9-5 0,-10 9-4 0,0 0-2 15,9-4-13-15,-9 4-5 0,8-3 0 0,-8 3-7 16,11-2-1-16,-3 2-7 0,-8 0-1 0,19 2-3 16,-9 1-1-16,-1-1-1 0,-1 3-3 0,1 1-1 15,-3-2-2-15,0 3 1 0,-2 1-1 0,-1 0 0 16,1 2 2-16,-2 1-2 0,-4 0 0 0,-2 6 3 16,-1-2 4-16,-3 1-5 0,2-2 1 0,-5 1 0 0,0-2 2 15,0 2-4-15,0-4-1 0,2-2 3 16,-5 0-1-16,3-2 2 0,0 1 1 0,-3-4-6 15,3 1 7-15,-3 1-2 0,3-2 2 0,0-1-3 16,0-1-2-16,2-2 1 0,2 2 1 0,7-2 1 16,-14 2 0-16,14-2 0 0,-11 0-2 0,11 0-1 15,-12-1 4-15,12 1-5 0,0 0 3 0,-10 1 2 16,10-1-5-16,0 0 1 0,0 0-5 0,0 0 4 16,0 0-4-16,0 0 2 0,0 0-3 0,0 0 1 15,0 0-2-15,0 0-3 0,0 0 5 0,0 0-3 16,20 9 4-16,-20-9-3 0,11 4 0 0,-1 0 3 15,-6-2-2-15,3 4 1 0,-1-2 1 0,1-1 0 16,0 0-5-16,0 2 6 0,1-1-2 0,-3 0 1 16,-1-1-17-16,1 0-15 0,2 2-15 0,0-1-24 15,-1 0-27-15,-1-1-40 0,2 2-54 0,-3-1-46 0,1 0-198 16,-5-4-473-16,8 7 209 0</inkml:trace>
  <inkml:trace contextRef="#ctx0" brushRef="#br0" timeOffset="70851.17">13468 5446 89 0,'0'0'236'0,"7"-2"-18"16,-7 2-11-16,7-3-10 0,-7 3-15 0,0 0-12 16,0 0-11-16,6-3-15 0,-6 3-14 0,0 0-12 0,0 0-15 15,0 0-10-15,0 0-11 0,0 0-9 0,0 0-14 16,0 0-16-16,0 0-22 0,0 0-30 0,0 0-29 15,0 0-41-15,0 0-29 0,0 0-33 16,7 8-39-16,-7-8-116 0,0 0-318 0,0 0 140 16</inkml:trace>
  <inkml:trace contextRef="#ctx0" brushRef="#br0" timeOffset="71240.53">13618 5213 45 0,'5'-7'185'0,"-5"7"-16"0,4-2-20 15,-4 2-7-15,10-2-7 0,-10 2-12 0,0 0 4 16,15 8-9-16,-9-4-2 0,6 0-1 0,-3 6-5 0,-1-3-9 16,2 0-9-16,-3 2-9 0,1-3-8 0,-1 5-4 15,-2-1-5-15,-2 0-4 0,1 0 4 0,-2 2-1 16,-2-3-3-16,-4 3-5 0,1 0 3 0,-4 1-5 15,0-2-4-15,-3 1-6 0,1-3-3 16,-7 2-2-16,5-3-5 0,-1 2-6 0,1-4 0 16,2 0-1-16,0-1-3 0,2-2 6 0,0 1-9 0,7-4-2 15,-10 2-1-15,4-1 0 0,6-1 2 0,-11 3-6 16,11-3 1-16,-8 0-4 0,8 0-1 16,0 0-4-16,-7 2-2 0,7-2 0 0,0 0-5 0,0 0 0 15,0 0-2-15,0 0 7 0,0 0-6 0,0 0 0 16,0 0 1-16,13 14 2 0,-6-11-2 0,-1 0 0 15,4 0 6-15,-3 2-4 0,5 0 0 16,1-4-1-16,-3 5-4 0,1-4-20 0,1 2-30 16,1-3-46-16,1 2-55 0,3 0-40 0,0 1-217 0,-6-1-445 15,0-1 197-15</inkml:trace>
  <inkml:trace contextRef="#ctx0" brushRef="#br0" timeOffset="71501">13926 5328 1906 0,'0'-16'-1'16,"0"6"86"-16,0-1 54 0,0 3-27 0,0 8-17 15,0-13-10-15,2 9-10 0,-2 4-9 0,0 0-10 16,-2-13-2-16,2 13 1 0,0 0-8 16,2-8-1-16,-2 8-12 0,0 0-5 0,0 0 4 0,0 0 12 15,0 0-2-15,0 0 2 0,2 25 2 0,-4-14-1 16,-2 4-1-16,3 3 4 0,-1 0-7 0,2 0 2 15,-2-2-3-15,2 1-6 0,-2-2-2 0,0 1-1 16,0-5-6-16,0 0 0 0,1-2-15 0,0 3-21 16,0-3-18-16,-1 0-25 0,-1-2-28 0,3 0-30 15,0-7-43-15,-2 13-53 0,2-7-54 0,0-6-177 16,-2 8-473-16,2-8 211 0</inkml:trace>
  <inkml:trace contextRef="#ctx0" brushRef="#br0" timeOffset="71757.48">14047 5310 73 0,'0'0'195'0,"-4"-8"-9"0,4 8-7 16,0 0-5-16,0 0-10 0,0 0-9 0,-18 9-8 16,13-6-4-16,5-3-5 0,-11 13-9 0,5-6-3 15,1 2-12-15,-2 1-2 0,3-2-7 0,-1 1-10 16,1 0-6-16,4-2-10 0,-3 0-9 0,2 0-5 15,0 2-7-15,-1-1-5 0,2-8-8 0,0 14-3 16,3-8 1-16,1 0-5 0,4 1-3 0,-3-1-14 16,5-1-29-16,2 0-23 0,-3-2-42 0,5 1-41 15,4 0-45-15,-2-2-43 0,1 1-179 0,-5 0-413 16,1-3 182-16</inkml:trace>
  <inkml:trace contextRef="#ctx0" brushRef="#br0" timeOffset="72133.66">14274 5485 85 0,'0'0'168'0,"0"0"7"0,0 0 4 15,7-3-7-15,-7 3-5 0,0 0-5 0,6-3-1 16,-6 3-12-16,3-5-4 0,-3 5-4 0,0 0-7 16,4-6-4-16,-4 6-12 0,0 0-11 0,0-13-7 15,0 5-8-15,-4-1-11 0,4 9-5 0,-5-17-4 16,1 9-4-16,2 1-7 0,-3-4-8 0,3-1-6 15,1 2 0-15,1-2 3 0,-1 2-6 0,1 0-5 16,1 0-4-16,2 0-6 0,2 0-5 0,1 1-2 16,1 2-5-16,1-2-3 0,2 2-2 0,-3 3-4 15,4-1 0-15,1 4-5 0,-6-2 1 16,-6 3 3-16,13 7-5 0,-3-4-1 0,-4 3-1 0,-1 3 3 16,-1 0-2-16,-1 3 1 0,-2 0 3 0,1 0-1 15,-2 2 3-15,0-4 4 0,-2 3 2 0,0-2 1 16,0-2 1-16,0 3-4 0,0-4 1 0,0 2 0 15,1-5-1-15,1-5-4 0,-3 11 1 0,3-11-4 16,3 11 5-16,-2-8-10 0,5 1-6 0,-6-4-13 16,11 6-22-16,1-6-24 0,1 0-43 0,3-4-51 15,4 0-48-15,0 2-63 0,-2-7-142 0,-2 2-446 16,-2 2 197-16</inkml:trace>
  <inkml:trace contextRef="#ctx0" brushRef="#br0" timeOffset="73099.97">15423 4402 90 0,'0'0'208'0,"0"0"-13"0,0 0-14 15,0 0-4-15,0 0-13 0,0 0-9 0,0 0-9 16,0 0-9-16,0 0-6 0,0 0-9 0,0 0-4 15,0 0-5-15,0 0-3 0,0 0-6 0,0 0 1 16,0 0-13-16,0 0-2 0,0 0-6 0,0 0-8 16,0 0-2-16,0 0-7 0,0 0-5 0,0 0-4 15,0 0-10-15,0 0-5 0,0 0 0 0,0 0-5 16,0 0-3-16,0 0-7 0,0 0-3 0,7-6 3 16,-7 6-6-16,13 0-1 0,-2-1 2 0,2 1-2 15,5-3-6-15,0 2 5 0,2-2-7 0,-1 0 2 16,0 1-10-16,2 0-4 0,-2 0-20 0,-1 1-10 15,0 0-16-15,-5 0-13 0,1 0-23 0,-4 0-27 16,2 0-26-16,-1-2-48 0,-1 3-24 0,-2-1-20 16,-8 1-144-16,0 0-399 0,15-3 177 0</inkml:trace>
  <inkml:trace contextRef="#ctx0" brushRef="#br0" timeOffset="73334.33">15611 4272 91 0,'-6'-3'215'0,"6"3"-7"0,0 0-7 0,0 0-13 15,0 0-9-15,-9-3-12 0,9 3-11 16,0 0-22-16,0 0-12 0,0 0-15 0,0 0-11 0,0 0-12 16,0 0-13-16,0 0-3 0,0 0-7 0,-5 16-7 15,6-9-2-15,1 5-4 0,-4-2 1 0,2 2-12 16,2 3-5-16,-4 3 1 0,2 1-7 15,-1 6-16-15,0 0-31 0,-2 3-34 0,0-2-52 0,3-2-58 16,-2 5-193-16,-1-1-386 0,1-3 171 16</inkml:trace>
  <inkml:trace contextRef="#ctx0" brushRef="#br0" timeOffset="75655.78">15347 6305 142 0,'0'0'185'0,"0"0"-12"16,0 0-8-16,0 0-5 0,0 0-8 0,0 0-3 15,0 0-15-15,0 0-12 0,0 0-7 0,0 0-10 16,0 0-10-16,0 0-7 0,0 0-4 0,0 0-6 16,0 0-3-16,0 0-5 0,0 0-5 0,0 0-7 15,0 0 2-15,0 0-10 0,0 0-2 0,0 0-2 16,0 0-7-16,0 0-1 0,0 0-4 0,0 0-2 16,0 0-3-16,0 0 7 0,0 0 6 0,0 0 2 15,0 0 2-15,6 6 5 0,3-4-3 0,4-4 5 16,1 1 6-16,3-1-15 0,2 0 6 0,-1 1-3 15,1-1-16-15,-1 0-2 0,-2 1-2 0,-3 0 0 16,0-2 0-16,-3 0-4 0,-1 3 0 0,-9 0-1 16,13-2-5-16,-6 2 7 0,-7 0-13 0,12-2 6 15,-12 2-5-15,0 0-4 0,8 0-8 0,-8 0-11 16,0 0-12-16,0 0-19 0,6-3-26 0,-6 3-32 16,0 0-40-16,0 0-58 0,0 0-64 0,0 0-166 15,0 0-463-15,0 0 205 0</inkml:trace>
  <inkml:trace contextRef="#ctx0" brushRef="#br0" timeOffset="76357.95">15710 5223 36 0,'-4'-9'243'15,"4"9"-15"-15,-1-8-9 0,1 8-15 0,0 0-14 16,-3-7-13-16,3 7-16 0,0 0-15 0,0 0-10 16,0 0-19-16,-1-8-12 0,1 8-12 0,0 0-14 15,0 0-9-15,0 0-2 0,0 0-12 0,0 0-5 16,0 0 2-16,0 0-1 0,6 22-5 0,-1-14-4 15,-1 3-4-15,0-1-5 0,2 1 0 0,1 5-2 16,0 0 3-16,1 1 5 0,1-2-4 16,-1 0-3-16,-2 1-5 0,2-1 0 0,-2-4-5 0,2 4 0 15,-4-4 0-15,1-1-5 0,0 1-3 0,1-3-1 16,-1 1 4-16,0-1-3 0,-1-1-4 0,1-1 4 16,-2-1-4-16,0 0-3 0,-1 1 3 0,-2-6-5 15,8 7 4-15,-6-3-2 0,-2-4 0 0,4 5-2 16,-4-5 0-16,0 0 3 0,5 5 0 0,-5-5 4 15,0 0 9-15,0 0 21 0,0 0 1 0,5 3-4 16,-5-3 1-16,0 0-3 0,11-13-3 0,-6 5-6 16,2-1 0-16,-2-1-6 0,2-2-2 0,3-1-1 15,-4-3 0-15,1-2-6 0,-2 2 6 0,1-1-7 16,-3 0 1-16,5 1-2 0,-6 0-1 0,2 0-3 16,-1 0-1-16,-2 4 2 0,1-2-4 0,1 6 0 15,0-2-2-15,-2 5 1 0,-1 5 4 0,1-12-2 16,-1 12-5-16,1-7-3 0,-1 7-4 0,0 0-13 15,2-8-12-15,-2 8-12 0,0 0-16 0,0 0-12 16,2-8-18-16,-2 8-23 0,0 0-30 0,0 0-13 16,0 0-20-16,0 0-29 0,0 0-27 0,13 19-170 15,-13-19-432-15,8 17 192 0</inkml:trace>
  <inkml:trace contextRef="#ctx0" brushRef="#br0" timeOffset="76720.38">16110 5472 148 0,'0'0'225'0,"0"0"-16"0,0 0-13 0,0 0-12 0,0 0-13 16,0 0-19-16,0 0-15 0,0 0-16 0,0 0-12 15,0 0-10-15,0 0-13 0,24-8-14 16,-20 12-2-16,2 1-5 0,-1 0-10 0,3 2-3 0,-4 3 7 15,0-1-2-15,-2 2 2 0,1-1 2 0,-2 2-4 16,-2 3 0-16,-3 1 3 0,-1 2 3 0,-2-2-1 16,-1-4 4-16,2 1-2 0,0-3 3 0,0 0-3 15,-1-1 1-15,0 0-1 0,0 0-3 0,1-2-6 16,-1-2-7-16,2-2-5 0,5-3-4 0,-5 9-5 16,1-6-3-16,4-3-6 0,-2 6-2 0,2-6 0 15,0 0-4-15,0 0 1 0,0 0 0 0,0 0 1 16,15 8 0-16,4-9-5 0,4-2-11 0,11-2-10 15,4 0-16-15,14-7-22 0,3 2-33 0,-2 0-44 16,2 0-62-16,-3-1-58 0,-15 4-243 0,13-3-522 16,-16 0 232-16</inkml:trace>
  <inkml:trace contextRef="#ctx0" brushRef="#br0" timeOffset="89005.31">5669 9079 90 0,'-11'-7'104'0,"11"7"-3"0,0 0-5 16,0 0-5-16,0 0 2 0,0 0-12 0,0 0 3 15,0 0-6-15,0 0 2 0,0 0-11 0,0 0 2 16,0 0-9-16,0 0-2 0,0 0 0 0,0 0-1 0,0 0-7 16,0 0-6-16,0 0-4 0,0 0-5 15,0 0-1-15,-5-4-7 0,5 4 9 0,0 0-5 16,0 0 0-16,0 0-3 0,0 0-7 0,0 0-3 16,0 0 1-16,-8-3-1 0,8 3 0 0,0 0-5 0,0 0 4 15,-11 0-3-15,11 0-7 0,0 0-1 0,-14 2 1 16,14-2-4-16,-11 1 13 0,11-1-3 15,-9 0-1-15,9 0 0 0,-13 0 0 0,13 0 3 0,-8 0 7 16,8 0-1-16,-9 1-1 0,9-1 5 0,0 0-3 16,-10-1 2-16,10 1-4 0,0 0 1 0,0 0-2 15,0 0-2-15,-11 0 3 0,11 0-2 0,0 0 2 16,0 0-8-16,0 0 2 0,0 0 0 0,0 0-8 16,0 0 0-16,0 0 3 0,0 0 0 0,0 0-2 15,0 0-3-15,0 0 5 0,0 0 5 0,29 3-1 16,-15-3-1-16,4 0 0 0,4 0-2 0,8 0-1 15,-2-2 1-15,4 2-1 0,3-2 1 0,2 3 0 16,-1-2-1-16,3 2 0 0,-2-1 0 0,3 0-2 16,-2 0-3-16,1 1 3 0,-1 1 0 0,-1-2-1 15,0 0-5-15,0 0 4 0,0 0 1 0,-5 0-4 16,1 1-1-16,1 1-3 0,-5-2 5 0,2 0-3 16,-1-3 2-16,-2 3 2 0,-1 0 14 0,0-3 2 15,3 2-1-15,-3-1 0 0,2 1-3 0,-1 0 2 16,-5-1-4-16,-4 0 0 0,3 2-1 0,-3-1 1 15,-4 0 0-15,3 1-3 0,-5 0 2 0,1 0 4 16,-2-2-5-16,2 2 7 0,-4-1-6 0,0 2-4 16,-1-2-1-16,1 1 4 0,-10 0 0 0,14 0-4 15,-6 0 3-15,-8 0 1 0,13-2-3 0,-13 2-1 16,8-1 0-16,-8 1-3 0,8 3 3 0,-8-3 4 0,0 0-7 16,0 0-1-16,9 0 2 0,-9 0 4 0,0 0-9 15,0 0 4-15,0 0-3 0,0 0 1 16,0 0-2-16,0 0 2 0,0 0-1 0,11-2-3 15,-11 2 0-15,0 0-1 0,0 0 0 0,0 0-9 0,0 0-10 16,0 0-14-16,0 0-12 0,0 0-22 0,0 0-30 16,0 0-30-16,0 0-36 0,-23 11-37 15,14-9-189-15,1 2-422 0,-2-1 186 0</inkml:trace>
  <inkml:trace contextRef="#ctx0" brushRef="#br0" timeOffset="92586.69">6982 8257 131 0,'0'0'149'0,"-2"-7"1"0,2 7-1 0,-3-9-4 16,3 9 1-16,-5-9-1 0,5 9-9 0,-2-6-4 16,2 6-6-16,0 0-4 0,-1-7-4 0,1 7-13 15,0 0-8-15,0 0-13 0,0 0-9 0,0 0-10 16,0 0-6-16,0 0-10 0,0 0-7 15,0 0-1-15,0 0-3 0,0 0-3 0,0 0 2 0,-13 22-3 16,10-13-6-16,-3 4 0 0,-2-1 3 0,2 5-3 16,-1-3-1-16,0 2-3 0,-1 0 1 0,2-5-2 15,0-1-4-15,0 2 0 0,1 2-4 0,-1-2-3 16,2-5 3-16,0 2-2 0,1-3-1 0,-1-1-2 16,4-5 2-16,-3 8-1 0,3-8-3 0,-4 8 1 15,4-8 0-15,0 0 1 0,-3 6 0 0,3-6 0 16,0 0-1-16,0 0-4 0,0 0 2 0,0 0 0 15,20-4-1-15,-9 2-2 0,0-2 0 0,1 0-2 16,6 1 2-16,0-2 4 0,0 4-9 0,-1-3 2 16,-1 2 0-16,2 0 0 0,-4 1-1 0,4 0 5 15,-4-2-6-15,0 0 2 0,1 0-1 0,-1 2-1 16,-2-1 4-16,-2 1 0 0,1-2-3 0,-2 1 1 16,-2-1 5-16,0 1-5 0,-7 2 1 0,12-4-5 15,-6 1 9-15,0 0 2 0,-6 3 7 0,7-7-2 16,-7 7 2-16,4-8-5 0,-3 3 3 0,-1 5-2 15,3-9-1-15,-3 9 3 0,1-9 4 0,-1 9 1 16,0-7 3-16,0 7-4 0,0 0-3 0,0 0-2 0,1-10-7 16,-1 10 0-16,0 0-4 0,0 0 1 15,0 0-1-15,0 0 0 0,0 0 1 0,0 0 3 16,-9 26-5-16,4-14 3 0,4 0-3 0,-1 5 0 16,-1-5 1-16,2 3-2 0,-2-2 1 0,2 0 2 0,1 5-1 15,0-7-1-15,1 3 2 0,0-3-19 16,1 2-18-16,-1-1-22 0,0-1-41 0,1-1-62 15,0-1-41-15,3 2-43 0,-5-5-144 0,1 0-419 16,-1-6 185-16</inkml:trace>
  <inkml:trace contextRef="#ctx0" brushRef="#br0" timeOffset="92768.09">7363 8432 124 0,'2'-8'202'15,"-2"8"-5"-15,0 0-11 0,0 0-7 0,0 0-9 16,0 0-16-16,4-7-13 0,-4 7-18 0,0 0-10 16,0 0-10-16,0 0-10 0,0 0-10 15,0 0-6-15,0 0-9 0,0 0-24 0,0 0-32 0,0 0-37 16,1 21-51-16,-1-21-45 0,1 7-49 0,-1-7-110 16,0 0-303-16,0 0 134 0</inkml:trace>
  <inkml:trace contextRef="#ctx0" brushRef="#br0" timeOffset="93116.48">7413 8263 198 0,'0'0'201'16,"-4"-2"-17"-16,4 2-13 0,0 0-12 0,0 0-15 15,0 0-14-15,0 0-11 0,0 0-6 0,0 0-4 16,0 0 1-16,0 0-11 0,0 0-8 15,27 2-1-15,-11-1-11 0,-4 0-5 0,6 4-6 0,-5-4-5 16,1 2-9-16,-1 0-2 0,-2-2-7 0,-4 2-6 16,0-1-3-16,0 1-3 0,-1 1 12 0,2 1 5 15,-4 1-7-15,1-1 0 0,0 2 9 16,-4 2 3-16,1 0 0 0,-1 2-4 0,-1-2-1 0,-1 4 1 16,-1 5 2-16,0-5-5 0,-1 1-5 0,1 1-4 15,0 1-2-15,-2-4-4 0,3 0-3 0,-3 2-1 16,3-2-3-16,1-3-5 0,-1 4-2 0,-2-6 1 15,2 1-6-15,1 2-9 0,-1-2-23 0,1-8-19 0,0 13-16 16,0-6-17-16,-2-1-33 0,2-6-41 16,0 13-40-16,-1-7-23 0,1-6-22 0,-2 10-159 15,2-10-421-15,-4 8 186 0</inkml:trace>
  <inkml:trace contextRef="#ctx0" brushRef="#br0" timeOffset="93271.8">7486 8471 33 0,'3'-7'148'0,"-3"7"-3"0,7-6-10 0,1 5-5 16,-8 1-9-16,15-3-8 0,-2-1-15 0,-3 0-11 15,3 3-8-15,5-2-6 0,-5 1-25 16,5 0-35-16,-6 2-34 0,8-2-52 0,-4 2-116 16,-3-3-203-16,0 2 90 0</inkml:trace>
  <inkml:trace contextRef="#ctx0" brushRef="#br0" timeOffset="93500.69">7804 8316 115 0,'0'0'213'0,"-1"-10"-7"0,1 10-5 0,0 0-13 0,-2-7-12 16,2 7-17-16,0 0-16 0,0 0-16 0,0 0-14 16,0 0-9-16,0 0-2 0,0 0 5 0,0 0-1 15,-6 20-10-15,5-11-10 0,0 1 4 0,-1 2-7 16,0 5-1-16,1-2-6 0,1 0 0 0,0 2-9 15,0-6-10-15,0 2-6 0,-2 0-2 0,2-3-10 16,0 3-1-16,-1-1-4 0,1-3-13 16,0 3-21-16,-1-2-11 0,1-1-26 0,0-2-29 0,1 2-35 15,-1-1-48-15,0-8-33 0,1 11-32 0,1-5-161 16,-2-6-405-16,0 0 180 0</inkml:trace>
  <inkml:trace contextRef="#ctx0" brushRef="#br0" timeOffset="93749.94">7979 8342 180 0,'0'0'191'0,"0"0"-17"0,0 0-7 0,0 0-4 16,0 0-3-16,0 0-9 0,0 0-3 0,0 0-7 16,-24 13-3-16,16-8-6 0,1 3-10 0,-2 1-2 15,-1 4-2-15,-1 0-9 0,5-2-6 0,-2-2-1 16,1 0-10-16,0 1-13 0,2-1-6 0,1-3-5 15,2 1-7-15,-2 0-7 0,1-1-9 0,3-6-3 16,-1 13-4-16,1-13-1 0,4 13-2 0,1-9-20 16,1 1-18-16,3 0-22 0,0-1-30 0,7 0-48 15,-1-1-43-15,4 0-52 0,0-3-224 0,-2 0-456 16,2-2 202-16</inkml:trace>
  <inkml:trace contextRef="#ctx0" brushRef="#br0" timeOffset="94150.73">8174 8493 131 0,'0'0'195'0,"6"-5"12"0,-6 5-14 0,0 0-6 15,0 0-11-15,0 0-10 0,0 0-14 0,0 0-19 16,4-5-9-16,-4 5-6 0,0 0-3 0,6-6-4 16,-6 6-2-16,4-3 0 0,-4 3 2 0,5-6-19 0,-5 6 0 15,5-8-11-15,-1 3-4 0,-4 5-2 16,3-13 3-16,-3 6-7 0,0 7 5 0,1-17-9 15,-1 12-2-15,0 5-3 0,-1-16 0 0,1 16-4 16,-2-10-6-16,2 10-3 0,2-10 11 0,-2 10-9 0,-2-9 0 16,2 9-8-16,3-10-11 0,-3 10-6 15,6-7 0-15,-1 5 0 0,-5 2-9 0,11-7-3 16,-4 7-1-16,1-1-2 0,2-2 1 0,2 6-5 16,-6 0 2-16,1-2-3 0,-1 3 2 0,-1-2-3 0,5 5-2 15,-2 0-2-15,-3 1-1 0,-1 0-3 0,0 3-3 16,-2 0 5-16,3 1-2 0,-5-2-3 0,-1 1 2 15,1-1 1-15,-2-1 4 0,2 1 2 16,0-2-4-16,0-8-4 0,0 13 2 0,2-9-1 0,-2-4 2 16,3 13-6-16,-2-9-16 0,-1-4-14 0,8 8-15 15,-2-6-19-15,-1 0-24 0,3 0-32 0,-1-1-42 16,5-1-46-16,-1 0-46 0,1 0-191 16,-4-1-489-16,1-1 218 0</inkml:trace>
  <inkml:trace contextRef="#ctx0" brushRef="#br0" timeOffset="95800.62">5483 9113 3 0,'0'0'150'0,"0"0"-2"15,-1-7-8-15,1 7-7 0,0 0-1 0,0 0 2 16,0 0-7-16,0 0-8 0,-2-10-4 0,2 10-2 16,0 0-8-16,0 0-7 0,0 0-4 0,0 0-9 15,0 0-8-15,0 0-5 0,0 0-8 0,0 0-5 16,0 0-9-16,0 0-3 0,0 0-4 0,0 0-4 15,0 0-9-15,0 0 3 0,0 0-10 0,0 0 7 16,0 0-9-16,0 0-2 0,0 0-2 0,-3-6-4 16,3 6 0-16,0 0 3 0,0 0-3 0,0 0-4 15,0 0-3-15,0 0 3 0,0 0-2 0,0 0-3 16,0 0-1-16,0 0 3 0,0 0 0 0,0 0 1 16,0 0 1-16,0 0-2 0,0 0-2 0,0 0-2 15,0 0 1-15,0 0 1 0,0 0 2 0,0 0-2 16,0 0 2-16,0 0 2 0,0 0-2 0,0 0-5 15,0 0 1-15,0 0 3 0,0 0 1 0,0 0-1 16,0 0-4-16,3-9 10 0,-3 9 5 0,0 0 4 16,0 0 3-16,0 0 2 0,0 0 2 0,0 0 0 15,0 0-2-15,0 0 2 0,0 0-6 0,0 0 0 16,0 0-8-16,0 0 1 0,0 0-5 0,0 0 1 16,0 0-7-16,0 0 1 0,0 0-2 0,0 0 1 0,0 0-2 15,1 24 2-15,0-7-1 0,-1 0 3 16,1 0-4-16,1 10 1 0,-1 1-3 0,0 2 5 0,1 0-1 15,-1 4-1-15,0 0 2 0,0 11 7 16,1-9 2-16,0-1 21 0,4 11 0 0,-3-10-3 0,-2-2 0 16,3 2-1-16,-1-3-4 0,-1 1-1 0,1-1 4 15,1-4 0-15,-3 3-5 0,2-1 1 16,-2-4-2-16,-1 1 0 0,0 3 0 0,0-3 4 16,0 0-2-16,0-1 1 0,-1-2-1 0,-1-5 4 15,1-1-2-15,0 0 7 0,0 1-7 0,-1-1 5 0,2-2 3 16,0-4-1-16,0-1 2 0,-1 0-8 15,1 2-1-15,-3-7 0 0,2 3 5 0,0 0-3 16,0-3 1-16,1 0 2 0,0-7-1 0,-2 11-8 16,2-11-3-16,-1 8 0 0,1-8 1 0,0 0 0 0,-1 10-5 15,1-10 1-15,0 0-1 0,0 0-7 16,0 0 8-16,-2 8-4 0,2-8-3 0,0 0-7 0,0 0-16 16,0 0-17-16,0 0-26 0,0 0-23 0,0 0-25 15,0 0-40-15,0 0-45 0,0 0-55 16,0 0-48-16,0 0-191 0,0 0-522 0,12-21 230 0</inkml:trace>
  <inkml:trace contextRef="#ctx0" brushRef="#br0" timeOffset="97717.36">5074 10354 93 0,'-12'1'96'0,"0"0"-13"0,2 1 0 0,-4-2 4 0,1 0-3 15,-6 3 0-15,2-2-2 0,-1-1-6 0,6 2 1 16,-5-2-5-16,3 0 5 0,0 1-9 0,2-2-1 16,0 2 7-16,3-1-4 0,0 0 2 0,9 0 4 15,-15 0 0-15,15 0-5 0,-8 0-7 0,8 0-4 16,0 0-5-16,-12-1-3 0,12 1-2 0,0 0-17 16,0 0 7-16,0 0-4 0,0 0-1 0,0 0-3 15,39-3-1-15,-11 0 0 0,5 0-3 0,7-1 3 16,13-1-1-16,7-2 3 0,3 1-7 0,1 2-1 0,28-3-5 15,-32 0 4-15,4 4 0 0,-2-2-2 16,2 2-4-16,-1-2-3 0,0 1 3 0,-2 0-3 16,-2 0 0-16,-4 2-3 0,-3-2-1 0,-14 1-2 15,-2 2-1-15,-1-1 0 0,-3 2-5 0,-3-3 1 0,-9 2 1 16,-5 1-4-16,-3 0 3 0,0 0 0 16,-1 0-2-16,-2 0 2 0,-9 0-2 0,13 0 1 15,-13 0-1-15,9 0-3 0,-9 0 3 0,0 0-1 16,11 0 1-16,-11 0-2 0,0 0 0 0,0 0-7 15,4 4-14-15,-4-4-22 0,0 0-19 0,0 0-36 0,-21 15-37 16,9-8-32-16,-3 3-164 0,-3-2-358 16,-3 1 158-16</inkml:trace>
  <inkml:trace contextRef="#ctx0" brushRef="#br0" timeOffset="98158.59">5357 10637 80 0,'-8'2'192'0,"8"-2"-9"0,0 0-9 0,0 0-5 0,0 0-15 15,0 0-4-15,0 0-11 0,0 0-9 0,0 0-6 16,0 0-9-16,0 0-8 0,-11-7-6 0,11 7-10 15,0 0-8-15,-5-3 3 0,5 3-8 16,0 0 1-16,-9-3 1 0,9 3-5 0,0 0-2 16,0 0-2-16,-6-4-7 0,6 4 1 0,0 0-12 0,0 0-4 15,0 0-5-15,0 0-5 0,0 0-4 0,-7-3-3 16,7 3-4-16,0 0-3 0,0 0-2 0,0 0-2 16,0 0-2-16,28 0-3 0,-17 0 2 15,2-2-4-15,5 0 0 0,0 1 4 0,4-1-9 0,5 0-1 16,1-1 0-16,-8 3-3 0,10-4 2 0,-2 2 5 15,-7 1-7-15,1-2-2 0,-3 2 1 0,-1 0 1 16,-4-1-6-16,-1 2 5 0,-1 0-1 0,0-2-3 16,-1 1 1-16,-11 1-2 0,14 0 3 0,-7 0 0 15,-7 0-2-15,12-2-1 0,-12 2-9 0,9 0-10 16,-9 0-11-16,0 0-18 0,10 2-26 0,-10-2-32 16,0 0-36-16,0 0-41 0,0 0-38 0,0 0-170 15,0 0-422-15,0 0 186 0</inkml:trace>
  <inkml:trace contextRef="#ctx0" brushRef="#br0" timeOffset="98650.54">4879 11004 65 0,'0'0'183'0,"0"0"-2"0,-9-3-8 0,9 3-12 16,0 0-9-16,0 0-15 0,0 0-19 0,-9 2-9 15,9-2-9-15,0 0-8 0,0 0-1 0,0 0-6 16,42-3-4-16,-12 2-4 0,5-2-4 0,16 1-11 16,3-2-3-16,2-1-9 0,3 1 0 0,3 1-10 15,-2-4-2-15,-2 3-3 0,1 1-3 0,-3 1-6 16,1-2-1-16,-5-1 0 0,-2 1 0 0,-13-2-5 15,1 4-2-15,-2 0-3 0,-1-2 1 0,-3 2-5 16,-2 0-1-16,-9 2 0 0,-1-2 2 0,-1 0-4 16,-5 2-3-16,0-1 2 0,-1 1 0 0,0 0 0 0,-4 0-3 15,-1 0 1-15,-8 0-2 0,14 0-13 0,-14 0-17 16,9 0-18-16,-9 0-20 0,3 3-16 0,-3-3-39 16,0 0-42-16,0 0-171 0,0 0-359 15,-23 17 159-15</inkml:trace>
  <inkml:trace contextRef="#ctx0" brushRef="#br0" timeOffset="98990.08">5329 11251 2 0,'-11'2'203'0,"11"-2"3"0,-7 1-4 0,7-1-1 16,0 0-12-16,0 0-16 0,-9 1-5 0,9-1-10 16,0 0-11-16,0 0-8 0,0 0-10 0,0 0-5 15,0 0-9-15,0 0-5 0,0 0-11 0,0 0-4 16,0 0-14-16,0 0 5 0,35-4-19 0,-23 2 0 16,5-1-6-16,2 0-1 0,0 0-6 0,3-1-10 15,0 3 0-15,6-4-7 0,-9 2-1 0,1 2-7 16,2-2 0-16,-1 0-3 0,0 1-2 0,0-2-2 15,-3 2-7-15,2 0-8 0,-6 2-20 16,-2-2-11-16,-3 1-18 0,3 1-20 0,-5 0-30 0,-7 0-30 16,13 0-35-16,-6 0-27 0,-7 0-20 0,12 1-17 15,-12-1-134-15,0 0-384 0,0 0 169 0</inkml:trace>
  <inkml:trace contextRef="#ctx0" brushRef="#br0" timeOffset="99789.63">5555 11256 211 0,'0'0'226'0,"-4"-6"-5"0,4 6-12 0,0 0-14 16,0 0-15-16,0 0-16 0,0 0-17 0,0 0-17 15,0 0-18-15,0 0-9 0,0 0-10 0,0 0-9 16,0 0-11-16,0 0-5 0,-6 21-7 0,4-11-4 15,1 0-1-15,-1 3-5 0,2 0-1 0,-4 3-10 16,1 4-1-16,2 0 10 0,0 7 3 0,-1 1-3 16,2 1-3-16,0 0-2 0,-2-2-2 0,1 3 6 15,-1-1 5-15,2-1-2 0,0 2 3 0,2-2 1 16,-5 0-5-16,3-1-6 0,-2-3 2 0,2 1-5 16,1 1-5-16,-1-1 0 0,0-7-4 0,1 0-1 15,-1 1 3-15,1 0 0 0,-1-2 0 0,2 0 6 16,3 1 7-16,-4-2-14 0,0-2-3 0,0 2 0 15,1-4-6-15,-1 2 2 0,0 1 20 0,2-4-16 0,-2 2-1 16,2-1-7-16,-1-1 3 0,1 1-5 16,-2-1 1-16,2 3-2 0,-1-2 2 0,0-2-5 15,3 2 6-15,-3-1-2 0,-1-1-1 0,-1 2 0 16,3 0-3-16,-2 2 0 0,1-3-4 0,1 1 1 0,-3-1 0 16,2-3-2-16,-2 3-1 0,0-4 0 15,1 2-3-15,-1-9-2 0,1 13 1 0,-1-7-2 16,0-6 5-16,2 10-5 0,-2-10 0 0,0 10 4 15,0-10 8-15,0 8-19 0,0-8 11 0,0 9-3 0,0-9-7 16,0 0 4-16,2 5 11 0,-2-5-12 16,0 0 3-16,0 0-18 0,0 8 17 0,0-8 10 15,0 0-13-15,0 0-2 0,0 0 2 0,0 0 4 16,3 8 15-16,-3-8-19 0,0 0 3 0,0 0-3 16,0 0 5-16,5 4-8 0,-5-4 4 0,0 0-2 0,5 2 7 15,-5-2 0-15,9 3-4 0,-3-2 4 16,-6-1-3-16,19 0 1 0,-6 1 0 0,1 1 2 15,5-2 3-15,2 0-6 0,-1 2 18 0,-2-4-22 16,10 4 6-16,0-1-5 0,1 0 1 0,-1-1-3 0,1 0 8 16,3-1-1-16,0 2-3 0,4-1-3 15,1-1 0-15,4 0-9 0,11-3 10 0,2 2-10 16,-1 1 4-16,1-2-1 0,0 1-2 0,2-1 1 0,0 0 0 16,-2 0 5-16,8 3-6 0,1-8 5 15,27 6-4-15,-25-1-1 0,33 3 6 0,-6-4 0 0,-1 6 0 16,0-6 0-16,2-2 3 0,3-1-8 0,4 0 10 15,3-2 1-15,3 3-8 0,9-3 12 0,-4 4-11 16,-2-4 0-16,6 0-1 0,-2-5-9 0,5 4 2 16,-1-4-12-16,0 4-1 0,3-1-8 15,-3 4-17-15,-1-5-5 0,0 1-11 0,-3-1-5 0,-6-1-13 16,0 2-14-16,1-2-18 0,-6 4-33 0,0-7-40 16,-6 1-37-16,-4 1-43 0,-33 4-197 0,0-4-506 15,-3 0 224-15</inkml:trace>
  <inkml:trace contextRef="#ctx0" brushRef="#br0" timeOffset="100650.56">3960 10185 163 0,'0'0'166'0,"0"0"-11"0,-11-3-9 0,11 3-8 16,0 0-6-16,0 0-2 0,-11-1-14 0,11 1-9 16,0 0-5-16,0 0-7 0,0 0-16 0,-6-3-5 15,6 3-8-15,0 0-5 0,0 0-3 0,0 0-7 16,0 0-4-16,0 0-5 0,0 0-1 0,0 0-4 15,28 7-5-15,-18-7 2 0,3 1-3 0,6-1-3 16,0 1-4-16,-1-1-3 0,4-1-1 0,0 1-1 16,-4 0-3-16,3 0-9 0,-3 1-24 0,-2-1-34 15,0 0-32-15,-3 0-33 0,-1 1-28 0,-1 1-26 16,-5 0-107-16,-6-2-298 0,9 0 132 0</inkml:trace>
  <inkml:trace contextRef="#ctx0" brushRef="#br0" timeOffset="100867.44">4051 10072 41 0,'0'0'223'16,"-7"-5"-12"-16,7 5-11 0,0 0-10 0,-3-6-16 16,3 6-14-16,0 0-16 0,0 0-16 0,0 0-14 15,0 0-11-15,0 0-12 0,0 0-6 0,0 0-9 16,-7 20 0-16,8-10-9 0,-1 2-5 0,2 3-8 15,-2 2-2-15,1 0-9 0,0 2 0 0,3 6-7 16,-4-6-5-16,0-1 0 0,3 9-24 0,-3-1-27 16,0-2-47-16,-2 1-46 0,4-5-35 0,-2 4-56 15,-3-4-111-15,3-4-342 0,-4 2 151 0</inkml:trace>
  <inkml:trace contextRef="#ctx0" brushRef="#br0" timeOffset="101366.95">3752 11743 69 0,'0'0'247'0,"-14"0"-9"0,14 0-8 15,-11 0-8-15,11 0-15 0,0 0-10 0,-10-2-17 16,10 2-11-16,0 0-17 0,-9 2-16 0,9-2-3 16,0 0-12-16,0 0-2 0,0 0-6 15,0 0-7-15,0 0-5 0,37 3-10 0,-20-3-8 16,3-3-5-16,8 3-10 0,-1 0-6 0,-1-2-22 0,2 0-22 15,0 0-22-15,-7 0-22 0,0 0-38 0,-3 2-52 16,1-3-68-16,1 0-54 0,-8 0-187 0,1 0-461 16,0 1 205-16</inkml:trace>
  <inkml:trace contextRef="#ctx0" brushRef="#br0" timeOffset="101946.72">3404 10684 231 0,'0'0'239'0,"-5"-9"-11"0,5 9-9 16,-1-7-13-16,1 7-15 0,0 0-16 0,-4-6-17 15,4 6-17-15,0 0-18 0,0 0-13 0,0 0-13 16,0 0-11-16,0 0-9 0,0 0-7 0,0 0-8 0,0 0-3 15,-4 30-6-15,4-14 0 0,0 2-6 0,-1 0 5 16,-1 1-1-16,2 1-1 0,2-2-5 16,-1 2-3-16,-2-2 1 0,1 1 22 0,0-3 0 15,0-3-6-15,-2-1-3 0,2-1-2 0,0-1-6 16,-1-1 1-16,1 3 4 0,0-4-18 0,0-8-6 16,-1 13 0-16,1-7-2 0,0-6-2 0,0 11-2 15,0-11-5-15,1 8-16 0,-1-8-17 0,0 0-22 16,0 0-16-16,-1 12-28 0,1-12-36 0,0 0-53 0,1 6-47 15,-1-6-42-15,0 0-174 0,4 4-469 0,-4-4 208 16</inkml:trace>
  <inkml:trace contextRef="#ctx0" brushRef="#br0" timeOffset="102319.49">3646 10800 8 0,'0'0'239'0,"5"-3"-11"16,-5 3-14-16,0 0-10 0,0 0-12 0,0 0-17 0,0 0-11 16,0 0-9-16,0 0-9 0,-14 19-13 0,11-13-11 15,1 1-12-15,-2 1-8 0,1 2-8 0,1-3-5 16,0 1-11-16,1 4-6 0,-1-3-8 16,2-9 0-16,3 13-12 0,0-5-2 0,1-2-9 15,0-1 2-15,2 3-5 0,2-2-2 0,0-2 1 0,3 0 6 16,-1 0 9-16,3-2 2 0,1-2-11 15,0-2 2-15,-1 0-3 0,-2 0-2 0,2-2 2 0,-1 0-6 16,0 1-1-16,-3-4-2 0,0 2-5 0,1-1 1 16,-3-1-4-16,-3-1-1 0,-3 1-3 15,1-1 3-15,-2 8-5 0,-1-16-4 0,-1 8 6 0,-4 0-11 16,0-1-5-16,0 0-2 0,-6-2-2 0,1-1 1 16,-1 4-7-16,-2-1-3 0,3 4-10 15,0-1-12-15,2 1-14 0,-2 2-13 0,-1 1-19 16,2 0-14-16,-1 4-22 0,1 0-38 0,0 2-42 0,3 0-38 15,2 0-209-15,1 1-475 0,-1 1 211 0</inkml:trace>
  <inkml:trace contextRef="#ctx0" brushRef="#br0" timeOffset="102749.6">3931 10720 229 0,'0'0'241'0,"0"0"-21"0,0 0-21 0,0 0-17 0,0 0-20 15,0 0-18-15,0 0-8 0,0 0-2 0,9 9 6 16,-6 1-7-16,1-2-2 0,1 3-14 0,2-1-10 16,-4 2-10-16,4 4-5 0,-3-5-11 15,1 5-5-15,1-2-6 0,-3 0-6 0,2-3-5 16,1 4-4-16,-1-2-7 0,-1-3 4 0,2 0-10 0,-1 2 2 15,1-3-1-15,-1-1-5 0,0-1-5 0,-1-2 2 16,0 0-5-16,0 1-1 0,-4-6-3 0,7 7 1 16,-4-1 9-16,-3-6 7 0,5 3 10 0,0 1 8 15,-5-4 6-15,0 0 6 0,12 0 8 0,-12 0 1 16,0 0 0-16,12-9-15 0,-8 3 6 0,4-2-13 16,-2-1-1-16,2-2 9 0,0-4-12 0,-1 1-5 15,0-2-1-15,0 1-8 0,0-4-8 0,-1 0-4 16,2 2-17-16,-4 0 17 0,3-9-2 0,-2 8-2 15,1 2-1-15,-3 1-8 0,1 4-1 0,-1 1-6 16,-1 0-14-16,0 5 16 0,-2 5-23 0,5-10-27 16,-4 6-36-16,-1 4-33 0,0 0-30 0,0 0-28 15,0-11-47-15,0 11-63 0,0 0-38 0,0 0-242 16,0 0-600-16,0 0 266 0</inkml:trace>
  <inkml:trace contextRef="#ctx0" brushRef="#br0" timeOffset="108168.19">10951 9051 87 0,'0'0'184'0,"0"0"-1"0,0 0-1 15,-13-1-5-15,13 1-6 0,0 0-9 0,0 0-15 16,-8-1-11-16,8 1-13 0,0 0-6 0,0 0-12 16,0 0-11-16,0 0-8 0,0 0-9 15,0 0-5-15,0 0 1 0,0 0-2 0,0 0 2 0,0 0 0 16,36 5-3-16,-14-5 1 0,14 0-4 0,2-2 4 16,21 1-15-16,5-1-5 0,26-2-3 15,-26-1-4-15,26 1 0 0,-26-1-9 0,2 2-2 0,2-2-5 16,21-3-1-16,-22 4 1 0,-5-1-4 0,29-2-5 15,-30 4-3-15,2-1 2 0,-3 0-4 0,1 1-1 16,-1-1-2-16,-3 1 1 0,-4 0-3 0,1 1-2 16,-18 0 4-16,2 0-6 0,-2 0 5 0,-4 2-2 15,1-3 6-15,0 3 3 0,-2-1-1 0,-7-1 4 16,-3 2 3-16,-1 0-1 0,-3 0 1 0,-3 0 3 16,-3 0-2-16,0 0 0 0,-3 0-2 0,-8 0 4 15,13 0-3-15,-13 0 9 0,8 0 0 0,-8 0-1 16,0 0 11-16,10 0-4 0,-10 0 1 0,0 0 5 15,0 0-13-15,0 0 3 0,9 0 5 0,-9 0-7 16,0 0 7-16,0 0-19 0,0 0-3 0,0 0 2 16,0 0 3-16,0 0-16 0,0 0 5 0,0 0-4 15,0 0-5-15,9-1-13 0,-9 1-11 0,0 0-4 16,0 0-25-16,0 0-12 0,0 0-20 0,0 0-22 16,0 0-32-16,0 0-40 0,0 0-41 0,0 0-30 15,0 0-239-15,-28-2-527 0,28 2 233 0</inkml:trace>
  <inkml:trace contextRef="#ctx0" brushRef="#br0" timeOffset="111593.04">12015 8997 39 0,'0'0'121'0,"0"0"-17"0,0 0-11 0,6-4-7 15,-6 4-6-15,0 0-11 0,0 0-2 0,0 0-6 16,0 0-4-16,7-3-12 0,-7 3 1 0,0 0-5 15,0 0 5-15,0 0-2 0,0 0 6 0,0 0-1 16,0 0 11-16,9-3-11 0,-9 3 5 0,0 0-6 16,0 0-5-16,0 0 3 0,0 0-1 0,0 0 4 15,0 0 1-15,0 0-2 0,0 0 3 0,0 14 0 16,0-14 8-16,-2 12-8 0,2-12 3 0,-2 15-3 16,2-3-2-16,-2 0 10 0,2 4-8 0,0-1-2 15,0 2-6-15,0 0-2 0,-2-5 2 0,2 13 1 16,0-6 0-16,-1 7-5 0,1-7-1 0,1 5-1 15,-1-5 4-15,0 5 0 0,-1-5-2 0,1-1-6 16,0 1-3-16,0-1-1 0,1-1 0 0,-1 0-1 16,0 0-2-16,2-1 1 0,-2-3-1 0,2-2-4 0,-2 2 0 15,0-3 1-15,0 1-3 0,0-1 7 16,0 2-1-16,2-1 9 0,0-3-8 0,-2-2-2 16,0-6-4-16,1 11-2 0,-1-11 2 0,0 10-2 15,2-4-5-15,-2-6 5 0,0 0 3 0,0 9-1 16,0-9-2-16,0 0 17 0,0 0-4 0,-2 8 5 15,2-8-1-15,0 0 6 0,0 0 4 0,0 0-2 16,0 0 15-16,0 0-18 0,0 0 0 0,0 0-4 0,0 0-2 16,0 0-3-16,-1 7-1 0,1-7-7 15,0 0-2-15,0 0 3 0,0 0-7 0,0 0-3 16,0 0-6-16,0 0-3 0,0 0 1 0,9 3-4 16,-9-3 4-16,6 2 1 0,-6-2-2 0,10 3-2 0,-3-1 0 15,3 2-1-15,0-3 0 0,1 2 0 0,-2 1 0 16,0-1-4-16,2 0 1 0,-2 1 0 0,-4-1 3 15,4 1-5-15,-4-1 1 0,1 1 1 0,1 3-5 16,-1-3 12-16,-1 0-12 0,-2 3 4 0,-1-3-9 16,2 3 10-16,-4-7-1 0,0 13-1 0,0-5 2 15,-4 0 3-15,1-1-4 0,-4 3 16 0,0 0-17 16,-1-1 5-16,-1 0-1 0,-3 2 4 0,-1 1-4 16,-1-1-3-16,-1 1 4 0,1-3 9 0,1 4-11 15,-4-6 1-15,4 5 1 0,-1-2 0 0,0 0 1 16,3-2-5-16,1 0-1 0,1-2 1 0,2 1 2 15,-1 0-1-15,0 1-2 0,4-3 3 0,-1 1-3 16,3 0 0-16,2-6-5 0,-4 11-3 0,4-11-2 16,0 12-4-16,0-12 4 0,4 9 0 0,-2-4 4 15,3 0-3-15,-1 1-1 0,0-2 6 0,4 1-2 16,-3-1 0-16,1 1 0 0,0-2-3 0,-1 2 3 16,2-1 3-16,-2-2-2 0,-5-2 4 0,8 7 0 0,-3-4-1 15,-1 1-1-15,-4-4-2 0,5 6 3 16,-5-6 4-16,3 9-1 0,-3-9 14 0,-2 12-11 15,2-12 2-15,-4 12-2 0,2-6 3 0,-4 2-1 16,1 0-2-16,-2 2 3 0,2-1-3 0,-3-2-3 16,2 1 3-16,1 1-2 0,-3-1 3 0,3 2-1 15,-1-2-2-15,4-2 4 0,-2 3-6 0,-1 0 4 16,2-1-4-16,2 0 4 0,-1 0-2 0,4 0-4 16,-1 3-2-16,0-6-5 0,0 3-4 0,3 2 4 0,-2-4-6 15,2 4 4-15,0-2-1 0,2 0 0 0,0 0 6 16,-1-1-1-16,0 0 1 0,0-1-2 0,1 2 1 15,-3-3 1-15,-1 0-1 0,1 1 4 0,0 2-1 16,-1-3-2-16,-2-5 7 0,0 13-2 0,0-5 8 16,0-8-6-16,-5 15 0 0,2-4 6 15,0-3 9-15,-2 1-12 0,1-1 1 0,1 3-5 16,1-1 7-16,0 1-7 0,0-1 1 0,2 1 1 16,-4 0 0-16,1 0-5 0,1 1 6 0,2-2-3 0,-2 3 0 15,0-2-2-15,2 0 6 0,-4 3-3 0,3-3-1 16,0 1 2-16,-1 2 2 0,2-2-1 0,0 0 2 15,-2 3 2-15,2 1 5 0,-2-1 0 0,2-1 6 16,0-2-4-16,0 2 1 0,0-1-5 0,0-1 1 16,2-1 1-16,-2 0-3 0,0 0 6 0,0 1 9 15,0-2-8-15,0 2 8 0,0-2-8 0,0 1 3 16,-2-3 9-16,2 2 5 0,-2-1-5 0,1 0-2 16,-1-2 1-16,2-7 1 0,-1 12-10 0,1-12 5 15,-1 8-2-15,1-8-3 0,-1 10-3 0,1-10-5 16,1 9 2-16,-1-9-17 0,0 7-10 0,0-7-23 15,0 0-25-15,-1 9-23 0,1-9-25 0,0 0-23 16,-1 9-43-16,1-9-57 0,0 0-64 0,-6 8-187 16,6-8-526-16,-10 1 233 0</inkml:trace>
  <inkml:trace contextRef="#ctx0" brushRef="#br0" timeOffset="116103.49">11921 10956 33 0,'0'0'67'16,"0"0"-6"-16,0 0 1 0,-11 0-7 0,11 0-3 16,0 0-1-16,-11 0-7 0,11 0-4 0,0 0-8 15,-12 0-3-15,12 0 13 0,0 0-10 0,-9 2 9 16,9-2-11-16,-10 1 3 0,10-1 9 0,-9 0-3 16,9 0 1-16,-10 1-2 0,10-1-17 0,-10 0 27 15,10 0-7-15,-9 0-4 0,9 0 4 0,-10 0 1 16,10 0 6-16,-12 0-3 0,12 0 2 0,0 0 6 15,-11 0-7-15,11 0 11 0,0 0-1 0,-9-2-12 16,9 2 11-16,0 0-5 0,0 0 0 0,0 0 2 0,-12 0-1 16,12 0-2-16,0 0-11 0,0 0 8 15,0 0-3-15,0 0-4 0,0 0 4 0,0 0-4 16,0 0 0-16,0 0-2 0,0 0-3 0,0 0-5 0,0 0-2 16,0 0 2-16,0 0-1 0,30-9 2 0,-19 6-2 15,-2 3-2-15,4-3 2 0,1-1-6 0,1 2-2 16,3 0 1-16,3-2-4 0,-2 0-2 15,2 3 1-15,2-2-5 0,-3 0 4 0,2 0-6 0,6-2 2 16,-8 3 1-16,1-1-1 0,0 1 3 0,-2 1-5 16,-2-2-1-16,-3 3 1 0,-1-2-4 0,-2 0 1 15,-2 2 2-15,0-1-2 0,0 1 7 0,-9 0 6 16,14-1-4-16,-14 1 1 0,9-1-1 16,-9 1 0-16,0 0 3 0,10-1 3 0,-10 1 0 0,0 0 0 15,0 0-1-15,10-2-1 0,-10 2-1 16,0 0-3-16,0 0 2 0,0 0-6 0,0 0 0 0,0 0-3 15,0 0-9-15,0 0 2 0,0 0-15 0,0 0-21 16,0 0-21-16,0 0-31 0,0 0-31 0,0 0-47 16,0 0-33-16,0 0-176 0,-25 14-406 15,19-11 180-15</inkml:trace>
  <inkml:trace contextRef="#ctx0" brushRef="#br0" timeOffset="116716.48">11558 11143 75 0,'0'0'150'0,"0"0"-7"0,0 0 1 0,-8-4-6 15,8 4-14-15,0 0-4 0,0 0-5 0,-5-6-7 16,5 6-2-16,0 0-4 0,0 0-3 0,-6-4-5 0,6 4-8 16,0 0-2-16,-7-3-5 0,7 3-7 0,0 0-6 15,0 0 5-15,-7-5-3 0,7 5-9 16,0 0-7-16,-7-5-3 0,7 5-4 0,-8-2-3 15,8 2-2-15,-8-3 6 0,8 3-2 0,0 0 7 16,0 0-10-16,0 0 8 0,-9-2-1 0,9 2-3 16,0 0-9-16,0 0 0 0,0 0-6 0,0 0 3 15,0 0-5-15,0 0-8 0,0 0-3 0,0 0 0 16,0 0-1-16,19-6-3 0,-6 6-3 0,3-2 5 0,1 1-6 16,6 1 4-16,6-1-5 0,1-1 2 15,4 2-2-15,1 0 0 0,0-2 3 0,4 1-3 16,-1 1 0-16,-1-2 0 0,3 2-1 0,13 0 3 0,0-1-3 15,-2 0-1-15,0-1-1 0,-11 1 0 0,-1-1-2 16,1 0 1-16,11 0-2 0,-16-1 3 0,-1 0-5 16,-1 0 5-16,-1-1-1 0,-1 1-1 0,-10 2 0 15,0-1 0-15,0 1-1 0,-4-1 0 0,-4 1 0 16,-1 1-1-16,0 0-3 0,-3-2 5 16,-9 2-6-16,13-1 4 0,-13 1-2 0,12 1 0 0,-12-1-6 15,9 0-8-15,-9 0-6 0,0 0-4 0,0 0-3 16,0 0-13-16,0 0-32 0,0 0-38 0,-15 13-23 15,9-9-30-15,-3 1-25 0,-1-1-33 0,-5 5-123 16,3-5-372-16,-1 0 166 0</inkml:trace>
  <inkml:trace contextRef="#ctx0" brushRef="#br0" timeOffset="117384.96">11806 11367 44 0,'0'0'173'0,"0"0"-13"0,0 0-6 15,0 0-5-15,0 0-10 0,0 0-8 0,0 0-6 16,0 0-9-16,-9-5-6 0,9 5 0 0,0 0-7 16,0 0-3-16,0 0-3 0,0 0-7 0,0 0-7 15,0 0 2-15,0 0-7 0,0 0-4 0,0 0-5 16,0 0-4-16,0 0-5 0,0 0-2 0,0 0 1 16,0 0 0-16,0 0 0 0,0 0-3 0,0 0-6 15,0 0-6-15,0 0 4 0,0 0-5 0,0 0-5 16,0 0-4-16,-9-3-3 0,9 3-1 0,0 0-3 15,0 0 1-15,0 0-6 0,0 0-2 0,0 0-3 16,0 0-4-16,0 0-1 0,0 0 1 0,0 0-1 16,0 0-3-16,0 0-2 0,0 0 0 0,0 0-2 15,0 0 0-15,0 0-1 0,0 0 2 0,0 0 3 16,0 0-6-16,0 0 0 0,29 3 1 0,-16-3-1 0,1 0 0 16,-3 1-2-16,2-1 2 0,5 0-1 0,3 0 1 15,-3-1 5-15,2 1 1 0,-1 0-1 16,3-3 0-16,0 2-4 0,-2 1 7 0,2-2 2 15,-6 0 4-15,2 2-5 0,-4-1 10 0,-3-1-10 16,-2 1-2-16,2 1-2 0,-4-1 3 0,-7 1-4 16,11 0-1-16,-11 0 4 0,0 0-4 0,13 1 0 0,-13-1-2 15,0 0 2-15,9-1 1 0,-9 1-1 16,0 0 6-16,0 0 7 0,0 0 1 0,0 0 2 0,7-2 0 16,-7 2 1-16,0 0-2 0,0 0 10 0,0 0-12 15,0 0-3-15,0 0 4 0,0 0-5 0,0 0-1 16,0 0 3-16,0 0-4 0,0 0-2 15,0 0-6-15,0 0-9 0,0 0-1 0,0 0-8 0,0 0-11 16,0 0-12-16,0 0-16 0,0 0-22 0,0 0-14 16,0 0-23-16,0 0-36 0,0 0-15 0,0 0-24 15,0 0-30-15,-29 6-17 0,29-6-155 0,-11 2-420 16,4-2 186-16</inkml:trace>
  <inkml:trace contextRef="#ctx0" brushRef="#br0" timeOffset="118185.04">11526 11567 16 0,'0'0'130'0,"0"0"-9"0,-14-2-10 16,14 2-5-16,0 0-9 0,-7-1-3 0,7 1-6 15,-10-2-2-15,10 2 3 0,0 0 3 0,-11 0-2 16,11 0-5-16,-11-2-4 0,11 2-3 0,-9-2-4 16,9 2-3-16,-11 0 4 0,11 0-5 0,0 0 0 15,-13 0-1-15,13 0-9 0,0 0 0 0,0 0-2 16,-10 0-6-16,10 0-3 0,0 0-4 0,0 0-7 16,0 0-3-16,0 0-1 0,0 0-3 0,0 0-4 15,-8-2-4-15,8 2 3 0,0 0-6 0,0 0-1 16,0 0 4-16,0 0 3 0,0 0 0 0,0 0 1 15,0 0 4-15,0 0 1 0,31-1-1 0,-22 2 1 16,4-1-1-16,1 0 8 0,4 0-2 0,1-2 3 16,4 2-1-16,5-1 0 0,1-2-8 0,2 2 3 15,1-2-5-15,2 0-2 0,2 3-2 0,1-2-2 16,4 0-5-16,-2-1 1 0,12 0-5 0,-13 0 3 16,0-1-3-16,2 4 0 0,12-3-2 0,-12 3-1 15,-1-4-3-15,1 4-1 0,12-2-1 0,-14 0 2 16,0-1-3-16,0 1 0 0,3 2 0 0,-5-3-1 15,2 1 2-15,-4-2-1 0,1 0 1 0,-1 1-1 16,-2 0-4-16,-3 0 4 0,-7 0-5 0,-1 3 3 16,-2-2 0-16,-2 0-3 0,-4 2-1 0,-3-2 4 15,0 1-3-15,-1 1 5 0,-9 0-7 0,10-1-1 0,-10 1 1 16,11-1 0-16,-11 1-5 0,0 0-4 16,0 0-6-16,10 0-9 0,-10 0-2 0,0 0-16 15,0 0-24-15,0 0-34 0,0 0-30 0,0 0-40 16,-21 11-37-16,11-7-188 0,-1-1-428 0,2-2 190 0</inkml:trace>
  <inkml:trace contextRef="#ctx0" brushRef="#br0" timeOffset="118834.61">11978 11655 39 0,'0'0'226'0,"-4"-5"-10"0,4 5-13 0,0 0-12 16,0 0-13-16,0 0-13 0,0 0-10 0,0 0-18 15,0 0-9-15,0 0-12 0,0 0-23 0,0 0-4 16,0 0-9-16,0 0-5 0,0 0-2 0,0 0-3 16,0 0-1-16,-2 26-6 0,2-14 9 0,0 5-5 15,0 0-8-15,1 1 2 0,-1 2-3 16,0 7 7-16,-1-1-6 0,2 1 3 0,-1 2 8 15,0 0-3-15,-1 0 15 0,-1 0-13 0,2 1 0 0,-2 1 10 16,2-1-13-16,-4 2-2 0,2 1-6 0,0 1 1 16,2-1-2-16,-2 1-2 0,0 0 20 0,2 0 4 15,0-1-4-15,-2-4-4 0,4 0-9 0,0-3-1 16,-2-1-12-16,0-8 1 0,0-1-3 0,0 0-9 16,0-4 5-16,0-1 0 0,2-1-14 0,-2-1-1 15,0-2-4-15,0-7-11 0,0 11 23 0,2-6-18 16,-2-5-9-16,0 0-11 0,0 8-17 0,0-8-20 15,0 0-41-15,0 0-46 0,0 0-42 0,0 0-59 16,0 0-65-16,0 0-302 0,8-28-643 0,-8 15 285 16</inkml:trace>
  <inkml:trace contextRef="#ctx0" brushRef="#br0" timeOffset="120134.9">8985 12324 38 0,'0'0'74'0,"-14"3"0"0,8-3-11 16,6 0-1-16,-13-1-6 0,13 1 6 0,-13 1-4 16,13-1-3-16,-10-1-12 0,10 1 13 0,0 0 1 15,-10 1-21-15,10-1 18 0,0 0-4 0,-9 0 6 16,9 0 0-16,0 0-9 0,0 0-3 0,-9-4 4 16,9 4 1-16,0 0-8 0,-7-5-1 0,7 5-7 15,-5-7 6-15,5 7 4 0,-6-8 5 0,6 8-9 16,-6-8-3-16,6 8 12 0,-6-8-5 0,4 4-4 15,2 4 8-15,-7-7-3 0,7 7-2 0,-5-4-4 16,5 4 3-16,-7-7-7 0,7 7-6 0,-5-4 0 16,5 4-5-16,-7-5-1 0,7 5 0 0,-5-5-4 15,5 5-2-15,-5-4 1 0,5 4 6 0,0 0-6 16,-9-4 11-16,9 4-6 0,0 0 2 0,0 0 0 16,0 0-2-16,0 0 0 0,-6-4-2 0,6 4-2 15,0 0-4-15,0 0 0 0,0 0-4 0,0 0 3 16,0 0-5-16,0 0 5 0,0 0 5 0,0 0 14 15,0 0 6-15,0 0 4 0,38 7 3 0,-20-9 1 16,3 3 1-16,10-1-4 0,1 0-3 0,-1-1-3 16,3 0-4-16,6 1 0 0,0-3-2 0,13 2-4 0,1-2 0 15,1 2-3-15,-1-2-4 0,2 1 1 0,-3 2-2 16,6-2-3-16,1 1-3 0,-1-3 3 16,1 6-2-16,-1-2-3 0,1 0-4 0,-4 2 4 0,1 1-3 15,0-3 3-15,-1 6-2 0,2-5-1 0,-2 3 0 16,-2-2-3-16,1 0 1 0,-2 2 0 0,-14-3-2 15,14-1-1-15,0 6 1 0,-15-4 0 0,13 1 2 16,-11-2-1-16,10-1-5 0,2-1 5 16,-12-1-1-16,15 2-4 0,1-2 2 0,-3-2 4 0,4 0-4 15,-1-1 1-15,-1-2-1 0,2 3 1 0,0-3 1 16,0 3 0-16,1 0-3 0,-5-1-1 16,2 0 2-16,-2 2 2 0,-3-1-6 0,-10 1 4 15,0 1-2-15,14-2 3 0,-16 1 0 0,13-2-2 0,-14 3 1 16,2-1 1-16,-2 1 2 0,1 0 4 0,2-1 5 15,-2 0-1-15,14-1-3 0,-14 1 2 0,0-3-6 16,1 4 3-16,1-2-1 0,-2 3 1 0,-2-2-3 16,0 0 2-16,-3 1-2 0,0-2 0 0,-1 2-4 15,-1-1-1-15,-2 0 3 0,-1 0 0 0,1 1-4 16,-1 0 4-16,-8 1 0 0,9-1 0 0,-2 0-3 16,-5 0 0-16,1 0 4 0,4 1 0 0,0 1 2 15,2-1-5-15,-1 0 4 0,0-1 1 0,0 2 1 16,-1-4-3-16,4 4 2 0,0-6-1 0,1 4 0 15,2 0 1-15,2-2 1 0,1 2 0 0,-1-3-5 16,-2 1 2-16,1 2 5 0,-7-2-8 0,3 0 3 16,-2 3 6-16,-10-2-10 0,1 2 4 0,-2-1-2 15,2 2 2-15,-2-2 1 0,2 0-3 0,-2 1 0 16,0-1 1-16,-2 1-1 0,-3-1 1 0,6 0 2 16,2 2-3-16,-2-3 1 0,-1 1-2 0,-1 0 3 0,0-1-2 15,2 0 0-15,0 3-4 0,-6-1 2 0,0-2 10 16,-2 3-11-16,1-1 3 0,-1-1-7 15,0 0-4-15,-4 2-10 0,0-2-5 0,-7 2-9 16,13 0-6-16,-13 0-6 0,14-2-3 0,-14 2-6 0,11 2-7 16,-4-2-5-16,4-2-8 0,2 0-23 0,-2 1-28 15,1-1-39-15,6 1-31 0,-4 0-47 0,-1-2-128 16,1 3-400-16,-3-3 177 0</inkml:trace>
  <inkml:trace contextRef="#ctx0" brushRef="#br0" timeOffset="120533.85">13432 12053 196 0,'-11'1'212'0,"11"-1"-6"0,0 0-7 16,0 0-14-16,0 0-7 0,0 0-6 0,0 0-16 16,0 0-10-16,0 0-6 0,27 3-10 0,-14-3-11 15,8 0-11-15,6 1-5 0,2 1-6 0,5-4-12 16,-1 1-7-16,3 2-9 0,2-1-1 0,2-1-3 16,10-1-10-16,-12 2-4 0,3-2-8 0,-1 2-2 15,-2-1 3-15,-2-1-12 0,-3 1-4 0,2-1-1 16,-1 0-4-16,-3 0-1 0,-4-1-4 0,-5 2-1 15,0-1 6-15,-3 1-9 0,0 0-2 0,-1 2-1 16,0-2-1-16,1-1 1 0,-6 2-3 0,0 0 1 16,0-1-3-16,-3 1-1 0,-1-2 0 0,0 2-8 0,-9 0-10 15,14-2-9-15,-14 2-14 0,9 0-12 16,-9 0-15-16,0 0-27 0,0 0-41 0,0 0-43 16,0 0-50-16,0 0-181 0,0 0-437 0,-25-10 195 15</inkml:trace>
  <inkml:trace contextRef="#ctx0" brushRef="#br0" timeOffset="123704.47">12607 8931 71 0,'0'0'80'0,"0"0"4"15,-6 5-6-15,6-5-11 0,-7 3-3 0,-1 0 7 0,8-3-1 16,-10 3-8-16,10-3 4 0,-9 4-3 0,9-4-4 15,-9 3-9-15,9-3 1 0,-6 3-8 16,6-3 0-16,-8 3 3 0,8-3 3 0,0 0-8 0,0 0-2 16,0 0 0-16,-6 3-6 0,6-3 6 0,0 0 6 15,0 0 4-15,0 0 1 0,27 6-2 0,-16-5-3 16,3-1-10-16,8 1-1 0,5-1-4 0,4-1-2 16,1 0-3-16,2-1 4 0,4 0-5 0,-2 0 1 15,20 1-4-15,-2-1-1 0,-1 2 2 0,0-2-5 16,3 4-3-16,2-4-1 0,-5 2-3 0,4-1 7 15,3 0-8-15,-3-2 5 0,3 2-4 0,1-2-1 16,0 2 1-16,-1 1-9 0,-1 0 2 0,-1-1 3 16,-4 0-4-16,-2-1 11 0,-12 2-5 0,-2-1-3 15,1 1-2-15,-1 0-1 0,-3-2 4 0,4 0-2 16,-3 2-3-16,0-1-5 0,-3 0 10 0,3-1-4 16,2 1-3-16,1-2 11 0,-1 1 7 0,0 3-7 15,-2-3 2-15,-2-2-4 0,2 2 6 0,-1 0-4 16,-5 3-1-16,3-4 9 0,-5 2-5 0,3 0-1 15,-11 0 6-15,4-1-1 0,-5 2-2 0,0-1-1 0,-5 1 2 16,2 1-2-16,-2-1-4 0,-3-1-2 16,-3 1 0-16,0-1 0 0,-8 1 5 0,15-1 4 15,-15 1 0-15,15 0 1 0,-9-2-3 0,-6 2 1 16,13 0-1-16,-6 0-4 0,-7 0 0 0,11-2-1 16,-11 2-2-16,11-1-2 0,-11 1 3 0,8 0-3 0,-8 0 0 15,0 0-4-15,12-2 0 0,-12 2-6 16,0 0-9-16,7-1-16 0,-7 1-15 0,0 0-13 0,0 0-27 15,0 0-29-15,0 0-36 0,0 0-32 0,0 0-118 16,0 0-321-16,0 0 142 0</inkml:trace>
  <inkml:trace contextRef="#ctx0" brushRef="#br0" timeOffset="124100.69">14863 8887 188 0,'0'0'195'0,"0"0"-12"0,0 0-7 16,-18-12-12-16,18 12-12 0,-11 0-11 0,11 0-10 15,0 0-9-15,-16 3-10 0,16-3-7 0,-12 4-11 16,6-2-5-16,-2 3-9 0,8-5 1 0,-10 8-7 16,6-2-6-16,-3 0-2 0,1 0-9 0,3 1-1 15,-4-1-6-15,4 3-4 0,2-2-6 0,0-1-1 16,1-6-4-16,-1 10-1 0,1-10-8 0,1 11 3 15,1-4-4-15,1-2 0 0,4-1-3 0,0 1-2 16,3-3-1-16,1 1 0 0,0-3-1 0,1 3-1 16,-1-4-2-16,8-1-1 0,-1 1-2 0,-1-3 0 15,1 0-3-15,-6 1 1 0,0-1 0 0,1 0 3 16,-5-2 5-16,1-1 7 0,2 1-1 0,-6-1-1 16,3 0-2-16,-3-2-3 0,-5-1 1 0,5 0 1 15,-4 1-6-15,0-4-3 0,-2 4 2 0,-3-1 2 16,0 3-10-16,1-5 2 0,-3 6-1 0,1-2 0 15,-1 0-10-15,-1 3-3 0,-2-1-20 0,3 4-15 16,-4-1-24-16,-3 3-23 0,-1 2-35 0,-5 3-48 16,-1 0-38-16,-6 9-190 0,0-2-433 0,-2 5 192 15</inkml:trace>
  <inkml:trace contextRef="#ctx0" brushRef="#br0" timeOffset="125133.89">14146 12030 188 0,'0'0'192'0,"0"0"-4"0,0 0 1 16,-2-6-13-16,2 6-6 0,0 0-8 0,0 0-7 16,0 0-9-16,0 0-6 0,0 0-8 0,0 0-8 15,0 0-8-15,-5-6-4 0,5 6-9 0,0 0-6 16,0 0-9-16,0 0 4 0,0 0-16 0,0 0-5 16,0 0-7-16,0 0-2 0,0 0-8 0,0 0-5 15,19-1-5-15,-7 1 1 0,2-1-4 0,-2 1-4 16,8-2 6-16,0 1-15 0,9-3-2 0,0 4-1 15,3-4-3-15,-1 3 2 0,3-3-3 0,0 1-5 16,2 0-1-16,2 0-1 0,2-1-2 0,0 2-2 16,-1-2-1-16,12-2 3 0,-12 4-1 0,-3 1 0 15,-1-3-6-15,-1 2-2 0,-4 1 4 0,-2 0-2 16,-6 0 1-16,-4 1-1 0,1 0 0 0,-1-1-1 16,-4 1-4-16,0 1 5 0,-1 0-3 0,-2-1-2 15,-3-1 6-15,4 1-5 0,-12 0 0 0,14 0 2 16,-9 1 1-16,-5-1-1 0,11 1-2 0,-11-1 0 15,0 0 8-15,0 0-5 0,10 1-3 0,-10-1 0 16,0 0-6-16,0 0-4 0,0 0-8 0,0 0-11 16,0 0-9-16,0 0-15 0,0 0-16 0,0 0-23 15,0 0-21-15,0 0-25 0,0 0-26 0,0 0-30 16,0 0-14-16,0 0-23 0,0 0-128 0,0 0-388 16,-24 6 173-16</inkml:trace>
  <inkml:trace contextRef="#ctx0" brushRef="#br0" timeOffset="125485.2">15081 11951 188 0,'0'0'198'0,"0"0"-2"0,0 0-13 16,0 0-9-16,0 0-15 0,0 0-7 0,0 0-6 15,0 0-10-15,0 0-7 0,-12-11-11 0,12 11-4 16,0 0-10-16,0 0-1 0,0 0 1 0,0 0 6 0,-11 13-11 16,7-9-5-16,3 2-5 0,-2 0-3 0,1 1-6 15,-4 3 9-15,4-1-12 0,0 0-1 16,0 1-14-16,0-3-6 0,2-7-1 0,-3 14-6 15,6-4 1-15,-3-10-1 0,2 10 2 0,0-5-1 0,2 1-1 16,3-1-6-16,-2-3 2 0,1 1-2 16,-6-3-9-16,13 1 3 0,0-2-7 0,-3 0-1 15,2-2-4-15,-2 0-2 0,0-2 0 0,2 1 1 0,-6-2 1 16,4 1-3-16,-3-1-4 0,2-4 4 0,-6 3-1 16,0-3 4-16,0 2 0 0,-3-2-5 0,0 0-5 15,-6 0 4-15,3 0-2 0,-5-1-6 0,2 1 2 16,-2 2-6-16,-1-1-7 0,-1 1-4 0,0 0-8 15,-6-2-14-15,5 6-18 0,-2-2-15 0,-1 4-20 16,1 0-18-16,0-1-27 0,1 3-54 0,-1-1-64 16,-1 0-59-16,1 2-187 0,1-2-528 0,1 0 234 15</inkml:trace>
  <inkml:trace contextRef="#ctx0" brushRef="#br0" timeOffset="127785.13">12486 9826 25 0,'-4'-4'188'0,"4"4"-6"0,-7-7 17 15,7 7-13-15,-7-7-10 0,5 3-6 0,2 4 1 16,-6-5-13-16,6 5-7 0,-6-7-3 0,6 7-12 0,0 0-7 16,-4-6-5-16,4 6-9 0,0 0-14 15,0 0-10-15,-7-4-10 0,7 4-10 0,0 0-11 16,0 0-6-16,0 0-6 0,0 0-4 0,0 0-6 16,0 0-5-16,0 0-3 0,0 0-2 0,7 22-6 15,-3-13 1-15,-2 1-2 0,4 2-3 0,0 2-4 16,-1-2 8-16,-1 5-9 0,2-1-1 0,0 3 1 15,-1-6-1-15,1 0-6 0,0-1 4 0,-3-2-2 16,3 1 3-16,-1-1-4 0,0-2-2 0,-1 1-1 0,-1-1 5 16,0-3 0-16,4 1 2 0,-5-2 1 0,1 0 1 15,-3-4 4-15,5 7 6 0,-1-3 10 0,-4-4 16 16,0 0 4-16,5 5 14 0,-5-5 5 0,0 0 2 16,0 0-8-16,0 0-4 0,12-10-10 0,-9 4 1 15,4-3-14-15,0-1 1 0,1-4-2 0,1-2-10 16,1 3 6-16,-1-1-10 0,-1 0-8 0,4-1 14 15,-5-1-17-15,1 2 6 0,-1 0-6 0,0 2-3 16,0-1 0-16,-3 1-4 0,0 1-9 0,1 4-9 16,-1-2-4-16,-1 3-14 0,-3 6-16 0,3-10-16 15,-3 10-20-15,4-7-24 0,-4 7-27 0,0 0-11 16,0 0-14-16,0 0-10 0,0 0-24 0,0 0-24 16,2 20-16-16,-4-8-194 0,2 1-461 0,0-2 205 15</inkml:trace>
  <inkml:trace contextRef="#ctx0" brushRef="#br0" timeOffset="128066.89">12764 9972 187 0,'0'0'179'0,"0"0"-8"0,0 0-22 16,0 0-14-16,10-7-18 0,-10 7-11 0,0 0-5 0,0 0-8 16,4 9-2-16,-4-9-7 0,2 9-6 15,1-2-4-15,-3-1 6 0,2 2 5 0,-4 1 1 16,4 4-8-16,-4-3-7 0,2 0-2 0,-2 0-9 15,-1-1 0-15,3 1-4 0,-4-2-11 0,4-8 0 0,-2 13-5 16,0-6-4-16,2-7-2 0,-2 8-2 16,2-8-2-16,-4 8-1 0,4-8-5 0,-2 6-1 15,2-6-4-15,0 0 2 0,0 0-3 0,0 0 6 16,0 0-1-16,8 7 2 0,-8-7-1 0,13-1-6 0,1-1-4 16,-3 0 2-16,4 0-3 0,-1-1 2 0,-1 0-17 15,3-2-15-15,1 2-28 0,-3 1-26 0,-1-1-48 16,2 0-40-16,-2 0-41 0,1 0-162 15,-5 0-390-15,1-2 173 0</inkml:trace>
  <inkml:trace contextRef="#ctx0" brushRef="#br0" timeOffset="128634.6">12498 9358 118 0,'0'0'205'0,"0"0"-5"0,0 0-13 16,0 0-8-16,0 0-13 0,0 0-11 0,0 0-16 16,0 0-15-16,0 0-12 0,0 0-12 0,0 0-6 0,0 0-4 15,15-8-4-15,-5 4-5 0,1 1-7 0,1 2-2 16,2-1-8-16,-1 0-7 0,4-1-8 0,0 0-3 15,-3 2-8-15,-1-1-4 0,1 1 0 16,-3-1-4-16,2 2-8 0,1-2 2 0,-3 2-10 0,1 0-24 16,-3 2-26-16,-1 0-18 0,-8-2-33 0,14 4-27 15,-9-3-30-15,-5-1-18 0,8 5-28 0,-8-5-110 16,1 7-324-16,-1-7 143 0</inkml:trace>
  <inkml:trace contextRef="#ctx0" brushRef="#br0" timeOffset="128867.11">12644 9228 27 0,'-3'-5'240'15,"3"5"-16"-15,-5-8-6 0,5 8-15 0,-2-7-12 16,2 7-8-16,-4-5-25 0,4 5-17 0,-7-6-12 16,7 6-19-16,0 0-10 0,0 0-11 0,0 0-10 15,0 0-6-15,0 0-6 0,0 0-8 0,-2 18-2 16,-2-7-4-16,4 2 2 0,-4 0-10 0,3 0-3 15,1 3-5-15,-2 0 1 0,1 2-8 0,-1-2-14 16,2 2-9-16,-4 0-23 0,4-2-42 0,0 4-25 16,-5-4-46-16,6 2-38 0,-2-1-48 0,-1 1-120 15,3-1-360-15,-4 0 159 0</inkml:trace>
  <inkml:trace contextRef="#ctx0" brushRef="#br0" timeOffset="129446.72">12466 10483 18 0,'0'0'212'0,"0"0"-5"0,-11-3-9 0,11 3-9 0,-5-3-11 16,5 3-7-16,0 0-10 0,0 0-8 0,0 0-8 15,-8-2-15-15,8 2-12 0,0 0-8 0,0 0-14 16,0 0-4-16,0 0-8 0,0 0 3 0,0 0-13 15,0 0-2-15,0 0-1 0,0 0-13 0,0 0-2 16,0 0-3-16,26-3-7 0,-17 2 2 0,3-1-5 16,-3 4-3-16,4-4-5 0,1 2 2 0,-4-1-1 15,4-2-7-15,4 2-6 0,-5 0 4 0,1 0-1 16,-1 1-3-16,-5-1-3 0,0-1 1 0,-8 2-1 0,13 0-4 16,-5-1 1-16,-8 1-2 0,11 0-4 15,-11 0 0-15,0 0-5 0,8-2-9 0,-8 2-18 16,0 0-23-16,0 0-26 0,9-1-37 0,-9 1-39 15,0 0-49-15,0 0-35 0,0 0-182 0,6 3-445 0,-6-3 197 16</inkml:trace>
  <inkml:trace contextRef="#ctx0" brushRef="#br0" timeOffset="130990.45">13053 11049 120 0,'0'0'262'16,"-3"-7"-16"-16,3 7-11 0,0 0-13 0,0 0-15 16,-4-5-17-16,4 5-14 0,0 0-15 0,0 0-18 15,0 0-15-15,0 0-13 0,0 0-9 0,0 0-13 16,0 0-8-16,0 0-9 0,0 0-4 0,0 0-8 16,0 0-4-16,0 0-2 0,0 22-2 0,0-22-3 15,2 13 1-15,0-7-4 0,1 1 4 0,1 2-4 0,2-2-5 16,-4 1-2-16,1 1-5 0,4-1-2 0,-2 1-3 15,1-1-3-15,-1 0 9 0,3 0-12 16,-2 0-2-16,2-2-8 0,-1 3 2 0,-1-2 3 16,-1-1 0-16,2-1-8 0,0 2-6 0,-3-2 2 0,2 1 0 15,-1-1 1-15,2-1-3 0,-2 1-2 16,-3 0 0-16,2 1 0 0,-4-6 8 0,4 6-9 16,-1-2 2-16,-3-4-2 0,0 0 3 0,-2 9-3 15,2-9 5-15,-3 7 3 0,3-7-2 0,-8 6 1 16,3-2-4-16,-2-1 8 0,7-3-9 0,-15 3-1 0,8-2-10 15,-5 3 0-15,4-3-7 0,-1-1-17 16,-1 1-20-16,-1-1-17 0,0 0-19 0,-1 0-26 16,0-2-28-16,3-1-38 0,1 1-38 0,8 2-40 0,-15-6-180 15,11 2-470-15,-4-4 208 0</inkml:trace>
  <inkml:trace contextRef="#ctx0" brushRef="#br0" timeOffset="131166.4">13088 11047 78 0,'7'-2'167'16,"1"-3"-2"-16,6 2-8 0,-5-1-14 0,5 0-3 15,1 2-19-15,2-3-14 0,-2 2-13 0,3-1-7 16,0 3-14-16,-4 1-23 0,1-1-39 0,-1-1-33 16,-1 2-45-16,-1 0-52 0,-3 2-79 0,-1-2-214 15,3-2 95-15</inkml:trace>
  <inkml:trace contextRef="#ctx0" brushRef="#br0" timeOffset="131633.59">13440 10986 120 0,'0'0'260'16,"0"0"-14"-16,0 0-12 0,4-8-14 0,-4 8-14 0,0 0-15 15,0 0-21-15,0 0-12 0,0 0-16 16,0 0-17-16,0 0-9 0,0 0-9 0,0 0-3 16,0 0 0-16,0 0 2 0,0 0-1 0,10 22 8 15,-7-15-9-15,1 1-5 0,2 2-4 0,-3-3-2 16,4 3-8-16,-2-1-4 0,-1 2-2 0,0 0-10 16,1-2-8-16,3 3-12 0,-2-2-3 0,0 0 3 15,-1 2-8-15,3-3 9 0,-4 2-15 0,4-2-8 16,-2 1-1-16,-1 0 0 0,1-2-1 0,1 0-8 0,-2-2 7 15,0 2-5-15,-1-3-2 0,0 0 2 16,-1 0 6-16,1 1-14 0,0-3 5 0,-4-3 1 0,6 6-4 16,-6-6 5-16,4 5 7 0,-4-5 10 0,4 3 4 15,-4-3 12-15,0 0 3 0,0 0 0 16,0 0-5-16,0 0 0 0,16-11-6 0,-12 6-1 0,3-2-8 16,2 0 2-16,-2 1-11 0,4-8 4 15,0 2-7-15,0-2 1 0,1-1-4 0,-1-2 6 16,7-4-11-16,-9 6-8 0,4-3-6 0,-3 1 0 0,1 3 0 15,-5 3-4-15,1 1 8 0,-2 3-9 0,-1 2 18 16,1-2-15-16,-1 2-12 0,-4 5-21 0,4-8-19 16,-4 8-30-16,4-7-27 0,-4 7-32 0,0 0-26 15,0 0-27-15,0 0-38 0,0 0-43 0,0 0-49 16,-27 7-208-16,19-5-578 0,1 0 256 0</inkml:trace>
  <inkml:trace contextRef="#ctx0" brushRef="#br0" timeOffset="133051.07">10730 11123 125 0,'0'0'237'0,"0"0"-9"15,-3-9-10-15,3 9-7 0,0 0-8 0,-1-7-9 0,1 7-11 16,0 0-6-16,0 0-18 0,0 0-11 0,0 0-16 16,0 0-10-16,0 0-16 0,0 0-15 0,0 0-10 15,0 0-7-15,0 0-6 0,0 0-7 0,0 0-4 16,0 0 1-16,-9 22-2 0,5-11-4 0,0 1 4 16,0-2-5-16,-1 5-3 0,0 1 11 0,1-1-10 15,-1 3-2-15,1-1-1 0,0-4-7 0,3 4 2 16,-1-1-2-16,0-4-4 0,2 0 1 0,-1 0-4 15,2 2-1-15,1-4-3 0,0 0 2 0,-1 0-5 16,3-1-2-16,-1 0-4 0,-1-2 6 0,2-2-2 16,0 1 11-16,5 0-3 0,-4-1 3 0,0-3-3 15,2 1-3-15,2 0-8 0,-1 0-10 16,0-3-20-16,3-1-17 0,-11 1-19 0,19-3-27 0,-9 1-22 16,1-2-20-16,-2 1-21 0,0-2-30 0,0-1-31 15,0-2-14-15,0 3-21 0,-6-2-30 0,-1 2-146 16,2-4-440-16,0 2 196 0</inkml:trace>
  <inkml:trace contextRef="#ctx0" brushRef="#br0" timeOffset="133217.04">10824 11286 169 0,'-6'-2'181'0,"6"2"5"16,0 0-3-16,0 0-6 0,0 0-1 0,-5-6-3 16,5 6-10-16,0 0-6 0,0 0-10 0,0 0-10 15,0 0-10-15,0 0-16 0,0 0-9 0,0 0-16 16,11-10-5-16,-11 10-12 0,12-3-16 0,-6 3-20 15,-6 0-22-15,10-5-30 0,-3 3-32 0,0-1-44 16,2-1-31-16,2 1-33 0,-3 1-34 0,-2-1-121 0,-1 0-339 16,1-2 151-16</inkml:trace>
  <inkml:trace contextRef="#ctx0" brushRef="#br0" timeOffset="133387.89">10787 11086 8 0,'0'0'221'0,"-6"-4"-17"16,6 4-10-16,0 0-13 0,-4-5-16 0,4 5-15 16,0 0-19-16,0 0-17 0,14-10-10 0,-4 6-20 15,0 0-24-15,3 3-32 0,1-2-32 0,3-2-49 16,-4 2-45-16,1 3-34 0,-2 0-95 0,1-1-245 16,-4 1 109-16</inkml:trace>
  <inkml:trace contextRef="#ctx0" brushRef="#br0" timeOffset="133751.57">11037 11290 38 0,'0'0'209'0,"0"0"0"16,0 0-11-16,0 0-8 0,0 0-12 0,3 4-9 15,-3-4-12-15,0 0-11 0,9 6-14 0,-9-6-13 16,4 5-11-16,-4-5-10 0,5 8-7 0,-1-2 4 16,-4-6-2-16,1 11-6 0,-1-2-3 0,0-1 1 15,-1 3 0-15,-3-2-2 0,-1-1-4 0,1 3-3 16,-2-2-5-16,0 3-3 0,-2-2-4 0,0 0-5 16,2-1-5-16,-5 0-3 0,5-1-3 0,1-2-5 15,2-1-6-15,-1-1 0 0,4-4-6 0,-6 8-2 16,6-8-4-16,-5 6 2 0,5-6 0 0,0 0-2 15,0 0-2-15,0 0-8 0,0 0-4 0,18 4-9 16,-7-5-14-16,2-3-21 0,5-1-21 0,9-3-27 0,1 0-39 16,1 1-34-16,2-1-48 0,0-2-46 15,-1 3-194-15,1-2-480 0,0 1 213 0</inkml:trace>
  <inkml:trace contextRef="#ctx0" brushRef="#br0" timeOffset="135458.51">11288 10615 118 0,'0'0'191'0,"0"0"-2"0,0 0-10 0,0 0-4 0,0 0-12 16,0 0-4-16,0 0-10 0,0 0-6 0,0 0-12 16,0 0-1-16,0 0-10 0,0 0-8 0,0 0-7 15,0 0-5-15,0 0 2 0,0 0-13 0,-4-7 0 16,4 7-6-16,0 0-4 0,0 0-6 0,0 0 2 15,0 0-2-15,0 0-4 0,0 0-3 0,0 0-1 16,-9-1 2-16,9 1-7 0,0 0-1 0,0 0 1 16,0 0-2-16,0 0-2 0,0 0-6 0,0 0-2 15,0 0-5-15,0 0-5 0,0 0-1 0,0 0-3 16,0 0-2-16,0 0 2 0,0 0 7 0,0 0-12 16,0 0-3-16,0 0-4 0,0 0 0 0,0 0-2 15,22 0 0-15,-10 0-3 0,4-3-4 0,2 0 4 0,3 3-3 16,1-2-4-16,-2-1 3 0,0 1 1 15,-1-1-7-15,-2 2 3 0,-1 1 4 0,-3-3-13 16,-2 3 5-16,1-1 0 0,-1 1 0 0,-4 0 0 16,2-1-2-16,-9 1-1 0,13 0 0 0,-13 0 1 0,8 1 2 15,-8-1 0-15,0 0 2 0,10 0 10 0,-10 0 2 16,0 0 5-16,0 0 21 0,9-1-14 16,-9 1-2-16,0 0 1 0,0 0 0 0,0 0-8 15,0 0-2-15,6-3-1 0,-6 3 4 0,0 0-13 0,0 0-19 16,0 0-20-16,0 0-29 0,0 0-30 15,0 0-26-15,0 0-19 0,0 0-30 0,0 0-52 0,0 0-61 16,-10 21-280-16,5-16-600 0,3 1 265 16</inkml:trace>
  <inkml:trace contextRef="#ctx0" brushRef="#br0" timeOffset="136384.17">11372 11846 25 0,'0'0'177'0,"-5"-11"-13"0,5 11-3 0,0 0 0 15,-3-6-3-15,3 6-18 0,0 0-1 0,0 0-9 16,-8-5-14-16,8 5-12 0,0 0-8 0,-9-2 1 16,9 2-7-16,0 0 2 0,-8-4-5 0,8 4 0 0,0 0-4 15,-7-3 9-15,7 3-12 0,0 0 0 16,0 0-2-16,0 0 17 0,-9-3-16 0,9 3-1 15,0 0 0-15,0 0-1 0,-9-1-2 0,9 1-3 0,0 0-3 16,0 0 1-16,0 0 1 0,0 0-6 0,0 0 1 16,0 0-4-16,0 0-7 0,0 0-10 0,0 0 4 15,-9-1-2-15,9 1-2 0,0 0 0 16,0 0-4-16,0 0-9 0,0 0 0 0,0 0-2 0,0 0-5 16,0 0 11-16,23-3-16 0,-15 1 0 0,-8 2 0 15,18-4-11-15,-8 3 1 0,1-2 1 0,0 2 1 16,2-1 12-16,-4-1-16 0,3 2-3 15,-5 0 3-15,3-1-2 0,-2 2-1 0,-8 0-15 0,14-2-11 16,-14 2-15-16,11-2-17 0,-11 2-16 0,10-1-15 16,-10 1-11-16,9 1-19 0,-9-1-19 0,0 0-28 15,9 3-29-15,-9-3-18 0,0 0-29 0,7 3-201 16,-7-3-473-16,0 0 209 0</inkml:trace>
  <inkml:trace contextRef="#ctx0" brushRef="#br0" timeOffset="136617.5">11402 11668 215 0,'0'0'236'0,"-7"-5"-6"0,7 5-17 16,-6-5-9-16,6 5-13 0,0 0-19 0,0 0-15 15,0 0-14-15,0 0-11 0,-13 7 2 0,13-7 1 16,-4 15-8-16,1-3-10 0,3-1-12 0,-2 5-10 15,2 1-7-15,0 1-12 0,2 0-4 0,-2-1-10 16,1 1-6-16,3-1-4 0,-4 2-21 0,2-6-22 16,0 4-32-16,-2-1-36 0,0-4-59 0,3 1-64 15,-5-1-72-15,-1 1-149 0,1-5-436 0,-2 2 192 16</inkml:trace>
  <inkml:trace contextRef="#ctx0" brushRef="#br0" timeOffset="138867.67">11974 12275 17 0,'0'-9'106'0,"0"9"8"0,0 0-16 0,0 0 0 0,-4-5-4 16,4 5-8-16,0 0-4 0,0 0 0 0,0 0-2 15,0 0-2-15,0 0-4 0,0-8 5 0,0 8-5 16,0 0 3-16,0 0-6 0,0 0 2 0,0 0-2 15,0 0 2-15,0 0-4 0,0 0 8 0,0 0 0 16,0 0-3-16,0 0 0 0,0 0-4 0,0 0-3 16,0 0-2-16,-2-10-5 0,2 10-9 0,0 0-1 15,0 0-5-15,0 0-6 0,0 0-5 0,0 0-4 0,0 0-4 16,0 0-5-16,0 0-2 0,0 0 2 0,0 0-3 16,0 0 3-16,0 25 6 0,0-15 1 0,-4 1-5 15,4 3 2-15,-1 2 3 0,1 0 6 16,0 1-3-16,-1 0 3 0,-1 2-3 0,2 0-3 0,0 0 3 15,-2-4-2-15,2 2-1 0,0 0 2 0,-2 2 1 16,0-4 3-16,2-1-2 0,0 3-1 16,0-3-3-16,0-3 5 0,0 2-8 0,0-1 0 15,0-3-2-15,0 1-1 0,2-1 7 0,-2 0-10 0,0-3 4 16,0-6-4-16,0 12 0 0,2-7 3 0,-2-5-5 16,0 0 1-16,0 12-3 0,0-12 1 0,0 7 1 15,0-7-3-15,0 8-3 0,0-8 0 16,0 0-2-16,0 0 3 0,0 0-4 0,0 0 3 0,-2 9-8 15,2-9-6-15,0 0-11 0,0 0-5 0,0 0-15 16,-2 8-15-16,2-8-10 0,0 0-18 0,-6 10-20 16,3-7-28-16,-2 2-26 0,5-5-26 0,-9 9-22 15,4-5-19-15,1 1-166 0,0-2-414 0,4-3 184 16</inkml:trace>
  <inkml:trace contextRef="#ctx0" brushRef="#br0" timeOffset="139116.42">11763 12790 109 0,'-7'5'192'0,"7"-5"-9"0,0 0-6 16,-9 0-8-16,9 0-8 0,0 0-4 0,0 0-13 15,0 0-2-15,0 0-14 0,29 0-7 0,-15-3-16 16,9 1-8-16,3-2-9 0,1 0-5 0,0 1-12 15,-6-3-5-15,1 4-13 0,-2-1-8 0,0 1-24 16,-4-2-17-16,2 4-29 0,-5-3-34 0,1 0-32 16,-3 2-28-16,-3 1-41 0,0-1-151 0,-8 1-336 15,0 0 149-15</inkml:trace>
  <inkml:trace contextRef="#ctx0" brushRef="#br0" timeOffset="139295.92">11908 12853 197 0,'-6'3'217'0,"6"-3"-6"16,0 0-11-16,0 0-9 0,0 0-1 0,0 0-19 0,0 0-7 15,0 0-15-15,0 0-12 0,0 0-15 16,27-2-10-16,-13-1-12 0,1 2-12 0,4-2-15 16,-4 1-23-16,5-2-26 0,-7 2-36 0,-1 0-40 15,-3 1-50-15,1-1-42 0,-1 1-48 0,-9 1-124 0,10 1-342 16,-10-1 152-16</inkml:trace>
  <inkml:trace contextRef="#ctx0" brushRef="#br0" timeOffset="139447.95">11905 12982 2 0,'0'0'226'0,"-6"5"-15"0,6-5-1 16,0 0-12-16,0 0-8 0,0 0-9 0,0 0-20 0,0 0-13 15,0 0-14-15,23-4-13 0,-9 2-14 16,1-3-14-16,4-2-28 0,-2 4-31 0,-3-1-49 0,4 0-62 15,1-2-65-15,-6 3-167 0,4-3-333 0,-3-4 149 16</inkml:trace>
  <inkml:trace contextRef="#ctx0" brushRef="#br0" timeOffset="144749.85">14926 10081 199 0,'-1'-8'221'0,"1"8"3"0,0 0-18 15,0-9-6-15,0 9-11 0,0 0-14 0,0-10-14 16,0 10-10-16,0 0-20 0,0 0-15 0,0 0-14 15,0 0-9-15,0 0-14 0,0 0-11 0,0 0-4 16,0 0-9-16,0 0-6 0,0 0-4 0,0 0-3 16,0 0 0-16,9 27-9 0,-6-17 0 0,-1 2-5 15,2 0 0-15,1 6 2 0,0-1-7 0,1 0-2 16,1 1 8-16,-1-2-10 0,1 0-3 0,0 0 0 16,0 0-4-16,-2-1 5 0,-1-3-6 0,2 0 0 15,-1-1 0-15,2-1 0 0,-2-1-2 0,-1-1 1 16,1 1-3-16,-3-3 1 0,1-1 0 0,-3-5-1 15,3 9-3-15,0-6 4 0,-3-3 1 0,0 0 11 16,5 7 13-16,-5-7 7 0,0 0 11 0,4 4 6 16,-4-4 10-16,0 0-4 0,0 0-4 0,13-9-4 15,-7 0-9-15,2 1-1 0,0-3 3 0,1-3-7 16,1 1-2-16,-3-4-12 0,4 0 4 0,4-5-5 16,-2-1-10-16,-2 1 4 0,1-2-2 0,1 2 0 0,-6 6-1 15,6-7-8-15,-7 7 3 0,2 0-2 16,-2 4-1-16,-2 2-4 0,0 0 1 0,-1 3 0 15,1 1-1-15,-2-1-25 0,-2 7-18 0,4-6-22 16,-4 6-27-16,4-5-7 0,-4 5-9 0,0 0-12 16,0 0-21-16,0 0-41 0,-8 24-35 0,3-12-34 15,-3 5-195-15,1 0-477 0,-2 0 211 0</inkml:trace>
  <inkml:trace contextRef="#ctx0" brushRef="#br0" timeOffset="145117.54">15256 10305 9 0,'0'0'183'15,"0"0"-18"-15,0 0-6 0,0 0-8 0,0 0 1 16,0 0 2-16,0 9-4 0,0-9-8 16,0 0-13-16,-5 13-5 0,3-7-5 0,2-6-12 0,-2 13-10 15,-2-4-6-15,3-2-10 0,0 0-4 0,-2 2-10 16,3-9-3-16,0 13-8 0,0-13-1 0,0 13-11 15,4-8-1-15,-4-5-2 0,3 11-4 0,-1-5 16 16,2-3 5-16,-4-3-2 0,11 8 8 0,-6-6-11 16,3-1 4-16,-1 1-5 0,-7-2 0 0,19 0-6 15,-10-2 1-15,1-1-4 0,0-1 1 0,-1 0-2 16,0-2 1-16,0 1-6 0,-1-2 1 0,-2 0-5 16,-1 0 0-16,0-1 0 0,-1 0-7 0,-1-4 0 15,-2 1-7-15,-1 2 0 0,0-1 2 0,-3 0-5 16,-2 0 10-16,0 1-17 0,0-1-2 0,-1 3-4 15,-2 0-4-15,-1 0-9 0,0 2-10 0,3 2-8 16,-6 0-18-16,1 2-17 0,0 1-12 0,0 1-24 16,1 2-40-16,-3 1-38 0,5-1-49 0,0 4-220 15,2-4-481-15,1-1 214 0</inkml:trace>
  <inkml:trace contextRef="#ctx0" brushRef="#br0" timeOffset="145750.76">15234 9103 137 0,'-2'-12'234'16,"2"12"-17"-16,-5-10-4 0,2 5-4 0,1 0-17 15,2 5 0-15,-3-11-7 0,3 11-16 0,-3-11-15 16,5 3-18-16,-2 8-12 0,1-10 3 15,-1 10-4-15,1-10-2 0,-1 10-5 0,0-7-17 0,0 7-10 16,0 0-4-16,2-8-17 0,-2 8-8 0,0 0-10 16,0 0-4-16,0 0-5 0,0 0-7 0,0 0-2 15,0 0-2-15,2 23-4 0,-2-12 7 0,3 3-2 16,-3 3 8-16,3 2 3 0,-3 6 3 0,0 1-5 16,0-2 0-16,2 2-1 0,-2-2-5 0,-4 3-4 15,4-4-4-15,2 2-1 0,0-5 1 0,-1-1-5 16,1 1-3-16,-2 5 2 0,0 0-3 0,2 0-16 15,-1-4-5-15,3-2 1 0,-3 4 4 0,2-3-5 16,-3-1-21-16,2 0-20 0,-2 0-22 0,1-1-7 16,-1 0-25-16,2 1-27 0,-2-2-55 0,5 0-38 15,-2-2-47-15,-3-2-188 0,3-1-493 0,-2 0 218 16</inkml:trace>
  <inkml:trace contextRef="#ctx0" brushRef="#br0" timeOffset="146267.67">15090 11307 21 0,'0'-9'267'0,"0"9"-15"16,0 0-8-16,-1-9-10 0,1 9-8 0,0 0-10 15,2-8-13-15,-2 8-19 0,0 0-15 0,0 0-22 16,0 0-16-16,0 0-12 0,0 0-15 0,0 0-4 16,0 0-2-16,0 0-9 0,1 38 2 0,-2-21-6 15,0 8-13-15,-2 0 1 0,3 2-3 0,-1 5-8 16,1-2 6-16,-1-2-18 0,-1 1-2 0,0-1 4 15,2-2-13-15,-1-1-6 0,1-6 1 0,-2-2-3 16,4 0-2-16,-2-3-18 0,-2-2-15 0,4-1-29 16,-1 2-9-16,-2-3-29 0,-1 1-26 0,0-1-53 15,-2-1-42-15,1-3-55 0,-3 3-223 0,1-5-508 16,1 1 225-16</inkml:trace>
  <inkml:trace contextRef="#ctx0" brushRef="#br0" timeOffset="154515.73">7450 7414 163 0,'0'0'175'0,"0"0"0"16,0-9-11-16,0 9-14 0,0 0-8 0,-1-10-2 16,1 10-8-16,0 0-8 0,-5-6-6 0,5 6-1 15,0 0-7-15,-3-8-2 0,3 8-12 0,0 0-7 16,0 0-12-16,0 0-3 0,0 0-14 0,-2-7-5 15,2 7-7-15,0 0-4 0,0 0-7 0,0 0-6 16,0 0-2-16,0 0 0 0,0 0-5 0,0 0-5 16,0 0-4-16,-5 22 1 0,3-14 2 0,0 2 9 15,1 0-1-15,-2 3 2 0,0-1-3 0,1 4-2 16,-1 1-2-16,2-2 3 0,0 2-2 0,1-4-3 16,-3-2-1-16,4 6 0 0,-2-5-4 0,0-1 2 15,1 1-2-15,-1 1 0 0,1-2 1 0,0 0 2 16,-2-1-6-16,1-3 0 0,1-7 0 0,0 14-3 15,0-7-2-15,0-7 4 0,0 9-1 0,0-9-3 16,0 10-3-16,0-10 3 0,0 0 4 0,0 11-3 16,0-11-7-16,0 8-9 0,0-8-15 0,0 0-13 15,0 0-19-15,0 0-26 0,0 8-20 0,0-8-20 16,0 0-36-16,-4 7-18 0,4-7-18 0,0 0-149 16,-6 3-373-16,6-3 165 0</inkml:trace>
  <inkml:trace contextRef="#ctx0" brushRef="#br0" timeOffset="155485.96">7406 7341 121 0,'0'0'131'16,"-4"-12"-9"-16,4 12-6 0,0-9 2 0,0 9-15 15,7-11-9-15,-2 4-7 0,2-2-10 0,-1 2-4 16,1 0 3-16,1 2-2 0,2-2-7 0,-3 1-5 0,3 2-7 15,-1 1-2-15,-1 1-7 0,-8 2-10 0,14-2 1 16,-8 3-1-16,5 0-10 0,-5 1 2 0,4 2-2 16,-3 5-1-16,-1-2 6 0,-1 0 1 15,-1 3-8-15,4-1 10 0,-7 2 1 0,1-1 0 0,0 2-5 16,0 0 8-16,0-3 3 0,-4 2 1 0,0-2 2 16,-1-1-1-16,1 2-2 0,-5-2 1 0,1 1-5 15,0-1 0-15,-3 0-6 0,-2 0-3 16,1 0-2-16,1-2 0 0,-3 1-4 0,0-4 2 0,3 3-7 15,-1-2 0-15,2-3 2 0,2 3-4 0,6-4 2 16,-13 4-3-16,13-4-1 0,-6 3-1 0,6-3-1 16,-7 2-1-16,7-2 0 0,0 0 2 0,0 0-3 15,-9 1 2-15,9-1-4 0,0 0 2 0,0 0-6 16,0 0 2-16,0 0-4 0,0 0 2 0,0 0-1 16,0 0-3-16,0 0 5 0,0 0-4 0,0 0 0 15,13 13 2-15,-13-13-4 0,9 5 5 0,-2-1-1 16,0-1 0-16,-2 0-3 0,3 2-2 0,2-1 3 15,0 1 2-15,1 0-5 0,0 1-19 0,0-2-24 16,1 2-31-16,-1 2-35 0,1-4-41 0,1 3-32 16,-4-1-159-16,-3 0-372 0,1-4 165 0</inkml:trace>
  <inkml:trace contextRef="#ctx0" brushRef="#br0" timeOffset="155716.54">7664 7536 118 0,'0'0'188'0,"0"0"-10"16,0 0-14-16,-4-7-16 0,4 7-7 0,0 0-3 15,0 0-7-15,0 0-7 0,0 0 2 0,-8 25-12 16,8-19-8-16,-2 4-11 0,-1-3-9 0,2 3-7 16,-2-1-9-16,2 4-2 0,-2-4-10 0,3-2-4 15,-1 3-2-15,0 0-7 0,-2 1-2 0,2-2-3 16,0 1-4-16,1-1-11 0,0-9-20 0,-2 17-30 15,1-11-34-15,0 2-39 0,2-1-40 0,-1-7-44 16,-1 13-140-16,2-6-348 0,-1-7 153 0</inkml:trace>
  <inkml:trace contextRef="#ctx0" brushRef="#br0" timeOffset="155936.65">7863 7568 30 0,'0'0'196'0,"0"0"-22"0,0 0-14 0,0 0-12 0,9-4-10 16,-9 4-9-16,10-3-14 0,-3 3-8 0,0-2-9 16,6 0-10-16,-1 2-19 0,3 0 1 15,-4 0-22-15,0 0-36 0,0 2-35 0,-1-2-39 16,-2 1-34-16,1 0-41 0,-9-1-74 0,9 2-228 15,-9-2 100-15</inkml:trace>
  <inkml:trace contextRef="#ctx0" brushRef="#br0" timeOffset="156096.54">7898 7657 108 0,'0'0'248'0,"-5"6"-10"0,5-6-11 0,0 0-12 15,0 0-13-15,0 0-11 0,-6 2-22 0,6-2-10 16,0 0-21-16,0 0-13 0,0 0-17 15,0 0-13-15,17 4-28 0,-17-4-30 0,17-4-41 0,-3 3-50 16,-3 1-47-16,8-1-59 0,-2-2-175 0,-4 3-363 16,-2-1 161-16</inkml:trace>
  <inkml:trace contextRef="#ctx0" brushRef="#br0" timeOffset="161085.07">10754 9756 94 0,'-8'-2'102'16,"8"2"3"-16,-8-1-3 0,8 1 3 0,0 0-5 15,-11-3 2-15,11 3-4 0,0 0 3 0,-9-2-6 16,9 2-7-16,0 0 2 0,-8-2-1 0,8 2 0 16,0 0-1-16,0 0 4 0,0 0 1 0,0 0 3 15,0 0-1-15,0 0-3 0,-5-5-1 0,5 5-4 16,0 0 0-16,0 0-5 0,0 0 0 0,0 0-3 16,0 0-9-16,0 0-3 0,0 0-4 0,0 0-7 0,0 0-2 15,0 0-8-15,0 0-1 0,0 0-8 16,22-2-6-16,-22 2-2 0,11 0-3 0,-3 3-1 0,-8-3-5 15,12 7-1-15,-3-2-3 0,-2 1-1 0,-4-1 8 16,2 1-15-16,0 1 2 0,-1 1-4 0,-3 2 1 16,3-3 1-16,-3 4-2 0,-2-2 1 15,-3 3 3-15,2-2 0 0,-2 1-3 0,-4-2 4 16,2 0-3-16,-4-1-1 0,-2 4 0 0,2-3-1 16,-4 1 1-16,-2-1-2 0,0 0 3 0,0-3 0 0,0 0 1 15,4 0-6-15,-2-2 2 0,3-2-2 0,-1 2 3 16,1-4 1-16,2 2-1 0,1-2-2 0,8 0 1 15,-14-1 0-15,14 1-1 0,-10-1 6 16,10 1-3-16,-9-2-6 0,9 2 1 0,0 0-4 0,-9-3 2 16,9 3-2-16,0 0-2 0,0 0 0 0,-6-3 7 15,6 3-8-15,0 0 1 0,0 0-1 16,0 0-1-16,0 0-1 0,0 0 1 0,0 0 2 16,0 0 5-16,0 0-7 0,23 7 2 0,-17-5 0 0,-1 2 1 15,2-1 0-15,-7-3 1 0,11 5 1 0,-5-1 1 16,0-1-3-16,1 5-7 0,0-4-15 0,-2 1-14 15,1 3-22-15,-2-3-29 0,1 0-40 0,-1 0-39 16,1 2-41-16,0 0-204 0,-4-1-449 0,4 1 198 16</inkml:trace>
  <inkml:trace contextRef="#ctx0" brushRef="#br0" timeOffset="161277.37">10813 9987 11 0,'0'0'205'0,"1"-5"-17"0,-1 5-14 16,0 0-13-16,0 0-10 0,0 0-18 0,0 0-12 16,0 0-11-16,0 0-10 0,0 0-9 0,0 0-10 15,0 0-7-15,0 0-10 0,0 0-21 0,0 0-39 16,0 0-27-16,14 8-37 0,-14-8-23 0,4 7-35 16,-4-7-121-16,2 10-256 0,-2-10 113 0</inkml:trace>
  <inkml:trace contextRef="#ctx0" brushRef="#br0" timeOffset="161667.87">10967 9794 113 0,'8'-5'168'0,"-2"3"1"0,-6 2-8 16,11-1-5-16,-11 1-17 0,12 1-15 0,-4 3-9 0,0-1-5 15,1 2-7-15,-3-1-11 0,2 0-7 0,-3-1-10 16,1 4-2-16,-3-2 4 0,2 4 7 0,-4-1-4 16,1 2-1-16,-2-1-9 0,-2 1-3 15,-2 0-4-15,-1 0-2 0,0-1-5 0,-1 3-5 0,-2-3-2 16,-1 1-5-16,0-2-11 0,0-1 4 0,2 1-4 16,0-4-4-16,1 3-5 0,1-2 0 0,5-5-1 15,-8 4-2-15,8-4 1 0,-5 5-3 0,5-5 0 16,-5 2 0-16,5-2-6 0,0 0 2 0,0 0-4 15,0 0 4-15,0 0-5 0,0 0 1 0,0 0-6 16,0 0 0-16,0 0-3 0,0 0 4 0,0 0-5 16,0 0 2-16,0 0-3 0,0 0 9 0,11 8-10 15,-11-8 0-15,10 4-1 0,-4-3 4 0,0 2-1 16,-1 0-1-16,0 1 2 0,4-1-1 0,-5 2-16 16,5-1-23-16,-2 0-33 0,1 2-39 0,-1-3-45 15,-2 2-45-15,0-1-181 0,1 0-413 0,-1-1 182 16</inkml:trace>
  <inkml:trace contextRef="#ctx0" brushRef="#br0" timeOffset="161917.32">11242 9809 107 0,'0'0'234'0,"2"-6"-19"16,-2 6-16-16,0 0-16 0,0 0-20 0,1-9-15 0,-1 9-15 15,0 0-6-15,0 0 8 0,0 0-7 0,0 0-8 16,0 0-1-16,0 0-5 0,5 24-12 16,-4-15-7-16,-1 1-7 0,0-2-7 0,1 1-11 15,-2 0 3-15,2 1-10 0,-1-1-7 0,0 0-4 0,0 1-3 16,-1 3-3-16,2-4-7 0,-2 1-22 0,0-2-22 16,1 2-26-16,-1 0-32 0,1 0-43 0,-3 0-48 15,3-3-44-15,0-7-203 0,-2 15-432 16,2-11 192-16</inkml:trace>
  <inkml:trace contextRef="#ctx0" brushRef="#br0" timeOffset="162168.57">11374 9826 129 0,'0'0'206'0,"0"0"-14"0,0 0-10 0,0 0-18 0,0 0-5 16,-10-4-12-16,10 4-14 0,0 0-3 15,0 0-7-15,-14 14-7 0,7-8-7 0,3 2-10 0,1-2-4 16,1-1-6-16,-2 3-3 0,-1 0-7 0,3-3-5 16,0 3-8-16,-3-2-2 0,4 1-7 0,1-7-8 15,-3 12-6-15,3-12-2 0,2 11-2 0,-1-5-7 16,-1-6 2-16,6 9-2 0,-3-4-5 0,2-1-13 16,2 0-26-16,-1 0-32 0,2-2-36 0,3 2-50 15,0-4-41-15,0 3-43 0,-1-1-147 0,-1 1-389 16,2-1 173-16</inkml:trace>
  <inkml:trace contextRef="#ctx0" brushRef="#br0" timeOffset="162567.35">11499 10013 39 0,'0'0'155'0,"11"-3"0"15,-11 3-9-15,9-3-8 0,-9 3-5 0,10-6-11 16,-4 2-2-16,0 2-2 0,-1-3-4 0,-5 5 5 15,12-8-5-15,-7 2-4 0,0 1-1 0,-1 1 0 0,0-3-1 16,-1 2-4-16,1-1-11 0,-2-1-4 16,-1 0-1-16,-1 7-6 0,1-16-5 0,-2 8-4 15,1-2-9-15,0 0 4 0,0 2-8 0,1-1 2 16,-1 9-5-16,0-13-6 0,2 7-5 0,-2 6 0 0,3-13-8 16,2 7-2-16,-2-1-2 0,3 3-5 0,1-2-4 15,2 1-5-15,-3 0 7 0,3 2-12 16,0 0-1-16,-4 1-2 0,6 1-1 0,-11 1-4 15,16 1-1-15,-8 1 1 0,0 4-3 0,-2-2 6 16,1 2-7-16,0 2-1 0,-2 1 0 0,-1 1 4 16,-2 0 0-16,-2 1 5 0,-2 0-1 0,-2 1 7 15,0-5-2-15,0 3 1 0,0 0 10 0,2-1-11 16,0-2-5-16,0 0 1 0,-1 0-4 0,3 0 2 0,0-7 1 16,-4 8-2-16,4-8-2 0,0 12-2 0,0-12-5 15,7 7-7-15,-5-3-18 0,6-2-21 0,2 1-35 16,2-2-52-16,-2 1-65 0,4-5-55 0,-1 3-198 15,1 0-489-15,-3-4 217 0</inkml:trace>
  <inkml:trace contextRef="#ctx0" brushRef="#br0" timeOffset="169288.86">704 5631 119 0,'0'0'198'0,"0"0"-11"16,0 0 3-16,0 0-1 0,0 0-12 0,0 0-9 15,0 0-4-15,0 0-16 0,0 0-9 0,0 0-11 16,0 0-10-16,0 0-14 0,-40-17-6 0,40 17-6 15,0 0-5-15,0 0-12 0,0 0-1 0,0 0-6 16,0 0-6-16,0 0-4 0,0 0-7 0,64-19-3 16,-36 15-1-16,3-2-5 0,-3-2-4 0,2 2-3 15,-1 1-4-15,4 0-2 0,-5 0-8 0,3 1-13 16,-10-1-20-16,-1 1-18 0,0 2-26 0,2-1-29 16,-9 3-37-16,4-1-37 0,-5 1-50 15,-2 1-178-15,-5-1-419 0,-5 0 185 0</inkml:trace>
  <inkml:trace contextRef="#ctx0" brushRef="#br0" timeOffset="169558.59">706 5592 107 0,'0'0'180'15,"0"0"-5"-15,0 0-7 0,0 0-5 0,-38 18-2 16,38-18-7-16,0 0-7 0,-18 28-9 0,18-28 3 15,-7 29-3-15,7-29-3 0,-2 36-5 0,2-36-6 16,-4 44 0-16,2-18-12 0,2-26-8 0,-6 40-5 16,6-40-9-16,-6 48-2 0,6-48-11 0,-7 44-3 15,7-44-4-15,-4 36-5 0,4-36-10 0,-9 36-5 16,9-36-5-16,-8 32-2 0,8-32-5 0,-6 27-9 16,6-27-24-16,0 0-23 0,0 0-17 0,-7 41-19 15,7-41-29-15,0 0-32 0,0 0-27 0,0 0-42 16,-6 27-22-16,6-27-18 0,0 0-138 0,0 0-391 15,0 0 173-15</inkml:trace>
  <inkml:trace contextRef="#ctx0" brushRef="#br0" timeOffset="169884.98">572 5914 110 0,'0'0'140'0,"0"0"1"0,0 0-3 0,0 0 0 16,0 0-3-16,53-9-14 0,-53 9-3 0,39-1-5 15,-39 1-2-15,57-5-6 0,-26-1-12 0,-1 1-9 16,-1 0-5-16,1-1-8 0,1 0-6 16,-2 2-7-16,-8-2-5 0,-1 2-6 0,0 0-5 0,-2 3-2 15,-7-2-4-15,1 0 2 0,-3 2 3 0,-3-2 4 16,-6 3 3-16,13-1-1 0,-7 0 4 0,-6 1 5 16,8-2 2-16,-8 2 1 0,0 0 0 15,7-1-3-15,-7 1 0 0,0 0-7 0,0 0-2 16,0 0-5-16,0 0-5 0,2 10-1 0,-2-10-2 15,-3 12 2-15,1-3-4 0,-2 1-8 0,2 3 2 16,0-2 2-16,-1 2-2 0,-1 1-4 0,-1-2-2 16,2 4-8-16,0-3-16 0,2 0-12 0,-1-1-18 15,2-1-31-15,0-11-39 0,0 21-44 0,2-10-57 0,-1-4-220 16,-1-7-460-16,0 0 204 0</inkml:trace>
  <inkml:trace contextRef="#ctx0" brushRef="#br0" timeOffset="170049.89">949 5670 20 0,'0'0'85'15,"0"0"-24"-15,0 0-28 0,24 29-19 0,-12-15-30 16,3 7-18-16,1 0-35 0,-3-6 16 0</inkml:trace>
  <inkml:trace contextRef="#ctx0" brushRef="#br0" timeOffset="170301.04">1165 5993 101 0,'0'0'194'0,"0"0"4"0,0 0-7 0,0 0-7 0,0 0-15 15,0 0-8-15,0 0-9 0,0 0-10 16,0 0-12-16,0 0-4 0,12-32-11 0,-5 22-9 15,1 2-9-15,0-1-6 0,1 2-5 0,1-1-10 0,-4 2-11 16,2 2-3-16,-8 4-12 0,15-7-4 0,-3 5-6 16,-12 2-3-16,14 0-5 0,-14 0-3 15,12 7 2-15,-3-1-6 0,-3 2-1 0,-4-2-4 16,7 1 0-16,-4 2-3 0,-1 1-10 0,0 1-13 16,-3-1-19-16,3 2-21 0,-4-12-31 0,5 19-32 15,-5-19-46-15,3 16-44 0,-3-16-170 0,4 13-398 16,-4-13 177-16</inkml:trace>
  <inkml:trace contextRef="#ctx0" brushRef="#br0" timeOffset="170734.88">1619 5869 44 0,'0'0'221'15,"-21"-6"1"-15,10 3-11 0,-3 3-10 0,1 0-14 16,-1 4-5-16,0 1-14 0,-6 2-14 0,5 2-12 15,-1 1-15-15,2 2-13 0,-2 2-11 0,1-1-6 16,2 0-10-16,4 1-10 0,0-3-5 0,4 1-9 16,0-3-5-16,3 3-7 0,2-3-5 0,0-9-4 15,2 20 2-15,-2-20-9 0,8 12-4 16,-8-12 1-16,13 8-8 0,-13-8 0 0,21 2-3 0,-8-2 1 16,6-1-2-16,-3-4 2 0,1 1-5 0,-4-1-8 15,1-5 0-15,0 0 0 0,-1-1-2 0,-5 3-4 16,1-6-3-16,1-1-2 0,-1 1 3 15,-4-2-1-15,0 0 1 0,0-2-3 0,-1-6-1 16,0 3 0-16,-4-5-3 0,5 2 3 0,-3-4 0 16,0 2-2-16,-1 0 11 0,-1-2-1 0,2-4 5 15,-2 6 0-15,2 2 4 0,-4-1 4 0,4 9 2 16,-2 6 13-16,0-2-10 0,0 12 0 0,0-12-5 0,0 12-6 16,0-11 0-16,0 11-5 0,0 0-1 0,0 0 7 15,0 0 14-15,4 37 0 0,-8-12-1 16,4 4-1-16,-4 2-2 0,1 1 0 0,2 1-6 15,-5-2 1-15,2 0-1 0,2-3-11 0,-2-1-15 16,4 1-21-16,-3-3-16 0,3-7-24 0,0 1-30 16,4-1-44-16,-1-1-37 0,-1-6-69 0,2 0-181 15,-4-11-466-15,12 17 206 0</inkml:trace>
  <inkml:trace contextRef="#ctx0" brushRef="#br0" timeOffset="171067.45">1930 5895 4 0,'0'0'236'16,"0"0"-16"-16,-12-2-12 0,12 2-6 0,0 0-19 15,-19 13 2-15,10-6-16 0,1 3-15 0,2-2-15 16,-2 2-12-16,2-1-13 0,1 2-12 0,2-2-13 16,2 3-6-16,1-12-9 0,0 19-5 15,0-19 4-15,5 18-9 0,4-10 0 0,-9-8 1 16,15 10-6-16,-6-6-1 0,4 0-3 0,-2-2-2 15,-11-2 8-15,28-2-12 0,-10 0-4 0,-2-3 0 16,0-1-3-16,0-1-5 0,-4 2-1 0,-1-4-5 0,-3 3 0 16,1-4-2-16,2-2-3 0,-5 1-6 15,1-4 2-15,-4 0-3 0,-1 4-5 0,0-6 1 16,-4 5-3-16,0-3 0 0,0-1 1 0,-3 2-6 16,-1 3-12-16,1 0-1 0,1 3-12 0,4 8-23 15,-12-9-19-15,7 5-20 0,5 4-29 0,-17-3-28 16,17 3-30-16,0 0-46 0,-23 7-30 0,23-7-147 15,-10 10-422-15,10-10 187 0</inkml:trace>
  <inkml:trace contextRef="#ctx0" brushRef="#br0" timeOffset="171767.94">2311 5782 216 0,'8'-8'209'0,"-8"8"-15"0,0 0-8 16,0 0-6-16,0 0-8 0,0 0-6 0,0 0-9 15,0 0-14-15,-19 40-7 0,10-26-5 0,4 1-11 16,-2 1-7-16,2-1-12 0,3 0-7 0,-2-2-8 16,-2-3-7-16,6-10-9 0,0 22-8 15,0-22-5-15,5 20-4 0,-2-10 6 0,-3-10-1 16,8 13 1-16,-3-7 2 0,-5-6-2 0,16 6 4 16,-16-6-2-16,21 4 0 0,-7-2-8 0,-14-2-4 15,28-4-3-15,-15 2 5 0,0-1-2 0,-3-2-6 16,2-3-7-16,1 2 4 0,-5-4-6 0,7-1 2 15,-8-1-11-15,0 3 8 0,-2-3-4 0,-1 1 4 0,2-5 8 16,2 3-17-16,-3 0 5 0,-4 2 8 16,3 0 3-16,-4 11-12 0,5-22 8 0,-1 15-12 15,-4 7-1-15,0 0 0 0,2-16-6 0,-2 16-8 16,0 0 2-16,0 0-8 0,0 0-6 0,0 0 3 16,0 0 13-16,0 0-14 0,0 0 4 0,13 32 4 15,-12-16 1-15,-1-1 4 0,0 2-3 0,3-2 4 16,-2-3-10-16,2-1 4 0,-3-11 0 0,5 23-1 15,-1-12-3-15,2-2 5 0,2 1 5 0,0-2-5 16,-8-8-3-16,22 12 6 0,-5-7-8 0,2-5 5 16,11-3 3-16,-4-1-4 0,3-1-1 0,-4-2 7 15,2-2-5-15,-7 1 2 0,1 0 0 0,-3-3-5 16,-2 0-5-16,0 0 12 0,-2-1-4 0,-3-1-2 16,-2 0-6-16,0-2 2 0,-2-1 1 0,-2 1-6 15,-1-3-2-15,-1 0 2 0,-1-1-7 0,0-5 3 16,1-1 2-16,-3 1 8 0,0 6-5 0,-4-3-5 15,4 3 0-15,-1-1-1 0,-2 0 4 0,3 9-4 16,0 10 3-16,-2-25 16 0,2 25-7 0,0-13 7 16,0 13-6-16,0 0 2 0,0 0-16 0,-2-16 5 15,2 16-3-15,0 0 4 0,0 0-7 0,0 0 1 16,0 0 5-16,0 0-4 0,-9 42 8 16,7-23 0-16,-2 7 5 0,-2-1 11 0,1 3 4 15,-1-2-2-15,1-1-4 0,0-1-1 0,2-3 2 16,1-3 6-16,1-2-12 0,-2 0 7 0,2-3-11 0,1-13 8 15,1 24 2-15,4-13 8 0,-2-1-14 0,-3-10-3 16,9 17 4-16,-4-12-11 0,-5-5-1 16,15 8-15-16,-5-4-22 0,1 0-21 0,3-2-27 15,-14-2-28-15,30 0-25 0,-18-1-41 0,-12 1-32 16,27-7-51-16,-14 2-43 0,-2 0-205 0,-11 5-554 16,18-14 246-16</inkml:trace>
  <inkml:trace contextRef="#ctx0" brushRef="#br0" timeOffset="171954.7">2838 5686 2053 0,'-18'0'107'0,"0"-3"-46"15,7 3-40-15,-1-1-8 0,12 1 1 0,-14-1 2 16,14 1-2-16,0 0 1 0,-15-2-2 0,15 2 4 16,0 0 4-16,0 0 1 0,0 0 4 0,0 0-5 15,39-9 2-15,-18 4-5 0,11-3-15 0,-1 1-29 16,-1 2-42-16,0 0-50 0,0-3-62 0,-3 4-168 15,-7-1-377-15,-3 1 167 0</inkml:trace>
  <inkml:trace contextRef="#ctx0" brushRef="#br0" timeOffset="175917.55">1587 6606 132 0,'-5'-4'157'0,"5"4"-13"0,-7-5-6 16,7 5-10-16,-6-4-10 0,6 4-4 0,-9-4-6 16,9 4-11-16,-10-2-6 0,10 2-6 0,-7-1-4 15,7 1-9-15,-8-3-3 0,8 3-2 0,0 0 1 16,0 0 0-16,0 0-6 0,-12-2-4 0,12 2-6 15,0 0-2-15,-6-1 0 0,6 1-7 0,0 0-9 16,0 0-7-16,0 0-1 0,0 0 1 0,0 0-6 16,0 0 2-16,0 0-2 0,26 0-1 0,-7-1-2 15,-1-2-4-15,2 1 2 0,9 1-5 0,2-2-2 16,-3 0-2-16,0 0-14 0,0 0-20 0,-6 1-23 16,7 2-19-16,-7-4-40 0,-3 3-26 0,0 1-23 15,0 0-138-15,-8 1-320 0,1-2 142 0</inkml:trace>
  <inkml:trace contextRef="#ctx0" brushRef="#br0" timeOffset="176383.79">1754 6565 39 0,'0'0'125'0,"-10"5"0"0,4-1-6 15,-2 2-12-15,3 0 2 0,-1 1 1 0,0 3-8 16,1 1 0-16,-1 3 3 0,2-1-5 0,0 3-10 16,0 1-11-16,3-2 1 0,0 2-3 0,-2 0-8 15,2 1-3-15,1 0-6 0,0-1-2 0,2 0-5 16,0-1-7-16,-1-1 2 0,0 1-9 0,-1-5 0 16,2 5-4-16,0-4-3 0,1-2-4 0,-2 2-1 15,0 1-2-15,-1-3-2 0,2-3-6 0,-2 3 3 16,1-4-4-16,-1-6-1 0,1 14-2 0,-1-10 4 15,0-4-5-15,0 0-1 0,2 12-1 16,-2-12 2-16,0 0-2 0,0 0 3 0,-2 9-4 0,2-9 0 16,0 0 1-16,-5 4-1 0,5-4-1 0,-8 1 2 15,8-1-4-15,-11 0 1 0,11 0-2 0,-14 0 1 16,6 1-3-16,-2-3 1 0,10 2-1 16,-18 1 1-16,8 0-1 0,-2-1-1 0,2 1-4 0,10-1 0 15,-15 0 4-15,15 0-4 0,-12 0 4 16,6 0-3-16,6 0 3 0,0 0-1 0,-14 0-1 0,14 0 1 15,0 0-1-15,-8 0 0 0,8 0-2 0,0 0 1 16,0 0-3-16,0 0 9 0,0 0-12 0,0 0 8 16,0 0 4-16,35 2-5 0,-14-2 0 0,1 0-15 15,7-3-24-15,1 1-26 0,-1-2-41 16,5 4-31-16,-3 0-31 0,1 0-141 0,-4 0-333 0,1-3 147 16</inkml:trace>
  <inkml:trace contextRef="#ctx0" brushRef="#br0" timeOffset="180433.59">2015 6918 16 0,'0'0'141'0,"0"0"-13"15,0-8 0-15,0 8 5 0,0 0-5 0,0 0-11 16,0-9-5-16,0 9-6 0,0 0-2 0,0 0-7 16,0 0-9-16,0 0-3 0,0 0-9 0,0-6-12 15,0 6-13-15,0 0-4 0,0 0-10 0,0 0-1 0,0 0-3 16,0 0-6-16,0 0 3 0,0 0-6 0,0 0 1 15,0 0 1-15,-1 30 4 0,-1-18-2 16,2-5-2-16,0 3-8 0,0-1 6 0,0 1-5 16,-1 0 1-16,1-2-1 0,-1 2-8 0,0-2 7 15,1-8-3-15,0 10 1 0,-2-4-3 0,2-6-2 16,-3 10 1-16,3-10 0 0,0 12-6 0,0-12 2 16,-2 10-17-16,2-10-25 0,0 7-22 0,0-7-18 0,0 0-14 15,-1 9-23-15,1-9-13 0,0 0-5 16,0 0-13-16,0 0-91 0,0 0-253 0,-1 6 111 15</inkml:trace>
  <inkml:trace contextRef="#ctx0" brushRef="#br0" timeOffset="180716.78">2001 6879 134 0,'5'-5'130'0,"4"1"-3"0,4-2-3 16,-3 3-10-16,3 1-15 0,-2-1-8 0,2 1 7 15,2 5-14-15,-3-3-7 0,2 0-9 0,2 4 2 16,-3 0 1-16,-1 1 0 0,-2 1-10 0,-1-1-1 16,-1 0-11-16,-2 0 1 0,-1 3-4 0,0 0 3 15,-2-1 8-15,-1-1-6 0,-3 5 2 0,-3 0-1 16,0 1 3-16,-2-2-6 0,0 1-2 0,-1 0-4 16,-5 2-1-16,-1-1-8 0,-1-4 3 0,2 1-11 15,2-2 2-15,-3 0-2 0,4 1-7 0,-2-3-3 16,-1 0-15-16,2 2-16 0,1-3-25 0,-1-1-27 15,5 1-32-15,5-4-35 0,-9 1-29 0,2 2-136 16,7-3-323-16,0 0 143 0</inkml:trace>
  <inkml:trace contextRef="#ctx0" brushRef="#br0" timeOffset="180899.46">2362 6964 148 0,'0'0'143'0,"3"5"-2"0,-3-5-2 0,0 0-26 0,4 6 7 16,-4-6-15-16,0 0-14 0,0 10-4 0,0-10-5 15,0 0-13-15,-5 14-5 0,1-8-27 0,1 0-22 16,3-6-41-16,-8 13-43 0,4-6-33 0,-4 0-92 16,1 2-208-16,-1-2 93 0</inkml:trace>
  <inkml:trace contextRef="#ctx0" brushRef="#br0" timeOffset="187700.21">6179 8536 114 0,'-9'0'187'0,"9"0"-4"0,0 0-9 16,0 0-6-16,0 0-13 0,0 0-9 15,0 0-7-15,0 0-9 0,-8-4-9 0,8 4-8 16,0 0-12-16,0 0-2 0,0 0-6 0,0 0-4 0,0 0-4 15,0 0 4-15,0 0-5 0,0 0-3 0,0 0-1 16,0 0-3-16,0 0-2 0,0 0-5 16,0 0-3-16,0 0-8 0,0 0 2 0,0 0-6 15,0 0-2-15,0 0-3 0,0 0 1 0,0 0-4 0,0 0-1 16,0 0-6-16,0 0 5 0,0 0-6 0,0 0 0 16,0 0 1-16,0 0-4 0,0 0-2 0,0 0-8 15,0 0 4-15,0 0-4 0,0 0-2 16,0 0-4-16,0 0 5 0,0 0-7 0,0 0-4 0,0 0 4 15,0 0 1-15,0 0 0 0,0 0 7 0,0 0-18 16,0 0 5-16,0 0 4 0,0 0-7 0,0 0 1 16,0 0-1-16,0 0 0 0,0 0 1 0,0 0 0 15,20-8-5-15,-20 8 3 0,7-2 0 0,-7 2-2 16,0 0-4-16,0 0-3 0,8-3 17 0,-8 3-14 16,0 0-2-16,0 0-4 0,0 0 3 0,0 0 5 15,0 0 12-15,0 0-18 0,0 0 2 0,0 0 1 16,0 0 3-16,0 0-5 0,0 0 1 0,0 0 5 15,0 0-2-15,0 0 4 0,0 0-1 0,0 0-1 16,0 0-1-16,0 0 1 0,0 0 1 0,0 0 1 16,0 0-3-16,0 0 0 0,0 0 3 0,0 0-1 15,0 0-4-15,0 0 5 0,0 0-6 0,-26 8 8 16,26-8-8-16,0 0 1 0,-13 1-3 0,13-1 2 16,-8 3 2-16,8-3 1 0,-10 1 0 0,10-1 8 15,0 0 3-15,-9 1-15 0,9-1-1 0,0 0-4 16,0 0 6-16,-7 0-1 0,7 0-4 0,0 0 4 15,0 0-1-15,0 0 5 0,0 0 0 0,0 0-6 16,-8 4 0-16,8-4 2 0,0 0 3 0,0 0-4 16,0 0-2-16,0 0 4 0,0 0-1 0,0 0 5 15,0 0-8-15,0 0 5 0,0 0 2 0,0 0-10 16,0 0 5-16,0 0-2 0,0 0-1 0,0 0 0 0,0 0-2 16,0 0-4-16,0 0-3 0,0 0-13 0,0 0-8 15,0 0-11-15,0 0-16 0,0 0-14 16,0 0-18-16,0 0-12 0,0 0-24 0,-5 5-27 15,5-5-36-15,0 0-42 0,0 0-33 0,-3 12-167 16,3-12-470-16,-1 10 208 0</inkml:trace>
  <inkml:trace contextRef="#ctx0" brushRef="#br0" timeOffset="189141.49">6415 9321 160 0,'0'0'169'0,"0"0"-5"0,0 0-5 0,0 0-6 16,0 0-8-16,0 0-9 0,0 0-7 0,0 0-5 15,0 0-2-15,0 0 0 0,0 0-6 0,-11 1-4 16,11-1-4-16,0 0-4 0,0 0-3 0,0 0-3 15,0 0-4-15,-16 1-5 0,16-1 0 0,0 0-1 16,-9 1-1-16,9-1-2 0,-9 2 3 0,9-2 1 16,0 0 1-16,-11 0-4 0,11 0-4 0,0 0-8 15,0 0-6-15,0 0-6 0,-9 0 2 0,9 0 1 16,0 0 0-16,0 0-5 0,0 0 0 0,0 0-4 16,0 0 0-16,0 0-6 0,0 0-3 0,0 0-10 15,0 0 0-15,0 0 13 0,0 0-17 0,27-10-9 16,-17 9-4-16,1-1 2 0,-2-1-4 0,-1 0-2 15,3 2-1-15,-1-2-5 0,0 1-4 0,0 1 9 16,-2-2-10-16,-1 3-7 0,-7 0-14 0,16-1-18 16,-9-1-13-16,0 1-3 0,-7 1-25 0,10-3-12 15,-10 3-15-15,10 0-15 0,-10 0-25 0,9 0-32 16,-9 0-20-16,0 0-28 0,0 0-13 0,8 2-15 16,-8-2-164-16,0 0-447 0,0 0 199 0</inkml:trace>
  <inkml:trace contextRef="#ctx0" brushRef="#br0" timeOffset="189383.69">6466 9211 84 0,'0'0'217'0,"0"0"-12"16,-4-3-11-16,4 3-6 0,0 0-12 0,0 0-11 16,0 0-16-16,0 0-10 0,0 0-15 0,0 0-1 15,0 0-5-15,0 0 4 0,0 0-2 0,0 0-4 0,-5 17-8 16,5-17-1-16,0 14-7 0,0-4-9 0,0-1-4 15,-1 2-1-15,0-2-12 0,-1 1-6 16,0 2-3-16,2 1-5 0,0 2-6 0,0 0-8 16,-1 2-20-16,-1-5-25 0,2 0-33 0,0 0-30 0,-1 4-55 15,2-2-64-15,1-4-66 0,-2 2-182 0,5-2-465 16,-3-1 205-16</inkml:trace>
  <inkml:trace contextRef="#ctx0" brushRef="#br0" timeOffset="190067.38">8217 9315 39 0,'0'0'236'0,"0"0"-2"0,0 0-14 15,0 0-9-15,0 0-7 0,0 0-14 0,0 0-7 16,0 0-8-16,0 0-12 0,0 0-8 0,0 0-6 16,-27-5-5-16,27 5-10 0,0 0-4 0,-9-1-8 0,9 1-7 15,0 0-6-15,0 0-3 0,0 0-6 0,0 0-4 16,-10-2-3-16,10 2-11 0,0 0-5 16,0 0-5-16,0 0-4 0,0 0 8 0,0 0-23 15,0 0 3-15,0 0-5 0,0 0 0 0,0 0-3 0,0 0 1 16,26 6-10-16,-15-6-1 0,2-2 7 0,-2 4-4 15,7-1-6-15,-6-2 1 0,0 2-8 0,5-2 7 16,-4 1 7-16,0 1-14 0,-4-2-8 16,3 1 4-16,-4 1-6 0,-8-1-4 0,14 0 1 0,-8 0-1 15,-6 0-9-15,11-1 18 0,-11 1-21 0,9 0 8 16,-9 0 0-16,0 0-4 0,0 0 7 0,11 0-9 16,-11 0-14-16,0 0-22 0,0 0-19 0,0 0-25 15,7 2-22-15,-7-2-24 0,0 0-21 0,0 0-41 16,0 0-46-16,0 0-52 0,-31 9-270 0,13-7-597 15,0 1 264-15</inkml:trace>
  <inkml:trace contextRef="#ctx0" brushRef="#br0" timeOffset="190820.95">7168 9339 124 0,'0'-11'201'0,"0"11"-5"0,-3-9 6 0,3 9-2 0,0 0-3 15,-2-9-8-15,2 9 0 0,-2-7-4 16,2 7-7-16,0 0-7 0,0 0-6 0,-5-9-14 0,5 9-5 15,0 0-10-15,0 0-11 0,0 0-3 0,0 0-12 16,-1-7-12-16,1 7-6 0,0 0-12 0,0 0-9 16,0 0-4-16,0 0-10 0,0 0-8 15,0 0-3-15,0 0-5 0,0 0 4 0,0 0-2 0,15 22 5 16,-11-13 8-16,3 1-20 0,-1 0 9 0,-1 1-1 16,3 3-5-16,-1-1-3 0,0 2-4 0,-1 1 7 15,2-3-6-15,-3-1-3 0,3 3-3 0,-1-1-1 16,1-3-8-16,-3 0 2 0,3-2 0 0,-3 2 5 15,0-3-6-15,1 0-4 0,-2-1-3 0,0-2 5 16,1 1-4-16,-1-2-3 0,-4-4 3 0,5 5 0 16,-5-5 1-16,3 5-10 0,-3-5 9 0,0 0 14 15,0 0 21-15,7 7 17 0,-7-7 2 0,0 0-7 16,0 0-6-16,0 0-7 0,5-16-2 0,-2 9-9 16,0-2-2-16,0-2 3 0,0-1-14 0,3-2-4 15,-2 2 3-15,2-4-14 0,1 0-5 0,-2-3-8 16,0 2-2-16,0-2 3 0,2 3-4 0,-2-3-2 15,0 4 0-15,1-2 4 0,1 1-2 0,-1 6 2 16,-3-2 8-16,-1 2-10 0,-1 3 3 0,1 0-4 16,-1 0 7-16,-1 7-4 0,4-12 3 0,-3 9 0 15,-1 3 1-15,3-8-4 0,-3 8 1 0,0 0-2 16,0 0 1-16,4-8-9 0,-4 8 0 0,0 0-21 16,0 0 1-16,0 0-22 0,0 0-12 0,0 0-30 15,0 0-18-15,0 0-21 0,0 0-19 0,-4 27-21 0,1-19-34 16,2 5-51-16,-2-3-23 0,2 3-246 15,-3 3-575-15,3-4 255 0</inkml:trace>
  <inkml:trace contextRef="#ctx0" brushRef="#br0" timeOffset="191119.72">7515 9474 57 0,'0'0'218'0,"0"0"-3"15,0 0-3-15,0 0-1 0,0 0-2 0,0 0-16 16,0 0-7-16,7 3-9 0,-7-3-14 0,0 0-14 16,0 0-1-16,0 0-6 0,0 0 2 15,2 8-5-15,-2-8-3 0,0 11-3 0,2-4-6 0,-2 0 6 16,0-7-8-16,0 18 0 0,1-5 3 0,-2-3 0 16,1 2-10-16,0 3 1 0,1-1 2 0,-2-2-6 15,-1 0-7-15,1 1-3 0,1-1-8 16,0-1-13-16,1 1 2 0,-1-2-11 0,2 0-7 0,-1-3-6 15,-1 1-3-15,0-8-5 0,4 11-5 0,-4-6-9 16,0-5-8-16,-3 11-17 0,3-11-37 0,0 0-40 16,-1 9-26-16,1-9-48 0,0 0-29 0,0 0-32 15,0 0-53-15,0 0-68 0,0 0-311 0,0 0-679 16,0 0 301-16</inkml:trace>
  <inkml:trace contextRef="#ctx0" brushRef="#br0" timeOffset="191603.51">6341 9215 16 0,'0'0'46'0,"6"-2"-4"16,-6 2-6-16,0 0-3 0,0 0 4 0,0 0-5 0,0 0-17 16,0 0-13-16,0 0-46 0,0 0-47 0,0 0 22 15</inkml:trace>
  <inkml:trace contextRef="#ctx0" brushRef="#br0" timeOffset="191986.7">8696 9077 104 0,'0'0'257'0,"0"0"-27"0,0 0-25 0,0 0-18 15,0 0-24-15,0 0-12 0,0 0-15 0,0 0-7 16,0 0-23-16,0 0-12 0,0 0-17 0,0 0-26 0,0 0-36 16,0 0-38-16,-10-1-49 0,10 1-54 15,0 0-155-15,-8 2-305 0,8-2 136 0</inkml:trace>
  <inkml:trace contextRef="#ctx0" brushRef="#br0" timeOffset="194400.67">2766 6654 150 0,'0'0'196'16,"0"0"0"-16,-2-5-3 0,2 5-10 0,0 0-5 16,0 0-8-16,-4-6-9 0,4 6-8 0,0 0-7 15,0 0-11-15,0 0-13 0,0 0-9 0,0 0-10 0,0 0-9 16,-6-5-10-16,6 5-11 0,0 0-12 15,0 0-4-15,0 0-9 0,0 0-5 0,0 0-5 16,0 0-1-16,0 0-7 0,0 0-3 0,0 0-1 16,12 23 6-16,-8-14 8 0,1 0-1 0,-1 1-5 15,1 1-12-15,0-1 9 0,3 5-13 0,-2-5 1 0,1 5 1 16,-2-2 0-16,1 0 2 0,1 2-1 16,-3-4-2-16,1 1-6 0,0-2 2 0,0 1-1 15,0 0-1-15,0-3-2 0,-1 2 1 0,0-2-4 16,-2-2 4-16,2 4-2 0,-1-6-3 0,-1 3 0 15,0-1 0-15,-2-6 0 0,6 10 5 0,-6-10-6 16,1 4-1-16,-1-4 4 0,0 0 1 0,4 6 0 16,-4-6 22-16,0 0 13 0,0 0 8 0,0 0-4 15,0 0 5-15,0 0-7 0,17-13 3 0,-10 6-9 16,0-2 2-16,2-6-10 0,0 1-4 0,2-3 2 16,-3 2-3-16,2 0-7 0,0-3-1 0,-1 1 0 15,-1 0-4-15,2 0-4 0,-2 1 3 0,-2 0-4 0,-2 5 1 16,1 0-1-16,-2 1-2 0,-1 3 3 15,2 1-2-15,0 2-5 0,-4 4-2 0,4-10-3 16,-4 10 2-16,2-6-3 0,-2 6-8 0,0 0-3 16,0 0-10-16,3-8-11 0,-3 8-19 0,0 0-17 15,0 0-7-15,0 0-7 0,0 0-11 0,0 0 1 16,0 0-10-16,0 0-21 0,0 26-37 0,-1-16-35 16,-2 3-46-16,0 1-206 0,1 2-485 0,0 1 215 0</inkml:trace>
  <inkml:trace contextRef="#ctx0" brushRef="#br0" timeOffset="194684.67">3178 6910 16 0,'0'0'212'16,"0"0"-9"-16,0 0-1 0,9-4-5 0,-9 4-4 15,0 0-23-15,0 0-11 0,0 0-16 0,0 0-11 16,0 0-2-16,4 8 2 0,-4-8-2 0,0 0-3 15,-7 15-7-15,7-6-4 0,-2 0-6 0,1 3-3 16,-1-4 2-16,0 3-5 0,0 1-5 0,0-1-8 16,1 1-5-16,-2-1-6 0,2 0-3 0,-1-2-14 15,1 3-3-15,2-3-3 0,-1 1-6 0,-1 1-7 16,0-1 1-16,2 0-7 0,-2-2-3 0,2 3-2 16,-2-5-23-16,1-6-41 0,2 16-30 0,0-7-37 0,-2 0-56 15,0-9-81-15,4 18-73 0,-3-8-158 16,-1-10-504-16,-4 17 222 0</inkml:trace>
  <inkml:trace contextRef="#ctx0" brushRef="#br0" timeOffset="195152.18">3621 7136 42 0,'7'6'235'0,"-7"-6"-20"0,-3 12-23 0,3-12-20 0,-11 20-18 16,2-8-13-16,-3 5-20 0,-2-2-42 0,-4 4-57 16,3-2-58-16,-7 0-67 0,-3 1-103 0,0 2-223 15,1-2 98-15</inkml:trace>
  <inkml:trace contextRef="#ctx0" brushRef="#br0" timeOffset="197367.57">3959 6681 165 0,'-3'-9'209'0,"3"9"-9"0,0 0-8 0,0 0-3 0,-1-9-1 16,1 9-8-16,0 0-3 0,0 0-20 0,-1-8-10 15,1 8-15-15,0 0-7 0,0 0-7 0,-2-8-7 16,2 8-8-16,0 0-13 0,0 0-10 0,0 0-10 16,0 0-6-16,0 0-8 0,0 0-8 0,0 0-8 15,0 0-2-15,0 0-6 0,0 0-4 0,0 0 0 16,0 0-5-16,0 0-6 0,0 0 1 0,14 23 1 15,-10-13 8-15,0 1 6 0,-1 0-1 0,2 5 8 16,-1-5-4-16,2 5-2 0,-1 0 2 0,-1 0-2 16,-2-5-2-16,2 2-3 0,2-3-4 0,-3 2-2 15,1 0-2-15,0-2-4 0,-3-4 0 0,3 2-4 16,-1-2 2-16,-1 1-6 0,1-1 4 0,-2 1-4 16,-1-7 2-16,5 10-4 0,-5-5 3 0,0-5-4 15,4 6 2-15,-4-6 0 0,1 6 0 0,-1-6-1 16,5 6 0-16,-5-6 0 0,0 0 2 0,0 0 0 15,5 4 2-15,-5-4-1 0,0 0 0 0,0 0 25 16,0 0 9-16,0 0 12 0,0 0-1 0,0 0-6 16,0 0 2-16,0 0-18 0,6-25 3 0,-4 16-3 15,2-1-4-15,-3-1 0 0,4-6-10 0,-1 5-5 16,2-4 14-16,0-1-3 0,-1 3-14 0,1-3-2 16,-4 2-12-16,5-2 8 0,-1 3-4 0,0 2-5 15,0 2-4-15,-2 0 0 0,1 1-1 0,0 1 0 16,-1 3-1-16,-2-2-15 0,2 1-10 0,-4 6-12 15,4-7-12-15,-4 7-12 0,0 0 1 0,7-5-14 16,-7 5-6-16,0 0-17 0,0 0-19 0,13 10-22 16,-7-4-37-16,-1 3-22 0,-1 0-33 0,-2 4-26 15,0-1-137-15,0 0-438 0,2 0 194 0</inkml:trace>
  <inkml:trace contextRef="#ctx0" brushRef="#br0" timeOffset="197684.19">4309 6817 107 0,'13'-3'167'16,"-3"0"9"-16,-2 1-6 0,2-2-7 0,3 4-9 15,-2-1-10-15,1-1-16 0,2 2-10 0,-3 2-12 16,2 1-5-16,-2 1-2 0,-2 4-2 0,2-3 2 16,-4 2 6-16,1 4-4 0,-3 0 1 0,0 3-1 15,-2 2-5-15,-3-3-5 0,-4 3-6 0,-1 3-6 16,-3-3-1-16,0 1-2 0,-4 1-3 0,1-3-3 15,1 0-6-15,-1-3 4 0,2-2 2 0,0-2-2 16,0 0 1-16,0-1-6 0,4-1-4 0,0-2-2 16,0-1-7-16,5-3-4 0,-9 7-9 0,9-7 3 15,-7 2-5-15,7-2-5 0,0 0-6 0,-4 7-5 16,4-7-2-16,0 0-1 0,0 0-4 0,0 0-2 16,21 2 0-16,-11-3-5 0,4 1-9 0,5 0-18 15,2-1-16-15,6-3-25 0,1 0-23 0,-1 3-41 16,2-3-52-16,2-1-62 0,-1 2-259 0,-1 1-541 15,0-4 240-15</inkml:trace>
  <inkml:trace contextRef="#ctx0" brushRef="#br0" timeOffset="198576.09">12529 9647 37 0,'-6'-4'164'0,"6"4"-5"0,0 0-7 16,0 0-13-16,0 0-7 0,0 0-20 0,0 0-9 16,0 0-9-16,0 0-8 0,0 0-11 0,0 0-9 15,0 0-11-15,0 0-8 0,0 0-18 0,0 0-27 16,0 0-25-16,-3 14-19 0,3-14-20 0,0 15-13 15,0-6-12-15,0 0-21 0,0 5-69 0,-3-3-190 16,6 5 85-16</inkml:trace>
  <inkml:trace contextRef="#ctx0" brushRef="#br0" timeOffset="198909.94">12387 10619 17 0,'0'0'185'0,"0"0"-10"0,0 0-10 15,0 0-12-15,0 0-19 0,0 0-10 0,0 0-12 16,0 0-17-16,0 0-9 0,0 0-16 0,0 0-21 0,0 0-26 16,0 0-38-16,0 0-32 0,0 0-38 15,0 0-123-15,0 0-223 0,0 0 99 0</inkml:trace>
  <inkml:trace contextRef="#ctx0" brushRef="#br0" timeOffset="199318.89">12473 9587 3 0,'0'0'89'15,"0"0"-13"-15,0 0-4 0,-7 5-5 0,7-5-12 16,-4 7-5-16,4-7-12 0,-2 8-13 0,2-8-29 0,-4 14-23 15,4-4-47-15,-4-1-81 0,2 1 36 16</inkml:trace>
  <inkml:trace contextRef="#ctx0" brushRef="#br0" timeOffset="204091.56">15027 9578 48 0,'0'0'58'0,"0"0"-6"0,0 0-9 15,0 0 0-15,0 0-6 0,0 0-6 0,0 0-17 16,0 0-19-16,0 0-12 0,0 0-34 0,0 0-55 16,0 0 24-16</inkml:trace>
  <inkml:trace contextRef="#ctx0" brushRef="#br0" timeOffset="-213393.07">8186 14043 202 0,'0'0'231'0,"0"0"-8"15,-7-6-12-15,7 6-13 0,0 0-13 0,0 0-14 16,0 0-16-16,0 0-14 0,0 0-14 0,0 0-13 16,0 0-14-16,0 0-4 0,0 0-9 15,0 0-3-15,0 0 1 0,0 0-3 0,0 0-1 0,0 0-4 16,0 0 0-16,0 0-8 0,23 2-3 0,-23-2 0 16,19 1-4-16,-6 0-2 0,-1-1-2 0,0 0-12 15,2-1-4-15,4 0-3 0,-3-1-6 0,3 2-6 16,1-1-17-16,-7-1-15 0,3 2-19 0,-2-3-26 15,0 3-31-15,-3 0-46 0,0 0-53 0,2-1-54 16,-12 1-200-16,9 0-471 0,-9 0 209 0</inkml:trace>
  <inkml:trace contextRef="#ctx0" brushRef="#br0" timeOffset="-213195.85">8204 14163 4 0,'0'0'218'16,"0"0"-8"-16,-5 4-10 0,5-4-8 0,0 0-14 0,0 0-4 15,0 0-11-15,0 0-7 0,0 0-13 0,12 14-10 16,-7-13-11-16,2 0-8 0,1 1-13 0,2-2-15 16,1-2-18-16,1 1-19 0,2 0-26 0,4-3-33 15,0 0-48-15,1 1-48 0,1-4-41 16,0 1-48-16,-3 1-108 0,0 0-329 0,3-3 145 15</inkml:trace>
  <inkml:trace contextRef="#ctx0" brushRef="#br0" timeOffset="-198765.06">9921 9217 1804 0</inkml:trace>
  <inkml:trace contextRef="#ctx0" brushRef="#br0" timeOffset="-195072.03">6754 9095 72 0,'-8'-2'91'0,"8"2"-5"0,0 0 0 0,-6-3-8 15,6 3 1-15,0 0-11 0,0 0-1 0,-14 1-7 16,14-1 1-16,0 0-4 0,-9 2-12 15,9-2-4-15,0 0 5 0,-8 3-9 0,8-3 9 0,0 0 6 16,-8 3-1-16,8-3 2 0,0 0 3 16,0 0-5-16,0 0 5 0,-9 1-1 0,9-1-5 15,0 0 6-15,0 0-10 0,0 0 2 0,0 0-1 16,0 0-3-16,0 0 2 0,0 0-6 0,0 0-1 0,0 0-8 16,0 0 3-16,0 0-5 0,0 0-6 0,0 0-1 15,0 0-1-15,0 0-4 0,0 0 0 0,0 0-6 16,0 0 1-16,0 0 1 0,0 0-8 0,0 0 8 15,18 10 0-15,-7-8-1 0,0-1-5 0,-1 1 3 16,3 3 0-16,1-2 1 0,4 0-7 0,0-1 5 16,2-1-5-16,0 2 0 0,8-2 3 0,-2-2 2 15,-4 1-7-15,6-1-5 0,-2 1 5 0,2-2 2 16,-8-1 1-16,2 1-2 0,-1 0 1 0,-1-2-1 16,-1 3 4-16,-1-1-3 0,-1 1-2 0,-4 0 1 15,-1-2-1-15,-3 3 2 0,-1 0-4 0,-8 0-1 16,13 0-2-16,-7 0 2 0,-6 0 2 0,9 0-1 15,-9 0 0-15,0 0 5 0,0 0 1 0,10 0 0 16,-10 0 5-16,0 0 0 0,0 0 0 0,0 0-1 16,0 0 6-16,0 0-2 0,10-1 1 0,-10 1 4 15,0 0-8-15,0 0 2 0,0 0-2 0,0 0 0 0,0 0 2 16,0 0-2-16,0 0-1 0,0 0 3 16,0 0-6-16,0 0 2 0,0 0 3 0,0 0 3 0,0 0 2 15,0 0 1-15,0 0 0 0,0 0-1 16,0 0 2-16,0 0-3 0,0 0 0 0,0 0-2 0,0 0 2 15,0 0 0-15,0 0-4 0,0 0 2 0,0 0-5 16,-5-14 1-16,5 14 0 0,0 0-2 16,0 0 0-16,0-9-1 0,0 9-3 0,0 0 3 15,-1-12-1-15,1 12-1 0,3-7-3 0,-3 7 2 0,3-12-1 16,0 8 2-16,0-2-3 0,-3 6 7 0,5-10-9 16,0 6 4-16,-1-1-5 0,-2 0 3 0,4 0-1 15,-2-1 0-15,0 1-1 0,-4 5 0 16,7-9 1-16,-5 3 3 0,2 3 4 0,-4 3 2 0,6-9 4 15,-6 9-1-15,4-7-1 0,-1 3-2 0,-3 4 1 16,4-7-3-16,-4 7-1 0,3-8 1 0,-3 8 2 16,4-6-1-16,-4 6-1 0,3-5-2 0,-3 5 2 15,0 0-2-15,0 0-5 0,4-5-2 0,-4 5 0 16,0 0-1-16,0 0 0 0,0 0-4 0,0 0 3 16,0 0 1-16,0 0-1 0,11 10 0 15,-7-4 3-15,0 0-1 0,0-1 1 0,-2 1-2 0,3 0-1 16,-1 0 4-16,1 0-2 0,-1 0 1 0,0 0 1 15,1 0 0-15,-1-1 0 0,-1 0 2 0,2-1-2 16,-5-4 0-16,8 7 0 0,-4-2 4 0,-4-5-3 16,5 7 2-16,-5-7-4 0,6 3 3 15,-6-3-1-15,5 5 4 0,-5-5-2 0,0 0 2 0,6 3-1 16,-6-3 4-16,0 0 5 0,0 0 7 0,0 0 2 16,0 0 2-16,0 0-6 0,12-8-1 0,-9 3-2 15,-3 5-1-15,8-10-3 0,-5 6-1 0,2-2-1 0,0-3 0 16,-1 3-6-16,1-1 3 0,1 0-2 15,1 0 1-15,-1 2-6 0,-2 1 2 0,2-2-2 16,-1 2 5-16,1 1-7 0,-1-1 0 0,-5 4-6 16,10-5 1-16,-10 5-1 0,9 0 7 0,-9 0-3 0,15 6-2 15,-10-3 1-15,2 0 4 0,-2 4-3 0,1 0 0 16,-1-1-1-16,4 3 4 0,-2-2 1 16,-1 0-1-16,0 0-2 0,1 0 9 0,-1-1-4 0,-2 1-3 15,1-3 2-15,0 0 3 0,-1 0-7 0,1 2 3 16,0-3 1-16,-5-3 4 0,9 3-6 0,-4 0 6 15,-5-3-1-15,12 0 3 0,-5 0-5 0,-7 0 8 16,15-6-7-16,-4 3-2 0,-2-1-1 0,-1-2 5 16,-1 2 4-16,3-3 3 0,-1 2-4 0,0-2 0 15,1 1 3-15,-2-1-4 0,1 0 3 0,-1-2-4 16,1 2-1-16,0-2 0 0,-1 2-4 0,-1 1 0 16,-2 2-2-16,2-1-1 0,-2 1-4 0,-5 4-3 15,7-6 3-15,-7 6-1 0,11 0 1 0,-11 0-2 16,0 0 0-16,11 3 9 0,-7 1-9 0,0 1 1 15,-2 2 3-15,-2-7-2 0,4 10 3 0,1-5 1 16,-2 0-2-16,-1 0 3 0,2 2-1 0,-4-7-2 16,5 9 3-16,-2-4 1 0,0 0-1 0,-3-5 2 15,3 7-4-15,-3-7 7 0,7 6-1 0,-7-6-3 16,5 4 2-16,-5-4 1 0,0 0-3 0,5 3 5 16,-5-3 0-16,0 0-4 0,9 2 2 0,-9-2 2 15,0 0-1-15,13-7-1 0,-13 7-1 0,9-5 1 16,-4 3-1-16,1-2 7 0,-1-2-6 0,3 3-2 15,-3-2 0-15,4-2-1 0,-3 1 0 0,3 0-5 16,-4 1 2-16,2 1 0 0,-2-2 1 0,0 2-2 16,-5 4 2-16,10-3-4 0,-10 3 3 0,7-3-3 15,-7 3-1-15,9-1 3 0,-9 1-2 0,10 6 0 16,-7-3 2-16,3 1 1 0,-6-4 1 0,6 10 0 16,-2-5-4-16,1 1 5 0,-2-1-2 0,2 1-2 15,-2 0 1-15,0 0 1 0,0 0 3 0,0 0-1 0,-3-6 2 16,7 12-1-16,-4-8-1 0,-1 0 5 15,-2-4-1-15,6 7-3 0,-6-7 3 0,5 4-3 16,-5-4 2-16,4 5 4 0,-4-5-5 0,7 2 1 16,-7-2 3-16,0 0-2 0,9 2-1 0,-9-2 2 0,12 1-2 15,-12-1-2-15,13-1-2 0,-4 1 1 0,5-3-2 16,-1 2 8-16,2 0-7 0,3-2-2 0,4 3 0 16,1-1 5-16,5-2-1 0,0 1-4 15,-9-1 4-15,10 0-2 0,-8 1-1 0,1 2 3 0,6-3-5 16,-2 1 0-16,-3 1-1 0,-2 1 2 0,1-2 2 15,6 0 2-15,0 0-5 0,4 1 2 0,-4-1 1 16,1 0 2-16,1 1-2 0,-2-1 0 16,2 0-1-16,-3 1 4 0,1-1-5 0,0 1 4 0,-8 1-2 15,2 0-3-15,1 0 4 0,-1 1 1 0,-1-2-1 16,1 0 3-16,5 0-3 0,-7 1 2 0,0-2 1 16,-1 2 0-16,0 0 4 0,0-1-2 0,-1 0 0 15,-1-1 2-15,-3 4-7 0,-3-2 4 0,-1-3 1 16,2 3 3-16,-3 1-4 0,-9-1 7 0,11 0-11 15,-11 0 3-15,12 0-1 0,-12 0-2 0,0 0 3 16,9-2 1-16,-9 2-3 0,8 2-1 0,-8-2 1 16,0 0-2-16,10 3 1 0,-10-3 0 0,0 0 2 15,9 3 2-15,-9-3-5 0,0 0 1 0,5 2 7 16,-5-2-10-16,0 0-16 0,5 3-5 0,-5-3-10 16,0 0-9-16,0 0-15 0,9 4-13 0,-9-4-24 15,0 0-25-15,0 0-23 0,3 4-33 0,-3-4-34 16,0 0-143-16,0 9-383 0,0-9 170 0</inkml:trace>
  <inkml:trace contextRef="#ctx0" brushRef="#br0" timeOffset="-194270.22">9106 9022 11 0,'0'0'114'0,"0"0"-3"16,-10-8-1-16,10 8 1 0,0 0-8 0,-6-3-1 15,6 3-9-15,0 0 1 0,0 0-11 0,0 0-4 16,0 0-6-16,0 0-9 0,0 0 1 0,-9-1-7 16,9 1-2-16,0 0 2 0,0 0-7 0,0 0-4 15,0 0-3-15,0 0-2 0,0 0-11 0,0 0 6 16,0 0-2-16,0 0-3 0,0 0 2 0,0 0-3 0,25-3 2 15,-12 2 0-15,1 0 1 0,7-1 0 16,-1-1 0-16,1 2-7 0,-2-1-2 0,-1 2-1 16,1-3-1-16,-5 3-3 0,-1-1-2 0,-1 0-5 15,0-1 3-15,-2 2-3 0,0 0-1 0,-10 0 1 0,13 0 1 16,-13 0-3-16,13 0 4 0,-13 0-1 0,9-2-1 16,-9 2 5-16,0 0-2 0,0 0 1 15,9-1 0-15,-9 1 1 0,0 0 1 0,0 0-4 16,0 0 2-16,8 1-6 0,-8-1 2 0,0 0 0 0,0 0-6 15,0 0 0-15,0 0-15 0,0 0-22 0,0 0-31 16,0 0-29-16,0 0-32 0,0 0-15 16,0 0-15-16,0 0-14 0,6 4-106 0,-6-4-295 0,0 0 131 15</inkml:trace>
  <inkml:trace contextRef="#ctx0" brushRef="#br0" timeOffset="-189877.01">9372 8822 21 0,'0'0'69'0,"0"0"3"0,0 0 2 16,0 0-7-16,0 0-4 0,-1-12-4 0,1 12 3 15,0 0-1-15,0 0 5 0,0 0-6 0,0 0 0 16,-1-9-9-16,1 9-4 0,0 0 2 0,2-8-2 0,-2 8-7 16,0 0 3-16,0 0-6 0,-1-11 0 0,1 11 1 15,0 0 2-15,0-9 7 0,0 9-2 16,0 0 0-16,0-9 4 0,0 9-2 0,0 0-4 0,0 0 1 15,0 0 0-15,0-12 5 0,0 12-5 0,0 0 3 16,0 0-1-16,1-9-5 0,-1 9-1 0,0 0-5 16,2-8 6-16,-2 8 3 0,0 0 2 0,0-10-3 15,0 10 1-15,0 0 0 0,-3-9 2 0,3 9 4 16,0 0-2-16,0 0 3 0,0 0-3 0,0 0-10 16,1-9-4-16,-1 9-3 0,0 0-5 0,0 0-6 15,0 0-2-15,0 0-4 0,0 0 2 0,0 0-5 16,0 0-3-16,0 26 5 0,2-13 0 0,0 4 9 15,-3 1 5-15,1 8-6 0,0-1 1 0,1 1-1 16,-2-6-2-16,1 5-2 0,0-6 0 0,1 0-4 16,2 0 2-16,-1-2-2 0,-2 0 0 0,4 2 2 15,-1-1-4-15,1 0 9 0,-1-2 3 0,1 0-8 16,-2-6 2-16,1 4-1 0,0 1 2 0,1-3-4 16,-2 1 3-16,1-3 1 0,-2 0-1 0,2-2-1 15,-1 2-3-15,1-4 2 0,-2 1 0 0,-1-7-5 16,1 10 4-16,1-6-4 0,-2-4-3 0,0 0 1 15,2 9-11-15,-2-9-8 0,0 0-6 0,2 7-9 16,-2-7-13-16,0 0-13 0,0 0-22 0,0 0-36 16,0 0-37-16,0 0-26 0,0 0-28 0,0 0-175 15,0 0-406-15,-7-27 179 0</inkml:trace>
  <inkml:trace contextRef="#ctx0" brushRef="#br0" timeOffset="-189394.1">9370 8687 101 0,'0'0'155'0,"0"-8"-17"0,0 8-4 0,0 0-17 16,0 0-14-16,0 0-9 0,0 0-11 0,0 0-7 15,0 0-4-15,0 0-11 0,9-2-5 0,-9 2-4 16,0 0-2-16,15 8 3 0,-6-3-2 0,1 0-3 15,0 0 2-15,3 1 13 0,5 2-7 0,0-1-5 16,-1-2-1-16,2 4-3 0,0-1-6 0,1 0-2 16,7 1-8-16,-9-1 0 0,3-2-4 0,-1 2-3 15,-1 0 6-15,-1 1-7 0,0-1-5 0,-1 0 3 16,-1-1-2-16,1 0-1 0,-2 3-2 16,-1-3-2-16,0-2 0 0,-3 2-1 0,-1-2 0 15,1 1-4-15,-2 0 1 0,0 0 0 0,1-2 1 0,-2 1-5 16,0-1 0-16,-2 2-1 0,-1-3 0 15,2 0 1-15,-7-3-9 0,7 4 9 0,-3 0-2 0,-4-4 0 16,7 5-5-16,-7-5 5 0,3 3 2 0,-3-3 8 16,0 0 7-16,4 5 6 0,-4-5 1 0,0 0-3 15,0 0 0-15,-6 12 1 0,1-7 0 0,-3 1-3 16,-5 2 4-16,-2 2-5 0,-9 4 2 0,-4 1-2 16,-4 3 3-16,1 0-1 0,-14 4-3 0,-1 2 2 15,13-6-11-15,0 0 4 0,1 0-2 0,1 2-1 16,0-2-3-16,5 0 1 0,0-1-2 0,7-1-14 0,2-2-14 15,4-4-28-15,6 0-6 0,-2-1-32 16,5 0-13-16,0-1-38 0,2 0-34 0,2 1-37 16,0-9-112-16,3 12-344 0,3-7 152 0</inkml:trace>
  <inkml:trace contextRef="#ctx0" brushRef="#br0" timeOffset="-189022.19">9889 8682 99 0,'1'-9'223'16,"-1"9"-5"-16,0 0-10 0,-1-10-13 0,1 10-20 0,0 0-12 16,0 0-22-16,0 0-19 0,0 0-11 0,0 0-13 15,0 0-13-15,0 0-7 0,0 0 5 0,0 27-3 16,1-6-7-16,-2 6-2 0,1 3-4 0,-2 3-8 16,5-3-1-16,-3 4-5 0,0-3-3 0,-1-1-3 15,2 2-3-15,0-2-7 0,-1-1-1 16,0-3-3-16,2 2-6 0,1-6-1 0,-1 4-10 15,-1 2-16-15,3-4-10 0,-4-4-28 0,0-2-27 0,0-1-30 16,1-1-32-16,0-2-25 0,-1-1-32 0,-1-2-168 16,0-1-379-16,2 0 168 0</inkml:trace>
  <inkml:trace contextRef="#ctx0" brushRef="#br0" timeOffset="-188508.67">9996 9026 43 0,'-6'-7'188'0,"6"7"-14"0,0 0-11 0,0 0-10 16,0 0-18-16,0 0-10 0,0 0-13 0,0 0-10 15,0 0-11-15,0 0-6 0,0 0-7 0,19 0-5 16,-9 3-6-16,3-1 1 0,1 2-7 0,6 0 0 16,3-1-6-16,4 1-1 0,3-1-8 0,4 2-1 15,-1 0 3-15,4-3 7 0,2 2-7 0,13-1 1 16,-3-4-1-16,2 4-3 0,-12-5-4 0,16 1-5 16,-16 1-1-16,2 0-4 0,12-2-5 0,-13 2-1 15,-4-3 0-15,-1 3-5 0,5 0 2 0,-4 0 1 0,-2-1 10 16,-2 1-9-16,-1-2-2 0,-3 1-2 15,-7 0 13-15,2 0-7 0,-3-1-3 0,1 1 1 16,-2 1-5-16,0-1-3 0,-1-1 2 0,-4 2 0 16,0-1-2-16,-1 0-4 0,2 0 3 0,-3 1-1 0,1-1 5 15,0 1-8-15,-1-1-2 0,-5 1 0 0,-7 0 5 16,15 0-6-16,-9 0 3 0,-6 0-3 0,14-2 1 16,-14 2-4-16,8 0 1 0,-8 0-2 0,7-1 3 15,-7 1-1-15,0 0 0 0,0 0 0 0,0 0-3 16,12 0 1-16,-12 0-2 0,0 0-4 0,0 0 2 15,0 0-2-15,6-2-7 0,-6 2-10 0,0 0-6 16,0 0-9-16,0 0-16 0,0 0-16 16,0 0-19-16,0 0-30 0,0 0-23 0,0 0-26 0,0 0-25 15,0 0-168-15,0 0-386 0,0 0 171 0</inkml:trace>
  <inkml:trace contextRef="#ctx0" brushRef="#br0" timeOffset="-188355.14">11071 9054 36 0,'29'-3'94'0,"-29"3"-11"16,19-2-8-16,-7-1-44 0,-1 0-43 0,1 2-40 16,-7-2-55-16,4 2 25 0</inkml:trace>
  <inkml:trace contextRef="#ctx0" brushRef="#br0" timeOffset="-187346.04">8953 8404 70 0,'0'0'134'0,"0"0"2"0,0 0-1 15,7-1-6-15,-7 1 1 0,0 0 0 0,0 0-2 16,0 0 0-16,0 0-4 0,0 0-3 0,0 0 0 15,0 0-5-15,0 0-5 0,0 0-3 0,0 0-6 16,0 0-7-16,0 0-2 0,0 0-8 0,0 0-3 16,0 0-6-16,0 0-6 0,0 0-1 0,0 0-11 15,0 0 6-15,0 0-7 0,0 0-7 0,0 0 3 16,0 0-5-16,0 0 1 0,0 0-3 0,0 0-3 16,0 0-3-16,0 0-8 0,0 0 2 0,0 0-4 15,0 0-7-15,0 0-1 0,0 0-5 0,0 0-1 0,0 0-2 16,0 0 1-16,0 0-4 0,0 0 1 15,5-10-2-15,5 7 0 0,3 1-3 0,0 1 3 16,2-1-5-16,-2 0 2 0,4 1-3 0,-4-1-5 16,1 1-7-16,-1 0-8 0,-1-3-10 0,-1 4-10 0,-1 0-20 15,-2 0-15-15,-8 0-27 0,15 3-37 0,-8-3-25 16,-7 0-27-16,10-2-22 0,-10 2-171 0,0 0-411 16,9 4 182-16</inkml:trace>
  <inkml:trace contextRef="#ctx0" brushRef="#br0" timeOffset="-187129.09">9055 8310 129 0,'-3'-6'225'0,"3"6"-16"0,0 0-12 0,0 0-11 16,0 0-9-16,0 0-19 0,0 0-13 0,0 0-16 15,0 0-15-15,0 0-17 0,0 0-4 0,0 0-12 16,0 0-5-16,0 0-9 0,0 0-2 0,0 0-7 15,-2 23-8-15,2-23-3 0,2 15-3 0,-1-8-6 16,0 3-5-16,0 2 2 0,1-1-8 0,-1 2-23 16,-1-2-22-16,3 5-33 0,-2 0-36 0,-1-2-31 15,0 2-57-15,1-1-165 0,-1-3-367 0,1 0 163 16</inkml:trace>
  <inkml:trace contextRef="#ctx0" brushRef="#br0" timeOffset="-186672.7">10406 8461 109 0,'0'0'240'16,"0"0"-9"-16,0 0-7 0,0 0-4 0,0 0-11 15,0 0-23-15,0 0-9 0,0 0-16 0,0 0-11 16,0 0-10-16,0 0-10 0,0 0-12 0,-1-9-9 16,1 9-8-16,0 0-14 0,0 0-5 0,0 0-6 15,0 0-5-15,9-3-12 0,-9 3 0 0,10 0-7 0,-10 0-11 16,17 0-2-16,-7-3-3 0,4 0 0 16,-2 3 1-16,0-1-2 0,2-1-14 0,-2 0 1 0,1 2-6 15,-2-3-13-15,-3 1-10 0,1 2-12 16,-9 0-17-16,11-1-20 0,-11 1-28 0,9 3-33 15,-9-3-41-15,0 0-28 0,0 0-49 0,0 0-162 16,0 0-430-16,0 0 191 0</inkml:trace>
  <inkml:trace contextRef="#ctx0" brushRef="#br0" timeOffset="-186078.04">9352 8135 89 0,'0'0'224'0,"0"0"-10"0,0 0-12 16,-6-9-14-16,6 9-18 0,0 0-16 0,0 0-11 15,0 0-15-15,0 0-15 0,0 0-6 0,0 0 2 16,0 0-13-16,-12 13-8 0,12-13-2 0,-5 10-10 15,4-5-5-15,1-5-8 0,-4 10-2 0,2-3-6 0,2-7-8 16,0 12-3-16,0-12-2 0,0 10-4 0,2-3-5 16,-2-7-2-16,4 9-3 0,-1-4-4 15,0 0 2-15,-3-5-6 0,9 9 1 0,-3-8-2 16,-1 2 0-16,3 0-2 0,0-3 0 0,1 3-3 0,-9-3 1 16,13 1-2-16,-3-2 1 0,-10 1 1 0,14-3 13 15,-8 3 3-15,-6 0 7 0,11-4-5 16,-8 1 1-16,2-3-7 0,-5 6 0 0,7-9-1 15,-5 5-1-15,-2 4-6 0,2-14 8 0,-1 9-11 0,-1 5-2 16,-4-16-3-16,0 6-3 0,0 3 0 0,-3-2 3 16,3 3-4-16,-1 2 0 0,0-1-2 0,-2 0-4 15,0 1-2-15,7 4-9 0,-14-7-14 16,6 5-11-16,-1 1-14 0,9 1-10 0,-15 0-18 0,7 2-26 16,0 0-31-16,-1 3-31 0,3-2-31 0,-1 3-38 15,-1-2-141-15,4-1-407 0,4-3 180 0</inkml:trace>
  <inkml:trace contextRef="#ctx0" brushRef="#br0" timeOffset="-185910.12">9587 8174 177 0,'0'0'218'0,"0"0"-5"15,9 0-8-15,-9 0-16 0,0 0-15 0,0 0-15 16,0 0-19-16,0 0-15 0,0 0-18 0,6-4-32 15,-6 4-37-15,0 0-49 0,0 0-36 0,0 0-36 16,0 0-41-16,0 0-136 0,0 0-281 0,0 0 125 16</inkml:trace>
  <inkml:trace contextRef="#ctx0" brushRef="#br0" timeOffset="-185494.05">9680 8018 48 0,'0'0'216'0,"0"0"-22"15,-7-3-5-15,7 3-17 0,0 0-9 0,0 0-10 16,0 0-12-16,0 0-13 0,0 0-12 0,0 0-15 16,0 0-9-16,0 0-10 0,0 0-7 0,0 0-7 15,0 0-8-15,0 0-2 0,0 0-8 0,0 0 0 16,28 8-7-16,-17-7 1 0,1 0-6 0,-1 2-5 15,2 0-3-15,-1-2-3 0,-2 0-2 0,0 1-6 16,-4 0 1-16,2-1-1 0,0 0-5 0,-3 2-1 16,-5-3-5-16,11 4 3 0,-5-2-3 0,-1 1 2 15,-5-3-3-15,6 6 1 0,-2-2-2 0,-4-4-2 0,6 6 1 16,-2-2-2-16,-4-4 2 0,5 10 7 0,-2-4 15 16,-3-6 2-16,1 13 7 0,2-4 0 15,-3-2 0-15,0-7-1 0,0 17-2 0,0-8 7 16,-2 0-2-16,0-1-2 0,-2 1-4 0,3 1-2 15,-2-1-5-15,-1 0-2 0,2 0 0 0,-2 0-9 16,1-1-11-16,1-1-10 0,-2 0-18 0,0 3-23 0,2-2-33 16,-2-3-37-16,2 6-32 0,1-4-30 15,-2 0-35-15,3-7-159 0,-3 12-404 0,0-5 179 16</inkml:trace>
  <inkml:trace contextRef="#ctx0" brushRef="#br0" timeOffset="-185334.54">9765 8232 28 0,'0'0'133'0,"9"-3"-6"16,-3 0-21-16,-6 3-12 0,17-4-17 0,-8 2-29 16,3 0-32-16,0 1-43 0,-1-2-74 0,2-1-108 15,-1 3 48-15</inkml:trace>
  <inkml:trace contextRef="#ctx0" brushRef="#br0" timeOffset="-184974.46">9985 8042 158 0,'-2'-7'258'16,"2"7"-17"-16,0 0-20 0,0 0-14 0,-1-10-20 15,1 10-14-15,0 0-25 0,0 0-16 0,0 0-10 16,0 0-16-16,0 0-10 0,0 0-2 0,0 0-15 15,0 0 2-15,8 23-2 0,-6-14-4 0,2 1-7 16,0-3-4-16,0 4-8 0,0-1-4 0,-1-2-6 16,1 0-5-16,0 0-4 0,1-2 2 0,1 2-9 15,0 0-1-15,-3-2-3 0,3-1-4 0,-4 0 0 16,2-1-1-16,-4-4-4 0,6 9 0 0,-2-5 7 16,0-1-9-16,-4-3-4 0,4 5 3 0,-4-5-4 15,5 3 3-15,-5-3 3 0,0 0 10 0,9 3 13 16,-9-3 0-16,0 0 4 0,14-6-1 0,-9 1-8 15,2-2-3-15,-1-2 5 0,3 2 7 0,-3-1-16 16,2-3 1-16,-2 0-3 0,3-3-4 0,-1-1-1 16,0 2-2-16,-3 1-3 0,1 3-14 0,-2-1 0 15,0 1-8-15,-2 4-17 0,1-1-21 0,-3 6-21 16,2-9-26-16,-2 9-42 0,0 0-46 0,0 0-43 16,0 0-37-16,0 0-175 0,0 0-470 0,0 0 209 15</inkml:trace>
  <inkml:trace contextRef="#ctx0" brushRef="#br0" timeOffset="-165179.29">7632 10114 146 0,'0'0'161'0,"0"0"-2"0,-7-4-6 0,7 4-9 16,0 0 0-16,0 0-7 0,-6-4-5 0,6 4-3 15,0 0-9-15,0 0-8 0,-4-6-6 0,4 6-4 16,0 0-15-16,0 0-13 0,0 0-4 0,5-13-4 16,2 10-11-16,0-3-5 0,5-5-9 0,3-2-2 15,2 2-1-15,8-3-9 0,1 3 1 0,3-4-6 16,3 0 3-16,1-1-6 0,5 3-3 0,15-3-5 16,-4-3 2-16,-14 4-4 0,3 2-1 0,-3 0 4 15,16-5-2-15,-16 8-7 0,2 1 2 0,0-1-3 16,13-1-1-16,-12 3 2 0,1 1 5 0,0 3-6 15,1-2 1-15,0 0-1 0,-1 1 3 0,-2 0-5 16,3 3 1-16,-2 1-3 0,2-1 7 0,-2 2-5 16,-2 2-2-16,-2-1-2 0,1 1 3 0,-1-1 2 15,1 1-4-15,-3 2-1 0,1 1 5 0,-1 2-5 16,-5-3-1-16,4 2 1 0,-3 1 1 0,0 1 1 16,-3 3-1-16,2-1 1 0,0-1 1 0,-3 2-2 15,1 1-1-15,-2 3 0 0,1-1 0 0,-3 0 3 16,0 2-3-16,-1 3 2 0,0 0 5 0,-2 2-6 0,-2 0-1 15,1 2 6-15,-1-1-5 0,0 3-5 0,0 0 6 16,-4 2 0-16,1 0 1 0,-1 1-3 16,0 1 10-16,-2 2-8 0,-2-1 4 0,0 2 2 15,-3 0-3-15,1 3 1 0,-4-1 3 0,0 1 0 0,-2 0-1 16,-2 10 3-16,0-11-3 0,-4 2 1 16,-3 9 2-16,-2-1 4 0,1-9 0 0,-1-1-1 15,-1 0-3-15,-7 9 2 0,5-12 3 0,-3-1-2 16,2 0 0-16,-3-1-1 0,0-2 3 0,2 1-7 0,-2-1 7 15,0-5 0-15,-4 1-3 0,2-3 0 0,0 1 1 16,3 0 1-16,-3-2-4 0,-1-1 0 0,4-6-1 16,2 2 2-16,-2-2 0 0,3-1-2 15,-1 0 1-15,2-2-3 0,3 0-1 0,0-2-2 0,1 0 5 16,1-1-2-16,-2 1-3 0,2-1-5 0,3 0-6 16,0-1-9-16,0 0-7 0,-2 1-4 0,4-2-6 15,-3 1-8-15,1 2-15 0,-1 0-21 16,1-3-26-16,-2 3-31 0,2-4-18 0,-1 3-24 0,-1-1-166 15,-4 1-371-15,2-1 164 0</inkml:trace>
  <inkml:trace contextRef="#ctx0" brushRef="#br0" timeOffset="-164812.8">8873 11015 120 0,'1'-6'212'0,"-1"6"-15"0,3-9-15 0,-3 9-20 15,1-6-12-15,-1 6-17 0,0 0-17 0,0 0-8 16,0 0 5-16,0 0-2 0,0 0-7 0,0 0 2 16,4 25-6-16,-6-8 4 0,1 2-4 0,-1 7-6 15,-2 2 0-15,0-1-10 0,-3 1-5 0,1-2-8 16,-3 2 2-16,3-3-9 0,-2-3-3 0,-1 5-3 15,3-9-4-15,-1 0-7 0,2 0-2 0,1-2-6 16,0 0-1-16,1-6-6 0,-1-1-3 0,1 3-3 16,1-3-2-16,1-1-4 0,1-8-1 0,1 14-4 15,0-8 4-15,2 0-6 0,2 4 1 0,0-1 2 16,4-1-2-16,7 0 7 0,2-2-1 0,10 2-2 16,4-6-3-16,4-5-16 0,4 0-16 0,19-3-25 15,3-3-27-15,28-5-39 0,-23 8-65 0,29-6-82 16,-8 1-191-16,-29 5-481 0,0 3 214 0</inkml:trace>
  <inkml:trace contextRef="#ctx0" brushRef="#br0" timeOffset="-164111.71">7750 10901 94 0,'0'0'167'0,"-7"-8"-12"0,7 8 8 0,-4-3-8 16,4 3-4-16,-5-8-8 0,5 8-2 0,0 0-11 15,-6-4-2-15,6 4-7 0,-6-4-4 0,6 4-6 16,0 0-10-16,-6-5-5 0,6 5 1 0,-6-4-12 16,6 4 4-16,0 0-12 0,-5-5-3 0,5 5-7 15,0 0-6-15,0 0-8 0,0 0-4 0,0 0-8 16,0 0-1-16,0 0-7 0,0 0-3 0,0 0-3 15,19-8-3-15,-6 5-3 0,8-1 0 0,7-1-3 16,4 0-6-16,0-1-10 0,3 3-14 0,-2-1-28 16,-1-1-21-16,-1 2-36 0,-3 2-31 0,0-1-22 15,-7 2-35-15,-2-1-29 0,-6 1-121 0,0 1-362 0,-4-1 160 16</inkml:trace>
  <inkml:trace contextRef="#ctx0" brushRef="#br0" timeOffset="-163678.08">7958 10824 64 0,'-9'-2'185'15,"9"2"-9"-15,0 0-10 0,-11-1-12 0,11 1-15 16,0 0-15-16,0 0-12 0,0 0-13 0,-10 3-9 0,10-3 3 16,-4 9 5-16,3-3-4 0,0 5-5 0,0 1-5 15,-1 3-10-15,0 4 4 0,0 0 1 0,1 5-8 16,0-4-6-16,1-2-8 0,-1 2-4 0,1 0-3 15,0-2-6-15,1 1-4 0,0-1-5 0,-1 0-4 16,1-3 2-16,1 3-2 0,-2-2-5 0,1-1 1 16,-1 2-4-16,1-6-3 0,-1 1-5 15,0-1 1-15,0-2-2 0,0 1 3 0,2-1-3 16,-2-1 0-16,0-8-2 0,0 10-1 0,1-3 0 0,-1-7-2 16,0 7-4-16,0-7 5 0,1 8-2 0,-1-8 1 15,0 0-2-15,0 0 0 0,0 9 3 0,0-9-1 16,0 0-4-16,0 0 3 0,0 0-1 15,-10 0-1-15,10 0-5 0,-13 2 5 0,13-2-6 16,-14-2 2-16,14 2-4 0,-14 0 8 0,4 2-9 0,1-2 3 16,0 0-2-16,0 1 3 0,9-1-1 0,-13 1 0 15,13-1 0-15,-11 0-1 0,11 0-1 0,-9 1-2 16,9-1 1-16,0 0 2 0,-9 2-1 0,9-2 4 16,0 0-4-16,0 0 5 0,0 0-3 0,0 0 1 15,36-4-2-15,-19 0 0 0,11 0-6 0,3-2-19 16,2-1-22-16,3-2-31 0,19 0-46 0,-6-4-47 15,4 0-48-15,-17 3-139 0,18-3-388 0,-4 2 172 0</inkml:trace>
  <inkml:trace contextRef="#ctx0" brushRef="#br0" timeOffset="-149495.68">1803 10759 102 0,'-8'-6'198'15,"8"6"-20"-15,-2-9-16 0,-1 4-11 0,3 5 4 16,-6-9-1-16,6 9 1 0,-3-9-1 0,2 5-9 16,1 4-10-16,-3-9-5 0,3 9-6 0,-2-7-5 15,2 7-5-15,0 0-7 0,-5-7-10 0,5 7-12 16,0 0-8-16,0 0-8 0,0-8-11 0,0 8-6 15,0 0-7-15,0 0-10 0,0 0-5 0,0 0-1 16,0 0-6-16,0 0-2 0,-8 18 0 0,8-5-4 16,0 3 1-16,-1 1 1 0,-3 2-7 0,1 0-15 15,-1 0-3-15,2 7 4 0,0 0-1 0,0 1 2 16,0-8-5-16,1 5-2 0,-2-5 8 0,1 0 0 16,2-1 3-16,0-2-1 0,0-3-2 0,0 5 3 15,2-7-1-15,1 1 5 0,-2-3-7 0,1 2 5 16,3-4-1-16,-1 1 1 0,0-1 0 0,5 1 1 15,-2-2 1-15,2-3-3 0,-1 2 0 0,0-2 1 16,3-2 6-16,0 0 3 0,3-2-12 0,-2 0-15 16,6-3-20-16,-5 0-19 0,-3 1-30 0,4-3-30 15,-3 1-31-15,5-4-24 0,-3-1-36 0,0 0-172 16,-5 1-406-16,-1 1 181 0</inkml:trace>
  <inkml:trace contextRef="#ctx0" brushRef="#br0" timeOffset="-149310.61">1842 10953 18 0,'0'0'176'0,"0"0"-7"16,0 0-15-16,0 0-8 0,0 0-18 16,0 0-7-16,0 0-14 0,18-10-11 0,-6 6-7 0,1-3-8 15,3 1-14-15,0-1-17 0,-3 3-33 0,4-4-50 16,0 2-34-16,-2 0-47 0,-1 2-88 0,-3 0-217 15,-3 0 97-15</inkml:trace>
  <inkml:trace contextRef="#ctx0" brushRef="#br0" timeOffset="-149128.14">1719 10708 2 0,'0'0'194'0,"2"-12"-16"0,-2 12-19 0,14-11-16 16,1 4-14-16,3 0-15 0,9-2-37 0,0 0-34 0,5 1-46 16,-4 4-39-16,1-2-45 0,-6 2-65 0,-2 2-164 15,-1 2 73-15</inkml:trace>
  <inkml:trace contextRef="#ctx0" brushRef="#br0" timeOffset="-148895.99">2094 10899 104 0,'0'6'215'0,"3"3"-16"16,-2 3-11-16,-2 3-3 0,1 0-21 0,0 2-14 16,-3 0-11-16,3 0-14 0,0-1-9 0,-1 3-15 15,1-3-5-15,-1 1-10 0,1-1-11 0,-2 0-7 16,2-5-6-16,2 3-4 0,-4-3-6 0,5-1-8 15,-2 2-14-15,-1-2-26 0,0 0-35 0,0-2-36 16,3 3-33-16,-1-5-49 0,1 2-170 0,-2 0-347 16,3-4 154-16</inkml:trace>
  <inkml:trace contextRef="#ctx0" brushRef="#br0" timeOffset="-148719.18">2351 10956 166 0,'9'-2'185'0,"-3"-2"-20"0,6 0-17 0,-1 1-13 16,1-1-9-16,1 0-38 0,4 0-30 0,3 0-45 16,-4 0-40-16,2 3-49 0,-1-2-88 0,-4 4-177 15,-1 2 79-15</inkml:trace>
  <inkml:trace contextRef="#ctx0" brushRef="#br0" timeOffset="-148567.58">2467 11042 80 0,'-6'2'218'0,"6"-2"-8"0,-12 5-5 0,7-4-9 16,5-1-11-16,-6 3-21 0,6-3-15 0,0 0-22 16,0 0-10-16,-8 1-10 0,8-1-10 0,0 0-21 15,0 0-23-15,0 0-39 0,30 0-39 0,-14-1-48 16,3-3-56-16,3 2-167 0,6-5-320 0,0 2 142 15</inkml:trace>
  <inkml:trace contextRef="#ctx0" brushRef="#br0" timeOffset="-119979.53">10469 13747 121 0,'0'0'133'0,"0"0"12"0,1-6-11 15,-1 6-2-15,0 0-6 0,0 0 8 0,0 0-10 16,0 0-8-16,4-5-6 0,-4 5-4 0,0 0-4 16,0 0-5-16,0 0-5 0,0 0-6 0,0 0-5 15,0 0 0-15,0 0-5 0,0 0-2 0,0 0-4 16,0 0-2-16,0 0-4 0,0 0-3 0,0 0 2 15,0 0-6-15,0 0 0 0,0 0-3 0,0 0 8 16,0 0-11-16,0 0-2 0,0 0-2 0,0 0-5 16,0 0-7-16,0 0 2 0,0 0-6 0,0 0-4 15,0 0-1-15,0 0-5 0,0 0-1 0,0 0-3 16,0 0-4-16,0 0-1 0,0 0-2 0,6-4 0 16,-6 4 0-16,11-1 0 0,-11 1-3 0,14-1 15 15,-5-2-15-15,2 2 0 0,-1 1-2 0,2-3 1 16,-1 1-2-16,1-1 0 0,1 3 0 0,-3-1 5 15,0-2-8-15,2 2-1 0,-1-1 0 0,-4 2-1 0,-7 0 2 16,15 0-1-16,-15 0-5 0,13-2 4 16,-13 2-9-16,11 2-10 0,-11-2-16 0,9 0-10 15,-9 0-20-15,6 0-21 0,-6 0-27 0,0 0-33 16,8 3-17-16,-8-3-28 0,0 0-3 0,12 1-154 0,-12-1-376 16,0 0 167-16</inkml:trace>
  <inkml:trace contextRef="#ctx0" brushRef="#br0" timeOffset="-119711.89">10934 13466 115 0,'0'0'201'0,"0"0"-5"0,0 0-10 0,-5-4-12 16,5 4-8-16,0 0-16 0,0 0-7 0,0 0-12 15,0 0-11-15,0 0-9 0,0 0-8 16,0 0-10-16,14-6-6 0,-6 5-11 0,1 0-5 0,3-2-11 16,1 1-2-16,4-2-6 0,2 0-6 0,-2 0 13 15,2 3-17-15,0-3-14 0,-1 0-14 0,2 3-10 16,-4-3-32-16,3 3-23 0,-6-1-34 0,1 0-19 16,-1 2-18-16,-1-1-17 0,-2-1-11 0,-2 4-17 15,-8-2-107-15,13-2-296 0,-13 2 132 0</inkml:trace>
  <inkml:trace contextRef="#ctx0" brushRef="#br0" timeOffset="-119211.37">11160 13390 103 0,'-6'-4'172'16,"6"4"-3"-16,0 0-8 0,-10 0-9 0,10 0-10 15,0 0-9-15,0 0-10 0,-13 3-5 0,13-3-6 16,-4 3-5-16,4-3-2 0,-6 7-6 0,2-2-11 15,4-5-8-15,-5 14-7 0,3-6-2 0,1 2 6 16,0 1-12-16,1-1 0 0,1 6 6 0,-1-3-9 16,1-1-3-16,1 1-3 0,0 2-5 0,-2-2-4 15,2 1-1-15,-1-1-4 0,0 0-7 0,-1-3 0 16,1 1-5-16,1 0-2 0,-2-1-3 0,1 0-1 16,0 0-3-16,3-1-3 0,-4 0-1 0,1 0-3 15,-1-9 0-15,0 11-3 0,0-5 2 0,0-6-5 16,2 10 9-16,-2-10-11 0,-2 9 4 0,2-9 0 15,0 0-2-15,0 10-1 0,0-10 0 0,0 0 0 16,-3 8-1-16,3-8-1 0,-4 4-1 0,4-4-3 16,-7 4-4-16,7-4-3 0,-7 1 0 0,7-1-2 15,0 0 2-15,-17 0 0 0,17 0 1 0,-9-1 2 16,9 1-1-16,0 0 2 0,-15-2 0 0,15 2-1 16,-8-2 1-16,8 2-1 0,-8-1 1 0,8 1 1 15,0 0-1-15,0 0 0 0,-11 0 2 0,11 0-4 16,0 0 0-16,0 0 1 0,0 0 2 0,0 0 1 15,0 0 1-15,0 0 0 0,0 0 4 0,0 0 2 16,0 0-3-16,0 0-1 0,0 0 2 0,0 0-2 16,0 0-1-16,37 0-1 0,-28-2-12 0,1 2 0 15,0 0-20-15,1 0-20 0,0 0-22 0,0 0-23 16,0 0-22-16,0 0-19 0,2-2-19 0,-1 2-10 16,0-3-11-16,0 3-7 0,-2 0-112 0,3-4-320 15,-1 1 142-15</inkml:trace>
  <inkml:trace contextRef="#ctx0" brushRef="#br0" timeOffset="-118944.85">11369 13608 140 0,'0'0'161'0,"1"-6"8"0,-1 6 6 0,0 0 4 16,2-8-4-16,-2 8-2 0,0 0-12 0,0 0-12 0,0 0-12 16,0 0-11-16,2-8-14 0,-2 8-15 15,0 0-8-15,0 0-9 0,0 0 6 0,0 0-1 16,0 0 1-16,0 0-4 0,0 0-3 0,5 23-4 15,-3-15-5-15,-2-8-6 0,2 13-5 0,-2-7-2 16,3 4-3-16,-3-3-4 0,3 0-3 0,-2 2-9 0,-1 4 1 16,2-5-8-16,-1 3 0 0,1-3-3 15,-2 0-3-15,0-8-2 0,2 13-3 0,-2-6-6 16,0-7-9-16,2 14-14 0,-4-8-15 0,2-6-13 16,2 9-16-16,-2-9-14 0,0 7-22 0,0-7-24 15,0 8-21-15,0-8-11 0,0 0-16 0,0 0-22 0,0 0-7 16,0 0-155-16,0 0-373 0,0 0 165 15</inkml:trace>
  <inkml:trace contextRef="#ctx0" brushRef="#br0" timeOffset="-118662.83">11397 13559 132 0,'14'-2'157'16,"1"0"-4"-16,-2 1-10 0,5 2-10 0,1 1-7 15,-8 0-6-15,2 1-8 0,0 1 1 0,0 2 4 16,-2 1-2-16,-2-1-5 0,1 0-4 0,-3 1-1 16,0 2 6-16,-4-1-5 0,-2 0-5 0,-1 1-7 15,-1 2-3-15,-2-1-6 0,1 0-4 0,-7 0-6 16,4 2-6-16,-4-2-5 0,0-4 0 0,0 4-5 16,1-3-4-16,-1 0-6 0,1 2-8 0,-1-2 0 0,0 1-5 15,1-2-19-15,-2 1-8 0,1-3-19 16,-2 2-14-16,2-1-22 0,-1-1-32 0,3-1-46 0,0-1-43 15,-4 2-54-15,2-3-166 0,2 1-419 16,7-2 185-16</inkml:trace>
  <inkml:trace contextRef="#ctx0" brushRef="#br0" timeOffset="-117685.98">11754 13481 48 0,'-4'-6'157'0,"4"6"6"16,-6-6 3-16,6 6-5 0,-5-6-1 0,5 6-2 16,0 0-2-16,-6-6-10 0,6 6-6 0,0 0-7 15,0 0-11-15,-4-4-9 0,4 4-11 0,0 0-8 16,0 0-10-16,0 0-7 0,0 0-9 0,0 0-10 16,0 0-2-16,0 0-7 0,0 0-5 0,0 0-4 15,0 0-5-15,0 0 0 0,23 15-5 0,-17-8 0 16,2-1-2-16,2 0-1 0,-1 1-2 0,-1 0 0 15,2 0-2-15,-5 1 0 0,5-2-1 0,0 2-4 16,-4-1 0-16,1 0-2 0,2-1-2 0,-4-2 1 16,-1 2-4-16,3 0 2 0,-2-3-3 0,4 4 1 15,-4-2-3-15,1 0 2 0,-2-1-2 0,3 1-2 16,-1 0 2-16,-2-1-2 0,-4-4-4 0,8 7-10 16,-3-4-16-16,-1 1-13 0,-4-4-18 0,6 6-21 15,-6-6-17-15,4 6-17 0,-4-6-15 0,4 6-18 16,-4-6-12-16,0 0-13 0,5 5-12 0,-5-5-120 15,0 0-325-15,0 0 144 0</inkml:trace>
  <inkml:trace contextRef="#ctx0" brushRef="#br0" timeOffset="-117444.64">11981 13426 28 0,'0'0'223'15,"0"0"-7"-15,0-6-18 0,0 6-12 0,0 0-12 16,0 0-9-16,0 0-8 0,0 0-14 0,0 0-7 16,-23 23-13-16,13-11-14 0,-2 2-8 0,1 0-8 15,-1 3-8-15,-2-1-9 0,-3 3-11 0,3-4-4 16,1 6-6-16,-3-1-14 0,3-6-21 0,0 2-22 16,1-1-28-16,1-2-40 0,-1 1-38 0,5-2-37 15,-1 2-34-15,-2 0-142 0,0-6-346 0,5-1 153 16</inkml:trace>
  <inkml:trace contextRef="#ctx0" brushRef="#br0" timeOffset="-116878.99">12184 13375 55 0,'2'-10'234'16,"-2"10"-5"-16,4-8 0 0,-4 8-11 0,2-8-13 16,-2 8-13-16,0 0-15 0,0 0-14 0,0 0-18 15,0 0-13-15,2-6-19 0,-2 6-6 0,0 0-15 16,0 0 4-16,0 0 3 0,0 0-5 0,1 26-6 15,-1-16-10-15,-1 0-6 0,1 2-5 0,0 0-4 16,0 0-7-16,0-1-3 0,1 0-7 0,1-1 0 16,-1 1-5-16,2 0-7 0,-1-1-1 0,2-1-1 15,-1 0-7-15,2-2 1 0,-3-2-5 0,3 0 2 0,1 1-3 16,-1-3 2-16,1-1-4 0,5 0-4 0,-2 0-1 16,-2-2 4-16,-7 0-7 0,16-2 2 0,-9 0-3 15,1 0 0-15,-3-1-4 0,2-1 3 16,-2 0-5-16,3-4 0 0,-4 3 1 0,-2-3-2 0,1 1 3 15,2-1-7-15,-2-2 7 0,-2 2-2 16,0-2 0-16,1 1 2 0,-2 0-5 0,0 9 1 16,2-14 3-16,-2 8-4 0,0 6 1 0,-2-9 2 15,2 9 0-15,0 0 0 0,2-12-5 0,-2 12 0 16,0 0-1-16,0 0 6 0,0 0-3 0,0 0 8 0,0 0 0 16,-4 27 6-16,4-16-2 0,-1 5 12 0,1-1-9 15,0 0 2-15,-1 1 1 0,1 1 2 0,-2 0 8 16,2-1-10-16,0-5-5 0,-1 1 2 15,1 4-4-15,0-4-3 0,0-1 0 0,0 1-16 16,0 4-22-16,-3-6-29 0,1 3-20 0,2-4-35 0,-4 0-52 16,3-3-65-16,0 2-47 0,-2-3-199 0,-1 1-515 15,4-6 229-15</inkml:trace>
  <inkml:trace contextRef="#ctx0" brushRef="#br0" timeOffset="-116708.5">12452 13535 233 0,'8'-5'214'0,"-8"5"-6"15,0 0-16-15,0 0-15 0,0 0-18 0,2-6-16 0,-2 6-14 16,0 0-9-16,0 0-17 0,0 0-19 0,0 0-33 16,4 15-43-16,-4-15-49 0,0 8-58 0,0-8-68 15,0 0-86-15,0 0-273 0,-4 10 121 0</inkml:trace>
  <inkml:trace contextRef="#ctx0" brushRef="#br0" timeOffset="-116337.09">12531 13389 216 0,'1'-7'223'0,"-1"7"-9"0,0 0-17 0,0 0-16 16,6-5-15-16,-6 5-6 0,6-4-11 0,-6 4-11 15,12-2-5-15,-12 2-8 0,11-3-10 0,2 3-4 16,-1-1-9-16,-1 0-10 0,-4 1-7 16,2-1-7-16,-9 1-6 0,15-2-7 0,-15 2-7 0,14 2-5 15,-5-2-3-15,-4 1-4 0,1 1-2 0,-6-2-4 16,14 5 1-16,-8-1-2 0,1 1 4 0,1 2 10 16,2 2 7-16,-7-2 6 0,1 5 3 0,0-3-3 15,-2 2-4-15,3 1 3 0,-5 0-3 0,0 0 0 16,2 4-4-16,1-1 2 0,-3-3-4 0,0 0 1 15,0 0-12-15,-3 0 2 0,1 0-10 0,2-3-4 16,-2 4 7-16,0-3 0 0,1 1-8 0,-1 1-13 16,0-2 10-16,0 0 3 0,0-3-9 0,2-2-8 15,-2 3-23-15,2-8-8 0,-3 9-23 0,1-4-20 16,2-5-22-16,-2 9-19 0,2-9-15 0,-4 7-22 16,4-7-31-16,-6 6-32 0,6-6-33 0,0 0-32 15,0 0-203-15,-8 2-506 0,8-2 225 0</inkml:trace>
  <inkml:trace contextRef="#ctx0" brushRef="#br0" timeOffset="-116179.16">12621 13607 46 0,'0'0'175'0,"-6"-6"-11"0,6 6-2 16,0 0-3-16,0 0-8 0,0 0-3 0,0 0-5 16,0 0-12-16,0 0-6 0,15-8-13 0,-9 6-9 15,6 0-12-15,-1 1-11 0,2-1-19 0,1-2-26 16,-1 1-38-16,6 0-50 0,-1-2-51 0,-3 0-58 15,-2 3-99-15,1-2-283 0,-1 1 125 0</inkml:trace>
  <inkml:trace contextRef="#ctx0" brushRef="#br0" timeOffset="-115912.05">13011 13366 22 0,'0'0'263'0,"0"-8"-3"15,0 8-9-15,0 0-10 0,0 0-12 0,4-9-31 16,-4 9-19-16,0 0-20 0,0 0-11 0,0 0-4 16,0 0 3-16,0 0-4 0,8 20-7 0,-8-7 4 15,2-1-8-15,-2-1-2 0,0 5-11 0,0-3-6 16,1 3-7-16,0-2-5 0,2 2-4 0,-3-3-9 16,2-2-8-16,-2-1-5 0,2 3-7 0,-2-3-14 15,4 2 4-15,-4-3-11 0,0 1 9 0,0-1-40 16,0-3-21-16,0-6-34 0,0 12-29 0,0-6-22 15,0-6-30-15,-2 11-37 0,2-11-50 0,0 9-35 16,0-9-42-16,0 0-181 0,0 0-504 0,0 0 223 16</inkml:trace>
  <inkml:trace contextRef="#ctx0" brushRef="#br0" timeOffset="-115678.23">13153 13394 53 0,'0'0'242'0,"0"0"-3"0,-15 4-2 16,15-4-8-16,-12 9-9 0,6-3 0 0,-1 2-5 16,3 1-15-16,-4 1-8 0,2 0-12 0,2 2-13 15,-1-1-10-15,5 1-14 0,-4-2-18 0,0 3-9 16,4-3-4-16,-1 2-18 0,2-3-11 0,1 1-10 16,0-4-22-16,-2 3-23 0,4-2-23 0,1 1-27 15,-1-2-25-15,4-2-30 0,0 0-47 0,1-1-35 16,4-1-51-16,-1 0-35 0,1-2-172 0,-2-2-450 15,3 2 199-15</inkml:trace>
  <inkml:trace contextRef="#ctx0" brushRef="#br0" timeOffset="-115328.99">13335 13575 164 0,'0'0'226'0,"5"-4"-1"0,-5 4-10 0,0 0-1 0,0 0-11 15,6-7-12-15,-6 7-8 0,2-6-10 0,-2 6-9 16,0 0-8-16,4-8-8 0,-4 8-8 15,2-10-10-15,-2 10-7 0,2-12-2 0,-2 5-14 16,0-5-14-16,0 2 3 0,0 2-6 0,2 0-3 16,0 1-9-16,3-3-4 0,-1 1-19 0,0-1 2 15,3 0-11-15,-2 3-4 0,4-1 0 0,-5 3-3 16,5-1-10-16,3-1-8 0,-6 4 3 0,5 0-6 16,-7 0-3-16,-4 3 0 0,17-1-1 0,-17 1-1 15,11 4-4-15,-2-1-2 0,-4 4 3 0,3-1-3 16,-4 2 1-16,1 2 9 0,-3-1 2 0,0 3 5 15,-2-2 3-15,-2 2 11 0,2-1-5 0,-2 0 9 16,2 1-1-16,-2-2 3 0,-1 1-4 0,-1-4-1 16,4 1-10-16,0 0 1 0,0-8 0 0,-2 13-3 15,2-13-21-15,2 9 9 0,-2-9-1 0,5 10-2 0,-1-9-8 16,3 2-17-16,-7-3-27 0,20 0-37 16,-6-3-40-16,1 2-38 0,4-5-54 0,8-2-65 15,-1 1-71-15,-6-2-185 0,-1 1-572 0,2 0 254 16</inkml:trace>
  <inkml:trace contextRef="#ctx0" brushRef="#br0" timeOffset="-108316.58">14013 13536 74 0,'0'0'132'0,"0"0"-6"0,0 0-14 0,0 0-5 15,0 0-8-15,0 0-5 0,0 0 1 0,0 0-13 16,0-10 5-16,0 10-9 0,0 0 4 0,0 0-7 16,0 0-4-16,0 0 2 0,0 0-7 0,0 0-4 15,0 0 0-15,0 0-7 0,0 0-3 0,0 0 0 0,-4-12-3 16,4 12-5-16,0 0-4 0,0 0 2 15,0 0 1-15,0 0 4 0,-7-6 0 0,7 6-3 0,0 0-1 16,-7-4 1-16,7 4-5 0,0 0 0 16,-6-4-3-16,6 4 5 0,0 0 2 0,-9-2-3 15,9 2-3-15,-6-4-4 0,6 4 2 0,0 0 2 0,-10-1-6 16,10 1 0-16,0 0-3 0,-11-1 2 16,11 1-1-16,0 0 0 0,-9-2-1 0,9 2-3 15,-9-3 0-15,9 3 1 0,0 0 7 0,-11-1 1 16,11 1-7-16,0 0-1 0,0 0-3 0,0 0 1 0,-11 0-6 15,11 0-1-15,0 0-3 0,0 0-2 0,0 0 2 16,0 0 3-16,0 0-2 0,0 0-1 16,0 0 0-16,0 0 1 0,0 0-4 0,29-1 3 15,-18-1 0-15,0 2-2 0,1-2-3 0,0 2 2 16,1 0-1-16,-1-1-4 0,0 0-2 0,1-1 1 0,-4 1 5 16,5 0-7-16,-3-1-1 0,-2 1 4 0,3 0-1 15,-4-1-1-15,-8 2-1 0,13-1 2 16,-8-1-3-16,-5 2 1 0,11 0-1 0,-11 0 5 15,9 0 1-15,-9 0 6 0,9-2 1 0,-9 2 1 16,0 0 1-16,10-2-1 0,-10 2 3 0,9-1-3 0,-9 1 0 16,0 0-4-16,0 0-1 0,8-3-1 0,-8 3-1 15,0 0-1-15,0 0 3 0,0 0 1 0,0 0-7 16,0 0 1-16,9-1-5 0,-9 1-1 16,0 0-14-16,0 0-12 0,0 0-14 0,0 0-20 0,0 0-22 15,0 0-20-15,0 0-25 0,0 0-40 0,0 0-43 16,0 0-49-16,0 0-149 0,-4 15-440 0,4-15 196 15</inkml:trace>
  <inkml:trace contextRef="#ctx0" brushRef="#br0" timeOffset="-107746.45">14474 13377 66 0,'0'0'240'16,"5"-5"-8"-16,-5 5-12 0,0 0-17 0,0 0-13 15,0 0-11-15,0 0-20 0,0 0-7 0,0 0-14 16,0 0-11-16,0 0-13 0,-21 10-5 0,21-10-8 16,-7 7-4-16,3-2-7 0,4-5-1 0,-6 10-10 15,3-3-3-15,-1-1-6 0,2-1-2 0,2-5-6 16,-7 12-3-16,4-6-3 0,1 3-5 0,0-3-4 15,2-6 2-15,-2 14-5 0,2-8-2 0,0-6-6 16,0 14-2-16,0-14-2 0,2 10 1 0,0-4-1 16,-2-6-1-16,5 11 6 0,0-6 0 0,-1 0-10 15,0-1-3-15,1 1 1 0,-5-5-2 0,11 8-2 16,-7-6-1-16,5 2 1 0,-2-3-1 0,-1 1-4 16,1-1-1-16,2 1-2 0,-9-2-1 0,11 2-1 15,-4-1 2-15,-7-1 2 0,15-3-8 0,-7 2 2 16,-1-1 3-16,-1 0 7 0,-6 2-12 0,14-7-4 15,-7 3 2-15,-3-1-1 0,5 1-1 0,-4-4 6 16,1 0-2-16,-2 2 3 0,1-3-4 0,-1 0-4 16,-1-1 0-16,-2 2 4 0,3-2-4 0,-4-1 0 15,2 4 3-15,-2-4 0 0,0 3-1 0,0 8 2 16,-2-17-8-16,2 8 0 0,-2 2 2 0,-3 1 3 16,2 1-7-16,-1-1 2 0,4 6 1 0,-8-10-1 15,1 5-1-15,7 5 1 0,-12-6 2 0,5 3-3 16,1 1 3-16,6 2-3 0,-14 0-1 0,8-1 4 15,6 1-4-15,-13 2-5 0,6-1 8 0,7-1-12 16,-14 6-9-16,7-4-21 0,2 1-17 0,5-3-19 16,-13 7-26-16,8-1-34 0,-1-2-42 0,3 1-48 15,-1 0-31-15,0 1-194 0,4-6-491 0,-6 8 216 16</inkml:trace>
  <inkml:trace contextRef="#ctx0" brushRef="#br0" timeOffset="-107452.59">14786 13430 271 0,'0'0'297'0,"0"0"-9"0,0 0-10 0,0 0-7 16,9-3-15-16,-9 3-18 0,0 0-20 0,0 0-23 16,0 0-17-16,0 0-19 0,0 0-15 0,0 0-17 15,0 0-11-15,0 0-2 0,0 0-18 0,0 0-12 16,0 0-19-16,0 0-22 0,0 0-14 0,0 0-36 16,0 0-31-16,0 0-28 0,0 0-33 0,0 0-37 15,0 0-40-15,0 0-46 0,0 0-233 0,0 0-490 16,0 0 216-16</inkml:trace>
  <inkml:trace contextRef="#ctx0" brushRef="#br0" timeOffset="-106961.93">15018 13343 52 0,'4'-3'277'16,"-4"3"-11"-16,0 0-14 0,0 0-10 0,0 0-11 16,0 0-17-16,0 0-22 0,0 0-13 0,0 0-20 15,0 0-13-15,0 0-14 0,0 0-7 0,0 0-8 16,0 0-7-16,0 0-3 0,-14 18-5 0,10-10-9 16,2-1-6-16,-2 1-3 0,1 1-10 0,1-1-4 15,0 2-5-15,1 0-4 0,0-3-4 0,1 2-9 16,-1-2 2-16,1-7-2 0,2 14-4 0,-1-7 0 0,1-1-5 15,0 1 0-15,2-1-4 0,1 0-3 16,-1-1 0-16,4 0-7 0,-3-1 3 0,0 0 1 16,-5-4-1-16,12 6 3 0,-5-5-8 0,1 1 2 15,-1-2-6-15,4 0 4 0,-11 0 1 0,18-3-3 16,-11 1-6-16,1 0 1 0,3-3 1 0,-2 1 5 16,-2 0 0-16,0 0 4 0,-3-3-10 0,2-1-5 15,-3 2-3-15,0-2 2 0,1 0 4 0,-3-4-10 16,-1 1 5-16,-1 2 2 0,-1-1-4 0,1-2 3 15,-3 2-22-15,-1 0 14 0,1 0 4 0,0 3-4 16,-2-4-5-16,1 4 5 0,1 2-7 0,-1-2 5 16,-1 4 16-16,-1-3-29 0,2 2-14 0,-1 0-7 15,-3 1-14-15,2 0-17 0,-4-1-18 0,11 4-17 16,-17 2-21-16,7-1-14 0,-1 2-34 0,3-1-34 16,0 0-51-16,1 2-42 0,0 2-181 0,1-2-516 0,6-4 228 15</inkml:trace>
  <inkml:trace contextRef="#ctx0" brushRef="#br0" timeOffset="-106478.81">15265 13223 143 0,'0'0'272'0,"0"0"-12"0,0 0-13 16,0 0-9-16,0 0-13 0,0 0-11 0,0 0-22 15,0 0-14-15,0-12-14 0,0 12-19 0,0 0-11 16,8-2-16-16,-8 2-12 0,10-2-8 0,-1-2-10 16,-3 1-10-16,4 1-5 0,1 2-12 0,-2-3-4 0,3 2-4 15,-1 1-10-15,-3 0 2 0,1 0-7 0,-9 0-6 16,20 0 3-16,-15 0-8 0,-5 0-6 15,15 0 0-15,-10 0-6 0,-5 0 4 0,16 0-2 16,-12 1-3-16,-4-1 1 0,11 3-4 0,-5-1-2 16,-6-2-1-16,8 4-3 0,-3 0 0 0,-5-4-1 0,8 6 7 15,-2-2 22-15,-3 2 0 0,-1 0 6 0,-1 0 8 16,1 1 10-16,-2 3 15 0,2 1 9 0,-2 0 2 16,-2 0-3-16,2 4 3 0,0 1 0 15,-2-1-1-15,1 3-5 0,1-2-1 0,-1 0-2 0,-2 0 1 16,0 0-7-16,1 0-9 0,0-5-2 15,2 1-4-15,-1-2-2 0,-1 2-3 0,1-4-7 0,0 2-9 16,2-1-4-16,-2-2 3 0,1-7-3 0,-2 13-22 16,2-13-3-16,-1 9-22 0,1-9-39 15,-1 9-44-15,1-9-33 0,0 0-40 0,-5 7-34 0,5-7-54 16,-8 3-65-16,0-3-48 0,8 0-200 0,-15 0-624 16,15 0 276-16</inkml:trace>
  <inkml:trace contextRef="#ctx0" brushRef="#br0" timeOffset="-106342.81">15391 13398 144 0,'7'-3'131'0,"-1"-1"-8"0,6-1-17 0,-2 1-11 16,2 1-44-16,3-4-31 0,0 1-49 0,-2 2-79 0,-2-1-115 15,1-2 52-15</inkml:trace>
  <inkml:trace contextRef="#ctx0" brushRef="#br0" timeOffset="-103742.83">11187 13754 5 0,'0'0'52'0,"0"0"-5"0,0 0-4 0,0 0-7 16,0 0 1-16,0 0-5 0,0 0-3 0,0 0-7 15,0 0 2-15,0 0 6 0,0 0 3 0,9 2-10 16,-9-2 2-16,0 0-3 0,0 0-4 0,0 0 6 15,0 0-6-15,0 0 0 0,0 0-3 0,0 0 4 16,0 0-6-16,0 0-3 0,0 0-10 16,0 0 13-16,0 0-10 0,0 0 0 0,0 0-1 15,0 0-13-15,0 0-6 0,0 0-8 0,0 0-9 0,0 0-6 16,3 6-42-16,-3-6-89 0,0 0 41 0</inkml:trace>
  <inkml:trace contextRef="#ctx0" brushRef="#br0" timeOffset="-89962.82">7446 13614 78 0,'0'0'155'0,"-4"-3"-4"0,4 3-8 0,0 0-9 16,-7-6-8-16,7 6-11 0,0 0-5 0,-12 2-5 15,12-2 4-15,-10 6 7 0,3-1-6 0,-2 1 0 16,1 2-9-16,-1 3-5 0,-2 3-4 0,0 1 1 16,2-1-7-16,-2 1-8 0,2 4-7 15,-3 2-9-15,3-3 0 0,-1 4-5 0,4-3 5 0,-1-1-2 16,0 7-6-16,3-10-5 0,1 0-4 0,1 1-6 16,2 0 3-16,0 0-8 0,1-6-20 0,0 2-2 15,2-2 1-15,1 0-7 0,1 0 3 0,1-1-1 16,-1 1 1-16,3-1 0 0,0-2 0 0,4 0-1 15,0-4 2-15,4 4-2 0,-4-5 0 0,1-1 2 16,6-1 0-16,1-1-4 0,-2 0 4 0,2-4-2 16,-1 2-1-16,-1-4 3 0,-1 0-1 0,0-2-4 15,1-1 3-15,-3 0 0 0,1 0 2 0,-2-2 10 16,0-2-5-16,-1-2 7 0,-3 2 12 0,-3-1 0 16,0 0 8-16,-3 2 1 0,1-6-7 0,-4 2-1 15,-1 0 1-15,-2-1-6 0,-1 2-1 0,-2-2-4 16,0 1-2-16,-4 0-6 0,-1 1 4 0,-1-1 2 15,0 2-11-15,-2-1-3 0,-1 3 1 0,-3 0-4 16,3 2-1-16,-2 0-2 0,0 1 6 0,1 3-9 16,1 0 4-16,0 2-8 0,1 2 3 0,-1 1-1 15,3 2-15-15,0-2-5 0,-1 4-22 0,1 3-7 16,0-1-5-16,1 4-10 0,-2 6-6 0,1-1-19 16,2 2-30-16,1 3-22 0,3-3-38 0,2 3-36 15,2-1-187-15,0 2-438 0,5-1 193 0</inkml:trace>
  <inkml:trace contextRef="#ctx0" brushRef="#br0" timeOffset="-82328.05">16067 13307 121 0,'0'0'159'0,"0"-9"-7"16,0 9 2-16,-3-5-3 0,3 5-4 0,0 0-6 15,-5-10-13-15,5 10-9 0,-3-6-2 0,3 6-5 16,-5-5 3-16,5 5-8 0,0 0-1 0,-4-6-8 16,4 6-9-16,0 0-4 0,-5-4-7 0,5 4-9 15,0 0-6-15,-8-7-5 0,8 7-6 0,-7-2-4 16,7 2-5-16,-9-1-4 0,9 1-6 0,-12-2-2 16,12 2-3-16,-12 0-4 0,12 0 4 0,-10 0-1 15,10 0 7-15,0 0-2 0,-11 0 0 0,11 0-4 16,0 0 1-16,0 0-2 0,-11 0-2 0,11 0-4 15,0 0-2-15,0 0-2 0,0 0 0 0,0 0-3 16,-8 0 1-16,8 0-3 0,0 0 0 0,0 0-2 0,0 0-2 16,0 0-2-16,0 0 2 0,0 0-1 15,0 0 9-15,0 0-8 0,0 0-1 0,0 0 2 16,0 0 2-16,36 0 3 0,-22 0 2 0,-2-3-1 16,8 1 1-16,-2 0-8 0,1 2 4 0,-3-2-1 0,2 0 0 15,0 0 1-15,-5 1-3 0,0 0 1 0,-1-1 10 16,-1 2-9-16,0-2 0 0,-3 2-4 15,-8 0 2-15,13-1-2 0,-13 1 3 0,11 0-4 16,-11 0 2-16,9-2 0 0,-9 2 2 0,0 0-5 0,0 0 1 16,10 0 5-16,-10 0-5 0,0 0 1 0,0 0-3 15,0 0 1-15,0 0 2 0,9 0-4 0,-9 0 1 16,0 0-14-16,0 0-18 0,0 0-16 0,0 0-20 16,0 0-27-16,0 0-26 0,0 0-27 0,0 0-27 15,0 0-28-15,6 5-22 0,-6-5-172 0,0 0-426 16,2 10 189-16</inkml:trace>
  <inkml:trace contextRef="#ctx0" brushRef="#br0" timeOffset="-81712.78">16654 13118 166 0,'-4'-7'234'0,"4"7"-13"0,0 0-10 16,0 0-17-16,-2-8-10 0,2 8-15 0,0 0-11 16,0 0-15-16,0 0-8 0,0 0-16 0,0 0-10 15,0 0-13-15,0 0-8 0,5-9-4 0,-5 9-14 16,0 0-9-16,10 0-3 0,-10 0-5 0,0 0-6 15,15 4-6-15,-8-2-3 0,1-1-2 0,-2 2-4 16,5 1-6-16,-3 1 1 0,1 0-6 0,-3-2 2 16,5 3-7-16,-4 0 10 0,2 1-12 0,-1-1 0 15,-1 2-3-15,-1 0-2 0,-1-1-1 0,-1 2 0 16,-3-1 3-16,2 1-4 0,-3 1 1 0,-2-1 0 16,0 3 9-16,-3-2-13 0,-1 1 6 0,-1 0 1 15,-5 2 4-15,1-1-1 0,-5 3-3 0,2-2 4 16,-3 0 15-16,1-3-3 0,-6 6 0 0,3-6-2 15,3-1-5-15,-2 1 2 0,6-3-2 0,1-1-6 16,-1 0 0-16,2-3 1 0,2 1 0 0,-2 0 0 16,4 0-4-16,-1-2 2 0,1 1-2 0,6-3 5 15,-10 2 2-15,10-2 0 0,-8 0 0 0,8 0 1 16,0 0 0-16,0 0 5 0,-10-3-1 0,10 3-5 16,-4-6 0-16,4 6-1 0,0 0-7 0,0 0 7 0,0 0-4 15,0 0-7-15,0 0-4 0,13-13 3 16,-13 13 0-16,8-2-3 0,-8 2 2 0,11 2-3 15,-11-2 3-15,14 0-4 0,-8 1 0 0,6 1 1 16,-3 2-3-16,-3 0-1 0,6 0 2 0,-6 0-2 0,3 1 6 16,-1 1-5-16,2-1 3 0,-4 1 0 15,2 0-1-15,-2 0 2 0,1-1-11 0,-2 1-26 16,-1-2-20-16,2 5-23 0,-1-4-38 0,-2 1-44 16,2 0-48-16,1-1-52 0,-1-1-193 0,1 2-489 15,-1-4 216-15</inkml:trace>
  <inkml:trace contextRef="#ctx0" brushRef="#br0" timeOffset="-81524.15">16875 13399 249 0,'4'-5'295'0,"-4"5"-9"0,5-7-7 0,-5 7-9 16,0 0-16-16,0 0-17 0,3-5-20 15,-3 5-18-15,0 0-23 0,0 0-20 0,4-5-26 16,-4 5-9-16,0 0-27 0,0 0-32 0,0 0-25 15,0 0-21-15,0 0-15 0,0 0-28 0,0 0-27 16,0 0-50-16,0 0-52 0,0 0-38 0,-4 26-44 16,4-26-147-16,-1 8-416 0,1-8 185 0</inkml:trace>
  <inkml:trace contextRef="#ctx0" brushRef="#br0" timeOffset="-81078.26">17091 13183 1757 0,'5'-10'103'16,"2"0"-62"-16,-1 1-18 0,-3 4-3 0,0-1-1 15,3 0 13-15,0 3 14 0,2-1 5 0,1 1 11 0,0-1-3 16,2 3-3-16,2 1 0 0,-2 1-7 16,2 1 0-16,-1 0-9 0,1 1-2 0,-1 3-3 0,0-1-3 15,-1 3-2-15,5 1-1 0,-7-1-1 16,1 2 1-16,-4 1-2 0,1 0 7 0,-4 0 2 0,0-1 0 15,-2 4 3-15,-3-4 1 0,2 2 0 0,-8 2 3 16,-1-1 0-16,-2 1-1 0,-4-2-2 0,0 2-2 16,0-3-4-16,0 0 2 0,0-1-9 0,-1-2 5 15,2 1-7-15,0-3-2 0,2-1-2 16,2-1 0-16,0 0 2 0,2-2-7 0,2 1 4 0,6-3-5 16,-8 3-1-16,8-3 0 0,-9 3 2 0,9-3 7 15,0 0 5-15,-9 0-5 0,9 0-1 0,0 0 9 16,0 0-11-16,0 0-2 0,0 0-6 15,0 0-1-15,0 0-2 0,0 0-3 0,0 0 0 0,0 0-3 16,0 0 4-16,27-5-3 0,-27 5-1 0,14 5 1 16,-6-2-4-16,2 2 0 0,-1-1 1 0,2 1 1 15,1 0-1-15,-2-1 6 0,4 2-13 0,2 0-23 16,-4 0-27-16,1-1-20 0,4 2-33 0,-7-2-41 16,0-1-39-16,3 3-50 0,-2-4-47 0,-3 2-144 15,3-1-467-15,-4 0 207 0</inkml:trace>
  <inkml:trace contextRef="#ctx0" brushRef="#br0" timeOffset="-79489.4">17716 13118 137 0,'0'0'237'0,"-1"-11"-15"0,1 11-14 16,0 0-23-16,1-6-9 0,-1 6-27 0,0 0-17 15,0 0-18-15,0 0-7 0,0 0-6 0,0 0-11 16,0 0-2-16,0 0 4 0,3 29-10 0,-3-16-1 16,1 5 1-16,-2-3-4 0,1 1-7 0,0 1-4 15,0 0-2-15,0-2-5 0,0 1-4 16,0-2-8-16,0-2-4 0,1 0-2 0,0 0-3 0,1-1-3 15,-2 0 2-15,-3-1-6 0,3-2-1 0,1 2-6 16,-1-2-2-16,2 0-7 0,-2-8-24 0,0 12-14 16,2-7-18-16,-2-5-26 0,1 11-39 15,-1-11-32-15,-1 10-31 0,1-10-31 0,0 0-12 0,1 7-139 16,-1-7-379-16,0 0 167 0</inkml:trace>
  <inkml:trace contextRef="#ctx0" brushRef="#br0" timeOffset="-79278.8">17896 13175 178 0,'2'-7'213'0,"-2"7"-13"16,4-9-9-16,-4 9-19 0,1-5-9 0,-1 5-13 15,0 0-6-15,0 0-8 0,0 0-5 0,-21 14-3 16,11-4-8-16,0 3-9 0,1 1-9 0,0 0-7 16,-1 0-11-16,3 3-12 0,1-3-2 0,0-1-7 15,2-1-7-15,3 0-6 0,-1 0-6 0,4 0-3 16,-1 2 4-16,1-5-15 0,3 1-12 0,3-2-15 15,0 2-20-15,1-2-20 0,3-2-30 0,3 2-34 16,-1-7-31-16,4 3-35 0,-1-2-40 0,1 1-140 16,-5-4-377-16,5 1 167 0</inkml:trace>
  <inkml:trace contextRef="#ctx0" brushRef="#br0" timeOffset="-78896.36">18103 13389 146 0,'0'0'181'16,"0"0"0"-16,0 0-12 0,8-2-11 0,-8 2-10 15,0 0-6-15,10-3-4 0,-2 1-10 0,-2 1-2 0,2-1 9 16,2-4-8-16,2 2-11 0,-1 0-4 16,3-1-10-16,-2 0 3 0,-1 0-2 0,-1-1 4 15,1 2-11-15,-2-4 3 0,-2 2-4 0,-2 2-2 16,1-5-9-16,-1 1-11 0,-3 1-5 0,0-1 0 0,-1-1-13 16,-2-1-3-16,2 1-6 0,-1-1-7 15,-1 1 0-15,-1-1-2 0,2 10-4 0,-1-14-1 16,0 7-8-16,1 7-4 0,0-14 0 0,0 14-3 15,4-9-3-15,-4 9-2 0,3-8-5 0,1 6 0 0,-4 2-5 16,13-4 2-16,-13 4-3 0,12 1 0 0,-12-1 0 16,12 6 1-16,-7-2-3 0,2 1 3 15,-3 1-4-15,2 1 3 0,-1 3-3 0,-1-1 0 16,0-1 2-16,-3 1 0 0,2 1-2 0,-2 0 2 16,0-1 2-16,0 1-6 0,1 0 2 0,-2-1 8 0,1 1-5 15,0-3-4-15,1 3 7 0,-1-3-6 16,0 1-5-16,1-1-11 0,-2-7-18 0,2 13-13 15,2-7-21-15,0-1-16 0,-1 1-22 0,3-1-31 16,-1-2-34-16,1 1-26 0,3-2-25 0,0-1-185 0,-1 1-443 16,-1-2 196-16</inkml:trace>
  <inkml:trace contextRef="#ctx0" brushRef="#br0" timeOffset="-78662.53">18602 13204 173 0,'0'0'252'0,"0"0"-7"16,-3-10-8-16,3 10-17 0,0 0-19 0,0-7-20 16,0 7-18-16,0 0-19 0,0 0-9 15,0 0-17-15,0 0-12 0,0 0-10 0,0 0-6 16,22 12-2-16,-14-4-6 0,-1-1-9 0,4 2-9 16,-1-1-1-16,0 1-7 0,4 1-5 0,-6-2-8 15,1 0-2-15,5 5-4 0,-5-5-3 0,0-1-3 16,2 2-2-16,-1-3-17 0,-1 2-29 0,0-1-32 0,1-1-47 15,-2-2-53-15,-1 1-43 0,-2-1-235 0,-5-4-464 16,7 4 206-16</inkml:trace>
  <inkml:trace contextRef="#ctx0" brushRef="#br0" timeOffset="-78462.72">18847 13149 236 0,'0'0'260'15,"-1"-8"-13"-15,1 8-16 0,0 0-17 0,-5-4-15 0,5 4-11 16,0 0-9-16,-17 13-7 0,8-5-12 0,-2 6-15 16,-2 0-10-16,-4 5-16 0,-1 0-7 0,6-3-15 15,-4 6-6-15,0-2-10 0,0 1-13 0,5-6-15 16,-2 1-25-16,2 0-22 0,-1-1-18 16,-1-1-37-16,3-1-42 0,2-2-53 0,1-1-62 15,-1-2-215-15,0 1-454 0,3-2 201 0</inkml:trace>
  <inkml:trace contextRef="#ctx0" brushRef="#br0" timeOffset="-77746.27">19066 13086 206 0,'8'-7'205'0,"-1"3"-15"0,1-2-6 16,1 2-13-16,0 1-14 0,3-1-18 0,0 1-10 0,2-1-15 15,-3 2-11-15,2-1-9 0,-1 1-13 0,-2-1-5 16,0 3-8-16,-2-1-6 0,0-2-9 0,-8 3-6 16,9-3-18-16,-9 3-18 0,0 0-21 0,10 0-21 15,-10 0-18-15,0 0-12 0,0 0-10 0,0 0-5 16,0 0-5-16,0 0 14 0,0 0 3 0,0 0 11 15,0 0 9-15,0 0 0 0,0 0 9 0,0 0 12 16,-27 6 10-16,27-6 12 0,0 0 12 16,-10 0 14-16,10 0 8 0,0 0 11 0,0 0 5 0,0 0 3 15,-9 1-5-15,9-1-1 0,0 0-3 0,0 0-2 16,0 0 16-16,0 0 10 0,-5 5 1 0,5-5 2 16,-2 8-8-16,2-8-3 0,-1 12 2 0,0-7-9 15,-1 5 0-15,1 0 0 0,0 0-1 0,1 0-1 16,-1 1-4-16,1 3 5 0,-2 3 2 0,2-4-4 15,-1 4-4-15,1-2 1 0,0 1-6 0,-1-3-5 16,1-1-1-16,1 1-4 0,-2-1-5 0,1-1-1 16,1 1-3-16,-1-1 1 0,1-2-3 0,-1-1-1 15,2 2-2-15,-2-3-2 0,0-7 2 0,1 12-6 16,-1-12 0-16,1 9 1 0,-1-9-3 0,1 9 3 16,-1-9-3-16,0 0 1 0,0 0 5 0,0 7-1 15,0-7 5-15,0 0 1 0,0 0-2 0,0 0-1 16,-5 6 0-16,5-6-4 0,0 0-2 0,0 0 0 15,0 0 1-15,0 0-1 0,0 0-5 0,-19-10 0 0,19 10 2 16,-8-3-2-16,8 3-2 0,0 0 4 16,-7-3-1-16,7 3-4 0,0 0 3 0,-8-5-3 15,8 5-1-15,0 0 0 0,-5-4 3 0,5 4-1 16,0 0-1-16,0 0 3 0,0 0-4 0,0 0 0 16,-6-3-3-16,6 3 3 0,0 0 1 0,0 0 1 15,0 0 0-15,0 0-3 0,0 0 7 0,0 0-4 16,0 0-1-16,0 0 1 0,0 0 1 0,23-1-1 15,-23 1-2-15,14 0 0 0,-4-2 3 0,-1 4-6 16,2-4-12-16,0 1-14 0,1 1-15 0,0 0-26 16,-1-2-32-16,0 1-32 0,0 1-38 0,3-1-30 15,-2-2-38-15,-1 0-165 0,2 1-438 0,0 0 193 16</inkml:trace>
  <inkml:trace contextRef="#ctx0" brushRef="#br0" timeOffset="-77496.08">19470 13241 64 0,'1'-8'242'16,"-1"8"-2"-16,0-7-1 0,0 7-4 0,0 0-6 16,1-9-14-16,-1 9-15 0,0 0-15 0,0 0-16 15,0 0-18-15,0 0-17 0,3-6-16 0,-3 6-17 16,0 0-7-16,0 0-11 0,0 0 4 0,0 0 4 0,1 20 1 16,-1-20-8-16,-2 19-6 0,2-7-5 15,0-1-1-15,0 3 3 0,-2-1-6 0,2 2-5 16,-1 1-10-16,0 0-9 0,-2-1 1 0,3-2-9 15,-1-1 0-15,-1 0-1 0,2 0-9 0,0 0-3 0,-2-1-11 16,3-1-23-16,-1-3-18 0,0-7-21 16,0 13-20-16,0-6-18 0,0-7-25 0,0 10-32 15,0-10-36-15,1 9-36 0,-1-9-35 0,0 0-193 16,-5 9-479-16,5-9 213 0</inkml:trace>
  <inkml:trace contextRef="#ctx0" brushRef="#br0" timeOffset="-77228.93">19449 13243 92 0,'10'-3'208'0,"2"0"-5"0,2 2-12 16,-1 2-15-16,-2 1-17 0,2 2 4 16,2 2-12-16,-2 0-12 0,1 5-7 0,-5-5-9 0,0 3-7 15,0 0-10-15,-3 2-9 0,2 0-4 16,-3 0 0-16,-1 0-9 0,-3 4 1 0,-2-2 0 0,0 2-8 15,-3-3 1-15,-5 0-4 0,1-2-4 0,1-1-5 16,-7 3-8-16,3 0-3 0,-2-1-7 16,0-2-5-16,2 0-14 0,1-2-12 0,-4-1-17 15,2 0-16-15,0-1-24 0,0-1-36 0,2 0-41 0,-1 0-58 16,3-2-57-16,-2-2-175 0,-2 0-440 0,12 0 196 16</inkml:trace>
  <inkml:trace contextRef="#ctx0" brushRef="#br0" timeOffset="-66878.21">20079 13247 106 0,'0'0'105'0,"0"0"-10"16,0 0-6-16,0 0-13 0,0 0 0 0,0 0-2 0,0 0-3 15,0 0-5-15,0 0 3 0,0 0-15 0,0 0 3 16,0 0-3-16,0 0 1 0,0 0-1 0,0 0-7 16,0 0 5-16,0 0-8 0,0 0 4 0,0 0-2 15,0 0 3-15,0 0-3 0,0 0-5 0,0 0-6 16,0 0-2-16,0 0-4 0,0 0 3 0,0 0-3 15,0 0 1-15,0 0-2 0,0 0-3 0,0 0-3 16,0 0-2-16,0 0-1 0,0 0-2 0,0 0 6 16,0 0-9-16,0 0 4 0,-25 6-2 0,25-6 2 15,0 0-3-15,0 0 5 0,0 0-1 0,0 0-1 16,-11 1 3-16,11-1-4 0,0 0 7 0,0 0-8 16,0 0 7-16,0 0-3 0,-7 1 2 0,7-1 5 15,0 0 0-15,0 0 1 0,0 0 3 0,0 0 4 16,0 0 0-16,0 0 2 0,0 0-2 0,0 0-2 15,0 0 3-15,0 0-2 0,0 0-2 0,0 0 2 16,0 0-4-16,0 0 1 0,0 0-4 0,0 0 3 16,0 0 0-16,0 0-3 0,0 0 4 0,0 0 0 15,0 0-1-15,0 0-3 0,0 0 0 0,0 0-3 16,0 0-2-16,0 0-2 0,0 0-6 0,0 0 3 16,0 0-3-16,25-3 0 0,-25 3 0 0,19-2-2 15,-9 2-1-15,2-1 0 0,1-1-2 0,6 2-4 0,-6-2 4 16,6 0-6-16,-2 2 2 0,-3 0-4 15,0-2 4-15,-1 1 1 0,-2-2-2 0,1 3-11 16,-1-1-6-16,-3 1-11 0,-8 0-15 0,13-1-21 16,-13 1-24-16,12 0-39 0,-12 0-29 0,9 1-25 15,-9-1-19-15,0 0-169 0,7 1-395 0,-7-1 175 0</inkml:trace>
  <inkml:trace contextRef="#ctx0" brushRef="#br0" timeOffset="-66595.75">20206 13150 33 0,'-4'-10'239'0,"4"10"-7"15,-5-8-9-15,5 8-5 0,-4-7-11 0,4 7-11 16,0 0-18-16,0-7-15 0,0 7-8 0,0 0-14 16,0 0-27-16,0 0-14 0,0 0-12 0,0 0-5 0,0 0-2 15,0 0 1-15,0 0-2 0,0 27 0 16,0-16-8-16,0-1-3 0,1 4-5 0,-1 0-3 15,1 0-7-15,-1-1-4 0,2 1-6 0,-1 1-7 16,-1-1 0-16,0-2-4 0,0 1-6 0,0-1 1 0,-1 0-4 16,1 1-14-16,-2-2-19 0,2 1-1 0,-1-1-25 15,0-2-21-15,-2 3-21 0,2-2-34 16,-3 0-34-16,3-2-44 0,0 0-41 0,-2 0-178 16,1-3-440-16,2-5 196 0</inkml:trace>
  <inkml:trace contextRef="#ctx0" brushRef="#br0" timeOffset="-66172.89">20584 13151 123 0,'0'-10'264'0,"0"10"-15"0,-1-9-3 15,1 9-19-15,0 0-12 0,0 0-19 0,-3-10-14 16,3 10-18-16,0 0-15 0,0 0-19 15,0 0-12-15,0 0-7 0,-4-5-11 0,4 5-12 0,0 0-7 16,0 0-4-16,0 0-10 0,-9 20-10 0,8-14 2 16,-2 1-6-16,2 0-5 0,1-7-8 0,0 15-2 15,3-7-6-15,-1 3 0 0,1-3-5 0,1 1 1 16,1 1-3-16,3-2 0 0,-1-1-4 0,1 3 4 16,1-3-8-16,2 1 0 0,0 0-2 0,-1-1 19 15,1-1-1-15,-2 2-3 0,2-2 1 0,-1 1-6 16,-1 0 1-16,1-1-5 0,-1 2-4 0,0-3 6 15,-2 1-10-15,1 2-3 0,-3-4-1 16,0 1 0-16,-1 1-1 0,-1-1 2 0,-3-5 13 0,4 11 6 16,-4-11 3-16,-2 8 8 0,2-8-5 0,-5 8-1 15,0-3 2-15,-3-1 5 0,2-1-6 0,-2 2-9 16,-1-1 4-16,-2 1-4 0,-1-1-6 0,-2-1-6 16,2-1-12-16,0 1-18 0,-6-1-11 0,4 1-19 15,0-3-17-15,2 0-18 0,-1 0-4 0,2-2-32 16,1-1-37-16,1 0-44 0,3 1-35 0,6 2-39 15,-12-11-191-15,7 3-501 0,-1-1 221 0</inkml:trace>
  <inkml:trace contextRef="#ctx0" brushRef="#br0" timeOffset="-66027.95">20603 13173 86 0,'8'-7'178'0,"1"0"-7"0,1 2-4 15,0-3 0-15,5 1-12 0,-4 1-12 0,0 0-11 16,6-1-15-16,-5 4-12 0,1-3-10 0,3 0-10 15,2 2-8-15,-5 1-11 0,0 3-30 0,-1-3-45 16,-2 0-48-16,3 2-48 0,-5 1-164 0,-8 0-290 16,11-1 129-16</inkml:trace>
  <inkml:trace contextRef="#ctx0" brushRef="#br0" timeOffset="-65405.93">20955 13079 66 0,'0'0'249'0,"1"-8"-9"0,-1 8-9 0,0 0-11 16,0 0-13-16,2-8-10 0,-2 8-14 0,0 0-13 15,0 0-15-15,0 0-13 0,0 0-4 0,0 0-16 16,0 0-8-16,0 0-14 0,4-4-4 0,-4 4-4 16,0 0-11-16,0 0-4 0,0 0-9 0,0 0-6 15,0 0-3-15,0 0-7 0,0 0-5 0,0 0 0 16,0 0-5-16,0 0-8 0,0 0-1 0,0 0-7 16,0 0-3-16,0 0 2 0,0 0-2 0,0 0 0 15,0 0-8-15,0 0 5 0,0 0-7 0,0 0 5 16,0 0-9-16,0 0 0 0,0 0 5 0,0 0-7 15,0 0 1-15,0 0-1 0,0 0-1 0,0 0 2 16,0 0-2-16,0 0 1 0,0 0-2 0,0 0 1 16,0 0-1-16,0 0-3 0,0 0 2 0,0 0 3 15,0 0 2-15,0 0-1 0,0 0 5 0,0 0-3 16,0 0 2-16,0 0 1 0,0 0 4 0,0 0-6 16,0 0-3-16,0 0 3 0,0 0-2 0,0 0-2 15,0 0 2-15,0 0 1 0,0 0 1 0,0 0-1 16,0 0-4-16,0 0 4 0,0 0-2 0,0 0 3 15,0 0 0-15,0 0-1 0,0 0-3 0,0 0 2 16,0 0 2-16,0 0-1 0,0 0 0 0,0 0 2 16,0 0-2-16,0 0 2 0,0 0 6 0,0 0-5 15,0 0-3-15,0 0 7 0,0 0-8 0,0 0 5 16,0 0-5-16,0 0 5 0,0 0-8 0,0 0 2 16,0 0-2-16,0 0 2 0,0 0-2 0,0 0-1 15,0 0-2-15,0 0 2 0,0 0-1 0,0 0-9 16,0 0-10-16,0 0-12 0,0 0-17 0,0 0-21 15,0 0-15-15,0 0-22 0,0 0-39 0,0 0-54 16,0 0-60-16,-9-9-57 0,9 9-162 0,0 0-512 16,-12-4 226-16</inkml:trace>
  <inkml:trace contextRef="#ctx0" brushRef="#br0" timeOffset="-59639.29">9422 13516 67 0,'0'0'213'0,"-1"-5"-6"0,1 5 4 0,-3-9-19 15,3 9 2-15,0 0-8 0,-2-8-9 0,2 8-11 0,0 0-10 16,-3-7-10-16,3 7-11 0,0 0-5 0,0 0-12 16,0 0-6-16,-2-7-11 0,2 7-10 0,0 0-10 15,0 0-15-15,0 0-6 0,0 0-8 16,0 0-6-16,0 0-5 0,0 0-8 0,0 0 2 15,0 0-3-15,-3 31-6 0,6-18-1 0,-3 3-2 16,0 2-3-16,0 0-4 0,1 1 2 0,-1 0 5 16,0 1-8-16,0 0 3 0,1-1 4 0,-1 0 5 15,3 0-2-15,-2-2 0 0,2 0-5 0,-2-1-2 16,-1-5-3-16,0 1 0 0,0-1-4 0,1 2 0 16,2-4-1-16,-3 1 3 0,1-3 5 0,0 0-1 15,-1-7-1-15,3 11 0 0,-3-5-5 0,1 2 1 0,-1-8-3 16,3 9 1-16,-2-3-2 0,-1-6-15 15,1 7-12-15,-1-7-11 0,0 7-9 0,0-7-9 16,0 0-14-16,0 0-17 0,2 7-22 0,-2-7-34 0,0 0-27 16,0 0-22-16,6 3-37 0,-6-3-192 0,8 4-446 15,-8-4 197-15</inkml:trace>
  <inkml:trace contextRef="#ctx0" brushRef="#br0" timeOffset="-59278.99">9757 13662 218 0,'0'0'234'0,"-3"-9"-14"0,3 9-14 15,0 0-3-15,-5-9-15 0,5 9-16 0,0 0-14 16,-5-4-19-16,5 4-11 0,0 0-20 0,0 0-10 0,0 0-7 16,0 0-9-16,-13 10-1 0,11-3-2 15,-1-2-14-15,1 2-1 0,-1 4-5 0,2-1-9 16,0-2-2-16,-2 2 0 0,6 0-8 0,-2 0-7 15,1-1-2-15,1-2 3 0,1 3-6 0,0-5-3 16,4 4-5-16,0-4 3 0,3 1-1 0,0-1-3 0,2-2-4 16,0-1 3-16,1-2 3 0,4-4-9 0,-2 1 5 15,2 0-3-15,-1-3-2 0,-3-1-2 0,0 2 2 16,-3-1-1-16,5-6 0 0,-5 0 3 16,-2-1 26-16,-2 4 14 0,-1-2-4 0,-2-5-7 15,-3 2-3-15,-2-3 0 0,-2 6-7 0,-2-2-7 0,-4-1 0 16,1 3-10-16,-1 2-6 0,-2 2-13 0,-2 0-19 15,-3 1-19-15,-1 6-22 0,-11 4-26 16,0 4-43-16,-2 5-70 0,0 2-76 0,-1 4-178 16,-2-1-492-16,-8 8 219 0</inkml:trace>
  <inkml:trace contextRef="#ctx0" brushRef="#br0" timeOffset="-52205.53">8820 14791 143 0,'0'0'190'0,"0"0"-6"0,-6-2-7 0,6 2-5 15,0 0-12-15,0 0-14 0,0 0-8 0,-10-3-11 16,10 3-9-16,0 0-12 0,0 0-10 0,0 0-9 15,0 0-4-15,0 0-3 0,0 0-4 0,0 0-5 16,30-9-6-16,-19 5-4 0,3 3-8 0,-2-1-6 16,6-1-4-16,2-1-5 0,0 0 4 0,2 0-14 15,-3 2 0-15,3-1-13 0,-3 2-17 16,-1-1-17-16,1 0-30 0,-8 2-37 0,3 0-47 0,-2 0-35 16,-4 3-43-16,-3-1-107 0,1 1-344 0,-6-3 152 15</inkml:trace>
  <inkml:trace contextRef="#ctx0" brushRef="#br0" timeOffset="-52011.78">8900 14927 210 0,'-4'3'202'16,"4"-3"-12"-16,0 0-9 0,0 0-13 0,-6 6-10 15,6-6-16-15,0 0-5 0,0 0-6 0,0 0-11 16,0 0-11-16,25 0-10 0,-12 0-9 0,-2-2-11 15,4 2-7-15,-2 0-12 0,1-3-21 0,4 3-25 16,0-1-37-16,-5 0-41 0,7-3-49 0,-2 1-52 16,3 2-141-16,-2-2-332 0,3 2 147 0</inkml:trace>
  <inkml:trace contextRef="#ctx0" brushRef="#br0" timeOffset="-51255.81">10337 14575 70 0,'0'0'221'0,"0"0"-8"0,0 0-11 0,-4-7-1 16,4 7-14-16,0 0-14 0,0 0-7 0,0 0-17 15,0 0-10-15,0 0-17 0,0 0-12 0,7-10-6 16,-7 10-11-16,9-1-5 0,-9 1-12 0,15 0-6 16,-5 1-5-16,1 1-6 0,1 0-5 0,-1 3-5 15,-2 1-8-15,1 2-4 0,-1-3-3 0,0 4-1 16,0 0-5-16,-1 2-3 0,-1-2-2 15,-1 1 0-15,-2 3-4 0,0-3-2 0,-3 2 0 0,-1-1-20 16,-1 1 12-16,-3 4 5 0,-1-1 2 0,-3-1-2 16,-3 2 1-16,-2-1-1 0,-6 3-1 0,4-3 0 15,-7 2 6-15,0 0-10 0,-2-1 2 16,-2 0-1-16,2-3-3 0,-3 0 3 0,3-3-3 16,6-1 0-16,-1-1 2 0,1-2 8 0,4-1-8 15,4-1 2-15,-3-2 8 0,3-1-1 0,2 1 10 0,1-2 0 16,7 0-2-16,-11 0 2 0,11 0 4 0,-10-3-3 15,10 3 4-15,0 0-7 0,-4-7 0 16,4 7-7-16,0 0 2 0,4-13-5 0,-4 13-2 0,9-9-1 16,-4 6-2-16,1 0-4 0,-6 3 0 0,16-6-1 15,-7 4 1-15,2 1 5 0,-1-2-7 0,1 3-3 16,0 0 1-16,1 1-3 0,-1 2-1 0,1-1-2 16,-1 1-1-16,2 1 0 0,-3 0 5 0,2 1-1 15,0-1 5-15,0 0-3 0,1 1 0 0,-2 1-3 16,1 0-3-16,0-2 6 0,1 3-4 0,0-1 5 15,-3 0-2-15,0 0-1 0,1 1-9 16,-1-1-24-16,-2 0-18 0,2-1-24 0,-4 0-15 0,2 2-34 16,-2-4-38-16,-2 1-55 0,2 0-16 0,-1 1-197 15,-5-5-465-15,4 9 205 0</inkml:trace>
  <inkml:trace contextRef="#ctx0" brushRef="#br0" timeOffset="-50872.89">10753 14811 10 0,'0'0'274'16,"-9"-10"-9"-16,9 10-12 0,0 0-2 0,-16 0-10 16,16 0-12-16,-7 0-7 0,7 0-15 0,0 0-11 0,-12 0-13 15,12 0 0-15,0 0-11 0,0 0-2 0,-11 0-9 16,11 0-9-16,0 0-11 0,0 0-12 15,0 0-24-15,0 0-3 0,0 0-8 0,0 0-13 16,-9 1-19-16,9-1-18 0,0 0-27 0,0 0-35 16,0 0-40-16,0 0-39 0,0 0-17 0,0 0-22 15,0 0-37-15,0 0-37 0,0 0-53 0,0 0-217 0,0 0-519 16,0 0 231-16</inkml:trace>
  <inkml:trace contextRef="#ctx0" brushRef="#br0" timeOffset="-50174.75">11031 14585 212 0,'2'-10'241'0,"-2"10"-5"0,0-12-13 16,0 12 2-16,0-7-16 0,0 7-9 0,0 0-15 15,0-12-13-15,0 12-13 0,0 0-12 0,0 0-20 16,1-5-11-16,-1 5-12 0,0 0-10 0,0 0-13 16,0 0-8-16,0 0-5 0,0 0-12 0,0 0-3 15,0 0-9-15,0 0-1 0,0 0-3 0,0 0 7 16,4 27-12-16,-3-16-1 0,0 1 8 0,-1 4 8 16,4 3 9-16,-5 0 2 0,2-1 0 0,-1 1 3 15,-1-1-4-15,-2 1-1 0,3-3-3 0,0 1-3 16,0 1-2-16,-1-1-5 0,0-1-3 0,1-2-3 15,0 1-7-15,0-2 2 0,0-3-7 0,0 1-2 16,0 1-1-16,0-2 0 0,-1-3 4 0,1 1-7 16,0-8-13-16,0 12 5 0,0-12 4 0,0 9 0 15,0-9-9-15,0 8 13 0,0-8-10 0,0 10-6 16,0-10 4-16,0 0 3 0,0 0-4 0,-2 7-1 16,2-7-4-16,0 0 2 0,0 0-1 0,0 0-2 15,0 0 2-15,0 0-9 0,0 0 9 0,0 0-2 16,0 0 2-16,0 0-2 0,0 0-3 0,0 0-2 15,-1 8-7-15,1-8 2 0,0 0-3 0,0 0-3 16,0 0 10-16,0 0-12 0,0 0 4 0,0 0 1 16,0 0-8-16,0 0-3 0,0 0 0 0,0 0-2 15,0 0 0-15,0 0-1 0,0 0 0 0,0 0 11 16,0 0-6-16,0 0 3 0,0 0-1 0,0 0-3 16,0 0 4-16,0 0 6 0,0 0 1 0,0 0-3 15,0 0 4-15,0 0-2 0,0 0 0 0,0 0 3 16,0 0-5-16,0 0 2 0,0 0-8 0,0 0-2 15,0 0-3-15,0 0 2 0,0 0-5 0,0 0 2 16,0 0 4-16,0 0-2 0,0 0 1 0,0 0 3 16,0 0 4-16,0 0 0 0,0 0 5 0,0 0-3 15,0 0 2-15,0 0 1 0,0 0 1 0,0 0 0 16,0 0-4-16,0 0 3 0,0 0-8 0,0 0-5 16,0 0-6-16,0 0 0 0,0 0-4 0,0 0-1 15,0 0-4-15,6 4-9 0,-6-4-3 0,0 0-16 16,0 0-21-16,0 0-33 0,0 0-31 0,0 0-24 15,0 0-26-15,0 0-24 0,0 0-164 0,-16-16-419 16,16 16 185-16</inkml:trace>
  <inkml:trace contextRef="#ctx0" brushRef="#br0" timeOffset="-47061.95">11105 14547 61 0,'0'0'142'0,"0"0"-4"16,0 0-4-16,0 0-10 0,0 0 3 0,2-10-7 16,-2 10-11-16,0 0 1 0,0 0 2 0,0 0 1 15,-7-9 3-15,7 9-4 0,0 0-3 0,0 0-10 16,0 0-7-16,0 0-1 0,0 0-13 0,-4-5-6 15,4 5-11-15,0 0-2 0,0 0-6 0,0 0-2 16,-9-1-11-16,9 1-3 0,0 0-2 0,0 0-3 16,0 0-2-16,-14 2-5 0,14-2-2 0,-7 4 0 15,7-4 8-15,-9 6-2 0,4 1 1 0,-2 2-4 16,1-2-4-16,1-1-5 0,1 3-1 0,-2 0 3 16,-1 1 0-16,3 1 2 0,-3-1-2 0,4 1 0 15,-2 0 2-15,1 2-3 0,2-3-1 0,-1 1 0 16,0 0 0-16,2-1-1 0,-1 0 0 0,-1 2 11 15,1-1-5-15,0 0 2 0,2-1 1 0,2-1-2 16,-2 2 2-16,2-1-1 0,-1 0-1 0,2 1 1 16,-1-1-4-16,1 0 7 0,0-2-10 0,-1 1-1 15,2 1 0-15,1-2-1 0,3 0 0 0,-3-2-2 16,-1-2-1-16,1 2 2 0,-1 0-3 0,2 0 2 16,-1-3-5-16,1 2 2 0,0-2-2 0,-1 0 2 15,0 0-6-15,-5-3 2 0,9 7 0 0,-4-4 4 16,-5-3-4-16,9 3 2 0,-9-3-1 0,9 3 1 15,-9-3-2-15,9 0 2 0,-9 0 0 0,0 0-1 16,13-1-1-16,-13 1 0 0,7-4 3 0,0 0 0 16,-1 0 0-16,-6 4 9 0,9-7-5 0,-5 0 2 15,1 2-2-15,0-1-2 0,2-1 3 0,-1 0-1 16,-1-1 1-16,-1-1-2 0,0 0 1 0,0 0 1 16,-1-1 5-16,2 0-10 0,-2-2 1 0,1 2-4 15,-2-3 4-15,1 3-3 0,-1-3-2 0,0 1-2 16,-1 1-2-16,0-5 1 0,1 2 1 0,-2 3 1 15,0-1-6-15,0 1 0 0,0-2-1 0,-3 1 0 16,0 2 0-16,2 2 4 0,-1 0-2 0,-2 0 3 16,0 0-1-16,0 2-5 0,0-1 0 0,-2 3 2 15,6 4 0-15,-9-10-3 0,2 6 2 0,3 1-2 16,4 3 1-16,-15-4 2 0,10 3 0 0,5 1-1 16,-14-1 0-16,14 1 1 0,-14 3 5 0,5 1-6 15,-1 2 2-15,0 2-1 0,1-2-4 0,-1 4 0 16,2-2 0-16,0 3 4 0,0 2 0 0,0 2-3 15,-1 0 0-15,1 0 2 0,3-5 3 0,-3 6 0 16,2 0-1-16,2-4 2 0,-1 2-3 0,2-3 3 16,-2 1 0-16,3 0-2 0,0-2 4 0,-1 2-5 15,1-2 1-15,1 2 2 0,1-2-6 0,-1 0 3 16,3 0 2-16,-2-3 3 0,4 2 0 0,-3 0-2 16,2-2 0-16,1 0 1 0,0 0 4 0,1-1-1 15,-1-1-4-15,2 1 4 0,0-2-4 0,1 0 4 16,3 0-1-16,-3-2-1 0,4 2 6 0,-1-3-9 15,2-1 14-15,0-1-11 0,1 0 0 0,1-2 0 16,-2 1 0-16,-1-2-2 0,2 1 2 0,-1-2-1 16,0-1 1-16,-2 0 0 0,-2-1 5 0,1 1-5 15,-3-2 6-15,1 0-3 0,-1 0-1 0,-1-2-1 16,-1 1-2-16,0-2 2 0,-1-1-3 0,-1-2 2 16,-2-1 0-16,-1 3-1 0,0 0-1 0,-3 0 0 15,-3-5 0-15,1 3 2 0,-2-1-1 0,2 0 2 16,-2 4-2-16,1 1 0 0,-1-2 2 0,1 3 0 15,0 0-2-15,-2 1 3 0,1 1-5 0,0-1 8 16,1 1-5-16,3 3 8 0,-4-3-13 0,8 7 1 16,-12-4 2-16,4 2-2 0,2 0-3 0,6 2 3 15,-12 0-5-15,12 0 3 0,-11 2 9 0,11-2-12 16,-11 1-5-16,11-1-9 0,-10 6-10 0,6-2-11 16,2 2-16-16,2-6-5 0,-8 8-11 0,6-3-11 15,-2 1-24-15,2 0-39 0,2-6-37 0,-1 13-36 16,1-13-38-16,3 13-158 0,-2-6-451 0,-1-7 200 15</inkml:trace>
  <inkml:trace contextRef="#ctx0" brushRef="#br0" timeOffset="-46395.95">11556 14515 159 0,'0'0'237'0,"-6"-4"-5"0,6 4-5 15,-6-3-10-15,6 3-11 0,0 0-9 0,-8-6-12 16,8 6-15-16,0 0-16 0,0 0-15 0,-5-3-14 16,5 3-15-16,0 0-8 0,0 0-14 0,0 0-10 15,0 0-8-15,0 0-6 0,0 0-8 0,0 0 0 16,0 0-9-16,0 0-5 0,0 0-8 0,0 0 2 16,37 3-3-16,-31-1-3 0,5-1 0 0,1 1-1 15,1-2-3-15,0 1-4 0,2-1 1 0,-1 0-4 16,5 0-5-16,-1 1 6 0,0 1-6 0,-5-2-2 15,0-2 1-15,-2 1 2 0,2 1-5 0,-3 0-1 16,1 0 2-16,-11 0-6 0,14 0-4 0,-7 0 6 16,-7 0-3-16,8 0-1 0,-8 0-3 0,0 0 1 15,11 0 0-15,-11 0 1 0,0 0-2 0,6 3 2 16,-6-3 1-16,4 4-1 0,-4-4-2 0,0 0 4 16,3 8 1-16,-3-8 6 0,0 0 7 0,-1 9 3 15,1-9 5-15,-2 13 4 0,0-6-1 0,0 3-1 16,0 3 0-16,-2-3 3 0,3 3 3 15,-3-2-6-15,-1 2-1 0,0 2-3 0,3-2 3 0,-2 3 1 16,-1-1 0-16,1 2 11 0,-1 2 5 0,-2-3-5 16,2 3 3-16,3-2 0 0,-2 0-1 0,2 2-8 15,0-1 7-15,-3-1-5 0,2 0 2 0,-3-1 6 16,3 1 8-16,2-2-17 0,-3-2-2 0,4 0 2 16,-1 0-4-16,1-3-8 0,-2 0 0 0,0 1 1 15,0-1-3-15,0-3-15 0,1 0-14 0,1-7-25 16,-1 12-13-16,1-12-20 0,-3 7-21 0,3-7-26 15,-5 7-33-15,5-7-25 0,-6 4-37 0,6-4-45 16,0 0-29-16,-11 0-24 0,11 0-159 0,0 0-506 16,-10-12 224-16</inkml:trace>
  <inkml:trace contextRef="#ctx0" brushRef="#br0" timeOffset="-46210.05">11601 14879 146 0,'0'0'196'0,"0"0"-7"0,-7-6-4 0,7 6-6 15,0 0-11-15,0 0-17 0,-5-4-14 0,5 4-3 16,0 0-2-16,0 0-8 0,17-3-8 0,-8 0-9 16,7 1-11-16,1-2-10 0,1 0-8 0,3 0-5 15,-1 0-11-15,2-2-14 0,6-3-12 16,-7 4-22-16,0 0-25 0,-2 0-31 0,2-3-31 0,-2 3-43 16,1-2-28-16,-3 2-32 0,0 0-141 15,-4 1-341-15,5-4 152 0</inkml:trace>
  <inkml:trace contextRef="#ctx0" brushRef="#br0" timeOffset="-45479.1">12186 14543 160 0,'0'0'254'0,"0"0"-16"0,-1-7-15 16,1 7-14-16,0 0-14 0,0 0-17 0,0 0-14 15,5-9-16-15,-5 9-11 0,2-5-13 0,-2 5-8 16,7-4-10-16,-7 4-7 0,11-3-9 0,-4-1-2 0,0 2-11 16,1 1-6-16,-8 1-9 0,14-1-2 0,-7 1 7 15,-7 0-19-15,13-2-7 0,-4 2-3 0,-2 3-4 16,0 0-4-16,-1-1-5 0,1 0-2 15,3 4 5-15,-4 1 7 0,1 1 13 0,-1 1 5 16,2 3 0-16,-2-2-3 0,-2 2 2 0,0-1 12 0,-1 1-3 16,-1 1-2-16,-2 2-1 0,0 0-7 0,-4 2-3 15,3-3 7-15,-3-3-2 0,0 4 4 0,-1 1-5 16,-2-1 9-16,-2 1-2 0,1-2 1 16,-3 0-3-16,1 1-5 0,-3-3-4 0,3 1 1 15,1-4-9-15,1 1-2 0,0-1 0 0,0 0-1 0,1-2-1 16,-1 0 0-16,3-3-9 0,-2 3-2 0,2-1-9 15,-4 2 8-15,1-3 1 0,3 2 1 0,-2-1-10 16,3-1 3-16,-3-1-7 0,3 1 4 0,-1 1-3 16,5-6-3-16,-6 7-1 0,0-4-1 15,6-3-1-15,-4 7-3 0,4-7 7 0,-4 5-7 16,4-5-6-16,0 0 13 0,-5 6-7 0,5-6-5 0,0 0 3 16,-4 4 7-16,4-4-7 0,0 0 1 0,0 0 1 15,0 0-5-15,0 0-1 0,0 0 5 16,0 0 4-16,0 0 5 0,0 0-2 0,14 7 1 15,-5-5-14-15,0-1 10 0,4-2 1 0,3-1 9 0,2-2-2 16,4 4-9-16,5-5-1 0,1 3 10 0,3-3-1 16,-2-1-5-16,2-1-2 0,-1 2 2 15,1-1 0-15,0-1-5 0,-1 1 4 0,-1 1-1 16,0-2 4-16,-1 0-3 0,-7 4-5 0,-1-1 5 16,-1-1 1-16,-8 5-6 0,2-3-1 0,-3 2-7 0,2-2 11 15,-3 3 5-15,-1 0-11 0,-8 0 0 0,11-3 1 16,-11 3-3-16,8-3-5 0,-8 3 2 15,0 0-2-15,10 2 2 0,-10-2 2 0,0 0 2 16,0 0 2-16,9 2 2 0,-9-2-17 0,0 0-18 16,0 0-21-16,0 0-19 0,4 5-22 0,-4-5-33 15,0 0-28-15,0 0-31 0,-13 8-34 0,13-8-50 0,-18 4-45 16,7 0-280-16,-6 0-644 0,-1 1 285 0</inkml:trace>
  <inkml:trace contextRef="#ctx0" brushRef="#br0" timeOffset="-44062.85">9970 15394 30 0,'-13'-1'170'0,"3"-1"-4"0,0 3 5 0,1-2-6 15,9 1 0-15,-12 0-5 0,12 0-15 0,-10 0-10 16,10 0-12-16,0 0-9 0,-11 0-10 0,11 0-9 16,0 0-6-16,0 0-7 0,0 0-5 0,0 0-4 15,0 0 8-15,0 0 1 0,0 0-2 0,0 0-3 16,19 11-1-16,-6-9 0 0,7 3 1 0,11 1 1 15,0-1 0-15,6-3 2 0,15 4-4 16,8-3-21-16,6 1 1 0,28 0-1 0,2-2-4 0,-4-4-2 16,4 2-1-16,1 0-7 0,3-2 5 0,1-2-7 15,0-1-4-15,2 2-3 0,2 0-1 0,0-1-6 16,-2-2 6-16,-2 3-8 0,-8 3 6 0,3-1-2 16,-2-5 13-16,-2 3-2 0,-2 0 5 15,-25 1 4-15,25-2 7 0,-25 1 3 0,-2 3 8 0,-1-4 5 16,0-2 6-16,0 2 0 0,-7 1 1 0,-4 5-1 15,-15-6 3-15,-4 3-7 0,-1 0 5 0,-4-8-5 16,-10 6-1-16,-5 3-1 0,1 0-9 0,-6-1-2 16,0 2-8-16,-7-1-7 0,11 2-5 0,-11-2-1 15,9-2-9-15,-9 2-3 0,0 0-8 0,0 0-11 16,0 0-22-16,0 0-12 0,0 0-39 0,0 0-16 16,0 0-42-16,-24 4-31 0,8-4-36 0,-3 1-25 15,-2 1-32-15,-7-4-44 0,-1 4-33 0,-4-4-241 16,1 2-611-16,-1-1 271 0</inkml:trace>
  <inkml:trace contextRef="#ctx0" brushRef="#br0" timeOffset="-41210.95">7629 14824 21 0,'0'0'74'0,"0"0"-6"0,0 0-6 0,0 0 3 0,0 0-9 15,0 0-5-15,0 0 3 0,0 0 4 16,0 0-3-16,0 0-4 0,0 0 9 0,0 0-24 15,0 0 7-15,0 0-18 0,0 0 10 0,0 0-2 16,0 0-11-16,0 0 6 0,0 0-10 0,0 0 1 16,0 0 1-16,0 0 3 0,0 0 0 0,0 0-4 15,0 0-8-15,0 0-3 0,0 0 1 0,0 0-1 16,0 0 4-16,0 0 2 0,0 0-9 0,0 0 8 16,0 0-2-16,0 0 8 0,0 0-2 0,0 0 5 15,0 0-5-15,0 0 8 0,0 0 0 0,0 0-5 16,0 0-3-16,0 0 9 0,0 0-4 0,0 0 1 15,0 0-5-15,0 0 7 0,0 0 2 0,0 0-4 16,0 0-1-16,0 0 1 0,-23 7-6 0,23-7 4 16,-8 5-2-16,8-5 8 0,-11 1-6 0,11-1 3 15,-8 3-2-15,8-3 6 0,-11 1 3 0,11-1 7 16,-9 4-7-16,9-4 0 0,-12 2-4 0,12-2 4 16,-10 3-9-16,4-2-2 0,6-1 12 0,-12 3-3 15,12-3-1-15,-7 3 0 0,7-3-4 0,0 0-5 16,0 0-4-16,-8 2 2 0,8-2-2 0,0 0 0 15,0 0 1-15,0 0-3 0,0 0 1 0,0 0-2 16,32 0 2-16,-19 0 1 0,6-2-1 0,0 0-2 0,1 1-3 16,2-3 4-16,6 1-5 0,-2 0-1 15,-4 0 4-15,-1-1-19 0,7 2-7 0,-8-2-18 16,0 2-18-16,-2-1-28 0,0 0-20 0,-4 1-28 16,-1 1-27-16,-3-2-11 0,0 2-92 0,-5 0-279 15,-5 1 124-15</inkml:trace>
  <inkml:trace contextRef="#ctx0" brushRef="#br0" timeOffset="-40795.73">7789 14786 126 0,'-10'0'152'0,"10"0"-7"0,0 0-9 16,-8 5-5-16,8-5-11 0,0 0 1 0,-4 8-9 15,3-2 1-15,0 4-1 0,1-1 2 0,0 3-7 16,0 3-11-16,0 1-1 0,0 3-5 0,1-2-5 15,-2 2-7-15,2 2-13 0,0-3-5 0,-1 0-4 16,2 0-4-16,-1 0-3 0,0-1-6 0,-1-4-1 16,1-1-8-16,1 4-1 0,-1-4-5 0,-1 0 4 15,0-2-7-15,0-1-5 0,-1 0-1 0,1-9-2 16,0 12-2-16,0-6 3 0,0-6-4 0,-2 11-2 16,0-6-1-16,2-5 0 0,-4 8-4 0,0-2-1 15,4-6-8-15,-10 7 4 0,2-5-1 0,3 0-3 16,5-2 2-16,-11 2 0 0,11-2-3 0,-12-1 2 15,12 1-1-15,-13 0 1 0,13 0 0 0,-10-2 0 16,10 2 1-16,-11-2 3 0,11 2-1 0,-7-1-3 16,7 1-1-16,0 0 4 0,0 0 6 0,0 0-12 15,-6-4 2-15,6 4 1 0,0 0-3 0,0 0 3 16,0 0-1-16,0 0 1 0,24-3-1 0,-14 3 1 16,1-1-1-16,4 1 5 0,-2-2-1 0,6-1-1 15,0-1-10-15,0 3-11 0,2-2-10 0,-1 0-25 16,-2-1-22-16,2 2-45 0,0-1-27 0,-1-3-28 15,-1 3-149-15,-7-1-352 0,1 0 156 0</inkml:trace>
  <inkml:trace contextRef="#ctx0" brushRef="#br0" timeOffset="-40545.84">8122 14998 99 0,'0'0'219'0,"-2"-8"-6"0,2 8-4 16,0 0-12-16,0 0-14 0,0 0-17 0,0 0-16 15,0 0-21-15,0 0-11 0,0 0-14 0,0 0-5 16,0 0-4-16,0 0 3 0,0 0-17 0,-4 23-9 16,4-14-8-16,0 3-1 0,1-1-8 0,1 2-3 15,-2-1-4-15,0 0-6 0,1-1-1 0,-1 4-6 16,-1-1-2-16,2-2-2 0,-1-1-3 0,4 1-2 16,-4-4 1-16,1 3-8 0,0-2-11 0,-1-1-11 15,2-1-17-15,-2-7-19 0,-3 12-29 0,3-12-30 16,0 0-36-16,-1 14-25 0,1-14-18 0,-2 5-26 15,2-5-115-15,0 0-343 0,-12 3 152 16</inkml:trace>
  <inkml:trace contextRef="#ctx0" brushRef="#br0" timeOffset="-40295.93">8092 14998 3 0,'17'-7'184'0,"3"0"-5"0,-1 3-10 0,0 3-2 15,3 1-14-15,-2 0-5 0,6 4-5 16,-4 2-14-16,-2 0-14 0,-2 4-5 0,-1 1 5 0,-3 2-15 16,1-1-15-16,-5 1 4 0,2 0-1 0,-5 4 4 15,0-3-5-15,-7-3-2 0,-1 3-2 0,-3 1 9 16,-3 3-14-16,-4-2-1 0,-1-2-13 16,-3 2-3-16,1-3-9 0,-4-1-1 0,0-2-9 15,-1 3-1-15,-5-1-6 0,6-3-15 0,-1-4-12 16,-3-2-23-16,4 3-21 0,-4-2-31 0,4-2-49 0,-1-3-44 15,6 0-46-15,-2-2-186 0,2-2-422 0,1-1 186 16</inkml:trace>
  <inkml:trace contextRef="#ctx0" brushRef="#br0" timeOffset="-39028.87">13088 14679 180 0,'-4'-4'223'0,"4"4"-14"0,0 0-9 0,0 0-14 16,0 0-15-16,0 0-17 0,0 0-6 0,0 0-2 16,0 0-8-16,0 0-13 0,-7 17-13 15,7-11-9-15,-5 1-8 0,5 0-27 0,0-7-1 0,-2 16-12 16,0-7-5-16,2-1-1 0,0 1-3 0,0-9-4 16,0 14-1-16,0-14-8 0,0 9 1 15,0-9-2-15,-2 9 4 0,2-9 4 0,0 0 7 0,0 0 5 16,2 8 11-16,-2-8 6 0,0 0 4 15,0 0 7-15,0 0 4 0,0 0 1 0,0 0 5 0,0 0-5 16,0 0-9-16,0 0-6 0,0 0-4 0,0 0-8 16,0 0-7-16,0 0 2 0,-11-22-3 15,13 13 2-15,-2 9-21 0,2-15 5 0,2 4-7 16,-1-1-2-16,1 1-5 0,4-1-11 0,-2 2 4 16,5-3-3-16,-3 2-1 0,2 2-5 0,3 0-3 15,-1 2-4-15,-1 1 2 0,0 2-2 0,3 1 1 0,-3 0-4 16,3 2-1-16,-1 1 3 0,1 4-8 15,-3 0 6-15,0 1-4 0,0 3 0 0,-2-1 6 16,0 1 2-16,0 2-2 0,-4-1-3 0,2 1 3 0,-1-3 1 16,-4-1-1-16,2 2-2 0,-3 0 1 15,-1-2-2-15,2 1 5 0,-2-7-1 0,0 12 8 0,0-12-4 16,0 8 5-16,0-8 4 0,0 0 3 0,-2 10-3 16,2-10-3-16,0 0-1 0,-7 4 3 0,7-4 0 15,0 0 3-15,0 0-2 0,0 0-2 0,0 0 2 16,0 0-3-16,0 0 0 0,0 0-1 15,-9-19-1-15,9 19 1 0,7-17-8 0,-3 8-10 16,1 1 0-16,6-6 1 0,-4 5 1 0,4-3-4 0,3 0 1 16,-5 4-3-16,3 2 4 0,3-3-6 15,-2 1 4-15,-1 2-4 0,-2 2 6 0,1 2-2 0,1 0 0 16,-12 2 9-16,22 3-4 0,-12 0-2 0,-2 3-3 16,-1 0 1-16,2 1 5 0,-2 2 4 15,-1 1-3-15,-3-1-3 0,1-1 3 0,0 3 0 0,-1-1 3 16,-3 0-14-16,3-1-19 0,-3 1-16 15,2 1-18-15,-4-2-24 0,-1 1-22 0,2-1-39 16,1-9-48-16,-6 14-55 0,6-8-50 0,0-6-155 16,-6 10-500-16,6-10 221 0</inkml:trace>
  <inkml:trace contextRef="#ctx0" brushRef="#br0" timeOffset="-38541.61">13762 14689 181 0,'0'0'201'0,"0"0"2"0,0 0-12 0,0 0-17 16,-4 19-3-16,4-19-3 0,-2 14-10 0,2-6-10 0,-2-1-20 15,1 1-8-15,-2 1-5 0,3-9-4 0,-2 16-6 16,2-7-5-16,0 1-12 0,0-4-2 16,0-6-9-16,0 10-2 0,0-10-8 0,0 10 0 15,0-10 3-15,0 0 13 0,-2 7 2 0,2-7 12 16,0 0 21-16,0 0-7 0,0 0-8 0,0 0-5 15,0 0-13-15,0 0-6 0,0 0-7 0,0 0-11 16,0 0-3-16,2-28-16 0,0 19 6 0,4-4-12 16,-4-1 3-16,6-1-9 0,-1-2 4 0,0 2 2 15,2-2-6-15,0-1-6 0,0-1-2 0,2 2 0 16,-2 1-6-16,2 0-3 0,-1 2 9 0,0 2-5 16,-3 3 0-16,3-1-6 0,-2 4 3 0,-1-1-7 0,-1-2 0 15,-1 7-1-15,2-1-3 0,-7 3 2 16,11-2-8-16,-11 2-3 0,13 3 3 0,-5 1-4 15,-4 0 8-15,3 4-4 0,1 1 11 0,-3 2 16 16,0 1-3-16,2 3 5 0,-3 0 3 0,2 0 3 16,-4-4 4-16,1 2-1 0,1 0-3 0,-1-1 0 15,-1 0 0-15,0-1-8 0,-1 1 7 0,1-3-9 16,0 1-1-16,-2-3-2 0,2 2-2 0,0-3-6 0,1 2 8 16,-3-2-6-16,0-6 3 0,4 10-8 15,-4-10 1-15,4 7-6 0,-4-7-17 0,0 5-19 16,0-5-24-16,0 0-21 0,0 0-27 0,0 0-39 15,0 0-31-15,0 0-34 0,0 0-48 0,0 0-48 0,0 0-275 16,0 0-628-16,0 0 278 0</inkml:trace>
  <inkml:trace contextRef="#ctx0" brushRef="#br0" timeOffset="-38361.85">13816 14700 32 0,'0'0'235'15,"0"0"-22"-15,0 0-15 0,0 0-6 0,0 0-9 16,0 0-14-16,0 0-14 0,0 0-12 0,32-2-14 16,-21 2-12-16,7-2-11 0,0 0-24 0,0-1-20 15,-1-1-37-15,2 2-65 0,-2-3-72 0,-5 2-204 16,1 3-340-16,-1-1 151 0</inkml:trace>
  <inkml:trace contextRef="#ctx0" brushRef="#br0" timeOffset="-14855.41">19531 3677 163 0,'0'0'184'0,"0"0"-8"0,0 0-7 16,0 0-10-16,0 0-5 0,0 0-12 0,-3-8-11 0,3 8-9 15,0 0-15-15,0 0-11 0,0 0-10 16,0 0-12-16,0 0-6 0,0 0-9 0,0 0-9 0,0 0-5 15,0 0 0-15,0 0-6 0,0 0-4 16,0 0-5-16,0 0 3 0,8 27 7 0,-2-18-8 16,-3 1 3-16,-1-1 1 0,2 2-4 0,2 4 9 15,-3-3 0-15,1 0-6 0,3 6 4 0,-2-3 0 0,-2 2 2 16,0-1-4-16,1 0 0 0,0 0-2 16,0 0-2-16,1-1-2 0,-3-3-1 0,3 3 2 15,-1-2-6-15,-1-1-2 0,1-1 0 0,1 1-3 16,-3-3-4-16,1 1 6 0,1-2-8 0,-1 2-2 15,-1-4-1-15,-2-6-1 0,3 12 1 0,0-7-4 16,0-1 2-16,-3-4 1 0,4 8-1 0,-4-8 2 16,3 3 3-16,-3-3 1 0,0 0-4 0,0 0 5 15,0 0 6-15,14-10 9 0,-10 5 3 0,0-1 0 16,1-5 9-16,0 1-12 0,1 0 6 0,0-3-1 16,-4-1-4-16,5-3-2 0,-1-1-3 0,1 3-4 15,-1-3 3-15,-1 1-6 0,1 1-1 0,0 0-1 16,-1 0 1-16,0-1-2 0,-1 3-2 0,-1 2-2 15,0-1-2-15,1 4 3 0,-3-1-5 0,2 3-4 16,-2 0-1-16,1 1 2 0,-2 6-2 0,2-9-12 16,-2 9-11-16,2-9-12 0,-2 9-20 0,0 0-23 15,3-7-15-15,-3 7-9 0,0 0-13 0,0 0-27 16,0 0-33-16,0 0-36 0,0 0-20 0,3 26-194 16,-3-26-454-16,-4 22 200 0</inkml:trace>
  <inkml:trace contextRef="#ctx0" brushRef="#br0" timeOffset="-14577.09">19916 3898 241 0,'0'0'240'16,"0"0"-19"-16,0 0-18 0,0 0-16 0,6-2-13 15,-6 2-15-15,0 0-9 0,0 0-13 0,0 0-10 16,0 0-10-16,4 11-9 0,-4-11-7 0,1 12-1 15,0-4-7-15,1 3-5 0,-1 0-6 0,0 1-1 16,-1 1-2-16,2 2-14 0,-2-2-6 0,0-1-8 16,0 1 0-16,1-1-4 0,-1 0-4 0,0 0-4 15,1 3-3-15,-1-1-2 0,0-4-11 0,-1 2-25 16,2-3-19-16,-1-1-22 0,0 1-23 0,1-3-27 16,-1-6-43-16,2 9-43 0,-2-9-33 0,5 7-186 15,-5-7-430-15,0 0 190 0</inkml:trace>
  <inkml:trace contextRef="#ctx0" brushRef="#br0" timeOffset="-14424.77">20222 3934 173 0,'0'0'186'0,"0"0"-22"0,8-7-17 0,-8 7-14 15,8-3-16-15,-8 3-8 0,17-3-12 16,-17 3-10-16,22 0-10 0,-8 0-33 0,-1 0-44 15,5-1-64-15,-5 2-59 0,1 2-69 0,-3 0-207 0,-2 0 93 16</inkml:trace>
  <inkml:trace contextRef="#ctx0" brushRef="#br0" timeOffset="-14241.76">20307 4049 103 0,'0'0'240'0,"0"0"-14"0,-4 2-11 0,4-2-11 15,0 0-9-15,0 0-10 0,0 0-14 0,0 0-8 16,0 0-25-16,0 0-12 0,0 0-17 0,0 0-16 16,28-1-23-16,-13-2-32 0,-2 1-38 15,-1-1-52-15,7-4-70 0,0 2-64 0,-1 0-134 16,0 1-345-16,-2-2 152 0</inkml:trace>
  <inkml:trace contextRef="#ctx0" brushRef="#br0" timeOffset="-14007.72">20941 3725 147 0,'-9'-4'272'0,"2"1"-19"16,2 0-24-16,5 3-13 0,-9-5-17 15,9 5-13-15,-6-3-13 0,6 3-21 0,0 0-18 16,0 0-11-16,0 0-13 0,0 0-12 0,20-10-14 15,-1 8-8-15,10-1-17 0,-3 0-19 0,-4 2-25 16,-3 0-28-16,-1 1-35 0,0 0-44 0,0 0-44 0,-5 1-30 16,-2-1-22-16,-1 0-133 0,-1-1-347 15,-9 1 153-15</inkml:trace>
  <inkml:trace contextRef="#ctx0" brushRef="#br0" timeOffset="-13662.18">21113 3688 129 0,'-16'0'155'0,"16"0"-7"0,-6 1-8 0,6-1-11 15,0 0-17-15,-6 3-7 0,6-3 13 0,-5 6-7 16,5-6-5-16,-3 12 1 0,1-4 4 0,2-8-14 16,-1 23 4-16,-1-5-2 0,0 1-3 0,0-2-8 15,1 2-4-15,2 0-9 0,-2-2-3 0,1 2-9 16,0-3-3-16,1 1-10 0,-1-2 1 0,-1 1-7 16,1-3-1-16,0-2-3 0,-1 0-9 0,1-1 0 0,0-3-1 15,0-7-5-15,1 14 1 0,-1-14 0 16,0 10-4-16,0-10 0 0,-1 7-3 0,1-7-6 15,-1 7 1-15,1-7-6 0,0 0 1 0,-11 4-5 16,11-4 3-16,0 0-6 0,-10-2 2 0,10 2 4 16,-13-4-6-16,8 0 1 0,5 4 0 0,-11-2-2 15,11 2 2-15,-8-4-3 0,8 4 2 0,-6-2-3 16,6 2-1-16,0 0-3 0,0 0 2 0,0 0-1 16,0 0-3-16,0 0 5 0,0 0 1 0,0 0 0 15,0 0-1-15,0 0 1 0,0 0-6 0,28 8-11 16,-17-5-22-16,7-2-18 0,1-1-29 0,3 0-29 15,0 0-35-15,1 0-27 0,-4 0-25 0,0-3-118 16,0 3-350-16,-5 0 155 0</inkml:trace>
  <inkml:trace contextRef="#ctx0" brushRef="#br0" timeOffset="-13445.5">21350 3951 101 0,'1'-5'183'0,"-1"5"5"0,1-13 4 0,-1 13-4 15,1-12 1-15,-1 12-5 0,0 0-1 0,0-10-6 16,0 10-10-16,0 0-10 0,0 0-19 0,2-5-14 15,-2 5-18-15,0 0-12 0,0 0-11 0,0 0-6 16,0 0-7-16,0 0-2 0,0 0-7 0,6 28-6 16,-6-18-3-16,0-1-5 0,1 4 1 0,1 1-7 15,-5-2-2-15,4 0-6 0,-1-1-2 0,-1 1 1 16,1 0-18-16,-1 0-17 0,-2-1-17 0,2-2-22 16,1 1-24-16,-1 0-31 0,1-10-33 15,-4 14-41-15,4-14-35 0,-5 12-22 0,1-5-133 0,4-7-389 16,-10 9 173-16</inkml:trace>
  <inkml:trace contextRef="#ctx0" brushRef="#br0" timeOffset="-13195.76">21351 3911 93 0,'5'-4'188'15,"5"2"-5"-15,-1-1-17 0,1 2 0 0,2 0-9 16,-1 1-10-16,2 1-7 0,-1 3-4 0,-3-1-23 15,3 3-6-15,-1 0-10 0,-1 1-8 0,0-2 0 16,-2 2-15-16,-3 1-5 0,1 1-5 16,-2 1-5-16,-1-2 6 0,-1 3 2 0,-6 0 5 0,3-1-5 15,-4 1-3-15,-3 2-5 0,-5 0-9 16,-2 0-2-16,-3 0-9 0,3-4-10 0,-9 6-12 0,8-6-18 16,-3-1-23-16,0-1-26 0,7-1-37 0,-4 2-41 15,6-5-38-15,1 0-46 0,9-3-129 16,-17 3-370-16,17-3 163 0</inkml:trace>
  <inkml:trace contextRef="#ctx0" brushRef="#br0" timeOffset="-12861.94">21677 3807 129 0,'2'-9'199'0,"-2"9"-6"15,3-6-10-15,-3 6-15 0,0 0-12 0,1-9-16 16,-1 9-17-16,0 0-11 0,0 0-7 0,0 0-5 16,0 0-1-16,17 12 0 0,-12-9-8 0,1 6 5 15,-1 1 3-15,1 0-1 0,1 0-2 0,-2 1-12 0,2 3-5 16,2-2-6-16,-4-1-5 0,1 0-3 0,2-1-6 15,-2 1-6-15,-1-1-7 0,2-3 2 16,0 3-6-16,-3-1-6 0,3-1-8 0,-1-1-23 16,-1-2-31-16,0 1-25 0,-5-6-38 0,9 12-45 15,-5-8-50-15,-4-4-46 0,5 7-147 0,-5-7-407 16,0 0 180-16</inkml:trace>
  <inkml:trace contextRef="#ctx0" brushRef="#br0" timeOffset="-12678.87">21890 3809 28 0,'0'-7'265'0,"3"1"-18"0,-3 6-20 0,0 0-17 15,-2-9-9-15,2 9-20 0,0 0-15 0,0 0-14 16,0 0-3-16,-21 11-13 0,9-5-12 0,0 7-11 16,-3 0-10-16,-2 7-6 0,4-5-12 0,-6 5-4 15,4-4-15-15,-2 2-25 0,4-3-22 0,0 1-30 16,3-5-35-16,-2 5-46 0,3-6-57 0,2 1-51 15,-2 2-166-15,1-3-396 0,0-1 176 0</inkml:trace>
  <inkml:trace contextRef="#ctx0" brushRef="#br0" timeOffset="-11812.82">22289 3656 182 0,'-1'-7'215'0,"1"7"-2"0,0 0-6 0,0 0-7 0,0-10-6 15,0 10-6-15,0 0-10 0,0 0-10 0,0 0-9 16,0 0-20-16,0 0-14 0,0 0-13 15,1-9-13-15,-1 9-11 0,0 0-10 0,0 0-7 16,0 0-1-16,0 0-17 0,0 0 2 0,2 25 11 16,0-17-4-16,-2 3-15 0,0 4-1 0,1-2 2 0,-1 6-5 15,1-5-1-15,-1 4 0 0,2-2-6 0,0 0-2 16,-2-1 3-16,3 0-5 0,-2-2 5 16,2-1-10-16,-2-2-5 0,1 0 1 0,1 0-7 15,-1-3 4-15,3 1-3 0,-1-2 2 0,0-2-4 16,1 1 2-16,-1 0-6 0,1-3 7 0,-5-2-2 15,10 4-5-15,-10-4 4 0,11 0-2 0,-11 0-2 0,14-3 7 16,-8 0-8-16,1-1-5 0,-1-1 2 16,0-3-3-16,2-3 2 0,-4 0-1 0,1 0-3 15,0-1 2-15,-1 0-3 0,0-4 2 0,0 1-1 16,-1 2 0-16,1-3 1 0,-3 4-4 0,2 2 5 16,-2-2 1-16,-1 2 6 0,2 1-6 0,-1 2 4 15,-1 7 5-15,1-10-3 0,-1 10 0 0,1-9-4 16,-1 9-1-16,2-7-3 0,-2 7-5 0,0 0-1 15,0 0-4-15,0 0 0 0,0 0 7 0,0 0 11 16,-4 35 4-16,3-23-1 0,-1 5 0 0,0 2 7 16,0 1 1-16,0-1 7 0,1 1-6 0,-2-2 0 15,1 0-8-15,0 0 7 0,1-3-6 0,-1 2 0 0,2-2 0 16,-2-2-4-16,1 1 1 0,0-3-19 0,1 2-34 16,0-3-33-16,-2 2-34 0,1-3-27 15,-1 2-35-15,2-11-57 0,-4 17-50 0,2-10-229 16,2-7-546-16,-5 11 242 0</inkml:trace>
  <inkml:trace contextRef="#ctx0" brushRef="#br0" timeOffset="-11641.76">22574 3889 42 0,'2'-7'278'15,"-2"7"-23"-15,3-7-21 0,-3 7-17 0,0 0-14 16,4-5-8-16,-4 5-19 0,0 0-20 0,0 0-19 15,0 0-17-15,0 0-21 0,0 0-15 0,0 0-23 16,0 0-32-16,0 0-35 0,0 0-53 0,0 0-60 16,0 0-56-16,0 0-147 0,0 0-347 0,0 0 154 15</inkml:trace>
  <inkml:trace contextRef="#ctx0" brushRef="#br0" timeOffset="-11228.87">22674 3674 199 0,'-3'-5'219'15,"3"5"-18"-15,0 0-16 0,0 0-17 0,0 0-15 16,0 0-18-16,1-10-15 0,-1 10-12 0,0 0-11 16,0 0-1-16,0 0-8 0,0 0 0 0,21 6-6 15,-12-5-5-15,1 3-5 0,8-1-3 0,-5 1-4 16,1-3-4-16,5 3-7 0,-8-2-2 0,0-1-5 15,0 2 1-15,-1-3-4 0,-3 1-2 16,0 1-2-16,1-1-3 0,-8-1-6 0,11 4-1 0,-7-3-2 16,-4-1-3-16,12 1-3 0,-12-1 0 0,0 0-5 15,9 3 1-15,-9-3-3 0,5 1 10 0,-5-1-11 16,0 0-3-16,8 3 2 0,-8-3 4 0,0 0 7 16,5 10 4-16,-5-10 4 0,5 8 7 0,-5-8 10 15,1 16 6-15,0-8-6 0,1 4 4 0,-2-2 2 16,0 6 3-16,0-5-3 0,-2 7 1 15,0-2-7-15,-3 0 2 0,1 1-7 0,-1 1-5 16,2-3-2-16,1 0 1 0,-1 1 0 0,-1-5-9 0,0 1-14 16,3 1-17-16,-3-3-26 0,3-1-26 0,-1 2-26 15,2-11-25-15,-2 18-23 0,2-18-36 0,-4 13-39 16,3-7-37-16,1-6-42 0,-10 11-142 0,10-11-459 16,-12 6 203-16</inkml:trace>
  <inkml:trace contextRef="#ctx0" brushRef="#br0" timeOffset="-11061.77">22739 3921 182 0,'0'0'217'0,"0"0"-14"0,0 0-20 0,0 0-10 0,1-8-19 16,-1 8-16-16,0 0-16 0,15-5-7 16,-4 2-14-16,1-1-25 0,0 3-27 0,6-4-37 15,-2 1-48-15,2 1-42 0,3 2-36 0,-2-3-34 0,-1 3-78 16,-4-2-243-16,4-1 108 0</inkml:trace>
  <inkml:trace contextRef="#ctx0" brushRef="#br0" timeOffset="-10845.44">23130 3760 98 0,'1'-5'226'0,"-1"5"-13"0,4-12-5 0,-3 7-3 16,-1 5 2-16,0 0-5 0,3-10-13 0,-3 10-15 0,0 0-19 15,1-7-15-15,-1 7-17 0,0 0-12 0,0 0-3 16,0 0 3-16,0 0-5 0,0 0 10 15,-8 32-13-15,7-21-10 0,-3 1-5 0,2 4-7 16,-1 1-6-16,-1-2-5 0,0-1-6 0,1 0-8 16,0-2-2-16,1-1-9 0,-1 5 0 0,2-5-13 15,-1 0-31-15,1 1-25 0,1-3-33 0,-2 1-33 0,2-10-37 16,-2 19-60-16,2-19-57 0,-1 14-218 16,1-14-500-16,-3 8 221 0</inkml:trace>
  <inkml:trace contextRef="#ctx0" brushRef="#br0" timeOffset="-10593.98">23274 3770 84 0,'1'-6'248'0,"-1"6"-17"0,0 0-11 16,0 0-12-16,-11-5-8 0,11 5-15 0,0 0-8 15,-18 11-6-15,10-3-12 0,2-1-11 0,0 1-10 16,-1-1-7-16,1 2-15 0,1-1-12 0,-3 3-2 15,4-3-11-15,0 2-8 0,-1-1-8 0,3-1-10 16,0 0-3-16,1-1-11 0,1-7 2 16,-2 17-7-16,3-10-4 0,0 0-3 0,3-1-8 0,2 2-10 15,1-3-23-15,4 0-20 0,0 1-26 0,0-1-28 16,3 0-33-16,-2-1-45 0,0 2-38 0,5-4-32 16,-7 2-185-16,3 0-444 0,-3-1 197 0</inkml:trace>
  <inkml:trace contextRef="#ctx0" brushRef="#br0" timeOffset="-10195.84">23526 3972 190 0,'0'0'195'0,"8"-3"0"0,-8 3-10 16,4-4-3-16,-4 4-5 0,3-5-14 0,-3 5-5 15,5-7-7-15,-5 7-2 0,4-9-2 0,-4 9-5 16,3-12-8-16,-3 12-11 0,0-12-8 0,0 12-6 15,-2-14 5-15,2 14-11 0,-2-17-18 0,1 9-7 16,1 8-9-16,0-24-3 0,0 14-8 0,-4-3 2 16,4 13-6-16,2-20 0 0,-2 11-10 0,2-1-2 15,-1 0-4-15,1 3-8 0,4-2 3 0,-4 3-5 16,3-2 2-16,2 4-6 0,2-2-2 0,1 1-4 16,-1 2-2-16,4-1-7 0,-2 1 4 15,2 3-3-15,-13 0-3 0,22 2 2 0,-10 0-3 0,1 2-4 16,-4 1 1-16,3 3 4 0,-3 0-7 0,2 4 2 15,-8-4-1-15,2 2 2 0,0-1 1 16,-3 4-4-16,-2-3 6 0,3 3 1 0,-4-2-3 0,-2 1 2 16,0 0 2-16,1 2 1 0,-3-2-3 0,2-1 1 15,0-3-3-15,-1 2 0 0,4-10-3 0,-3 14 5 16,3-14-8-16,0 15 7 0,0-15-6 0,5 12 2 16,5-5 1-16,-1-4-12 0,8 2-26 15,2-3-33-15,9 1-32 0,0-3-46 0,2 2-58 16,-1-4-66-16,-8 2-212 0,-1-2-521 0,-1 1 231 0</inkml:trace>
  <inkml:trace contextRef="#ctx0" brushRef="#br0" timeOffset="-9257.82">19774 4843 178 0,'0'0'283'0,"-3"-9"-14"0,3 9-19 15,0 0-6-15,0 0-13 0,-2-7-29 0,2 7-17 0,0 0-18 16,0 0-17-16,0 0-15 0,0 0-17 16,0 0-15-16,0 0-11 0,0 0 1 0,0 0-18 15,0 0-7-15,11 19-5 0,-3-5-5 0,-1 3-1 16,1-1-2-16,-1 1 0 0,0 1-5 0,5 5 12 16,-7-5-17-16,1 0-1 0,1-1-3 0,1 0-4 0,0-1-1 15,0 0-8-15,2 1 0 0,-1-4 1 16,-3-4-6-16,1 2-2 0,2-3 1 0,-4 0-1 15,1 0-5-15,-2-4 4 0,1 1-4 0,0-2-2 16,0 2-1-16,-5-5 6 0,8 5-4 0,-8-5 0 16,8 4 20-16,-8-4 10 0,0 0 0 0,0 0 1 0,13-9-4 15,-10 4-3-15,-3 5-5 0,8-12 5 0,-3 4-10 16,-2-2-3-16,-2 0-3 0,3-1 3 16,-3 0 0-16,1-2-4 0,0 0 1 0,-1-1-4 15,3-2-2-15,-1 0 3 0,-1 0-6 0,-1 1-8 16,1 1 3-16,0 3 0 0,0 0-5 0,-1 0-7 0,1 2-9 15,1 2-18-15,-2 0-9 0,2 2-18 16,-3 5-30-16,1-10-30 0,-1 10-25 0,4-7-16 16,-4 7-25-16,8-3-31 0,-8 3-32 0,0 0-39 15,18 9-178-15,-7-4-499 0,-3 3 221 0</inkml:trace>
  <inkml:trace contextRef="#ctx0" brushRef="#br0" timeOffset="-8928.64">20201 5075 28 0,'0'0'211'0,"0"0"-14"0,0 0-18 0,0 0-7 0,0 0-10 16,0 0-10-16,11 3-11 0,-11-3-14 16,9 3-11-16,-4-1-12 0,-5-2-13 0,13 5-10 15,-8-2-3-15,1 5-11 0,-2-4-3 0,1 4 1 16,-2-1 6-16,0 2 4 0,-2-2 0 0,-4 3 5 15,-2-1-9-15,1 1-3 0,-6 0-7 0,0 2 3 16,-3 0 0-16,0-1-2 0,2-1-2 0,1-3-4 16,-2 2-3-16,4-3-1 0,2-1-4 0,0 0-5 15,2-3-7-15,-1 2-5 0,5-4-2 0,-5 3-1 16,5-3-8-16,0 0 1 0,0 0-2 0,0 0 0 16,0 0-2-16,0 0-4 0,21 7-12 0,-3-9-17 15,3-1-17-15,7-1-27 0,1 0-34 0,0-2-35 0,3 0-45 16,2-2-44-16,-1 2-207 0,-2 0-461 15,1 1 205-15</inkml:trace>
  <inkml:trace contextRef="#ctx0" brushRef="#br0" timeOffset="-8780.89">20763 5099 133 0,'0'0'215'0,"0"0"-21"0,0 0-22 0,0 0-17 16,6-4-19-16,-6 4-12 0,0 0-8 15,12 0-10-15,-12 0-21 0,11 1-38 0,-11-1-35 16,13 3-73-16,-7-1-46 0,0 0-115 0,-6-2-239 16,5 7 106-16</inkml:trace>
  <inkml:trace contextRef="#ctx0" brushRef="#br0" timeOffset="-8652.78">20749 5191 2 0,'0'0'157'0,"0"0"-4"15,0 0-15-15,0 0-14 0,0 0-8 0,19 4-18 16,-8-7-24-16,-11 3-46 0,31-7-53 0,-13 4-120 16,1-2-155-16,2-2 69 0</inkml:trace>
  <inkml:trace contextRef="#ctx0" brushRef="#br0" timeOffset="-8428.92">21260 4901 98 0,'-8'-4'274'15,"8"4"-30"-15,0 0-24 0,-5-4-23 0,5 4-17 16,0 0-17-16,0 0-18 0,26-6-13 0,-11 4-13 16,4-1-11-16,-1 1-17 0,3 1-18 0,-3 1-28 15,-6 0-23-15,2 0-37 0,-3 0-38 0,0 1-44 16,-3-1-25-16,-2 2-14 0,-6-2-1 0,7 1-7 15,-7-1-91-15,0 0-254 0,0 0 112 0</inkml:trace>
  <inkml:trace contextRef="#ctx0" brushRef="#br0" timeOffset="-8112.41">21411 4893 652 0,'-5'2'-21'0,"5"-2"20"16,-12 1 12-16,12-1 22 0,-11 1 7 0,11-1 22 15,-9 2 13-15,9-2 7 0,-8 2-6 0,8-2-10 16,0 0-4-16,-6 4 3 0,6-4 19 0,-5 9 6 16,5-9-12-16,-3 10 2 0,2 0-1 0,0-1 3 15,1 2-6-15,-3 1 8 0,2 0 1 0,-1 2-4 16,0-2-4-16,2-1-10 0,-1 2-5 0,-1-1-3 15,0-1-6-15,0 1-2 0,0-1-1 16,-1 0-4-16,2-1-2 0,-3 0-4 0,3-2-5 16,-1-1-1-16,0 0 1 0,0 0-4 0,-1 0 2 0,3-7 2 15,-6 10-3-15,2-6 2 0,0 0-4 0,4-4-2 16,-9 4-2-16,4-1-5 0,5-3 1 16,-8 3-1-16,8-3-4 0,-6 3 0 0,6-3 7 15,0 0-9-15,0 0-4 0,-12 0 0 0,12 0-2 16,0 0 2-16,0 0-6 0,0 0 0 0,0 0-3 0,0 0-1 15,0 0-2-15,0 0-1 0,0 0-8 0,0 0-7 16,34-8-14-16,-20 8-13 0,1-1-22 0,5-1-21 16,0 2-23-16,-1-1-29 0,1 0-23 0,1-1-21 15,-3 1-6-15,2-2-8 0,-3 1-117 0,-2 1-338 16,-2-2 150-16</inkml:trace>
  <inkml:trace contextRef="#ctx0" brushRef="#br0" timeOffset="-7909.01">21576 5129 181 0,'6'-2'58'15,"1"-2"37"-15,-4-1 11 0,-3 5 2 0,8-9 19 16,-5 5 15-16,-3 4 9 0,6-10 4 0,-5 4 1 15,2 1-3-15,-3 5-3 0,1-9 5 0,-1 9 13 16,1-8-7-16,-1 8 4 0,0 0-16 16,0 0-3-16,0 0-13 0,0-10-12 0,0 10-21 0,0 0-10 15,0 0-8-15,0 0-10 0,0 0-5 0,0 0-6 16,0 0-8-16,0 0-6 0,-1 28-4 16,0-18-3-16,1 0-7 0,-2-1-3 0,1 2 2 15,1 0-8-15,1-2-18 0,1 1-27 0,-1-4-21 16,0 1-23-16,2 2-19 0,-3-9-22 0,0 12-23 15,0-12-37-15,1 13-31 0,-1-13-25 0,3 9-23 0,-3-9-136 16,0 0-412-16,-4 12 182 0</inkml:trace>
  <inkml:trace contextRef="#ctx0" brushRef="#br0" timeOffset="-7658.78">21633 5070 61 0,'9'-6'189'0,"1"1"-5"15,-1-1-9-15,3 4-15 0,-3 1-12 0,1 1-10 16,-1 0-4-16,-9 0-6 0,15 5-5 0,-3-1-5 16,-3 1-7-16,-3 1-6 0,2 1-6 15,-3 1 1-15,1 0-4 0,-1 2-3 0,-1-2 5 16,-2 2 0-16,-2 0-7 0,-2 0-12 0,0-2-3 16,-3 0-4-16,-3 1-8 0,-2 5-3 0,-3-3-3 0,-4 0-3 15,1 1-6-15,-2-2-3 0,-1 1-19 16,-1-1-13-16,1-3-22 0,1-2-23 0,1 2-30 15,4-3-46-15,0-1-67 0,3 0-49 0,-3-1-185 16,13-2-442-16,-12-1 196 0</inkml:trace>
  <inkml:trace contextRef="#ctx0" brushRef="#br0" timeOffset="-7394.73">21925 4989 208 0,'0'0'341'0,"-8"-6"-22"0,8 6-26 15,-6-5-28-15,6 5-27 0,0 0-20 0,-7-3-23 0,7 3-21 16,0 0-18-16,0 0-12 0,0 0-19 0,0 0-6 16,0 0-14-16,0 0-4 0,18 24-13 0,-12-16-5 15,2 0-9-15,1 2-5 0,1 2-7 0,-1-1-7 16,-1-2-2-16,5 4-8 0,-2-2 0 0,-3-4-12 15,2 3-21-15,-1-3-22 0,0-1-23 0,0 1-26 16,-4-2-36-16,1-1-37 0,0 3-55 0,-1-5-54 16,1 3-37-16,-6-5-154 0,5 5-466 0,-5-5 207 15</inkml:trace>
  <inkml:trace contextRef="#ctx0" brushRef="#br0" timeOffset="-7195.92">22125 5002 54 0,'-1'-9'294'0,"1"9"-20"0,0 0-21 0,-4-8-21 0,4 8-15 16,0 0-7-16,0 0-10 0,-17 10-7 0,9-1-12 15,-1-1-10-15,-7 7-15 0,1-2-17 0,-3 4-11 16,3-4-13-16,1 1-10 0,-7 4-14 0,10-3-19 16,-5-3-43-16,4 1-32 0,-1 0-22 0,5-4-36 15,-2 4-49-15,2-4-74 0,5 1-59 0,-5-1-172 16,4-1-449-16,1-3 198 0</inkml:trace>
  <inkml:trace contextRef="#ctx0" brushRef="#br0" timeOffset="-6777.49">22511 4878 101 0,'5'-3'216'0,"-5"3"-19"0,14-2-21 15,-6 2-18-15,-8 0-12 0,18 1-2 0,-8 2-10 16,0 0-1-16,-1 2-11 0,3 2-14 0,-3 0-6 16,0 0-9-16,-2 1-7 0,1 1-12 0,-4 0-5 15,1-1-8-15,0 1 11 0,-3-1 8 0,-1 1-5 16,-1 0-1-16,-4 1-4 0,-1-2-1 0,-3 1-5 15,-2 0-9-15,-4-1-3 0,0 1-6 0,-3 0-1 16,-2-1-10-16,1-3 4 0,5 1-10 0,2-2 2 16,-1 0-7-16,3-3 0 0,2 1-1 0,0 1-1 15,7-3 0-15,-9 3 10 0,3-1 4 0,6-2 9 16,0 0 3-16,-6 3-3 0,6-3-7 0,0 0 4 16,-6 4-7-16,6-4-9 0,0 0-4 0,0 0-1 15,0 0-1-15,13 7-1 0,-6-4-2 16,0 0 2-16,0 1-8 0,2-1 3 0,2 2-8 0,1-1-15 15,0 2-27-15,1-3-23 0,0 0-27 0,4 2-51 16,-5-1-56-16,2 0-53 0,-1-2-222 0,-1-1-505 16,-1 1 225-16</inkml:trace>
  <inkml:trace contextRef="#ctx0" brushRef="#br0" timeOffset="-6625.05">22749 5082 230 0,'-1'-9'262'0,"1"9"-19"0,0 0-18 0,0 0-27 16,0 0-16-16,0 0-22 0,-3-8-16 0,3 8-27 16,0 0-29-16,0 0-39 0,0 0-36 0,0 0-38 15,0 0-51-15,0 0-45 0,0 0-161 0,0 0-305 16,0 0 136-16</inkml:trace>
  <inkml:trace contextRef="#ctx0" brushRef="#br0" timeOffset="-6277.73">22906 4896 46 0,'0'0'208'0,"12"-3"-9"0,-5 3-15 16,-7 0-5-16,17 4-10 0,-7-2-13 0,0 4-9 16,-1 2-12-16,2-1-12 0,0 1 0 0,-2 2-10 15,-1-1-8-15,-2 0-7 0,2 1-11 0,-5-1-3 16,0 1 4-16,-2 1 8 0,-1 0 2 0,-4 0-8 15,-3 0-8-15,1-2-9 0,-6 3-5 0,2-5-7 16,-6 2-5-16,0-2-5 0,0-1-7 0,5-1-5 16,0 0-1-16,2-1-1 0,1-2-7 0,-1 1 5 15,3-1-3-15,6-2-2 0,-11 1-2 0,11-1 5 16,-9 0-2-16,9 0-3 0,0 0-2 0,-11 0-3 16,11 0-5-16,0 0-1 0,0 0 1 0,0 0-5 15,0 0 0-15,0 0 1 0,29 1-4 0,-16 0 2 16,-1 1-2-16,-1-2-9 0,7 1-19 0,1-1-15 15,2 2-18-15,-4-2-24 0,4 0-31 0,-1 0-45 16,1 1-41-16,-1-2-43 0,-1 1-205 0,-3-1-477 16,0-1 212-16</inkml:trace>
  <inkml:trace contextRef="#ctx0" brushRef="#br0" timeOffset="-6045.23">23282 4964 44 0,'1'-11'267'0,"0"0"-13"0,-1 2-9 15,0 1 2-15,0 8 1 0,0-11-2 0,0 11-3 16,3-9-7-16,-3 9-19 0,0 0-26 0,0-8-28 16,0 8-20-16,0 0-6 0,0 0-25 0,0 0 7 15,0 0-14-15,0 0 0 0,5 23 12 0,-4-12 14 16,1-2-32-16,0 4 5 0,1 0-11 0,-2-1-10 16,0 1 0-16,1 3-14 0,-1-4-3 0,-2 2-7 15,1-2 6-15,0-1-30 0,1 2-39 0,0-3-37 16,-1-1-47-16,0 1-31 0,0-3-34 0,0-7-56 15,-1 13-62-15,0-7-57 0,1-6-192 0,-4 10-561 16,4-10 249-16</inkml:trace>
  <inkml:trace contextRef="#ctx0" brushRef="#br0" timeOffset="-5812.03">23437 4940 45 0,'-2'-10'285'0,"2"10"-16"0,-1-9-18 15,1 9-20-15,0 0-12 0,-10-1-5 0,10 1-5 16,0 0-6-16,-21 14-11 0,12-7-15 0,1 2-11 16,0-2-9-16,0 4-10 0,2-2-13 0,-1-1-19 15,2 2-7-15,1 0-12 0,1-1-11 0,1 1-3 16,2-3-8-16,2 3-5 0,1-1-16 16,1-4-30-16,5 3-28 0,1-1-34 0,2-3-40 0,4 1-40 15,1 1-56-15,2-3-62 0,0-2-54 0,-2 3-153 16,1-2-480-16,-1-2 213 0</inkml:trace>
  <inkml:trace contextRef="#ctx0" brushRef="#br0" timeOffset="-5477.87">23663 5109 16 0,'0'0'223'0,"10"-3"-4"0,-2 2-5 0,-8 1-3 16,10-6 1-16,-1 3-5 0,-4 0-10 0,4-2-15 15,0 1-5-15,0-1-11 0,0-1-15 0,-2 0-11 16,1-1-3-16,0 0-4 0,-2-1-10 0,-1-3-9 0,-1 0-11 15,-1-1-10-15,-1 1-7 0,0-1 3 16,-2-1-18-16,0 2-12 0,0 0 13 0,-2-2-7 16,1 3-10-16,1 0-3 0,1-1 4 0,1 4-3 15,-2 7-7-15,2-15-7 0,3 10 1 0,1-2-12 16,2 2-6-16,1-1 1 0,1 5-7 0,2-1-2 0,-2 1-5 16,3 4-3-16,-2-2 6 0,2 3-13 15,-1 2 1-15,-3 2 6 0,1 1 0 0,-4 1 1 16,1-1 8-16,-2 2-1 0,-3 0-11 0,0 0 2 15,-1 0 1-15,-2 1 6 0,-1-3-7 0,2 1 4 16,0-3-9-16,0-7 8 0,-1 13 0 0,2-7-2 16,1 0 1-16,-2-6-2 0,3 10 0 0,4-6-2 15,-1-2-23-15,7-1-28 0,5-1-31 0,10-3-36 16,1 0-43-16,1-1-52 0,0-5-53 0,1 3-266 16,0-7-571-16,-6 2 253 0</inkml:trace>
  <inkml:trace contextRef="#ctx0" brushRef="#br0" timeOffset="-4751.01">24539 3871 49 0,'0'0'251'0,"-11"-1"-12"0,11 1-7 0,-10 0-7 16,10 0-11-16,-11 0-4 0,11 0-9 0,0 0-6 15,-12 0-6-15,12 0-7 0,0 0-9 0,0 0-13 16,-8 1-3-16,8-1-5 0,0 0-13 0,0 0-1 16,0 0-12-16,-7 1-2 0,7-1-6 0,0 0-16 15,0 0-7-15,0 0 1 0,0 0-31 0,0 0 8 16,30-7-1-16,-17 4-24 0,7-2-1 0,-1 1-1 15,-1 1-30-15,1 0-34 0,-1-1-30 16,2 2-33-16,-1-2-27 0,-2 1-38 0,-2 2-42 0,-3-1-55 16,1 2-43-16,-3 0-217 0,1 2-545 0,-4-2 242 15</inkml:trace>
  <inkml:trace contextRef="#ctx0" brushRef="#br0" timeOffset="-4577.66">24543 3966 2 0,'0'0'235'0,"-7"2"-8"16,7-2-6-16,-8 2-8 0,8-2-13 0,0 0-17 15,0 0-10-15,0 0-16 0,0 0-9 0,26 3-15 16,-7-4-15-16,9-2-36 0,2 2-16 0,1-1-34 16,2-1-46-16,2 0-54 0,0-2-61 15,-1 3-65-15,-2-2-104 0,0-1-323 0,-2 2 144 0</inkml:trace>
  <inkml:trace contextRef="#ctx0" brushRef="#br0" timeOffset="-4037.23">24460 4979 177 0,'0'0'246'16,"0"0"-18"-16,0 0-9 0,4-5-19 0,-4 5-11 0,0 0-10 15,10-3-14-15,-3 1-13 0,-7 2-12 0,15-3-11 16,-2 1-14-16,-2-1-9 0,8 1-12 16,-1 0-8-16,4 1-8 0,-3-3-15 0,-1 1-21 15,1 1-32-15,0 1-41 0,-4 0-57 0,-3-1-55 0,2 0-49 16,-2 2-169-16,-6 0-391 0,-6 0 173 0</inkml:trace>
  <inkml:trace contextRef="#ctx0" brushRef="#br0" timeOffset="-3896.12">24525 5041 59 0,'0'0'265'0,"-9"2"-15"15,9-2-13-15,0 0-16 0,-7 3-14 0,7-3-17 16,0 0-15-16,0 0-18 0,0 0-12 15,0 0-13-15,0 0-10 0,25 2-18 0,-12-3-26 0,7 0-31 16,10-2-41-16,-3 0-64 0,1-3-72 0,1 3-74 16,1-5-131-16,-10 4-360 0,6-3 159 0</inkml:trace>
  <inkml:trace contextRef="#ctx0" brushRef="#br0" timeOffset="-845.76">25904 3659 211 0,'4'-8'222'0,"-4"8"0"0,3-9-7 0,-2 1-7 15,-1 8 2-15,1-10-1 0,-1 10-15 0,0-10-14 16,0 10-10-16,0 0-10 0,-2-12-9 0,2 12-11 16,0 0-7-16,-3-7-14 0,3 7-10 0,0 0-11 15,0 0-8-15,-11 3-6 0,11-3-8 0,-22 10-6 16,7-1-8-16,-2 1-11 0,0 1-2 0,1 2-2 15,-2-1-11-15,6 0-1 0,0-2-5 0,-2 1-3 16,7-2-2-16,-2 1-1 0,3-2-4 0,1-3 0 16,2 4-8-16,1-3-13 0,0 4-2 0,2-3 0 15,0-7-2-15,4 13-7 0,-1-7-5 0,4 0-5 16,-1 0 2-16,1-4 0 0,2 1 6 0,2-1-7 16,0 2 4-16,-2-4-4 0,3 0 4 0,-1-2 4 15,-2 0 1-15,2 0 3 0,0-3 7 0,-4 1-1 16,3-4 0-16,-2 3 5 0,-2-3-7 0,1 1 3 15,3-1-1-15,-8-2 0 0,4-1 9 0,-4 2 2 16,3-1-2-16,-5 0 5 0,4 0-4 0,-4 1 0 16,3 0 10-16,-3-1 5 0,0 10 9 0,2-10-2 15,-2 10-4-15,2-7-1 0,-2 7-3 0,3-7-7 16,-3 7-3-16,0 0-1 0,4-6-3 0,-4 6-4 16,0 0-2-16,0 0-2 0,0 0 2 0,0 0 0 15,-4 27-2-15,1-15 3 0,1 3 0 0,0 2 9 16,1 2 0-16,-3 0 0 0,2-1-4 0,0 1 3 15,-1 0 2-15,2 0-1 0,-2-2 16 0,3 2-16 16,-2-2 1-16,0 1 1 0,2-3 1 0,-2-1-1 16,2-3 2-16,0 2-18 0,0-3-25 0,0 2-20 15,0-2-25-15,0-1-25 0,0 1-22 0,-3-1-29 16,3-9-44-16,0 13-53 0,0-7-45 0,-2 1-152 16,2-7-480-16,0 0 213 0</inkml:trace>
  <inkml:trace contextRef="#ctx0" brushRef="#br0" timeOffset="-662.64">26136 3853 8 0,'0'0'257'0,"0"0"-7"0,6-7-20 0,-6 7-15 0,0 0-20 16,0-5-16-16,0 5-16 0,0 0-16 0,0 0-18 15,0 0-14-15,0 0-27 0,0 0-14 0,0 0-32 16,0 0-35-16,0 0-62 0,0 0-52 0,0 0-51 15,0 0-139-15,0 0-321 0,0 0 142 0</inkml:trace>
  <inkml:trace contextRef="#ctx0" brushRef="#br0" timeOffset="-258.73">26261 3625 35 0,'0'0'228'0,"-4"-6"-17"16,4 6-18-16,0 0-16 0,-7-5-14 0,7 5-13 15,0 0-15-15,0 0-12 0,0 0-12 16,0 0-9-16,22 1-5 0,-13 1-11 0,7 0-10 16,0 2-5-16,6-2-5 0,-6 1-5 0,2-1-5 0,2 2-1 15,-2-1-5-15,-4-2-3 0,-3 2-1 16,-2-3-8-16,2 2 0 0,-4-2-5 0,-1 3-3 15,-6-3-5-15,12 0-2 0,-12 0 0 0,9 1-4 16,-9-1 6-16,6 2 5 0,-6-2 4 0,0 0 1 16,10 2 3-16,-10-2-3 0,0 0-2 0,0 0-5 15,0 0-2-15,6 2-4 0,-6-2 9 0,0 0 6 16,0 0 3-16,3 10 4 0,-3-10 2 0,0 10 3 16,0-1 8-16,0 0-4 0,0 2 8 0,-2 0 1 15,-1 0-5-15,1 4-5 0,0 2 10 0,-3-3-15 16,0 4-5-16,1-6 1 0,2 3-12 0,-5 3 6 15,1-3-3-15,4 0-12 0,-4-3-14 0,2 2-19 16,-1-2-26-16,3-2-23 0,-2 3-26 0,4-3-18 16,-6 0-26-16,0-1-50 0,2 1-31 0,-1-3-52 15,-1 3-189-15,0-3-489 0,-1-2 217 0</inkml:trace>
  <inkml:trace contextRef="#ctx0" brushRef="#br0" timeOffset="-95.24">26373 3867 167 0,'0'0'173'0,"8"-4"-10"0,-8 4-19 15,10-6-13-15,-1 2-17 0,5 4-6 0,-3-1-10 16,8-1-8-16,0 0-10 0,0 2-43 0,1-3-51 16,2 1-48-16,-2-1-144 0,1 1-221 0,-4 0 99 15</inkml:trace>
  <inkml:trace contextRef="#ctx0" brushRef="#br0" timeOffset="306.18">26706 3663 64 0,'0'0'230'0,"-2"-12"-12"0,2 12-22 0,0 0-18 16,-3-5-22-16,3 5-16 0,0 0-2 0,0 0-4 15,0 0-4-15,0 0-14 0,-8 27 2 0,6-18-19 16,1 0-6-16,-4 2-11 0,5 0-9 0,-2-1-6 15,2-3-3-15,2 5-7 0,-2-1 0 0,6-2-12 16,-2-1 3-16,2 1-6 0,1-1-3 0,0 0-2 16,4-2-1-16,0-1-4 0,3-1-1 0,4 0-1 15,0-4-4-15,-1 1-4 0,-3-1 2 0,-1-1 4 16,1-1-4-16,-3-1 4 0,0-1 5 0,-1-3-10 16,1 2 5-16,-3-1-2 0,0-3 1 15,-1 2-1-15,-1-1 2 0,0 0 5 0,-1-2 5 0,0 2-4 16,-3 1 7-16,1 0 9 0,-3 0 3 15,4 0 6-15,-4 7 1 0,0-8 2 0,0 8-8 0,4-8-3 16,-4 8-19-16,0 0-1 0,2-6-4 0,-2 6-1 16,0 0 2-16,0 0 10 0,0 0-1 0,-8 34-2 15,5-22-5-15,-4 5 2 0,3 1-7 0,2 1-2 16,-1-4 4-16,-1 4-3 0,2 0-2 16,0-3-24-16,0 1-16 0,2-1-44 0,0 0-27 15,-1-1-21-15,-1-2-31 0,4 3-36 0,-2-2-52 0,1-4-49 16,-1 2-216-16,2-1-534 0,0-2 237 0</inkml:trace>
  <inkml:trace contextRef="#ctx0" brushRef="#br0" timeOffset="753.75">27093 3660 151 0,'0'0'222'0,"4"-9"-11"0,2 5-8 16,-6 4-16-16,2-5-18 0,-2 5-16 15,0 0-19-15,0 0 7 0,0 0-6 0,0 0 0 16,14 11-5-16,-9-4-7 0,3 1 0 0,-3 4-6 0,2 3 2 16,2-6-13-16,-2 7 7 0,1-1-9 15,-1 0 1-15,3 1-3 0,-4 1-16 0,1-2-8 16,-1 1-4-16,4-3-7 0,-6 2-8 0,1-4 2 15,-1 0-9-15,0-2-4 0,1 0-6 0,0-2-2 16,-1-1-5-16,-2-1-5 0,1 0 3 0,-3-5-8 16,4 6 13-16,-4-6-12 0,0 0 9 0,0 0 23 0,7 9 18 15,-7-9 10-15,0 0-10 0,0 0-11 0,0 0 2 16,0 0-5-16,18-22-18 0,-14 12-5 16,1-3 2-16,3 0-5 0,2-2 0 0,-6-2-4 15,3 1-1-15,0 0-4 0,4 0-6 0,-2 0-1 16,-2-1-5-16,-1 0-1 0,2 1 3 0,-2 2-7 15,-1 1-2-15,-1 3-4 0,0 0 3 0,-2 4-12 0,1-1-11 16,1 2-22-16,-4 5-21 0,5-7-36 16,-5 7-30-16,4-5-33 0,-4 5-32 0,0 0-13 15,0 0-33-15,0 0-41 0,0 0-29 0,0 0-194 16,0 0-540-16,-9 29 239 0</inkml:trace>
  <inkml:trace contextRef="#ctx0" brushRef="#br0" timeOffset="2572.06">26138 4674 52 0,'0'0'140'0,"0"0"6"15,0-10-18-15,0 10 8 0,0 0-8 0,0 0 0 0,0 0-4 16,0-9-9-16,0 9-5 0,0 0-5 15,2-6 5-15,-2 6-1 0,0 0-4 0,0 0-4 16,0 0-7-16,0-11-2 0,0 11-5 0,0 0-3 16,0 0 4-16,2-7-2 0,-2 7-5 0,0 0-4 15,0 0 0-15,0 0-4 0,0 0-3 0,0 0-1 16,0 0-6-16,0 0-2 0,0 0-1 0,-2-11-3 16,2 11-9-16,0 0 2 0,0 0-2 0,0 0-3 15,0 0-2-15,0 0-6 0,0 0-2 0,0 0-4 16,0 0-5-16,0 0-5 0,0 0-2 0,0 0-3 15,0 0-6-15,0 0-2 0,0 0 2 0,0 0-6 0,0 0 3 16,0 0 1-16,0 0-1 0,0 0 4 16,0 33 3-16,-2-23 1 0,2 2 5 0,0-2 2 15,0 3 2-15,0 0-6 0,-2-1 2 0,0-1 1 16,1 2-1-16,2-3-3 0,3 3 0 0,-4-1 0 16,2-2-2-16,0 0-7 0,1-1 5 0,1 1-3 0,-2 0-2 15,7-3 6-15,-4-1-6 0,1 1 2 16,3-1 0-16,0 0 12 0,1-5-16 0,1 3 4 0,-1-2-5 15,2 0 11-15,-5-1-10 0,1 0 0 16,-8-1-5-16,17-4 1 0,-11 3 0 0,3-2-2 16,-2 0 3-16,0-1-3 0,2-2 5 0,-3-1-2 15,-2-2-1-15,2 0-1 0,-2 0-5 0,1 0 5 0,-1 0 3 16,0 0-4-16,-2 0-3 0,0-1 13 16,1 1-9-16,-1 0 5 0,0 2 3 0,-2 7 4 15,5-12-2-15,-4 7 3 0,-1 5-4 0,2-10-1 0,-2 10 0 16,0 0-7-16,0-7-1 0,0 7 2 0,0 0-11 15,0 0 2-15,0 0 6 0,0 0-5 16,0 0 4-16,0 0 0 0,0 0 6 0,2 31 2 16,-7-21-3-16,3 4 7 0,-3 0-3 0,3 2 8 15,-1 0-1-15,-1 0 2 0,4-1-3 0,-4 2 6 0,-1-5-4 16,5 4-1-16,-2-3 2 0,2 1-23 0,0-5-20 16,2 2-23-16,-2-2-21 0,0 1-18 15,0-1-16-15,3 0-20 0,-1-1-28 0,0-2-35 16,0 1-31-16,2-1-28 0,-3 1-225 0,1-2-509 15,-2-5 226-15</inkml:trace>
  <inkml:trace contextRef="#ctx0" brushRef="#br0" timeOffset="2747.36">26536 4837 209 0,'0'0'233'0,"0"0"-17"0,4-7-14 0,-4 7-20 0,0 0-17 15,0 0-17-15,0 0-18 0,0 0-9 0,0 0-11 16,0 0-13-16,0 0-11 0,0 0-26 0,0 0-20 16,0 0-38-16,0 0-55 0,-2 23-35 15,2-23-39-15,0 7-43 0,0-7-91 0,2 6-282 0,-2-6 124 16</inkml:trace>
  <inkml:trace contextRef="#ctx0" brushRef="#br0" timeOffset="3072.09">26729 4745 59 0,'6'-7'228'0,"-6"7"-14"0,0 0-13 15,0 0-17-15,4-4-6 0,-4 4-32 0,0 0-9 16,0 0-6-16,0 0-7 0,0 0-18 16,0 0-3-16,0 0-10 0,-4 21-7 0,4-21-11 15,0 15-4-15,0-7-9 0,2 2-2 0,0 0-10 0,3 0 0 16,0 0-5-16,-3-1-1 0,5 1-6 0,-3-1 1 15,3 2 5-15,-3 0-3 0,4 0-3 0,-2-2-2 16,1 0-5-16,-1 0 3 0,-2-1-3 16,4-1 0-16,-6-1-3 0,2 1 6 0,-1-2 8 15,1-1-12-15,-4-4 3 0,4 10-7 0,-4-10-5 16,2 8-4-16,-2-8-3 0,-6 9-6 0,1-5-13 0,-1-1-9 16,-4-1-15-16,2 2-14 0,-3-2-13 0,-1 0-15 15,1-1-27-15,2-2-28 0,-3-1-28 0,2 2-30 16,-1-3-12-16,3-1-7 0,0 0-111 15,3-2-341-15,1-1 151 0</inkml:trace>
  <inkml:trace contextRef="#ctx0" brushRef="#br0" timeOffset="3187.84">26731 4753 62 0,'6'-6'111'0,"-1"-1"-9"0,2 0-6 16,2 2-13-16,-1-2-1 0,1 4-15 15,3 0 0-15,1 0-11 0,1 0-11 0,3-1-31 16,4 4-44-16,0-5-97 0,-6 3-135 0,5 2 60 15</inkml:trace>
  <inkml:trace contextRef="#ctx0" brushRef="#br0" timeOffset="3554.7">27210 4656 95 0,'0'0'239'0,"0"0"-14"15,0 0-6-15,0 0-12 0,-17 14-14 16,11-7-11-16,-4 3-3 0,4 1-10 0,-3 2 1 16,-2 4-13-16,-1-2-10 0,4 1-13 0,-1 0-9 15,-1 2-15-15,2-2-6 0,1 2-15 0,0-4-8 16,2 2-3-16,1 0-11 0,2-1-1 0,2-2-8 0,2-1-9 16,-2-2-3-16,4 1-4 0,1-2-6 0,0-1-1 15,3-2-2-15,1 0-6 0,1-1-2 16,-1-2-6-16,-1 1-10 0,4-3 0 0,-1-1-4 15,-2 0-2-15,-9 0 4 0,16-2 1 0,-12 1 0 16,3-3 1-16,-7 4-6 0,10-8 3 0,-6 3-7 16,-2-1 7-16,-2 6-6 0,0-12-4 0,0 12 4 15,-4-13-6-15,0 6 1 0,0 0-5 0,-3 1-4 16,-1 3-5-16,-2 0-11 0,1 0-6 0,-4 3-10 16,1 0-2-16,-7 3-19 0,3 0-19 0,-2 1-32 15,4-1-44-15,1 1-42 0,3-1-51 0,-2 2-140 16,5 1-428-16,0-1 190 0</inkml:trace>
  <inkml:trace contextRef="#ctx0" brushRef="#br0" timeOffset="3987.31">27332 4723 20 0,'0'0'334'0,"-2"-8"-18"16,2 8-24-16,0 0-24 0,0 0-23 0,0 0-28 16,2-10-23-16,-2 10-19 0,0 0-19 0,0 0-20 15,0 0-14-15,0 0-4 0,10 20-4 0,-4-9-5 16,-1 3-13-16,3 0-8 0,0 5-5 0,-2-2 1 16,1 0-28-16,2 2 1 0,2-2 3 0,-6-2 1 15,4 0-1-15,-1 1 1 0,-2-6-12 0,-4 1 0 16,4 0-1-16,-2-3-1 0,-2-1-1 0,1-1-5 15,1-1-3-15,-1 2-2 0,2-1-10 0,-5-6 1 16,4 8 0-16,-4-8-2 0,7 5 4 0,-7-5 4 16,6 2-2-16,-6-2 4 0,12-3 4 0,-4-3-1 15,1-1-9-15,2 1 4 0,-1-3-3 0,3-4-3 0,1 0 1 16,-3-1 0-16,0-1-6 0,1-1 7 16,-2 1-8-16,2-2-1 0,-3 2-7 0,2-3-4 0,-2 1 5 15,0-1 11-15,0 2-16 0,-1 0 2 16,0 3 4-16,-5 6-5 0,1-3-11 0,-2 3 7 15,0 3-9-15,-2 4-8 0,6-8-26 0,-3 2-22 0,-3 6-28 16,0 0-37-16,0-8-22 0,0 8-7 0,0 0-21 16,0 0-49-16,0 0-55 0,0 0-268 15,-17 13-590-15,11-9 262 0</inkml:trace>
  <inkml:trace contextRef="#ctx0" brushRef="#br0" timeOffset="11197.91">13846 9947 56 0,'2'-7'107'0,"-2"7"8"15,0 0-4-15,0 0-1 0,0 0-2 0,0 0-3 16,0 0-7-16,0 0-5 0,0 0 0 0,-2-9-1 16,2 9-5-16,0 0 0 0,0 0 3 0,0 0-5 15,0 0-2-15,0 0 4 0,0 0-2 0,0 0-3 16,0 0 2-16,0 0-6 0,0 0-2 0,0 0-1 15,0 0-6-15,0 0-5 0,0 0-6 0,0 0-5 16,2-12-8-16,-2 12-3 0,9-3-8 0,-1-2 0 16,2 1 1-16,1 2-11 0,2 0-8 0,-2 0-3 15,2 0 1-15,1 3-6 0,-2-1-1 0,1 0 3 16,1 3-4-16,3-1-1 0,1 4-3 0,-2 0 3 16,2 1 0-16,2 2-4 0,-2 0 6 0,5 4-2 15,-3 3 1-15,4-2 2 0,1 0-2 0,-4 4-3 16,2-2 3-16,-2 6 2 0,2 0-3 0,1-3 2 0,-3 0-1 15,1 2-2-15,-3-2 4 0,-2 4-4 16,-3-4 1-16,1 5 2 0,1-3 2 0,-5 1-3 0,-1-4 8 16,-3 0 4-16,1 5 4 0,-3-4 4 0,-1 0 2 15,1 1 0-15,-3 0-4 0,0-1 4 16,-2 0-3-16,-4 0-1 0,4 1 2 0,-3-1 2 0,0 0 1 16,-1 5 6-16,0-4-8 0,-2-3 1 0,-1 7 0 15,0-6 1-15,-2 0-5 0,4-1-5 0,-3 1-1 16,-2 1-2-16,6-2 1 0,-5 0-1 0,2 0-4 15,1-3 7-15,0 2-5 0,-4-3 0 0,6-1 3 16,1-2-6-16,-3 0-1 0,1-1-5 0,0 0 8 16,1-3-4-16,4 2-3 0,-3-4 4 0,1 2-5 15,2-6 4-15,-4 12-5 0,4-12 0 0,-2 5 2 16,2-5-2-16,-2 7-1 0,2-7-9 0,0 0-16 16,-5 5-9-16,5-5-12 0,0 0-11 0,-2 9-8 15,2-9-14-15,-3 7-17 0,3-7-10 0,-3 6-24 16,3-6-21-16,-4 5-17 0,4-5-23 0,-4 5-10 15,4-5-18-15,0 0-113 0,-4 7-354 0,4-7 157 16</inkml:trace>
  <inkml:trace contextRef="#ctx0" brushRef="#br0" timeOffset="11554.16">14193 10708 136 0,'0'0'159'16,"0"0"-9"-16,-6-7-13 0,6 7-13 0,0 0-11 0,0 0-9 15,0 0 9-15,0 0 5 0,0 0-6 0,0 0 6 16,0 0-21-16,-2 21-5 0,2-10 3 0,0 1-1 16,0 4-9-16,0 1-8 0,2-1-4 15,-2 0-6-15,-2 0-3 0,2 1-3 0,0 0-3 0,0-1-1 16,0-4-2-16,0 1-1 0,0-1-3 0,0-1-5 15,0-2-2-15,0 3-8 0,4-3 1 0,-4 1-2 16,2-5-5-16,0 1-2 0,-2-6-1 16,2 12-5-16,1-5 4 0,-3-7 17 0,4 7 4 0,1-4 4 15,2 0 0-15,4-2-6 0,-1 0 0 0,1-1-6 16,2-2-5-16,2-2 0 0,5 0-6 0,-1-1-13 16,0 0-8-16,0-1-20 0,-1 1-15 0,1-2-27 15,0 1-45-15,-1 3-40 0,0-3-49 0,2 3-54 16,-7-1-168-16,-2 3-446 0,3-1 197 0</inkml:trace>
  <inkml:trace contextRef="#ctx0" brushRef="#br0" timeOffset="24607.24">15087 9641 81 0,'-6'-5'121'0,"6"5"-14"0,0 0-5 0,0 0-10 0,0 0-11 16,0 0-15-16,0 0 1 0,0 0-6 15,-4-4-7-15,4 4-11 0,0 0-20 0,0 0-18 16,0 0-16-16,0 0-6 0,0 0-6 0,0 0-13 0,0 0-15 16,-1 22-16-16,-3-9-50 0,-1 2-126 0,1 4 56 15</inkml:trace>
  <inkml:trace contextRef="#ctx0" brushRef="#br0" timeOffset="27954.06">11970 9079 33 0,'0'0'88'0,"7"11"-10"0,-7-11-11 0,0 0-7 15,0 0-3-15,6 1-7 0,-6-1-7 0,0 0-1 16,0 0 3-16,3 6-11 0,-3-6-2 16,0 0-6-16,0 0-7 0,5 6 2 0,-5-6-2 0,0 0-1 15,0 0-7-15,0 0 1 0,0 0 0 0,0 0 6 16,0 0-7-16,9 2-1 0,-9-2 8 0,0 0-8 15,0 0-5-15,0 0-13 0,0 0-7 0,8 0-4 16,-8 0-5-16,0 0 2 0,0 0-4 0,0 0-1 16,11-2 3-16,-11 2-3 0,6-4 7 0,-6 4-5 15,0 0 1-15,8-6 5 0,-8 6 2 0,4-5 1 16,-4 5 7-16,4-6-4 0,-4 6 2 0,5-6-4 16,-5 6 5-16,0 0 3 0,2-8-4 0,-2 8 3 15,0 0 8-15,2-8 8 0,-2 8 0 0,0 0 9 16,0 0 6-16,0 0 2 0,0 0 2 0,0 0-4 15,0 0 12-15,0 0-10 0,-2-10 7 0,2 10-8 16,0 0 1-16,0 0 6 0,0 0 3 0,0 0-3 16,0 0 4-16,0 0-8 0,0 0-4 0,0 0 11 15,0 0-1-15,0 0 10 0,0 0 1 0,0 0-5 16,0 0 9-16,0 0-5 0,-6-7 3 0,6 7-1 16,0 0-1-16,0 0 3 0,0 0-1 0,0 0-1 15,0 0 0-15,0 0-3 0,0 0 0 0,0 0-3 16,0 0-5-16,0 0 1 0,0 0-6 0,0 0 1 15,0 0-2-15,0 0-11 0,0 0 5 0,0 0-5 0,0 0-2 16,0 0 2-16,0 0-5 0,0 0 0 16,0 0 5-16,0 0-7 0,0 0 1 0,0 0-4 15,0 0 3-15,0 0 4 0,6-8 8 0,-6 8 3 16,0 0-1-16,0 0 7 0,0 0 2 0,0 0-2 0,2-9-3 16,-2 9-2-16,0 0-2 0,0 0-1 0,0 0 2 15,0 0-2-15,0 0 0 0,0 0-4 16,0 0-7-16,0 0 5 0,0 0-3 0,0 0-1 15,0 0-7-15,0 0 0 0,0 0-4 0,0 0 1 0,0 0-3 16,0 0 2-16,0 0-2 0,0 0 1 0,0 0-2 16,0 0-3-16,0 0 1 0,0 0 3 0,0 0-2 15,-13 20 5-15,13-20-3 0,0 0-5 0,0 0 7 16,0 9-2-16,0-9 2 0,0 0-1 0,-2 6 3 16,2-6 0-16,0 0 1 0,0 0 2 0,0 0 1 15,0 0 8-15,0 0 0 0,0 0 1 0,0 0 2 16,0 0-4-16,0 0-3 0,0 0 1 0,0 0-2 15,0 0 1-15,0 0-1 0,0 0 0 0,11-18-4 16,-11 18-3-16,0 0 4 0,0 0-4 0,2-7 1 16,-2 7 1-16,0 0-3 0,0 0 0 0,0 0-4 15,0 0-1-15,0 0 0 0,0 0 0 0,0 0 1 16,0 0-4-16,0 0 4 0,0 0-1 0,0 0-4 16,0 0 4-16,0 0 1 0,0 0-3 0,-11 21 1 15,11-21 5-15,-2 6-3 0,2-6-2 0,0 0 3 16,0 0-1-16,0 8 2 0,0-8 2 0,0 0 2 15,0 0-7-15,11 3 5 0,-11-3 2 0,14-7 0 16,-5-1 2-16,0 3-5 0,2-2 3 0,-2 1-2 16,-2 0 0-16,1-3-3 0,-3 5 6 0,2-1-3 15,-3 1 7-15,-4 4-5 0,4-8 0 0,-4 8-2 16,-1-8-1-16,1 8 1 0,0 0-3 0,-12-4-3 16,12 4 4-16,-15 1-1 0,4 2-1 0,1 0-3 15,-1 2 2-15,-2 0-5 0,3 0-1 0,-2 3-10 16,2-3-13-16,1 2-17 0,2-1-17 0,1-1-37 15,4 1-28-15,2-6-18 0,-2 12-21 0,2-5-150 0,0-7-345 16,6 10 153-16</inkml:trace>
  <inkml:trace contextRef="#ctx0" brushRef="#br0" timeOffset="29599.23">11972 12175 25 0,'0'0'129'16,"0"0"-4"-16,0 0 2 0,0 0-5 0,0 0 0 15,2 15-14-15,-2-15 1 0,0 0-14 0,0 0-4 16,0 0-6-16,0 0-4 0,0 0-8 0,0 0-4 15,0 0-3-15,0 0-4 0,0 0 0 0,0 0 5 16,0 0-2-16,0 0 5 0,0 0-5 0,0 0-8 16,0 0-7-16,0 0-5 0,0 0-5 0,0 0-3 15,0 0-4-15,0 0-4 0,7-18 1 0,-7 18-3 16,0 0-2-16,0-12-3 0,0 12-7 0,0-9 2 16,0 9-1-16,-5-8-1 0,5 8-3 0,-2-8 6 0,2 8 1 15,0 0 1-15,-2-8-5 0,2 8-2 16,0 0-3-16,0 0 3 0,0 0-3 0,0 0-1 15,0 0 1-15,0 0 0 0,-21 13-2 0,18-9 7 16,3-4 1-16,-5 10 3 0,1-4 0 0,1-1-2 0,3-5-4 16,-3 12 5-16,1-7-5 0,2-5 1 15,0 0 3-15,0 10 0 0,0-10 4 0,0 0-1 16,4 6-1-16,-4-6-3 0,0 0-4 0,0 0 4 16,8 2 1-16,-8-2-3 0,0 0 0 0,0 0-4 0,0 0 4 15,0 0 0-15,11-9-2 0,-11 9-4 0,0 0 5 16,2-7-5-16,-2 7 9 0,0 0-11 0,0 0 3 15,0 0-4-15,0 0 1 0,-8-15-4 0,8 15 9 16,-5-4-11-16,5 4 2 0,0 0-4 16,-7-3 1-16,7 3-5 0,0 0 5 0,0 0-1 0,0 0 3 15,0 0 0-15,-14 9 2 0,14-9-3 0,-4 8 1 16,4-8 1-16,0 7 3 0,0-7-1 0,-2 9 1 16,2-9 3-16,0 0 0 0,0 0 3 0,6 6 1 15,-6-6-2-15,0 0 4 0,11 0-2 0,-11 0-2 16,0 0-2-16,14-3 0 0,-14 3-3 0,7-6 2 15,-7 6-1-15,8-6 1 0,-2 5-1 0,-6 1-2 16,6-6-3-16,-6 6 5 0,7-6 5 0,-7 6-6 16,2-5 0-16,-2 5-2 0,0 0-1 0,-2-10 2 15,2 10-3-15,0 0-1 0,-8-8 4 0,8 8-2 0,-10-6-5 16,10 6 2-16,-9-3-2 0,4 1 3 0,5 2-4 16,-9-2 0-16,9 2 1 0,0 0-1 15,-15 4 2-15,15-4-3 0,-7 5 1 0,7-5 0 16,-4 7 1-16,4-7 1 0,-2 9-1 0,2-9 4 0,0 0-2 15,1 9 4-15,-1-9 1 0,7 6 0 16,-7-6-1-16,7 2 3 0,-7-2 1 0,10 0-2 16,-10 0 1-16,11-4 1 0,-5 1-2 0,-6 3-2 15,10-9 9-15,-2 6-4 0,-4-2-9 0,-4 5 4 0,5-7-2 16,-3 2 1-16,-2 5-2 0,0 0 0 16,0-8 0-16,0 8 1 0,0 0-4 0,0 0 5 0,-7-9-4 15,7 9 2-15,-12 0-4 0,12 0 0 16,-10 0 2-16,10 0 1 0,-11 5-3 0,4-4-3 0,2 3 6 15,5-4-13-15,-13 7-11 0,9-4-16 0,4-3-26 16,-6 5-27-16,6-5-31 0,-1 7-37 0,1-7-33 16,0 0-202-16,0 0-431 0,0 0 191 0</inkml:trace>
  <inkml:trace contextRef="#ctx0" brushRef="#br0" timeOffset="31287.28">14934 9112 11 0,'1'12'5'15,"1"0"-8"-15,-2 3-3 0,0 1 1 0</inkml:trace>
  <inkml:trace contextRef="#ctx0" brushRef="#br0" timeOffset="32853.24">12014 8956 108 0,'0'0'142'0,"0"0"-1"0,0 0-3 0,0 0-3 0,0 0-11 15,0 0-16-15,0 0-11 0,0 0-9 16,0 0-8-16,0 0-8 0,0 0-12 0,0 0-2 0,0 0-3 15,0 0-12-15,0 0-22 0,-4 12-18 0,4-12-22 16,-4 10-27-16,3 0-14 0,-2-1-27 0,1 3-26 16,-1 1-79-16,-3 1-207 0,1 2 92 0</inkml:trace>
  <inkml:trace contextRef="#ctx0" brushRef="#br0" timeOffset="33389.86">12046 12472 58 0,'0'0'139'0,"0"0"-9"0,0 0-7 16,0 0-7-16,0 0-12 0,-4-26-4 0,4 26-16 15,0 0-3-15,1-11-6 0,-1 11-32 0,0 0-29 0,0 0-34 16,-1-8-42-16,1 8-103 0,0 0-177 16,-9-3 78-16</inkml:trace>
  <inkml:trace contextRef="#ctx0" brushRef="#br0" timeOffset="34078.15">12092 9043 44 0,'0'0'134'0,"0"0"-3"0,0 0-10 0,0 0-11 16,0 0-6-16,0 0-14 0,0 0-11 0,0 0-5 15,0 0-13-15,0 0 0 0,0 0-15 0,0 0-9 16,0 0-26-16,0 0-26 0,0 0-12 0,0 0-9 15,-3 7-20-15,3-7-19 0,-5 8-74 0,2-3-162 16,3-5 71-16</inkml:trace>
  <inkml:trace contextRef="#ctx0" brushRef="#br0" timeOffset="34869.24">12025 12309 42 0,'0'0'74'0,"0"0"-9"15,0 0-4-15,0 0 5 0,0 0-16 0,0 0 0 16,0 0-5-16,0 0-5 0,0 0 3 0,6-9-15 0,-6 9-1 16,0 0-11-16,0 0-15 0,0 0-24 0,0 0-21 15,0 0-47-15,0 0-97 0,0 0 43 0</inkml:trace>
  <inkml:trace contextRef="#ctx0" brushRef="#br0" timeOffset="35577.21">12134 9091 33 0,'0'0'51'0,"0"0"-23"15,0 0-22-15,0 0-26 0,0 0-22 16,0 0 11-16</inkml:trace>
  <inkml:trace contextRef="#ctx0" brushRef="#br0" timeOffset="43986.85">20123 7084 150 0,'-4'-6'152'0,"4"6"-9"0,-4-7 5 0,4 7-3 0,-3-7-5 15,3 7-4-15,-5-10-5 0,5 10 2 16,-2-7-2-16,2 7-4 0,-4-7-8 0,4 7-1 15,0 0-5-15,-3-8-4 0,3 8-8 0,0 0-10 0,-5-5-7 16,5 5-5-16,0 0-11 0,0 0-7 0,0 0-9 16,0 0-4-16,0 0-9 0,0 0-4 15,0 0-4-15,0 0-3 0,0 0-3 0,0 0-6 16,0 0 0-16,0 0 2 0,5 24-6 0,-1-12-2 16,0-2-1-16,0 3 0 0,1 1-1 0,1 4 0 0,1-2-1 15,0 1-2-15,-3-1 1 0,4 0-1 0,-3 1-1 16,4-3-2-16,-3 1 1 0,0-2 1 15,0-1-2-15,-1-2-1 0,1 2 1 0,-1-2 0 16,1 0-4-16,0 0 2 0,-2-1 2 0,0-3 0 0,2 2-3 16,-2-1 6-16,-2-1-6 0,-2-6 1 0,6 8 1 15,-4-4 1-15,-2-4-5 0,3 6 5 0,-3-6 0 16,0 0 2-16,5 7 13 0,-5-7 12 0,4 3 12 16,-4-3 13-16,0 0-1 0,0 0-7 0,0 0 0 15,0 0-7-15,0 0-2 0,6-18-4 0,-2 9-2 16,-2-1-6-16,2 0-5 0,-1-3 0 0,1 2 4 15,1-6-4-15,2 2-5 0,-2-5 3 0,1 2-14 16,1 1 6-16,-1-2 3 0,0 3 0 0,-1-2-5 16,0 2 0-16,0 0-1 0,-1 3 2 0,-1 2-4 15,0 0 1-15,1 1 2 0,1-2-2 0,-2 5 2 16,-1 0 0-16,1 0-5 0,-2 0 1 0,-1 7 2 16,4-8-6-16,-4 8 0 0,4-9 0 0,-4 9 3 15,3-7 5-15,-3 7-16 0,2-5 1 0,-2 5-9 16,0 0-6-16,0 0-10 0,0 0-8 0,1-7-14 15,-1 7-13-15,0 0-15 0,0 0-14 0,0 0-14 16,0 0-23-16,0 0-25 0,0 0-25 0,0 0-17 16,0 0-30-16,2 22-180 0,-5-12-440 0,3-2 195 15</inkml:trace>
  <inkml:trace contextRef="#ctx0" brushRef="#br0" timeOffset="44404.17">20520 7187 87 0,'0'0'146'0,"0"0"1"15,5 6 11-15,-5-6 2 0,3 9-4 0,-3-9-1 16,-4 11-2-16,4-3-9 0,0-8-4 0,-5 15 3 16,1-4-18-16,0-1-7 0,0 3-11 0,0-2-6 15,-1 1-4-15,0-1-9 0,2 2-3 0,-1-2-11 16,0-1-8-16,1 1-8 0,2-3-3 0,-2 2-4 15,3-10-7-15,0 13 1 0,3-7-6 0,0-1-3 16,-1 0-4-16,-2-5 7 0,9 8-8 0,0-5-3 16,-3-1-4-16,5-2 5 0,1 1-6 0,0-2 2 15,1-3-5-15,2 2 1 0,-3-1 2 0,0-2 1 16,1 1 0-16,0-2 0 0,-3-1-2 16,-2 2 6-16,1 0-5 0,-1-3-3 0,-1-1-1 0,-3 3-1 15,1-6 1-15,-4 2-4 0,1 2-1 0,-2-3 1 16,-2 0-5-16,0-1-2 0,-1 4 2 0,-2-5 0 15,0 4-5-15,-3-1 1 0,1 1-2 0,-1-1 0 16,1 1 1-16,-3 2-2 0,3 0-6 0,-1 1-5 16,1 0-9-16,2 5-16 0,-3-2-11 0,8 3-18 15,-13-2-18-15,13 2-21 0,-14 2-37 0,9 1-20 16,5-3-29-16,-8 10-24 0,5-3-183 0,-1-2-427 16,4-5 190-16</inkml:trace>
  <inkml:trace contextRef="#ctx0" brushRef="#br0" timeOffset="45022.45">20746 7209 174 0,'5'-1'188'0,"-5"1"-26"0,0 0-11 16,0 0-5-16,0 0 1 0,8 6-7 0,-8-6-6 16,0 10-11-16,0-10-15 0,1 13-10 0,-1-5-5 15,2 1-9-15,-1-2-8 0,0 5-3 0,2-5-8 16,-2 0-6-16,2 1-6 0,0-3-7 0,2 3 2 15,-1-2-6-15,0-1-5 0,1-1 2 0,1 0 12 16,1-3-3-16,-1 3 10 0,2-1-1 0,-1-2 2 16,-7-1-3-16,15 0-7 0,-7-1 3 0,2-2-7 15,0 0 3-15,-4 1-2 0,1-3 0 0,2 1-3 16,-2 0 2-16,1-4-1 0,-4 2 0 0,1-1 5 16,0 0 7-16,-1-1-8 0,1-2-8 0,0 0-5 15,-2 2-1-15,-2-3-4 0,0 4-2 0,-1-1 1 16,0 8-6-16,2-10 2 0,-2 10 0 0,1-8-2 0,-1 8-6 15,0 0-4-15,0 0-3 0,1-7-5 16,-1 7-1-16,0 0 0 0,0 0 0 0,0 0 4 16,0 0-4-16,0 25 0 0,-1-15-1 0,1-1 1 15,2 2-1-15,0-5 0 0,-1 2-1 0,0 0-1 0,3-2 3 16,0 1 2-16,0 1-2 0,1-3-2 0,0 1 0 16,0-3 1-16,3 0 2 0,2 0-1 0,-2-2 6 15,3 0-4-15,-1-2-2 0,4 0 3 16,-2-2-1-16,-2-1-2 0,0 0 5 0,1-2 1 15,0 3-2-15,-2-1-2 0,-1-3-1 0,2-3 1 0,-4 1-3 16,-1-1-1-16,1 0 2 0,-4-2 4 0,1 1 6 16,-1-1-4-16,2 2 0 0,-5-5 4 0,1 1 0 15,0 1-3-15,1 2 5 0,0-2-7 16,-2 2 15-16,0 3 1 0,-2 1 2 0,3 7-1 0,-1-11-9 16,1 11 14-16,0-10-17 0,0 10-6 0,0 0-2 15,0 0-2-15,-3-6-3 0,3 6-3 0,0 0 14 16,0 0-10-16,3 25-2 0,-3-15-1 0,1 4 5 15,2 3 11-15,-3 1-16 0,-3-5 1 0,3-1 4 16,3 1-2-16,-6-1 3 0,2 3-3 0,2-4 0 16,2 0 0-16,-3 0-13 0,1-2-10 15,0 0-29-15,-1-1-18 0,2 0-21 0,0-3-14 0,-2-5-20 16,-1 13-32-16,2-8-40 0,-1-5-33 0,4 10-32 16,-4-10-201-16,0 10-499 0,0-10 221 0</inkml:trace>
  <inkml:trace contextRef="#ctx0" brushRef="#br0" timeOffset="45178.68">21100 7203 73 0,'3'-7'138'16,"-3"7"-14"-16,6-3-11 0,-6 3-13 0,12-3-15 15,-2 3-23-15,4-3-38 0,-1 2-37 0,7-1-57 16,-2 1-36-16,3 0-116 0,-1 0 52 0</inkml:trace>
  <inkml:trace contextRef="#ctx0" brushRef="#br0" timeOffset="45319.19">21539 7183 33 0,'0'0'111'0,"0"0"-2"0,0 0-22 0,5 3-17 16,-5-3-23-16,0 0-18 0,0 9-34 0,0-9-18 15,0 0-54-15,-5 14-82 0,2-8 36 0</inkml:trace>
  <inkml:trace contextRef="#ctx0" brushRef="#br0" timeOffset="45421.85">21509 7264 78 0,'0'0'84'0,"0"0"3"0,0 0-5 0,-3 6-4 0,3-6-2 16,0 0 2-16,0 0-8 0,0 0 4 16,0 0-4-16,0 0-4 0,10 6-13 0,-10-6-17 15,15-2-29-15,-5 1-49 0,4-1-108 0,-1-1-162 16,4-4 72-16</inkml:trace>
  <inkml:trace contextRef="#ctx0" brushRef="#br0" timeOffset="45892.5">22122 6929 260 0,'0'0'286'0,"0"-10"-16"0,0 10-24 15,-2-9-19-15,2 9-21 0,0 0-26 0,0 0-22 0,0 0-4 16,0 0-27-16,0 0-10 0,0 0-3 0,0 0 2 16,0 0 13-16,15 27-14 0,-8-13-13 0,-1 2-10 15,2 0-7-15,2 2-6 0,-2-1-6 16,0 2-10-16,0-2-4 0,-3-1 0 0,2 1-4 0,1-2-11 16,-2 0 0-16,0-3 1 0,-1-1 0 0,1 0-11 15,-3 1 6-15,3-2-10 0,-2-1-4 0,2-1-1 16,-2-2-1-16,-2 1-3 0,-1-2-3 0,-1-5 1 15,4 10 1-15,-4-10-3 0,3 7-1 0,-1-4 3 16,-2-3-5-16,0 0 9 0,4 6-6 0,-4-6 12 16,0 0 9-16,0 0 14 0,0 0-13 0,16-9 17 15,-13 3-10-15,4-3-2 0,-2 1 8 16,0-2 2-16,1-2-9 0,1-3 1 0,0 1-3 0,0-3 7 16,-1 0-15-16,2 2-8 0,-2-4 7 0,-2 0-10 15,1 1 3-15,3-6-13 0,-2 5 3 0,1 1 5 16,-5 0-5-16,2 0-8 0,0 1 7 0,0 3 2 15,-2 1-7-15,0 3-3 0,1 1-2 0,-1-1 4 16,-1 4-22-16,-1 6-11 0,2-13-16 0,-2 13-29 16,2-7-25-16,-2 7-27 0,4-5-27 0,-4 5-5 15,0 0 0-15,0 0-21 0,0 0-30 0,11 18-33 16,-4-9-37-16,0 6-246 0,-3 0-561 0,1 1 248 16</inkml:trace>
  <inkml:trace contextRef="#ctx0" brushRef="#br0" timeOffset="46370.71">22564 7164 19 0,'0'0'237'16,"0"0"-12"-16,0 0-13 0,0 0-10 0,14-11-8 0,-14 11-12 15,10-6-12-15,-2 2-7 0,-1 4-14 0,-7 0-12 16,14-1-14-16,-6 1-13 0,-8 0-11 15,18 3-11-15,-7 2-6 0,-3-1-2 0,0 3-12 16,-1 1-2-16,1 1-3 0,-4-1 6 0,1 2 9 0,-1 0 3 16,-3 3 0-16,-1 0 0 0,-2 2-6 0,-1 2 0 15,-3-3 1-15,-5 3-3 0,0-2-4 0,-2 2-5 16,-5 1-5-16,3-5-3 0,1-1-1 0,0 0-2 16,-2-2-11-16,4 0-6 0,-1-2 5 0,5-3-1 15,-1 3-2-15,4-4 2 0,-5 1-4 0,5-2-8 16,1 1 0-16,4-4-3 0,-5 3 0 15,5-3 1-15,-5 4 5 0,5-4-2 0,0 0 3 16,0 0 2-16,0 0 1 0,0 0 4 0,0 0-6 16,15 3 2-16,-3-3 1 0,4-1 1 0,6-1-13 0,-2 0 5 15,9-1-11-15,4-3 5 0,-1 4-9 0,-2-4 2 16,1 1-4-16,-1 0 7 0,-4 1 1 0,-4 2 3 16,-5 0-7-16,2-1 5 0,-1 2 3 0,-7 0 1 15,-1 0-5-15,1 0-1 0,-4-1-4 0,0 2 2 16,-7 0-1-16,12-3-5 0,-12 3 1 0,11-1-1 15,-11 1-1-15,6-1 3 0,-6 1-13 0,0 0-18 16,8-2-32-16,-8 2-26 0,0 0-31 0,0 0-20 16,0 0-22-16,0 0-34 0,0 0-53 0,0 0-59 15,0 0-63-15,0 0-191 0,-27-6-593 0,9 4 262 16</inkml:trace>
  <inkml:trace contextRef="#ctx0" brushRef="#br0" timeOffset="47223.62">21591 7214 61 0,'0'0'160'0,"-14"0"-5"16,5-1-5-16,9 1-2 0,-13-1-2 15,13 1-4-15,-11 0-6 0,11 0-10 0,-10-2-6 0,10 2-6 16,0 0-9-16,-11 0-5 0,11 0-6 0,0 0-8 16,0 0-4-16,-9 0-2 0,9 0 3 15,0 0-7-15,0 0-1 0,0 0 2 0,0 0-4 0,0 0 1 16,0 0-1-16,0 0-7 0,0 0-2 0,0 0-2 16,0 0-5-16,0 0-5 0,0 0-5 0,0 0-1 15,0 0-4-15,0 0-4 0,37 2-7 0,-29-2-1 16,2-3-4-16,2 4-8 0,-3-1-12 0,-9 0-13 15,16-2-21-15,-7 2-26 0,-1 0-32 0,-8 0-36 16,14 0-34-16,-14 0-37 0,10 0-23 0,-10 0-161 16,0 0-408-16,7 4 181 0</inkml:trace>
  <inkml:trace contextRef="#ctx0" brushRef="#br0" timeOffset="47391.7">21495 7306 23 0,'-8'4'202'0,"8"-4"-12"15,-8 3-9-15,8-3-5 0,0 0-11 0,-7 2-9 16,7-2-10-16,0 0-3 0,0 0-10 0,0 0-13 16,0 0-7-16,0 0-10 0,19 4-12 0,-8-4-15 15,3 0-29-15,-3 0-43 0,1-1-52 0,3 0-59 16,-2-1-49-16,-1 2-137 0,-1-1-318 0,-3 1 140 16</inkml:trace>
  <inkml:trace contextRef="#ctx0" brushRef="#br0" timeOffset="52021.22">23119 7146 84 0,'-8'4'149'0,"8"-4"-2"0,0 0-7 0,0 0-2 15,-7 1-8-15,7-1-11 0,0 0-6 0,0 0-5 16,0 0-4-16,0 0 4 0,0 0 1 0,0 0-2 16,0 0-3-16,0 0-8 0,0 0-11 0,21 6-5 15,-21-6 0-15,11 0-8 0,-11 0-3 0,13 0-7 16,-7 0-3-16,-6 0-3 0,13-1-2 0,-5-1-6 15,-8 2 0-15,13 0-6 0,-13 0-2 0,10-3-7 16,-4 3-2-16,-6 0-3 0,12 0-2 0,-12 0-4 16,7 0-2-16,-7 0-6 0,0 0-4 0,12-1-12 15,-12 1-18-15,0 0-33 0,0 0-25 0,0 0-40 16,10 0-44-16,-10 0-39 0,0 0-150 0,0 0-379 16,0 0 169-16</inkml:trace>
  <inkml:trace contextRef="#ctx0" brushRef="#br0" timeOffset="52503.98">23633 6892 213 0,'0'0'224'0,"0"-9"-3"0,0 9-1 0,0 0-15 0,0 0-14 15,0-9-16-15,0 9-15 0,0 0-13 16,0 0-14-16,0 0-14 0,0 0-7 0,0 0-16 16,0 0-5-16,0 0-14 0,0 0-5 0,0 0-8 15,0 0-7-15,0 0-5 0,0 0-5 0,0 0 2 0,0 0 2 16,0 0 2-16,-9 18 5 0,8-10 6 0,-1 2-14 15,-2-1-6-15,0 3 7 0,-1 2-3 16,0 2-5-16,-2 0-2 0,3-4 1 0,2 4-5 16,-5 0 9-16,4 0-16 0,-1 0-3 0,0 0-1 0,0 1-4 15,2-6-5-15,-1 1 3 0,0 1-3 0,2 1-4 16,2 1 10-16,-1-2-5 0,0-3-3 16,0 0 2-16,2-1-6 0,-4 1 1 0,2-4-7 15,0-6 7-15,2 13-1 0,-1-10-3 0,-1-3 3 0,3 12 1 16,1-7-4-16,-1 0 1 0,2 0-2 0,2-2 2 15,-1-1-1-15,3 2 1 0,3-1-6 0,-3-2-10 16,2 1-12-16,2-2-14 0,0 0-18 0,-1 0-19 16,0-2-27-16,-3-2-29 0,1 1-41 0,0 0-32 15,-1-2-35-15,1 0-37 0,-2-2-140 0,-4 1-443 16,0 1 196-16</inkml:trace>
  <inkml:trace contextRef="#ctx0" brushRef="#br0" timeOffset="52671.12">23618 7149 203 0,'0'0'199'0,"-6"-3"-1"0,6 3-19 0,0 0-12 15,0 0-13-15,0 0-16 0,-12-1-13 0,12 1-11 16,0 0-12-16,0 0-11 0,0 0-15 0,0 0-26 16,0 0-22-16,0 0-31 0,0 0-33 0,24-10-35 15,-15 7-36-15,0 2-52 0,-4-2-83 0,4 0-261 16,-2-1 115-16</inkml:trace>
  <inkml:trace contextRef="#ctx0" brushRef="#br0" timeOffset="52865.15">23643 6879 133 0,'-1'-7'242'0,"1"7"-16"0,0 0-17 0,-2-7-18 16,2 7-21-16,0 0-17 0,3-9-16 15,-3 9-16-15,10-6-11 0,-4 4-15 0,4-1-8 16,2 2-8-16,-1-1-15 0,2 0-25 0,4 2-34 16,-4-2-35-16,-1 2-50 0,3 0-34 0,-2 0-33 0,0 2-135 15,1 1-305-15,-4 0 135 0</inkml:trace>
  <inkml:trace contextRef="#ctx0" brushRef="#br0" timeOffset="53272.52">23816 7250 137 0,'-4'4'195'0,"4"-4"-4"15,0 0-8-15,0 0-11 0,0 0-6 16,18 0-9-16,-18 0-7 0,13-2-11 0,-13 2-8 0,14-2-15 15,-14 2-8-15,10-3-11 0,-10 3-10 0,11 0-8 16,-11 0-9-16,10 0-9 0,-10 0-7 0,7 4-6 16,-7-4-4-16,7 3-1 0,-7-3-5 0,6 2-7 15,-6-2 3-15,5 5 5 0,-5-5 8 0,4 12-1 16,-4-12 3-16,-1 9-4 0,1-9 4 0,-7 17-3 16,5-10 4-16,-1 1-6 0,1 1-6 0,-1-1 2 15,1-1 0-15,-1 0-5 0,0-1-4 0,0 0-4 16,3-6 1-16,-4 13-5 0,1-7-2 0,3-6-2 15,-2 11-1-15,2-11-1 0,-3 10-4 0,1-5 7 16,2-5-3-16,-3 8-8 0,3-8 1 0,0 0-2 16,3 12-4-16,-1-9-3 0,-2-3-8 0,8 8-12 15,-2-6-12-15,2 0-22 0,3-1-10 0,3-1-36 16,4-1-32-16,0-1-43 0,0-2-33 0,0-2-224 16,0 1-466-16,-3-1 207 0</inkml:trace>
  <inkml:trace contextRef="#ctx0" brushRef="#br0" timeOffset="53578.46">23638 7167 133 0,'-11'-3'244'0,"11"3"-6"0,0 0-10 0,-8-4-14 16,8 4-14-16,0 0-14 0,-6-1-13 0,6 1-16 0,0 0-9 16,0 0-18-16,0 0-13 0,0 0-12 0,0 0-11 15,0 0-9-15,0 0 5 0,20-8-27 0,-8 7-18 16,1 0-19-16,3-1-25 0,1 0-30 15,-2 0-48-15,2 0-54 0,2-1-41 0,-2 3-206 16,2-4-410-16,-1 1 181 0</inkml:trace>
  <inkml:trace contextRef="#ctx0" brushRef="#br0" timeOffset="53847.45">24278 7153 53 0,'0'0'231'0,"0"0"3"0,10 1-9 0,-10-1-10 16,0 0-15-16,0 0-13 0,0 0-17 0,12-1-16 15,-12 1-14-15,9-2-11 0,-9 2-15 0,14 0-12 16,-6-1-12-16,1-2-7 0,2 1-8 0,1 0-11 15,-1 1-14-15,0 0-25 0,-1 1-35 0,-2-1-38 16,-8 1-51-16,16 0-57 0,-9 0-42 0,-7 0-141 16,9 2-367-16,-9-2 164 0</inkml:trace>
  <inkml:trace contextRef="#ctx0" brushRef="#br0" timeOffset="54007.4">24295 7268 36 0,'0'0'216'0,"-5"5"-4"0,5-5-12 0,0 0-11 16,-5 3-9-16,5-3-16 0,0 0-16 0,0 0-10 16,0 0-20-16,0 0-21 0,18 2-27 0,-8-2-25 15,3 1-47-15,0 0-47 0,6-2-52 0,0 1-60 16,-6 0-89-16,6 0-272 0,0-1 121 0</inkml:trace>
  <inkml:trace contextRef="#ctx0" brushRef="#br0" timeOffset="59421.13">25223 6838 39 0,'0'0'213'0,"-1"-14"-7"0,1 14 2 15,0-7-3-15,0 7-9 0,0 0-6 0,0 0-13 16,0 0-4-16,-1-10-16 0,1 10-18 0,0 0-15 16,0 0-14-16,0 0-13 0,0 0-11 0,0 0-12 15,0 0-10-15,0 0-6 0,0 0-4 0,0 0-8 16,0 0-9-16,0 0 2 0,-6 22-4 0,4-9-1 15,-2 2-7-15,-2 0 3 0,2 4 4 0,0-1-6 16,1-2 1-16,1 3-3 0,-2-3-1 0,3 1-1 16,-1-2-5-16,1 2 0 0,1-7-3 0,1 5 3 15,1-4-5-15,-2 1 1 0,2-1-4 0,3-1 0 0,-1-1 0 16,3-3 1-16,-1 3-3 0,2-3 3 16,1-1 1-16,0 0 0 0,2 0-6 0,0-1 1 15,0-3-6-15,0-1 4 0,3 0-3 0,4-1 5 16,0-1-5-16,0-1 3 0,-1-4 0 0,-2 3 6 0,-5-1-8 15,8-2-1-15,-5-2-2 0,0 2 2 0,-4-1-2 16,1-2 5-16,2-2-6 0,-5 1 3 0,1 3 1 16,-1-4-2-16,-2-4 1 0,1 6-1 15,-1 0 13-15,-3-1-4 0,2 1 1 0,-1 4 4 0,-1-2 3 16,-2 8 4-16,5-10 3 0,-5 10-3 0,2-9-1 16,0 6-3-16,-2 3-5 0,0 0-5 15,0 0 8-15,0 0-15 0,0-9-1 0,0 9 4 16,0 0-5-16,0 0 0 0,0 0 0 0,-1 24 7 0,-2-13-1 15,1 4 1-15,-1 3 4 0,0-1 6 0,0-1-8 16,0 1 8-16,1 1-1 0,0 0 1 0,0-2 1 16,1 0-2-16,-2 1 1 0,2-2-3 0,-1-2-3 15,2-1-2-15,0-1 0 0,0 1 1 0,0-2-24 16,0 0-7-16,0-1-17 0,0 1-17 0,2-1-22 16,-1 0-23-16,0-1-43 0,2-1-46 0,1 0-33 15,-4-7-45-15,2 9-165 0,-2-9-468 0,4 7 207 16</inkml:trace>
  <inkml:trace contextRef="#ctx0" brushRef="#br0" timeOffset="59604.93">25684 7100 254 0,'0'0'242'15,"-2"-10"-11"-15,2 10-17 0,0 0-15 0,0 0-17 16,0 0-15-16,0 0-20 0,0 0-10 0,0 0-19 15,0-7-13-15,0 7-20 0,0 0-18 0,0 0-24 16,0 0-33-16,0 0-56 0,0 0-49 0,0 0-37 16,0 0-56-16,6 17-102 0,-6-17-315 0,0 0 140 15</inkml:trace>
  <inkml:trace contextRef="#ctx0" brushRef="#br0" timeOffset="59938.13">26007 6931 163 0,'0'0'236'0,"5"-7"-13"0,-5 7-18 16,3-4-19-16,-3 4-15 0,0 0-15 0,0 0-18 15,0 0-10-15,0 0-17 0,0 0-7 0,0 0-10 16,0 0-10-16,-5 24-7 0,0-18-5 0,5 1-10 16,-2 3-3-16,2 0-8 0,0-1-2 0,0 1-7 0,2-1-4 15,0 0-4-15,3 1 2 0,-2 1-4 16,3-4-4-16,0 4 1 0,-1-4 0 0,1 3-8 15,2-2 2-15,-1 0-1 0,1-1 1 0,-1 0-4 16,2 2 3-16,-2-5-4 0,-3 4 4 0,3-4-8 0,0 2 0 16,-4-3-4-16,1 1 2 0,-4-4-2 0,6 7 3 15,-6-7 7-15,4 6 2 0,-4-6 5 0,3 8-6 16,-3-8 2-16,0 0-4 0,-9 8-10 16,2-5-9-16,7-3-9 0,-14 4-17 0,8-1-23 0,-5-2-27 15,-1-1-37-15,-1 0-26 0,3-4-35 0,-3 3-34 16,5-2-164-16,-6-2-402 0,5 0 179 0</inkml:trace>
  <inkml:trace contextRef="#ctx0" brushRef="#br0" timeOffset="60053.78">26086 6885 69 0,'16'-8'99'0,"1"3"-13"0,2 0-7 0,-2 1 0 15,4 0-12-15,6-1-18 0,0 1-38 0,-7 2-41 16,0 0-56-16,3 0-91 0,-4-2 41 0</inkml:trace>
  <inkml:trace contextRef="#ctx0" brushRef="#br0" timeOffset="60404.12">26649 6820 194 0,'0'0'221'0,"0"0"-13"0,0 0-14 0,0 0-15 16,0 0-16-16,0 0-6 0,-23 9-8 0,17 0-9 15,-7 3-5-15,4 2-9 0,-2 1-2 0,2 2-11 16,0 1-3-16,-1 0-6 0,-5 4-9 0,7-4-5 16,0 1-10-16,1-4-8 0,3 1-6 0,2-3-7 15,0 2-5-15,4-2-6 0,-2-1 4 0,4-1-12 16,-1 0-1-16,3-2-2 0,4-1-3 0,-2 1 0 16,3-3-5-16,1 0 1 0,1-1-2 0,1-2-3 15,2 1 10-15,-2-2-12 0,-1-1 1 0,-3-1 1 16,2 1-6-16,-3-2 7 0,-9 1-3 0,15-1 0 15,-9-2 2-15,-6 3-6 0,8-8 0 0,-6 4 1 16,-2 4-3-16,0-9 0 0,0 9-4 0,-2-12 3 16,2 12-7-16,-11-11-3 0,4 6-1 0,-2 0-1 15,-2 2-6-15,-1 1-11 0,-5 1-6 0,1 1-8 0,-1 1-21 16,-2-1-19-16,1 2-29 0,0 2-27 16,4-1-49-16,1-2-51 0,2 1-246 0,2 1-506 15,0 0 224-15</inkml:trace>
  <inkml:trace contextRef="#ctx0" brushRef="#br0" timeOffset="60771.21">26978 7024 68 0,'0'0'283'0,"-7"-5"-14"0,7 5-19 15,0 0-18-15,-10-1-11 0,10 1-20 0,0 0-14 0,-6-4-8 16,6 4-16-16,0 0-13 0,0 0-18 0,0 0-12 16,0 0-7-16,0 0-7 0,31 0-7 0,-14-1-8 15,4 1-9-15,-2-1 4 0,10 0-19 0,-8 1 1 16,-4-2-5-16,5-1 1 0,-1 2-5 0,-3-1 7 16,2 1-1-16,-7 0 2 0,1-1-3 0,-3 2 16 15,1 0-1-15,-1-2 0 0,-3 2 7 0,-8 0 5 16,13-2-1-16,-9 0 7 0,-4 2 2 0,6-2-5 15,-6 2-1-15,0 0-5 0,9-2-7 0,-9 2-10 16,0 0-6-16,0 0-5 0,0 0-7 0,0 0-14 16,0 0-27-16,8-4-48 0,-8 4-34 0,0 0-38 15,0 0-38-15,0 0-34 0,0 0-39 0,0 0-44 16,0 0-32-16,6 7-52 0,-6-7-205 0,4 7-597 16,-4-7 264-16</inkml:trace>
  <inkml:trace contextRef="#ctx0" brushRef="#br0" timeOffset="62705">28179 6704 25 0,'0'0'207'0,"0"0"-3"0,0 0-9 0,0 0-4 16,0 0-11-16,0 0-7 0,0 0-8 0,0 0-8 16,0 0-13-16,0 0-6 0,0 0-12 0,0 0-4 15,0 0-7-15,0 0-11 0,0 0-11 0,0 0 5 16,0 0-23-16,0 0-7 0,0 0-4 0,0 0 0 16,0 0-5-16,0 0 0 0,0 0-5 0,0 0-5 15,0 0-5-15,0 0 7 0,0 0-18 0,0 0 1 16,0 0-5-16,0 0 2 0,0 0-4 0,-7 11-6 15,7-11 1-15,-6 8-3 0,1-2-1 0,1 0-2 16,0 0-2-16,1 0-3 0,3-6 0 0,-6 10-2 0,5-2 2 16,1-8-2-16,-1 14-8 0,-1-6 19 15,2 0-13-15,2-1 0 0,2 4-5 0,0-2 3 16,-1 0-2-16,3 3 5 0,-2-5-1 0,4 4-3 16,-1-4 0-16,0 1 1 0,0 3 0 0,1-3-3 0,0-2-1 15,-1 0 2-15,0 2-1 0,4-1-1 16,-6 0 1-16,2-2-1 0,1 2-1 0,1-1 1 0,-4 2 2 15,3-4-3-15,-5 1 0 0,4 3 0 16,-3-1-4-16,-1-3 3 0,1 3 0 0,-4-7 6 0,6 9 5 16,-6-3 3-16,0-6 1 0,0 8 2 0,0-8 15 15,-3 8-6-15,3-8-2 0,-7 10 0 16,1-6 1-16,1-1-6 0,-1-1 1 0,-4 2 5 16,4-2-4-16,-4 1-2 0,-1-1-6 0,3 1 2 0,-1-2-3 15,-2 0-13-15,-1 0-8 0,0-2-18 0,1 0-22 16,3-3-19-16,-4 2-28 0,3-1-28 0,-5-1-41 15,5 0-43-15,2-2-35 0,-1-1-215 16,2 0-495-16,2-1 219 0</inkml:trace>
  <inkml:trace contextRef="#ctx0" brushRef="#br0" timeOffset="62904.85">28242 6728 228 0,'2'-6'216'0,"-2"6"-8"15,0 0-13-15,4-4-16 0,-4 4-17 0,5-4-18 16,-5 4-12-16,14-5-15 0,-5 1-15 0,5 1-11 16,4 3-4-16,1-3-12 0,-1 3-5 0,1-2-6 15,-1 2-6-15,0-1-10 0,-4 1-25 0,-2 0-39 16,0 1-31-16,2 1-41 0,-1-4-41 0,1 2-37 16,-2 0-127-16,-5 0-316 0,5-1 140 0</inkml:trace>
  <inkml:trace contextRef="#ctx0" brushRef="#br0" timeOffset="63290.17">28921 6876 207 0,'0'0'234'0,"0"0"-8"0,0 0-7 0,0 0-14 0,-5 3-13 16,5-3-14-16,0 0-6 0,0 0-14 16,0 0-12-16,0 0-14 0,0 0-11 0,0 0-14 15,0 0-14-15,17 4-8 0,-8-4-6 0,1 0-9 16,2 0-13-16,0-1-13 0,1 1-16 0,0 0-24 0,1-3-27 16,-1 3-35-16,0-1-42 0,-1 0-53 15,1 0-43-15,-5 2-176 0,2-1-402 0,-10 0 179 16</inkml:trace>
  <inkml:trace contextRef="#ctx0" brushRef="#br0" timeOffset="63452.03">28982 6991 160 0,'0'0'222'0,"-4"4"-5"16,4-4-3-16,0 0-12 0,-4 6-16 0,4-6-19 15,0 0-13-15,0 0-12 0,0 0-14 0,0 0-13 16,0 0-20-16,13 8-25 0,-3-6-35 0,1 0-56 15,3 0-58-15,7-3-58 0,-1 2-175 0,8-2-338 16,-8 1 150-16</inkml:trace>
  <inkml:trace contextRef="#ctx0" brushRef="#br0" timeOffset="69304.24">11375 10600 91 0,'0'0'92'0,"0"0"4"0,0 0-7 16,0 0-3-16,0 0-1 0,0 0-11 0,0 0-2 15,0 0-7-15,0 0-1 0,0 0 4 0,0 0-10 16,0 0-3-16,0 0-4 0,0 0-7 0,0 0 3 16,-3-6-15-16,3 6-1 0,0 0-2 0,0 0 0 15,0 0-10-15,0 0 3 0,0 0 0 0,0 0-4 16,0 0-2-16,0 0 3 0,0 0-8 0,-14 1-4 16,14-1 0-16,0 0 5 0,0 0-2 0,0 0 4 15,0 0-2-15,-14 4-1 0,14-4 3 0,0 0-6 16,-8 2 5-16,8-2 6 0,0 0-5 0,-7 3 1 15,7-3 4-15,0 0-1 0,0 0-1 0,0 0-4 16,0 0-2-16,-10 0 7 0,10 0-5 0,0 0 2 16,0 0-5-16,-9 3 2 0,9-3-3 0,0 0-3 15,0 0-3-15,0 0 3 0,-8 1 5 0,8-1 5 0,0 0-5 16,0 0 2-16,0 0 3 0,0 0 0 16,0 0-6-16,0 0 4 0,0 0 2 0,0 0-3 15,0 0 0-15,0 0-1 0,0 0-3 0,0 0 5 16,0 0-6-16,0 0-1 0,0 0-3 0,0 0 2 0,0 0 2 15,0 0-3-15,0 0-6 0,0 0 3 0,0 0 5 16,0 0-4-16,0 0 5 0,0 0 2 16,0 0 4-16,0 0 1 0,34-3-2 0,-23-1 1 15,3 2 2-15,-1-2 2 0,5 0 0 0,1 3-4 16,-1-3 1-16,1-1-6 0,-1 1 3 0,-4 1 2 16,-1 0-3-16,-1 1 0 0,1 0-3 0,-4-1-2 0,3 1 2 15,-3-1-3-15,-1 2 3 0,-1-2-5 16,-7 3 4-16,14-1-4 0,-8 0 0 0,-6 1-2 0,7-1 1 15,-7 1 1-15,7-2 0 0,-7 2 2 0,0 0 1 16,0 0-1-16,0 0 4 0,0 0-1 0,11 0 3 16,-11 0 0-16,0 0 0 0,0 0-5 15,0 0 2-15,0 0-1 0,0 0-1 0,0 0-6 0,0 0 5 16,-27 5-3-16,19-2-1 0,-3-1 2 0,3 2 2 16,-3 1-2-16,-1-2 4 0,0 1-5 0,2-1 0 15,0 0-2-15,2 0-1 0,-1-1 5 0,3 1-2 16,-3-3-2-16,9 0-2 0,-11 4 5 0,4-3-4 15,7-1-1-15,-10 4 2 0,10-4 1 0,-8 1-2 16,8-1-1-16,0 0 3 0,-7 1-1 0,7-1-2 16,0 0 3-16,0 0-2 0,0 0 1 0,0 0-3 15,0 0 0-15,0 0 6 0,0 0-7 0,0 0 3 16,0 0 4-16,0 0-2 0,29-1 0 0,-29 1-7 16,14-3-6-16,-3 3-15 0,-2 0-21 0,-1 0-30 15,2 2-23-15,-2-2-37 0,0 1-30 0,-8-1-125 16,14 5-318-16,-8-3 140 0</inkml:trace>
  <inkml:trace contextRef="#ctx0" brushRef="#br0" timeOffset="80690.99">29370 6874 92 0,'0'0'97'0,"0"0"-3"15,0 0-11-15,0 0-10 0,6-2-15 0,-6 2-18 16,0 0-20-16,0 0-27 0,0 0-28 0,0 0-52 15,0 0-92-15,0 0 41 0</inkml:trace>
  <inkml:trace contextRef="#ctx0" brushRef="#br0" timeOffset="81421.99">29834 6771 133 0,'-1'-8'148'0,"1"8"4"0,0 0-5 0,0 0 7 0,-2-9-4 16,2 9-6-16,0 0-10 0,0 0-8 0,0 0-9 16,0 0-13-16,0 0-12 0,-2-4-6 15,2 4-3-15,0 0-8 0,0 0-4 0,0 0-6 0,0 0-4 16,0 0-4-16,-12 0-5 0,12 0-5 0,0 0 4 16,-13 7-4-16,8-3-1 0,-1 0-1 0,0 1-1 15,1-1-3-15,-3 4-4 0,-4-1 5 16,5-1-2-16,-1 3-3 0,0 1 4 0,0-2-3 0,-3 2-3 15,3 0 1-15,1-1 0 0,-1 3-5 0,2-2 6 16,1 3-10-16,-1-4-2 0,1 1-5 0,0 1 3 16,4-2-6-16,0 1 2 0,0-1 3 0,-1-3-8 15,4 4-4-15,0-1 0 0,3-1 2 0,0-2-2 16,0 3 5-16,2-2-2 0,1 0-4 0,2-2 3 16,0-1 4-16,0 0-6 0,2 1 8 0,-3-2 6 15,0 1 3-15,2-3-1 0,-2 1 0 0,-1-1 7 16,3-1-2-16,1 0-1 0,-2 0 0 0,-10 0-3 15,19-3 3-15,-9 2 0 0,-3-3-3 0,2 2 7 16,0-1-5-16,0-3-4 0,1 2-1 0,-1-2-5 16,-2-1 0-16,0-4 4 0,0 1-5 0,0 1-6 15,-2-3 2-15,1-3-1 0,-1 0-2 0,2 6 0 16,-2-8-1-16,-3 5 0 0,2-1-1 0,-2 2-6 16,-1-1 6-16,0 1-5 0,-1-2 0 0,0 4 3 15,-1-2-3-15,1-1-1 0,-1 4 5 0,-1-2-8 16,2 10 6-16,-4-12 0 0,2 6 8 0,-1-1-16 15,3 7-2-15,-7-9 0 0,4 5-3 0,3 4 1 16,-8-8 4-16,3 4-3 0,5 4 1 0,-10-4 1 16,1 1 3-16,-1 3-4 0,0 0 5 0,-3 0-7 15,1 0-6-15,0 0-5 0,1 0-10 0,0 1-12 0,11-1-20 16,-14 0-14-16,5 0-17 0,9 0-25 0,-12 2-29 16,12-2-33-16,-8 3-26 0,8-3-33 15,-6 4-204-15,6-4-475 0,-3 6 210 0</inkml:trace>
  <inkml:trace contextRef="#ctx0" brushRef="#br0" timeOffset="81697.02">30171 6924 70 0,'0'0'265'0,"0"0"-4"16,5-4-16-16,-5 4-13 0,0 0-12 0,6-5-5 0,-6 5-10 16,0 0-7-16,2-6-15 0,-2 6-8 0,0 0-10 15,3-7-12-15,-3 7-9 0,0 0-12 0,0 0 6 16,0 0-30-16,0 0-5 0,0 0-10 0,0 0-18 16,0 0-4-16,0 0-15 0,2-7-15 0,-2 7-21 15,0 0-21-15,0 0-33 0,0 0-20 0,0 0-18 16,0 0-30-16,0 0-59 0,0 0-56 0,0 0-51 15,0 0-176-15,0 0-480 0,0 0 213 0</inkml:trace>
  <inkml:trace contextRef="#ctx0" brushRef="#br0" timeOffset="84538.02">29335 6915 18 0,'0'0'142'0,"0"0"-15"0,0 0 2 16,0 0-8-16,0 0-8 0,0 0-3 0,0 0-6 16,0 0-3-16,0 0-7 0,0 0-3 0,0 0 4 15,0 0-7-15,0 0-3 0,0 0 6 0,0 0-2 16,0 0-7-16,0 0-4 0,0 0 5 0,0 0-3 16,0 0-5-16,0 0 0 0,0 0-4 0,0 0 0 15,0 0-6-15,0 0 1 0,0 0-4 0,0 0-1 16,0 0 0-16,0 0-5 0,0 0-1 0,0 0-6 15,0 0 2-15,0 0-7 0,0 0 0 0,0 0-8 16,0 0-2-16,0 0-3 0,0 0-3 0,0 0-2 16,0 0-1-16,0 0-4 0,0 0-1 0,0 0-2 15,0 0-2-15,0 0-3 0,0 0 2 0,0 0-5 16,0 0 0-16,0 0-4 0,0 0 4 0,0 0-4 16,0 0-2-16,0 0 1 0,0 0 1 0,0 0 0 15,0 0 0-15,27 0 1 0,-27 0 0 0,14 0-5 16,-7 1 0-16,-7-1 1 0,11-1 11 0,-11 1-10 15,13 1-4-15,-13-1 3 0,8 2 1 0,-8-2-3 0,0 0 4 16,9 0-7-16,-9 0 5 0,0 0 0 16,0 0-1-16,10-3-3 0,-10 3 2 0,0 0-1 15,0 0 3-15,0 0-4 0,0 0 1 0,0 0-15 16,8 1-11-16,-8-1-10 0,0 0-13 0,0 0-24 0,0 0-25 16,5 4-33-16,-5-4-45 0,5 4-36 0,-5-4-193 15,5 5-437-15,-5-5 195 0</inkml:trace>
  <inkml:trace contextRef="#ctx0" brushRef="#br0" timeOffset="85356.24">30382 6733 185 0,'1'-6'198'0,"-1"6"-8"15,0 0-6-15,0 0-10 0,0 0-13 16,0 0-4-16,0 0-10 0,3-11-12 0,-3 11-5 15,0 0-12-15,0 0-2 0,0 0-6 0,1-6 13 16,-1 6-7-16,0 0-9 0,0 0-7 0,0 0-11 0,0 0-13 16,0 0-3-16,0 0-8 0,0 0-7 15,0 0-12-15,0 0-4 0,0 0-7 0,0 0-4 16,0 0-3-16,0 0-1 0,0 0 1 0,0 0-2 16,0 0-1-16,0 0-2 0,-4 29-3 0,4-21 1 15,0-8-1-15,0 16-3 0,-1-9-3 0,1-1-2 16,3 0 4-16,-2 4 0 0,1-1-7 0,0-4 3 15,0 3 0-15,0-2-4 0,2-2 2 0,-1 1-3 16,0 1 1-16,2-1 0 0,0 0-2 0,0 0 2 16,0 1 0-16,-1-3 1 0,1 1 2 0,-5-4-5 0,12 4-2 15,-7-4 0-15,-5 0 4 0,10 1-1 0,-10-1 7 16,9-1-9-16,-9 1-1 0,9-3 4 16,-3 0-1-16,1-1-3 0,-2-2 1 0,-1 2-3 15,0-1 1-15,1-2 8 0,-3 1 13 0,-2 6-1 16,3-14-1-16,-2 8 3 0,3-1-5 0,-1 1 10 0,-1 1-1 15,-1-3-5-15,-1 8 0 0,3-10 4 0,-3 10 0 16,1-9 6-16,-1 9-6 0,0 0-4 0,0-8-5 16,0 8-4-16,0 0-6 0,0 0-3 15,0 0-1-15,0 0 7 0,0 0-9 0,0 0 1 16,0 0 7-16,-4 33-3 0,2-21-2 0,1-3 5 0,-2 3 5 16,2 4 2-16,-3-1-5 0,2-3-3 0,0 1 2 15,2-2 0-15,-3 1 0 0,3-1-7 16,-1-1 5-16,1 2 5 0,0-4-14 0,0 0-6 15,0 1-19-15,1-3-19 0,-1-6-21 0,-1 12-14 0,1-12-17 16,1 12-19-16,-1-12-27 0,2 8-42 0,-2-8-42 16,2 8-37-16,-2-8-210 0,0 0-511 0,0 0 226 15</inkml:trace>
  <inkml:trace contextRef="#ctx0" brushRef="#br0" timeOffset="85788.92">30668 6754 242 0,'0'0'223'0,"0"0"-18"0,3-9-20 0,-3 9-19 15,0 0-19-15,0 0-1 0,0 0-15 0,0 0-5 16,0 0-8-16,0 0-8 0,0 0-1 0,1 26-8 16,-1-16-7-16,0 0-7 0,-1-2-6 0,1-8-8 15,1 18-4-15,-1-10-9 0,0-1-4 16,3 3-6-16,-1-4-5 0,1 2 3 0,1 0-7 0,2-4-4 15,-2 2-3-15,1-2-3 0,2 0-2 0,-1-1-1 16,-6-3-6-16,13 3 1 0,-7-2-1 0,-6-1-3 16,14 0-1-16,-14 0-1 0,13-2 1 0,-8-3-6 15,-1 0 6-15,4-2 1 0,-3 2-4 0,1 0 5 16,-1-5 4-16,0 3 0 0,0-1 6 0,-3 1 1 16,2 1 4-16,-3-1 8 0,-1 7 6 0,4-10 1 15,-4 10 1-15,5-10-5 0,-5 10-2 0,2-7-2 16,-2 7-11-16,0 0-3 0,3-7-5 0,-3 7-9 15,0 0 1-15,0 0-1 0,0 0 0 0,0 0-1 16,0 0 2-16,-5 25-1 0,3-16 5 0,-1 1-9 16,0 0 3-16,1 3 1 0,0 2 1 0,2-2-5 15,-1 2 3-15,0-1-3 0,-1-1-12 0,1-4-26 16,1 2-15-16,1-2-17 0,1 1-21 0,-1 0-36 16,2-2-43-16,-1 2-66 0,1-3-61 0,-1 0-188 15,-2-7-513-15,5 11 227 0</inkml:trace>
  <inkml:trace contextRef="#ctx0" brushRef="#br0" timeOffset="86187.89">31019 6763 70 0,'0'0'281'0,"4"-9"-16"0,-4 9-18 16,2-4-16-16,-2 4-25 0,4-6-22 0,-4 6-18 15,0 0-17-15,0 0-18 0,0 0-11 0,0 0-9 16,13 10-6-16,-10-3-7 0,4 2-10 0,-2-2-1 16,1 5 14-16,2 1-7 0,-2 4-5 0,1-7-6 15,0 7-2-15,1-3 0 0,-1 0-7 0,-1 1-5 16,-2-5-3-16,2 0-2 0,-2 0 7 0,1 0-21 16,-1-1-1-16,0-2-6 0,-2-2-3 0,2 2-5 15,-4-7 2-15,3 8-6 0,-1-3-2 0,-2-5 1 16,5 4 11-16,-5-4-15 0,0 0 16 0,5 8 18 15,-5-8 9-15,9-3-7 0,-9 3 8 0,18-9-23 16,-6 2 3-16,-3-1-1 0,7-4-7 0,0 0-5 16,-1-1-2-16,-1-3-1 0,3 3-4 0,-3-2-3 15,8-3-8-15,-3 0 4 0,-7 3-23 0,0 1 14 16,1-2-14-16,-6 8 0 0,5-6-19 0,-6 6-13 16,-2 2-20-16,1 1-34 0,-1-2-28 0,-4 7-35 15,0-8-45-15,0 8-41 0,0 0-40 0,-19-6-31 16,2 6-207-16,0 4-554 0,-12-1 246 0</inkml:trace>
  <inkml:trace contextRef="#ctx0" brushRef="#br0" timeOffset="87122.8">29330 6938 138 0,'0'0'154'0,"0"0"-3"0,0 0-4 0,0 0-6 16,0 0-7-16,0 0-4 0,0 0-15 16,0 0-3-16,0 0-7 0,0 0-5 0,0 0-4 0,0 0 0 15,0 0-5-15,0 0-2 0,0 0-6 16,0 0-2-16,-24-7-4 0,24 7 0 0,0 0-7 16,0 0-3-16,-11 0-6 0,11 0-4 0,0 0-2 0,0 0-2 15,0 0-7-15,-11 1-1 0,11-1-4 0,0 0-2 16,0 0-1-16,0 0-5 0,0 0-3 15,0 0 2-15,0 0-1 0,0 0 0 0,0 0-5 16,0 0-2-16,0 0-2 0,0 0-1 0,0 0-2 0,0 0 4 16,34-1-5-16,-15 1 1 0,-1 0-8 0,-1-2 3 15,2 0-4-15,1 0 1 0,-2 2 0 0,-2 0 0 16,-2-1 0-16,-2 1-4 0,-2-2 1 16,2 0 0-16,-5 2 0 0,-7 0 3 0,13 0-2 0,-13 0-7 15,10 2 4-15,-10-2-3 0,0 0 0 0,11 0 0 16,-11 0 1-16,0 0-2 0,0 0 2 0,6 0 2 15,-6 0-1-15,0 0-1 0,0 0 2 0,0 0-2 16,-29 5-1-16,17-1 2 0,-1-4-2 16,3 0 0-16,0 0 4 0,-2 0-6 0,2 0 1 0,-3 4-2 15,2-2 2-15,-1-2 2 0,-2 1-2 0,4-1 2 16,0-1 0-16,-2 2-3 0,3-1 1 0,9 0-1 16,-15 3 1-16,9-3-3 0,6 0-1 0,-11 1 2 15,11-1 0-15,0 0 3 0,-11 1-2 0,11-1-2 16,0 0-2-16,0 0 3 0,0 0 1 0,0 0-5 15,0 0 4-15,0 0-4 0,0 0-3 0,0 0-7 16,38-1-22-16,-26 1-21 0,-1-1-33 0,0-1-35 16,0 2-40-16,3-1-41 0,-2 1-45 15,-5 0-131-15,-7 0-412 0,18-3 183 0</inkml:trace>
  <inkml:trace contextRef="#ctx0" brushRef="#br0" timeOffset="87673.88">29658 7385 53 0,'-13'-2'204'0,"1"2"-15"16,2-2-4-16,1 3-6 0,-1-2-4 0,10 1-10 15,-13 0-6-15,13 0-8 0,-9-1-8 0,9 1-7 16,0 0-11-16,0 0-15 0,0 0-12 0,0 0 1 0,0 0-13 16,0 0-5-16,47-6-11 0,-8 5-3 15,16-1-7-15,9 1-2 0,28-2-5 0,1 3-4 16,0-2-5-16,3-2-6 0,-5 0-5 0,-26 4-2 16,36-5-6-16,-8 3 3 0,-2 1 3 0,-27 2 5 0,2-2-2 15,0-1 6-15,-4 1-3 0,-4 0 3 0,-7 1-2 16,-17-2 6-16,-2 2 3 0,-2 0 7 0,-12 0 12 15,-3 2 3-15,-2-2-2 0,-2-2 10 16,-5 2 6-16,5-1 3 0,-11 1-11 0,11 0 9 0,-11 0-17 16,10-1 5-16,-10 1 0 0,0 0 5 0,8 1-17 15,-8-1-6-15,0 0-9 0,0 0-10 0,0 0-18 16,0 0-30-16,9 0-28 0,-9 0-32 16,0 0-34-16,0 0-20 0,0 0-22 0,0 0-46 15,0 0-51-15,-28 7-49 0,18-5-232 0,-2-1-568 0,-7 1 251 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1-25T07:06:27.72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5303 3850 15 0,'0'0'175'0,"0"0"-5"16,-5-13-10-16,5 13-5 0,0 0-5 0,-6-6-15 16,6 6-1-16,-5-4-15 0,5 4-3 0,0 0-6 15,-8-6-8-15,8 6-7 0,-5-4-9 0,5 4-10 16,0 0-6-16,-8-3-13 0,8 3-3 0,0 0-7 16,-10 0-5-16,10 0-7 0,0 0-7 0,-11 5 3 15,11-5-5-15,-7 4-1 0,3 0-3 0,4-4-5 16,-11 9-3-16,2 0 2 0,1-1-1 0,2 3 2 15,-3 2-3-15,0 1 0 0,2-3-3 0,0 2 0 16,0-1-5-16,1-1 3 0,1 0 2 0,0 5 2 16,1-4-1-16,-1 0-1 0,3 4 0 0,0-4-4 15,-1 1-1-15,1-1 2 0,4 2-4 0,-2-2 3 16,0-1 0-16,2 1-1 0,1 1-2 0,0-3 1 16,0 0 1-16,2 0-1 0,0-1 4 0,0 0-4 15,1-1 1-15,1-1-3 0,0-1 6 0,2 0-5 16,3-1 2-16,-1-1 1 0,1-3 1 0,2 2-1 15,-2-2-2-15,1 1 1 0,2-4-3 0,-1 0 1 16,-2 0 4-16,1 0-4 0,5-3 1 0,-6 0 1 16,4-1 8-16,-2-3-8 0,2-1-2 0,-5-1 0 15,3 1 4-15,-4-4-8 0,1 1 6 0,0-3-3 16,-1 2 2-16,-3-1 5 0,-1-2 3 0,-1 0 6 16,-2 1-7-16,-2-2-1 0,-2-1 1 0,-1 0 1 15,0 3 11-15,-2-2 2 0,-3 0-10 0,-1 0 0 16,-1 2-2-16,0 2 3 0,1 4 5 0,2 0 0 15,-1 1-4-15,-3 2-4 0,1 0-2 0,0 1-3 16,-1 0-4-16,-4 4-5 0,-4 1-5 0,0 2-9 16,2 1-8-16,-1 2-5 0,-2 1-11 0,5 2-14 15,-1 2-33-15,4-2-33 0,2 3-28 0,2-2-32 16,2 1-28-16,2 3-140 0,0-3-373 0,3 1 165 16</inkml:trace>
  <inkml:trace contextRef="#ctx0" brushRef="#br0" timeOffset="820.56">5605 3980 68 0,'0'0'105'0,"-17"-5"0"0,17 5 8 0,0 0-5 16,-9 0-5-16,9 0-7 0,0 0-3 0,-9 0-9 0,9 0-3 16,0 0-4-16,-7 2-1 0,7-2-2 0,0 0-2 15,0 0 1-15,0 0-7 0,-10 1-5 16,10-1 5-16,0 0-8 0,0 0-1 0,0 0-7 15,0 0-5-15,0 0 0 0,0 0 0 0,0 0-14 16,0 0 4-16,0 0-2 0,-11 1-6 0,11-1-3 16,0 0-5-16,0 0 1 0,-6 3-3 0,6-3-2 15,0 0-3-15,0 0 4 0,-10 0-5 0,10 0 0 0,-7 3-2 16,7-3 0-16,0 0 0 0,-10 2-3 16,10-2-1-16,-7 4 2 0,7-4-3 0,0 0 1 15,-10 2 3-15,10-2 3 0,-6 3 5 0,6-3-7 16,0 0 5-16,-9 1-3 0,9-1 2 0,0 0-5 15,-6 2 1-15,6-2 4 0,0 0-6 0,0 0-3 16,-8 3 1-16,8-3-2 0,0 0 3 0,0 0-3 16,0 0-7-16,0 0 2 0,0 0 4 0,26 4 2 15,-13-3 0-15,7 1 1 0,1-5-4 0,11 3 3 16,3-1 0-16,1-2 1 0,16 2-2 0,0-4 1 16,2 0 5-16,1 1-7 0,1 2 1 0,2-1 4 0,2 0-4 15,0 3 2-15,-3 0-8 0,4-1 9 0,-3 0-6 16,1 2 5-16,-1 0-4 0,2 2 4 15,0-5-5-15,-4 4 9 0,2 1-10 0,-1-3 3 16,0 2-1-16,-1 0 1 0,-1 4-1 0,1-5 2 16,-3 0 0-16,1 4 0 0,0-5-2 0,-15 0 1 15,0 2 2-15,0-4 0 0,14 2 8 0,-16 0 7 0,2 0 1 16,13-1 1-16,-15-2 1 0,14 3-5 16,-14-1 3-16,0-3-1 0,0 3 0 0,2 0 5 15,-3-2-7-15,1-2 0 0,-2 2-2 0,3 1 2 16,-1-1-2-16,-1 1 4 0,-1-3-11 0,-2 0 9 15,0 3 0-15,-1 0-1 0,-1-1-3 0,-2 4 0 16,-9-3-4-16,0 2 2 0,-2 0 0 0,-1 0-2 0,-4-2 2 16,0 2 0-16,1 2-1 0,-2-4 0 15,2 4 4-15,-4-4 1 0,1 4 0 0,-2-4-2 16,0 4 1-16,-9-2-1 0,16 0-1 0,-10 0-2 16,-6 0-4-16,10 0 0 0,-10 0 2 0,9 0-2 15,-9 0 0-15,9 0 1 0,-9 0 0 0,0 0-4 16,0 0-4-16,0 0-11 0,9 0-15 0,-9 0-15 15,0 0-26-15,0 0-41 0,0 0-46 0,0 0-44 16,0 0-200-16,0 0-433 0,-37 0 191 0</inkml:trace>
  <inkml:trace contextRef="#ctx0" brushRef="#br0" timeOffset="1909.06">8246 3324 137 0,'-6'-7'195'0,"1"3"-20"0,5 4-12 0,-5-7-6 15,5 7-10-15,-4-8-6 0,4 8-12 0,-4-9-5 16,4 9-14-16,-2-10-11 0,2 10-1 0,-4-8 6 16,4 8-8-16,-2-6-3 0,2 6-9 0,0 0-4 15,0 0-7-15,0 0-8 0,-2-10-8 0,2 10-6 16,0 0-7-16,0 0-8 0,0 0-4 0,0 0-6 15,0 0-4-15,0 0-3 0,0 0-3 0,0 0-7 16,0 0 6-16,0 0-5 0,2 30 2 0,1-13-3 16,-2 2 30-16,2 6-6 0,-2-5 1 0,0 6-5 15,2 3 0-15,-3-1-6 0,1 4-1 0,1-6 2 16,0 1-2-16,-1 1 0 0,2-1 12 0,-2 1 3 16,-1-1 4-16,0 1-7 0,4 1-3 0,0 0-1 15,-2 0 3-15,1-3-1 0,0 3-3 0,2-3 3 16,-1-2-3-16,-2-5 3 0,2 0-5 0,-4 0-8 15,6-1 3-15,-5-1-2 0,2 2-1 0,0-2 1 16,-2-2-14-16,2 1 12 0,-1-5-5 0,-2 1 2 16,1-2-7-16,2 0 4 0,-3-3-2 0,1-1 0 15,-1-6 1-15,2 16-4 0,-1-13 1 0,-1-3-1 16,0 0-1-16,2 16 1 0,-2-16-1 0,3 7 0 16,-1-3-12-16,-2-4-17 0,0 0-20 0,0 0-19 15,0 0-24-15,0 0-32 0,0 15-40 0,0-15-53 16,0 0-39-16,0 0-187 0,0 0-473 0,0 0 210 15</inkml:trace>
  <inkml:trace contextRef="#ctx0" brushRef="#br0" timeOffset="2552.63">8296 3298 34 0,'0'0'143'0,"0"0"-11"0,-6-7-8 16,6 7-3-16,0 0-9 0,-8-6-11 0,8 6-1 16,-2-4-3-16,2 4-4 0,0 0 1 0,-7-7-3 15,7 7-3-15,0 0-10 0,-7-3-9 0,7 3 5 16,-7-4 0-16,7 4-7 0,0 0-4 0,0 0-1 15,-6-3-10-15,6 3-2 0,0 0 4 0,0 0-12 16,0 0-3-16,0 0-3 0,0 0-8 0,0 0-3 16,0 0 0-16,0 0-3 0,0 0-4 0,0 0-2 15,0 0-2-15,0 0-2 0,34 2 1 0,-4-2 2 16,6-2-3-16,18-2 0 0,5 1-3 0,5 1 0 16,1 0 2-16,25-1-2 0,-30 2-2 0,0-1-3 15,1 1 1-15,1 1-2 0,-4-1 0 0,2 1 0 16,-3-2 3-16,-1 2-1 0,-4 0 3 0,2-2 1 15,-4 2-8-15,-11-2 1 0,0 2 3 0,-5-2-2 16,2 1 1-16,-4-1-1 0,-2 4 4 0,-9-4-2 16,0 2 7-16,-9 0 2 0,-1 0 3 0,0 0 4 15,-3 0 1-15,-8 0 3 0,13 0 1 0,-13 0-2 16,10 0 2-16,-10 0-4 0,0 0 0 0,7 0-5 16,-7 0-1-16,0 0 1 0,0 0-4 0,0 0 2 15,12 0-5-15,-12 0-1 0,0 0-2 0,0 0-12 16,0 0-21-16,0 0-25 0,0 0-38 0,0 0-35 15,10 0-44-15,-10 0-47 0,0 0-132 0,0 0-376 16,0 0 167-16</inkml:trace>
  <inkml:trace contextRef="#ctx0" brushRef="#br0" timeOffset="3063.76">9706 2974 11 0,'-5'-3'205'0,"5"3"-8"0,-5-5-2 16,5 5 3-16,-5-6-6 0,5 6-9 15,-7-4-9-15,7 4-12 0,0 0-9 0,-5-6-13 16,5 6-11-16,0 0-16 0,0 0-6 0,0 0-12 16,-4-5-10-16,4 5-11 0,0 0-4 0,0 0-8 15,0 0-7-15,0 0-7 0,0 0-6 0,0 0-5 0,0 0-8 16,0 0-5-16,0 0-3 0,0 0-5 0,0 0 0 16,0 0-3-16,0 0 1 0,0 21 0 15,0-13-3-15,2 6 1 0,-2 3 1 0,0 1 2 16,0 6-7-16,1 1 1 0,1 1-1 0,0 1-3 15,-2 0 4-15,-2-1 0 0,1 5 2 0,1-6 0 16,3 3 3-16,-5-3-7 0,2-1 6 0,-1-5-1 0,1-2-1 16,-1 1-1-16,2-3-3 0,0-1 4 15,1-1-3-15,-1 0 0 0,-1-3-2 0,1-1 2 16,-2-2-2-16,1-7 0 0,0 13-1 0,1-6 2 16,-1-7 0-16,-1 10-3 0,1-10 4 0,0 9-2 15,0-9-1-15,4 6-1 0,-4-6 1 0,0 0 3 16,2 6-2-16,-2-6-5 0,0 0-13 0,0 0-13 15,0 0-18-15,0 0-40 0,0 0-41 0,0 0-72 16,0 0-69-16,0 0-142 0,0 0-441 0,-15-18 196 16</inkml:trace>
  <inkml:trace contextRef="#ctx0" brushRef="#br0" timeOffset="3697.83">9673 2931 152 0,'-11'-1'149'0,"1"0"1"0,0 1-4 0,0-1-11 16,10 1-4-16,-14-1-7 0,14 1-3 0,-9 0-7 0,9 0-15 15,0 0-6-15,-12-3-14 0,12 3-7 0,0 0-12 16,0 0 1-16,0 0-7 0,0 0-6 16,0 0-3-16,22 14 0 0,-9-7 2 0,5-3 0 15,2 4 4-15,1-1-7 0,4 1-2 0,3 1 0 16,0-2-3-16,1 1-5 0,-1-2 3 0,2 3 6 15,-2 1-3-15,3-1-1 0,-2 2 0 0,1-3-4 16,-2 0-3-16,-1 0-6 0,-8-3 1 0,1 2-2 16,7 1 3-16,-9-2-5 0,3 1 4 0,0-1-3 15,-1-1-1-15,-1 0-2 0,-2 1-1 0,-4-3 0 16,3 2-3-16,-4-3-1 0,0 2-4 0,1 0 0 16,-3-1-1-16,-4 1-1 0,3-2-2 0,-2 0-1 15,-2 1 0-15,1 0-1 0,-6-3-2 0,8 4 1 16,-8-4-4-16,6 3 3 0,-6-3 0 0,7 3 1 15,-7-3-2-15,0 0 0 0,0 0-2 0,3 5 4 16,-3-5-2-16,0 0 3 0,-14 9 0 0,6-3-1 16,-4 2-2-16,-6 0-1 0,0 2 0 0,-1 0-1 15,-6 3 3-15,-1 1 1 0,-1 0-2 0,-1 2-3 16,1-3 6-16,-2 3-3 0,-2 1 1 0,-1-2-3 16,3 1 1-16,-1-2 1 0,1-1 3 0,1 2-3 15,-2-2-1-15,4 1-5 0,0-3-2 0,8 0-6 16,0-4-7-16,3 2-3 0,-2-2-11 0,6-1-15 15,-1-2-17-15,5 2-22 0,0-2-27 0,1 0-31 16,1 1-25-16,5-5-38 0,-9 7-134 0,9-7-370 16,-5 5 165-16</inkml:trace>
  <inkml:trace contextRef="#ctx0" brushRef="#br0" timeOffset="4213.72">10303 2917 70 0,'0'0'220'0,"-7"-6"-8"16,7 6-11-16,0 0-12 0,0 0-6 0,0-9-14 16,0 9-6-16,0 0-13 0,0 0-10 0,0 0-13 15,0 0-10-15,0 0-14 0,0 0-12 0,-1-7-9 0,1 7-10 16,0 0-3-16,0 0-14 0,0 0-10 15,0 0-3-15,0 0-2 0,0 0-10 0,0 0 0 16,0 0-3-16,3 26-3 0,2-13-3 0,-3 5-2 16,1 8 6-16,2 4 6 0,-2 0 1 0,-2 4-1 15,1-3-1-15,1 0 4 0,1 0-1 0,-4 1-6 16,0-2 6-16,0-1-2 0,0-2-5 0,1 0 0 16,-1-7-10-16,3-1 12 0,-3-2-7 0,-2 2-3 15,4-3 1-15,-2-2-3 0,0-1-2 0,1-2 0 16,-1-1-2-16,-1 1 1 0,1-2-4 0,-2 0-18 15,2-9-12-15,-1 14-15 0,2-8-20 0,-1-6-16 16,0 12-21-16,0-12-37 0,-1 9-33 0,1-9-31 16,0 9-35-16,0-9-143 0,0 0-402 0,0 0 179 15</inkml:trace>
  <inkml:trace contextRef="#ctx0" brushRef="#br0" timeOffset="4780.18">10452 3195 109 0,'-9'-3'186'0,"9"3"-16"0,-11-3-10 16,11 3 0-16,-13-2-4 0,13 2-6 0,-8-2-11 16,8 2-9-16,-7-3-12 0,7 3-3 0,0 0-19 15,-12-3-9-15,12 3-7 0,0 0-8 0,0 0-7 0,-6-1-6 16,6 1-11-16,0 0 0 0,0 0-8 15,0 0-3-15,0 0-2 0,0 0-4 0,0 0 2 16,32 7-1-16,-12-7 1 0,11 2-3 0,3 0 1 16,2 1-3-16,17 0 1 0,1-3 1 0,-1 2-1 15,3-1-1-15,2-1-1 0,0-3-4 0,4 5 3 16,2-6-2-16,26 2-5 0,-29-1-1 0,0 3 2 16,-1-3-5-16,-3 3 0 0,1 0-3 0,-3 0 0 15,-3-3-2-15,-12 2 2 0,-1-1 2 0,-3 2-4 16,-4-1 5-16,3-2 11 0,-6 3-3 0,-1 0-2 15,-6-1 3-15,-3 0-4 0,0 1 2 0,-8-2 5 16,1 4 7-16,-5-5-3 0,1 4 3 16,-8-1 2-16,11-1 1 0,-11 1 0 0,9 1-4 0,-9-1-5 15,0 0-1-15,9 0-1 0,-9 0-2 0,0 0-3 16,0 0-3-16,9 0-2 0,-9 0-24 0,0 0-16 16,0 0-18-16,0 0-18 0,0 0-25 0,0 0-43 15,0 0-53-15,0 0-59 0,-21 14-205 0,7-11-480 16,-2 1 213-16</inkml:trace>
  <inkml:trace contextRef="#ctx0" brushRef="#br0" timeOffset="7952.62">8250 3930 56 0,'0'0'68'0,"0"0"-22"15,0 0 17-15,0 0-19 0,2-11-1 0,-2 11 0 16,0 0-8-16,2-8 3 0,-2 8-20 0,0 0 25 16,0 0 2-16,0 0 8 0,1-8 2 0,-1 8 0 15,0 0 3-15,0 0 12 0,0 0-11 16,0 0-5-16,0 0 7 0,0 0 2 0,2-8 1 0,-2 8-3 15,0 0-1-15,0 0 2 0,0 0-5 0,0 0-10 16,0 0-4-16,0 0-6 0,0 0-8 0,0 0-2 16,0 0-4-16,0 0-2 0,0 0-1 0,0 0-3 15,0 0-3-15,0 0-1 0,0 0-6 0,0 0 2 16,0 0 0-16,0 0-2 0,0 0 3 0,0 0-7 16,5 22-2-16,-4-15 8 0,-1 1-2 0,1 2 0 15,1 1 1-15,-1 1 1 0,-1 0-1 0,1 3 4 16,3 0-1-16,-4 3 6 0,0-2 1 0,0 2 3 15,2 1 1-15,-2 1-7 0,0-3 3 0,-1 2-1 16,0 0-2-16,0 0 5 0,2-2-6 16,-2 2 3-16,2 0-5 0,0-4 4 0,0 2 1 0,-1-2-3 15,0-1-5-15,4 2 9 0,-4-3-8 0,3 0 8 16,0-2-8-16,-2 1 4 0,0 1 2 0,2-2-4 16,-2 3 0-16,0-5 4 0,2 2-4 15,-1 1 9-15,1-1 5 0,2 1 0 0,-4-1-9 16,0 1 3-16,1-2-4 0,0 0 1 0,1-1-5 0,-2 1 2 15,2 0 0-15,-2-3-3 0,0 0 1 0,1 0-3 16,-1 0 3-16,0 0-3 0,-1-7-1 0,0 10 0 16,2-4-6-16,-2-6 4 0,0 10-4 15,0-10 0-15,0 0 1 0,2 4 0 0,-2-4 0 16,0 0 0-16,1 8-1 0,-1-8 2 0,0 0 2 0,0 0 1 16,0 0-5-16,0 10-1 0,0-10 1 0,0 0 2 15,0 0 1-15,0 0-2 0,0 0-6 0,0 0 6 16,0 0-3-16,0 0 1 0,0 0 0 0,0 0 0 15,4 7-1-15,-4-7 2 0,0 0-3 16,6 3 7-16,-6-3-2 0,8 4-1 0,-1-1-3 0,-7-3 9 16,15 2-5-16,-4-1-1 0,3 1 1 0,3-2-3 15,2 1 1-15,9 3 0 0,-1-4-2 0,3 2 0 16,0-5 10-16,6 1-9 0,2 0 0 16,15-1 3-16,-2-3-2 0,1 5 0 0,2-3-6 15,-4 3 6-15,2-2-1 0,2-3 3 0,-3 5 0 16,-10-2 6-16,11 1 3 0,2-4 5 0,-2 4-5 0,-13 0 2 15,0 1 3-15,2-1-5 0,-2-1-2 0,-1 0 2 16,-1 2 1-16,-1 0 7 0,-1-2-5 0,-4 0 0 16,1 1-3-16,-5 1 3 0,-8-1-4 0,0 0 9 15,-5 2-10-15,-1-2 3 0,-1 1-3 16,-3 1 3-16,-2-1 11 0,-7 1-9 0,13-2 0 16,-13 2 7-16,9-2-6 0,-9 2-3 0,0 0 2 0,10-1-2 15,-10 1-4-15,0 0-1 0,0 0 0 0,0 0 1 16,0 0-6-16,9 0-4 0,-9 0-10 0,0 0-10 15,0 0-15-15,0 0-15 0,0 0-20 16,0 0-15-16,7 3-25 0,-7-3-42 0,0 0-34 16,0 0-47-16,0 0-117 0,12-2-379 0,-12 2 167 0</inkml:trace>
  <inkml:trace contextRef="#ctx0" brushRef="#br0" timeOffset="8421.79">9834 4296 108 0,'0'0'180'0,"0"0"-5"0,0 0 0 16,-4-8-7-16,4 8-8 0,0 0-3 16,0 0-11-16,0 0-9 0,-4-5-10 0,4 5-14 15,0 0-9-15,0 0-13 0,0 0-10 0,0 0-9 16,0 0-6-16,0 0-12 0,0 0-4 0,0 0-11 16,0 0-2-16,0 0-2 0,0 0-4 0,-4 22-5 0,4-11 1 15,0 1 8-15,0 5-2 0,0-1-2 16,-1 5 1-16,1-3-4 0,0 9 9 0,-1-4 2 0,1 5 0 15,-2-1-6-15,2-2-1 0,-1 0-2 16,1-6-2-16,0 0-5 0,1 8 2 0,1-9-5 16,-4-1 1-16,4 2 0 0,-4-4-1 0,2 2-3 15,0-5 3-15,0 1-4 0,2-4-2 0,-4 1 2 16,2 0 7-16,0-3-8 0,0-7-3 0,0 14 0 16,-1-9 3-16,1-5-6 0,0 13 5 0,0-13-7 15,0 8 3-15,0-8-22 0,0 0-13 0,0 8-16 16,0-8-22-16,0 0-19 0,0 0-33 0,0 0-46 15,0 0-49-15,0 0-187 0,0 0-428 0,0 0 189 16</inkml:trace>
  <inkml:trace contextRef="#ctx0" brushRef="#br0" timeOffset="8898.57">9761 4275 128 0,'0'0'191'0,"-10"-2"-13"16,10 2-21-16,-8-4-16 0,8 4-16 0,0 0-12 15,0 0-15-15,0 0-9 0,0 0-8 0,0 0-4 16,0 0-10-16,23 13-6 0,-8-4-5 0,2-1-5 16,2 0-1-16,5 5-5 0,1 0-3 0,3-4-7 15,-1 1 1-15,1-1-5 0,-1 3-5 0,-3-3 1 16,5 0 5-16,-4-2-10 0,0 2 2 0,-3-2-9 15,-2-2 5-15,0 0-3 0,-1 2-2 0,-1-4-1 16,1 3 0-16,-2-1-3 0,0 0 2 0,-3-2-3 16,-1 0 5-16,1 0 0 0,-2 1 2 0,-2-1 0 15,1 0-3-15,0-2 0 0,-2 3-3 0,-3-4-1 16,1 1-2-16,0 2-3 0,-7-3 3 0,9 4-2 16,-9-4 0-16,6 2-1 0,-6-2-2 0,7 4 0 15,-7-4 3-15,1 7 22 0,-1-7-1 0,-8 10 0 16,-1-4-2-16,-4 4 8 0,-4 0-2 0,-9 5-1 15,-1-1-1-15,2 3-1 0,-6 1 1 0,-1 0-3 16,-2-1 2-16,2 0-1 0,1 0-7 0,2-2-3 16,2 1-1-16,0 0 0 0,4-3 0 0,5-3-5 15,1 2 0-15,2-2-12 0,1 0-3 0,-1-1-4 16,4 0-9-16,1-1-12 0,0 0-8 0,1-1-24 16,1-3-33-16,2 4-29 0,0-4-29 0,1 0-33 15,5-4-156-15,-7 7-367 0,3-4 163 0</inkml:trace>
  <inkml:trace contextRef="#ctx0" brushRef="#br0" timeOffset="9317.96">10307 4302 44 0,'0'0'200'16,"1"-9"-1"-16,-1 9-2 0,2-8 0 0,-2 8-7 16,0 0-8-16,0-7-12 0,0 7-18 0,0 0-17 15,0 0-14-15,0 0-14 0,0 0-16 0,0 0-9 16,0 0-7-16,0 0-10 0,0 0-4 0,0 0-9 15,0 0-6-15,2 29-2 0,-4-13-5 0,1 3 0 16,0 2-3-16,2 5-4 0,-3 0 2 0,2 2 0 16,1-1 0-16,-4 1 2 0,2 1-6 0,0-3 0 15,1 0 2-15,-3-1-4 0,1-6 2 0,-1 0 0 16,4-1 1-16,1-2-2 0,-5 0 0 0,3-1-6 16,0-3-1-16,-1 2-1 0,0-5-1 0,-1 2-3 15,1 1 0-15,0-3-2 0,1 2-13 0,0-4-22 16,0-7-14-16,0 14-14 0,-2-5-22 0,2-9-29 15,-1 13-38-15,1-13-17 0,0 0-45 0,0 16-34 16,0-16-118-16,0 0-381 0,4 7 168 16</inkml:trace>
  <inkml:trace contextRef="#ctx0" brushRef="#br0" timeOffset="9840.94">10466 4555 180 0,'0'0'186'0,"-11"-4"-6"0,11 4-4 0,0 0-12 16,0 0-11-16,0 0-12 0,-10-1-4 0,10 1-20 15,0 0-4-15,0 0-16 0,0 0-12 0,0 0-7 0,0 0-6 16,0 0-3-16,0 0-8 0,0 0-5 16,46-3 3-16,-13-2-1 0,6 1-12 0,18-2-2 15,3 1-5-15,6-3 0 0,31-3-3 0,-2 4-1 16,-7-5-2-16,2 5-5 0,0 3-4 0,-23 0-5 15,24-4-1-15,-28 5 1 0,-1-1-3 0,3 2-1 16,0-2-1-16,-2 1 0 0,-4 0-4 0,-3-1 2 16,-3-2-2-16,-14 3 2 0,-1 0 0 0,-1 0 11 15,-2-1 2-15,-3-1 4 0,-1 3 0 0,-12-1 3 16,2-1 2-16,-7 3 5 0,0-2 4 0,-2 2-3 16,-2 1 5-16,-5-1-3 0,-5 1 0 0,12-3-5 15,-12 3-2-15,9-1-4 0,-9 1-5 0,0 0-2 0,8 2-5 16,-8-2-3-16,0 0 1 0,0 0-6 15,0 0-5-15,9-2-9 0,-9 2-11 0,0 0-14 16,0 0-16-16,0 0-15 0,0 0-9 0,0 0-11 16,0 0-32-16,0 0-43 0,0 0-33 0,0 0-48 15,0 0-155-15,0 0-423 0,0 0 187 0</inkml:trace>
  <inkml:trace contextRef="#ctx0" brushRef="#br0" timeOffset="14797.98">9788 5225 14 0,'2'-10'149'0,"0"4"4"0,-2 6-7 0,0-13-3 15,0 13-7-15,0-13 1 0,0 13-5 0,-2-9-3 16,2 9-1-16,0 0-6 0,-1-11-4 0,1 11 1 16,-1-7-15-16,1 7-6 0,0 0-26 0,0 0-9 0,-3-9-5 15,3 9-5-15,0 0-2 0,0 0-3 0,-9-1 1 16,9 1-1-16,0 0-3 0,-15 14 2 15,6-6-2-15,-1 2-8 0,1 3-2 0,-2 1-2 16,0 1 0-16,1 2-1 0,1-2-3 0,0 1-2 16,1 3-4-16,2-1 1 0,1 0-1 0,-2-1-5 15,2-1 3-15,2 2-3 0,0-1-4 0,2 0 2 0,-1 0 3 16,2-1-7-16,2-4-2 0,0-1-1 16,1-1 0-16,3 1-1 0,-2-3 0 0,1 1-1 15,1-1 0-15,2 0 0 0,1-2-1 0,-3-2 4 16,5 1-3-16,-2-1 3 0,2-1-2 0,-2-2 0 15,-1 0-1-15,3-1-1 0,-2-1 1 0,-1 0 0 16,1-1-3-16,-3-1 1 0,-6 3 2 0,14-7-4 16,-7 2 1-16,0-2-2 0,0-1-5 0,-2 1-1 15,0-2 0-15,-2 2 0 0,-1-1 0 0,-1-3 0 16,1 2 3-16,-4-1-6 0,1 1 4 0,-3 0-3 16,0 1-1-16,1-2-2 0,-3 2 6 0,1-2 0 0,0 6 2 15,0-1-2-15,5 5 0 0,-8-7-1 16,8 7 2-16,-6-5 2 0,6 5-5 0,0 0 1 15,-5-3-2-15,5 3-3 0,0 0-2 0,-4-8-1 16,4 8-7-16,0 0 8 0,0 0 0 0,0 0 0 16,0 0 4-16,0 0-1 0,0 0 6 0,28 5-1 15,-15-5 0-15,0 0-3 0,3-1 6 0,-1 1-5 0,-3-1 5 16,1 1-2-16,1 0 6 0,-1-1-5 16,-13 1 1-16,21-3-3 0,-13 3 0 0,-8 0-1 15,14 0 0-15,-14 0 1 0,13 0-3 0,-13 0 2 16,0 0 3-16,0 0-5 0,13 0 5 0,-13 0-4 15,0 0 0-15,9 6 0 0,-9-6 0 0,2 6 0 16,1-1 3-16,-3-5 2 0,0 16 3 0,0-6-3 16,0 0 9-16,0 0 0 0,1-2 5 0,-1 3-1 15,-2 0 2-15,0-1 7 0,1 2-1 0,0-2-10 16,1 2 0-16,0-3-2 0,0 3 1 0,-3-2 1 16,3 0-1-16,-1-2-2 0,1 2 0 0,-1 1-14 0,2-5-16 15,-1 2-13-15,1-1-23 0,-1-7-26 16,5 12-30-16,-5-12-45 0,4 14-27 0,-1-7-26 15,-3-7-126-15,5 10-366 0,-1-5 162 0</inkml:trace>
  <inkml:trace contextRef="#ctx0" brushRef="#br0" timeOffset="15179.87">10193 5518 76 0,'2'-2'148'15,"-2"2"2"-15,0 0-12 0,0 0-12 0,0 0-6 16,0 0-10-16,4-6-15 0,-4 6 1 0,0 0-4 16,9-5-2-16,-9 5-8 0,13-3-4 0,-8 2-4 15,3-1 2-15,-1-1-6 0,0-1-4 0,0 1-8 16,0-1-3-16,-1 1-3 0,-6 3-1 0,13-7 3 16,-8 4 2-16,-5 3-3 0,7-8-3 0,-4 5-4 15,-3 3-4-15,4-10-1 0,-4 10-1 0,-1-8 4 16,1 8-11-16,0 0-1 0,-5-14-5 0,5 14-7 15,-10-2-3-15,4-1 1 0,6 3-3 0,-13-3 2 16,6 3-5-16,-3 3-1 0,-2 0-1 0,3 1-6 16,0 2 4-16,-2 1 0 0,3 2 7 0,-1-2-4 15,2 2 3-15,-1 1-3 0,3 0 1 0,0 0 0 16,1-1-1-16,0 1 0 0,3 0-2 0,1 0-1 16,0-2-1-16,1 2 1 0,4-3-2 0,2 1 1 15,0-1-8-15,5 0-9 0,2-3-20 0,2 0-25 16,2-1-36-16,5-1-39 0,4-2-35 0,-5-2-30 15,7 1-143-15,-9-2-366 0,1-1 162 0</inkml:trace>
  <inkml:trace contextRef="#ctx0" brushRef="#br0" timeOffset="16218.86">9786 3613 59 0,'0'0'213'16,"0"0"-1"-16,-2-10-6 0,2 10-4 0,0 0-5 15,0 0-15-15,0 0-13 0,0 0-7 0,-4-5-14 16,4 5-12-16,0 0-12 0,0 0-8 15,0 0-10-15,0 0-6 0,0 0-8 0,0 0-12 16,0 0-6-16,0 0-6 0,-20 9-5 0,14-5-7 0,-2 2-8 16,-1 1-3-16,1-1-3 0,0 0-4 0,-1 0-6 15,4-1-2-15,0 1-6 0,-3 1-1 16,2 1 2-16,0-3-4 0,1 1-2 0,2-1-3 0,3-5 6 16,-6 8-8-16,6-8-3 0,-2 10-2 0,1-5 1 15,1-5-3-15,0 11 1 0,3-5-2 16,0 0-2-16,1-1-1 0,3 0 7 0,0 2-4 0,1-2-3 15,1 2 5-15,1-2-5 0,0 1 4 0,-1-1-4 16,2 1-2-16,-1 0 2 0,-1 0-1 0,0-1 0 16,-2 1-1-16,-2 0-3 0,1-4 4 15,-1 3 0-15,-5-5 0 0,7 8-7 0,-4-4-4 0,2 1-1 16,-5-5 2-16,1 9 4 0,-1-9 0 16,-7 12 5-16,2-4 0 0,-2-1 1 0,-1 0-1 0,-2-1 4 15,-1 0 2-15,-1 0-4 0,-2 0 5 0,3-1-8 16,-3-1 4-16,-3 0-2 0,7 2-6 0,-3-3-5 15,3 1-9-15,2-4-13 0,1 3-14 0,0-3-20 16,7 0-22-16,-12 4-26 0,12-4-35 16,-10 0-41-16,10 0-31 0,-6 2-170 0,6-2-423 0,0 0 187 15</inkml:trace>
  <inkml:trace contextRef="#ctx0" brushRef="#br0" timeOffset="16514.5">9942 3788 121 0,'0'0'241'0,"4"-9"-1"0,-4 9-6 16,4-5-8-16,-4 5-7 0,0 0-13 16,4-8-18-16,-4 8-15 0,0 0-18 0,0 0-19 15,3-6-10-15,-3 6-18 0,0 0-9 0,0 0-10 16,0 0-6-16,0 0-5 0,0 0-2 0,2 18-5 15,-2-9-7-15,1 0-4 0,-2 1-6 0,-1-1-1 16,0 1-3-16,4 1-7 0,-2-1-3 0,0-1-2 16,1 2-3-16,-2 0-2 0,1-3-3 0,1 2-5 15,-1-2 1-15,0-8-9 0,0 14-5 0,0-8-27 16,0 1-25-16,0-7-27 0,-1 13-23 0,1-13-26 16,0 0-53-16,0 16-52 0,0-12-235 0,0-4-493 15,-8 9 219-15</inkml:trace>
  <inkml:trace contextRef="#ctx0" brushRef="#br0" timeOffset="16690.73">10027 3692 2627 0,'-7'-8'13'0,"2"-1"40"0,0 0 5 16,-1 3-16-16,2 1-2 0,0 0 4 0,4 5 9 15,-9-8-1-15,9 8-2 0,-5-6-1 0,5 6-2 16,-4-6-13-16,4 6-7 0,0 0-15 0,0 0-22 15,0 0-30-15,-4-5-16 0,4 5-31 0,0 0-56 16,0 0-55-16,0 0-247 0,0 0-482 0,0 0 214 16</inkml:trace>
  <inkml:trace contextRef="#ctx0" brushRef="#br0" timeOffset="54879.83">11902 3117 34 0,'0'0'75'0,"0"0"3"15,0 0-11-15,0 0-4 0,0 0-6 0,-11-2-1 16,11 2-2-16,0 0-1 0,0 0 7 0,-16 1-2 16,16-1-10-16,0 0 0 0,0 0 3 0,0 0 4 15,-18 1-17-15,18-1-4 0,0 0-1 0,-13 2-2 16,13-2 8-16,-11 2-16 0,11-2 4 0,-12 4-9 15,12-4 5-15,-13 5-15 0,13-5 9 0,-9 5 11 16,9-5-11-16,-14 4-10 0,14-4 4 0,-9 2 1 16,9-2-2-16,-9 4-6 0,9-4-3 0,0 0 3 15,0 0 7-15,-10 4-3 0,10-4-1 0,0 0 1 16,0 0 5-16,0 0 1 0,0 0 0 0,-7 4-2 16,7-4 12-16,0 0-3 0,0 0 1 0,0 0 4 15,0 0 2-15,0 0-3 0,-3 4-1 0,3-4 8 16,0 0-9-16,0 0-1 0,0 0-2 0,0 0 0 15,0 0 4-15,0 0-1 0,-8 2-11 0,8-2 2 16,0 0-3-16,0 0-3 0,0 0 0 0,0 0-2 16,0 0 3-16,-6 5 4 0,6-5-8 0,0 0 0 15,0 0-2-15,-5 4 5 0,5-4-8 0,0 0 1 16,0 0-12-16,0 0 18 0,-8 3-5 16,8-3 2-16,0 0-3 0,0 0 3 0,0 0-2 15,0 0-1-15,0 0 1 0,0 0 3 0,0 0-1 0,0 0-6 16,-1 7 6-16,1-7 3 0,0 0 0 0,0 0 3 15,13 3 1-15,-3-3 11 0,1 1-4 16,6 2 3-16,3-1 4 0,7-4 0 0,1 2-1 16,-7 0 4-16,10 2 5 0,-3-4 4 0,3 0 0 15,-2 1-6-15,0 1-1 0,0-1-3 0,-1-1-1 16,-6 2-1-16,-4-1-4 0,4 1 0 0,-1 1-2 0,-4-1 1 16,2 2-3-16,-6-2 7 0,6-3-7 0,-7 4 4 15,1-2-3-15,-3 1 6 0,1-2-14 16,1 2 5-16,-6-1-4 0,-6 1 0 0,13 0-1 15,-13 0 0-15,0 0-1 0,13 1 0 0,-13-1-1 16,0 0 1-16,10 0-1 0,-10 0 1 0,0 0-1 16,0 0-1-16,0 0-1 0,0 0 2 0,5 2-3 15,-5-2-1-15,0 0-1 0,0 0 0 0,0 0-1 0,0 0 2 16,0 0 0-16,0 0-2 0,0 0-1 16,0 0 1-16,0 0 2 0,0 0 0 0,0 0-5 15,0 0 2-15,0 0-1 0,0 0-3 0,0 0 0 16,0 0 2-16,0 0-2 0,0 0 0 0,0 0 0 15,0 0-1-15,0 0 2 0,6 4-1 0,-6-4 0 16,0 0 1-16,-2 10-2 0,2-10 4 0,0 10 1 16,0-10-2-16,-4 13 0 0,4-4 5 0,-1 1-2 15,-1 1-1-15,2-3 27 0,-2 4-4 0,0-2-1 16,0 3-4-16,0-3 1 0,2 0-5 0,-2 1 4 16,1 0-7-16,0 1 2 0,0-1-2 0,1 2-2 15,0 3 6-15,0-1 10 0,0-3 1 0,0 3-2 16,1-1-1-16,-2 0-3 0,1 0-1 0,1-2-3 15,-1-1 1-15,1 1-3 0,0 1-1 0,1-2-5 16,0 5 0-16,-2-1 2 0,0 1-1 0,0 0 0 16,2 1 5-16,-4-5-7 0,4 3 2 0,-2-1 4 15,0 0-1-15,0 1-3 0,-2-3 3 0,4 0 2 16,-2 0-2-16,0 1-4 0,-2 2 1 0,2 3 2 16,2-6 1-16,-2 0-5 0,0-1-2 0,0-1 2 15,0 2-1-15,0-2 1 0,-2 0-1 0,2 3-5 16,0-3 5-16,-2 2-1 0,0-3 2 0,1 4 0 15,-1-4-2-15,0 1 1 0,0 1 2 0,0 1-3 16,-1-1 3-16,0 0-4 0,1 0-1 0,0 0 1 16,0 0-2-16,0 5 4 0,-1-4-3 0,1-1 3 15,1 2-3-15,0 3 2 0,-1-6 4 0,0 7-2 16,0-5 2-16,1-1 1 0,1 0-2 0,-1-3-2 16,1 3 3-16,-1-1-1 0,1 1-2 0,-3-1 13 15,3 0-16-15,0 0 10 0,0-1 2 0,0 0 0 16,3 0-6-16,-3-2 2 0,0-7-5 0,-3 16 10 15,3-9-9-15,0-7 1 0,0 11-1 0,0-5-5 16,0-6 3-16,0 10 0 0,0-10 3 0,0 8-5 16,0-8 1-16,-2 6-4 0,2-6 3 0,0 0 2 15,2 11-7-15,-2-11 3 0,0 0-1 0,0 6 1 16,0-6 2-16,0 0-1 0,0 0-2 0,0 11-3 16,0-11 7-16,0 0-4 0,0 0 0 0,-2 10 3 15,2-10-1-15,0 0-14 0,0 0 11 0,0 0 1 16,0 8 1-16,0-8-3 0,0 0 4 0,0 0-2 15,0 0 3-15,0 0-2 0,-2 7-3 16,2-7 3-16,0 0-3 0,0 0 0 0,2 8 4 16,-2-8-5-16,0 0 0 0,2 11 0 0,-2-11 3 15,0 7 0-15,0-7 1 0,0 0-5 0,0 0-4 0,0 17 10 16,0-17-3-16,3 7 1 0,-3-7 1 0,0 0 1 16,0 0-3-16,0 0 1 0,0 0-10 0,0 12 14 15,0-12-2-15,0 0 1 0,0 0-3 0,0 0 3 16,0 0 1-16,0 0-7 0,2 9 3 15,-2-9 2-15,0 0 0 0,0 0-1 0,0 0-10 16,0 0 12-16,0 0 2 0,0 0 4 0,0 0 0 16,0 0 3-16,0 0 4 0,0 0-8 0,0 0 3 0,0 0 2 15,0 0-6-15,0 0 2 0,0 0-12 0,0 0-43 16,0 0-38-16,0 0-37 0,0 0-38 16,0 0-49-16,-24-8-50 0,24 8-230 0,-23-6-526 15,13 3 233-15</inkml:trace>
  <inkml:trace contextRef="#ctx0" brushRef="#br0" timeOffset="56102.89">12455 3817 58 0,'-5'-5'62'0,"5"5"-8"0,0 0-1 0,0 0-10 16,0 0-2-16,-7-5-5 0,7 5-6 0,0 0 4 15,-2-5-17-15,2 5 2 0,0 0-2 0,-6-6-3 0,6 6 0 16,0 0 0-16,0 0-2 0,-7-3-1 16,7 3-5-16,0 0 0 0,0 0 3 0,-7-5 5 15,7 5 0-15,0 0-3 0,0 0 5 0,0 0-6 16,-6-5 2-16,6 5 2 0,0 0-2 0,-3-5 5 15,3 5 0-15,0 0-1 0,0 0-1 0,0 0 1 16,0 0-6-16,0 0 3 0,-7-5 1 0,7 5-2 16,0 0 8-16,0 0 5 0,-4-5 4 0,4 5 0 15,0 0 12-15,0 0-3 0,0 0 0 0,-7-5 3 16,7 5-4-16,0 0 4 0,0 0-4 0,0 0-3 16,-7-4 2-16,7 4-4 0,0 0 5 0,0 0-12 15,0 0 2-15,0 0-3 0,-9 0 3 0,9 0-2 16,0 0 5-16,0 0-3 0,0 0 7 0,-8-3-4 15,8 3-6-15,0 0 9 0,0 0 1 0,0 0-5 16,0 0 0-16,0 0-1 0,0 0-6 0,0 0 4 16,-10-1 4-16,10 1 7 0,0 0-2 0,0 0 3 15,0 0-3-15,0 0 0 0,0 0 1 0,0 0-1 16,0 0-2-16,0 0-1 0,0 0 1 0,0 0-1 16,0 0-1-16,0 0 3 0,0 0-7 0,-9-2 1 15,9 2-3-15,0 0-2 0,0 0 0 0,0 0-1 16,0 0-5-16,0 0-4 0,0 0 0 0,0 0 0 15,0 0-4-15,0 0 0 0,0 0-1 0,0 0-2 16,0 0 3-16,0 0 0 0,0 0-4 0,0 0 2 16,27 7-2-16,-18-5 2 0,3 0 1 0,-1 0 3 15,4-2 2-15,2 0 2 0,3 0 5 16,-1 2 0-16,2-1 0 0,-3-2-4 0,4 2 1 0,3-1-4 16,5 1 2-16,-3-1-4 0,1 1 9 0,2-2-6 15,1 1 10-15,1-1 3 0,4 2-5 0,-1-2 1 16,3 0-1-16,1-1-3 0,12-1-1 0,-10 2-1 15,-3-1-1-15,2-1-1 0,12-1-4 0,-16 2 2 16,18-3 3-16,-18 2-2 0,-2 0-1 16,3 0-3-16,13-1 0 0,-14 4 1 0,0-3 4 0,-2 1 0 15,-1 1-2-15,2 1 3 0,-2-3-10 0,1 0 8 16,-3 2-2-16,1 1-1 0,-1-3-2 0,1 2 4 16,-3 0-3-16,4 0 6 0,-3-2-3 0,1 3-4 15,-2 0 0-15,0-1 2 0,-1 1-3 0,-2-1-8 16,1 1 10-16,-4 1-1 0,-3-2 1 0,2-1 3 15,0 4 2-15,-1-4-1 0,-1 4 6 0,0-4-1 16,1 4-2-16,-2-2-4 0,0-2 5 16,1 4 2-16,-3-4-2 0,0-1 0 0,-4 4-4 0,1-1 1 15,-3 1-1-15,-11-1-3 0,16 0 0 0,-16 0-2 16,13 0 0-16,-13 0 1 0,0 0 5 0,0 0-4 16,13-1 5-16,-13 1-1 0,0 0-1 0,0 0-1 15,0 0-1-15,0 0 0 0,12 1-1 16,-12-1 0-16,0 0 2 0,0 0-4 0,0 0 5 15,0 0-3-15,0 0-6 0,0 0 0 0,0 0 5 0,0 0-8 16,0 0-1-16,0 0-3 0,0 0-13 0,0 0-22 16,0 0-19-16,0 0-20 0,0 0-33 15,0 0-44-15,0 0-55 0,0 0-46 0,0 0-220 16,0 0-512-16,0 0 228 0</inkml:trace>
  <inkml:trace contextRef="#ctx0" brushRef="#br0" timeOffset="59479.5">5279 7064 53 0,'0'0'169'0,"-1"-10"-6"0,1 10-2 0,0 0-2 0,0-9 3 16,0 9-1-16,0 0-3 0,0 0-4 16,0 0-9-16,-2-10-8 0,2 10-9 0,0 0-7 15,0 0-11-15,0 0 10 0,0 0-12 0,0 0-13 0,-3-7-10 16,3 7-11-16,0 0-3 0,0 0-12 0,0 0-9 15,0 0-3-15,0 0-5 0,0 0-1 0,0 0-6 16,-11 17-2-16,6-7-2 0,1-2-5 0,-3 3 1 16,3 1-4-16,-1 5-4 0,0-2 2 15,1 3-5-15,0-1-2 0,-1 0 1 0,2-1 1 0,2 1-5 16,1-5-2-16,0 5 3 0,0-4-4 0,1-3 3 16,1 2-1-16,1-1-3 0,0 0 1 0,1-1 0 15,0-1-3-15,1 0 0 0,0-3 3 0,0 0-2 16,1 0 1-16,1-2-2 0,-1-1 2 15,4 1-1-15,1-1-1 0,-2-2 1 0,2 0-1 0,0-2 1 16,1-1 4-16,2-1-5 0,-1-3 4 0,1 0-5 16,1-4 2-16,-4 5 1 0,0-3 0 0,-2 1 4 15,0-1-1-15,0-1 2 0,-2-1 1 0,-3 1 0 16,0-3-6-16,-1 2 4 0,-2-3-2 0,-1 2-5 16,-3-5 4-16,1 4 0 0,-3-2-4 15,0 2-2-15,-5-4 1 0,-1 3 0 0,0 0 2 16,-2 1-5-16,1 1 0 0,-3 1 0 0,1 1-2 15,1 3 0-15,0 0-2 0,-2-1-6 0,0 0-6 16,3 5-3-16,2 0-13 0,0-1-12 0,0 3-13 0,10 0-14 16,-17 3-30-16,11 0-20 0,0 1-17 0,1 5-20 15,0 0-18-15,4 2-26 0,0 2-169 0,2-3-401 16,2 0 177-16</inkml:trace>
  <inkml:trace contextRef="#ctx0" brushRef="#br0" timeOffset="60283.42">5492 7210 36 0,'0'0'191'0,"0"0"-4"0,0 0-4 0,0 0-9 15,0 0-10-15,-6-4-8 0,6 4-9 0,0 0-12 16,0 0-11-16,0 0-7 0,0 0-14 0,0 0-6 16,0 0-10-16,0 0-6 0,0 0-9 0,0 0-6 15,0 0-3-15,0 0-5 0,0 0-7 0,0 0-5 16,0 0-6-16,0 0-5 0,0 0-1 0,0 0-4 15,0 0 0-15,0 0-3 0,0 0-1 16,0 0-2-16,37 3-1 0,-18-3 0 0,3-1-2 0,5 1-3 16,-7-2 2-16,11 1-4 0,0-2 1 0,2 1-3 15,0 1 3-15,3-3 3 0,2 2 1 0,-1 1-6 16,16-1 2-16,-16 1-4 0,1-2 8 0,14 0-9 16,-13 1-1-16,0 1-2 0,2 0-1 0,-1-4 6 15,12 4-9-15,-2-2-1 0,-9 2 2 16,-1-1-1-16,-1-1 3 0,12-1-4 0,-1 3-1 0,1-1 1 15,-1-1 5-15,-10 0-6 0,13-1 2 0,0 3 0 16,1-3 1-16,0 0 0 0,0 0 0 0,-1-1-1 16,4 1 1-16,1 0-2 0,-2-2-2 0,4 2 2 15,-3 2 3-15,2-2-6 0,-1-1 5 0,-2-2-3 16,3 2-1-16,0 3 1 0,2-2 1 0,0-3-1 16,6 1 0-16,0 1 4 0,-2-2-3 0,25 4-4 15,-34-2 3-15,7 0 0 0,3-1 0 0,25 2-1 16,-30-2 2-16,6 0 2 0,25-1 2 0,-27 4-6 15,26-4 7-15,-29 1-6 0,30-1 3 0,-30 1-1 16,2 3-1-16,26-3 0 0,-30 2 5 0,31 0-5 16,-30 2 0-16,6-2 2 0,28-4-2 0,-29 3 3 15,27-1-2-15,-27 0 1 0,24-3 5 0,-23 5-2 16,-1 1 1-16,2-1-2 0,21-4 1 0,0 3 1 16,-28-1-2-16,7-2 1 0,21 3 0 0,-26 2-2 15,1-2-3-15,2 0-2 0,-2 2 2 0,1 0 1 16,-1-3 0-16,27 2-3 0,-30 4 3 0,-1-3-2 15,3 0-2-15,2 2 2 0,-1-2-3 0,2-2 3 16,-2 0 0-16,2 3 1 0,-1-2-2 0,-2 0 0 16,4 1 3-16,-6 1-6 0,2-1 1 0,-2-5 4 15,1 3-5-15,1 1 3 0,-4-1 1 0,4-1-2 16,-1 2-2-16,-3 2 3 0,1-4 0 0,1 3-12 16,-4 1-9-16,-5-2-18 0,1-1-25 0,-15 4-31 15,-1 0-42-15,4 1-47 0,-3-4-35 0,2 1-211 16,-2-1-463-16,14-1 206 0</inkml:trace>
  <inkml:trace contextRef="#ctx0" brushRef="#br0" timeOffset="62446.9">12353 6802 70 0,'-8'-1'82'15,"8"1"-3"-15,-9-6-6 0,0 4 2 0,9 2-2 16,-9-1 2-16,9 1-1 0,-11-3-4 0,11 3-8 15,-10-2 5-15,10 2-7 0,-6-4-1 0,6 4 1 16,0 0-3-16,-11-2-1 0,11 2 4 0,0 0-7 16,0 0 0-16,-8-2-2 0,8 2-6 0,0 0-7 15,0 0 1-15,0 0-9 0,0 0-2 0,0 0-8 0,0 0 8 16,0 0 0-16,0 0 1 0,0 0 4 0,0 0 0 16,0 0-1-16,0 0 3 0,0 0 3 15,35 6 7-15,-18-6 3 0,4 1 0 0,6 0-9 16,5-1 0-16,5-1 1 0,15 2 3 0,2-2-2 0,2 0-3 15,3-2-4-15,5 2 4 0,1-1-4 0,25-3 0 16,-23 5 0-16,23-1-3 0,-25-2 0 16,28 3-3-16,-25 0 2 0,24-3-2 0,0-1 3 15,-2 4-2-15,-1 0 3 0,-23 0-4 0,26 0-1 0,-25-2-4 16,23-2-1-16,-27 3-7 0,0 2 3 0,-5-2-3 16,3-1 0-16,-8 0 0 0,5 0 3 0,-6 0-1 15,-15 1 2-15,0-4 1 0,0 2 2 0,-2-1-3 16,-2 4 3-16,-2-4-4 0,2 1-3 15,-8 2 11-15,6-1-5 0,-11 0-3 0,0 0 2 0,1 0 1 16,-1 1-4-16,0-3-2 0,1 1-1 0,-4 1 1 16,2-1-3-16,-2 2-4 0,-3 0 2 0,-1-1-1 15,1 0 8-15,-1 2-6 0,1-1 4 0,-5-2 1 16,4 3 0-16,-1-1-2 0,1-1 2 0,-2 1-6 16,2-2 4-16,-2 3-4 0,-1-2-3 0,-1 1 4 15,2 0-5-15,1-1 0 0,-5 1-1 0,-7 1-2 16,12 0-9-16,-12 0-9 0,10-1-9 0,-10 1-13 15,0 0-12-15,9-1-19 0,-9 1-25 0,0 0-32 16,0 0-39-16,0 0-44 0,0 0-209 0,0 0-452 16,-31-4 200-16</inkml:trace>
  <inkml:trace contextRef="#ctx0" brushRef="#br0" timeOffset="63455.43">4352 4527 36 0,'-6'-3'196'0,"6"3"-6"0,0 0-10 0,0 0-8 0,-9-1-12 16,9 1-13-16,0 0-6 0,0 0-12 0,0 0-7 16,0 0-11-16,0 0-9 0,0 0-9 0,-8-4-1 15,8 4-15-15,0 0-11 0,0 0-2 0,0 0 2 16,0 0-3-16,0 0-4 0,25-4 3 16,-10 2 2-16,2-1-8 0,4 0 4 0,9 1-6 0,-2-2-4 15,1 1-9-15,1-2 8 0,-2 1-14 16,-8 3-6-16,1-1-2 0,0-1-3 0,-3 2-22 0,0 0-12 15,-5-1-23-15,0 4-32 0,0-2-37 0,-13 0-37 16,16-2-34-16,-10 4-27 0,-2 0-150 16,-4-2-379-16,0 0 168 0</inkml:trace>
  <inkml:trace contextRef="#ctx0" brushRef="#br0" timeOffset="63672.59">4518 4419 123 0,'-5'-2'242'0,"5"2"-19"16,-7-7-6-16,7 7-17 0,-7-4-9 0,7 4-25 16,-6-4-17-16,6 4-16 0,0 0-19 0,0 0-14 0,0 0-7 15,0 0-12-15,0 0-5 0,0 0-10 0,-7 16-2 16,7-5-8-16,2 5-2 0,-1-4-8 16,2 8 4-16,-2 4-11 0,0-4-5 0,1 5-26 15,-2 6-39-15,0-6-36 0,-2 7-40 0,1-2-63 16,-3 4-189-16,-6-3-388 0,2 1 172 0</inkml:trace>
  <inkml:trace contextRef="#ctx0" brushRef="#br0" timeOffset="64283.79">4260 7182 125 0,'0'0'255'0,"0"0"-11"0,0 0-3 15,0 0-12-15,0 0-11 0,0 0-13 0,0 0-15 16,0 0-11-16,-6-3-10 0,6 3-6 0,0 0-12 16,0 0-15-16,0 0-6 0,0 0-7 15,0 0-16-15,0 0-6 0,0 0-10 0,26-5-3 16,-15 2-11-16,6-1-8 0,1-2-7 0,3 2-9 0,1-2-19 16,0 2-20-16,-3-2-26 0,3 1-31 0,1 1-31 15,-7 1-56-15,1-1-64 0,1 0-51 0,-7 0-215 16,1-1-497-16,-2 2 219 0</inkml:trace>
  <inkml:trace contextRef="#ctx0" brushRef="#br0" timeOffset="64813.66">4597 5684 232 0,'0'-12'246'0,"1"1"9"0,-1 0-9 16,0 1-4-16,0 1-8 0,-1-1-6 0,1 10-12 15,-2-10-13-15,2 10-14 0,0-9-22 0,0 9-13 16,0 0-21-16,-1-7-16 0,1 7-4 16,0 0-21-16,0 0-9 0,0 0-12 0,0 0-2 0,0 0-2 15,-1 26-3-15,2-15-7 0,0 3 1 0,1 3-3 16,-1-2-8-16,0 5-1 0,-1-3-5 0,0 0 2 16,1 0 0-16,1 4-15 0,-2-6-3 0,3 2 5 15,-1-1-26-15,-2-1-22 0,1-2-25 0,0 2-24 16,0-2-24-16,1-1-18 0,-1-2-30 0,-1 5-42 15,1-5-59-15,2 0-44 0,-2-5-171 0,-1-5-492 16,7 10 218-16</inkml:trace>
  <inkml:trace contextRef="#ctx0" brushRef="#br0" timeOffset="65147.66">4873 5746 85 0,'0'0'221'15,"0"0"-20"-15,0 0-16 0,0 0-5 0,0 0-8 16,0 0-12-16,-26 15 1 0,20-6-17 0,-1 1-10 16,2-1-9-16,0 1-13 0,0-1-8 15,1 1-14-15,3-1-10 0,-2-1-5 0,2-1-9 16,2 3-2-16,-1-10-8 0,4 16-4 0,-1-10-4 0,3-2-3 16,0 1-5-16,3 0-3 0,4-1-2 0,-1-1-3 15,-1-3 0-15,4 0 3 0,3-3 10 16,0 0-4-16,0 0 4 0,-5 0-2 0,0-2 8 15,-2 2-4-15,-3-3 4 0,1 0 3 0,1-1-1 16,-5 0-5-16,-2-2-3 0,-2 1-9 0,0-3-2 16,-2 3-6-16,-2-3-1 0,-2 1-4 0,-4-2-6 15,-1 0 2-15,-1 0-8 0,0 3-3 0,-1 1-6 0,-2 3-4 16,3-2-10-16,1 2-14 0,-1 4-15 16,-1 1-18-16,0 1-16 0,0 4-15 0,0 0-27 15,-3 5-48-15,3-3-45 0,1 5-52 0,-2-1-145 0,6-1-441 16,0-1 196-16</inkml:trace>
  <inkml:trace contextRef="#ctx0" brushRef="#br0" timeOffset="65579.86">5197 5667 188 0,'1'-7'279'15,"-1"7"-28"-15,0 0-21 0,3-7-24 0,-3 7-13 16,0 0-30-16,0 0-15 0,4-6-19 0,-4 6-10 16,0 0-8-16,0 0-3 0,0 0-1 0,10 22-5 0,-2-12-4 15,-1 3-2-15,2 2-9 0,0 2-4 16,3-3-5-16,-3 3-9 0,0-2-9 0,2 1-3 16,-2-1-1-16,0-1-7 0,1-1 1 0,-2-3-8 15,-3 1 0-15,2-1-1 0,1-2-6 0,-1 0-2 0,0-1-2 16,0 0-3-16,-3-1-3 0,1-2 0 15,-1-1 2-15,-1 2-3 0,-3-5 6 0,4 5 22 16,-4-5 13-16,0 0 16 0,11 0 5 0,-11 0-5 16,0 0 3-16,11-10-8 0,-6 4 0 0,2-3-10 15,2-3-10-15,-1-3-4 0,-1 0-3 0,0-2-4 0,0-2-9 16,3-8-7-16,-1 2 5 0,-1 2-13 0,-2-1 11 16,2 6-7-16,-3 3-6 0,-3-1-7 0,2 5-1 15,0 1 4-15,-3-1-9 0,2 5-10 16,-2 0-12-16,2 0-23 0,-3 6-25 0,4-9-32 15,-4 9-38-15,1-7-30 0,-1 7-25 0,0 0-37 0,0 0-42 16,0 0-35-16,0 0-215 0,0 0-561 0,-14 23 248 16</inkml:trace>
  <inkml:trace contextRef="#ctx0" brushRef="#br0" timeOffset="68046.91">6745 4447 205 0,'0'0'197'0,"-4"-6"-8"0,4 6-5 16,-7-5-9-16,7 5-8 0,-6-3-7 0,6 3-10 15,-6-4-6-15,6 4-5 0,-8-4-13 0,8 4-5 16,0 0-9-16,-8-4-25 0,8 4 1 0,0 0-10 16,0 0-4-16,-5-3-6 0,5 3-4 0,0 0-6 15,0 0-10-15,0 0 1 0,0 0-10 0,0 0-6 16,0 0-4-16,0 0 0 0,0 0-3 16,0 0 2-16,0 0-4 0,33-1-2 0,-12 1-2 15,9-2 0-15,0 1-1 0,6-3 2 0,1-1-4 0,-1 2 0 16,2-1-1-16,-1 1 0 0,4-3-4 0,-4 2 0 15,-1 0-3-15,-2 0 4 0,0 1-1 16,-6 0-1-16,1-2 1 0,-7 3-2 0,-2-1-1 0,-1 1-1 16,2 0-2-16,-10 2 2 0,1-1-1 0,-2 0-4 15,-3-1 3-15,-7 2-2 0,15 0 0 0,-15 0-2 16,9-1 1-16,-9 1 6 0,0 0-6 0,9 0 1 16,-9 0 1-16,0 0 0 0,0 0-1 0,0 0 0 15,8-1-3-15,-8 1 0 0,0 0 0 0,0 0 4 16,0 0-4-16,0 0 1 0,0 0 1 15,0 0-1-15,0 0 0 0,0 0-3 0,10-2 1 16,-10 2-4-16,0 0 4 0,0 0 0 0,0 0-4 16,0 0-1-16,0 0 0 0,0 0 0 0,0 0 4 0,0 0 3 15,0 0-1-15,-14 24 5 0,7-16 3 16,1 2-4-16,-1 0-1 0,-3-2 3 0,3 2-1 16,-5 2-1-16,3-2 3 0,0-1-1 0,1 2-6 0,1-2-14 15,-3 2-5-15,-1 0-14 0,5 0-25 16,-3-3-21-16,0 2-33 0,3 0-36 0,-1-2-50 15,-2 0-47-15,3 1-157 0,1-2-433 0,-2 0 192 0</inkml:trace>
  <inkml:trace contextRef="#ctx0" brushRef="#br0" timeOffset="68255.6">7390 4340 186 0,'-6'-8'238'0,"-3"-1"-18"0,-1 2-11 15,-1 1-9-15,-5-2-18 0,0-1-3 0,5 4-5 16,-2-1-1-16,3 1-8 0,-3 0-15 16,2-1-14-16,2 3-16 0,-1 0-8 0,3-1-11 15,1 1-17-15,6 3-15 0,-9-3-27 0,9 3-28 16,-8-4-29-16,8 4-33 0,0 0-56 0,0 0-40 16,-10-5-58-16,10 5-172 0,0 0-405 0,0 0 180 15</inkml:trace>
  <inkml:trace contextRef="#ctx0" brushRef="#br0" timeOffset="68600.75">6756 4831 160 0,'0'0'211'15,"-9"1"-16"-15,9-1-11 0,0 0-18 0,0 0-4 16,0 0-10-16,0 0-12 0,0 0-5 0,34-5-13 15,-14 2-7-15,9 0-11 0,3-1-13 0,0 0-7 16,2-1-8-16,-2 3-8 0,1-1-21 0,-4 1-25 16,-7 0-32-16,-2 2-29 0,-1-1-49 0,2-1-36 15,-4 1-42-15,-3 2-136 0,-7-1-326 0,1 2 145 16</inkml:trace>
  <inkml:trace contextRef="#ctx0" brushRef="#br0" timeOffset="69063.25">7026 4809 152 0,'-5'6'180'0,"5"-6"-6"0,-4 10-8 0,0-3-1 16,2 3-12-16,-1 1 6 0,-1 5-14 0,2 0-6 16,2 3-1-16,0 0-6 0,-2-1-15 0,1 0-7 15,2 0-8-15,1-2-8 0,-2-3-7 0,2 2-3 16,-2-2-9-16,0-2-2 0,4-1-5 0,-4 0-3 15,1-3-6-15,1 3-2 0,-2-10 0 0,2 13-6 16,-2-7-3-16,0-6-6 0,1 9-6 0,-1-9 0 16,2 9-4-16,-2-9-2 0,1 6-4 0,-1-6-2 15,0 0 0-15,0 0-2 0,0 9 4 0,0-9 6 16,0 0-2-16,0 0 6 0,0 0 0 0,0 0-1 16,-6 5-3-16,6-5-3 0,-11 2-4 0,11-2-4 15,-11 0-1-15,11 0-4 0,-15 1-2 16,7 1-3-16,0-2-1 0,8 0-3 0,-18 0 5 0,11 1-4 15,-1 0 1-15,-1 0-2 0,-1 1 0 0,10-2-2 16,-14 2-4-16,7 0 1 0,7-2-1 0,-12 2 11 16,12-2-11-16,-8 1 2 0,8-1-2 15,0 0-1-15,-10 3-1 0,10-3 0 0,0 0 4 0,0 0-1 16,0 0-1-16,0 0 1 0,0 0 1 0,0 0 1 16,0 0 2-16,0 0 5 0,27-2-5 0,-15 1 5 15,1 0-2-15,5-1-4 0,0 0-2 0,4 1-2 16,-1-2-11-16,0 0-8 0,4 1-18 0,-3-3-27 15,6 2-34-15,-9 0-38 0,1 0-63 0,0 2-52 16,-2-2-222-16,1 2-511 0,1-2 226 0</inkml:trace>
  <inkml:trace contextRef="#ctx0" brushRef="#br0" timeOffset="72413.42">14261 3687 2 0,'0'0'177'16,"0"0"0"-16,0 0-21 0,0 0 4 0,0 0-7 15,0 0-11-15,0 0-14 0,0 0-10 0,0 0-10 16,0 0-9-16,0 0-8 0,0 0 0 0,0 0-8 16,0 0-9-16,0 0-4 0,0 0-5 0,0 0-4 15,0 0-6-15,0 0-3 0,0 0-3 0,0 0-4 16,0 0-5-16,0 0-3 0,9-5-1 0,-2 5-5 16,4 0-3-16,2 0-2 0,1 0 0 0,8 0-2 15,5 0-1-15,-5 0-6 0,8 0 0 0,-1-3-5 16,2 2 5-16,-2 0-3 0,-1 1-4 0,1-4 3 15,0 4-1-15,-6-3 0 0,3 3-4 0,-6-2-2 16,1 0 2-16,-3 1-4 0,-2-1 6 0,-3 2-1 16,0 0-1-16,-4-2 0 0,-2 2-2 0,-7 0 0 15,14-2-1-15,-7 2 2 0,-7 0-1 0,0 0-1 16,10-2 2-16,-10 2-1 0,0 0-3 0,0 0-3 16,0 0-5-16,0 0-8 0,0 0-10 0,0 0-9 15,0 0-13-15,0 0-23 0,0 0-21 0,0 0-31 16,0 0-34-16,0 0-14 0,-29 4-157 0,29-4-351 15,-9 2 156-15</inkml:trace>
  <inkml:trace contextRef="#ctx0" brushRef="#br0" timeOffset="72829.86">14834 3614 59 0,'0'0'177'0,"-10"-7"-8"0,10 7-13 16,0 0-10-16,0 0-7 0,-11 2-7 0,11-2-12 16,-12 6-11-16,6-1-4 0,-1 0-4 0,1 0-7 15,-1 4 1-15,1-1-10 0,-4 0-5 0,6 3-5 16,-2-2-3-16,0 1 2 0,0 0-10 0,1 0-6 16,3 0-6-16,0-2-5 0,1 3-7 0,1-3 0 15,0-8-4-15,3 15-2 0,-1-4 3 0,6-4-8 16,1 0-1-16,-3 0-3 0,7-1 0 0,-3-3 2 15,3-1 0-15,5 2-2 0,-3-3 2 0,4-2-4 16,-1 1 3-16,-1-3 1 0,-3 0-2 0,-1 0 1 16,-1 1-6-16,2-3 2 0,-4 0 1 0,2 0-4 15,-2 0 2-15,-2-2 2 0,0 0 1 0,-2-2-5 16,-2-1-3-16,-2 0 2 0,0 1 7 0,-2-2 0 16,0 0-4-16,-4-1 1 0,-1 2-2 0,-3-4-2 15,0 2-5-15,1 3-1 0,-4 0 27 0,-2 0-6 16,-2 2-12-16,3 1-15 0,-1 2-16 0,-5 2-22 15,0 0-19-15,3 5-31 0,-3-2-41 16,-3 7-43-16,2-2-46 0,0 3-208 0,2-1-455 16,3 0 201-16</inkml:trace>
  <inkml:trace contextRef="#ctx0" brushRef="#br0" timeOffset="73979.5">15096 6683 169 0,'0'0'204'0,"0"-9"-3"0,0 9-12 15,0 0-11-15,0 0-13 0,0 0-13 0,0 0-14 16,0 0-12-16,0 0-10 0,0 0-6 0,-19 12-9 16,11-7-8-16,5 0-4 0,-5 1-10 0,4 2-8 15,-5 1-2-15,4-1-2 0,0 2-4 0,1 0-1 16,0-3-7-16,2 0-4 0,-2 0-5 0,3-1-8 15,1-6 1-15,-2 12-4 0,2-12-5 0,-2 9-1 16,2-9 1-16,2 10-8 0,-2-10 1 0,5 9-3 16,-1-6 2-16,4 0 0 0,-2-1 3 0,-6-2 3 15,17 3 2-15,-6-3-1 0,1-2 2 0,-1-1 4 16,1 0-3-16,-1 0 0 0,0-2 0 0,1-2 0 16,-2 2 0-16,-2 0 0 0,0-1-1 0,0 1-2 15,-1-3 3-15,-3 0-5 0,1-1 0 0,-2 1-6 16,-3 1 1-16,-1-5-5 0,-1 2-2 0,0 0 1 15,-3 0-3-15,-1 3-1 0,1-2-3 0,-1 4-3 16,-2-3-10-16,-2 3-4 0,-2 0-16 0,1 2-23 16,0 2-20-16,-7 1-28 0,0 1-49 0,-2 2-58 15,3 1-45-15,-2 2-206 0,-1-2-489 0,4 1 216 16</inkml:trace>
  <inkml:trace contextRef="#ctx0" brushRef="#br0" timeOffset="75350.58">14683 4092 53 0,'0'0'145'0,"0"0"-1"0,0 0-7 16,-7-3 0-16,7 3-10 0,0 0 5 0,0 0-7 0,0 0 0 16,0 0-9-16,0 0-3 0,0 0-6 15,0 0-8-15,-11 4 1 0,11-4-6 0,0 0-3 16,0 0-5-16,0 0 1 0,0 0-2 0,0 0-6 16,0 0-5-16,0 0 2 0,0 0-5 0,0 0-1 15,0 0-5-15,31-2-6 0,-19-1-7 0,-3 2-1 16,4-1-9-16,1 2-5 0,-1-2-2 0,5-2-4 15,-1 3-11-15,-3-1-8 0,-1 1-21 0,1-1-15 16,-2 0-24-16,-2 2-27 0,-2 0-31 0,-8 0-35 16,16 0-27-16,-10 2-26 0,-6-2-17 0,12 1-107 15,-12-1-343-15,0 0 153 0</inkml:trace>
  <inkml:trace contextRef="#ctx0" brushRef="#br0" timeOffset="75612.58">14813 4024 163 0,'0'0'199'0,"-2"-8"-1"15,2 8-5-15,0 0-5 0,0 0-6 0,0 0-5 16,-2-7-14-16,2 7-12 0,0 0-12 0,0 0-15 16,0 0-14-16,0 0-11 0,0 0-11 0,0 0-7 15,0 0-13-15,0 0 0 0,0 0-2 0,0 0-7 16,0 0-7-16,0 0-3 0,0 0-3 0,-3 25-2 15,3-25-2-15,-1 15-11 0,0-5 11 0,-1-3-5 16,1 3-15-16,0 1-11 0,-4-2-15 0,3 2-10 16,1-1-20-16,-3 1-19 0,2-1-34 0,0 2-42 15,0-2-46-15,1 2-53 0,-3-1-134 0,0 1-391 16,0-2 173-16</inkml:trace>
  <inkml:trace contextRef="#ctx0" brushRef="#br0" timeOffset="76480.71">14910 6517 8 0,'0'0'225'0,"0"0"-8"0,0 0-8 0,0 0-11 16,-3-7-9-16,3 7-13 0,0 0-6 0,0 0-15 16,0 0-10-16,0 0-11 0,0 0-5 0,0 0-11 15,0 0-12-15,0 0-6 0,0 0-13 0,0 0-7 0,0 0-6 16,0 0-6-16,15-4-8 0,-15 4-6 16,12-1-6-16,-3 0 0 0,1 1-9 0,-1-2-3 15,-9 2-3-15,17 0 3 0,-10 0-9 0,2-2-2 16,-9 2-1-16,14-3-5 0,-7 2-1 0,-7 1-1 15,11-1-6-15,-11 1 3 0,8 0-3 0,-8 0-1 16,0 0-2-16,10 0 2 0,-10 0-6 0,0 0-20 16,0 0-11-16,0 0-16 0,9 1-19 0,-9-1-22 15,0 0-48-15,0 0-32 0,0 9-55 0,0-9-181 16,0 0-431-16,-9 12 191 0</inkml:trace>
  <inkml:trace contextRef="#ctx0" brushRef="#br0" timeOffset="78313.75">14989 4863 140 0,'0'0'287'0,"0"0"-21"0,0 0-13 0,-4-8-28 16,4 8-25-16,0 0-21 0,0 0-17 0,0 0-20 15,0 0-18-15,0 0-10 0,0 0-13 0,0 0-11 0,0 0-11 16,12 18-6-16,-7-8 3 0,2 3-15 15,5 1-9-15,-4 1-4 0,3 3-3 0,-1-2-3 16,0 1-7-16,-1-2-2 0,2-1-2 0,-2 0-6 16,-2-2 1-16,1-2 0 0,0 0-5 0,-2-1 4 0,0 0-8 15,0-1-3-15,0 0 0 0,-2-2-8 0,1 1 6 16,0-2-1-16,-2 0-4 0,-3-5 3 16,5 7 0-16,-4-3-1 0,-1-4-2 0,6 6 4 15,-6-6 3-15,8 3 11 0,-8-3 11 0,0 0 13 16,0 0 13-16,6 1-3 0,-6-1 2 0,0 0-7 15,13-11 0-15,-5 2-4 0,-1 0 1 0,4-6 1 16,-2 2 5-16,2-3-7 0,-1 2-6 0,-1-1-6 16,7-8-4-16,-3 2 1 0,-1-2 1 0,-4 4-7 15,2-2-5-15,0 3-2 0,-1-6 0 0,-1 9-3 16,0-4-2-16,-2 5 5 0,-2 2 3 0,-2 2 0 16,1 2-5-16,-3 1-10 0,4 2-3 0,-4 5-13 0,2-10-13 15,-2 10-20-15,4-6-19 0,-4 6-20 16,3-7-23-16,-3 7-21 0,0 0-25 0,0 0-32 15,0 0-31-15,0 0-22 0,0 0-17 0,0 0-15 16,0 0-154-16,-1 28-454 0,1-16 201 0</inkml:trace>
  <inkml:trace contextRef="#ctx0" brushRef="#br0" timeOffset="78679.61">15541 5034 67 0,'0'0'204'0,"1"7"-8"0,-1-7-9 16,0 0 1-16,-6 10-5 0,5-4-9 0,-3 1-12 16,0-1-3-16,-1 1-7 0,1-1-9 0,0 2-2 15,-1 2-9-15,0-1-15 0,1 0-8 0,-1 0-9 16,1 1-11-16,2-3-7 0,-2 3-9 0,4-2-6 16,0-1-7-16,0-7-2 0,2 13-1 0,1-9-9 15,1 2-1-15,2-2 4 0,3 1-3 0,1-3-1 16,1 2 2-16,4-3 0 0,-2-1 3 0,6-1 2 15,-1-1-3-15,0-2 0 0,1 1-4 0,-4-3-5 16,-3 2 8-16,2-3-3 0,-3 2 4 0,1-3-5 16,-5 0 2-16,1-2-7 0,0 1 0 0,-2-2-2 15,2-3-5-15,-6 2-11 0,0-7 6 0,-4 3-5 16,0 5-1-16,-1-5-6 0,-2 2 0 0,-3 3-2 16,2 0-8-16,-3 3 1 0,1 0 1 0,0-2-11 15,0 4-15-15,-1 0-23 0,-3 3-20 0,0 1-30 16,-1 2-31-16,-6 2-21 0,0 2-45 0,0 1-66 15,0 2-64-15,-5 3-163 0,7-3-519 0,1-1 230 16</inkml:trace>
  <inkml:trace contextRef="#ctx0" brushRef="#br0" timeOffset="82263.89">13234 3773 23 0,'0'0'106'0,"0"-13"7"0,0 13-12 15,3-10 9-15,-3 10-9 0,0-10-8 0,0 10 0 16,2-8 1-16,-2 8 1 0,0-9 3 0,0 9 6 16,0 0-5-16,0 0 1 0,2-8-1 0,-2 8-2 15,0 0-4-15,0 0-6 0,0 0-4 0,0 0-8 16,0 0-4-16,0-8-10 0,0 8-8 0,0 0-2 16,0 0-9-16,0 0-3 0,0 0-4 0,0 0-3 15,0 0-3-15,0 0 4 0,0 0-6 0,0 0 3 16,0 0-5-16,0 0 7 0,0 30 2 15,0-20-12-15,0 7 1 0,0-2 0 0,0 4-4 0,2 0 1 16,-4 6 4-16,4 0-6 0,-2-1-1 0,0 2-1 16,0-1 1-16,0 2 0 0,0-1-3 0,4-1-2 15,-4 0 1-15,1-4 2 0,1-2-5 0,0 5 3 16,-2-4-2-16,0-1-3 0,0 0 1 0,0 2-2 16,4-1 4-16,-1-1-3 0,0 1-1 0,-1-1-1 15,0 0 1-15,0 0-1 0,0-2 1 0,1 1 1 16,-1-2-3-16,-2 0 1 0,0 0 0 0,4-1 0 15,-4-3-2-15,0 2 2 0,2-4-1 0,0 2-1 16,0-1 2-16,-4 1 0 0,4-1-1 0,-1-2 1 16,-1-9-2-16,2 17 1 0,-2-8 3 0,0-9-3 15,-2 15 1-15,2-15 0 0,2 13-3 0,-2-13-1 16,3 9 5-16,-3-9-2 0,0 0-1 0,2 12-3 16,-2-12 4-16,0 0-3 0,0 0 5 0,0 11 5 15,0-11-8-15,0 0 14 0,0 0 8 0,0 0 0 16,0 0 2-16,0 0-2 0,4 6 1 0,-4-6-4 15,0 0 1-15,0 0-2 0,0 0-3 0,0 0 0 16,0 0-1-16,0 0-5 0,0 0-4 0,0 0 1 16,0 0 1-16,0 0 4 0,0 0-7 0,0 0-1 15,0 0 5-15,0 0-6 0,0 0-1 0,5 8 3 16,-5-8-4-16,0 0 1 0,0 0 1 0,10 6 0 16,-10-6-5-16,7 3 4 0,-7-3 0 0,0 0-3 15,10 7 0-15,-10-7 1 0,6 4-1 0,-6-4 2 16,0 0 5-16,11 8-14 0,-11-8 8 0,6 4-3 15,-6-4 0-15,0 0 0 0,4 10 0 0,-4-10 0 16,2 10-3-16,-2-10 2 0,2 10-1 0,-2-10 2 16,-2 13-1-16,2-13 0 0,-2 14 3 0,-2-5 0 15,0 0-1-15,-2 1-2 0,2-2 2 0,-1 2-2 16,1-1 0-16,-1 1 1 0,-2 0 2 0,2 2-3 16,-1-2 0-16,2 0 0 0,-1 1 1 0,1 0-2 15,-4 1 4-15,4-1-2 0,-2-1 1 16,3 2-1-16,1-2 0 0,2 2-4 0,-2-2 5 0,2 3-4 15,0-3 3-15,2 0-4 0,3 3-3 0,-3-4-6 16,4 2 5-16,4 1-2 0,-4-2 1 0,1 1 3 16,4 1 4-16,1 3-7 0,-1-8 1 0,1 5-1 15,-2-4 4-15,-1 1-3 0,0-2 7 0,3 1-5 16,-4-1-2-16,-1 0 2 0,0-2 1 16,-4 0-2-16,-3-5 4 0,8 12 2 0,-6-6-1 0,-2-6-1 15,3 11 11-15,-3-11-10 0,-5 14 3 0,1-5-1 16,-3 0 6-16,-4 1-4 0,-3 3 5 0,0-3-3 15,-3 6 3-15,1-5-4 0,-2 0-2 0,2 3 1 16,1 0 0-16,-3-2 2 0,5 1-3 0,-1 0 1 16,0 2-3-16,3-3 4 0,2 2-3 0,0-2 2 15,5-2-4-15,-2 1-1 0,0 1-7 0,4 1-7 16,-2-1-8-16,3-2 0 0,1 2 3 0,1-1-9 16,3 2 6-16,-2-1 0 0,2 0 5 15,2 2 3-15,0 1-2 0,1-6-4 0,-3 3 11 16,3-1 0-16,0 0 1 0,-3 0-2 0,1-2 5 0,-1 1 0 15,-2 1-1-15,1 0 5 0,-1 1-1 0,-4-2 0 16,1 3 2-16,-5 2 1 0,4 0 1 0,-5 0-1 16,-2 1 1-16,0-1 0 0,0 0 1 0,0-1-1 15,0 0 2-15,0 1-1 0,0-1 1 0,4-2-2 16,-4 2-1-16,5-2 2 0,0-1 0 0,2 2 0 16,-1 2 0-16,6-3 3 0,-3 3-2 0,2 1-1 15,2-4 0-15,0 4-2 0,-1-5-8 0,6 3 0 16,-2 2 0-16,2-2 1 0,1 0 9 0,0 0-8 15,1-2 1-15,-2 1 1 0,2 2 2 0,-2-4-3 16,0 2 2-16,-2-1-2 0,0-2 2 0,-3 7 1 16,1-2 1-16,-1-1 0 0,2 2 5 0,-3 0-1 15,-3 1-3-15,-2 0-1 0,2 0-3 0,-1 2 4 16,-1-2 5-16,2 9-1 0,-2-1-1 0,0-1 2 16,2 3 4-16,0-2-1 0,0 3 3 0,0-5-4 15,4 2 6-15,-2 1 6 0,1-2 1 0,0 1 4 16,1 1-2-16,-2-6 2 0,1 1-1 15,-1-3 1-15,6 7-1 0,-5-7 3 0,1-1-5 16,-2 2 2-16,3-2-5 0,-5-2-3 0,3 2 2 16,-1-6-2-16,-2 1 0 0,0-12-3 0,4 22 1 0,-2-10-2 15,-2-12-2-15,0 15-6 0,0-15-6 0,0 15-7 16,0-15-10-16,0 0-14 0,0 16-15 0,0-16-32 16,0 0-40-16,0 0-63 0,-16 8-57 0,16-8-171 15,0 0-448-15,0 0 198 0</inkml:trace>
  <inkml:trace contextRef="#ctx0" brushRef="#br0" timeOffset="82943">13666 5011 152 0,'0'-9'257'0,"0"9"-13"16,-2-7-11-16,2 7-18 0,0 0-10 0,0 0-24 15,0-8-18-15,0 8-20 0,0 0-16 16,0 0-15-16,0 0-13 0,0 0-11 0,0 0-4 15,0 0-14-15,0 0 3 0,0 27-3 0,0-14-2 0,0 2-10 16,-3 2-6-16,3-2-7 0,0 2 0 0,0-1-8 16,0 2 2-16,0-5-4 0,3 4 2 15,-3-2 4-15,0 1 1 0,0 0-3 0,0-2 2 0,2 1-3 16,0 0 3-16,0 0 3 0,-2-2-5 16,0-1-8-16,2-3 3 0,0 3-4 0,-2-4-1 0,1 2-6 15,0-1-3-15,-1-2 1 0,1 2-9 0,-1-9 5 16,0 14-14-16,2-8-20 0,-2-6-17 0,0 9-22 15,0-9-12-15,0 10-22 0,0-10-38 0,0 9-44 16,0-9-36-16,0 0-34 0,0 7-169 16,0-7-445-16,0 0 198 0</inkml:trace>
  <inkml:trace contextRef="#ctx0" brushRef="#br0" timeOffset="83262.7">13848 5059 49 0,'0'-13'252'0,"0"13"4"16,-2-12-9-16,2 12-10 0,0-7-8 0,0 7-20 15,-1-8-16-15,1 8-21 0,0 0-19 0,0 0-20 16,0 0-15-16,0 0-15 0,0 0-10 16,0 0-12-16,0 0-2 0,0 0 4 0,3 28 0 15,-1-15-4-15,-2 1-1 0,0 1-7 0,2 4-9 0,0-2 0 16,-2 0-4-16,3-2 1 0,-2 1 0 0,0 0-10 15,-1 0 0-15,0-3-7 0,0-2-1 0,2 1 5 16,-2-2-9-16,0 2-4 0,0-2-2 0,2-4-3 16,-2 2 1-16,0 1-6 0,0-9-3 15,2 14-4-15,-2-9-31 0,0-5-18 0,0 13-28 0,0-7-16 16,0-6-19-16,0 0-31 0,0 0-49 0,-2 14-48 16,-2-9-51-16,4-5-168 0,0 0-481 0,-9 8 213 15</inkml:trace>
  <inkml:trace contextRef="#ctx0" brushRef="#br0" timeOffset="83646.78">14056 5086 126 0,'0'0'238'15,"5"-5"-15"-15,-5 5-11 0,0 0-7 0,5-7-13 16,-5 7-23-16,0 0-16 0,0 0-14 0,0 0-14 15,0 0-16-15,0 0-4 0,0 0-9 0,0 0-2 0,0 0-7 16,0 0-8-16,0 0-7 0,-25 18-5 16,18-10-7-16,-5-2-4 0,3 1-5 0,-1 0-6 15,-2 0-3-15,5 0-5 0,-3 0-1 0,0-2-4 16,1 2-2-16,0-1-6 0,1-2 0 0,0-1 0 16,2 1-5-16,1-1 0 0,-1 2-2 0,1-1 0 0,5-4-6 15,-11 4 0-15,11-4 0 0,-7 3 0 0,7-3-4 16,0 0-2-16,-4 4 0 0,4-4-2 15,0 0-5-15,-5 6 5 0,5-6-2 0,0 0 0 16,0 0-1-16,7 11 1 0,-1-6 2 0,-3 0 2 16,3-2-3-16,1 2 4 0,0 2 1 0,2 1-3 0,0-1 1 15,2-1-1-15,0-2 0 0,1 2 2 0,5 2-4 16,-1 0-13-16,-4-1-13 0,1 2-28 16,-1-3-34-16,3 2-47 0,-3-2-55 0,0 0-48 15,-5 2-166-15,1 0-435 0,-2 0 192 0</inkml:trace>
  <inkml:trace contextRef="#ctx0" brushRef="#br0" timeOffset="87613.5">6539 7832 146 0,'0'0'191'0,"-5"-5"-8"0,5 5-7 0,0 0-9 16,0 0-11-16,0 0-16 0,0 0-12 0,0 0-8 16,0 0-13-16,0 0-8 0,0 0 8 15,0 0-6-15,0 0-2 0,0 0-3 0,16-4-6 16,-9 3-5-16,10-2-1 0,3 2-8 0,0-4-6 0,1 0-9 15,1 2-4-15,-1 0-7 0,1 0-7 0,-1-1-6 16,-1-1-16-16,-3 5-18 0,-3-3-24 0,-3 3-30 16,1-1-37-16,-6-1-37 0,2 1-15 0,-8 1-17 15,10 3-15-15,-10-3-152 0,0 0-350 0,0 0 156 16</inkml:trace>
  <inkml:trace contextRef="#ctx0" brushRef="#br0" timeOffset="87848.11">6540 7854 79 0,'-10'0'163'16,"10"0"-18"-16,-9 2-7 0,9-2 6 0,-4 8-2 15,2-1 4-15,-3 0 6 0,3 5 1 0,0 4-12 16,-2 3 1-16,3-1-12 0,-2 6-11 0,1-5-4 16,-1 1-10-16,0-2-5 0,2 2-2 0,-1 4 4 15,0-6-8-15,1-3-5 0,-3 1-8 0,4-4-4 16,-2 4-9-16,-1-6-7 0,2 2-3 0,-2-1-9 15,2 1 0-15,0-1-10 0,-1-3-2 0,1-2-12 16,0 1-17-16,-2 0-23 0,3-7-15 0,-4 13-21 16,4-8-27-16,0-5-34 0,-3 8-27 0,3-8-22 15,0 0-21-15,0 0-25 0,-2 6-139 0,2-6-374 16,0 0 165-16</inkml:trace>
  <inkml:trace contextRef="#ctx0" brushRef="#br0" timeOffset="88148.05">6442 8114 98 0,'0'0'147'16,"0"0"-23"-16,6-7-4 0,-6 7-4 0,13-3-1 0,-4 2-2 16,1-2-7-16,3 0-9 0,4 1-4 15,2 0-2-15,10-4-4 0,-2 2-9 0,1-2-2 16,-1 2-11-16,-6-1-9 0,0 2-4 0,1-1-2 16,-5 1-5-16,-4 2-6 0,0 0-3 0,-2-1-8 15,0 2-3-15,-5 0 1 0,-6 0-4 0,12-2 0 0,-12 2 2 16,11 0 15-16,-11 0 0 0,8-1 3 15,-8 1 1-15,0 0-2 0,0 0 5 0,9-1-2 16,-9 1 0-16,0 0-4 0,0 0 1 0,0 0 4 0,0 0-2 16,4 10-6-16,-4-10 2 0,0 7 0 15,0-7-2-15,-1 15-5 0,-1-6 4 0,2 1-9 0,0 0-2 16,0-1 0-16,-1 3-4 0,0-1 1 16,0 0-25-16,-1-1-20 0,2 0-33 0,0-1-33 0,-1 3-38 15,2-4-46-15,-1-8-43 0,-1 15-137 0,2-8-380 16,-1-1 169-16</inkml:trace>
  <inkml:trace contextRef="#ctx0" brushRef="#br0" timeOffset="88321.7">6867 7925 68 0,'4'-6'130'0,"-4"6"-5"0,6-2-21 0,-6 2-25 0,0 0-28 16,15 8-35-16,-10-2-32 0,0 4-78 0,-2 1-100 16,3 5 45-16</inkml:trace>
  <inkml:trace contextRef="#ctx0" brushRef="#br0" timeOffset="88563.6">7002 8174 132 0,'7'-13'176'0,"-7"13"-9"0,3-9-9 0,-1 3-12 16,1-1-5-16,2 0-5 0,2-3-2 0,-1 2-11 15,1-1-8-15,1 1-3 0,-1 1-6 0,-2 3-6 16,2 0-10-16,-2 1-9 0,1-2-11 0,-6 5-6 16,11 0-5-16,-11 0-6 0,12 0-6 0,-7 5 1 15,1-2-6-15,-1 2-4 0,0 3-2 0,2 0-1 16,-5 0-3-16,2 1-2 0,-3 2-11 0,3-3-15 15,-2 4-29-15,-2-2-39 0,1 0-42 0,0-3-45 16,-1 3-38-16,1-3-138 0,1 1-353 0,2-2 156 16</inkml:trace>
  <inkml:trace contextRef="#ctx0" brushRef="#br0" timeOffset="89015.7">7430 8076 17 0,'-5'-9'212'0,"5"9"-2"0,-9-6-16 0,1 3-3 16,-3 2-7-16,11 1-9 0,-23 3-13 0,7 2-8 16,0 3-6-16,5-2-10 0,0 1-9 0,-4 2-5 15,0 0-13-15,4 2-11 0,1-2-6 0,3 2-3 16,1-3-17-16,-2 1-8 0,6-3-2 0,-1 4-10 16,2-2-3-16,1-8-5 0,3 14-4 0,-1-11-4 0,2 4-4 15,3-2 0-15,-1 0-7 0,3-3 0 16,-2 0-2-16,5-1 0 0,-2 1-6 0,4-4 1 15,-5 1-6-15,3-1-3 0,-2-1 2 0,1-3 4 16,-2 2-9-16,1-2-1 0,-3 1-4 0,0-4 0 0,0 1 6 16,-2-2-7-16,0-2 0 0,-2-4 3 15,-1 5-3-15,-1-2 3 0,1-3-3 0,-1-3-1 0,-1 2-1 16,-1-1 2-16,1-1-1 0,0 1 10 16,-2-2 0-16,2 1 1 0,0 1 6 0,-1 0 17 0,0 4-9 15,0 4 4-15,-1 2-3 0,2-1 1 0,0 9-2 16,-1-12-5-16,1 12-4 0,0-7-2 0,0 7-9 15,0 0 7-15,0 0-6 0,0 0-1 16,0 0-3-16,0 0 3 0,1 32-2 0,1-14 3 16,-2 0-1-16,1 2 0 0,-2-2 1 0,2 8 0 15,1-6-1-15,0 5-4 0,-1-8-7 0,2 2-18 0,-3-2-21 16,1 0-19-16,0 0-30 0,-1-2-31 0,3 0-45 16,1-2-40-16,1-2-261 0,-4 0-510 0,4-1 226 15</inkml:trace>
  <inkml:trace contextRef="#ctx0" brushRef="#br0" timeOffset="89450.96">8055 7929 2796 0,'5'-14'-7'0,"-3"4"39"0,1 0 11 0,-2 2-5 15,1 3-12-15,-2 5-11 0,2-9-5 0,-2 9 0 16,1-9-9-16,-1 9 2 0,0 0 2 0,6-3 9 15,-6 3 14-15,0 0 14 0,13 16 1 0,-9-6 6 16,4 6-12-16,0 0 7 0,1 2-4 0,0-1-6 16,1 6 2-16,1-7-2 0,-3 1 5 0,1 0 0 15,-3-2-2-15,2 0 0 0,-2 1-3 0,0-6-3 16,-1 2 0-16,0-3 0 0,-1 1-1 0,1-2-5 16,0 1 4-16,-1-4-5 0,-3 0-4 0,1 0 0 15,-2-5-4-15,6 8 0 0,-6-8 1 0,2 5 2 16,-2-5 0-16,0 0 14 0,0 0 20 0,0 0-3 15,9 1 1-15,-9-1-1 0,0 0-2 0,12-15-8 16,-6 5-5-16,0-2-3 0,4-2 2 0,0-4 8 16,1-3-16-16,3-7 2 0,-1 5-6 0,2-3-2 15,-1 0-2-15,-1 2 5 0,-1-4 2 0,-2 5-8 0,1 0 5 16,-3 5-10-16,0 0 14 0,-3 4-11 0,-1 1 5 16,1 3-9-16,-3 1-5 0,-1 3 7 15,2 0 1-15,-3 6-5 0,3-10-15 0,-3 10-41 16,3-6-19-16,-3 6-23 0,0 0-30 0,2-8-18 0,-2 8-18 15,0 0-20-15,0 0-16 0,0 0-30 0,-7 22-35 16,5-13-33-16,0 5-200 0,1-2-529 16,0 1 234-16</inkml:trace>
  <inkml:trace contextRef="#ctx0" brushRef="#br0" timeOffset="89796.9">8534 8023 28 0,'-5'5'198'0,"-3"2"-6"0,-1 0-3 0,2 2-5 16,-6 3-2-16,4-2 0 0,-1 2-14 0,-1 0-8 16,5 0 2-16,-3 2-11 0,0 1-11 0,4-1-9 15,0-3-7-15,2 0-15 0,2 0-5 16,-1-3-14-16,0 2-5 0,2-3-5 0,0-7 5 0,5 12-1 16,0-8 1-16,1 1-3 0,0-1-2 0,3-3-2 15,4 1-4-15,-3-2-10 0,4 0 0 0,-1-3-6 16,2 0-6-16,-3 0-3 0,-1 0 4 0,3-1-6 15,-4-3 0-15,1 2-8 0,-1-2 3 16,-2 0-6-16,-3-1 3 0,1-2-4 0,0 0 9 0,-2 1-20 16,-4-2-2-16,0 1 4 0,1-2-10 15,-3 1-1-15,-3-4-1 0,1 4-6 0,-2 1 4 0,-5-4-3 16,5 5 0-16,-4-1-2 0,-4-1-14 16,1 4-1-16,1 1-11 0,1 2-18 0,0 0-13 0,2 1-29 15,1 3-27-15,-5 0-23 0,4 4-35 0,1 0-36 16,3-1-38-16,-1 3-33 0,2 1-188 15,0-3-497-15,4-4 221 0</inkml:trace>
  <inkml:trace contextRef="#ctx0" brushRef="#br0" timeOffset="90270.71">8691 8038 48 0,'5'-3'239'16,"-5"3"-16"-16,9-4-17 0,-9 4-8 0,8-4-5 15,-8 4-2-15,0 0-13 0,6-3-14 0,-6 3-16 16,0 0-14-16,0 0-12 0,0 0-1 0,0 0 2 15,6 11 2-15,-6-11-10 0,1 16 5 0,-1-7-1 16,1 2-7-16,-2 1-7 0,1 0-6 0,0-1-9 16,0 1-6-16,0 2-7 0,1-3-7 0,0 3-5 15,1-3-5-15,1-1-6 0,0 2-2 0,-1-3-9 16,2-1 1-16,1-2-2 0,1 3 5 0,-1-5 2 16,5-1 8-16,-1 1-1 0,2-1-1 0,2 0 2 15,-3-1 0-15,1-4 4 0,1-1-5 0,1 2-8 16,0-3-9-16,-3-1 1 0,0 1-3 0,2-3-1 15,-4 1-4-15,-1-2-2 0,1-2-4 0,-1 2 3 16,-1-4-11-16,-1 1 1 0,-1-1 0 0,0 0-8 0,-2-4 0 16,1 5 1-16,0-2 6 0,-1 2-1 15,-1 0-5-15,0 2 3 0,-1 0 3 0,1 3 3 16,-1 6 1-16,2-11-4 0,-2 11-2 0,1-7-5 0,-1 7 2 16,0 0-2-16,0 0-6 0,0 0-6 0,0 0 1 15,0 0-2-15,0 0 0 0,0 0 6 0,0 0 5 16,-5 28 9-16,5-17-5 0,-1 4 6 15,-2 2 7-15,-2-2-2 0,4 2-6 0,0-3 3 0,1-2-4 16,-2-2 3-16,2 2-2 0,-1-3 1 0,4 2-6 16,-2-1-1-16,3-1 0 0,3-2 2 0,-3-1-2 15,5 1-14-15,-1-2-22 0,4-2-32 0,1-2-37 16,6 1-36-16,-2-4-32 0,2 1-30 0,-1-1-45 16,-5 1-36-16,5-5-49 0,-7 1-290 0,-2 1-661 15,0-3 292-15</inkml:trace>
  <inkml:trace contextRef="#ctx0" brushRef="#br0" timeOffset="90539.48">9227 7942 2151 0,'2'-14'4'0,"1"0"49"0,-3 3 14 0,1 1-12 0,-1 3 7 16,0 7 2-16,-1-12 9 0,1 12 6 0,1-10 1 16,-1 10 2-16,0-8 0 0,0 8-7 0,0 0-6 15,0 0-9-15,0 0-2 0,0 0 14 0,0 0 11 16,0 0 7-16,0 0 1 0,-5 37 3 0,4-21 5 15,-1 2-4-15,0-3 0 0,-3 3-4 0,4-1-6 16,1 1 1-16,-2 0-6 0,1-2-3 0,0 1-2 16,-1-2-7-16,2-2-7 0,0 0-8 0,2-4 1 15,-2 2-8-15,1-1 1 0,2 1-16 0,-2-3 9 16,4 2-12-16,-5-5 0 0,2 2-1 0,0-1 2 16,-2-6-23-16,3 10-31 0,-3-10-34 0,3 5-27 15,-3-5-30-15,3 6-23 0,-3-6-19 0,5 5-30 16,-5-5-32-16,0 0-32 0,6 0-39 0,-6 0-262 0,0 0-597 15,0 0 265-15</inkml:trace>
  <inkml:trace contextRef="#ctx0" brushRef="#br0" timeOffset="90738.81">9119 8002 14 0,'0'0'193'0,"-11"-2"-11"0,11 2-4 16,0 0 2-16,-13 0 0 0,13 0-8 0,0 0-10 0,0 0-10 15,-8 0-9-15,8 0-7 0,0 0-10 0,0 0-13 16,0 0-11-16,22-11-7 0,-12 8-14 0,9-3-6 16,-2 0-14-16,1 2-20 0,-1-2-23 15,-1-1-32-15,1 2-42 0,-3 1-43 0,1-1-50 0,-1 1-58 16,-5 1-107-16,4-4-339 0,-5 2 151 16</inkml:trace>
  <inkml:trace contextRef="#ctx0" brushRef="#br0" timeOffset="92897.86">10009 7958 192 0,'0'0'244'0,"0"0"-7"0,-4-10-9 0,4 10-16 0,-3-9-16 15,3 9-12-15,-7-3-17 0,7 3-9 0,-13-4-10 16,7 4-9-16,6 0-12 0,-18 4-6 0,7-1-12 16,0 4-6-16,0-2-11 0,-2 7-9 0,1-1-5 15,-1 1-4-15,3 1-7 0,0 1-8 0,2 0 5 16,-1 1-15-16,4-3-7 0,1-2-5 0,-1 0-1 15,4 3 2-15,0-4-13 0,2 2 2 0,0-2-7 16,2 0 2-16,3-1-6 0,-1 0-4 0,4-3 3 16,-1 0-8-16,2-2-2 0,0 1 1 0,2-2 1 15,-2-2-1-15,3 1-6 0,1-2 2 0,-4 0-1 16,2-3-2-16,-2 1 3 0,-1-2 0 0,-1 1 3 16,-1-1-1-16,0 0 0 0,-2-3 0 0,-1 0-2 15,-3 1-1-15,3-3 3 0,-3-1-1 0,0 2 1 16,-2-3-2-16,1 2-2 0,-1-1 11 0,2 1 0 15,-1 1 1-15,0 9-2 0,0-13-3 0,0 13 7 16,0-9-9-16,0 9-7 0,0 0-2 0,0-6-1 16,0 6 1-16,0 0-1 0,0 0 0 0,0 0-1 0,0 0 2 15,6 29 5-15,-4-17-6 0,-1-2-11 0,3 2-17 16,-2-1-14-16,2 2-11 0,0 1-26 16,-3-1-31-16,3-1-51 0,1-3-34 0,-1 1-43 15,1-1-184-15,0-2-462 0,-1 0 204 0</inkml:trace>
  <inkml:trace contextRef="#ctx0" brushRef="#br0" timeOffset="93247.94">10220 8025 168 0,'0'0'185'0,"0"0"-4"0,0 0-5 0,0 0-1 15,0 25-5-15,0-14-12 0,0-2-11 0,-2 3-13 16,1 1-9-16,1-2-8 0,0 1-8 0,0 2-9 15,0-4-10-15,1 0-5 0,-1-3-6 0,2-2-1 16,-2-5 1-16,-2 10 10 0,2-10 3 0,3 9 11 16,-3-9 5-16,0 7 10 0,0-7-3 0,0 0-4 15,0 0-19-15,0 0-2 0,0 0-9 0,0 0-9 16,5-22-6-16,-2 14-6 0,1 0-3 0,1-3-15 16,1 1 7-16,0-5-20 0,1-1-5 0,1-1-8 15,4 1-1-15,-3 3-4 0,1 0-3 0,-1 3-3 16,0 1-5-16,-1 1 5 0,-2 0-5 0,1 5-8 15,-2 0 0-15,-5 3 4 0,13 0 2 0,-13 0-1 16,11 6-2-16,-6-2 0 0,3 4 3 0,-2-1 1 16,-1 3-3-16,2 1 7 0,-3 0-5 0,-1-1-19 15,3 2-20-15,-3-4-21 0,1 4-23 0,0-1-22 16,0 2-36-16,1-1-52 0,1-4-43 0,-2 1-243 16,-1-1-519-16,2-1 230 0</inkml:trace>
  <inkml:trace contextRef="#ctx0" brushRef="#br0" timeOffset="93714.65">10783 7982 227 0,'0'0'253'0,"-6"-11"-7"0,1 10-19 0,5 1-13 16,-12-3-7-16,12 3-10 0,-14 3-16 0,3 4-10 15,-2 3-11-15,1 3-10 0,-2 1-9 0,2 0-17 16,0 3-11-16,-1-1-13 0,3-1-8 0,-1 2-9 15,3-3-9-15,4 1-8 0,0-2-8 0,2-3-2 16,-1 0-9-16,2-2-6 0,2 0 2 0,0-1-3 0,2-2-4 16,1 2-2-16,1-4-4 0,1 1-3 15,3-2-2-15,1-2 2 0,1 0-4 0,3-3-2 16,-3 0-2-16,3 0-5 0,-2-4 5 0,6 1-5 16,-8 0-3-16,-2-2 1 0,-1 0 1 0,1-1 0 0,-2-1-2 15,-1-2-5-15,1 1 2 0,-3-6-5 16,0 0 5-16,1-1 1 0,-2-1 7 0,0-1-4 15,0-3 5-15,-2 3 3 0,1-5-5 0,-1 6 4 16,0-7-3-16,-1 1 9 0,0 6-5 0,1 1 9 0,0 6 4 16,0 1 11-16,-1 0 10 0,-1 1-5 0,1 3-5 15,1 7 2-15,1-12-3 0,-1 12-7 0,0-7-11 16,0 7-6-16,0 0-7 0,0 0 7 0,0 0-7 16,0 0 6-16,2 34 3 0,-2-17 20 0,-2 9-17 15,4-1 0-15,-4 2-9 0,2 2 1 0,0-1 7 16,0-4-5-16,0 0-4 0,0-6 1 0,2 0 4 15,-1-2-41-15,1-3-19 0,2-2-28 0,-2 3-32 16,0-1-30-16,-1-2-23 0,3 0-46 0,-1-1-54 16,1-4-60-16,-2 0-234 0,-2-6-591 0,9 9 261 15</inkml:trace>
  <inkml:trace contextRef="#ctx0" brushRef="#br0" timeOffset="93963.7">11512 7771 20 0,'0'0'278'16,"-5"-7"-25"-16,5 7-22 0,0 0-27 0,0 0-17 16,0 0-15-16,0 0-11 0,0 0-12 0,0 0-11 15,3-8-7-15,-3 8-11 0,17-5-11 0,-3 3-8 16,5-3-10-16,4 2-9 0,-2 0-8 0,8-4-9 15,-1 5-10-15,0-2-16 0,-10 1-24 0,1 3-27 16,-7-3-45-16,-3 2-48 0,2-1-40 0,-4 2-36 16,-7 0-35-16,11 2-111 0,-11-2-353 0,0 0 156 15</inkml:trace>
  <inkml:trace contextRef="#ctx0" brushRef="#br0" timeOffset="94362.98">11669 7729 87 0,'-5'-2'203'0,"5"2"-20"15,0 0-15-15,0 0-17 0,0 0-12 0,-10 5-9 16,10-5-1-16,0 0-6 0,-5 10 6 0,4-3-7 16,-1 3 1-16,-2 8-3 0,2-3-2 0,-2 3-5 0,1 0 2 15,3 1-4-15,-2 1-10 0,0-1 0 0,0 1-11 16,-1-1-4-16,3 1-3 0,0-2-8 16,3-2-1-16,-2 1-6 0,-1-4-2 0,1 0-13 15,-2-3-1-15,2 0-5 0,1 0-3 0,-2-1-8 0,2-3 0 16,-2-6-4-16,0 12-4 0,0-12-3 0,0 8 4 15,0-8-11-15,2 8-8 0,-2-8-12 16,0 0 2-16,0 9-8 0,0-9 0 0,0 0-9 16,-4 7-3-16,4-7-8 0,0 0 1 0,-12 2-1 0,12-2 0 15,-13 2 1-15,7-2 12 0,6 0-8 0,-14 1 2 16,6-1 1-16,8 0 3 0,-10 1 5 0,10-1-4 16,-11 1 5-16,11-1 3 0,-9 0 2 0,9 0-2 15,0 0 6-15,-9 2 2 0,9-2 0 0,0 0 0 16,0 0 11-16,-4 4 2 0,4-4 6 0,0 0 6 15,0 0 4-15,0 0 2 0,21 8-1 0,-12-8-3 16,3 0 2-16,8 1-6 0,-4-1-2 0,4-2 0 16,-1 2-13-16,3-3-20 0,5-1-27 0,-5 2-35 15,-2-2-49-15,2 2-68 0,-2-3-68 0,-6 3-184 16,4-4-479-16,-2 0 212 0</inkml:trace>
  <inkml:trace contextRef="#ctx0" brushRef="#br0" timeOffset="94512.97">12078 8061 84 0,'0'0'240'0,"0"0"-21"0,0 0-25 16,0 0-19-16,0 0-16 0,0 0-17 0,0 0-29 16,0 0-38-16,0 0-46 0,0 0-45 0,-14 9-55 15,14-9-154-15,0 0-242 0,0 0 108 0</inkml:trace>
  <inkml:trace contextRef="#ctx0" brushRef="#br0" timeOffset="97405.06">12068 8138 125 0,'9'0'196'0,"-9"0"1"16,0 0-2-16,0 0-10 0,0 0-7 0,0 0-6 16,0 0-7-16,0 0-12 0,0 0-3 0,0 0-5 15,0 0-8-15,0 0-2 0,0 0-7 0,0 0-5 16,0 0-5-16,0 0-10 0,0 0 0 0,0 0-20 16,0 0-8-16,0 0-10 0,0 0-5 0,0 0-18 15,0 0-29-15,0 0-51 0,0 0-58 0,0 0-82 16,0 0-293-16,0 0-503 0,-27-10 223 0</inkml:trace>
  <inkml:trace contextRef="#ctx0" brushRef="#br0" timeOffset="148263.29">9362 10315 29 0,'0'0'152'0,"0"0"-14"0,0 0-9 15,0 0-12-15,0 0-1 0,0 0-9 0,0 0-9 16,0 0-10-16,0 0-7 0,0 0-7 0,0 0-4 16,0 0-4-16,0 0-2 0,0 0-5 0,0 0-6 15,0 0 1-15,0 0-2 0,-9-5-6 0,9 5 3 16,0 0-2-16,0 0-1 0,0 0-5 0,0 0 0 15,0 0 1-15,0 0 0 0,0 0 0 0,-15 12-4 16,10-8 3-16,5-4 0 0,-9 9-4 16,5-5-6-16,-2 3 3 0,-1 1-1 0,2-2-7 0,0 2 0 15,-2-1 0-15,4 2 5 0,-4-1 1 0,2 3-3 16,-1-4-1-16,1 3-3 0,1 0 2 0,-2 0 0 16,2 1 2-16,0 0-5 0,1 2 1 0,1-5-2 15,0 3-1-15,2 0 0 0,-1 1 2 0,2-3-5 16,1 2 4-16,-1-2-4 0,3-1 0 0,0 3-4 15,-2-5 1-15,6 1-4 0,-2 1 3 0,1-4 2 16,0 2 5-16,5-1 5 0,-1-1 0 0,1 1-2 16,2-3 7-16,-1-2-5 0,2 1 9 0,0-2-6 15,3-1 4-15,-5-1-5 0,5 1 0 0,-3-3-6 0,2 0 1 16,-4 0 1-16,-1 0-2 0,0-3 0 16,1 2 8-16,-4-3 2 0,1-3-4 0,-2 2 0 15,-1-1 1-15,-2 1-2 0,-1-2 0 0,-1-1-1 0,-2 0-2 16,-2-3 1-16,-3 0-6 0,1 4 3 0,-2-3-2 15,-1 3 6-15,0 5-4 0,-2-5-1 16,0 3-5-16,-2 0 0 0,-4-2-3 0,2 5 5 16,-4 0-13-16,0 2-7 0,-2 1-9 0,1 3-7 0,0 0-5 15,3 2-18-15,-3 1-19 0,3 0-25 0,4 4-19 16,1-3-29-16,-1 3-33 0,4 2-29 0,3-1-22 16,4 2-51-16,3-2-137 0,5-1-436 15,5 1 193-15</inkml:trace>
  <inkml:trace contextRef="#ctx0" brushRef="#br0" timeOffset="148919.39">10779 10339 49 0,'0'0'255'0,"-6"-6"-20"0,6 6-8 0,-11-4-15 15,6 2-11-15,5 2-17 0,-15-1-14 0,15 1-17 16,-12 0-11-16,12 0-14 0,-13 1-11 16,5 1-14-16,-1 2-13 0,3 2-5 0,-2-2-9 0,0 3-8 15,0 1-4-15,1-1-2 0,-1 5-3 0,2-2-7 16,-2 0-6-16,1 1-4 0,3 1-2 15,0-3-2-15,-1 4-1 0,1-3-10 0,0 1 6 16,2 1-5-16,-1-1-6 0,2-3-1 0,1 1 1 0,1 1-8 16,3-1 9-16,0-1-5 0,1-1-2 0,3 5-3 15,1-7 3-15,1 3-2 0,1-2 1 16,6 0-4-16,0-3 1 0,-3-1 2 0,-2 1 5 0,6-4-10 16,0 2 2-16,0-2 7 0,-3-2-9 0,-1 0-5 15,3-1 4-15,1 2 0 0,-3-5 6 0,2 0-6 16,-7 2 0-16,2-3-2 0,-5-1-1 0,2 2 1 15,-4-3 5-15,3 1 9 0,-3-4 5 0,-2 1-8 16,-1 1 4-16,0-5 1 0,-4 0-4 0,1 3 3 16,-2-3 0-16,0 0-2 0,-1-1-2 0,-4 5 2 15,0-2-5-15,-1 2-2 0,-1-1-2 0,1 5 1 16,0-1-4-16,-2 3 0 0,-2-1-3 0,1 4-2 16,-1 0-5-16,-4 0-13 0,3 2-13 0,1 1-20 15,-1 1-19-15,1 2-25 0,2 1-33 0,-1 2-38 16,3 1-42-16,5-2-41 0,2 1-201 0,2 3-484 15,0-9 214-15</inkml:trace>
  <inkml:trace contextRef="#ctx0" brushRef="#br0" timeOffset="149414.82">10932 10475 179 0,'0'0'244'0,"0"0"-3"0,-9-3-8 0,9 3-7 15,0 0-12-15,-9-1-7 0,9 1-14 0,0 0-10 16,0 0-17-16,-7-3-17 0,7 3-11 0,0 0-5 15,0 0-22-15,0 0-14 0,0 0-5 0,0 0-6 16,40-1-10-16,-11 1-6 0,8-2-8 0,18 1-1 16,5 0-10-16,31 1-6 0,-26-4-4 0,25 1-5 15,-25 2 0-15,27-3-5 0,0 0-3 0,-26 2-4 16,30 1 9-16,-31-4-10 0,30 3 0 0,-34 1-9 16,4-3 0-16,-3 0-2 0,-1 2 2 0,-7-2 6 15,-3-1-12-15,1-1 0 0,-1 3-1 0,-16-2 4 16,1 3 11-16,-3-3 5 0,-4 1 12 0,-1 2 7 15,-8-1 7-15,-7 1 15 0,-2 1 1 0,1 0 8 16,-5 0 10-16,1 1-9 0,-8 0 6 0,12 0-4 16,-12 0 1-16,9-3-3 0,-9 3-1 0,6-1-7 15,-6 1-13-15,0 0 4 0,0 0-11 0,0 0 2 0,7-1-8 16,-7 1-4-16,0 0-8 0,0 0-1 16,0 0-6-16,0 0-20 0,0 0-30 0,9-2-34 15,-9 2-37-15,0 0-36 0,0 0-47 0,0 0-47 0,0 0-68 16,0 0-68-16,0 0-255 0,-45 0-669 0,18 0 297 15</inkml:trace>
  <inkml:trace contextRef="#ctx0" brushRef="#br0" timeOffset="164366.88">8966 10480 47 0,'0'0'82'16,"9"0"2"-16,-9 0-16 0,14 0-1 0,-6 0-4 15,2 0-4-15,1 1-16 0,0-1 3 0,0 0 3 0,-1-1-11 16,1 2-3-16,1-1-5 0,-1 0-4 16,-1-1-6-16,1 2 4 0,-2-1-1 0,-1 1-10 15,-8-1 0-15,15 0-4 0,-10 1-4 0,-5-1-8 16,9 2 9-16,-9-2-4 0,9 0-13 0,-9 0 2 15,0 0 5-15,0 0 1 0,10 1-5 0,-10-1-5 16,0 0 4-16,0 0 7 0,0 0-5 0,0 0-2 16,0 0 2-16,0 0-1 0,0 0 5 0,-26 6 5 15,26-6-3-15,-14 2-3 0,7-2 3 0,7 0 6 16,-14 0 3-16,14 0-2 0,-15 0 8 0,7 2 8 16,8-2 3-16,-14 0 10 0,6 0 7 0,8 0-1 15,-10 0 1-15,10 0 8 0,-9 0-8 0,9 0-14 16,0 0 8-16,0 0 3 0,0 0-13 0,0 0 10 15,0 0 4-15,0 0 0 0,0 0-9 0,0 0-1 16,30-2 1-16,-18 2-4 0,1 0 1 0,6 0-4 0,0-2-2 16,1 1-9-16,-2 1 2 0,-2-1-6 0,-2-1-9 15,-2 1-10-15,0 1-25 0,-5-1-11 0,-7 1-23 16,13 1-10-16,-13-1-25 0,10-1-99 16,-10 1-220-16,0 0 98 0</inkml:trace>
  <inkml:trace contextRef="#ctx0" brushRef="#br0" timeOffset="167829.82">8149 10543 22 0,'0'0'95'15,"0"0"-15"-15,0 0-10 0,0 0-6 0,0 0-13 16,0 0-10-16,0 0-4 0,0 0-10 0,-5-4 1 15,5 4-1-15,0 0-1 0,0 0-4 0,0 0 13 16,0 0 1-16,0 0-1 0,0 0 8 0,0 0 3 16,0 0 0-16,0 0 4 0,0 0 6 0,0 0-3 15,0 0-1-15,0 0-10 0,0 0 3 0,0 0-1 16,0 0-4-16,-6-4 0 0,6 4-4 0,0 0-2 16,0 0 0-16,0 0 2 0,0 0-5 0,0 0-3 15,0 0 7-15,0 0-9 0,0 0 1 0,0 0 2 16,0 0-3-16,0 0-4 0,0 0 3 0,-13 1 8 15,13-1-11-15,0 0 1 0,0 0-7 0,0 0 4 0,-11 4-5 16,11-4 0-16,0 0-1 0,0 0 1 16,-5 3 5-16,5-3-6 0,0 0 3 0,0 0 1 15,0 0 4-15,0 0-5 0,0 0 2 0,0 0 1 16,0 0-2-16,0 0 1 0,-8 3-8 0,8-3 4 0,0 0-1 16,0 0-1-16,0 0 8 0,0 0-1 0,0 0 2 15,27 7 0-15,-16-6 7 0,8 0-1 16,-1 2 0-16,5-2 0 0,5-1-1 0,2 0-5 15,3 0 4-15,-2-1-5 0,1 1 1 0,2 0-2 0,-2 0-4 16,1-1-2-16,2-2 0 0,-1 1-5 0,1-1 2 16,2 0-2-16,-1-1 1 0,3-1 0 0,14-2 2 15,-15 3-5-15,0 0-1 0,2 0 1 0,-4 0-3 16,-4 0 1-16,0 1 1 0,0 0 1 0,0 2-6 16,-11-3 2-16,1 2 2 0,-2 2-7 0,0 0 5 15,-8 0-3-15,2-1 0 0,-2 1-1 0,3 0 0 16,-2 0 3-16,0 0 1 0,-2-2-4 0,1 2 2 15,-1 2 3-15,1-4 1 0,-2 2 7 0,1 0 6 16,-3 0 2-16,-8 0-2 0,14 0 1 0,-7 2 0 16,-7-2-2-16,12 0 6 0,-12 0-5 0,8 0 0 15,-8 0-3-15,0 0 1 0,11-2-1 0,-11 2-3 16,0 0 1-16,0 0-5 0,8 0 2 0,-8 0 0 16,0 0-5-16,0 0 4 0,0 0-5 0,0 0-5 15,9-2-5-15,-9 2-2 0,0 0-4 0,10-1-2 16,-10 1-9-16,11-1-1 0,-11 1-13 0,10 1-7 15,-10-1-11-15,14-1-4 0,-8 2-9 0,-6-1-15 16,14 0-13-16,-6 0-15 0,-8 0-19 0,10 0-26 16,-10 0-31-16,11 0-104 0,-11 0-315 0,0 0 141 15</inkml:trace>
  <inkml:trace contextRef="#ctx0" brushRef="#br0" timeOffset="168431.34">8015 10608 24 0,'0'0'57'0,"0"0"5"0,0 0 0 0,0 0 6 0,0 0-4 15,2-8-4-15,-2 8 7 0,0 0 3 0,0 0 1 16,0 0 1-16,0 0-1 0,0 0 6 0,0 0-1 16,0 0-4-16,0 0-1 0,0 0-19 0,0 0 6 15,0 0-2-15,0 0-5 0,0 0 0 0,0 0-15 16,0 0 4-16,0 0-18 0,0 0-10 0,0 0-13 16,0 0-13-16,0 0-21 0,0 0-4 0,0 0 0 15,0 0-3-15,0 0-12 0,8-3-1 0,-8 3-10 16,0 0-8-16,16 3-6 0,-16-3-11 0,11 1-50 15,-11-1-150-15,13 3 66 0</inkml:trace>
  <inkml:trace contextRef="#ctx0" brushRef="#br0" timeOffset="169295.56">8094 10605 340 0,'0'0'0'0,"0"0"3"16,11-4 11-16,-11 4 19 0,5-2 5 0,-5 2 7 15,0 0 7-15,7-4 11 0,-7 4 9 0,0 0-2 16,3-7-1-16,-3 7-1 0,0 0-6 0,1-9 6 16,-1 9-12-16,0 0-1 0,0 0 4 0,0 0-4 15,-1-10-2-15,1 10 2 0,0 0 0 0,0 0 1 16,0 0-6-16,0 0-2 0,0 0-4 0,0 0-3 15,0-10-10-15,0 10 1 0,0 0-7 0,0 0-3 16,0 0 4-16,0 0-3 0,0 0 0 0,0 0 5 16,0 0 15-16,0 0 6 0,-10 28-2 0,6-18-3 15,1 1 0-15,1 1-2 0,-2 3 3 0,1-2-4 0,1-1 2 16,-3 3-6-16,1 4 2 0,1-2-7 16,1 1 0-16,-1-1 6 0,2 10-3 0,-2-3 2 15,3-4-5-15,0 5 0 0,2 1-5 0,-4-7-4 16,5 8-1-16,-2-2-1 0,1 1-6 0,-1-2 3 0,0-5-2 15,0 8 2-15,1 0 24 0,-1-2 0 16,3-5 2-16,-1 5-11 0,0-6 0 0,0-1-8 16,-1 2 6-16,1-1 8 0,-1 2 3 0,2 3-4 15,-1-5 4-15,-1 0-6 0,0-1-5 0,3 1 0 0,-4-1 3 16,3 0 2-16,0 0-2 0,-2-1-2 0,1-2 1 16,-1 1-4-16,3-1 1 0,-2-2-1 0,1 1 4 15,-3 0-8-15,2-3-1 0,-2 0-3 16,0 0-1-16,0 1-1 0,1 0 3 0,-2-2-2 0,1-1-5 15,-1-2 0-15,1-1 0 0,-1-6-5 0,0 14-1 16,0-7 0-16,0-7 4 0,2 11-3 0,-2-11 2 16,0 12-4-16,0-12-2 0,1 9 0 0,-1-9-3 15,1 9 4-15,-1-9-1 0,1 10 0 0,-1-3 3 16,0-7 6-16,2 13-5 0,-1-5 6 0,0 0-4 16,1 1-3-16,-1-1 8 0,0-1-7 0,-1-7 0 15,3 14 8-15,-2-8-14 0,0 0-2 0,-1-6 7 16,4 12-3-16,-4-6-2 0,0-6 0 0,2 7 1 15,-2-7 8-15,0 9-11 0,0-9-3 0,0 0 3 16,2 8 0-16,-2-8-5 0,0 0 1 0,2 6 7 16,-2-6-4-16,0 0 1 0,0 0 0 0,0 0 1 15,3 6-1-15,-3-6 2 0,0 0-4 0,0 0 14 16,0 0-12-16,0 0 1 0,3 6 0 0,-3-6-4 16,0 0 8-16,0 0-7 0,0 0 3 0,0 0 0 15,3 4-1-15,-3-4-5 0,0 0 6 0,0 0-3 16,0 0 4-16,8 4 4 0,-8-4-11 0,10 2 6 15,-5 2 7-15,3-4-1 0,6 1 1 0,-4 1 1 16,4-2-3-16,6 1-3 0,1-1 3 0,0 6-1 16,8-6-2-16,2 1 12 0,1 0-9 0,1-1-4 15,3 2 2-15,1-2-13 0,0-2 12 0,3 2-2 16,11-1 2-16,-14 0-11 0,15 2 10 0,-15-2 1 16,14 1-1-16,-12 0 1 0,-1-2 15 0,-1 2-20 15,14 2 0-15,-11-4 10 0,-1 1-3 0,13 0-3 16,-14 0 2-16,-1 0 2 0,2 0 1 0,1 1-1 15,-2-2-2-15,12 4-2 0,-13-2 9 0,0-2 2 16,0 1-9-16,-1 1 11 0,-3-2 17 0,-2 4-21 16,-1-2 0-16,-4 0 4 0,-4 0-4 0,-4 0 11 15,2 0-14-15,-2 1-1 0,-4 1-1 0,-1-2-10 16,0 1 6-16,-2 0-1 0,0-1 3 0,-1 1-4 0,-2 0 1 16,-8-1 1-16,11 1 2 0,-11-1-3 15,10 0-18-15,-10 0-9 0,8 0-35 0,-8 0-27 0,0 0-35 16,0 0-30-16,9 0-45 0,-9 0-60 15,0 0-59-15,0 0-227 0,0 0-588 0,0 0 261 16</inkml:trace>
  <inkml:trace contextRef="#ctx0" brushRef="#br0" timeOffset="169913.43">9487 11835 138 0,'0'0'140'15,"-1"-8"-15"-15,1 8-6 0,0 0-15 0,0 0-7 16,0 0-18-16,0 0-2 0,0 0-8 0,0 0-6 16,0 0-10-16,0 0 5 0,0 0-4 0,0 0 7 15,0 0 11-15,0 0-10 0,26 14 7 0,-17-12 1 16,3 1-4-16,1-3-4 0,9 3 0 0,-3-3-4 16,3 1 0-16,7-1-11 0,-7-1 6 0,9-2-1 15,-1 0 1-15,-2 1-2 0,-1 0-3 0,-5-1-6 16,1 0 1-16,-3 0-1 0,0-1-1 0,-3 2-4 15,-4 0 0-15,0 1 1 0,-3-1-3 0,1 0-3 16,-3 0 3-16,-8 2-1 0,11-1-4 0,-11 1 1 16,9-1-1-16,-9 1 1 0,6-1-4 0,-6 1 2 0,9-1-6 15,-9 1 2-15,0 0-1 0,0 0-1 0,0 0-4 16,0 0-4-16,0 0-1 0,9-1-2 16,-9 1 0-16,0 0-4 0,0 0 0 0,0 0-10 0,0 0-13 15,0 0-23-15,0 0-17 0,4 9-33 0,-4-9-33 16,2 5-34-16,-2-5-37 0,4 7-181 0,-4-7-402 15,3 6 178-15</inkml:trace>
  <inkml:trace contextRef="#ctx0" brushRef="#br0" timeOffset="171579.86">9985 11587 143 0,'-4'-6'172'0,"0"0"-3"0,4 6-1 0,-4-8-4 16,4 8-1-16,-5-7-2 0,5 7-5 0,0 0-8 15,-3-9-7-15,3 9-17 0,0 0-15 0,0 0-11 16,0 0-14-16,-3-5-9 0,3 5-7 0,0 0-7 15,0 0-14-15,0 0 2 0,3 23-4 0,-1-6 0 16,-1 1-2-16,0 8-2 0,0 2-4 0,2-3-2 16,0 3-2-16,0 1-2 0,-3 0 6 0,3-2 7 15,0 0-4-15,-1-7-4 0,-1-1-2 0,1 1-3 16,0-1 1-16,2-2-5 0,-3-2 1 0,1 1-2 16,-1-3-1-16,0 0 0 0,0-3-1 0,-1-1 5 15,0 1-9-15,0 0 0 0,3-5-6 0,-2 3 0 0,-1-8 1 16,2 10 0-16,-2-10 0 0,0 9-5 15,0-9-5-15,0 0-16 0,0 9-7 0,0-9-22 16,0 0-21-16,-6 7-33 0,6-7-40 0,0 0-42 0,0 0-48 16,0 0-179-16,-16-12-438 0,12 3 194 0</inkml:trace>
  <inkml:trace contextRef="#ctx0" brushRef="#br0" timeOffset="172009.21">10039 11489 1757 0,'0'-11'33'0,"-1"1"21"0,0 4 15 0,1 6-31 16,-3-10-4-16,3 10-18 0,-2-9-3 0,2 9-2 15,0 0-1-15,0 0-3 0,0-10-5 0,0 10 18 16,0 0 10-16,0 0-6 0,22 13 0 0,-6-4-7 16,-2 4 6-16,5-3-2 0,6 6 0 0,0-2 1 15,2 1 4-15,1-2-9 0,3 0 4 0,-2 0-6 16,3 0 4-16,-4-1-3 0,3 1-1 0,-5-4-2 15,0 0-2-15,1 1 7 0,-6-2-5 0,-3-2 3 16,1-1 2-16,-4 3-2 0,-2-4-10 0,-2 2 13 16,0 1-7-16,0-1-4 0,-3-2 1 0,1 0-1 15,-3 0-1-15,0 0 3 0,0-1-3 0,-6-3 0 16,7 6 0-16,-4-2-3 0,-3-4 5 0,6 4-2 16,-6-4 3-16,3 6 4 0,-3-6 3 0,0 0 5 15,0 0 2-15,-9 16 3 0,4-9-1 0,-3 2 1 16,-5 1 4-16,-2 2-8 0,-8 6 1 0,-5 0 0 15,1-1 4-15,-4 4-3 0,-1-3 1 0,0 1 2 16,-1 0 0-16,3-3-4 0,0 0 5 0,2 1-9 16,4-2-2-16,-1-2-1 0,8-1-2 0,2-2-3 15,3-3-3-15,1 0-15 0,1 0 1 0,0 0-21 16,1-2-11-16,3 1-25 0,0-2-31 0,3 0-29 16,3-4-30-16,-7 7-35 0,7-7-44 0,0 0-141 15,0 0-402-15,0 0 179 0</inkml:trace>
  <inkml:trace contextRef="#ctx0" brushRef="#br0" timeOffset="172379.86">10646 11487 197 0,'0'0'233'0,"0"0"-10"0,-2-10-9 15,2 10-6-15,0 0-15 0,0-8-17 16,0 8-18-16,0 0-15 0,0 0-14 0,0 0-19 0,0 0-10 16,0 0-8-16,0 0-10 0,0 0-7 0,0 0-7 15,2 38-6-15,-2-22 0 0,0 2 1 16,3 6-7-16,-3-3-1 0,1 7-1 0,1 0-1 15,-1-3-2-15,0 2 0 0,-1-3-7 0,3 1-3 0,-3 1-2 16,0-7-2-16,2 5-6 0,-2-5 5 0,3-2-8 16,-3 0-6-16,1 0 1 0,-1 1 0 15,2-3-15-15,-2-3-20 0,0 1-17 0,1 0-17 16,-1-3-20-16,0 0-21 0,-3 0-32 0,3 1-37 16,-2-5-32-16,0 1-28 0,1 0-172 0,1-7-418 0,0 0 185 15</inkml:trace>
  <inkml:trace contextRef="#ctx0" brushRef="#br0" timeOffset="173530.39">10818 11711 84 0,'0'0'161'0,"-10"0"-8"0,10 0-5 16,-11 0-7-16,11 0-12 0,-9-2-3 0,9 2-11 16,0 0-6-16,-11 0-8 0,11 0-6 0,0 0-9 15,0 0-11-15,-8 2-1 0,8-2-6 0,0 0-2 16,0 0-5-16,0 0-5 0,0 0-5 0,0 0-6 16,-10 0-2-16,10 0-3 0,0 0-4 0,0 0 0 15,0 0-3-15,0 0 0 0,0 0-5 0,0 0-3 16,0 0-2-16,0 0 0 0,0 0-1 0,0 0 0 15,0 0-1-15,0 0-7 0,0 0 1 0,0 0 1 16,0 0-5-16,-5 3 7 0,5-3-6 0,0 0 2 16,0 0 3-16,0 0 0 0,0 0-2 0,-9 0-2 15,9 0 2-15,0 0-3 0,-7 3-1 0,7-3 4 16,0 0-5-16,0 0 3 0,0 0 0 0,-8 4 2 16,8-4-3-16,0 0 2 0,0 0-1 0,0 0 0 15,0 0-2-15,-5 3 0 0,5-3 2 0,0 0-4 16,0 0 3-16,0 0-1 0,0 0-1 0,0 0 4 15,0 0-5-15,0 0-1 0,0 0 2 0,0 0-2 16,0 0 2-16,0 0-1 0,0 0-4 0,0 0 3 16,0 0 1-16,0 0 5 0,0 0-1 0,0 0 1 15,0 0 2-15,0 0 4 0,0 0-5 0,17 6 5 0,-17-6-1 16,7 0 4-16,-7 0-4 0,0 0 18 16,9 0-18-16,-9 0 4 0,0 0-3 0,0 0-1 0,10 2-1 15,-10-2 2-15,0 0-1 0,6 1-4 16,-6-1-3-16,0 0 2 0,0 0-4 0,8 0 3 0,-8 0-2 15,9 2-2-15,-9-2 5 0,10 0-3 16,-10 0 1-16,10 0 10 0,-10 0-4 0,19-2-1 16,-7 2 2-16,1-1 0 0,1-1-3 0,3 0 1 15,0 2-5-15,-4-2 6 0,8 0-6 0,-1 0 12 0,-1 1-15 16,2-1-1-16,7-1 0 0,0 1-1 0,0 1 0 16,3-1-2-16,1-2-1 0,0 2 4 0,1 0-2 15,3-1-1-15,1 0-2 0,2 0 3 16,1 3 5-16,0-4-8 0,13-1-3 0,-16 1 0 0,1-1 5 15,-4 4-4-15,2-3-1 0,-2 1 2 0,-1 0 1 16,2-1-2-16,-2 2-1 0,-1 1 0 0,1-3-1 16,-1 0 5-16,1 1-5 0,-2 0 3 0,-3 1-6 15,2-1 9-15,2 3-1 0,0-6-2 0,1 5-6 16,-2-1 4-16,-1 0 2 0,-1 0 0 0,1-1-2 16,-2 1 0-16,-6 1 4 0,-1 1-2 0,-3 0 2 15,-5-1 0-15,3 0-2 0,-4 0 9 0,4 2 4 16,-5-4-2-16,3 2 1 0,-1 0-1 0,0 1-3 15,-2-2 2-15,0 1-2 0,1 0-3 0,1 0 1 16,-2 1-2-16,1-1 2 0,-3 1-2 0,0-2 3 16,0 1 10-16,-9 1-4 0,15-1-9 0,-8 1 1 15,1-2-2-15,-8 2 0 0,13-1 13 0,-13 1-14 16,10-2-3-16,-10 2 0 0,8 0 2 0,-8 0-3 16,0 0 3-16,10 2-1 0,-10-2-3 0,0 0 14 15,9 0-11-15,-9 0-1 0,0 0 1 0,12-2-5 16,-12 2 4-16,7 2 0 0,-7-2 3 0,0 0-4 15,10-2 0-15,-10 2-2 0,12 0 1 0,-12 0 3 16,13 0 0-16,-6 0 3 0,-7 0-2 0,14 2 1 16,-3-1 10-16,-11-1 1 0,14 0-5 0,-9-1 0 15,-5 1-2-15,19-2 4 0,-9 2 2 0,-2 0-1 16,5-1-5-16,1 1-2 0,-1-3 1 0,6 1 1 16,-2 1-5-16,4 0 2 0,1-3 1 0,-2 3 1 15,7-2-6-15,-4 2-1 0,4-3 8 0,-7 2-5 16,-4 2-2-16,2 0 2 0,-7 0-3 0,2-2 5 15,-3 1-5-15,1 0 0 0,-1-1 6 0,-2 1-13 16,-8 1 18-16,15-1-12 0,-15 1 0 0,10 0 2 0,-10 0 0 16,9-2-6-16,-9 2 3 0,8 0 0 15,-8 0 3-15,0 0 16 0,0 0-15 0,11-1-3 16,-11 1 0-16,0 0 1 0,0 0-12 0,10-2-9 16,-10 2-14-16,0 0-13 0,0 0-16 0,0 0-16 0,0 0-27 15,0 0-39-15,0 0-52 0,0 0-61 0,0 0-256 16,-38-6-557-16,15 8 246 0</inkml:trace>
  <inkml:trace contextRef="#ctx0" brushRef="#br0" timeOffset="174247">9421 12237 74 0,'0'0'213'0,"0"0"-14"0,0 0-7 0,0 0-14 16,0 0-4-16,0 0-16 0,0 0-4 0,-17-7-12 16,17 7-8-16,-10-2-5 0,10 2-8 0,-10-1-11 0,10 1-4 15,-10-1-5-15,10 1-7 0,0 0-5 0,-11-1-5 16,11 1-10-16,0 0-4 0,0 0-10 16,-10 0-5-16,10 0-6 0,0 0-2 0,0 0-10 0,0 0-4 15,0 0-2-15,0 0-3 0,0 0 0 0,0 0 1 16,0 0-2-16,0 0 8 0,35 2-4 0,-22-3 1 15,4-2-7-15,3 1-1 0,0 1-2 16,0 0-3-16,-2 2-2 0,2-1-3 0,-5 0-18 16,-1-1-11-16,-5 2-14 0,2-1-16 0,-3 1-23 0,-8-1-23 15,13 2-36-15,-7 0-36 0,-6-2-31 0,10 2-46 16,-10-2-138-16,6 5-408 0,-6-5 180 0</inkml:trace>
  <inkml:trace contextRef="#ctx0" brushRef="#br0" timeOffset="174463.71">9480 12131 16 0,'0'0'256'16,"-5"-4"-22"-16,5 4-13 0,0 0-10 0,0 0-14 16,-7-4-26-16,7 4-17 0,0 0-7 0,0 0-18 15,0 0-9-15,0 0-1 0,0 0-15 0,-5 16-4 16,5-9-13-16,-1 3-6 0,0 2-6 0,-2 4-6 15,0-2-6-15,2 1-7 0,-1 2 5 0,-1-6-15 16,2 10-11-16,-2-5-17 0,1 3-38 0,0 0-32 16,1-2-43-16,-1 0-42 0,0 1-54 0,2-3-189 15,4 0-411-15,-3-2 183 0</inkml:trace>
  <inkml:trace contextRef="#ctx0" brushRef="#br0" timeOffset="174929.75">11073 12162 38 0,'-8'-3'241'0,"8"3"0"16,0 0-9-16,-9-3-8 0,9 3-13 0,0 0-13 15,-8-1-9-15,8 1-13 0,0 0-11 0,0 0-12 16,0 0 0-16,0 0-14 0,0 0-8 0,0 0-7 16,0 0-11-16,0 0 5 0,0 0-22 0,0 0-4 15,29-7-9-15,-15 5-9 0,4 2 9 0,1-3-19 16,2 1-9-16,-2 0-1 0,0 0-7 0,2 1 8 16,-5 0-20-16,4 1-4 0,-9-2-24 0,0 1-20 15,-3 1-25-15,-8 0-25 0,14-1-26 0,-14 1-32 16,9 1-40-16,-9-1-29 0,0 0-41 0,0 0-222 15,0 0-491-15,0 0 217 0</inkml:trace>
  <inkml:trace contextRef="#ctx0" brushRef="#br0" timeOffset="175463.71">9893 12263 242 0,'-9'-6'245'0,"9"6"-13"0,-7-2 0 0,7 2-19 16,-10-1-17-16,10 1-15 0,-9 0-17 0,9 0-18 0,-9 4-14 15,4 0-12-15,-1 0-7 0,-2 5-8 0,2-1-5 16,-1 3-13-16,-3 3-4 0,4-4-2 0,0 2-7 16,3-1-8-16,-1 0-4 0,0 1-4 15,3-1-3-15,1-1-8 0,-2 0-4 0,4 0-3 0,-1-1-7 16,3-2-2-16,-2-1 0 0,5 3 3 0,-1-2 8 15,5-1 3-15,-1-4-2 0,0 2 5 0,1-1-4 16,1-1 3-16,-1 0-3 0,1-4-2 0,1 0-5 16,-1-1-4-16,-1-1-2 0,-1-1-2 0,0 2 8 15,-5-3-7-15,3-1 2 0,0 0-3 0,-1-4 14 16,-2 2-21-16,0-1-2 0,-3-1-3 0,0-2 0 16,-3 3-4-16,2 1 2 0,-2-1-3 0,-2 0 2 15,1 2-7-15,-1 0-4 0,-2 2-3 0,-1-3 1 16,1 5 5-16,-1-1-4 0,6 5-4 0,-17-4 0 15,5 3-11-15,0 2-12 0,0 2-24 0,2 0-18 16,-2 0-23-16,-1 3-22 0,3 1-19 0,-1 1-34 16,3-1-49-16,0 2-35 0,3-1-39 0,0 1-153 15,4-3-478-15,1 1 212 0</inkml:trace>
  <inkml:trace contextRef="#ctx0" brushRef="#br0" timeOffset="175638.18">10010 12381 31 0,'0'0'272'16,"0"0"-17"-16,0 0-11 0,9 0-12 0,-9 0-13 16,0 0-9-16,0 0-21 0,0 0-19 0,0 0-17 15,5-5-19-15,-5 5-21 0,0 0-27 0,0 0-16 16,0 0-27-16,0 0-28 0,0 0-45 0,6 12-46 16,-6-12-53-16,4 6-54 0,-4-6-154 0,2 10-364 15,-2-10 162-15</inkml:trace>
  <inkml:trace contextRef="#ctx0" brushRef="#br0" timeOffset="176064.62">10165 12297 7 0,'4'-3'227'0,"-4"3"-6"0,7-9-9 0,0 2-8 0,-4 5-17 15,4-1-11-15,-2-1-17 0,1 1-11 0,-6 3-8 16,13-1-11-16,-13 1-15 0,13 1-8 0,-13-1-10 15,13 2-11-15,-8 1-10 0,0-1-5 0,-5-2-5 16,9 5 2-16,-5-1-13 0,2 0 2 0,-6-4 2 16,4 9 2-16,-2-5-5 0,-2-4 0 15,0 9 10-15,0-9-4 0,-1 10-15 0,1-10-2 0,-7 10-4 16,3-5-2-16,0 2-8 0,-1-2-3 0,1 0-3 16,0-1 1-16,0 1-15 0,4-5 0 0,-7 7-7 15,4-4 0-15,3-3-9 0,-4 7 0 0,4-7 2 16,-2 9 7-16,2-9-8 0,0 8 0 0,0-8-2 15,5 8 2-15,-3-2 0 0,-2-6-3 0,8 8 2 16,-4-4 9-16,0 1-5 0,1 1-1 0,0-1-1 16,0 1 1-16,-2-1 0 0,3 0 1 15,-4 0-2-15,2 1 3 0,0-3-4 0,-4-3 4 0,5 10 1 16,-5-10-6-16,4 4 7 0,-4-4 1 0,0 7-5 16,0-7 6-16,0 0 0 0,0 0-2 0,-5 12 1 15,5-12-2-15,-9 6-7 0,4-3-6 0,-1-1-12 16,6-2-13-16,-12 4-21 0,6-3-35 0,-2 2-35 15,0-1-40-15,8-2-47 0,-11 2-189 0,11-2-438 16,-12 0 194-16</inkml:trace>
  <inkml:trace contextRef="#ctx0" brushRef="#br0" timeOffset="176413.66">10423 12330 137 0,'0'0'290'0,"7"-7"-16"0,-7 7-5 0,3-6-15 16,-3 6-16-16,5-3-17 0,-5 3-24 0,0 0-20 16,5-5-21-16,-5 5-20 0,0 0-4 0,0 0-23 15,0 0-12-15,0 0-5 0,14 13 0 0,-10-7-15 16,-1 1 0-16,2 1-12 0,-1 3-5 0,0-1-1 16,1-1-5-16,-3 3-4 0,3-3-1 0,-1 1-5 0,1 0-6 15,-1 0-6-15,0-1-1 0,0 1-5 0,0-4 5 16,-3-1-6-16,4 1-5 0,-3-1 8 15,-2-5-8-15,6 7 0 0,-4-4-1 0,-2-3 10 16,7 6 10-16,-7-6 10 0,6 1 9 0,-6-1 3 16,0 0-8-16,18-7-4 0,-13 0 15 0,4 1-14 15,0-1-5-15,0-2 0 0,1 2-9 0,3-6-5 0,-4 0 0 16,1-2-2-16,3-1-5 0,-2-1-7 16,0 1-25-16,0-1-1 0,-2 2-17 0,-3 5-18 0,2-3-19 15,-4 4-20-15,0 2-28 0,-2 1-36 0,-2 6-57 16,0-11-72-16,0 11-62 0,0 0-179 0,-14-4-558 15,14 4 247-15</inkml:trace>
  <inkml:trace contextRef="#ctx0" brushRef="#br0" timeOffset="177982.72">5863 11281 48 0,'0'0'49'0,"-13"1"-5"16,13-1 2-16,-13-1-5 0,5 1 6 0,8 0 1 15,-17 0 3-15,8 0 1 0,-1 0-4 0,-2 0 3 16,0 1-3-16,0-1-3 0,2 2-4 0,-3-1-2 16,3 0-3-16,-3 0 3 0,1 1-4 0,2-1 4 15,1-1 3-15,-1 2-10 0,10-2 20 16,-13 2 10-16,6-2-3 0,7 0 4 0,-12 2 0 0,12-2-1 16,-8 1 4-16,8-1-4 0,0 0-10 0,-10 1 1 15,10-1-7-15,0 0-1 0,0 0-4 0,0 0-5 16,-7 2 2-16,7-2 1 0,0 0-4 0,0 0-3 15,0 0 2-15,0 0-5 0,0 0-2 0,0 0 0 16,0 0 0-16,0 0 0 0,0 0-1 0,0 0 2 16,0 0 0-16,0 0 3 0,0 0 7 0,24 1-2 15,-15-1 0-15,5-1-2 0,-1 2 5 0,4-2 1 16,3 1-9-16,1 0 1 0,9-2-4 0,-2 1-2 16,0 1 0-16,0 0-1 0,4 0-3 0,0-3-1 15,0 3-3-15,2 0-3 0,1-3 3 0,2 2-4 16,0 1-3-16,0-1 2 0,-1-3 1 0,1 3-4 15,-1-1 1-15,-2 1-3 0,2-1 1 0,-2 0-4 0,0 0-1 16,-2 0-4-16,0 1 5 0,-3 0 1 16,3-3-1-16,-3 2-2 0,-1 2 7 0,2-3-7 0,-1 3 1 15,-3-3-3-15,2 2 3 0,-1-1-3 0,-5 2 1 16,4-2 1-16,-5 1 3 0,1 1-4 0,-2 0-1 16,8 0-3-16,-7-2 6 0,7 1 1 0,-7 1-6 15,8-2 1-15,-1 3 2 0,0-2-2 0,-5 1 1 16,4 0-1-16,0-2-1 0,-7 2 2 0,8 0 0 15,-9 0-2-15,3-1 2 0,0-1 0 0,-2 2-1 16,1 0 1-16,-1-2 0 0,-1 1 0 0,8 0 3 16,-5-1-2-16,-1 2 4 0,-1-1-4 0,0 1 3 15,2-1-5-15,-2 1 0 0,7-2-2 16,-5 2 4-16,-1 0 3 0,0-1 1 0,-1 2-5 16,3-2 3-16,-3 1-3 0,1 1 1 0,0-1 0 0,-2-1 1 15,-1 1-2-15,0-1 2 0,-5 1-3 0,6 0 9 16,-4 0 5-16,4 0 0 0,-6 0-2 0,6 0 1 15,-2 0-1-15,1 0-1 0,-5-1-2 0,4 1 1 16,-3 0-1-16,4 0 0 0,0-1-3 0,0 1-1 16,0-3 5-16,-5 3-6 0,5 0-1 0,-6-2 1 15,4 2-1-15,-3-1 1 0,-1 1-1 0,2-1 1 16,-1 1-2-16,1 0 0 0,-4-2 0 0,1 2 2 16,1-1-1-16,-3 2-1 0,2-1-1 0,-11 0-2 15,15 0 3-15,-7 2 0 0,-8-2 2 0,14-2-2 16,-14 2-1-16,11 2-1 0,-11-2 3 0,10 0-1 15,-10 0-1-15,9 0 1 0,-9 0-3 0,12-2 8 16,-6 1-14-16,-6 1-5 0,18-4-13 0,-9 3-8 16,3-1-6-16,2 0-10 0,-4-1-19 0,1 3-16 15,1-3-21-15,-4 2-27 0,-2-2-31 0,1 0-43 16,-7 3-144-16,0 0-379 0,0 0 168 0</inkml:trace>
  <inkml:trace contextRef="#ctx0" brushRef="#br0" timeOffset="179963.52">5564 11267 112 0,'0'0'169'0,"0"0"-3"0,0 0 4 16,0 0-5-16,-3-11-7 0,3 11-6 0,0 0-6 15,0 0-12-15,-6-5-4 0,6 5-9 0,0 0-8 16,-6-2-11-16,6 2-12 0,0 0-2 0,0 0-6 16,-15 2-3-16,15-2-5 0,-12 5-7 0,5-1-6 15,2 1-3-15,-3 1-6 0,2 0-4 0,-1 1-1 16,-1 1-3-16,1 1-2 0,1 0-2 0,-1 2 1 16,0 0-8-16,2 0-2 0,1-3-3 0,1 3-5 15,1-1 5-15,1-1-10 0,1 0 1 0,1 0-3 16,1-1-1-16,1-1 5 0,3 1-9 0,1 0 2 15,3-3-1-15,0 0 0 0,2-2 1 0,2 1-3 16,3-2 2-16,-4-2-3 0,0 2 4 0,5-3-3 16,-5 0 2-16,1-3 3 0,-1 0-6 0,0-1 1 15,-2 1-1-15,-1-5 1 0,1 2-1 0,-1 0 1 0,-4-1 2 16,2 1-3-16,-4-4 1 0,-2 3 0 16,2-3 0-16,-4 1 1 0,0 0-4 0,-1 1-2 15,-3-1 5-15,-1 0-2 0,-2 2-2 0,1-1 6 16,-2 2-11-16,0 1 0 0,-2 2-6 0,0-2-7 0,-2 3-7 15,0 2-14-15,-2-2-22 0,2 2-12 0,1 2-32 16,-6 3-41-16,6-1-43 0,-1 0-45 0,1 1-181 16,2-1-443-16,0-2 196 0</inkml:trace>
  <inkml:trace contextRef="#ctx0" brushRef="#br0" timeOffset="184996.98">5803 14072 86 0,'0'-8'236'0,"0"8"-11"0,-5-7-11 0,5 7-17 16,-7-4-13-16,7 4-11 0,0 0-14 16,-6-4-14-16,6 4-13 0,0 0-16 0,-9-1-10 15,9 1-10-15,0 0-6 0,0 0-8 0,-15 6-3 0,12-3-6 16,-1 3-8-16,4-6-2 0,-6 10-8 0,1-1-4 16,2 0-4-16,0-1-5 0,0 2-2 0,0-1 1 15,2 1-9-15,-1-1-1 0,0 3-5 16,5-3-4-16,-3-1 1 0,0-8-4 0,1 17-3 15,2-10 2-15,-2-1-3 0,0 0-1 0,3-1 0 0,0 2-1 16,1-3 1-16,0 0-1 0,0-1 6 0,2 1-3 16,-1-3 7-16,3 0-5 0,-9-1 0 0,17-2 0 15,-6-1-1-15,-1 1 2 0,1-1 4 16,1-3-5-16,-3-1 0 0,2 0 2 0,-1-1 0 16,-3-2-2-16,1 0-2 0,-3 1-1 0,0-2-1 0,2-1 1 15,-5 1 3-15,1-1-5 0,-3 1 1 0,-2-1 1 16,0 2-3-16,-2 0-5 0,-1-2 2 0,-1 2 3 15,2 1-7-15,-4-1 0 0,3 6 3 16,-4-4-7-16,0 3-6 0,-1-1-7 0,3 2-9 16,-3 1-11-16,1 0-14 0,9 3-16 0,-15 0-16 0,15 0-22 15,-15 4-37-15,7-1-33 0,4 2-43 16,-1 0-35-16,1 2-151 0,2-1-430 0,2-6 190 16</inkml:trace>
  <inkml:trace contextRef="#ctx0" brushRef="#br0" timeOffset="186086.7">5936 14098 41 0,'-10'0'198'0,"10"0"-12"0,0 0-17 16,0 0-11-16,0 0-19 0,0 0-16 0,0 0-10 15,0 0-12-15,0 0-12 0,0 0-7 0,0 0-10 0,0 0-7 16,0 0 4-16,0 0 0 0,0 0-1 0,0 0-2 16,0 0-4-16,0 0 2 0,0 0-4 0,0 0-4 15,27 2-2-15,-16-2-6 0,-1 0-7 16,0-1-16-16,2 2-4 0,-1-2 0 0,2 1-1 15,1 0-3-15,3-1 3 0,3 1 7 0,1 0-2 0,7 0-4 16,-1 0 2-16,0-3-2 0,-6 6-3 0,9-7-5 16,-1 4 2-16,2 1-3 0,-3-2 3 0,1 1 6 15,3-1 1-15,0 2-1 0,1-1 1 0,1-1-4 16,1-1-1-16,5 0-6 0,-4 0 5 16,1 1 1-16,1 0 5 0,13-3-2 0,-12 3 0 0,13-2 0 15,-12 1 0-15,15-5 0 0,-3 5-2 0,-1-3-1 16,2 2-3-16,-15-1 1 0,17 0 1 0,-3 1-4 15,-2-1 2-15,4-2-3 0,-2 3 2 0,3-3-1 16,-1 3 2-16,3-1-2 0,-2-2-3 16,3 2 1-16,2-2-2 0,1 2 4 0,0 1-2 15,1-4-1-15,0 2 1 0,-3 0-5 0,0 0 3 0,2-4 1 16,-2 4-3-16,5 0 4 0,-3-3-3 0,2 5-1 16,-3-3 2-16,3 0-3 0,-1 2 1 0,1-2-1 15,2-4 2-15,-1 5-1 0,0 0 0 16,0 1-5-16,25-2 4 0,-27 0-4 0,3 1 5 15,-3-2-1-15,1 0-2 0,2 4 7 0,-1-5-6 0,1 2 5 16,3 1-7-16,-3 1 0 0,0-2 3 0,-1 3-6 16,-2-3 3-16,0 1-2 0,2-1 0 15,-1 3-3-15,-3-2 5 0,1 1-3 0,1-1 3 0,-4-2 0 16,2 5-1-16,0-2-2 0,0-1 5 16,3 2-2-16,0-4 1 0,-2 1-3 0,-1 2-1 15,-1-2 2-15,0 0-1 0,-2 3-3 0,-2-3 4 0,1 1-1 16,-2 3 2-16,1-2-4 0,-2-1 2 0,-1 1 1 15,-15 3 0-15,17-4 5 0,-16 4-7 16,14-8 0-16,-12 7-1 0,11 0-2 0,-14-1 4 16,2 2 2-16,14-6-6 0,-14 6 2 0,1-2 4 15,10 1-3-15,-13 0 4 0,16-1-1 0,-14 3-1 16,14-2-2-16,-2 0 2 0,-12-1-1 0,15 0 2 0,-3-1-2 16,3 2 1-16,-16-1 7 0,16 1-7 15,-4-1 1-15,1 1 0 0,-13-1-4 0,12 2 1 16,-10-1 0-16,-2-2 0 0,12 0 0 0,4 1-1 15,-3-2 4-15,-12 4-2 0,12-3-2 0,0 0 4 16,-12 0 3-16,13 0-4 0,1 1 6 0,4 1-8 0,-3 1 2 16,1-3 0-16,0 1 1 0,1 0-3 15,-2 3 0-15,0-2 2 0,-3 0 5 0,3-2-8 0,1 2-2 16,1-1 4-16,-3 1 0 0,1 2 0 16,2-1-2-16,-1 0 1 0,-4-1-2 0,3 0 3 15,-2 0-2-15,2-1 4 0,-3 0-2 0,1 0-2 0,-3 5 3 16,-10-4-3-16,12 2 3 0,-11-3-3 0,11 2 2 15,1-2 1-15,-1-1-5 0,-12 4 5 16,13-3 0-16,-12 1 0 0,12-1-3 0,0 3 4 16,-1-4 5-16,-13 4-1 0,0-3-6 0,13-1 11 15,-12 3-12-15,0-3-1 0,-3 3 1 0,-2-1 0 16,4 1 1-16,-4-3 0 0,-1 0-2 0,-1 3 0 0,0-1 3 16,-2 0-1-16,-9-1-3 0,1 0 3 0,-2 0 2 15,2 2-1-15,-1-2-1 0,-5 0 1 16,-2 3 1-16,-1-3 8 0,0 2-9 0,-1 0-3 15,-3 0 0-15,-2 0 0 0,-7 1-1 0,12-2-11 16,-12 2-14-16,9-3-17 0,-9 3-24 0,0 0-32 0,0 0-38 16,0 0-38-16,0 0-38 0,0 0-192 15,0 0-440-15,0 0 195 0</inkml:trace>
  <inkml:trace contextRef="#ctx0" brushRef="#br0" timeOffset="186980.72">4631 11656 84 0,'-6'-3'234'0,"6"3"-15"0,-6-6-11 16,6 6-16-16,0 0-11 0,0 0-15 0,0 0-14 15,-6-3-15-15,6 3-11 0,0 0-9 0,0 0-13 0,0 0-10 16,0 0 0-16,0 0-11 0,17-5-6 0,-6 3-6 15,1 1-6-15,7-3-6 0,-1 0-3 16,3 2-9-16,0-2-3 0,-2 3-8 0,-1-3-8 16,1 1-16-16,-1 0-21 0,0 1-21 0,-4 0-32 0,-2 0-26 15,2 0-36-15,-4 0-36 0,-1 2-20 0,1 0-160 16,-10 0-366-16,12-1 162 0</inkml:trace>
  <inkml:trace contextRef="#ctx0" brushRef="#br0" timeOffset="187215.75">4729 11523 70 0,'-7'-5'248'0,"7"5"-22"0,-9-5-16 15,5 2-2-15,4 3-12 0,-8-7-3 0,8 7-16 16,-9-6-12-16,9 6-14 0,-3-3-16 0,3 3-15 16,0 0-15-16,0 0-12 0,0 0-10 0,0 0-8 15,0 0-10-15,0 0-7 0,-8 14-1 0,7-7-11 16,1 5 0-16,1 1 0 0,-1 3-9 0,0 3-14 15,-1 0-8-15,2 0-14 0,0 7-15 0,-1-2-18 16,1 3-12-16,1-1-27 0,-1 1-41 0,2 1-37 16,-1 2-35-16,1 0-191 0,-2-3-404 0,4 0 179 15</inkml:trace>
  <inkml:trace contextRef="#ctx0" brushRef="#br0" timeOffset="187741.7">4515 13917 170 0,'-7'5'174'0,"7"-5"-8"0,0 0-11 0,-7 2-2 16,7-2-11-16,0 0-4 0,0 0 0 0,-7 2-1 15,7-2-1-15,0 0-4 0,0 0 0 0,0 0-2 16,0 0-4-16,0 0-1 0,33-2-8 0,-15-1-10 15,0-3-8-15,4 3-3 0,-2-1-19 0,6-3-3 16,-4 2-6-16,-2 3-10 0,-2-2-8 0,0 2-4 16,-3 0-17-16,-1-1-20 0,-1 3-20 0,-1-1-31 15,-2 0-29-15,0 1-47 0,-10 0-37 0,15-2-50 16,-15 2-192-16,8 0-431 0,-8 0 191 0</inkml:trace>
  <inkml:trace contextRef="#ctx0" brushRef="#br0" timeOffset="188098.34">4814 12804 2017 0,'-3'-19'24'0,"-1"1"-24"0,-1 0 59 15,1 6 20-15,-1 0 17 0,3 2-17 0,-6 0-12 16,3 1-5-16,2 2 2 0,0 1 1 0,3 6-3 16,-6-8-8-16,6 8-8 0,-5-6-6 0,5 6-1 0,0 0 8 15,0 0 1-15,-5 29 5 0,3-14-2 0,0 2-3 16,2 1-2-16,0 1-2 0,-1 6-4 15,1-6-7-15,0 7 6 0,0-7-6 0,0 0-4 16,3 1-3-16,-3-1-12 0,-2 2-19 0,4-4-4 16,-4 0-26-16,4 2-28 0,-1-2-45 0,-1 0-51 0,1-8-59 15,3 1-58-15,-4 0-147 0,0-10-456 0,5 14 202 16</inkml:trace>
  <inkml:trace contextRef="#ctx0" brushRef="#br0" timeOffset="188414.65">4945 12894 4 0,'0'0'221'0,"0"0"-13"0,0 0-7 15,0 0-7-15,0 0-6 0,0 0-13 16,0 0-18-16,0 0-14 0,0 0-15 0,0 0-10 16,11 20-10-16,-8-16-12 0,1 0-5 0,3 0 5 0,0 0 3 15,4-1-1-15,-1-3-3 0,1 2-4 16,1-1-1-16,-1-1-4 0,2-3-1 0,0 0-5 0,0 1-1 15,-2-3-4-15,-1-2 3 0,3 2-2 16,-3-2-5-16,-2-2 1 0,1 4-3 0,-4-4-3 16,-1 0-13-16,-3-1-1 0,-1-1 6 0,-2 1-14 0,-2 1-4 15,-1-2-6-15,-4 1-6 0,-1-1 0 0,-1 2-5 16,-3 0-5-16,0 0-5 0,0 4-8 16,1 0-19-16,3 2-13 0,-4 1-22 0,1 0-22 15,1 4-19-15,-1 0-20 0,0 1-40 0,1 3-50 0,3 2-51 16,-1-3-228-16,5 2-519 0,5-7 230 0</inkml:trace>
  <inkml:trace contextRef="#ctx0" brushRef="#br0" timeOffset="188827.62">5250 12681 174 0,'0'0'264'0,"0"0"-20"0,0 0-21 0,6-6-16 16,-6 6-21-16,0 0-21 0,0 0-15 0,0 0-13 16,0 0 4-16,0 0-6 0,13 8-7 0,-9-2-15 0,-1 0-9 15,4 3-9-15,-2-1-6 0,1 2-5 0,1-3 4 16,0 3-5-16,0-3-2 0,-1 2-11 16,-1 1-8-16,0-3-8 0,2 2 0 0,-3-4-7 15,3 3-5-15,-3-4-3 0,0 2-3 0,0-2-6 16,1 1 1-16,-5-5-3 0,9 7-3 0,-5-4 0 0,-4-3 3 15,9 5 1-15,-6-3 1 0,-3-2 22 0,9 2 12 16,-9-2 16-16,10 0 12 0,-10 0 4 16,10-5 3-16,-5 0-14 0,2-3-4 0,1-1-8 15,0 0-7-15,1-5-6 0,0-1-8 0,-1 1 1 0,1-3 0 16,-1 0 6-16,1-1-14 0,-3 0-4 0,2-6-11 16,-3 6 9-16,2-1-10 0,-2 1 0 0,-4 1-2 15,1 1-5-15,1 0-2 0,-2 4-3 0,-1 1 2 16,2 1-5-16,-1 3-13 0,-1 7-21 15,0-11-26-15,0 11-35 0,1-8-29 0,-1 8-35 0,0 0-30 16,0 0-23-16,0 0-35 0,0 0-45 0,0 0-33 16,0 0-243-16,0 0-600 0,0 0 265 0</inkml:trace>
  <inkml:trace contextRef="#ctx0" brushRef="#br0" timeOffset="189146.99">5257 12901 72 0,'27'-4'74'0,"-15"1"-50"0,0-1-53 0,1-1-30 16,5-1 13-16</inkml:trace>
  <inkml:trace contextRef="#ctx0" brushRef="#br0" timeOffset="196863.82">12502 10361 37 0,'0'0'86'0,"0"0"1"0,-4-5-13 16,4 5 6-16,0 0-6 0,-9-2 0 0,9 2 5 16,0 0-9-16,0 0-4 0,-10-1-7 0,10 1 2 15,0 0 4-15,0 0-10 0,0 0-10 0,-6-3 1 0,6 3-4 16,0 0-5-16,0 0 0 0,0 0-1 16,0 0 2-16,0 0 0 0,0 0 6 0,0 0 0 15,0 0 3-15,-7-4-6 0,7 4-6 0,0 0-2 16,0 0-5-16,0 0 0 0,18-7 0 0,-8 3-9 15,3 1 0-15,7 0-3 0,-3 0-4 0,12-1 5 16,-1-1-5-16,-6 1 2 0,5-2-3 0,1 3 4 16,3-2-2-16,-4 1-4 0,1-1-1 0,-7 0-1 15,8-1 1-15,-8 4-2 0,6-3-3 0,-8 2 0 0,2 1 7 16,-3-1-9-16,-3 1 3 0,4 1-10 0,-6 1 10 16,-4 0-5-16,5-1-4 0,-6 1 9 15,-8 0-3-15,13 1 1 0,-13-1-1 0,12 0 1 0,-12 0 1 16,9 0-2-16,-9 0 1 0,7 0-4 0,-7 0-1 15,0 0 1-15,0 0 4 0,11 1-2 0,-11-1 2 16,0 0-1-16,0 0 6 0,0 0-3 0,0 0 2 16,0 0 2-16,7 3-2 0,-7-3 7 0,0 0-4 15,0 0 7-15,0 0 3 0,0 0-4 0,0 0-3 16,0 0 1-16,0 0 2 0,0 0-1 0,0 0 2 16,0 0-1-16,0 0 2 0,0 0 6 0,0 0-8 15,0 0 4-15,0 0-5 0,0 0 3 0,0 0-2 16,0 0 1-16,0 0-2 0,0 0-3 0,0 0-2 15,0 0 0-15,0 0 0 0,0 0-8 0,0 0 3 16,0 0-1-16,0 0-3 0,0 0 0 0,6 6 1 16,-6-6 1-16,0 0-2 0,0 7 3 0,0-7-2 15,2 8 2-15,-2-8-1 0,1 10-1 0,1-3 2 16,-2 0-3-16,0 1 0 0,2 1 0 0,0 1 2 16,-2-1-4-16,3 1 2 0,-1-1 3 0,-2 3 0 15,3 0-4-15,-1 0 2 0,-2-2 2 0,4 4 2 16,-4-2-1-16,2 0 1 0,0 4 3 0,-1 1 6 15,3 0 3-15,-2 0-7 0,0 0 4 0,0 0-1 16,0 0-5-16,0-2 1 0,0 3 1 0,0-1-1 16,2-1 0-16,-4 1-1 0,4 2-2 0,-3 1 5 15,3-2 0-15,-2 1-2 0,0-3-2 0,0 3-3 16,0-3 5-16,1 1-3 0,0 2 1 0,-1-4-1 16,0 2 2-16,0 0 3 0,1-2 4 0,-3-2-10 15,2-2 5-15,0 5 0 0,0-6 1 0,-2 2 0 0,2 0 2 16,0-1-2-16,-2 0-6 0,0 0 2 0,0 1 0 15,3-1 1-15,-3 0-7 0,0 0 18 0,2 0-5 16,0 0-3-16,0-1 2 0,-2 0-6 0,0 0 1 16,3-1 2-16,-1 0-3 0,-2 1-1 0,0-2 3 15,3 1-3-15,-1 1 1 0,-2-1-1 0,0-2 3 16,2 0-2-16,-2-7 0 0,0 16-3 0,0-6 0 16,2-2 2-16,-2-8-9 0,0 12 6 0,0-12 1 15,0 10-1-15,0-3-2 0,0-7 0 0,2 10 0 16,-2-10-2-16,2 9 3 0,-2-9 0 0,0 9 1 15,0-9-3-15,0 8 3 0,0-8-3 0,1 7 2 16,-1-7 1-16,2 10 1 0,-2-10-3 16,0 0 1-16,0 10-1 0,0-10 1 0,-2 9 0 0,2-9-2 15,2 7 1-15,-2-7-1 0,2 9 3 0,-2-9-1 16,0 9-2-16,0-9 3 0,4 7 1 0,-4-7-3 16,0 10-1-16,0-10 2 0,2 8-4 0,-2-8 2 15,2 7-1-15,-2-7 0 0,1 8 0 0,-1-8 1 16,3 9 1-16,-3-9 0 0,2 7 0 0,-2-7-3 15,0 0 1-15,0 0 1 0,0 0 2 0,0 8 0 16,0-8-3-16,0 0 4 0,0 0-5 0,0 0 4 16,0 0 1-16,0 0-3 0,0 0-2 0,0 0 2 15,0 0-1-15,-5 9 1 0,5-9 6 0,0 0-7 16,0 0-1-16,0 0 2 0,0 0 0 0,0 9-1 16,0-9 0-16,0 0 1 0,-1 8-1 0,1-8 3 15,0 0 1-15,0 0-2 0,-2 9-1 0,2-9 0 0,-2 6 1 16,2-6 0-16,0 0 0 0,0 0 1 15,0 0-3-15,0 9 3 0,0-9 0 0,0 0-3 16,0 0 5-16,0 0-4 0,0 8 0 0,0-8-2 16,0 0 1-16,0 0 1 0,-4 9 0 0,4-9 4 0,0 0-2 15,-4 9-3-15,4-9 0 0,-1 6 3 0,1-6-4 16,0 0 3-16,-4 8 0 0,4-8-1 16,0 0-2-16,0 10 2 0,0-10 0 0,0 7-2 15,0-7 1-15,0 0 4 0,-2 11-4 0,2-11 3 16,0 0-3-16,0 9-1 0,0-9-1 0,0 0 2 0,0 0 0 15,0 11 1-15,0-11 2 0,0 0-3 0,2 6 0 16,-2-6 1-16,0 0 3 0,0 0-4 16,0 8-1-16,0-8 3 0,0 0-2 0,0 0 4 15,2 8 0-15,-2-8-3 0,0 0-2 0,0 0 5 0,0 0-7 16,0 0 4-16,0 0 1 0,0 0 0 0,-2 10 0 16,2-10-2-16,0 0 4 0,0 0-2 15,0 0-4-15,0 0 6 0,-4 5 1 0,4-5-3 0,0 0 0 16,-12 4 4-16,8-2-3 0,4-2-1 0,-16 3 5 15,4-1-6-15,2 0 0 0,-3 0-3 0,-1 0-3 16,-1 1 1-16,2 0-10 0,-4-2-4 0,-4 2-9 16,3-1-14-16,-1 0-13 0,-4-1-24 0,4 3-3 15,0-4-27-15,-1 3-21 0,7-2-24 0,-2 1-32 16,4-2-136-16,-3 0-348 0,4 1 155 0</inkml:trace>
  <inkml:trace contextRef="#ctx0" brushRef="#br0" timeOffset="197699.88">13153 10937 101 0,'0'0'107'0,"0"0"2"0,0 0-5 16,0 0-4-16,0 0 3 0,2-11-4 0,-2 11 0 15,0 0-6-15,0 0 0 0,0 0-9 0,0 0 0 16,0 0-7-16,0 0-4 0,0 0-4 0,0 0-5 15,0 0-2-15,0 0 1 0,0 0-9 0,0 0 1 16,0 0-7-16,0 0-1 0,0 0-2 0,0 0-2 16,17 0 4-16,-7 0-4 0,1 0 0 0,8 0 1 15,3-3-2-15,8 3-3 0,1-1 0 0,1-1-4 16,3-1-3-16,20 1-1 0,-2 1 0 0,5-3-5 16,1 1 2-16,6 1-7 0,0-2-2 0,3-2-2 15,-3 5-3-15,27-3 3 0,-33 2-3 0,1-4-3 16,-2 3-3-16,3 1 0 0,1 1 1 0,-1-4-1 15,-1-1 2-15,2-2-3 0,0 1 2 0,1 0 0 16,3 1-5-16,1-1-1 0,-4 3 0 0,4-3 1 16,-4-1-2-16,-5 2 3 0,-1-2-1 0,-3 5-4 15,-14 0 8-15,-1 2-10 0,-4-3 7 0,1 1-1 16,-4 2 2-16,-5 0-3 0,-8 1 2 0,-4-1 1 0,-2 1 1 16,-2 0-6-16,-3 0 2 0,0-2 2 15,-8 2-2-15,11 0 2 0,-11 0-2 0,0 0-1 16,10 0 2-16,-10 0 3 0,0 0 3 0,0 0-2 15,0 0-2-15,0 0-12 0,0 0-11 0,0 0-22 0,0 0-27 16,0 0-29-16,-23 7-47 0,23-7-37 16,-12 2-175-16,4 2-382 0,1-3 170 0</inkml:trace>
  <inkml:trace contextRef="#ctx0" brushRef="#br0" timeOffset="198948.4">15400 10675 133 0,'0'0'145'0,"-9"2"-4"0,9-2-14 16,-10 1-6-16,10-1-3 0,-9 3-14 0,9-3-6 16,-11 3-1-16,5-1-2 0,6-2-2 0,-12 8-19 15,4-3 9-15,1 0 0 0,-5 2-10 0,6 2-6 16,-1-1-7-16,1 1-4 0,-2 1-3 0,3 1 1 0,0 2-4 16,1-3-6-16,2 0 0 0,-1 0-5 15,2 3-1-15,1-3 1 0,2 1-1 0,2-1-3 16,0-1 2-16,3-1-3 0,1 1-2 0,3-4-6 0,4 2 1 15,0 0 0-15,4-2 6 0,-1-3-3 0,3 1-1 16,8-4-2-16,-1-1-3 0,-7 0 0 0,-1-2-3 16,2 1-1-16,-4-3 5 0,-1 0 0 0,-5 2 5 15,1-1-4-15,-5-3-2 0,1 0-2 0,-3-1 0 16,0 0 2-16,-2-2 3 0,-3 0-4 0,-2 0 8 16,-1-4-8-16,-2 5-1 0,-6-3-6 0,1-3-1 15,-3 3-1-15,-4 0-3 0,-1 1-2 0,2 3 2 16,-5 0-4-16,4 2 0 0,-2 2-5 0,5 2-13 15,-5 0-13-15,5 3-17 0,-1 3-27 0,2 0-27 16,-6 4-34-16,5 2-36 0,0 1-26 0,-2 11-191 16,3-6-412-16,-4 4 183 0</inkml:trace>
  <inkml:trace contextRef="#ctx0" brushRef="#br0" timeOffset="199801.59">15143 13486 78 0,'-9'-4'68'0,"9"4"15"0,-8-3-3 0,8 3 10 15,-11-4-4-15,6 4-1 0,5 0 2 0,-11-2-1 16,11 2-5-16,-8-2-13 0,8 2-3 16,0 0-4-16,-10-3-7 0,10 3-11 0,0 0 2 0,0 0-11 15,0 0-2-15,-8-2 0 0,8 2 10 0,0 0-2 16,0 0 2-16,0 0-1 0,0 0-1 0,25 9-2 15,-11-9 1-15,2 1 0 0,2-1 3 0,5-1 0 16,4 1-4-16,1 0 3 0,5-3-3 0,-3 0-1 16,-1 0-2-16,3 0 2 0,-1 1-1 0,3 0-7 15,-3-1-4-15,3 1-3 0,-4-1 13 0,-2 1-4 16,1 0-3-16,0-1 2 0,-10 2-4 0,1 1-2 16,-3-2-2-16,2 2-6 0,-6 0-7 0,-1-1-2 15,0 2-29-15,-3-1-17 0,-3 0-20 0,-6 0-26 16,14 0-15-16,-7 0-14 0,-7 0-20 0,9 2-22 15,-9-2-98-15,0 0-274 0,8 1 121 16</inkml:trace>
  <inkml:trace contextRef="#ctx0" brushRef="#br0" timeOffset="200147.16">15830 13415 152 0,'0'0'163'0,"0"0"-12"0,0 0-12 15,0 0-4-15,0 0 4 0,0 0-13 0,0 0-6 16,0 0-4-16,0 0-3 0,-22 11-8 0,20-7-9 16,2-4-4-16,-6 9-9 0,6-9-1 0,-3 10-14 15,1-4-2-15,2-6-1 0,-1 11-10 0,1-11-4 16,4 13-3-16,-2-7 9 0,2 0 1 0,0-2 1 16,4 0 0-16,-2 1-4 0,4-2 0 15,2-1 4-15,-1 0-2 0,1-2-7 0,6-2-1 0,-1 0-2 16,-4-3-1-16,0 2 0 0,1-1 8 0,3-1-2 15,-6 0 4-15,-2-1-2 0,3 0 7 0,-3-1 1 16,-4-1-5-16,1 0-1 0,-3 1-8 0,-1-2-3 16,-3 1-5-16,-3 0-4 0,0-2-3 0,-1 3-7 15,-3 0-6-15,0-1-7 0,-3 1-4 0,-4-1-16 16,5 3-20-16,-8-2-17 0,0 2-23 0,2 1-19 16,-2 3-31-16,-2 1-45 0,8-1-49 0,-1 1-56 15,-1-1-166-15,1 0-469 0,4-2 208 0</inkml:trace>
  <inkml:trace contextRef="#ctx0" brushRef="#br0" timeOffset="203263.23">13949 10843 118 0,'0'0'110'0,"0"0"-9"16,0 0-23-16,2-7-5 0,-2 7 4 0,0 0-13 16,0 0-2-16,0 0-2 0,0 0-12 0,0 0-11 15,0 0 6-15,0 0 1 0,0 0 1 0,0 0 3 16,0 0 1-16,0 0-6 0,0 0-9 0,0 0 6 15,0 0 5-15,0 0-5 0,0 0 0 0,0 0-3 16,0 0-2-16,0 0 5 0,0 0-3 0,0 0 5 16,0 0 2-16,0 0-5 0,0 0 6 0,0 0-2 15,0 0-4-15,0 0 5 0,0 0-7 0,0 0-3 16,0 0 0-16,0 0 3 0,0 0-3 0,0 0 2 16,0 0 0-16,0 0-1 0,0 0 2 0,0 0 0 15,0 0 6-15,0 0-5 0,0 0 2 0,0 0-1 16,0 0 3-16,2-7 3 0,-2 7 6 0,0 0-3 15,0 0-3-15,0 0-1 0,0 0-2 0,0 0-7 16,0 0-2-16,0 0 0 0,0 0 0 0,0 0-5 16,0 0-1-16,-4-10-4 0,4 10-1 0,0 0-2 0,0 0 0 15,0 0-3-15,0 0-3 0,0 0-5 16,0 0 1-16,0 0-1 0,-3-5-6 0,3 5 0 16,0 0-3-16,0 0 2 0,0 0 1 0,0 0-3 15,0 0 0-15,3 32 0 0,-1-19 0 0,2 4 1 0,0 1 0 16,1 6 0-16,2 1 2 0,0-3-3 0,-3 5 3 15,5-2-2-15,0 0 4 0,-2-2-5 16,0 2 5-16,3-1-2 0,-2-5 5 0,-2 3-5 16,1 2 0-16,0-5-2 0,-3 1-2 0,5 5 5 0,-4-6-4 15,-1 0 4-15,1-2-2 0,-1 2 1 0,0 0 1 16,2-1-3-16,-2-1 1 0,0-3 5 0,-2 1-5 16,1-2 1-16,-3-3 7 0,2 0-11 0,0 0 3 15,0 2-3-15,0-2 5 0,-1 1-2 0,-1-1 0 16,2-1-2-16,-2-3 3 0,0-6 0 0,0 11 0 15,0-11-2-15,0 12 3 0,0-12-5 0,0 8 4 16,0-8-3-16,0 8 4 0,0-8-3 0,0 0 2 16,-2 8-1-16,2-8-3 0,0 0 3 0,-3 7 1 15,3-7 1-15,0 0 3 0,-2 7 0 0,2-7 1 16,0 0-2-16,-4 7 3 0,4-7-6 0,0 0 2 16,0 0-2-16,0 0 0 0,-1 6 0 0,1-6 0 15,0 0 0-15,0 0 0 0,0 0-4 0,0 0 2 16,0 0-2-16,0 0 4 0,0 0-3 0,-2 9 2 15,2-9-1-15,0 0 1 0,0 0 0 0,0 0 1 16,0 0-4-16,0 0 3 0,0 0-2 0,0 0 1 16,0 0 1-16,0 0 0 0,0 8-1 0,0-8 2 15,0 0-3-15,0 0 3 0,0 0-4 0,0 0 4 16,0 0 0-16,0 0-1 0,0 0 0 0,0 0 0 16,0 0-2-16,0 0 4 0,0 0 0 0,0 0 2 0,0 0 2 15,0 0 1-15,0 0-1 0,0 0 1 16,0 0-1-16,0 0 9 0,0 0-8 0,0 0 1 15,0 0-4-15,0 0 2 0,0 0-1 0,0 0 5 16,0 0-2-16,0 0 8 0,0 0-8 0,0 0-2 16,0 0-1-16,0 0 1 0,0 0 1 0,0 0-2 15,0 0 2-15,0 0 0 0,0 0-2 0,0 0-2 16,0 0 2-16,0 0-1 0,0 0 1 0,0 0 1 16,0 0-2-16,0 0 2 0,0 0 2 0,0 0-4 0,0 0-2 15,0 0 3-15,0 0 0 0,0 0 1 0,0 0-1 16,0 0 2-16,0 0 1 0,0 0 2 0,0 0 0 15,0 0 0-15,0 0 1 0,0 0 2 16,0 0 3-16,0 0-6 0,0 0 8 0,0 0-6 0,0 0-3 16,0 0 1-16,0 0 5 0,0 0 3 0,0 0-10 15,0 0 2-15,0 0-4 0,0 0 2 16,0 0-2-16,0 0 4 0,0 0-2 0,0 0-2 0,0 0-2 16,0 0-1-16,0 0 1 0,0 0 1 0,0 0-2 15,0 0-1-15,0 0 2 0,0 0-3 0,0 0 0 16,0 0-6-16,0 0 15 0,0 0-8 0,0 0-1 15,0 0 4-15,0 0-2 0,0 0-2 16,0 0 0-16,0 0 0 0,0 0-5 0,0 0 1 0,0 0 4 16,0 0-4-16,0 0 5 0,0 0-4 0,0 0 0 15,0 0 4-15,0 0-3 0,0 0-6 0,0 0 6 16,0 0-2-16,0 0 3 0,0 0-1 0,0 0 0 16,0 0-5-16,0 0 6 0,0 0-5 0,0 0 4 15,0 0-3-15,0 0 3 0,0 0-2 0,0 0-1 16,0 0-3-16,0 0 4 0,0 0-3 0,0 0 4 15,0 0 2-15,0 0 1 0,0 0 0 0,0 0-6 16,0 0 2-16,0 0 2 0,0 0-1 0,0 0 3 16,0 0-3-16,0 0 1 0,0 0-10 0,0 0 10 15,0 0 1-15,0 0-1 0,0 0 3 0,0 0-5 16,0 0 5-16,0 0-4 0,0 0 1 0,0 0-5 16,0 0 5-16,0 0 2 0,5 5-7 0,-5-5 4 15,0 0 1-15,0 0-3 0,0 0-3 0,0 0 15 16,0 0-7-16,0 0-3 0,0 0 3 0,0 0-1 15,0 0 1-15,0 0-6 0,0 0 6 0,0 0-2 16,0 0-3-16,0 0 0 0,0 0-2 0,0 0 5 16,0 0-1-16,0 0 2 0,0 0-7 0,0 0 2 15,0 0 6-15,0 0-3 0,0 0 0 0,0 0 0 0,0 0 1 16,0 0-2-16,0 0-3 0,0 0 0 16,0 0 0-16,0 0 4 0,0 0 0 0,0 0 3 0,0 0 6 15,0 0-5-15,0 0-8 0,0 0 4 0,0 0 2 16,0 0 0-16,0 0-3 0,0 0 3 15,0 0-2-15,0 0 0 0,0 0 0 0,0 0 2 0,0 0-1 16,0 0-2-16,0 0-1 0,0 0-1 0,0 0 1 16,0 0 1-16,0 0 2 0,0 0-7 0,0 0 3 15,0 0 5-15,0 0 0 0,0 0-3 0,0 0 3 16,0 0 7-16,0 0-10 0,0 0 2 16,0 0 5-16,0 0-7 0,0 0-4 0,0 0 2 0,0 0 3 15,0 0-2-15,0 0 0 0,0 0 1 0,0 0-6 16,0 0 8-16,0 0-1 0,0 0-2 0,0 0 3 15,0 0-2-15,0 0 1 0,0 0-5 0,0 0 2 16,0 0-3-16,0 0 2 0,0 0-4 0,0 0-1 16,0 0 1-16,0 0 3 0,0 0 0 0,0 0 1 15,0 0 0-15,0 0-1 0,0 0 1 0,0 0 2 16,0 0-2-16,0 0 0 0,0 0 1 0,0 0-2 16,0 0 8-16,0 0-6 0,0 0 3 0,0 0 10 15,0 0-11-15,0 0 0 0,0 0 1 0,0 0 1 16,0 0 1-16,0 0-5 0,0 0 3 0,0 0-1 15,0 0 2-15,0 0 1 0,0 0-4 0,0 0 2 16,0 0 2-16,0 0-2 0,0 0 1 0,0 0 11 16,0 0-15-16,0 0 2 0,0 0 2 0,0 0 1 15,0 0-2-15,0 0 0 0,0 0 1 0,0 0-1 16,0 0-2-16,0 0 1 0,0 0-2 0,0 0 9 16,0 0-9-16,0 0 3 0,0 0 0 0,0 0-1 0,0 0-1 15,0 0-1-15,0 0-3 0,0 0 5 16,0 0 1-16,0 0-3 0,0 0-3 0,0 0 5 15,0 0-2-15,0 0 3 0,0 0-2 0,0 0 3 16,0 0-4-16,0 0 3 0,0 0-2 0,0 0 3 0,0 0-5 16,0 0 5-16,0 0-7 0,0 0 3 0,0 0-7 15,0 0 6-15,0 0-15 0,0 0-1 0,0 0-5 16,0 0 8-16,0 0 2 0,0 0-1 16,0 0 4-16,0 0-2 0,0 0 2 0,14-1 5 0,-10 3-2 15,3 1 1-15,3 0 2 0,-3 2-3 0,1-3 0 16,2 1 1-16,-3 0 2 0,-1 0-2 0,2 0 1 15,-1 0 1-15,1-1-1 0,-1 2 2 16,-2 0 0-16,-5-4 3 0,9 6 1 0,-5-3-4 0,1 1 4 16,-5-4-2-16,4 9-2 0,-4-9 5 0,0 10-3 15,0-10 2-15,-7 14 1 0,1-5 0 0,-1-1-5 16,-2 0 5-16,2 3-1 0,-4-2 4 0,-1 3-4 16,0-1 3-16,1 1 1 0,1-5-3 0,-3 6 0 15,2-2 2-15,-3 0 0 0,5-2 1 0,-3 2-2 16,1-3 2-16,3 1-3 0,-2-1-2 0,4 1 2 15,1 0 1-15,-1-1 3 0,-1-1-2 0,3 2-1 16,1-2-1-16,3 0 1 0,0 3-2 0,0-2 1 16,5 2-1-16,-3-4-1 0,5 2-2 0,-1 1 12 15,-1-1-9-15,-1 0-2 0,5-2 1 0,-4 3-1 16,3-1 0-16,-3-2 2 0,-1 0-2 0,2 1 0 16,-2 0 2-16,0 2 1 0,-3-3-1 0,0 1-2 15,-1 3 0-15,0 1 2 0,-4 0-2 0,-2 1 1 16,-2 2 2-16,-1 0 0 0,-3 10 3 0,-1-8-6 15,3 0 3-15,-4-1 1 0,1 0-1 0,1 7 3 16,-1-5-1-16,2-2-1 0,-1-1-1 0,3 2-1 16,1 0-4-16,1 0 5 0,0 0 0 0,2 0-3 15,5-3-4-15,-2-2-14 0,2 5-7 0,2-2 2 16,0-3 2-16,3 4 0 0,0 0 3 0,0-3-1 16,-1-1-3-16,5 4 1 0,-5-5 0 0,5 1 1 15,-6 0 2-15,3 0 1 0,-1 0 2 0,-1 0 21 16,0 1 1-16,2 1-1 0,-4-2-2 0,0 0-2 15,0 0 4-15,0 2-3 0,-2-1 3 0,0 4-3 16,-2-3 3-16,0-1-4 0,2 5 1 0,-2-1-2 16,0-5 1-16,1 5 2 0,1-3-1 0,-2 3 0 0,-1-4 0 15,6-2 0-15,-3 3 1 0,2 3 0 0,-1-5 14 16,1 4-1-16,2 2 0 0,-2 0-1 0,2-6-1 16,-1 1-1-16,1 5-2 0,0-1 0 15,-1 0 0-15,2-1-2 0,-3 3 5 0,3-3-1 0,-3 2 0 16,0-1 0-16,2-3 0 0,-1-1-2 0,-1 1-3 15,0-3 0-15,0 0 1 0,-2 0 0 0,0-1-2 16,2 1 0-16,1-1 0 0,-3-9-4 16,-3 13 4-16,6-5 0 0,-8 0-3 0,7 1-8 15,-4 1-1-15,0 0-12 0,-2 2-4 0,-1-1-16 0,-1 4-19 16,1 0-26-16,-2-1-30 0,-2 0-29 0,0 0-38 16,3-1-45-16,-2-4-180 0,1 1-439 0,1-2 193 15</inkml:trace>
  <inkml:trace contextRef="#ctx0" brushRef="#br0" timeOffset="203814.13">14346 12273 102 0,'-2'-10'239'15,"2"10"1"-15,-4-16-11 0,2 9-6 0,2 7-11 16,-6-12-9-16,6 7-15 0,0 5-15 0,-6-6-18 0,6 6-18 15,0 0-15-15,0 0-10 0,0 0-17 0,0 0-5 16,0 0-9-16,0 0-1 0,0 0-5 0,4 30-4 16,-2-14-5-16,-4 1-9 0,4 1-9 15,3-2 0-15,0 0 0 0,-3 1-9 0,0 0-5 0,4-2-3 16,-3 2-5-16,1-2-1 0,-1-2 2 0,1 3-6 16,-1-5 0-16,-1 1-3 0,1 0-1 0,0-1-8 15,0-1-16-15,-1-1-23 0,2 3-18 0,-2-6-24 16,1 1-30-16,-3 0-42 0,4-1-35 15,-2-2-34-15,-2-4-32 0,7 9-142 0,-7-9-420 0,0 0 186 16</inkml:trace>
  <inkml:trace contextRef="#ctx0" brushRef="#br0" timeOffset="204047.18">14553 12237 81 0,'0'-7'245'0,"0"7"-11"0,0-12-7 0,0 12-2 15,0-10-9-15,0 10-13 0,0 0-13 0,0-10-24 16,0 10-17-16,0 0-15 0,0 0-14 16,0 0-4-16,0 0 2 0,0 0-9 0,0 0-7 0,3 37-7 15,-3-21-9-15,1 1-8 0,0-2-5 0,0 5-9 16,0-2-6-16,1 0-4 0,-2-2-4 0,0 1-5 16,2 0-4-16,-4-1-12 0,4-3-26 0,-2 1-18 15,0-2-26-15,2 0-29 0,-2-1-42 16,0 1-54-16,0-4-43 0,0-1-47 0,0-7-151 0,2 11-442 15,-2-11 196-15</inkml:trace>
  <inkml:trace contextRef="#ctx0" brushRef="#br0" timeOffset="204279.86">14781 12227 167 0,'0'-6'258'0,"0"6"-25"0,0-8-19 16,0 8-11-16,0 0-8 0,0 0-13 0,-24 9-17 15,11 2-8-15,-1 2-8 0,1 3-16 0,-5 3-5 16,0 1-19-16,0 0-6 0,5-5-14 0,1-1-10 16,3 2-7-16,-2-1-3 0,5-1-9 0,3-2-7 15,1 0-6-15,1-1-1 0,3 0-7 0,1-2-2 16,4 0-6-16,2-3-2 0,4 1-4 0,6-2-7 16,3-3-14-16,5 1-14 0,3-4-23 15,0-1-38-15,-3 2-34 0,0-4-40 0,0 2-34 0,-7 1-38 16,-7 1-172-16,-2 1-422 0,-3 1 186 0</inkml:trace>
  <inkml:trace contextRef="#ctx0" brushRef="#br0" timeOffset="204850">14043 12993 154 0,'0'0'213'0,"0"0"5"0,0 0-7 0,0 0-6 16,0 0-5-16,0 0-17 0,0 0-18 0,0 0-18 0,0 0-14 15,0 0-14-15,0 0-10 0,0 0-12 0,0 0-2 16,0 0 7-16,0 0-1 0,-2 40-3 16,2-14-6-16,-2-6-9 0,4 8-5 0,-2 1-4 15,0 1-6-15,0-2-3 0,2 2-8 0,-2 1-1 0,2 0-7 16,0-3-6-16,2 1-6 0,-1-1 0 0,-3-4-4 15,2-4-2-15,-2-2-3 0,2 0-11 0,1-1-17 16,-3-5-14-16,4 3-25 0,-3-2-32 0,-1-4-50 16,0 1-62-16,0-4-72 0,0-6-198 15,-2 14-490-15,-1-11 216 0</inkml:trace>
  <inkml:trace contextRef="#ctx0" brushRef="#br0" timeOffset="204961.16">14126 13530 35 0,'0'0'39'0,"0"-11"-52"0,0 11-13 15,0 0 6-15</inkml:trace>
  <inkml:trace contextRef="#ctx0" brushRef="#br0" timeOffset="210397.95">15638 11562 201 0,'-6'-7'222'16,"6"7"-7"-16,-6-5-12 0,6 5-11 0,0 0-13 16,-3-7-15-16,3 7-8 0,0 0-22 0,-4-6-10 15,4 6-17-15,0 0-12 0,0 0-9 0,0 0-12 16,0 0-9-16,0 0 0 0,0 0-10 0,0 0-4 0,0 0 0 16,7 25-12-16,0-12-1 0,-1 3-1 15,1 2-6-15,1 1 0 0,2 4-3 0,-1 1-2 16,-4-5-4-16,3 1 0 0,2 5-1 0,-5-6-4 15,0-1 1-15,1 1-5 0,1-2 0 0,0 0 4 16,0-1-5-16,-2-1-4 0,0-3 2 0,0-2 0 16,-1 0-2-16,1 1 2 0,0-3-3 0,0 0 2 15,-1-2-1-15,1-1 0 0,-2-2 3 0,-3-3 13 16,6 8 8-16,-2-5 6 0,-4-3 3 0,5 3 5 0,-5-3-4 16,0 0-3-16,0 0-3 0,0 0 1 15,13-8 0-15,-12 1-6 0,4-2 0 0,2 0 5 16,-4-4-8-16,3 2-2 0,-1-6 3 0,0 0-10 15,2 0-4-15,-2-4 3 0,1 4-3 0,0-8-6 0,-2 0 3 16,4 2 1-16,-2 4-4 0,-2 0-1 0,0 1 2 16,1 0-3-16,0 0-2 0,0-1-5 15,0 0 5-15,-1 7-6 0,-3 1-5 0,2-2-2 16,-1 4-7-16,1-1-12 0,-3 3-18 0,0 7-15 0,1-9-18 16,-1 9-9-16,0 0-35 0,0 0-22 0,0 0-25 15,0 0-34-15,0 0-22 0,-8 31-179 0,5-16-437 16,-5 1 194-16</inkml:trace>
  <inkml:trace contextRef="#ctx0" brushRef="#br0" timeOffset="210729.86">16011 11846 130 0,'0'0'183'0,"0"0"-4"0,2 7-5 0,-2-7-4 16,0 0 2-16,-4 9-12 0,4-9-8 0,-5 10-11 15,2-4-3-15,-1 1-14 0,1 2-8 0,0 1-10 16,-1 0-10-16,1-2-11 0,1 2-2 0,-1-1-8 16,2 0-6-16,1 0-7 0,0-9-7 0,3 16-3 15,-2-10-4-15,3 1-4 0,1-1-1 0,4 0 0 16,1-1 10-16,3-1-2 0,1-2 2 0,4 1-5 16,0-3-2-16,2-1 2 0,-1-3 3 0,-1 0-3 15,-2 0 2-15,-3 1 4 0,-1-1 15 0,-2-4 2 16,-1 2-5-16,-1-2-9 0,-3-2 0 0,0-1-6 15,-1-1-7-15,-3-2-5 0,-2 2-3 0,-1-4-6 16,-4 1 7-16,-1-2-15 0,-2 3-4 0,-3 3-10 16,-1-3-14-16,-1 5-5 0,0 0-40 0,-5 4-31 15,-1 2-21-15,-9 4-39 0,-1 2-62 0,2 4-71 16,-6 0-215-16,4 4-529 0,-2-1 235 0</inkml:trace>
  <inkml:trace contextRef="#ctx0" brushRef="#br0" timeOffset="-213149.52">9412 14515 54 0,'0'0'162'0,"-6"-6"2"16,6 6-5-16,-5-4-9 0,5 4-7 0,-7-5 0 16,7 5-1-16,-5-3-7 0,5 3-8 0,0 0-6 15,0 0-7-15,-6-9-5 0,6 9-6 0,0 0-7 16,0 0-11-16,-4-3-6 0,4 3-9 0,0 0-7 16,0 0-8-16,0 0-4 0,0 0-8 0,0 0-4 15,0 0-4-15,0 0 1 0,0 0-2 0,0 0-4 16,0 0-2-16,10 26 0 0,-6-15 0 15,1 1-3-15,1 2-3 0,3 1 2 0,-2 2-1 0,0-4 2 16,1 3-3-16,2 2 2 0,-1-4 0 0,1 2-21 16,1-1 0-16,-2-1 0 0,0 2 0 0,1 0-1 15,0-4 4-15,-1 2-2 0,2-1 1 0,-4-1 0 16,-1-2-1-16,2-3 0 0,-2 3 0 0,2-2 1 16,-3 2-3-16,0-3 2 0,-1-2 1 0,0 2-3 15,0-4 3-15,1 2 0 0,-5-5 2 16,6 6-5-16,-6-6 6 0,5 3 6 0,-5-3 14 0,0 0 8 15,4 4 18-15,-4-4 8 0,0 0 5 0,0 0-3 16,0 0-9-16,0 0-6 0,12-14 0 0,-6 5-6 16,-1 0-9-16,1-8 5 0,2 2-1 15,1-3-11-15,1-5 2 0,-2 4-3 0,5-6-1 0,-3-1-4 16,0 1 0-16,-1-2-2 0,3 4-4 0,-3 0 1 16,-3 4-3-16,2 4 0 0,-3-1-4 0,-1 4 4 15,-1 1-3-15,1 1 2 0,-1 1-1 0,-1 4-3 16,-2 5-2-16,4-12-13 0,-4 12-9 0,4-6-10 15,-4 6-10-15,3-7-10 0,-3 7-16 0,2-5-12 16,-2 5-6-16,0 0-7 0,0 0-18 0,0 0-24 16,0 0-11-16,7 13-38 0,-7-13-17 15,1 12-37-15,0-5-172 0,-1-7-437 0,3 16 194 16</inkml:trace>
  <inkml:trace contextRef="#ctx0" brushRef="#br0" timeOffset="-212698.54">9968 14695 150 0,'-6'10'196'0,"6"-10"-1"0,-4 9-10 0,0-5-13 0,0 1-15 15,0 2-12-15,2 0-8 0,-2-1-10 16,1 3-5-16,1 1-6 0,-5 0-11 0,5 1-7 15,-1-3-11-15,1 3-4 0,0-2-9 0,0 2-8 0,3-2-9 16,-1 1-1-16,1 0-11 0,2 1 0 0,1-3-2 16,-2-1-5-16,3-1-5 0,0 0 0 0,2 0-5 15,-2 0 0-15,4-2 0 0,2-2-2 0,-2 0 2 16,2-3 9-16,0 2 4 0,1 1 2 16,-1-4 3-16,2 1-5 0,-1-2 4 0,-2-1-2 15,-1 1 1-15,0-4-2 0,2 2 4 0,-2-2-4 0,-1-2 9 16,-2 2-12-16,-1-3-2 0,0 1-4 0,-1-2 7 15,-1 0-1-15,-2-3-8 0,0 2 0 0,-2 1-6 16,0-5-2-16,-3 0 5 0,1 6-6 16,1-3-7-16,-3 4 2 0,2-1-7 0,-2-2 2 15,0 3-1-15,-2 0-2 0,1 1 2 0,-3 0-5 0,1 2-4 16,2 1 1-16,0 1-5 0,-2 1-4 0,8 3-12 16,-12-3-16-16,6 2-14 0,0-2-14 0,6 3-10 15,0 0-7-15,-18 5-19 0,13 0-25 0,1-1-30 16,4-4-32-16,-9 13-27 0,8-7-43 15,-2 1-133-15,3-7-418 0,0 0 185 0</inkml:trace>
  <inkml:trace contextRef="#ctx0" brushRef="#br0" timeOffset="-212279.84">10655 14645 117 0,'0'0'213'15,"0"0"-1"-15,0 0-6 0,0 0-8 0,0 0-11 16,0 0-15-16,0 0-11 0,0 0-15 0,0 0-10 15,0 0-10-15,-20-5-8 0,20 5-7 0,0 0-9 16,0 0-8-16,0 0-6 0,0 0-3 0,0 0-8 16,0 0-7-16,0 0-9 0,0 0-6 0,0 0-9 15,0 0-3-15,0 0-2 0,0 0-7 0,0 0 1 16,0 0-8-16,0 0-1 0,0 0 2 0,0 0-8 16,0 0 0-16,0 0 0 0,0 0-3 0,31 3-1 15,-21-3 0-15,0 0 1 0,3-2-5 0,-2 2 2 16,2-1-3-16,5 0-2 0,-4-1-3 0,0 2-3 15,3 0-10-15,-4-1-6 0,-1-1-18 0,1 2-23 16,-13 0-26-16,18 2-41 0,-8-1-42 0,-10-1-39 16,13 2-30-16,-13-2-151 0,6 6-414 0,-6-6 184 15</inkml:trace>
  <inkml:trace contextRef="#ctx0" brushRef="#br0" timeOffset="-212048.02">10659 14779 28 0,'-9'4'199'0,"9"-4"-9"15,-6 2-8-15,6-2-11 0,0 0-15 0,-8 1-3 16,8-1-4-16,0 0-5 0,0 0-9 0,0 0-7 16,0 0-13-16,21 6-11 0,-12-7-9 0,3 1-6 15,0-2-14-15,1-1-6 0,-2 2-5 0,3-1-10 16,-1-2-15-16,-1 1-19 0,2 0-23 0,-4 2-25 15,1-3-34-15,2 0-42 0,-1 1-31 0,-1-1-55 16,-1 1-117-16,3-1-331 0,0 2 147 0</inkml:trace>
  <inkml:trace contextRef="#ctx0" brushRef="#br0" timeOffset="-204383.01">11286 14607 92 0,'-4'-5'204'0,"4"5"1"0,0 0-7 0,0 0-8 15,-5-6-10-15,5 6-19 0,0 0-17 0,-3-7-10 16,3 7-14-16,0 0-6 0,-3-8-1 0,3 8-6 16,-2-8-6-16,2 8-8 0,0 0-7 0,-4-7-8 15,4 7-9-15,0 0-9 0,0 0-1 0,0 0-10 16,0 0-6-16,0 0-5 0,0 0-6 0,0 0-2 16,0 0-3-16,0 0-1 0,0 0-6 0,0 0 0 0,0 0 3 15,0 0-10-15,0 0 1 0,0 0-2 0,0 0 0 16,0 0-4-16,0 0 1 0,0 0-2 15,4 25-1-15,-4-25 2 0,4 7-2 0,-2-1 2 16,-2-6-2-16,7 11-1 0,-3-4 1 0,2 1 4 0,0 2-1 16,1 0 1-16,4 3 4 0,-1 1 0 0,0 1-3 15,-3 0-19-15,3 0 0 0,-2 0 2 0,0 0 0 16,-1 1 3-16,3-1-2 0,-4 0 1 16,1-1 0-16,0-3 4 0,0 1-3 0,-2-2 4 15,1 0-1-15,-1 1 1 0,0-4 2 0,0 2-5 16,0-1 2-16,-1-2 2 0,1-3-2 0,-4 3 2 0,3-2 8 15,-4-4-8-15,6 6 3 0,-6-6 10 0,4 3 10 16,-4-3 5-16,0 0 5 0,0 0-2 16,13-2-4-16,-13 2 1 0,8-11-4 0,-2 2-4 15,4-1 3-15,-3-4-6 0,3-1 2 0,3-7-6 16,0 1 1-16,-2-3-2 0,0 0-3 0,2-5 1 16,-4 6-2-16,3-5 3 0,-2 1-3 0,-2 2 2 15,-1-2-1-15,1 1-8 0,-3 3 8 0,-1 4 1 16,-2 1 1-16,0 1-1 0,-1 4-4 0,2 3 2 15,-2-2-2-15,2 6-2 0,-1 0-3 0,-2 6-4 16,0-9 0-16,0 9-2 0,0 0-2 0,0-8-6 16,0 8-15-16,0 0-16 0,0 0-14 0,-10 19-14 15,6-9-20-15,-2 7-30 0,-1 1-53 0,-2 1-39 0,0 8-56 16,0-1-137-16,2 0-437 0,0-2 195 16</inkml:trace>
  <inkml:trace contextRef="#ctx0" brushRef="#br0" timeOffset="-203942.95">11873 14783 47 0,'2'-4'251'0,"-2"4"-8"0,0 0-24 0,0 0-16 16,0 0-18-16,0 0-16 0,0 0-8 0,0 0-18 15,0 0-9-15,-25 2-9 0,19 3-12 0,-5 1-6 16,0 1-4-16,2-1-11 0,-1 4-8 0,2-1-9 16,1 0-6-16,0 1-6 0,2-3-4 0,-1 4-7 15,3-2-7-15,1 0-8 0,2-2-1 0,0-7-4 16,1 16-2-16,3-5-4 0,0-4-3 0,3 3 0 16,2-2-1-16,0 1-2 0,0-1 1 0,3-1-5 15,-2 0 2-15,4 1-7 0,-1 0 0 0,-2-3-2 16,3 0-2-16,-5 2 4 0,5-1-1 0,-5-1-5 15,0 0-1-15,1 0 2 0,0 1 0 0,-5-1-6 16,0-3 8-16,0 2-7 0,-5-4 0 0,5 5 8 16,-5-5 0-16,5 9 4 0,-5-9 5 0,0 0 5 15,-12 12-2-15,3-8 6 0,-3 2 5 0,-7 1-7 16,0-1-2-16,-2-1 5 0,0 0-3 0,-8 0-5 16,2-1 3-16,9-1-1 0,-2-1-5 0,0 2-6 15,4-3-10-15,2 2-17 0,1-2-11 0,1-1-17 16,3 1-21-16,3 1-21 0,6-2-49 0,-13-2-61 15,13 2-70-15,-9-6-176 0,9 6-478 0,0-9 212 16</inkml:trace>
  <inkml:trace contextRef="#ctx0" brushRef="#br0" timeOffset="-203611.94">12295 14801 151 0,'0'0'217'0,"4"-3"-9"0,-4 3-10 0,0 0-6 15,12-2-7-15,-12 2-12 0,13 0-11 0,-6 0-7 16,5 0-12-16,-2 0-10 0,4-1-3 0,-1 2-6 16,6-2-3-16,-1 1-8 0,0-1 0 0,-1 0-2 15,0 0 0-15,0-1-3 0,-5 1 0 0,1-2-7 16,-1 3-2-16,-4-1 7 0,-8 1 4 0,11 0 7 15,-4-2 1-15,-7 2 4 0,9-2 4 0,-9 2-1 16,0 0-1-16,9-2-9 0,-9 2-8 0,0 0-10 16,0 0-11-16,0 0-11 0,0 0-8 0,4-4-28 15,-4 4-20-15,0 0-52 0,0 0-54 0,0 0-69 16,0 0-45-16,0 0-56 0,-19-6-74 0,19 6-277 16,-14 0-657-16,14 0 290 0</inkml:trace>
  <inkml:trace contextRef="#ctx0" brushRef="#br0" timeOffset="-199780.94">12787 14567 5 0,'0'0'169'0,"0"0"-8"0,4-6-17 0,-4 6-3 0,0 0-11 16,0 0-10-16,0 0-16 0,0 0-8 0,0 0-4 16,0 0-1-16,0 0-10 0,0 0-1 0,0 0 1 15,0 0-2-15,0 0-5 0,12 11-3 0,-12-11-3 16,5 8-4-16,-5-8-8 0,6 7 17 0,-2-3-11 15,-3 1-9-15,3 1 14 0,1 0-5 0,-5-6-3 16,5 10-9-16,-1-4-1 0,0 1-8 0,0-4-1 16,1 6-3-16,1 0-6 0,0-2-3 0,2 3 2 15,-3-2-2-15,3 0-2 0,0 2 3 0,-2-1-22 16,3-1-3-16,-2 1 9 0,2 0-6 0,0-2-1 16,0 3 0-16,-1-4-1 0,2 2 0 0,-3-2-1 15,1-1 6-15,2 0-4 0,-5 1-4 0,1-3 4 16,0 1-2-16,-3-1-1 0,-3-3 1 0,8 5 3 15,-8-5 14-15,6 3 21 0,-6-3 4 0,0 0 12 16,0 0-3-16,0 0-8 0,0 0-1 0,10-10-1 16,-7 5 0-16,-3 5 3 0,4-14 4 0,-4 6-11 15,2-3-8-15,0-1-3 0,-1 1-6 0,4-4-1 16,-1-2 2-16,-2-1-6 0,1 1-2 0,1 1 0 16,-2-1-1-16,2-1-3 0,1 1 0 0,-1 2-1 15,-1 1-2-15,-1 5-3 0,-1-1-1 16,1 0-1-16,-2 3 0 0,0 7 1 0,2-11-19 15,2 7-11-15,-4 4-22 0,0-7-15 0,0 7-14 16,0 0-3-16,0 0-8 0,0 0-16 0,0 0-22 0,0 0-31 16,0 0-41-16,0 0-30 0,4 26-176 0,-4-26-436 15,-2 20 193-15</inkml:trace>
  <inkml:trace contextRef="#ctx0" brushRef="#br0" timeOffset="-199464.95">13220 14730 147 0,'0'0'183'0,"0"0"-4"0,0 0-17 16,0 0-12-16,0 0-17 0,0 0-9 16,0 0-9-16,-4 4-13 0,4-4-5 0,0 0-8 15,0 0-5-15,0 0-1 0,0 0-8 0,0 0-1 0,0 0-5 16,0 0-3-16,0 0 0 0,0 0-3 0,0 0 1 15,0 0-2-15,0 0-3 0,0 0 7 16,0 0-5-16,0 0-3 0,0 0-2 0,0 0-7 16,0 0-3-16,0 0-8 0,0 0 0 0,0 0-5 15,0 0 0-15,0 0-6 0,0 0-4 0,0 0-2 0,0 0-12 16,0 0-7-16,0 0-14 0,-2-23-2 16,2 23-9-16,0 0-15 0,0 0-16 0,0 0-24 0,0 0-23 15,0 0-4-15,2-11-43 0,-2 11-19 16,0 0-19-16,0 0-128 0,0 0-339 0,0 0 150 15</inkml:trace>
  <inkml:trace contextRef="#ctx0" brushRef="#br0" timeOffset="-198331.9">13208 14741 174 0,'0'0'184'0,"-3"-11"-3"0,3 11-11 0,0 0-7 16,-4-7-20-16,4 7-6 0,0 0-7 15,0 0-6-15,0 0-3 0,0 0-14 0,-5-6-11 0,5 6-8 16,0 0-16-16,0 0-4 0,0 0-14 0,0 0-3 15,0 0-8-15,0 0-1 0,0 0-1 0,-1 22-4 16,-1-13-2-16,2 0-2 0,-2 2 4 0,0 0-2 16,0 0-1-16,2-2-2 0,-2 0-6 0,-1 1-1 15,1 1-5-15,0-1 1 0,2-1-2 0,-4 1 2 16,4-2-7-16,0 1-2 0,-2-2 1 0,2-7-1 16,0 13-9-16,0-7-12 0,0-6-21 0,0 0-16 15,0 14-23-15,0-14-21 0,0 7-22 0,0-7-29 16,0 0-25-16,-3 8-8 0,3-8-124 0,0 0-321 15,0 0 143-15</inkml:trace>
  <inkml:trace contextRef="#ctx0" brushRef="#br0" timeOffset="-198082.97">13182 14744 103 0,'0'0'127'0,"19"-1"5"0,-10 1-7 0,4 2-11 15,-2 2 0-15,-2 0-13 0,2 1-5 0,1 1 4 0,-3 2-7 16,-1-1-10-16,-3 0-7 0,2 2 0 0,-2 1-9 16,-3-1 1-16,0 1-11 0,0-4 1 0,-4 4 7 15,0 0 4-15,-3 2-3 0,1-2-11 0,-4-2 0 16,2 1-6-16,-3 0-2 0,1-2-6 0,-2 0-6 16,1-1-1-16,0 1-3 0,-2-1-1 0,2 0-10 15,0-2-20-15,3 0-19 0,0 0-26 0,0 0-31 16,6-4-37-16,-9 2-61 0,9-2-120 0,-9 2-318 15,9-2 141-15</inkml:trace>
  <inkml:trace contextRef="#ctx0" brushRef="#br0" timeOffset="-197921.72">13614 14733 86 0,'0'0'116'0,"11"0"-13"16,-11 0-6-16,12 0-35 0,-12 0-38 0,8 4-36 16,-3-2-68-16,-5-2-85 0,4 5 37 0</inkml:trace>
  <inkml:trace contextRef="#ctx0" brushRef="#br0" timeOffset="-197775.9">13580 14793 109 0,'-11'3'183'15,"6"2"-11"-15,5-5-17 0,-5 3-8 0,5-3-18 0,0 0-5 16,-4 8-12-16,4-8-12 0,0 0-5 16,14 8-21-16,-7-7-24 0,6 0-44 0,-1-1-52 15,9-1-58-15,-2 0-114 0,10-4-236 0,2 1 104 16</inkml:trace>
  <inkml:trace contextRef="#ctx0" brushRef="#br0" timeOffset="-196116.71">14813 14526 72 0,'-4'-9'199'16,"4"9"-7"-16,-7-6-19 0,7 6-1 0,-10-6-13 16,4 3-11-16,-1 0 1 0,-1 1-13 0,0-1-5 15,-1 0-11-15,-3 3-13 0,-2-1-5 0,1 1-9 16,-2 1-5-16,1 1-9 0,0 2-2 0,-4 1-1 15,0 1-1-15,3 3-6 0,-4 0-9 0,6 2-3 16,-1 5-1-16,1-2-6 0,-1 1-5 0,5 2-6 16,1-1-1-16,1-3-5 0,2 3 0 0,0 1-4 15,1-5-4-15,2 0-2 0,4 1 1 0,-2-3-3 16,4 2-1-16,-1-2-21 0,4-3 2 0,0 3 2 16,1-4-4-16,6 2 2 0,-5-3 6 0,4-3-3 15,1 0-1-15,-1 0-3 0,6-4 8 0,-6 1-8 16,2-1 2-16,-4-1 2 0,1-2-1 0,-1 1 1 15,-4-1-1-15,3-4 0 0,-2 1 0 0,-2-3 1 16,1 0-5-16,-4-1 2 0,1 2 10 0,-2-6-10 16,0-1 2-16,0 6 0 0,1-6-1 0,-3 2 1 15,0 2 4-15,-3 0 11 0,3 5 11 0,0 8 1 16,0-13 6-16,0 13-12 0,0-10-3 0,0 10-1 16,3-8-6-16,-3 8 0 0,0 0-5 0,0 0 1 15,0 0 1-15,0 0-2 0,0 0 0 0,6 28-3 16,-3-11 2-16,0 2-2 0,-1 0 1 0,1 7-1 15,-2 0 5-15,1 2 1 0,-2-2 5 0,2-1-1 16,-4-1-3-16,2 5 1 0,0-10-1 0,2 1-1 16,-2-4-1-16,-2 3-1 0,0-1 0 0,2 0-4 15,0-3 6-15,0-4-21 0,0 1-17 0,0 0-26 16,0-1-29-16,-3 1-34 0,1-1-50 0,1-4-50 16,-2 0-64-16,0 0-147 0,3-7-461 0,0 0 205 15</inkml:trace>
  <inkml:trace contextRef="#ctx0" brushRef="#br0" timeOffset="-195940.1">15000 14772 211 0,'0'0'201'0,"0"0"-13"0,0 0-20 15,0 0-13-15,0 0-20 0,0 0-11 0,0 0-14 16,0 0-12-16,0 0-36 0,0 0-47 0,0 0-57 15,0 0-62-15,0 0-117 0,0 0-238 0,0 0 106 16</inkml:trace>
  <inkml:trace contextRef="#ctx0" brushRef="#br0" timeOffset="-195594.62">15110 14502 186 0,'-6'-5'228'0,"6"5"-18"16,0 0-19-16,0 0-21 0,0 0-17 0,0 0-6 16,0 0-17-16,14-7-9 0,-2 6-10 0,3 1-5 15,4-1-10-15,3 1-4 0,7 1-2 0,-7-2-4 16,6 2-4-16,-7-1-8 0,-2 1-10 16,-5 0-4-16,0-1-7 0,-4 0-4 0,1 2-11 0,-3-1-1 15,-8-1-4-15,12 0-7 0,-8 3 4 0,-4-3 4 16,8 5 14-16,-4 1 14 0,-3 3-1 0,1 1-2 15,-2 3-6-15,0-1 0 0,-2 4 9 0,-1 3 10 16,0-1-6-16,-3 0-4 0,5 2-8 16,-3-2 0-16,0 1-10 0,0 0-2 0,1 0-1 0,-1-2-4 15,2 0-9-15,-1 0 3 0,0-5-5 0,0 1-7 16,2 1-19-16,0 0-18 0,1-3-29 0,-3 0-16 16,3-2-18-16,0 1-18 0,0-3-42 0,0-7-57 15,1 16-38-15,-1-11-229 0,0-5-504 16,-1 10 223-16</inkml:trace>
  <inkml:trace contextRef="#ctx0" brushRef="#br0" timeOffset="-195441.59">15328 14745 79 0,'0'0'208'0,"0"0"-21"0,0-8-19 15,0 8-21-15,0 0-18 0,5-7-2 16,-5 7-17-16,11-2-12 0,2 0-13 0,0-2-30 0,5 2-49 15,0-4-59-15,3 3-66 0,1 1-86 0,9-5-222 16,-2 1 99-16</inkml:trace>
  <inkml:trace contextRef="#ctx0" brushRef="#br0" timeOffset="-195082.84">15838 14422 230 0,'0'0'236'0,"0"0"-18"0,1-9-24 0,-1 9-19 0,0 0-9 16,0 0-12-16,0 0 9 0,0 0-6 16,11 21-8-16,-7-8-9 0,2 0-8 0,1 4-9 15,-2 3-4-15,3 5-6 0,-3-6-13 0,0-2-6 0,1 1-9 16,0-1-4-16,1-1-9 0,-2 2-8 16,2-1-8-16,0-2-3 0,-3-2-5 0,4-3 0 15,-2 0-1-15,-1 0-7 0,2-3-1 0,-1 1 0 16,3-2 10-16,-4-2 10 0,0-1 20 0,2 0-6 15,0-2-1-15,-7-1 4 0,0 0-1 0,26-4-2 0,-17-1-1 16,1-2 2-16,-4 0-5 0,3-5-3 0,1-1-4 16,0-1-11-16,-1-4 0 0,1 1-4 15,1-5-5-15,-4 3-10 0,5-4 3 0,-3-2-7 0,0 3-7 16,-2 3-5-16,1 0-15 0,0 0-17 16,-1 4-16-16,-2 4-17 0,1 0-17 0,-2 2-27 15,0 3-31-15,-2 1-26 0,-2 5-31 0,4-9-47 0,-4 9-50 16,3-5-12-16,-3 5-16 0,0 0-152 0,0 0-496 15,0 0 220-15</inkml:trace>
  <inkml:trace contextRef="#ctx0" brushRef="#br0" timeOffset="-194415.24">10754 15927 133 0,'-9'-3'261'0,"9"3"-23"0,-8-4-21 0,8 4-16 15,0 0-16-15,-9-2-17 0,9 2-16 0,0 0-13 16,0 0-12-16,0 0-11 0,0 0-11 0,0 0-12 15,39 0-10-15,-20 0-13 0,3 0-22 0,6 0-22 16,-9 0-36-16,0 3-34 0,1 0-50 0,-3-1-49 16,-3-1-29-16,-2 0-145 0,-4 3-343 0,-1-2 152 15</inkml:trace>
  <inkml:trace contextRef="#ctx0" brushRef="#br0" timeOffset="-194247.6">10757 16059 56 0,'-8'5'189'0,"0"-2"-11"0,2 2-11 0,-1-1-8 16,7-4-12-16,-7 5-2 0,7-5-7 0,0 7-10 16,0-7-14-16,7 7-2 0,2-6-15 0,3 2-19 15,1-2-21-15,7-2-30 0,2 1-38 0,7-6-49 16,6 1-57-16,-2 1-151 0,-1-3-289 0,1 1 127 16</inkml:trace>
  <inkml:trace contextRef="#ctx0" brushRef="#br0" timeOffset="-193943.01">11478 15797 261 0,'-3'-11'257'0,"3"4"4"0,0-5-32 0,-2 3-5 16,0-2-6-16,2 11-2 0,0-13-9 0,-1 7-5 15,1 6-8-15,0-11-14 0,0 11-16 16,0 0-25-16,-2-9-12 0,2 9-15 0,0 0-18 0,0 0-9 16,0 0-4-16,0 0-13 0,0 0-7 0,0 0 0 15,13 29 1-15,-8-12-7 0,0 1-2 0,1 2-4 16,-1 5-1-16,3-1 0 0,-2-5-1 16,-1 0-3-16,-1 0-3 0,2 1-6 0,-2-1-4 15,2 0 2-15,-3-3-8 0,1 2-33 0,-2 0-20 16,2 1-26-16,-1-2-31 0,-2-2-33 0,-2-3-39 0,1 1-59 15,-3-2-65-15,3 2-231 0,-6-2-552 0,3-1 244 16</inkml:trace>
  <inkml:trace contextRef="#ctx0" brushRef="#br0" timeOffset="-193610.92">11729 15913 135 0,'0'0'202'0,"0"0"3"15,0 0 3-15,0 0-7 0,0 0-8 16,9 12-12-16,-9-3-5 0,0 0-13 0,0 1-17 16,1-1-13-16,2 1-13 0,2 1-10 0,0-1-9 15,0 0-12-15,3-2-4 0,1 1-2 0,1-2 1 16,5 1 2-16,-1-4-5 0,3 0 3 0,2-3-3 16,-2-1-1-16,3 0 1 0,2-1-8 0,-3-4 1 15,2-2-4-15,-1 0 3 0,-3-2-6 0,2-1-4 16,-4-1-4-16,-1 1 5 0,-1-2 2 0,-4 1 4 15,-2 1-15-15,-3-1 4 0,-1-1-7 0,-1 0-3 16,-4 2-6-16,-3 0-8 0,-4 0-6 0,2 0-2 16,-4 0-13-16,-7 0-3 0,3 2 4 0,1 4-19 0,-3 1-12 15,-2 2-11-15,2-1-19 0,-2 4-26 16,0-1-27-16,2 3-21 0,1 3-19 0,-1 0-35 16,2 0-53-16,7-1-46 0,0-1-224 0,3 1-538 15,5-6 238-15</inkml:trace>
  <inkml:trace contextRef="#ctx0" brushRef="#br0" timeOffset="-193349.74">12326 15905 60 0,'0'0'238'0,"11"0"2"15,-3 0-8-15,3 0-11 0,0 0-10 0,2 0-7 16,-2 0-11-16,8 0-12 0,-1 1-9 0,0-1-12 15,2-1-5-15,0 1-10 0,-2 0-7 0,-2 0-6 16,-4-2-10-16,0 2-5 0,0-1-4 0,-1 1-4 16,-4 0-9-16,-7 0-6 0,14-3-11 0,-14 3 1 15,9 0-14-15,-9 0-2 0,0 0-6 0,10 0-4 16,-10 0-12-16,0 0-23 0,0 0-32 0,0 0-35 16,0 0-52-16,0 0-36 0,0 0-55 0,0 0-71 15,0 0-260-15,0 0-561 0,-34-3 249 0</inkml:trace>
  <inkml:trace contextRef="#ctx0" brushRef="#br0" timeOffset="-192833.04">13032 15783 185 0,'0'0'244'0,"0"0"-15"0,-7-7-13 16,7 7-10-16,0 0-8 0,0 0 20 16,-18 16-13-16,11-6-17 0,1 0-15 0,-5 4-6 0,1 1-9 15,2 0-14-15,1 0-32 0,5-2 4 0,-2 2-11 16,4-2-9-16,2 2-11 0,-2-3-6 0,4 0 1 16,0-2-10-16,1 0-12 0,2-2-4 15,4-1-7-15,0-3-1 0,0 3-3 0,3-6-4 16,3 1-2-16,2 0-2 0,1-5-4 0,-2-1-8 15,2-1 12-15,-5 1 0 0,4-3 6 0,-8 0-1 0,1 1 1 16,-4-3-5-16,-1 1-1 0,-1-1 4 0,0 0-2 16,-2 0 4-16,-4-1-13 0,0-2 1 15,-2 3 0-15,-3-2-4 0,-2 1 5 0,-4-4-13 16,-3 2-8-16,1 2-3 0,2 0-9 0,-7 3-14 16,7 2 0-16,-7 0-12 0,5 1-24 0,-4 1-28 15,2 5-23-15,1-2-23 0,1 2-33 0,-1 2-46 16,5 1-64-16,1-1-47 0,-2 0-159 0,3 0-516 0,7-4 228 15</inkml:trace>
  <inkml:trace contextRef="#ctx0" brushRef="#br0" timeOffset="-192689.4">13310 15840 182 0,'0'0'221'15,"0"0"-9"-15,0 0-14 0,0 0-16 0,5 4-15 0,-5-4-16 16,0 0-17-16,0 10-13 0,0-10-17 15,0 0-48-15,-5 13-72 0,5-13-71 0,0 9-185 16,0-9-292-16,-6 7 129 0</inkml:trace>
  <inkml:trace contextRef="#ctx0" brushRef="#br0" timeOffset="-192315.9">13509 15760 1699 0,'8'-7'44'15,"1"-1"0"-15,-2 3-7 0,0 2-31 0,-3-3 5 16,3 3 7-16,-3-2 6 0,-4 5 14 0,9-3 5 15,-9 3 12-15,10-3 14 0,-10 3 8 0,11 1-1 16,-11-1 12-16,13 4 9 0,-8 0 2 0,1-1-9 16,3 3-5-16,-4-1-9 0,-3 2-3 0,3-1-12 15,-3 0-7-15,3 2 3 0,-5 0-4 0,0 0-9 16,2 1-4-16,0-2-5 0,-6 2-4 0,4-9-3 16,0 14-1-16,-3-9-4 0,3-5-6 15,0 13-12-15,0-13-1 0,0 11-2 0,3-6-13 0,-1 2 3 16,2-1 0-16,3-2 1 0,-3 0-2 0,8 4 4 15,-1-2-3-15,3-1 0 0,-3 1-1 0,2 0 6 16,-1-1-2-16,-2 0 1 0,1 1 1 0,1-2-2 16,-3 2-3-16,1-2 2 0,-2 2 1 0,-2-2 5 15,-3-2 11-15,-3-2 5 0,2 11 5 0,-2-11 3 16,0 9 8-16,0-9 2 0,-7 9 1 0,1-4-1 16,1 0 7-16,-2-2 7 0,-4 3-7 0,3 0-6 15,-2 1-1-15,1 0-6 0,0-3-20 0,-2 3-14 16,-2-2-19-16,4 1-35 0,-5-2-34 0,3 3-50 15,1-4-82-15,-1 0-292 0,1 1-561 0,-2-3 249 16</inkml:trace>
  <inkml:trace contextRef="#ctx0" brushRef="#br0" timeOffset="-192116.91">14222 15836 86 0,'5'-4'288'0,"2"2"-24"0,-1-2-21 0,3 2-21 16,-4 0-23-16,4 1-19 0,-1-2-17 0,-8 3-26 15,12-1-33-15,-5 0-45 0,-7 1-53 0,0 0-48 16,16 1-81-16,-11-2-175 0,-5 1-322 16,0 0 142-16</inkml:trace>
  <inkml:trace contextRef="#ctx0" brushRef="#br0" timeOffset="-191983.83">14303 15858 33 0,'-9'4'228'16,"5"0"-6"-16,-1 1-7 0,-1 0-12 0,1-1-9 15,1 1-12-15,4-5-9 0,-7 8-18 0,7-8-9 16,-2 9-12-16,2-9-17 0,0 0-26 0,4 13-27 16,1-12-35-16,-5-1-56 0,17 4-63 0,-4-6-86 0,0 0-140 15,6-2-342-15,2-2 151 0</inkml:trace>
  <inkml:trace contextRef="#ctx0" brushRef="#br0" timeOffset="-191513.91">15041 15634 2104 0,'8'-9'188'0,"-6"0"-5"16,1 1-55-16,-1 2-17 0,0-2-13 0,-2 8 0 15,0 0 7-15,-4-12-20 0,4 12 0 0,-5-6 1 16,5 6 3-16,-13-3 6 0,6 3 15 0,7 0-12 15,-23 9-8-15,10-1 1 0,-5 1-10 0,1 1-9 16,-4 7-2-16,1-2-7 0,4-2-4 0,2 3-7 16,-1-5-8-16,4 0-8 0,2-1 1 0,2-1-3 15,0 1 2-15,3-4-8 0,0-1-10 0,1 3 10 16,3-8-10-16,1 11-5 0,-1-11 0 0,6 8 2 16,5-7-10-16,-1 2-18 0,4-5 16 0,4 1 1 15,2-1-12-15,1-4 1 0,0 1 0 0,0-1-3 16,-1-3 4-16,-2 2 3 0,0-3-8 0,-3-1 6 15,0 0 7-15,-4 1-3 0,0 0 2 0,-3-1 8 16,0-2-4-16,-2 1 9 0,-3 4 10 0,2-5 3 16,-3 2-5-16,-2 0 7 0,-2 2 10 0,4 3 8 15,-2 6-2-15,2-13 6 0,-2 13-4 0,0-8-5 16,0 8-7-16,0 0-6 0,1-9-11 0,-1 9 3 16,0 0-2-16,0 0-2 0,0 0 7 0,0 30-5 15,0-13 5-15,0 0-1 0,0 4-5 0,0 3-2 16,0 2 1-16,-3-2-1 0,1 3-1 0,2-1-4 15,0-1 1-15,-4 1 2 0,4-6 0 0,-3 0-1 16,2 0-7-16,0-2-18 0,0 0-26 0,1 0-48 16,0-6-53-16,-2 3-57 0,0-3-46 0,-2-1-73 15,1-1-88-15,-3-2-240 0,-2 1-696 0,8-9 307 16</inkml:trace>
  <inkml:trace contextRef="#ctx0" brushRef="#br0" timeOffset="-191356.08">15241 15819 257 0,'4'-6'255'0,"-4"6"-16"0,0 0-16 15,2-8-18-15,-2 8-22 0,0 0-21 0,0 0-17 16,2-5-12-16,-2 5-29 0,0 0-28 0,0 0-47 16,0 0-50-16,0 0-66 0,0 0-65 0,0 0-141 15,13 0-315-15,-13 0 140 0</inkml:trace>
  <inkml:trace contextRef="#ctx0" brushRef="#br0" timeOffset="-191048.9">15468 15566 4 0,'-4'-7'258'0,"4"7"-11"0,0 0-15 16,-1-7-16-16,1 7-13 0,0 0-16 0,0 0-10 15,0 0 1-15,0 0-5 0,0 0 0 0,15 1-10 16,-15-1-6-16,23 4-31 0,-3-2 24 15,-5 0-18-15,4 1-12 0,-5 0-5 0,4 0-17 16,0 0-2-16,-3 1-12 0,-2-2-9 0,-3 2-3 0,-2-2-9 16,2 2-5-16,-1 0-4 0,-1 1 11 15,-3 2 18-15,-1 0 2 0,-3 1 6 0,3 4 4 0,0 0-11 16,-1 5 7-16,-3-2-6 0,0 3-8 16,0-1-4-16,-2 1-8 0,1 1-5 0,-3-1-7 15,0-1-1-15,0 2-2 0,2-2-11 0,0 0-10 16,4-1-30-16,-6-3-33 0,2-2-46 0,1 1-43 0,-3-1-38 15,3 1-39-15,-4-2-53 0,1-3-60 0,-3 0-292 16,-4-1-653-16,2 2 290 0</inkml:trace>
  <inkml:trace contextRef="#ctx0" brushRef="#br0" timeOffset="-190898.85">15523 15841 25 0,'0'0'233'0,"-2"-7"-18"0,2 7-11 15,0 0-13-15,0 0-12 0,10-9-20 0,-1 6-8 16,2 0-15-16,7-1-16 0,1-3-25 0,9 1-32 16,1-3-41-16,-1 0-56 0,2-2-66 0,4 2-52 15,-4-2-100-15,-3-2-272 0,4 1 121 0</inkml:trace>
  <inkml:trace contextRef="#ctx0" brushRef="#br0" timeOffset="-190563.84">16163 15472 49 0,'4'-10'251'0,"-4"3"-10"0,3 1-3 16,-3 6-9-16,2-9-6 0,-2 9-16 0,0 0-18 16,2-7-15-16,-2 7-16 0,0 0-3 0,0 0 17 15,0 0 0-15,16 20-4 0,-9-6-9 0,0 4-14 16,1-1-9-16,0 1-3 0,1 6-7 0,-3-6-22 16,3 6-1-16,1-1-12 0,-3-5 0 0,0-1-6 15,2 2-16-15,-1-6-1 0,-1 2-9 0,3-4 0 16,-4-4 6-16,1 1-12 0,-1-4 28 0,0 1 16 15,0-3 5-15,2-1-3 0,-8-1-2 0,17-2-12 16,-10-2 0-16,3-1-1 0,0-2-12 0,-3-1-5 16,3-6-3-16,1 0-5 0,-1-2-3 0,4-7-8 15,-5 7-5-15,1-10-5 0,3 2-6 0,-2-1 0 16,0 0-3-16,0 0-3 0,1-3-3 0,-2 1-1 16,-1 2-8-16,-3 2-11 0,-1 6-15 0,-1-1-44 15,-1 8-9-15,0-2-42 0,-1 4-50 0,-6-1-55 16,4 9-49-16,-10-11-86 0,-2 6-78 0,-6 3-223 15,-1 1-702-15,-3 4 310 0</inkml:trace>
  <inkml:trace contextRef="#ctx0" brushRef="#br0" timeOffset="-190430.67">16454 15405 227 0,'0'0'226'0,"6"4"-43"0,-6-4-64 0,7 3-87 16,-7-3-95-16,0 0-58 0,3 6-131 0,-3-6 58 16</inkml:trace>
  <inkml:trace contextRef="#ctx0" brushRef="#br0" timeOffset="-187725.59">6595 16851 163 0,'0'0'214'0,"-11"0"-7"0,11 0-8 15,-10-2-9-15,10 2-12 0,-8-2-6 0,8 2-17 16,0 0-12-16,0 0-15 0,0 0-9 0,0 0-13 16,0 0-4-16,0 0-8 0,0 0-6 0,0 0-7 15,0 0-7-15,33-3-6 0,-14 0-11 0,2 1-5 16,-1-2-6-16,8 3-13 0,-7 1-20 0,-1-3-25 16,2 2-31-16,-3 1-39 0,-1-3-42 0,0 2-55 15,0 0-195-15,-8 0-405 0,0-1 179 0</inkml:trace>
  <inkml:trace contextRef="#ctx0" brushRef="#br0" timeOffset="-187343.9">6751 16786 168 0,'-6'-2'185'0,"6"2"-18"0,0 0-5 0,0 0 6 15,-11 6-7-15,8 3 9 0,3 1-10 0,1 2-9 16,0 6-12-16,0 1-8 0,2 9-4 0,-3-2-15 15,5-1-33-15,-1 1-8 0,-3 0-4 0,1 2-2 16,0-4 1-16,2 1-4 0,-3-5-9 0,4-1 3 16,-3-4-13-16,0-3-5 0,-1 5-1 0,2-6-6 15,0 0-3-15,-2-1 0 0,0 1-3 0,-1-1 0 16,0-3-6-16,0-7 0 0,0 11-5 0,0-11 7 16,-1 8-2-16,1-8-3 0,-7 9-1 15,4-6-2-15,3-3 2 0,-9 2-2 0,9-2-2 16,-12 0-2-16,12 0-2 0,-16-2-2 0,5 1 2 0,2-3-1 15,3 2 3-15,-3-3-5 0,9 5 3 16,-14-3-4-16,9 1 2 0,5 2-2 0,-9-3 0 16,9 3 2-16,-6-3-7 0,6 3 3 0,0 0-3 15,0 0 0-15,0 0 3 0,0 0 4 0,0 0 6 0,0 0 1 16,0 0-1-16,32 2-1 0,-13-2 0 16,-3 0-2-16,7-3-11 0,5 2-10 0,2-5-20 15,-1 6-19-15,-1-5-28 0,2 2-51 0,-1-4-68 16,-1 2-231-16,-10 1-464 0,3-2 205 0</inkml:trace>
  <inkml:trace contextRef="#ctx0" brushRef="#br0" timeOffset="-187173.12">7319 16992 139 0,'7'-5'211'0,"-7"5"-6"0,0 0-14 16,17-6-20-16,-17 6-14 0,15-5-11 0,-15 5-19 15,17-3-16-15,-4 1-28 0,-13 2-42 0,20-1-41 16,-20 1-55-16,18 1-49 0,-18-1-134 0,13 6-256 16,-13-6 113-16</inkml:trace>
  <inkml:trace contextRef="#ctx0" brushRef="#br0" timeOffset="-187038.08">7401 17067 95 0,'0'0'144'0,"-6"10"-5"16,6-10-10-16,0 0-4 0,0 0-7 0,0 0-3 15,0 0-6-15,11 10-19 0,-11-10-8 0,0 0-30 16,25-3-30-16,-10 3-41 0,5-4-54 16,1 1-115-16,7-4-204 0,4-1 90 0</inkml:trace>
  <inkml:trace contextRef="#ctx0" brushRef="#br0" timeOffset="-186550.51">8614 16699 14 0,'-11'-13'264'15,"3"6"-9"-15,1-3-6 0,0 3-3 0,7 7-13 16,-10-13-11-16,10 13-5 0,-9-9-17 0,9 9-12 15,-5-9-17-15,5 9-20 0,0 0-14 0,-8-8-21 16,8 8-10-16,0 0-10 0,0 0 6 0,0 0-5 16,0 0-5-16,13 43 8 0,-4-26-20 0,2 5-5 15,0 0-3-15,-1 3-2 0,1-8-12 0,1 5-6 16,-3-4-7-16,4 4-1 0,-6-5-4 0,2 0-1 16,0-2-5-16,-1-1-4 0,0-4-9 15,-2 1 8-15,2 0 2 0,-3-3-12 0,-5-8-2 16,9 11 0-16,-9-11-6 0,6 9 7 0,-6-9 2 0,0 0 2 15,10 8 17-15,-10-8 8 0,0 0 13 0,0 0-10 16,0 0 3-16,0 0-11 0,0 0-7 0,25-24 4 16,-14 11-11-16,1-3-5 0,3-6 5 15,2 0-6-15,0-5 1 0,1 0-9 0,-1 0 3 0,0 1-6 16,-1-2 0-16,0 1-8 0,-2 4-7 16,-3 0 1-16,-1 6 1 0,-2 3-5 0,-4 1-10 15,1 6 5-15,-5 7-20 0,6-16-31 0,-6 16-37 16,7-10-37-16,-7 10-24 0,0 0-4 0,0 0-7 0,0 0-29 15,0 0-25-15,0 0-40 0,0 0-32 16,2 32-166-16,-2-32-502 0,-1 26 223 0</inkml:trace>
  <inkml:trace contextRef="#ctx0" brushRef="#br0" timeOffset="-186161.96">9059 16808 135 0,'-10'8'196'0,"10"-8"-8"0,0 0-4 16,-11 9-12-16,11-9-8 0,-11 9-7 16,6-2-14-16,5-7-6 0,-10 17-12 0,2-7-4 0,5 1-7 15,-3 0-9-15,5 1-8 0,-1-1-7 16,0-1-7-16,2-10-8 0,2 21-8 0,-1-13-2 0,-1-8-7 15,6 15-4-15,-1-9-7 0,2-2-2 16,2 0 1-16,-2 1 4 0,-7-5 5 0,22 2 1 16,-22-2 1-16,24-5 1 0,-10 2-6 0,-2-4 1 15,1 1 0-15,3 1 11 0,0-5-3 0,-4 1-2 16,0 0-5-16,-4 1-7 0,-8 8-2 0,12-20-6 16,-9 9 1-16,-3 11-4 0,7-20-3 0,-7 20-8 0,-6-19-6 15,1 10 1-15,-1-1-7 0,-2 2-5 16,-1 0-16-16,-1 2-3 0,-2-1-12 0,0 2-14 15,12 5-16-15,-24-5-23 0,13 5-10 0,11 0-16 16,-22 1-19-16,22-1-32 0,-19 7-38 0,19-7-28 16,-11 10-18-16,11-10-155 0,-8 8-423 0,8-8 187 15</inkml:trace>
  <inkml:trace contextRef="#ctx0" brushRef="#br0" timeOffset="-185546.83">9215 16791 105 0,'0'0'165'0,"0"0"-10"0,10-5-6 0,-10 5-13 0,0 0-2 16,0 0 7-16,0 0 0 0,0 0 2 16,0 0-2-16,0 0 11 0,7 25-11 0,-7-25-8 0,0 21-7 15,0-8-10-15,1-1-4 0,-1-12-6 0,3 28-11 16,-1-18-12-16,1 4-6 0,1-4-7 0,-4-10-10 16,6 18-2-16,0-10-7 0,2 1-3 15,0-2-3-15,-8-7-2 0,17 8 12 0,-6-8-5 16,-11 0 3-16,23-2 2 0,-23 2-7 0,25-5 0 15,-11-3-3-15,3-1-3 0,-5 4-2 0,-2-2-1 16,0 0-1-16,-1-3 0 0,0 2-2 0,-1-3-2 16,2-3-7-16,-4 2-7 0,-1 2 4 0,-1 0 1 0,-4 10-5 15,4-22-5-15,1 12 3 0,-5 10-3 0,1-17-4 16,-1 17 4-16,0 0-9 0,2-13 1 16,-2 13-5-16,0 0-4 0,0 0 3 0,0 0-5 15,0 0 1-15,0 0 15 0,0 0-18 0,0 0 6 16,0 0-3-16,0 0 1 0,-16 46 4 0,16-34-1 15,-2 3 1-15,0-2 0 0,2-13-1 0,2 22 0 16,-1-10 1-16,-1-12-5 0,4 13 6 0,-4-13-3 16,10 15 3-16,-5-11 1 0,-5-4-3 0,13 7 2 15,-13-7 2-15,22 0-2 0,-9-1 0 0,-13 1 2 16,30-8 0-16,-13 2-3 0,-2-1 0 0,-4 0 1 16,5-4 0-16,-3 0 0 0,-2 0 2 0,-2 0-2 15,0 3-7-15,0-7 8 0,-3 6 2 0,-2-8-2 16,1 3 0-16,-2 0-1 0,1-4 2 0,-3 4 0 15,0-3-1-15,1 2 3 0,-4 0 9 0,2 15-9 16,-1-22 4-16,1 22 4 0,-1-14-2 0,1 14 1 16,0 0-9-16,0-17 0 0,0 17-1 0,0 0-3 15,0 0 0-15,0 0 17 0,0 0 0 0,0 0 3 16,0 0 7-16,-4 47 7 0,4-30-1 16,-1 4 0-16,-2-3-3 0,3 2-6 0,1-1 4 0,-2 7 0 15,2-6-5-15,-2-4-4 0,2 3 3 0,2-2-29 16,-2 0-25-16,3-5-26 0,-3 0-28 0,1-2-25 15,-1-1-33-15,1 1-24 0,-2-10-41 16,0 0-50-16,6 18-42 0,-6-12-191 0,0-6-531 16,0 0 235-16</inkml:trace>
  <inkml:trace contextRef="#ctx0" brushRef="#br0" timeOffset="-185402.93">9582 16826 63 0,'0'0'144'0,"18"-1"-10"0,-5-2-19 0,-13 3-12 16,32-2-9-16,-12 2-18 0,-2-1-57 0,-1 0-66 15,-5 1-71-15,-12 0-126 0,22 2 56 0</inkml:trace>
  <inkml:trace contextRef="#ctx0" brushRef="#br0" timeOffset="-185099.21">8666 17334 60 0,'-5'1'251'0,"5"-1"-17"0,0 0-14 0,0 0-11 15,0 0-13-15,33-2 22 0,-4-3-21 0,11-1-17 16,15-5-26-16,4-1-6 0,3 2-25 0,2 0-3 16,0-5-10-16,27-4-10 0,-32 11-7 0,-5-4-12 15,1 2-12-15,-18 1-13 0,-1 2-13 0,3 1-16 16,-9 0-16-16,2 0-18 0,-10 2-24 0,-3 0-29 16,-7 2-39-16,0 2-34 0,-3-1-47 0,-9 1-40 15,0 0-142-15,0 0-392 0,8 10 173 0</inkml:trace>
  <inkml:trace contextRef="#ctx0" brushRef="#br0" timeOffset="-184815.12">9018 17399 230 0,'-11'2'252'0,"11"-2"-12"0,0 0-16 15,0 0 6-15,0 0-13 0,-6 12-8 0,6-12 2 16,0 0-11-16,3 16-11 0,0-6-1 0,-1 3-7 16,1 3-12-16,-1 3-11 0,2-2-14 0,-1 8-11 15,-2 0-11-15,0 2-7 0,-1-2-13 0,-2 2-14 16,-1-2-2-16,2-7-13 0,0 7-11 0,-2 0-18 16,-1-6 15-16,1 6-9 0,0-5-6 0,1-1-4 15,-1-2-15-15,0 2-23 0,2-3-29 0,0-4-38 16,-3-1-25-16,1 0-30 0,1-1-26 0,-2-4-36 15,4-6-37-15,-8 8-39 0,8-8-239 0,-9 5-539 16,9-5 239-16</inkml:trace>
  <inkml:trace contextRef="#ctx0" brushRef="#br0" timeOffset="-184499.44">9006 17513 106 0,'7'-10'187'0,"0"0"1"15,0 2-2-15,4-2 2 0,3 0-4 0,-4 3-2 16,4 1-1-16,-3 3-8 0,2 1-10 0,-13 2-10 16,26 2-19-16,-26-2-8 0,20 9-9 0,-11-1-9 15,-1 2-4-15,-4 1-5 0,-3 5-6 0,-4 0-8 16,-3 0-7-16,-2 1-9 0,-2 6-5 0,1-8-13 16,-2 3-4-16,-1-2-4 0,-6 4-7 0,7-6-3 15,-3-2-2-15,6-3-7 0,0 0-2 0,-1-2 5 16,2-4-9-16,7-3 2 0,-9 10-3 15,9-10-3-15,-7 5 0 0,7-5-4 0,0 0-3 16,0 0 1-16,0 0-1 0,0 0-7 0,0 0 7 16,13 13-1-16,-1-10 2 0,-2 0-3 0,-10-3-13 15,31 3-12-15,-19 0-28 0,5-3-26 0,5 1-38 16,-4-1-44-16,-1 0-44 0,1-1-52 0,-4 0-174 0,-14 1-461 16,28-3 205-16</inkml:trace>
  <inkml:trace contextRef="#ctx0" brushRef="#br0" timeOffset="-184250.17">9392 17609 60 0,'0'0'218'0,"0"0"-11"15,0 0-14-15,0 0 8 0,0 0 9 0,0 0-1 16,0 0-1-16,0 0 0 0,0 0-8 0,0 0 0 16,-7 46-3-16,3-31 4 0,-2 2-25 0,0 7-5 15,3-4 7-15,-5 3 1 0,3 3 3 0,1 0-21 16,-1-1-20-16,4-7-14 0,-1-1-1 0,2 0 1 15,1-3-7-15,0-2-8 0,2-2-9 0,3 0-5 16,-1-3-3-16,3-2-8 0,-1-2-13 16,6 0-11-16,0-2-5 0,6-2-24 0,2-1-20 15,-1 0-28-15,8-5-42 0,-1-3-48 0,1 1-49 16,1-3-46-16,-1 4-38 0,2-8-61 0,1-1-54 16,-2 4-236-16,-1-4-636 0,2-1 281 0</inkml:trace>
  <inkml:trace contextRef="#ctx0" brushRef="#br0" timeOffset="-184031.75">10235 17305 2415 0,'0'0'185'0,"3"-8"-69"16,-3 8-62-16,5-8-27 0,-5 8-9 0,5-6 1 15,-5 6 15-15,9-3 10 0,-9 3 3 0,11-4 6 16,1 2-3-16,-2-1 4 0,3 2-6 0,5 0-8 15,-4-2-3-15,5 0-7 0,3 2-17 16,-6-3-40-16,-2 4-32 0,-1-1-45 0,0-2-63 16,-4 1-68-16,-9 2-214 0,0 0-487 0,13 0 216 15</inkml:trace>
  <inkml:trace contextRef="#ctx0" brushRef="#br0" timeOffset="-183866.9">10212 17427 112 0,'-13'6'238'0,"4"0"-10"0,2-1-17 0,0 0-13 16,7-5-4-16,-9 5 2 0,9-5-2 0,0 0-8 16,0 0-14-16,0 0-15 0,19 11-13 0,-19-11-26 15,32-9-28-15,-5 2-37 0,1-3-37 0,4 0-53 16,3-4-77-16,10-6-72 0,-10 6-176 0,2 0-392 16,12-5 173-16</inkml:trace>
  <inkml:trace contextRef="#ctx0" brushRef="#br0" timeOffset="-180399.06">11457 16795 222 0,'2'-11'241'0,"-2"0"0"16,0 0-9-16,-2 1-12 0,-1-1-19 0,-2 4-1 16,-1-1-5-16,-2 1-13 0,0 0-11 0,-2 2 0 15,-1 1-15-15,-1 4-3 0,1 0-9 0,-6 6-4 16,1 2 1-16,-10 2-6 0,8-1-14 0,-4 10-4 15,3-3-14-15,4-1-11 0,-4 6-9 0,2 1-8 16,5 0-23-16,2-8 11 0,5 2 4 0,1-2-17 16,0-1-3-16,4-2-6 0,0 0-23 0,3-2 21 15,1-1 1-15,2-1-13 0,4 1 0 0,-1-5-4 16,3-1-7-16,3 0-2 0,6-4 0 0,-1 2-2 16,1-5-2-16,-2-1 0 0,0-1-2 0,1 1-11 15,-4-4 11-15,0 0 3 0,0-2-3 0,-4 0 4 16,0-1 1-16,-2-2-2 0,1 2-4 0,-5 3 2 15,1-1-1-15,-4-1 2 0,1 0 6 16,1 1-3-16,-3 0-16 0,0 1 26 0,-2 10 3 16,4-11 3-16,-4 11 1 0,2-10 6 0,-2 10-15 15,0 0-2-15,3-9-4 0,-3 9-5 0,0 0 3 0,0 0-7 16,0 0 3-16,0 0-6 0,0 0 2 0,0 0-3 16,-3 37-1-16,3-20 8 0,0 9 5 15,0-3 0-15,-2-4-4 0,2 6 3 0,-2-5-2 16,2 3 4-16,-1 2-8 0,0-7 5 0,-1 0 1 0,2 2-21 15,0-3-15-15,0 2-29 0,-2-6-60 16,-1-1-26-16,1 0-27 0,1 0-15 0,-2-1-28 0,2-2-35 16,-3-2-45-16,4 0-38 0,-4 3-184 0,0-7-552 15,4-3 245-15</inkml:trace>
  <inkml:trace contextRef="#ctx0" brushRef="#br0" timeOffset="-180239.73">11703 16913 196 0,'-1'-11'209'16,"1"11"-7"-16,0 0-15 0,0 0-19 0,0 0-15 15,0 0-3-15,0 0-22 0,0 0-13 0,0 0-21 16,0 0-35-16,0 0-56 0,0 0-54 0,0 0-56 16,0 0-144-16,0 0-273 0,0 0 121 0</inkml:trace>
  <inkml:trace contextRef="#ctx0" brushRef="#br0" timeOffset="-179914.78">11859 16702 105 0,'0'0'199'0,"0"0"-14"16,0 0-14-16,-1-5-15 0,1 5 2 0,0 0-3 15,12-2-6-15,-12 2-8 0,14 0-1 0,-3 2-5 16,1-2-8-16,1 0-5 0,2 0-11 0,1 1-3 15,3 0-2-15,-2-1-9 0,2-1-8 0,-6 1-6 16,1 0-5-16,-1-1-10 0,-3 2-4 16,3-1-4-16,-4 1-13 0,-1 2-2 0,-1-2 15 15,0 3 15-15,-7-4 6 0,11 15 7 0,-6-3 2 0,0-2-2 16,1 4-1-16,-4 4-2 0,-1 1-3 0,2 5-1 16,-3 2-10-16,1-1 5 0,-1 0-11 0,-1 1-4 15,0 0-7-15,-2 0 0 0,-1-7-6 0,0 6 6 16,-2-1-22-16,2-7-9 0,0 2-24 15,-1-1-17-15,1-4-39 0,-1 3-35 0,-2-6-34 16,3-1-30-16,-3-3-39 0,3 1-57 0,-2-3-68 16,-4-1-187-16,3 0-548 0,0-2 243 0</inkml:trace>
  <inkml:trace contextRef="#ctx0" brushRef="#br0" timeOffset="-179775.79">12002 16981 112 0,'0'0'148'0,"17"-1"-17"16,-9 1-10-16,11-1-15 0,-3 1-35 0,1 0-45 15,2-2-70-15,1 0-69 0,-6 0-120 0,6-4 54 16</inkml:trace>
  <inkml:trace contextRef="#ctx0" brushRef="#br0" timeOffset="-179249.85">12414 16909 86 0,'0'0'156'0,"5"9"8"0,-5-4 4 0,4 2-10 16,-4 3 2-16,5-1-2 0,-5 1-1 0,0-2-3 15,0 2 2-15,0-10-3 0,0 20-7 0,0-15-5 16,0 1-4-16,0-6-1 0,0 11-2 0,0-11-1 16,1 7-2-16,-1-7-4 0,0 0 3 0,0 0 12 15,0 0-5-15,0 0 2 0,0 0-1 0,0 0-12 16,0 0-10-16,0 0-6 0,0 0-13 0,0 0-11 15,0 0 3-15,0 0-10 0,17-29-10 0,-13 13 3 16,2-1-11-16,4 1-4 0,-1-2 0 0,2-4-10 16,1-1-10-16,-1 6 5 0,1-6-11 0,-1 7-3 15,-1 6-3-15,2-2-1 0,-3 2-3 0,-1 3-6 16,1 1-7-16,-1 3-3 0,-8 3 2 0,15 0 0 16,-15 0-6-16,18 7 0 0,-11 1 4 0,-1 1-11 15,1 1 8-15,0 6 0 0,-2 2 6 0,1-1-2 16,-4 1 1-16,3-1-5 0,-5 0 1 0,0-5 2 15,0 2 4-15,-3-2-4 0,2-2 0 0,1-10 1 16,-3 15 5-16,3-15-3 0,0 11 0 0,0-11 5 16,0 0 0-16,-2 10-5 0,2-10 2 15,0 0 1-15,0 0-2 0,0 0 2 0,0 0-3 16,0 0 1-16,0 0-5 0,13-32 2 0,-7 21-3 16,2-5 0-16,3 1-1 0,3-5-3 0,-3 2-2 0,0 3-5 15,3 0 1-15,1 2 2 0,-1 0 1 0,1 5-6 16,1 0 0-16,-3 3 3 0,0 1 10 15,-1 4-16-15,-12 0 6 0,23 4-4 0,-12 1 0 0,-2 2 7 16,1 2 1-16,-4 2 9 0,3 6-13 16,-5 0-1-16,1-2-19 0,-3 2-19 0,-1 1-30 15,-1-2-39-15,-1 0-32 0,-1 0-43 0,-3-5-47 16,5 1-56-16,-5-3-66 0,3 1-201 0,2-10-606 0,-6 11 269 16</inkml:trace>
  <inkml:trace contextRef="#ctx0" brushRef="#br0" timeOffset="-178868.71">13113 16898 161 0,'0'0'208'0,"0"0"4"0,-2 17-4 0,0-7-10 16,0 2-13-16,-2-2-14 0,2 2-2 0,0 0-12 16,-2 4-6-16,2-4-15 0,0 0-6 0,1-1-6 15,1 0 8-15,-2-3-9 0,4 0-12 0,-2-8 2 16,0 11 7-16,0-11 9 0,-2 10 13 0,2-10 30 15,0 0-14-15,0 0-16 0,0 0-7 0,0 0-5 16,0 0-8-16,0 0-4 0,11-27-9 0,-7 18 2 16,2-3-4-16,0-4-9 0,1 0-8 0,-3-1-8 15,8-9-10-15,-1 1-5 0,0-2-8 0,1 2-4 16,1-2-6-16,5 0-5 0,-3 4-5 0,4 1 4 16,-6 6-5-16,1 2-3 0,-1 3-8 0,3 2 2 15,-5 4-7-15,0 0-3 0,1 1-2 0,-2 4-4 16,-10 0 0-16,19 10 10 0,-10-1-4 0,-3 1 10 15,0 6 6-15,2 1 1 0,-4 2-5 0,-1 6 2 16,-3 1-2-16,2 0-4 0,-2-7-3 0,0 0 1 16,-2 6-4-16,0-8 1 0,2 0-10 0,2-2-15 15,0-2-28-15,-4-1-40 0,2-12-50 0,2 17-49 16,-2-14-37-16,0 4-30 0,0-7-24 0,0 0-45 16,0 0-66-16,0 0-276 0,0 0-701 0,0 0 310 15</inkml:trace>
  <inkml:trace contextRef="#ctx0" brushRef="#br0" timeOffset="-178698.86">13195 16952 133 0,'0'0'231'0,"0"0"4"16,0 0-8-16,0 0-9 0,0 0-18 0,46-7-17 16,-28 6-19-16,9-3-15 0,0 2-16 0,-5-2-27 15,-1 0-34-15,0 2-36 0,0-1-53 16,0-1-74-16,-4 1-71 0,-5 0-142 0,-12 3-327 15,11-4 145-15</inkml:trace>
  <inkml:trace contextRef="#ctx0" brushRef="#br0" timeOffset="-178516.18">12082 17533 336 0,'-22'14'389'0,"8"-5"-39"0,14-3-25 16,0-6-16-16,27 12-26 0,11-11-18 0,22-1-36 0,41-6-17 16,14-2-31-16,7-4-44 0,15-4-50 15,14-6-77-15,10 3-91 0,7-7-138 0,6 3-251 16,-2-7-507-16,3-4 225 0</inkml:trace>
  <inkml:trace contextRef="#ctx0" brushRef="#br0" timeOffset="-173782.88">20798 2982 219 0,'0'0'217'15,"0"0"-13"-15,-7-11-16 0,7 11-3 0,0 0-16 16,-4-5-8-16,4 5-13 0,0 0-10 0,0 0-15 16,-5-7-13-16,5 7-10 0,0 0-7 0,0 0-9 15,0 0-11-15,-10-2-7 0,10 2-9 0,0 0-4 16,-10 2-7-16,10-2-2 0,0 0-8 0,-9 3-2 16,9-3-6-16,-9 3-1 0,9-3-2 0,-8 5-4 15,3-2-2-15,5-3-6 0,-9 9 3 0,4 0-2 16,0 0-2-16,-1 1 1 0,0 0-7 0,2 2 4 15,1-1 0-15,-1 1-3 0,1-1-1 16,1 3 1-16,0-3 0 0,1 2-3 0,1-1 0 0,0-1 3 16,1 4 1-16,2-4-2 0,-2-2-2 0,3 4 1 15,-1-3 0-15,2 0 4 0,1 0-4 0,2-1 3 16,-2-3-4-16,2 4 1 0,1-4 1 0,2 1 0 16,0-2 0-16,4 0 2 0,3-2 10 15,1 0 2-15,0-3 1 0,9 1 2 0,-9-4 1 16,4 2 0-16,-3-2-2 0,1-2-2 0,0 0 2 0,-3-2-1 15,1 0 0-15,-6 2 5 0,-1-2 7 0,2-1-7 16,2-3 2-16,-7 4-1 0,0-2 4 0,0 0-8 16,-1-2-2-16,-1 1 0 0,-3-2 1 0,0-3-13 15,-2 0 14-15,0-3-3 0,-4 0-1 0,1 5 0 16,-3-5-5-16,-1 3-2 0,-3 1-1 16,-1-2 1-16,2 3-2 0,-1 2-1 0,-1-1-2 15,-1 2-8-15,1 1 6 0,-3 0-1 0,0 4-1 0,-4-1-4 16,2 2 2-16,-3-1-1 0,0 2-14 0,-1 2-18 15,0 1-8-15,-1 0-23 0,-1 4-12 16,1 1-14-16,0 0-34 0,3 2-36 0,-1 3-41 16,4 2-29-16,2 4-194 0,-3-1-457 0,9-4 202 15</inkml:trace>
  <inkml:trace contextRef="#ctx0" brushRef="#br0" timeOffset="-173098.01">20847 3265 121 0,'0'0'212'16,"0"0"-8"-16,0 0-14 0,-2-8-16 0,2 8-18 16,0 0-11-16,0 0-18 0,0 0-12 0,0 0-11 15,0 0-14-15,-5-4-9 0,5 4-8 16,0 0-8-16,0 0-8 0,0 0-3 0,0 0-3 16,0 0 5-16,0 0 9 0,1 24-4 0,0-17-3 15,-1 1-2-15,0 3-2 0,3 0-2 0,-2 2 9 0,0-1 0 16,1 4 3-16,0 1 17 0,-1 2-10 0,1-1-1 15,-1 0 1-15,2 1-8 0,-2 1-8 0,-1 5-1 16,2-7-1-16,-3 2 12 0,2 0-9 16,-2 5-2-16,0-1-3 0,1-3 5 0,0-1 6 15,0 4-9-15,-3-5 0 0,1 1 0 0,0 6-2 16,2 1-3-16,-2-8 1 0,2 7 2 0,0-6-5 16,0 1 11-16,0-2-21 0,0 2 13 0,-1-4 0 0,2 2-7 15,-2-2-1-15,2-1-3 0,-1 0 0 16,0-3 7-16,0 0-16 0,0-3 3 0,1 1-2 15,-1-1-2-15,0-10 8 0,-1 18-8 0,1-18-6 16,1 12-17-16,-1-12 23 0,-1 13-6 0,1-13-4 16,0 0-14-16,-1 13 18 0,1-13-9 0,0 0-2 15,0 10 4-15,0-10 0 0,0 0-5 0,0 0-6 16,0 0-9-16,0 0-25 0,2 13-24 0,1-11-19 16,-3-2-37-16,2 6-26 0,-2-6-25 0,0 0-32 15,0 0-54-15,7 10-39 0,-6-6-45 0,-1-4-172 16,0 0-544-16,4 12 241 0</inkml:trace>
  <inkml:trace contextRef="#ctx0" brushRef="#br0" timeOffset="-172299.04">20266 4134 112 0,'0'0'172'0,"0"0"-2"0,0 0-16 15,2-9-1-15,-2 9-6 0,0 0-6 0,0 0-11 16,0 0 2-16,0 0-11 0,0 0-6 0,0 0-10 15,0 0-9-15,0 0-12 0,0 0-6 0,0 0-12 16,-11-8-6-16,11 8-5 0,-14 0-9 0,4 0-1 16,-2 2 7-16,1 0-9 0,-4 0-3 0,0-1-1 15,-3 0-6-15,-1 2-3 0,0-2-4 0,-2 3 0 16,1-3 3-16,-2-1 5 0,2 3-1 16,-2 0 4-16,1-2 0 0,0 0 2 0,1 2-2 0,0-1 3 15,2-1-2-15,4 1-1 0,2-2 0 0,-2 2 0 16,2-2 1-16,4 1 2 0,8-1-3 0,-14 0 2 15,14 0-7-15,-10 0-2 0,10 0-4 0,0 0-4 16,-9 0-2-16,9 0-1 0,0 0-2 0,0 0 7 16,0 0 3-16,33 7 0 0,-10-7 2 15,14 2 2-15,20-2 3 0,4-2-2 0,34-3-3 0,-6 3 0 16,-1-1-6-16,8 3 2 0,2-3 0 0,2 2-5 16,1 1-3-16,5-1 1 0,0-3-1 0,4 4-2 15,4-1 4-15,6-5-7 0,0 5 8 0,6-1-5 16,-2-1-1-16,-4-4 2 0,5 3 5 0,-1 2 6 15,-1-3 4-15,-1 5-14 0,-4 1 3 0,-6-3 4 16,-6-2 2-16,-9 1 1 0,-31 1-3 0,0 2-8 16,-3-2 10-16,-8 2-3 0,0-3 11 0,-18 0-8 15,1 0 15-15,-6 1 4 0,-3 0-6 0,-11-1 11 16,0 2 2-16,-5-1 6 0,0 2-33 0,-13 0 8 16,14-1 23-16,-14 1-3 0,11 0-2 0,-11 0-4 15,0 0-2-15,13 0-12 0,-13 0-7 0,0 0-20 16,0 0-28-16,0 0-23 0,0 0-26 15,0 0-35-15,0 0-29 0,0 0-26 0,-37 1-28 0,22 1-35 16,-3 0-49-16,-3 3-43 0,-8-1-218 0,-2-1-579 16,-1 0 256-16</inkml:trace>
  <inkml:trace contextRef="#ctx0" brushRef="#br0" timeOffset="-170166.48">20087 4206 96 0,'0'0'113'0,"-5"-4"-2"0,5 4-13 0,0 0 4 16,0 0-5-16,-9-1-8 0,9 1-7 0,0 0-5 16,-13-1 2-16,13 1-2 0,0 0-7 0,-14 1-3 15,8 0 3-15,6-1-6 0,-16 1-5 0,9-1 2 16,7 0-3-16,-18 0 6 0,9 2-5 0,-3-1-2 16,2-2-1-16,0 2-4 0,-1-2 0 0,0 1-1 15,11 0-6-15,-20-2-2 0,8 0-1 0,2 2-4 16,0 0-4-16,-4-1-4 0,2 1-2 0,-2 0 1 15,3 1-7-15,-5 0-1 0,1 0 1 0,-4 2-5 16,6-1 3-16,-6 0-4 0,-2 2 1 0,3-1-2 16,3 0-6-16,-3-2 2 0,-1 2 0 0,2 0-2 15,-3 1 4-15,3-1 4 0,-1 0 10 0,1 1-3 16,5-2 2-16,-2 1 0 0,0-3 1 0,-3 1-2 16,3 1 1-16,3-1-3 0,-4 0-3 0,-1 1-1 15,3-2-3-15,1 3 1 0,0-4 0 0,1 2-3 16,0-1 2-16,0 1-3 0,1-1 1 0,10 0 2 15,-16 0-1-15,9 0-5 0,-1 2 2 0,8-2 1 16,-13 1 2-16,13-1-1 0,-11 1 6 16,11-1-10-16,-12 2 2 0,12-2-3 0,-10 0 0 0,10 0-1 15,-10 0-5-15,10 0 2 0,0 0-2 0,-9 3 1 16,9-3-1-16,-7 0 3 0,7 0-3 0,0 0 2 16,-6 3-1-16,6-3-1 0,0 0 3 0,0 0-5 15,0 0 5-15,0 0-5 0,0 0 8 0,0 0-9 16,0 0 3-16,0 0 0 0,0 0 2 0,-11 0-1 15,11 0-2-15,0 0 2 0,0 0 0 0,0 0 2 16,0 0-1-16,0 0 4 0,0 0-5 0,0 0 1 16,0 0 4-16,0 0-2 0,0 0 8 0,0 0-11 15,0 0 3-15,0 0-1 0,0 0-1 0,0 0 4 16,0 0 6-16,0 0-9 0,0 0 3 0,0 0 1 16,0 0 2-16,0 0-2 0,0 0 3 15,0 0-5-15,0 0 1 0,0 0-1 0,0 0 1 16,-11 2-1-16,11-2-4 0,0 0 3 0,0 0 2 0,0 0-2 15,0 0 1-15,0 0-3 0,0 0 0 0,0 0-2 16,0 0 0-16,-6-6 0 0,6 6 0 0,0 0 3 16,0 0-2-16,0 0-2 0,0 0 2 0,0 0-2 15,0 0 2-15,0 0-3 0,0 0-1 0,0 0 3 16,-7-4 0-16,7 4-3 0,0 0 5 0,0 0-4 16,0 0 2-16,0 0-3 0,0 0 4 0,0 0 3 15,0 0-7-15,0 0-1 0,0 0 5 0,0 0-6 16,0 0 0-16,0 0 4 0,0 0 1 0,0 0-2 15,0 0 1-15,0 0 1 0,0 0-1 0,0 0 1 16,0 0-2-16,0 0 1 0,0 0 4 0,-10-2 1 16,10 2 1-16,0 0 4 0,0 0-6 0,0 0-5 15,-4-6 1-15,4 6 0 0,0 0 0 0,0 0 3 16,0 0 1-16,0 0-5 0,0 0 7 0,-6-3-10 16,6 3 6-16,0 0-2 0,0 0-1 0,0 0-1 15,0 0 0-15,-5-6 3 0,5 6-1 0,0 0-4 16,0 0 4-16,-5-3-1 0,5 3 4 15,0 0-5-15,-8-4-2 0,8 4 4 0,0 0 2 0,0 0 12 16,-5-7-11-16,5 7 4 0,0 0 0 0,0 0-4 16,0 0 0-16,0 0-1 0,0 0 0 0,-5-3 0 15,5 3 1-15,0 0-2 0,0 0 0 0,0 0-5 16,0 0 1-16,0 0-4 0,0 0-1 0,0 0-2 16,0 0 2-16,0 0 1 0,0 0 1 15,-7 15 3-15,7-8-3 0,-1 3 3 0,-1 2-1 0,2-1-1 16,-2 5 5-16,1 1-4 0,0 1-1 0,-2 0 2 15,2 1 1-15,1-1 2 0,0 1-2 0,-1 2-3 16,1-3 3-16,1 1 1 0,0 0-4 0,2 7 7 16,-3-8 5-16,2 0-5 0,0 0 4 0,-1 1-2 15,0-6 0-15,2 5 1 0,-2 0-1 0,0-1 5 16,1-2-2-16,-1 0 1 0,0 1 12 16,0 0-7-16,-1 0-1 0,2-5 2 0,-2 4-3 15,0 2 9-15,0-1 3 0,0 1-3 0,1 0 0 0,0-1 1 16,-1-1 0-16,2 0-1 0,-4-2-2 0,5-1 16 15,-2-1-4-15,0 2-12 0,1-3-2 0,-1-1 2 16,3 0 1-16,-2 0-4 0,-2-2 0 0,2 0-1 16,0 0-4-16,-2-7 10 0,0 10-10 0,0-10 4 15,4 10-5-15,-4-10 0 0,-1 9-2 16,1-9 7-16,1 7-4 0,-1-7-4 0,0 0 0 0,3 8 1 16,-3-8 0-16,0 0 2 0,1 7-5 0,-1-7 11 15,0 0-17-15,0 0 5 0,0 0-2 16,0 0-1-16,0 0 0 0,0 10-3 0,0-10-16 0,0 0-14 15,0 0-25-15,1 8-23 0,-1-8-25 0,0 0-14 16,0 8-15-16,0-8-31 0,0 0-49 0,0 0-33 16,-4 19-251-16,4-19-539 0,-7 10 239 0</inkml:trace>
  <inkml:trace contextRef="#ctx0" brushRef="#br0" timeOffset="-169314.9">19234 4971 47 0,'0'0'105'0,"-3"-7"-8"0,3 7-8 0,0 0-3 16,0 0 8-16,-2-12-11 0,2 12-3 0,-1-7 4 0,1 7-1 15,-1-8 1-15,1 8-3 0,0 0-5 0,0-13-5 16,0 13 2-16,-1-6 11 0,1 6 1 0,0 0 4 15,0 0-7-15,-2-10-2 0,2 10 3 0,0 0-6 16,0 0-4-16,-1-9-3 0,1 9-4 16,0 0-8-16,0 0-4 0,0 0-5 0,0 0-7 0,0 0-6 15,0 0-7-15,0 0-2 0,0 0-7 0,0 0 1 16,0 0-4-16,0 0-2 0,-1 25 7 16,3-9 1-16,0 1 7 0,0 3 0 0,1 5 8 0,-2 2-4 15,3-1 12-15,-3 1 0 0,0-1 4 0,0 2-3 16,-1-3-5-16,2 1 6 0,-1-7 3 0,-1 2-3 15,0 5 8-15,-1-1-9 0,1-4 1 0,0-2-2 16,0-3-1-16,0 3-2 0,-2-3 1 0,1-1 1 16,1-3 0-16,0-1 0 0,0 0-5 15,-1-1 2-15,1 0-6 0,-1-3-3 0,1-7 4 0,-2 11 3 16,2-11-3-16,-2 10-11 0,2-10 7 0,-1 6-16 16,1-6-3-16,0 0 4 0,0 0-2 0,-2 10-1 15,2-10-6-15,0 0-14 0,0 0-13 0,0 0-28 16,0 0-31-16,0 0-24 0,0 0-25 15,-1 7-27-15,1-7-43 0,0 0-23 0,-6 7-32 16,6-7-188-16,-11 6-475 0,5-3 211 0</inkml:trace>
  <inkml:trace contextRef="#ctx0" brushRef="#br0" timeOffset="-166816.78">19015 5438 50 0,'-17'-1'132'0,"11"1"-10"15,6 0 8-15,-17 0-16 0,9 1 1 16,8-1-9-16,-16 0 0 0,9 0-4 0,-2 0 3 16,9 0-11-16,-15 0-6 0,6 0 2 0,9 0-8 15,-13-1-2-15,4 0-6 0,9 1-8 0,-12 0-4 16,12 0-5-16,-17-2-6 0,11 2-7 0,6 0 0 15,-15 4-4-15,5 0-4 0,4-3 2 0,-4 1-7 16,2-1-1-16,0 2-7 0,8-3 0 0,-9 4-2 16,9-4-4-16,-6 3 0 0,6-3-1 0,-5 5 7 15,5-5 9-15,0 0 9 0,19 5-2 0,0-1-1 0,9-1 4 16,6-2-4-16,3 2-3 0,2-3-6 16,15-3 1-16,-14 3-1 0,12-1-3 0,-14 0-4 15,-1 2 4-15,-1-1-2 0,-3 0 0 0,2 0-3 16,-3-3 2-16,-1 2 0 0,-3 0-1 0,-8 1 0 15,-2-2-2-15,1 2-1 0,-2 0-1 0,-5 0-3 0,-1 0 3 16,-1-2 1-16,-10 2-1 0,14 0 0 16,-14 0-2-16,10 0 1 0,-10 0-2 0,7-3 0 15,-7 3-1-15,0 0 1 0,0 0-1 0,11 2 4 16,-11-2-1-16,0 0 1 0,0 0-1 0,0 0 9 16,0 0-12-16,0 0 1 0,8 0-2 0,-8 0-3 15,0 0 0-15,0 0-1 0,0 0 0 0,0 0 1 16,-17 11-5-16,17-11 1 0,-11 9 0 0,2 0-4 15,0 1 3-15,-4 2 2 0,-1 3 0 0,0-1 0 16,-4 6 1-16,-2-1-2 0,-1 4 8 0,2 0-1 16,-1-1 2-16,-2 0 2 0,4 1 0 0,-1-1-2 0,2-3 1 15,-1 0-2-15,5-6-1 0,1 2 3 0,-1-1-9 16,0-1 5-16,2-2-1 0,3 0-3 16,-2-2-12-16,2 1-6 0,2-2-11 0,-1 1-16 15,1-1-11-15,0 1-13 0,0-2-19 0,1-2-22 16,1 0-30-16,1 0-43 0,3-5-28 0,-9 8-29 0,5-4-167 15,4-4-433-15,-8 2 191 0</inkml:trace>
  <inkml:trace contextRef="#ctx0" brushRef="#br0" timeOffset="-166433.65">18773 5453 64 0,'0'0'183'0,"-6"-4"-22"0,6 4-15 0,0 0-13 15,0 0-10-15,0 0-2 0,0 0 0 0,0 0-5 16,0 0-1-16,0 17 1 0,0-17-4 0,9 23-2 15,-4-8-3-15,2 0 0 0,4 4-2 0,-1-1-15 16,3 4-3-16,1 2-2 0,-2-2-3 0,4-1-1 16,-5-5 3-16,3 6-5 0,0-7-7 0,-1 0-3 15,1-1-7-15,-2 1-5 0,1-2-8 0,-3 0 2 16,-1-3-8-16,5 1-6 0,-7-1-3 0,1-1-4 16,-1-1 7-16,-1-1-9 0,1 1-8 0,1-1 8 15,-3-2-11-15,2 2-12 0,-5-3-16 0,5 2-13 0,-5 0-22 16,3-1-25-16,-3 1-34 0,1-1-46 15,1 1-41-15,-1 1-44 0,-2 0-153 0,1 0-421 16,-2-7 187-16</inkml:trace>
  <inkml:trace contextRef="#ctx0" brushRef="#br0" timeOffset="-165816.95">18878 5931 45 0,'0'0'164'0,"5"-7"-7"0,-5 7-5 16,0 0-3-16,0 0-11 0,0 0-11 0,0 0-2 16,0 0-10-16,0 0-12 0,3-6-2 0,-3 6-2 15,0 0-7-15,0 0-4 0,0 0-7 0,0 0-10 16,0 0-6-16,0 0-6 0,0 0-3 0,0 0-5 15,0 0 0-15,-21-1 1 0,21 1-3 0,0 0 2 16,-13 1-2-16,13-1-2 0,0 0-2 0,0 0-6 16,0 0-4-16,-11 1-2 0,11-1-4 0,0 0 6 15,0 0-12-15,0 0-2 0,0 0-5 0,0 0 0 16,0 0 1-16,0 0-2 0,0 0 0 0,34 2-3 16,-6-2 0-16,4 0 0 0,3-2-3 0,5 2-4 15,11-2-3-15,1 3-8 0,2-4-16 0,-15 2-26 16,0 1-20-16,13 0-33 0,-18 1-33 0,2 1-37 15,0 2-38-15,-6-4-120 0,-2 3-355 0,-7 1 158 16</inkml:trace>
  <inkml:trace contextRef="#ctx0" brushRef="#br0" timeOffset="-164664.9">19049 5983 78 0,'0'0'183'0,"0"-9"-8"0,0 9 2 16,0 0-7-16,0 0-3 0,-2-10-5 0,2 10-13 16,0 0-11-16,0 0-14 0,0 0-16 0,0 0-13 15,0 0-12-15,0 0-10 0,0 0-7 16,0 0-8-16,0 0-6 0,0 0-5 0,0 0 0 16,6 28-5-16,-5-17 0 0,0 6 5 0,1 4 7 15,-1 5-3-15,0 0-4 0,1 2-3 0,-2 2-4 0,2-3 0 16,-2 4 6-16,1 0-5 0,1-1-1 0,-5 0-1 15,3-1 3-15,1 1 1 0,2-3-3 0,-2 0-1 16,-1-2-4-16,0 1-3 0,2-1 0 0,-1-5 0 16,0-1-3-16,3 5 1 0,-3-6-1 15,3-1-2-15,-3 2-4 0,2-2 12 0,1-1-9 0,-2 0 1 16,1-4 0-16,-1 0 5 0,1 0-1 0,-2-3 9 16,1 0-5-16,0 1-5 0,-1 0 4 0,1-1 5 15,-1 0-5-15,-1 0 5 0,0-9 0 0,0 14-5 16,-1-10 1-16,1-4-3 0,1 13-1 15,0-7 0-15,-1-6-5 0,-1 11-6 0,1-11-2 0,1 7 3 16,-1-7-4-16,0 0-9 0,3 11 9 0,-3-11-3 16,0 0 6-16,0 9-10 0,0-9 4 15,0 0-4-15,0 9-2 0,0-9 1 0,0 0-3 0,0 0-1 16,0 7-2-16,0-7 1 0,0 0 0 16,0 0-3-16,0 0 3 0,0 0-1 0,0 0 1 0,0 0-5 15,0 0 3-15,0 0 12 0,0 9-1 0,0-9-11 16,0 0 1-16,0 0-5 0,0 0 2 0,0 0 3 15,0 0-1-15,0 0 1 0,0 0 4 16,0 0-3-16,0 0-4 0,0 0 5 0,0 0-1 0,0 0 1 16,0 0 1-16,5 4-1 0,-5-4 4 0,9 0-5 15,-9 0 3-15,9 1-1 0,-9-1 2 0,14 2-1 16,-7-2-1-16,3 1 2 0,2-1-4 0,-12 0 2 16,18 0-5-16,-5-1 2 0,-2 2 5 0,5-1-3 15,-2 1-1-15,-1 1 0 0,6-2-1 0,1-3 0 16,-1 4 0-16,3 1 0 0,1-4-3 0,6 4 3 15,1-2-9-15,-1 0 11 0,3 0-10 0,-2 0-1 16,0 0 3-16,1 0-4 0,1 0 5 16,4 0 8-16,-2-3-14 0,5 2 4 0,0 1 0 0,11-3-5 15,4 0 7-15,-3 0-6 0,3 0 4 0,2 2-3 16,2-1 4-16,-1 4-3 0,4-6 3 0,-1-4-2 16,4 2-2-16,1 3 2 0,-1 2-12 0,3-2 3 15,25 2-4-15,-32-1-14 0,2-3-3 0,1 2-10 16,1 0-11-16,-1-1-12 0,-2 1-8 0,3 0-8 15,-2-3-15-15,1 3-13 0,-2 0-22 0,-2 0-20 16,-3-1-40-16,-1 0-29 0,-1 0-41 0,-18 4-153 16,-1-4-450-16,-3 2 199 0</inkml:trace>
  <inkml:trace contextRef="#ctx0" brushRef="#br0" timeOffset="-161539.68">22610 4138 25 0,'0'0'55'0,"0"0"-9"15,0 0-4-15,0 0-11 0,-7-5 8 0,7 5 3 16,0 0 7-16,0 0 4 0,-7-2 11 0,7 2 9 16,0 0 10-16,0 0-4 0,0 0 12 0,0 0-2 15,0 0 6-15,0 0 6 0,0 0-2 0,0 0 3 16,0 0-2-16,-8-6-1 0,8 6-4 0,0 0-4 16,0 0 2-16,-3-8-5 0,3 8 0 0,0 0-4 15,-3-5-2-15,3 5-6 0,0 0 0 0,0 0 0 16,-6-6-3-16,6 6-4 0,0 0-9 15,0 0-7-15,0 0-4 0,0 0-12 0,0 0-5 0,0 0-7 16,0 0 1-16,0 0-7 0,0 0 2 0,0 0-4 16,-6 18 6-16,5-6-5 0,1 0 6 0,-2 4 1 15,2 2 0-15,-1 1 2 0,1 7 0 0,0-2-2 16,1 2 0-16,-1 1 4 0,-1 1 2 0,1-1 2 16,0-3-4-16,3 5 5 0,-2-1 0 0,2-3-4 15,-2 1 1-15,0 1 0 0,2-2 0 0,-2 0 2 16,2 0 2-16,-1 0 4 0,-2-8 9 0,3 1-4 15,-2 2-1-15,3-2-4 0,-2 0-4 0,0-2 3 16,-2 1 5-16,1-3 2 0,0 0 0 0,-1-1-1 16,1-3-11-16,-1 3 0 0,0-2-1 15,0-1-2-15,2-3-6 0,-1 1 0 0,-1-8-7 0,0 13 3 16,1-5-1-16,-1-8-10 0,0 10 5 0,0-4-6 16,0-6 2-16,0 12 6 0,0-12-7 0,2 10 3 15,-2-10 1-15,0 10-6 0,1-5-22 0,-1-5-6 16,2 8-19-16,-2-8-18 0,0 9-20 15,0-9-19-15,2 8-9 0,-2-8-6 0,1 10-13 0,-1-10-20 16,-1 9-22-16,1-9-33 0,-2 10-20 0,2-10-14 16,-2 7-18-16,2-7-133 0,-4 8-418 15,4-8 185-15</inkml:trace>
  <inkml:trace contextRef="#ctx0" brushRef="#br0" timeOffset="-160918.2">22666 4775 54 0,'0'-8'212'0,"0"8"-8"0,0 0-7 0,1-7-11 16,-1 7-13-16,0 0-12 0,0 0-11 15,0 0-12-15,0 0-14 0,0 0-14 0,0 0-13 16,0 0-7-16,0 0-10 0,0 0-10 0,0 0 0 16,0 0-4-16,0 0-1 0,0 0-3 0,1 26 2 15,-1-14-1-15,-1-1 4 0,1 7 12 0,0 1-10 16,0-2-1-16,0 2-3 0,0 7-2 0,0-7 1 16,0 6 1-16,0 0 2 0,0 0 1 0,-4 0 5 15,4-6-6-15,0 0 7 0,0 5-5 0,2-4-9 16,-4-1 0-16,2-3-9 0,2 3-3 0,-2-3-4 15,1 2-4-15,-1-6-5 0,1 4 2 0,-1 0 0 16,1 0-3-16,-1-4 0 0,0 0-3 0,2 0 0 16,-2 1 2-16,0-1-6 0,1-1 8 0,-1 0-4 15,1 0 2-15,-1 1-1 0,0-12-3 0,2 15-4 16,-2-15-3-16,0 11-1 0,0-11-5 0,0 13-1 16,0-13-2-16,0 0 4 0,0 13 0 0,0-13-6 15,0 0 3-15,0 10-4 0,0-10-13 0,0 0-1 16,0 0-8-16,0 0-5 0,2 9-8 0,-2-9-11 15,0 0-13-15,3 4-12 0,-3-4-18 0,0 0-20 16,0 0-29-16,0 0-16 0,0 0-40 0,0 0-60 16,0 0-44-16,0 0-206 0,0 0-536 0,0 0 238 0</inkml:trace>
  <inkml:trace contextRef="#ctx0" brushRef="#br0" timeOffset="-160273.95">22427 5348 89 0,'-8'2'189'16,"0"-2"-1"-16,8 0-11 0,-17 0-8 0,17 0-7 0,-13 0-13 15,13 0-3-15,-12 0-10 0,12 0-7 0,-7 1-8 16,7-1-9-16,0 0-7 0,-8 4-6 16,8-4-10-16,0 0-3 0,0 0-12 0,0 0-1 15,-8 1-2-15,8-1-6 0,0 0 2 0,0 0-3 0,0 0 0 16,0 0-2-16,43 0-8 0,-21-1 2 15,10-1-1-15,3 0-5 0,0-1-6 0,2 1-5 0,14 1-5 16,-14-2 0-16,0 1-5 0,0-1 0 0,-3 0-5 16,-3 0 4-16,0 3-9 0,-1 0-2 0,-8-2-2 15,0 0-2-15,-2 2 7 0,-2 0-9 0,-4 0-2 16,0-2 2-16,-1 2-3 0,-3 0-2 0,1 0-3 16,-5 2 4-16,-6-2-5 0,11-3 5 15,-11 3-4-15,11 1 2 0,-11-1-3 0,6 2 3 0,-6-2-5 16,0 0 6-16,0 0-8 0,11-2 2 0,-11 2-4 15,0 0 6-15,0 0-3 0,8 3-2 0,-8-3 2 16,0 0-2-16,0 0 10 0,0 0 8 0,3 6 3 16,-3-6-5-16,0 0 2 0,-1 14 2 15,1-14 0-15,-4 12-3 0,1-2 5 0,-1 2 6 0,-2-2 4 16,-4 6 5-16,-3 7 2 0,-1-1 7 0,0-1 2 16,-4 1 4-16,2 0-3 0,-4 0-3 15,-2-2-1-15,3 1-3 0,1 0 14 0,5-6-12 0,-2-1-12 16,4 0 1-16,-2-2-3 0,3 1-1 0,-1-1-6 15,4-2 1-15,-2 0-34 0,0-2-18 0,1 1-14 16,-1-3-14-16,3 3-23 0,0-1-11 0,-1-1-16 16,2-3-21-16,-3 4-27 0,2-1-42 0,2-2-40 15,4-5-39-15,-9 9-172 0,3-6-487 0,-2-1 216 16</inkml:trace>
  <inkml:trace contextRef="#ctx0" brushRef="#br0" timeOffset="-159966.09">22415 5489 194 0,'-5'-7'259'0,"3"3"-12"0,2 4-12 0,-7-8-8 0,7 8-10 15,-3-6-19-15,3 6-16 0,-4-4-20 0,4 4-14 16,0 0-14-16,0 0-11 0,0 0-14 0,0 0-7 16,0 0-10-16,27 14-8 0,-13-6-9 0,1 3-6 15,-2 1-7-15,1 1-8 0,-1 2-1 0,0-2-5 16,2 2-6-16,1 3-6 0,0 3 2 0,-4-6-5 16,1 1-4-16,-3 1-1 0,3 0-16 0,-3-1-27 15,2-1-33-15,-1 2-39 0,-3-1-58 0,1 0-76 16,-4 0-242-16,-1-3-501 0,-3-2 221 0</inkml:trace>
  <inkml:trace contextRef="#ctx0" brushRef="#br0" timeOffset="-159481.96">22338 5853 51 0,'-10'-2'236'0,"3"0"4"15,7 2-10-15,-14-4-5 0,9 1-17 0,5 3-14 16,-11-1-12-16,11 1-17 0,0 0-10 0,0 0-21 16,0 0-14-16,0 0-8 0,26-6-11 0,2 3-8 15,8 0-8-15,18-2-7 0,3 0-6 0,8 4-11 16,-5-7-1-16,7 3-5 0,-6-1-9 0,-3-1-2 15,-2 4-4-15,-2 0-6 0,-2 0-5 0,-15 2-1 16,0-2-4-16,-1 2-3 0,-2 0-2 0,-2-1-2 16,-3 1 1-16,-7 0-2 0,-1 1-2 0,-4-1-4 15,-2 1-18-15,-4 1-15 0,1-1-18 0,-3 0-21 16,-2 2-36-16,-7-2-44 0,9 3-51 0,-2 1-43 16,-7-4-167-16,6 3-436 0,-6-3 194 0</inkml:trace>
  <inkml:trace contextRef="#ctx0" brushRef="#br0" timeOffset="-158170.48">22709 5863 30 0,'0'0'217'0,"0"0"-6"0,-3-7-7 0,3 7-14 16,0 0-19-16,0 0-14 0,0 0-16 0,0 0-17 15,0 0-12-15,0 0-13 0,0 0-7 0,0 0-3 0,0 0 6 16,1 25-1-16,0-11-3 0,-1 2-9 16,1 2-4-16,1 1-6 0,-2 9-1 0,3-1-2 15,-1 2-6-15,-1 2 2 0,3 2 6 0,-4 0 3 16,1 2 1-16,2-3-7 0,-1 3 1 0,0 1-4 15,-1-2 4-15,0 2-1 0,2-3-3 0,-1-1-2 16,0 1 2-16,-4-4 2 0,4 0-1 0,-4-1-4 16,2-9-7-16,2 1 3 0,-4 0 7 0,5-1-10 15,-3-1-8-15,0-3 1 0,1 0-10 0,0-2 6 16,-1-3-1-16,0 2-6 0,5-2-13 0,-5 0 4 0,0 2 4 16,2-4-10-16,-2-1 2 0,2 2-3 15,-2 0 1-15,1-2-2 0,-1-7-2 0,2 13 8 16,-2-7-14-16,0-6 2 0,0 0-1 0,0 18 4 15,0-18 3-15,-2 13-3 0,2-13 3 0,2 11 0 0,-2-11 4 16,0 0-5-16,-3 16 3 0,3-16 2 0,0 0 0 16,-2 14 0-16,2-14-1 0,-2 8-4 15,2-8 1-15,0 0-4 0,0 0-6 0,-5 8-14 0,5-8 13 16,0 0 7-16,0 0-1 0,0 0-3 0,0 0-2 16,0 0 2-16,-2 9-17 0,2-9 10 0,0 0 3 15,0 0 0-15,0 0 3 0,0 0 7 0,0 0-11 16,0 0-2-16,0 0 5 0,0 0-2 15,-9 3 0-15,9-3 0 0,0 0-9 0,-13 0 5 16,13 0 3-16,0 0 6 0,-22-1-3 0,12 1-13 0,10 0 5 16,-23 0 0-16,9-2 2 0,2 2-3 0,0 0 4 15,-4-3-2-15,4 3-3 0,-8-2-3 16,5 1-6-16,-3 1 1 0,-1-1 1 0,2-1-4 0,-3 2 2 16,2-2 1-16,-1 2 6 0,-1-2-5 0,0 2-8 15,0 0 4-15,-7-1-7 0,8 1 2 0,-2-2 4 16,0 2 5-16,-2 0-3 0,2 0 5 0,-1 0-6 15,2 2 0-15,-8-4 2 0,10 4 1 0,-2-2-1 16,0 0 3-16,1 0-16 0,-2 0 16 0,0-2-3 16,1 2 13-16,1-1-12 0,-1 1 4 0,1-2-2 15,1 2 2-15,2-1 5 0,3 1-3 0,-1 0-6 16,2 0 7-16,0 0 0 0,-1-2 0 0,0 1 7 16,1 0-6-16,0-1 5 0,-2 3-8 0,1-3-6 15,-1 2 13-15,1-1-9 0,-5-1 0 0,1 4 1 16,1-4 7-16,-2 4 3 0,-1 1-11 0,0-4 2 15,-1 2 1-15,0 0-5 0,-2 0 10 0,3 0-3 16,-4 1 0-16,1 2 2 0,-6-1-2 0,1-1-3 16,-2 0-3-16,-3 4 4 0,4-3 4 0,-2 3-2 15,1-4-5-15,1 1 8 0,-3-3-3 0,3 0 1 16,0-3-8-16,1-1 9 0,6 2-5 0,0 0 1 16,1 2-1-16,-1-3-3 0,2 0 2 0,0-1 0 15,1 1-6-15,0 2 0 0,7-2-21 0,-2 1-3 16,4 1-10-16,1 1-17 0,-1-2-19 0,9 2-21 15,-11-2-14-15,11 2-17 0,-11-1-25 0,11 1-28 16,0 0-20-16,0 0-21 0,-11 3-22 0,11-3-30 16,-4 6-157-16,4-6-472 0,0 0 209 0</inkml:trace>
  <inkml:trace contextRef="#ctx0" brushRef="#br0" timeOffset="-156099.47">23742 5525 198 0,'0'0'234'0,"0"0"-17"0,0 0-13 16,0 0-14-16,0 0-17 0,0 0-12 0,-15-7-4 15,15 7-16-15,0 0-12 0,-21 9-10 0,12-3-16 0,-1-1-9 16,2 2-6-16,-1-1-10 0,1 0 14 16,0 4-13-16,1-2-5 0,2 0-12 0,-1 1-2 15,2-1-7-15,3 2-3 0,2-2-8 0,0 3-2 16,2-2-2-16,3 1-3 0,-1-1-6 0,3 3-3 16,1-4-4-16,1 1 4 0,-1 1-2 0,5 0-5 15,-4-2-2-15,2-1-2 0,1 0-3 0,-3 1 1 16,-2-1-2-16,1 0-3 0,1-1 4 0,-1-1-4 15,-3 1-2-15,-1-1-2 0,0 0 0 0,-1-2 2 16,-4-3 8-16,5 6 10 0,-5-6 0 0,0 10 4 16,0-10 5-16,-9 8 0 0,-1-4-4 0,1-1-2 0,-2 2 0 15,-6 0 0-15,4-1-6 0,-1 0 2 0,1 0-19 16,-1-2-14-16,3 1-15 0,2-1-18 0,-2-1-21 16,3 0-35-16,1 2-49 0,7-3-64 0,-9 0-64 15,9 0-159-15,0 0-472 0,-12-2 209 0</inkml:trace>
  <inkml:trace contextRef="#ctx0" brushRef="#br0" timeOffset="-155879.89">23861 5715 2517 0,'10'-6'163'0,"-2"0"-39"16,1 1-20-16,-4-1 0 0,-1 3 3 0,-4 3-5 16,5-6 2-16,-5 6-18 0,6-5-12 0,-6 5 2 15,0 0-2-15,0 0-4 0,4-4-6 16,-4 4-11-16,0 0 4 0,0 0-4 0,0 0 15 0,8 12 1 15,-8-12-26-15,2 13-6 0,-1-6 6 0,2 2 0 16,-2 0-4-16,3 1-7 0,-1 0-10 0,-2-3-34 16,0 3-33-16,-2-1-28 0,4 1-34 0,-2-1-22 15,0 1-42-15,-2-1-53 0,1-2-60 16,0-7-264-16,-1 13-593 0,-2-7 263 0</inkml:trace>
  <inkml:trace contextRef="#ctx0" brushRef="#br0" timeOffset="-155709.48">23890 5511 3026 0,'-2'-12'29'15,"0"-5"-9"-15,-3 7-6 0,4 2 2 0,0 1 5 16,1 7-9-16,-3-11-11 0,3 11 1 0,-2-8-16 16,2 8-19-16,0 0-11 0,-4-4-13 15,4 4-26-15,0 0-51 0,0 0-46 0,0 0-51 16,0 0-164-16,9 26-427 0,-7-20 190 0</inkml:trace>
  <inkml:trace contextRef="#ctx0" brushRef="#br0" timeOffset="-154828.59">16934 5641 41 0,'1'-10'254'0,"1"3"-12"0,-1 1-14 0,-1 6-7 16,-1-11-5-16,1 11-6 0,1-8-9 0,-1 8-10 15,0 0-19-15,-3-10-14 0,3 10-19 0,0 0-12 16,-10-1-10-16,10 1-16 0,-14 11-11 0,5-1-6 16,-2 2-7-16,-5 9 20 0,3 4-11 15,-2-3-6-15,2 4-12 0,2 0-4 0,1-3-8 16,-1 2-6-16,4-6 0 0,2-2-7 0,1 0-4 15,0 0 6-15,1-2-10 0,2-3-5 0,1-1-5 0,3 1-3 16,-1-2 8-16,1 0-11 0,1-2 3 0,1 1-8 16,1-4-5-16,0 1-2 0,1 0 1 0,1-4-3 15,-2 0 1-15,5 1-1 0,0-3 1 0,-2 0-1 16,-1 0-5-16,2-3 6 0,-3 1-1 0,0-2 2 16,-1 0-5-16,3 1 6 0,-3-1-3 0,2-3 4 15,-3 2-2-15,3-2-2 0,-2 0 1 0,1 0 10 16,0 0-14-16,1-1 3 0,-2 1-4 0,-2 1 0 15,1 0 2-15,0 1-2 0,2 2-4 0,-7 3-3 16,6-6 2-16,-6 6-4 0,5-2-4 0,-5 2 5 16,0 0 0-16,0 0-3 0,17 6 2 0,-17-6 3 15,6 8 0-15,-3-2 2 0,1 2 1 0,-1-1 4 16,1 2 2-16,-1 1-4 0,-2-2 3 0,2 1-7 16,-3 1 10-16,1 1-14 0,-2-1-15 15,2-1-22-15,0 1-26 0,-3-1-29 0,0 2-47 0,1 0-72 16,-1-2-76-16,-1-1-190 0,3-8-525 0,-10 14 233 15</inkml:trace>
  <inkml:trace contextRef="#ctx0" brushRef="#br0" timeOffset="-154478.27">17205 5950 202 0,'5'-4'241'0,"3"-2"-19"0,1 0-9 0,2 0-17 16,1-1-10-16,4-1-16 0,0 0-12 0,0-1-6 16,1 2-9-16,1-3-5 0,-3 4-11 0,2-3-9 15,-6 2 1-15,1 0-11 0,-3-2-4 0,-2 3-4 0,0-1-8 16,-1 0-6-16,-2 1 8 0,0-1 12 16,-3 0-9-16,-1 7-11 0,0-14 3 0,0 14-9 15,-5-13-5-15,2 7-1 0,-3 1-7 0,1 1-2 16,5 4-6-16,-13-4-10 0,2 4-2 0,-1 2-5 15,-3 4 0-15,-2 3-2 0,3 1-6 0,-2 5-4 0,1-1 4 16,-1 6 2-16,3-5-20 0,2 0 5 16,3 1-4-16,1 0-3 0,2-2 5 0,3 0-10 15,4-3 3-15,3 5 1 0,1-5-7 0,4 2-13 16,5-2-15-16,11-1-23 0,-2 0-19 0,7-3-28 16,2 1-32-16,3-4-41 0,-2-1-48 0,5 0-62 0,-2 0-266 15,-5-2-584-15,1-1 258 0</inkml:trace>
  <inkml:trace contextRef="#ctx0" brushRef="#br0" timeOffset="-152616.1">20883 6843 151 0,'-2'-5'184'0,"2"5"-7"0,-6-9-4 0,4 4 2 16,2 5-8-16,-7-9-7 0,7 9-3 0,-5-8-3 15,5 8-13-15,-3-6-2 0,3 6-3 0,-3-8-7 16,3 8-7-16,-4-6-8 0,4 6-6 0,0 0-11 16,0 0-5-16,-2-8-10 0,2 8-9 0,0 0-6 15,0 0-8-15,0 0-5 0,0 0-9 0,0 0-8 16,0 0-2-16,0 0-7 0,0 0-1 0,0 0 3 15,0 0-12-15,0 0 1 0,0 0-1 0,0 0-5 16,0 0-1-16,-6 22-1 0,5-16 0 0,2 6-1 16,-2-2 1-16,1 3 1 0,-1 2 3 0,3 5 1 0,0-1 2 15,-1 7 4-15,2 2-2 0,2-1 0 16,-1-2 1-16,1 4 0 0,3 0 0 0,-4 0-1 16,2-1 1-16,-3 0-4 0,3 1 0 0,-1-1-1 15,1-2 1-15,-2 2 4 0,0-2 11 0,1 0-1 0,-4-1 4 16,3 2 8-16,-1 0 4 0,-2-3 3 0,-1-3 4 15,1 4-6-15,0-1 0 0,-1-5 5 16,0 0-4-16,-1 1 1 0,1-2-11 0,-1 2 9 16,1 4-9-16,0-3 7 0,-1 2-4 0,-1-4 3 0,1-2 1 15,1-1 3-15,-3 0-7 0,2-1-2 0,1-2 1 16,-1-1 10-16,-1 0-3 0,1 1-6 0,0-1 3 16,1 0-2-16,-1-1 0 0,-2 1 0 0,2-1 1 15,-1-1-5-15,0 0 3 0,1 1-11 0,-2-4-2 16,-1 3-1-16,3-1-4 0,0-2-1 0,0 4-2 15,1-4-3-15,0-7-3 0,-2 11 1 16,2-3 0-16,0-8-3 0,-4 11-4 0,4-5-1 0,0-6 2 16,0 0 9-16,0 13-11 0,0-13-2 0,-1 4-1 15,1-4 2-15,0 0 1 0,0 0 2 0,0 0 2 16,0 0-7-16,0 10 3 0,0-10-2 0,0 0 4 16,0 0-4-16,0 0-5 0,0 0 10 0,0 0-4 15,-2 6-8-15,2-6 4 0,0 0 2 0,0 0-8 16,0 0 8-16,0 0-2 0,0 0-4 0,0 0 3 15,0 0-4-15,0 0-6 0,0 0 6 0,0 0-2 16,0 0 6-16,0 0-3 0,0 0-1 0,0 0 0 16,0 0-7-16,3 6-8 0,-3-6 7 0,0 0 1 15,0 0 2-15,6 7-9 0,-6-7 5 0,3 6-1 16,-3-6-1-16,7 3 1 0,-7-3 3 0,7 6 4 0,-3-3 6 16,-4-3-7-16,11 5 3 0,-5-1-3 0,-6-4 2 15,9 6-1-15,-4-4-4 0,1 2 7 0,-1-1-5 16,2 1-5-16,-2 0 12 0,0 0-4 15,-1 0 4-15,1 1-5 0,-1-1-3 0,-4-4 4 0,7 12 2 16,-3-6 0-16,-1-1-2 0,1 2-1 0,-3 2 4 16,0 1 0-16,-2-2 3 0,0 3-2 0,-3-1 5 15,0 2-5-15,-2-2-1 0,-2 4 5 0,0-2-2 16,0 0 0-16,1 0 3 0,1-1-4 0,-5 2-7 16,6-3 10-16,-4 2-2 0,4-2-9 15,0 1 7-15,0-2 3 0,1 2 0 0,1-1-5 0,0 1 4 16,0-1-2-16,-1-1-1 0,6 0 10 0,-2 2-7 15,2 4-5-15,1-4 7 0,-1-1-6 0,2-1 1 16,1 1-6-16,-1 2 3 0,1-2 5 0,3 0-2 16,-3 0-3-16,4 0 7 0,-4 2-8 0,1-2 4 15,1 0 0-15,-1-1 1 0,-2 1-3 0,0-3-1 16,1 5 2-16,-2-2 3 0,-2 2-1 0,-1-1 2 16,-1 1 1-16,-2 1 3 0,-1-2-1 0,-2 4 1 15,-2 1 1-15,-1-2 0 0,-1 0 2 0,0 0-5 0,-3 0 0 16,3 2-2-16,-1-4 1 0,1 2-2 15,-1-1 4-15,2 0-5 0,0 1 1 0,2-2 1 16,1 3-2-16,3-3 2 0,1 3-4 0,2-2-12 16,1 2-11-16,0-2-5 0,5 3 3 0,0 0 2 0,2 0 5 15,2 1-20-15,-1-2 4 0,1 0 7 0,1-1-1 16,1 2 4-16,-3 0 6 0,1 1-4 16,-5-7 9-16,3 5-4 0,-4 0-9 0,0-4 29 15,-1 2-14-15,-3 0 11 0,2 2-13 0,-2-3-5 0,0 1 12 16,-2 3 0-16,-1-2 5 0,0 3 7 0,-1-3-10 15,0-2 6-15,1 5 6 0,-1-1-13 0,0 0 0 16,3 1 8-16,-3 1-6 0,0-1 0 16,2-1 2-16,-1 2 5 0,2-1 1 0,-1-1-3 0,1 1-2 15,0-1 1-15,2 0-3 0,-1 0 9 0,1 0-4 16,-1-1 1-16,2-1 3 0,-1 1 8 16,2 2 4-16,-1-2 1 0,-1 1-2 0,4-4 6 0,-3 1-3 15,0 2-3-15,1-3 4 0,-1-1-1 0,0 2 2 16,0-1-1-16,-1-2-2 0,2 3 0 0,-3-1 1 15,1-1-5-15,-2 1-3 0,0-2 3 0,-1 2-7 16,-1 0 8-16,-1-1-4 0,-1 0-4 0,-2 5 1 16,2-1 1-16,0-4-2 0,1 1-1 0,-1-2 0 15,1 1-8-15,0-1-28 0,1-4-29 0,0-1-39 16,-1 5-34-16,3-3-34 0,1-7-27 16,-4 13-48-16,3-8-70 0,1-5-59 0,-3 15-217 0,2-4-637 15,1-11 282-15</inkml:trace>
  <inkml:trace contextRef="#ctx0" brushRef="#br0" timeOffset="-152062.45">20571 9832 70 0,'0'0'186'0,"0"0"-3"0,5-5-6 15,-5 5-1-15,0 0-8 0,0 0-16 0,0 0-8 16,0 0-1-16,0 0-7 0,0 0-10 0,0 0-8 15,0 0-5-15,0 0-6 0,0 0-6 0,0 0-10 16,0 0-4-16,0 0-9 0,0 0 1 16,0 0-11-16,0 0-5 0,0 0-2 0,0 0 5 0,0 0-7 15,0 0-2-15,0 0 2 0,0 0 4 0,0 0-2 16,11 10-4-16,12-10-6 0,11-1-4 0,6-2-5 16,12-2-3-16,6 2-5 0,0-4-2 0,2 0-3 15,4 2-13-15,-1-4 2 0,-5 2-27 0,-1 2-17 16,-3 2-21-16,-17 0-19 0,-4 2-28 0,-2-2-34 15,-3 5-41-15,-10-1-38 0,1-1-42 0,-9 0-145 16,1 3-426-16,-4-1 188 0</inkml:trace>
  <inkml:trace contextRef="#ctx0" brushRef="#br0" timeOffset="-151832.78">20768 10074 123 0,'0'0'245'15,"-8"1"-7"-15,8-1-8 0,0 0-6 0,0 0-12 0,0 0-17 16,0 0-18-16,0 0-19 0,34-4-15 16,-15-2-11-16,1 2-16 0,3 1-19 0,4-2-28 15,-5 0-29-15,-3 3-50 0,-2-3-52 0,4 3-63 16,-4-2-51-16,-4 4-162 0,-2-2-366 0,-11 2 162 0</inkml:trace>
  <inkml:trace contextRef="#ctx0" brushRef="#br0" timeOffset="-151692.18">20928 10185 199 0,'0'0'275'0,"-6"6"-12"0,6-6-17 15,0 0-25-15,0 0-21 0,0 0-26 16,0 0-32-16,19-13-29 0,-8 6-35 0,6-1-51 0,-3-1-64 15,5 0-61-15,0 0-82 0,3-4-91 0,-4 5-293 16,-3-3 130-16</inkml:trace>
  <inkml:trace contextRef="#ctx0" brushRef="#br0" timeOffset="-149964.99">21427 2860 14 0,'0'0'140'0,"0"0"-6"0,0 0-9 15,0 0-13-15,4-4-4 0,-4 4-8 0,0 0-16 16,0 0 1-16,0 0-2 0,0 0-7 0,0 0-5 16,0 0 3-16,0 0 0 0,0 0 1 0,0 0-4 15,0 0 0-15,0 0 1 0,0 0-4 0,0 0 2 16,0 0-5-16,0 0-4 0,0 0 1 0,0 0-6 15,0 0 0-15,0 0-4 0,0 0-3 0,0 0-3 16,0 0-6-16,0 0-4 0,0 0-6 0,0 0-1 16,0 0-1-16,0 0 0 0,0 0-4 0,0 0 3 15,0 0-5-15,0 0-2 0,0 0-2 0,0 0-2 0,-20-3 0 16,20 3 2-16,0 0 3 0,-10 0 5 16,10 0-3-16,0 0 4 0,-11-1-3 0,11 1 1 15,0 0-1-15,-8-1-3 0,8 1-1 0,0 0-2 16,0 0-5-16,-12 2 0 0,12-2-3 0,0 0 3 15,0 0-1-15,-8 2-2 0,8-2-1 0,0 0 0 16,0 0-6-16,0 0 3 0,0 0-3 0,0 0 5 16,0 0 3-16,0 0 0 0,0 0-3 0,0 0 1 15,35 4 0-15,-22-4 2 0,2-2-6 0,-2 1 3 16,7 1-4-16,-2 1 4 0,1-1-14 0,-1 0-8 16,-5 2-22-16,6-2-29 0,-6 0-37 0,0 0-49 15,-1 1-47-15,-1 1-195 0,-4 0-426 0,1-1 189 16</inkml:trace>
  <inkml:trace contextRef="#ctx0" brushRef="#br0" timeOffset="-149727.89">21530 2766 202 0,'-3'-6'234'0,"3"6"-12"0,0 0-19 0,-2-8-16 16,2 8-22-16,0 0-14 0,0 0-20 0,0 0-13 15,0 0-11-15,0 0-14 0,0 0 2 0,-3 22-5 16,2-9 1-16,-1 3 3 0,0 2-5 16,1-1-7-16,-1 1-5 0,-1 0-8 15,1 0-7-15,1 0-5 0,0 0-7 0,0 6-3 0,1-9-10 16,-2 2-14-16,4-1-21 0,-1 1-32 0,0-4-20 0,0 1-46 16,-1-14-54-16,7 22-56 0,-5-11-169 0,-1-1-406 15,-1-10 181-15</inkml:trace>
  <inkml:trace contextRef="#ctx0" brushRef="#br0" timeOffset="-149479.11">21767 2843 50 0,'3'-9'263'0,"-3"0"-8"0,1 4-13 0,-1 5-11 15,-1-10-17-15,1 10-23 0,0-8-18 0,0 8-16 16,0 0-19-16,0 0-14 0,0 0-14 0,0 0-11 15,0 0-4-15,0 0-4 0,0 0 0 0,0 0-12 16,0 0-7-16,-1 37-5 0,1-25-10 16,0-1 1-16,0 1-6 0,0-12-2 0,0 21-2 0,-3-10-10 15,2 0-3-15,1 1-8 0,-1 0-26 0,1-12-21 16,-2 19-27-16,2-9-24 0,0-10-28 0,0 19-44 16,0-19-57-16,2 16-42 0,-2-16-139 15,1 12-413-15,-1-12 182 0</inkml:trace>
  <inkml:trace contextRef="#ctx0" brushRef="#br0" timeOffset="-149198.99">21981 2849 173 0,'1'-14'232'0,"-1"14"-20"0,0 0-19 16,4-7-17-16,-4 7-13 0,0 0-20 15,0 0-11-15,0 0-11 0,0 0-8 0,0 0-12 16,0 0-10-16,0 0-5 0,0 0-11 0,17 25-3 15,-11-18-10-15,2 3-1 0,-1-1 4 0,2 1-5 16,0-1-4-16,3 2-2 0,-3-3-5 0,0 2 0 16,0-3-6-16,-2 0-1 0,-2-1-8 0,3 0 1 15,-3 0 3-15,-5-6-5 0,7 10-6 0,-7-10-2 16,3 9-4-16,-3-9-3 0,0 0-6 0,0 0-7 16,-9 20-13-16,9-20-9 0,-12 5-26 0,1-1-19 15,11-4-31-15,0 0-28 0,-24-1-39 0,24 1-35 16,-15-6-17-16,6 0-116 0,9 6-353 0,-17-12 157 15</inkml:trace>
  <inkml:trace contextRef="#ctx0" brushRef="#br0" timeOffset="-149082.98">21991 2837 92 0,'0'0'124'0,"5"-13"2"0,-1 9-6 16,-4 4-10-16,15-11-2 0,-6 5-6 0,7-1-12 16,0-1-5-16,3 1-13 0,-1 1-4 0,9-3-6 15,0 5-11-15,1-2-12 0,0-1-38 0,-1 2-63 16,-4 3-136-16,-5-1-215 0,2 0 95 0</inkml:trace>
  <inkml:trace contextRef="#ctx0" brushRef="#br0" timeOffset="-148765.98">22391 2703 164 0,'0'0'205'0,"0"0"-21"0,0 0-24 0,0 0 7 16,5 8-3-16,-5-8 3 0,5 16-7 0,-2-9-5 0,2 5-12 15,-3-1-7-15,2 6-7 0,2 0-7 16,-1-1-13-16,-3 2-8 0,5-1-8 0,-1 0-11 16,0-1-4-16,-2 0-11 0,3-6-3 0,-3-1-9 15,2-2 2-15,-2-1 2 0,-1 1 10 0,-3-7 11 16,7 8 13-16,-7-8 5 0,10 7-4 0,-10-7-2 16,21-3-10-16,-10-1 0 0,4-3-18 0,2 0-2 15,-2-3-14-15,-1 1 2 0,4-1-3 0,-4-4-6 16,2 1-1-16,-2-2-6 0,-2 1-2 0,0-2-5 15,2 0 0-15,-4 1 4 0,1 1-13 0,-3-3-4 16,0 2 0-16,0 1-8 0,-3 3-16 0,-1 3-15 16,0-2-24-16,1 3-30 0,-5 7-40 15,6-8-38-15,-6 8-44 0,5-5-32 0,-5 5-32 16,0 0-223-16,0 0-529 0,0 0 233 0</inkml:trace>
  <inkml:trace contextRef="#ctx0" brushRef="#br0" timeOffset="-144358.9">21034 7452 168 0,'0'0'165'0,"0"0"-10"15,-1-7 0-15,1 7-12 0,0 0 2 0,0 0-9 16,0 0 2-16,0 0-12 0,0 0-7 0,0 0-11 16,0 0-11-16,0 0-10 0,0 0-5 0,0 0-12 15,0 0 0-15,0 0-8 0,0 0 0 0,0 0-7 16,0 0-1-16,0 0-9 0,0 0-8 0,0 0 3 0,-21 10-5 15,21-10-6-15,-5 5 0 0,5-5-4 16,-5 4-3-16,5-4-1 0,0 0-3 0,0 0-5 16,0 0-4-16,-4 6-6 0,4-6-4 0,0 0-2 15,0 0 0-15,0 0-2 0,0 0 8 0,0 0-3 16,0 0 0-16,0 0-1 0,0 0-3 0,0 0 2 16,0 0-1-16,0 0 0 0,0 0 2 0,0 0-1 15,-11-10 1-15,11 10-1 0,0 0-2 0,-4-10 0 0,4 10 6 16,-3-5-2-16,3 5 1 0,-2-7-5 15,2 7 3-15,0 0-1 0,-4-11-1 16,4 11 3-16,-4-5 0 0,4 5 0 0,-4-7 5 0,4 7 2 16,0 0-4-16,-4-5 0 0,4 5 1 0,0 0-5 0,0 0 2 15,0 0 2-15,-10-1 2 0,10 1-2 16,0 0 8-16,-8 11 1 0,8-11-3 0,-6 7 1 0,3-3 1 16,3-4-2-16,-3 6 2 0,3-6 0 0,-4 8 1 15,4-8-5-15,-5 4 4 0,5-4-3 0,0 0-1 16,-1 8 3-16,1-8-2 0,0 0-2 0,0 0 7 15,0 0 1-15,0 0 1 0,3 10 2 0,-3-10 6 16,0 0-1-16,8 3 4 0,-8-3-1 0,0 0 0 16,0 0 0-16,0 0 2 0,0 0-2 0,14-7 0 15,-14 7-6-15,4-6 1 0,-4 6 2 0,4-8-4 16,-4 8-5-16,3-7 1 0,-3 7-5 0,3-7 2 16,-3 7-3-16,0 0-1 0,-3-11-3 0,3 11 0 15,0 0 0-15,0 0-2 0,0-9-3 0,0 9-2 16,0 0-1-16,0 0 3 0,0 0-2 0,0 0-2 15,0 0 2-15,0 0-4 0,0 0 2 0,-14 22 4 16,14-22-3-16,0 8 2 0,0-8 1 0,0 9-1 16,0-9 2-16,0 0-1 0,6 10 2 0,-3-7 2 15,-3-3 1-15,7 3 2 0,-7-3 6 0,9 0-6 16,-9 0 2-16,0 0-2 0,11 0-2 0,-11 0 3 16,10-3 2-16,-10 3 4 0,8-6-3 0,-8 6 2 15,6-7 0-15,-3 3 2 0,-3 4-4 0,3-6 2 16,-3 6-2-16,2-9-5 0,-2 9 1 0,-1-11 0 15,1 11-4-15,-4-9 0 0,4 9 1 0,-8-6 4 16,4 2-10-16,4 4-1 0,-11-3-2 0,11 3 5 16,-14 0-3-16,14 0-1 0,-18 5-4 0,8 1 0 0,0 0-2 15,-3-1-13-15,4 3-14 0,0-1-11 16,-1 2-16-16,2 0-23 0,2 1-30 0,-1-3-26 16,5 4-17-16,3-5-28 0,-1-6-32 0,6 14-130 15,3-9-379-15,4 0 169 0</inkml:trace>
  <inkml:trace contextRef="#ctx0" brushRef="#br0" timeOffset="-143916.89">21371 7352 89 0,'0'0'274'0,"-1"-11"-15"0,1 11-13 16,-1-9-6-16,1 9-19 0,0 0-10 0,0-11-17 15,0 11-15-15,0 0-17 0,-3-7-21 16,3 7-12-16,0 0-17 0,0 0-13 0,0 0-8 0,0 0-13 16,0 0-5-16,0 0-11 0,0 0-4 0,0 0-7 15,9 19-6-15,-5-10-3 0,-1 1-5 0,0-1-4 16,2 1 2-16,0 1-5 0,1 0-3 0,-1 0-8 16,1 0 4-16,-1 1-5 0,2 0 1 0,-1-2-2 15,-2 1-2-15,2-4-1 0,-1 3 0 0,3-2-4 16,-4-3 0-16,0 1 0 0,0-1-3 0,-1 1 0 15,-3-6 2-15,6 8-1 0,-4-5-3 0,-2-3 7 16,6 4-3-16,-6-4 2 0,0 0 1 16,7 2-4-16,-7-2 4 0,0 0-2 0,13-9 0 0,-8 4 7 15,2-4 10-15,-2-1-4 0,2 1-4 0,-1-3 3 16,3-3 0-16,0 2-1 0,-1-4 9 0,0 1 2 16,-2 0-17-16,3 0-2 0,-1 0-3 0,-2 1 2 15,-1 0-7-15,0 4 7 0,0 1-10 0,-1 2-19 16,-3 2-20-16,2-1-27 0,-3 7-22 0,4-8-31 15,-4 8-28-15,0 0-21 0,0 0-14 0,0 0-5 16,0 0-21-16,0 0-27 0,-11 22-160 0,8-11-424 16,-4 2 187-16</inkml:trace>
  <inkml:trace contextRef="#ctx0" brushRef="#br0" timeOffset="-143529.72">21633 7509 48 0,'3'6'190'0,"-3"-6"-1"0,0 0-4 0,2 9-5 15,-2-9-5-15,0 0-7 0,0 9-9 0,0-9-11 16,0 0-13-16,0 9-11 0,0-9-7 16,0 0-8-16,-1 8-9 0,1-8-2 0,0 0-1 0,0 0-1 15,0 10 1-15,0-10 3 0,0 0-2 16,0 0 3-16,0 0-3 0,0 0 1 0,0 0 8 16,0 0 6-16,0 0 15 0,0 0-4 0,0 0-5 15,0 0-12-15,0 0-11 0,0 0-7 0,0 0-5 0,0 0-10 16,0 0-3-16,6-27-9 0,-4 16 7 0,0 3-25 15,1-3-10-15,1-2 0 0,1-1-6 0,1-2-12 16,2-2 1-16,0 3 6 0,-1-2-16 0,1 0-3 16,1 4 21-16,-3 3-26 0,-1 1 5 0,2 0-2 15,-1 3 6-15,-1-1-9 0,0 3-4 0,-5 4-3 16,8-4-5-16,-8 4 5 0,13 2 2 0,-8 2 0 16,4 2-5-16,-3 2 6 0,1 2-2 0,1-1 0 15,-1 1 1-15,1 0 2 0,-3 2 7 0,-1-1-4 16,2-1 5-16,-2 2 0 0,-2-2-3 0,2 0 0 15,-1 2-3-15,-1-3-22 0,1 3-20 0,0-3-29 16,-2 0-22-16,1 1-19 0,-2-4-15 0,3 3-33 16,-3-9-38-16,1 11-38 0,-1-11-29 0,-1 11-229 15,-2-5-538-15,3-6 238 0</inkml:trace>
  <inkml:trace contextRef="#ctx0" brushRef="#br0" timeOffset="-143381.45">21733 7522 177 0,'-4'-4'214'0,"4"4"-20"0,0 0-19 0,0 0-15 16,0 0-18-16,6-12-16 0,2 10-14 0,2-1-19 15,4 1-31-15,7-1-52 0,10-3-59 0,-1 3-74 0,1-2-93 16,2 1-233-16,-2 3 103 0</inkml:trace>
  <inkml:trace contextRef="#ctx0" brushRef="#br0" timeOffset="-141827.85">21577 8595 111 0,'0'0'217'0,"0"0"-11"0,-3-9-4 0,3 9-10 16,-3-12-14-16,3 12-8 0,-2-9-6 0,2 9-8 16,-1-7-7-16,1 7-9 0,0 0-6 0,-1-10-4 15,1 10-4-15,-3-6-9 0,3 6-1 0,0 0-7 0,0 0-6 16,-4-7-2-16,4 7-5 0,0 0-3 0,0 0 1 16,0 0-4-16,0 0-4 0,0 0-11 15,0-9-6-15,0 9-8 0,0 0-7 0,8-8-4 16,-2 4-10-16,-6 4 2 0,12-4 6 0,-6 1-17 15,2 2-8-15,3-2-5 0,0 3 3 0,-2 0-7 16,3 1-3-16,-3 5-2 0,2-3-2 0,0 3 0 16,-3 3-2-16,0 0 2 0,0 2 0 0,0-1-2 15,0 3-4-15,-4 0-4 0,-2 0-2 0,0 3 3 0,-4 0-4 16,1 1 3-16,-4-2 0 0,-4 3 3 16,-1-4 2-16,-3 2 0 0,-1-3 0 0,-7 4-2 15,2-5 2-15,2-3-7 0,-2-1 1 0,8-2 2 16,-2-2-4-16,4 2 9 0,1-2-6 0,2-2 6 0,0 1-7 15,6-3 8-15,-9 2 2 0,9-2 2 0,0 0-8 16,0 0 2-16,-12-5 2 0,12 5-1 0,0 0-1 16,-1-8-7-16,1 8 7 0,0 0 2 0,0 0-1 15,8-11-6-15,-8 11 4 0,7-7-3 16,-7 7 2-16,12-3-5 0,-12 3-2 0,10 2 5 0,-10-2-3 16,13 2 3-16,-6 1 3 0,2 0-14 0,-1 0-21 15,0 1-24-15,2 0-22 0,-2 2-16 0,2-1-32 16,0 3-52-16,0-2-55 0,2 0-61 0,-2 0-161 15,0 0-496-15,-2-2 220 0</inkml:trace>
  <inkml:trace contextRef="#ctx0" brushRef="#br0" timeOffset="-141651.02">21822 8768 242 0,'3'-8'298'0,"-3"8"-13"0,1-6-18 0,-1 6-22 15,0 0-23-15,1-9-25 0,-1 9-23 0,0 0-21 16,3-6-30-16,-3 6-34 0,0 0-37 0,0 0-37 16,0 0-50-16,0 0-47 0,6-4-45 0,-6 4-49 15,0 0-148-15,0 0-351 0,17 3 155 0</inkml:trace>
  <inkml:trace contextRef="#ctx0" brushRef="#br0" timeOffset="-141332.03">21964 8615 199 0,'2'-6'243'0,"-2"0"-4"0,0 6-8 16,1-13-11-16,-1 13-18 0,1-8-17 0,-1 8-18 15,0 0-19-15,0-9-17 0,0 9-17 0,0 0-11 16,0 0-13-16,0 0-10 0,0 0 6 0,0 0-10 16,0 0-8-16,0 0-4 0,3 30-5 0,-1-23-2 15,1 3-4-15,1 1 0 0,-2 0 0 0,2 2-6 0,1-3-6 16,3 4-3-16,1 0-4 0,-2 0 2 15,5 1-2-15,-2-2-2 0,-2-3-1 0,1-1-1 16,0 5-6-16,-2-5-1 0,0 0 10 0,-1-2-7 0,-3-3 0 16,2 2 10-16,-1 1-11 0,-3-3 1 15,-1-4-6-15,5 8 2 0,-5-8 0 0,0 0-6 16,-8 13-5-16,8-13-6 0,-9 4-11 0,3-2-9 16,6-2-18-16,-17 1-15 0,8-1-16 0,-1 0-26 0,-1 0-14 15,11 0-37-15,-17-5-27 0,11 1-16 0,-4 0-12 16,2-3-8-16,3 0-16 0,-2 1-128 0,1-4-377 15,1-1 167-15</inkml:trace>
  <inkml:trace contextRef="#ctx0" brushRef="#br0" timeOffset="-141199.68">21957 8732 791 0,'1'-17'-4'0,"0"-1"24"0,0 3 10 16,2 2 12-16,1 2 30 0,-3-2-13 0,2 3 14 15,3 0 1-15,-3 0 2 0,2 4-5 16,1-3-9-16,4 1-2 0,2 0-4 0,-2 1-10 0,7 0-3 16,-6 1-2-16,8-2-6 0,1 1-2 0,-1 3-18 15,-1-2-29-15,1 2-37 0,-1-2-30 0,-2 2-18 16,2-2-17-16,-1 4-107 0,-6 2-241 0,2-3 107 15</inkml:trace>
  <inkml:trace contextRef="#ctx0" brushRef="#br0" timeOffset="-140998.99">22328 8475 90 0,'0'0'166'0,"3"-8"4"0,-2 1 3 0,-1 7 7 16,3-6 3-16,-3 6-14 0,4-11 6 0,-4 11 0 16,1-8-4-16,-1 8-10 0,4-7-11 0,-4 7-17 15,0 0-20-15,0 0-9 0,0 0 2 0,0 0 2 16,0 0-8-16,4 21 11 0,-3-9 0 0,0 4-7 15,0 0-1-15,1 3-6 0,0-2-10 0,0 3-2 16,0-2 2-16,-1 1-22 0,1-1-8 0,-2-2-4 16,1 3-2-16,-1-4-10 0,0 0-29 0,0 1-35 15,1-6-22-15,-2 2-25 0,1-1-28 0,0 0-43 16,-1-2-48-16,1-2-54 0,0-7-238 0,-2 13-520 16,2-13 231-16</inkml:trace>
  <inkml:trace contextRef="#ctx0" brushRef="#br0" timeOffset="-140782.87">22500 8547 233 0,'-2'-10'271'0,"2"10"-15"16,0 0-18-16,-2-9-19 0,2 9-16 16,0 0-9-16,0 0-7 0,0 0-10 0,0 0-7 15,0 0-6-15,-12 20-9 0,10-14-12 0,1 4-14 0,-1-3-9 16,0 4-15-16,0-1-8 0,2 1-10 0,0 0-7 15,0-2-4-15,2 3-21 0,-1-2-19 0,2 0-26 16,0 0-28-16,1-1-24 0,3 0-40 16,3 0-45-16,0-2-59 0,5 1-52 0,-3-1-214 0,1-3-490 15,-1 0 216-15</inkml:trace>
  <inkml:trace contextRef="#ctx0" brushRef="#br0" timeOffset="-140413.87">22748 8767 72 0,'0'0'234'16,"10"0"4"-16,-10 0-5 0,10-4-10 0,-5 1-10 16,-5 3-13-16,16-8-16 0,-6 3-12 0,2-3-14 15,4 1-4-15,-1-2-2 0,-1 1-6 0,3-3-14 16,-4 2-5-16,-3 1-8 0,0 1 5 0,-2-4 13 16,-2 2-24-16,-1-2-11 0,2-1-6 0,-4-3-1 15,0 2-6-15,-2-3-4 0,-1 1 3 0,-2 4-21 16,0-3-4-16,1-2-17 0,0 0 0 0,-2 5-4 15,3-2-3-15,0 6-6 0,-2-5-6 0,2 2-11 16,2 2-4-16,-2 8-7 0,5-10-2 0,1 6-11 16,-1-1 1-16,-5 5 0 0,15-1-6 0,-3 3 5 15,-1 2 0-15,2 1 0 0,-4 3-3 0,4 4-1 16,-2 3 7-16,-1-2-1 0,-2 3 2 0,2 1 2 16,-5 0-3-16,0-1 2 0,1 2 14 0,-1-4-13 15,0 2-1-15,-4-4 5 0,2 2-11 0,-1-3-9 16,2 4-20-16,-1-2-20 0,0-1-16 0,0-2-13 15,2 3-20-15,3-3-22 0,-2 2-32 0,3 0-42 16,-1-4-36-16,-1 1-25 0,0 0-170 0,-1-1-469 16,-1 1 208-16</inkml:trace>
  <inkml:trace contextRef="#ctx0" brushRef="#br0" timeOffset="-139748.7">20674 9882 109 0,'-9'-4'136'16,"9"4"4"-16,-11-5-7 0,5 3-1 0,-2 0-13 15,8 2-5-15,-11-4-1 0,3 3-1 0,8 1-6 16,-14-3 0-16,8 1-7 0,6 2-3 0,-14-3-6 16,6 2 2-16,8 1-3 0,-16-3-4 0,9 3-6 15,7 0-5-15,-13-1-5 0,13 1-1 0,-10-1-9 16,10 1-5-16,0 0-7 0,-12-1 4 0,12 1 1 15,0 0-4-15,0 0-3 0,0 0 4 0,0 0-9 0,53-2-4 16,-20-1-4-16,4-2-1 0,17-2-3 16,3-2-4-16,-1 3-3 0,1-3-13 0,-3 2-13 15,-1 2-18-15,3-1-20 0,-5 0-14 0,-1 1-25 16,-11 3-16-16,-2-2-24 0,-2 0-27 0,-1 2-29 16,-4 2-161-16,-8-2-366 0,-3 2 163 0</inkml:trace>
  <inkml:trace contextRef="#ctx0" brushRef="#br0" timeOffset="-139364">20891 10078 19 0,'-9'0'226'0,"1"1"-6"0,8-1-10 15,-13 0-7-15,13 0-14 0,-10 0-9 0,10 0-9 16,0 0-6-16,-10 0-3 0,10 0-7 0,0 0-13 15,0 0-14-15,0 0-10 0,0 0-11 0,23-7-9 16,-9 3-8-16,5 0-10 0,2 0-5 16,5-1-8-16,4-4-9 0,-1 4-5 0,3-1-2 0,0-1-6 15,-2 1-14-15,-2 3-16 0,1-2-16 0,-1 1-19 16,-7 1-33-16,-2 3-36 0,-1 0-35 0,-6-2-51 16,2 4-42-16,-3 0-180 0,-2-1-430 15,-4 3 191-15</inkml:trace>
  <inkml:trace contextRef="#ctx0" brushRef="#br0" timeOffset="-139198.86">21020 10201 17 0,'0'0'267'0,"-8"3"0"0,8-3 5 16,0 0-19-16,0 0-20 0,0 0-25 0,0 0-16 15,0 0-23-15,22-10-17 0,-2 4-27 0,0 0-25 0,6-1-35 16,4 3-30-16,-2-6-48 0,1 4-68 15,1-3-71-15,-9 5-200 0,7 1-381 0,-8-4 169 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1-25T07:11:40.03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6057 4191 147 0,'0'0'154'0,"0"0"-11"0,0 0-5 0,0 0-5 0,0 0-9 16,-18-8-5-16,18 8-9 0,-6-2-10 0,6 2-4 15,-9-2-2-15,9 2-11 0,-10-1 4 16,10 1-6-16,-13 0-1 0,13 0-3 0,-10 0 0 16,10 0-5-16,-14-1-1 0,6 2-11 0,8-1 4 15,-14 0 2-15,6 0-4 0,1 1-2 0,7-1 6 16,-17 0-11-16,12 2-1 0,5-2-2 0,-9 1-1 0,9-1-6 16,-9 1 2-16,9-1-5 0,0 0-3 15,0 0-4-15,-10 2-5 0,10-2-2 0,0 0-5 16,0 0-2-16,0 0 0 0,0 0 2 0,0 0 9 15,0 0-11-15,36 3 3 0,-9-3 1 0,6-1 3 16,7-1-12-16,17-1 2 0,2-1-4 0,1 3-2 0,2-6 2 16,1 3-1-16,-2 1-5 0,7-1 0 0,-7 0 3 15,2-1-2-15,-1 3-1 0,4-1-1 0,-1 0 5 16,27 2-8-16,-28-3-4 0,27-2 3 16,-29 3 4-16,3 2-1 0,-6 1-3 0,4-3 1 15,-1 3-1-15,-3-4 5 0,3 3 1 0,-6-1-3 16,-4 0 4-16,1-1 9 0,-16 2-10 0,14 0-2 0,-15 1-2 15,-6-3 2-15,1 2 5 0,-4 0 0 0,-4 0-5 16,-5-1 2-16,0 2-8 0,-7 0 3 16,-2 0 0-16,1-1-2 0,-10 1 5 0,13-1-4 15,-5 1 0-15,-8 0 2 0,9 1-5 0,-9-1 1 16,7 0 1-16,-7 0 1 0,0 0-3 0,0 0 3 16,0 0 3-16,9 0-3 0,-9 0 0 0,0 0 2 0,0 0-4 15,0 0 3-15,0 0-2 0,0 0-1 16,0 0-20-16,0 0-16 0,0 0-37 0,0 0-32 15,0 0-69-15,0 0-71 0,0 0-219 0,0 0-501 16,0 0 221-16</inkml:trace>
  <inkml:trace contextRef="#ctx0" brushRef="#br0" timeOffset="1781.03">7986 4047 5 0,'0'0'56'0,"0"0"-3"16,0 0-10-16,0 0 0 0,0 0 0 0,0 0 1 15,0 0-2-15,0 0 1 0,0 0-4 0,0 0-6 16,0 0 12-16,-13-4-16 0,13 4-1 0,0 0 0 16,0 0-9-16,0 0 1 0,0 0-4 0,0 0 1 15,0 0 14-15,0 0-11 0,0 0-5 0,0 0 5 16,0 0 8-16,0 0 6 0,0 0-2 0,-3 8 9 16,3-8-9-16,0 0 3 0,0 0-5 0,2 9 8 15,-2-9 0-15,0 0-1 0,0 0 2 0,2 11 7 16,-2-11-3-16,0 8 10 0,0-8-5 0,0 0 1 15,0 10-6-15,0-10 0 0,2 9 2 0,-2-9-3 16,0 0-3-16,1 8 1 0,-1-8 1 0,0 0-6 16,0 8 4-16,0-8 3 0,0 0 3 0,0 0 6 15,0 0 1-15,0 0 7 0,1 6 5 0,-1-6 8 16,0 0 3-16,0 0 1 0,0 0 8 0,0 0 1 16,0 0 7-16,0 0-17 0,0 0-7 0,0 0-6 15,0 0-8-15,0 0-5 0,0 0-5 16,9-18-2-16,-9 18-2 0,4-10-2 0,1 3-2 0,-3 0-2 15,4-3-3-15,0 1-7 0,-1 0 2 0,0-2-3 16,5-4-1-16,-1 1 0 0,-1 1-3 0,0 3-4 16,-1 0 1-16,0-1-2 0,1 4 1 0,-2-1-6 15,1 3 1-15,-3 1-3 0,0-2 1 0,-4 6-2 16,9-6 2-16,-5 3-6 0,-4 3 0 0,11-2-4 16,-11 2 0-16,9-2 1 0,-9 2 0 0,12 5 1 15,-4 0-1-15,2 1-3 0,-1 2 3 0,3 5-2 16,-2-5 3-16,0 4 1 0,1 0 2 0,-1 0-2 15,-1-1 0-15,3 1 1 0,-6-2 2 0,3-1-5 16,0 0 4-16,0-2-2 0,0 1 9 0,-1 0-8 16,1-1 3-16,-4 0-1 0,0-3 8 0,0 1-3 15,4-1 6-15,-3-2-3 0,-6-2 4 0,7 5 5 16,-2-3 2-16,-5-2 3 0,8 3 0 0,-8-3-2 16,0 0 5-16,12-5 7 0,-12 5-17 0,8-10-1 15,-3 6-2-15,3-3 8 0,1-1-3 0,-3 1-9 16,2-3-2-16,0 0 0 0,2-1 0 0,-4 1-1 15,2-1-5-15,-2 2 0 0,3-2-2 0,0 3-7 16,0-3 0-16,1 5 2 0,-1-1-3 0,-2 3 1 16,-1-1-4-16,0 3-4 0,2 1 1 0,-8 1-2 15,14 1 5-15,-8 1 1 0,3 1 3 0,0 4 0 16,-1 0 0-16,1 1-3 0,1 1 5 0,-2-1-2 16,1 2 0-16,1-2 1 0,-2 2 4 15,-2-1-2-15,3 0 4 0,1-1-4 0,-3-1 4 0,2 0 4 16,-3-1-6-16,0 0-2 0,1-2 7 0,-2 2-1 15,0-3 0-15,-5-3-1 0,8 4-2 0,-2-2 2 16,-6-2 3-16,11 0 0 0,-11 0 7 0,13-4-11 16,-5 0 4-16,1 0-3 0,0-3 2 0,1 0-5 15,-1 2-1-15,4-8 2 0,-1 3 6 0,-1 1-6 16,0-2 0-16,-1 2-4 0,1 1 1 0,3-4 1 16,-5 3-2-16,-3 2-4 0,2 0 3 0,2-3-5 15,-4 5-1-15,0 2 4 0,-1 0-2 0,0-1 7 16,-5 4-10-16,12 0 0 0,-12 0 3 0,13 6-1 15,-5-2 3-15,1 5 8 0,-3-3-6 0,2 1-3 16,-2 4-2-16,3-2 2 0,-2 2 2 16,0 0 0-16,0 0 3 0,2-2 3 0,-3 0 0 0,0-1-4 15,0 1 5-15,-1-4 2 0,2 2-3 0,-4-3 2 16,1 2-3-16,0-3 5 0,-4-3 2 0,3 4 0 16,-3-4-3-16,0 0 1 0,0 0 6 0,13-2 6 15,-13 2-1-15,9-5-1 0,-4-1 0 16,-1 0-2-16,1 1-2 0,0-3-3 0,3 1 1 15,0-1-4-15,5-4 8 0,-1 1 3 0,-3 2-15 0,1 1-1 16,4-1 1-16,-3 1-4 0,0 1 2 0,2 1-8 16,-3 1-1-16,2 0-4 0,-3 2 4 0,1 1 0 15,1 1 0-15,1 2 1 0,-2 1-1 0,3 0 0 16,1 1 4-16,-1 0-1 0,5 0 5 16,-1 2-2-16,3 0 0 0,0 1 1 0,8 0-1 15,0-1 1-15,3 0 3 0,2-2-1 0,2 0 2 0,1-1-3 16,2-1 4-16,1-2-1 0,15 1 1 0,1 1-5 15,0-1 2-15,0-3-2 0,6 3 2 16,-1-3 1-16,6-1 2 0,0 1 0 0,1 2 2 16,25-2-2-16,-26 2 1 0,25-1-2 0,-31 2-4 15,3 0 6-15,0 0-1 0,29-2-1 0,-30 2 0 16,3 0 1-16,1-3 0 0,1 3-2 0,-5 2 5 0,0-5-4 16,0 0 2-16,-3 0 2 0,-4-1-6 0,-17 3 2 15,0-1-4-15,-1 2 5 0,-7-3-4 16,-7 1 6-16,-2 1-2 0,-3-1 1 0,-4 3-8 15,-3-1-1-15,-2-1-7 0,-1-1-14 0,-8 2-22 16,9-3-22-16,-9 3-23 0,4-6-35 0,-4 6-51 0,0 0-43 16,0 0-51-16,-34-9-161 0,14 5-469 15,-8 1 208-15</inkml:trace>
  <inkml:trace contextRef="#ctx0" brushRef="#br0" timeOffset="4179.99">5863 4121 59 0,'0'0'184'0,"0"0"-5"0,0 0-7 0,0 0-6 15,0 0-11-15,0 0-9 0,0 0-11 0,0 0-15 16,0 0-12-16,0 0-11 0,0 0-11 0,0 0-11 16,0 0-10-16,0 0-6 0,0 0-3 0,0 0-3 15,0 0 3-15,0 0-9 0,3 32 2 0,-1-14-3 16,-1 0 0-16,2 8-3 0,-1 1 8 0,1 4 0 15,-2 0-5-15,2 4-4 0,-4 14 1 0,1 0-1 16,-2-1 3-16,-2 1 2 0,3 0-9 0,0 1-1 16,-3-4 14-16,-1 2-12 0,3-12 1 0,2 0-1 15,-2-3-3-15,1 3-1 0,-2-2-1 0,2 1-1 16,0-2 0-16,-2-3-3 0,2-1 2 0,0-2-6 16,-1 0 2-16,-2-1-4 0,3-1-1 0,0-6-1 15,0 1 1-15,-3-1 0 0,3 0 5 0,-4-1-9 16,2-1 2-16,0-2-4 0,2 1 2 0,-1 2-5 15,0-2 0-15,-2-4 0 0,4 1 0 0,-4-1-2 16,4 0-15-16,0-2-17 0,0 1-18 0,0-4-22 16,3 3-19-16,-3-10-20 0,-1 17-34 0,3-7-32 15,-2-10-25-15,6 13-34 0,-5-6-172 0,-1-7-429 16,4 12 189-16</inkml:trace>
  <inkml:trace contextRef="#ctx0" brushRef="#br0" timeOffset="4629.04">5095 5625 205 0,'0'0'208'0,"-9"-4"-5"0,9 4-9 16,-9-3-7-16,9 3-10 0,0 0-14 0,-10-3-14 15,10 3-7-15,0 0-12 0,0 0-18 0,0 0-11 16,0 0-11-16,29-1-6 0,-1 1-3 0,8-4-5 15,18-1 0-15,6 2-16 0,5-3-3 16,27 1-6-16,-27-1-6 0,25-5-7 0,-26 8-4 0,1-5-2 16,1 4 1-16,-3-1-11 0,-3 2 3 0,-3-2-3 15,-3-1-2-15,0 1-2 0,-16 3 3 0,-3-3-5 16,0 4 2-16,-4-2 0 0,-9 0 1 0,-2 3 5 16,-2-3-6-16,-5 3 1 0,-5 0 2 0,2-2-4 15,-3 1-2-15,-7 1-2 0,9 0-1 0,-9 0-16 16,8-1-17-16,-8 1-20 0,0 0-31 0,0 0-49 15,0 0-43-15,0 0-36 0,0 0-208 0,-40 7-441 16,20 0 196-16</inkml:trace>
  <inkml:trace contextRef="#ctx0" brushRef="#br0" timeOffset="5029.37">5515 6025 203 0,'-5'-10'211'0,"5"10"-4"16,-2-6-8-16,2 6-8 0,0 0-13 0,-6-8-10 0,6 8-13 15,0 0-8-15,-3-6-10 0,3 6-15 0,0 0-9 16,0 0-4-16,0 0-10 0,0 0-13 16,0 0-10-16,-7-4-7 0,7 4-5 0,0 0-5 15,0 0-5-15,0 0 6 0,0 0-6 0,0 0 5 16,26-2 6-16,-10 1-9 0,14-3-4 0,2 1-2 0,6-1 3 16,17-3-14-16,3 4-4 0,-1-7-2 0,1 0-2 15,-3 3-7-15,1-1 1 0,-16 4-3 16,-3-3 1-16,0 3-6 0,-3-1-8 0,-3 2-13 15,-11 0-14-15,-1 1-22 0,-7 0-25 0,1 2-28 16,-6 0-44-16,-7 0-39 0,12 0-30 0,-12 0-34 16,0 0-157-16,0 0-428 0,0 0 190 0</inkml:trace>
  <inkml:trace contextRef="#ctx0" brushRef="#br0" timeOffset="5963.19">5748 5993 59 0,'0'0'229'15,"5"-5"-11"-15,-5 5-14 0,0 0-15 0,3-5-12 16,-3 5-17-16,0 0-3 0,0 0-10 0,0 0-7 16,0 0-4-16,3 23 1 0,-4-8-14 0,1 3-9 15,0 9-7-15,4 0-10 0,-4 1-8 0,3 1-13 16,-3 3-5-16,1-1 7 0,-2 2 0 0,3-2-1 15,0 2 1-15,-4 0 2 0,4-1-3 0,-1-1 1 16,0 0-2-16,-2-1-9 0,2-1-5 0,-1 0 0 16,0-1-6-16,-1-1-4 0,2-1-2 0,-1 2-5 15,1-3-7-15,-1-1-1 0,4-5 2 0,-3 1-9 16,-1 0-1-16,0 1 5 0,2-5-12 0,-2 11 3 16,2 2-9-16,1-11-1 0,-1 7 1 0,1 0 7 15,-2-6-6-15,0-2 12 0,2 3-15 0,-4-1-2 16,1 0 3-16,0 8 2 0,0-10-3 0,0 1 4 15,0 1-6-15,0 2 2 0,-2-2-5 0,2 1-4 16,-2 6 3-16,4-9-3 0,1 1 5 0,-2-2-4 16,2 1 6-16,-2 1-9 0,3-1 8 0,-3-6-3 15,3 0-1-15,-2 3-3 0,1-2-6 0,0 0 4 16,-1-1 4-16,0 0-5 0,0 1-1 0,-1-2 7 16,3 1 0-16,-1 0-5 0,-1 0 3 0,1-1-2 15,-1 0-3-15,-2-10 1 0,3 14 2 0,-2-6-6 16,-1-8 5-16,3 15 0 0,-3-15-3 0,1 12 6 15,-1-12-5-15,3 12 3 0,-3-12 2 0,3 10-2 16,-3-10 0-16,4 10 0 0,-4-10-3 0,3 10 4 16,-3-10 0-16,4 7 2 0,-4-7-1 0,0 0 2 15,7 9-5-15,-7-9-1 0,5 5 4 0,-5-5-1 16,0 0 3-16,9 8-3 0,-9-8 4 0,8 4 4 16,-8-4-7-16,17 5 5 0,-7-3-3 0,3 0 2 15,-1-2 0-15,9 0-4 0,1 2-4 0,8-4 14 16,4 0-10-16,3-2 3 0,0 6-5 0,13-4-3 15,2 1 4-15,0 0-2 0,-13 0-2 0,17-3 3 16,0 2-2-16,2 2-2 0,4-1 0 0,2-1 7 16,1-1-3-16,27 0 0 0,-2-1 1 0,2 3-1 15,-2-5-5-15,-26 6 6 0,32 0 1 0,-1 0-8 0,3-2 8 16,2 0 0-16,5-2-4 0,1 3 2 16,2-2-3-16,5 2-3 0,-2-3 7 0,-6 4 5 15,18-4 3-15,-2 3-10 0,9-2 2 0,2-3-4 16,2 5 1-16,2-1-4 0,3 0 1 0,5-3 11 15,2 0-11-15,4 1-1 0,2 5 9 0,1-2-7 0,2-1 5 16,2-1 0-16,0 1-9 0,1 1 5 16,-2-2 11-16,4-1-11 0,1 1-7 0,0-3-14 15,0 5-9-15,-7-2-11 0,4 1-13 0,-12-5-8 16,3 0-9-16,-4-1-24 0,-5-2-16 0,-2 2-16 16,-14-2-19-16,-3-2-28 0,-1 2-48 0,-6-5-41 0,-4 3-253 15,-6-10-558-15,-12 5 248 0</inkml:trace>
  <inkml:trace contextRef="#ctx0" brushRef="#br0" timeOffset="7238.78">3583 5263 192 0,'0'0'217'16,"0"-10"-9"-16,0 10-10 0,0 0-11 0,1-11-7 15,-1 11-10-15,0 0-11 0,-1-8-7 0,1 8-14 16,0 0-15-16,0 0-13 0,0 0-12 0,0 0-12 16,0 0-8-16,0 0-8 0,0-10-7 0,0 10-13 15,0 0-4-15,0 0-5 0,0 0-2 0,0 0-7 16,0 0-7-16,0 0-1 0,0 0 1 0,0 0-2 15,4 30-1-15,-4-23-3 0,2 2 1 0,0-2-3 16,-2 3 6-16,0-2-3 0,1 1 4 0,0 1-7 16,-1-3 4-16,0 1-3 0,1-1 1 0,1 2 0 15,-2-9-3-15,-2 11-1 0,4-3-3 0,-4 0 3 16,4-1 0-16,-2 2 1 0,0-9 3 0,0 18 0 16,1-9 1-16,-1 1-1 0,0 1-1 0,1-1-5 15,1 1 4-15,-1 1-4 0,0 2 7 0,0 2 0 16,1 1 10-16,-1-1-5 0,0-1 2 0,1 1 5 15,-1-1-2-15,-1 2 3 0,1-6-4 0,-1 0 4 16,2 3-2-16,-2-3-3 0,1-2 1 0,0 1-4 16,-1-1-2-16,0-2-1 0,0-7 0 0,1 12-3 15,-1-12-10-15,0 12 3 0,0-12 3 0,0 7 2 16,0-7-1-16,0 0-5 0,4 9-2 0,-4-9 3 16,0 0-2-16,1 4-3 0,-1-4-3 0,0 0-17 15,0 0-13-15,0 0-24 0,0 0-30 0,0 0-26 16,0 0-46-16,0 0-54 0,0 0-39 0,0 0-242 15,0 0-529-15,0 0 234 0</inkml:trace>
  <inkml:trace contextRef="#ctx0" brushRef="#br0" timeOffset="7579.07">3832 5493 50 0,'4'-4'246'16,"-4"4"-22"-16,0 0-18 0,0 0-13 0,0 0-15 15,0 0-11-15,0 0-11 0,0 0-6 0,-13 25-13 16,11-16-9-16,-1-1-12 0,1 1-7 0,0-2-12 16,2 2-12-16,0-9-7 0,2 15-7 0,-1-8-4 15,1 2-8-15,2-3-6 0,0 0-4 0,1 0-1 16,4 0 8-16,0-3-9 0,1 1 2 0,3-3-5 16,0-1 4-16,0 0-4 0,1-1 1 0,4-3-5 15,-7 1-1-15,2-1-4 0,-2-1 5 0,0 1-4 16,-2-2-6-16,2-3 4 0,-6 0-6 0,0-1-3 15,-2-1-1-15,-3 1-5 0,-3 0 2 0,1-2-4 16,-6-3-2-16,0 1-2 0,-4 0-1 0,-1-1-6 16,-2 3 3-16,-1 3-4 0,1-1 1 0,3 3 0 15,0 1-12-15,0 1-22 0,2 1-23 0,0 1-18 16,3 3-28-16,7 0-26 0,-14 2-36 0,8 2-40 16,1 1-42-16,0 2-174 0,5-7-449 0,0 0 199 15</inkml:trace>
  <inkml:trace contextRef="#ctx0" brushRef="#br0" timeOffset="7929.74">4061 5367 149 0,'0'0'269'0,"-5"-6"-20"0,5 6-21 16,-1-8-17-16,1 8-25 0,0 0-20 0,0 0-21 15,0 0-14-15,0 0-14 0,0 0 16 0,0 0-18 16,3 28-5-16,4-13-9 0,-2 2-7 0,1-1-8 15,3 2-6-15,0 1-9 0,-2-2-8 0,2 2 4 16,-1-3-18-16,-1-1 4 0,-2-3-4 0,0-1-14 16,0 1 1-16,3-4-2 0,-3 1-4 0,-1-3-3 15,0-2-1-15,0 1 0 0,-1-1 11 0,-3-4 11 16,9 6 7-16,-5-4 7 0,-4-2 1 0,0 0-4 16,16-7-4-16,-11 2 3 0,3-4 1 0,-1 1 7 15,1-2-5-15,-2-2-7 0,4-4-10 0,-2-1 3 16,-2-1-10-16,3-5-3 0,0-1-6 0,0 0-5 15,-2 6 2-15,-1-1-4 0,1 0-16 0,0-4-7 16,1-1-5-16,-3 9-18 0,2 0-20 0,-2 4-13 16,-1 2-28-16,0 0-29 0,-1 3-33 0,-1 1-34 15,-2 5-36-15,8-9-26 0,-8 9-26 0,0 0-177 16,0 0-483-16,0 0 215 0</inkml:trace>
  <inkml:trace contextRef="#ctx0" brushRef="#br0" timeOffset="9831.21">8563 3302 59 0,'0'0'225'0,"0"0"-5"0,0 0-5 0,0 0-11 16,-2-11-10-16,2 11-12 0,0 0-12 0,0 0-12 15,0 0-14-15,0 0-12 0,0 0-12 0,-1-8-16 16,1 8-10-16,0 0-13 0,0 0-7 0,0 0-7 16,0 0 1-16,0 0 0 0,-13 15-6 0,5-6-1 15,0 1-5-15,3 0-3 0,-4 4-7 0,-2-2-2 16,2 4-3-16,-4-1-5 0,7 0-6 0,-2-1 0 15,3 1-5-15,1-5-2 0,0 1-1 0,2-1-7 16,-1 0 5-16,3-1-5 0,-1 1-3 0,6 0 1 16,-1-1-1-16,2-1 2 0,2 1-5 0,2-3 1 15,3 0 0-15,2 0-2 0,4-2 3 0,-1-2-2 16,0-1-1-16,3-1 2 0,-3 0-4 0,-1-3 40 16,3-1-4-16,-8 0-2 0,7-1-4 0,-2-1 0 15,-5-1-3-15,2-3-3 0,-4 0-1 0,0 2-2 16,-2-3-4-16,-3 0-1 0,3-4-3 0,-6-1 0 15,-2-2 1-15,-1 3-2 0,-3-2-1 0,0 3-5 16,-3-2-18-16,-2 1 16 0,-3 1-3 0,2 1 1 16,0 6-5-16,0-1 1 0,-1 2-6 0,-3 1-1 15,3 3-14-15,-2 1-15 0,0 2-26 0,0 1-28 16,1 5-28-16,0 0-47 0,4 1-71 0,-3 4-70 16,1 0-161-16,3-3-503 0,3 1 223 0</inkml:trace>
  <inkml:trace contextRef="#ctx0" brushRef="#br0" timeOffset="9995.4">8855 3427 2447 0,'4'1'59'15,"-4"-1"-6"-15,0 0-19 0,0 0-2 0,0 0-7 16,0 0 8-16,0 0 1 0,0 0 11 0,0 0 5 16,0 0-4-16,11-3-1 0,-11 3-6 0,0 0-4 15,0 0-8-15,0 0-22 0,0 0-22 0,0 0-25 16,0 0-23-16,5 5-47 0,-5-5-57 0,0 0-62 15,7 4-165-15,-7-4-428 0,6 3 189 0</inkml:trace>
  <inkml:trace contextRef="#ctx0" brushRef="#br0" timeOffset="10416.2">9035 3225 87 0,'0'0'242'0,"8"-8"-14"0,-5 2-10 0,4 2-12 16,2-1-13-16,5 1-16 0,-4 3-15 16,2-3-10-16,2 4-14 0,-1-1-11 0,6 1-14 15,-7 3-13-15,6 0-11 0,-6 1-7 0,-1 3-11 16,5 1-4-16,-7 2-8 0,2 2-4 0,-2 2-3 0,-4 0-4 16,-2 3-2-16,-2-1 3 0,0-1-3 0,-6 0-4 15,1 2 1-15,-1-4-3 0,-4 0-3 0,2-2-1 16,0-3-2-16,0 1-2 0,1-1-5 15,1-3-1-15,0 1-1 0,1-3-4 0,4-3-6 16,-5 9-9-16,5-9-10 0,0 0-8 0,-1 8 1 16,1-8-2-16,0 0 4 0,0 0 0 0,9 6 1 0,-2-3 2 15,4-3-2-15,0 0 7 0,1 2-6 0,-1-1 2 16,-3 3-1-16,3-1-3 0,1 2-1 16,-2-1 3-16,0-1 1 0,-1 2 0 0,-1 0 1 15,-2-1 0-15,-1 0-2 0,-1 2 8 0,-1-1 10 16,-3-5 9-16,1 14 3 0,-1-14 4 0,-8 15 4 15,-2-7 0-15,3 1-3 0,-5-2 1 0,-6 4-10 16,2-3-7-16,-4 1-16 0,3-2-21 0,-1-2-16 16,0 2-26-16,0-2-34 0,6-2-44 0,2-1-57 15,0-1-246-15,-3 1-484 0,13-2 214 0</inkml:trace>
  <inkml:trace contextRef="#ctx0" brushRef="#br0" timeOffset="10779.94">9434 3332 59 0,'10'-5'236'0,"-1"1"-18"0,-3 0-18 0,1 2-18 15,0-1-13-15,-7 3-16 0,11-4-17 0,-11 4-11 16,11 0-8-16,-11 0-8 0,11 4-11 0,-5-1-6 16,-1 0-11-16,-5-3-4 0,8 7-9 0,-6-2-9 15,1 0-3-15,-2 2-5 0,-1-7-5 0,-1 12-2 16,1-12-2-16,-7 14-6 0,3-5-3 0,-1-1-4 15,3 0-11-15,-5-1-10 0,2-2-5 0,3 1-5 16,-2 0-4-16,4-6 1 0,-4 9 0 0,3-3-3 16,1-6 3-16,0 0-2 0,4 15 1 0,-4-15 1 15,3 8 1-15,0-5 1 0,-3-3 0 0,10 8 2 16,-3-5-1-16,-1 1-1 0,-1-1 0 0,1 2 3 16,-1-1-4-16,-1 0 3 0,-4-4-2 0,7 7 9 15,-7-7 11-15,2 7 8 0,-2-7 6 0,-1 9-3 16,1-9-3-16,-10 10-2 0,0-4-7 15,2 0-10-15,-2-1-9 0,-2 0-13 0,1-1-29 0,-1 1-34 16,1-3-38-16,3 1-45 0,0 0-46 0,1-1-128 16,7-2-364-16,-10 1 161 0</inkml:trace>
  <inkml:trace contextRef="#ctx0" brushRef="#br0" timeOffset="11049.34">9769 3271 1 0,'3'-9'314'0,"0"0"-13"16,-2 4-11-16,-1 5-11 0,5-10-23 0,-2 6-31 15,-3 4-21-15,1-6-26 0,-1 6-22 0,0 0-15 16,0 0-11-16,0 0-12 0,4 19-3 0,-4-10-8 16,0 4-9-16,3 3-11 0,-3 1-2 15,1 2-7-15,-1-1 2 0,1 0-12 0,0 0-9 16,1-1 3-16,-2-2-10 0,1 2-4 0,0-1-19 0,-1-3 23 15,2 0-9-15,-2-3-11 0,0 1-18 0,1 0-36 16,0-2-13-16,-1-2-27 0,1 3-24 0,-1-3-31 16,0-7-54-16,2 11-63 0,-1-5-263 0,-1-6-536 15,0 0 238-15</inkml:trace>
  <inkml:trace contextRef="#ctx0" brushRef="#br0" timeOffset="11262.99">9996 3332 1963 0,'3'-5'22'0,"-1"-3"60"16,-2 8-24-16,0-9-20 0,0 9-1 16,0 0-19-16,-11-7 11 0,11 7 13 0,-20 7 1 15,4 0 6-15,-1 0 5 0,1 5 5 0,-1-1-3 16,0 5 3-16,5-5 0 0,-4 0-2 0,5 2 1 16,2-2-5-16,3 0-4 0,-1-1-1 0,2 0-3 15,1-1-5-15,1 1-3 0,5 0-2 0,-1-1-3 16,3 0-4-16,1-1 0 0,2-1-2 0,1-2-19 0,6 3-23 15,6-2-34-15,-4-2-48 0,3-2-67 16,8-1-88-16,-9-1-186 0,0-1-474 0,0-2 210 16</inkml:trace>
  <inkml:trace contextRef="#ctx0" brushRef="#br0" timeOffset="11613.15">10194 3521 96 0,'10'0'255'0,"-10"0"-12"15,0 0-10-15,9-4-5 0,-9 4-5 0,9-3-11 16,-4 1-6-16,-5 2-11 0,11-3-4 0,-5-1-10 16,-2-1 0-16,1 0-3 0,-5 5-7 0,8-8-16 15,-6 2-16-15,2 1-26 0,-3-5 11 0,1 3-14 16,-2-3-8-16,2-1-23 0,-2 0-6 0,-4 0 2 16,3 1-18-16,0-1 3 0,1-2-20 0,1 0-7 15,0 1-6-15,3 1-1 0,0 2-6 0,4-1-3 16,-3 0-2-16,4 4-4 0,2 1 2 0,1 1-7 15,0 2 2-15,1 0-8 0,0 4 4 0,0 1-8 16,-2 2-1-16,1 1 2 0,-2 1 3 0,-1 0 6 16,-1 3-3-16,0-1-3 0,0 3-1 0,-4-2 4 15,0 0 1-15,0-1 1 0,-2 1-22 0,1-3 20 16,1 1-1-16,-2 0 1 0,3 1-4 0,2-2 7 16,0-1-5-16,11 0-13 0,-1-2-32 15,11-1-24-15,3 0-39 0,-3-3-28 0,0 0-51 0,-5 0-50 16,-3-4-57-16,0 1-211 0,-6 0-546 0,-2-1 241 15</inkml:trace>
  <inkml:trace contextRef="#ctx0" brushRef="#br0" timeOffset="13346.18">5869 3743 13 0,'-8'0'181'0,"-3"-1"-12"0,11 1-12 15,-15-1-1-15,7 1-3 0,-2-1-17 0,10 1-3 16,-17 1-11-16,10-2-13 0,7 1-10 0,-12-1-6 0,12 1-3 16,-9-1-12-16,9 1-9 0,0 0-6 0,0 0-11 15,0 0 3-15,0 0-5 0,0 0-1 0,0 0 4 16,0 0-2-16,44 4-6 0,-11-4 0 16,4 1-7-16,14-2-2 0,8-1-5 0,-5 0-1 15,3 1-1-15,2-2-5 0,-5 1 0 0,-3-2-4 0,0 1-4 16,-15 3 5-16,3 0-8 0,-4-1 4 0,-1 1-6 15,-3-3 3-15,2 3-5 0,-5-3 11 0,-6 2 1 16,-2 0 6-16,2-2-8 0,-5 0-2 16,-1 2 1-16,-2-1 9 0,-3 2-2 0,-2-2-1 15,-4 1 6-15,-5 1 1 0,12-2 2 0,-4 2 4 16,-8 0-6-16,0 0 2 0,10-1-7 0,-10 1 4 0,0 0-7 16,0 0 3-16,9-2-4 0,-9 2 1 15,0 0-7-15,0 0-3 0,0 0 3 0,5-3-5 16,-5 3 1-16,0 0-5 0,0 0-2 0,0 0 3 15,0 0-3-15,0 0-2 0,0 0 2 0,0 0-3 16,0 0 2-16,-15 19 0 0,7-13 2 0,3 1 6 0,-2 0-10 16,-2 3 0-16,0-2 0 0,-2 5 1 0,-2-3-1 15,4-1 4-15,-2 4-23 0,2-5-14 16,-1 1-17-16,2 1-15 0,-2-1-11 0,1-1-38 16,3 0-38-16,2-3-44 0,4-5-40 0,-11 14-153 15,6-10-419-15,5-4 185 0</inkml:trace>
  <inkml:trace contextRef="#ctx0" brushRef="#br0" timeOffset="13512.94">6658 3653 139 0,'-16'-12'235'0,"-1"1"-15"0,-8-2-5 16,1 1-16-16,-4 2-3 0,-1 0-16 0,2 3-2 15,6 2-8-15,3-2 25 0,2 3-22 0,4-1-17 16,1 1-10-16,3 1-32 0,2 2-28 0,6 1-47 15,-12-3-47-15,12 3-38 0,0 0-53 0,0 0-56 16,0 0-76-16,0 0-120 0,23-13-380 0,-9 8 170 16</inkml:trace>
  <inkml:trace contextRef="#ctx0" brushRef="#br0" timeOffset="14317.34">5807 3075 115 0,'0'0'149'0,"0"0"-4"0,0-10 6 0,0 10-7 0,0 0-8 16,0 0-9-16,0 0-7 0,0 0-5 0,0 0-10 15,0 0-10-15,0 0-5 0,0 0-6 0,0 0-6 16,0 0-5-16,0 0-9 0,0 0-6 0,0 0-1 16,0 0-7-16,0 0-2 0,0 0-12 15,0 0 5-15,-12-4-8 0,12 4-5 0,0 0-4 0,-10-1 3 16,10 1 2-16,0 0-2 0,0 0 2 0,-14 2-3 16,14-2-3-16,0 0 0 0,-9 1 5 15,9-1-7-15,0 0 4 0,0 0-1 0,0 0-1 0,0 0 1 16,0 0-1-16,-9 0 1 0,9 0-4 15,0 0-2-15,0 0 3 0,0 0 1 0,38-7-4 0,-19 3 2 16,10 1 2-16,-2-2-7 0,2 3-6 16,-1-2 1-16,-1 0-3 0,-5 0-15 0,-1 4-22 15,0-3-17-15,-1 4-30 0,-1-1-35 0,-6 2-30 0,0-2-24 16,-2 2-33-16,-3-2-126 0,-1 2-350 0,-7-2 155 16</inkml:trace>
  <inkml:trace contextRef="#ctx0" brushRef="#br0" timeOffset="14713.07">6015 3030 52 0,'0'0'205'0,"-5"-3"2"0,5 3-15 0,0 0-10 15,0 0-21-15,-5-7-19 0,5 7-16 0,0 0-12 16,0 0-13-16,0 0-10 0,0 0-11 0,0 0 7 16,-7 17-9-16,6-7-2 0,0 0-7 0,1 2 3 15,1 4 1-15,-2 1-7 0,2 0-8 16,-1-2-3-16,1 0-4 0,2 2 23 0,-2-2-9 15,1-1-6-15,-4-3-3 0,5 0-6 0,-3 0-4 16,0-1-5-16,2-2-4 0,0 1-2 0,-2-2-5 0,0-7-4 16,1 11 2-16,-1-5-5 0,0-6-1 0,1 10-7 15,-1-10-3-15,-4 7-5 0,4-7-3 16,-3 7-4-16,3-7-4 0,-6 7-5 0,1-6-1 16,5-1-1-16,-12 4-1 0,3-2 2 0,0-2-1 15,-1 0 4-15,10 0 1 0,-16-2-2 0,8 0 4 16,1-1 2-16,7 3 2 0,-10 0 5 0,10 0-1 0,-9 0 5 15,9 0-2-15,0 0-1 0,0 0 1 16,-12-3-1-16,12 3-1 0,0 0-2 0,0 0-2 16,0 0 2-16,0 0-1 0,0 0 2 0,0 0 0 15,0 0 4-15,0 0-3 0,42 1-1 0,-29-1-2 16,7-1-5-16,0 1-11 0,0 0-26 0,7-1-33 16,-5 0-37-16,7-3-55 0,-3 3-53 0,-6 1-172 15,-1-4-422-15,-1 2 187 0</inkml:trace>
  <inkml:trace contextRef="#ctx0" brushRef="#br0" timeOffset="14896.98">6378 3211 2024 0,'4'-5'156'15,"0"0"-30"-15,-4 5-2 0,7-8-21 0,-7 8-16 16,4-8-16-16,-4 8-13 0,3-4-7 0,-3 4-12 16,0 0-4-16,0 0 9 0,0 0 0 0,0 0 9 15,0 0 0-15,4 17-4 0,-6-5 2 16,2-1-6-16,0 5 1 0,-1 3-9 0,2-1-5 0,-1 2-29 15,3 3-24-15,-2 4-40 0,0-8-52 0,1 0-70 16,3 4-101-16,-5-5-162 0,1 0-481 0,-2 0 214 16</inkml:trace>
  <inkml:trace contextRef="#ctx0" brushRef="#br0" timeOffset="16595.98">11402 4016 42 0,'0'0'73'0,"0"0"-7"0,0 0-2 0,-7-3 14 16,7 3-19-16,0 0 0 0,0 0 1 0,0 0-6 15,0 0-1-15,0 0-3 0,-9-3-5 0,9 3-8 16,0 0 3-16,0 0 0 0,0 0-2 0,0 0-3 16,-10-1-13-16,10 1 2 0,0 0 6 0,0 0 7 15,-11-2 1-15,11 2 6 0,0 0 6 0,0 0 0 16,-9 3 5-16,9-3-1 0,0 0-6 0,0 0-1 16,0 0-1-16,0 0 1 0,0 0 7 0,0 0-3 15,34-8 3-15,-11 8-6 0,8-1 4 0,5-2-6 16,2 0-1-16,20-3 1 0,-1 2-7 0,3-1-3 15,1 0-3-15,6-1-6 0,24-3 4 0,-26 5-5 16,27-3-2-16,2 0-1 0,-2 1 0 16,-27 0 2-16,34 0-4 0,-5-1 0 0,2-1-1 0,-6 2-1 15,2 1-2-15,-27-2-1 0,27 5-1 0,-29-2-2 16,3 0 1-16,-1 0-7 0,-6 0 4 0,2 2-1 16,-8 0-4-16,-14-1 2 0,10 0-1 0,-14-1 7 15,2 1-7-15,-4 0 9 0,-5 3 3 0,0-3 0 16,-1 1-2-16,-6 0 2 0,-1 2-2 0,-7 0 3 15,3 0-2-15,-5-1 3 0,0-2 0 0,-1 2 5 16,-2 0 5-16,-8 1 4 0,9 0 3 0,-9 0 2 16,12 1-2-16,-12-1 0 0,0 0 1 0,11-3-4 15,-11 3-2-15,0 0-5 0,0 0-2 0,9-1-3 16,-9 1-2-16,0 0-6 0,0 0-8 0,0 0-15 16,0 0-22-16,0 0-21 0,0 0-32 0,6 3-40 15,-6-3-44-15,0 0-39 0,0 0-192 0,0 0-431 16,-29 6 190-16</inkml:trace>
  <inkml:trace contextRef="#ctx0" brushRef="#br0" timeOffset="17772.5">11673 3919 69 0,'0'-10'177'0,"0"10"-4"0,0 0 0 15,0 0-11-15,0 0-3 0,-4-9-10 0,4 9-10 16,0 0-9-16,0 0-11 0,0 0-6 0,0 0-12 0,0 0-14 16,0 0 1-16,0 0-7 0,0 0-5 0,0 0-3 15,0 0-4-15,0 0-3 0,0 0-4 16,0 0 0-16,0 0-3 0,0 0-7 0,0 0 3 16,0 0-3-16,0 0 3 0,0 0 2 0,0 0-1 15,-1-8 8-15,1 8-4 0,0 0-4 0,0 0-2 0,0 0 5 16,0 0-2-16,0 0-2 0,0 0-4 0,0 0-3 15,0 0 4-15,0 0-8 0,0 0 1 16,0 0-6-16,0 0-5 0,-3-8 2 0,3 8-9 16,0 0-2-16,0 0-6 0,0 0-2 0,0 0-4 15,0 0-4-15,0 0-3 0,0 0-1 0,0 0-4 0,0 0 3 16,0 0-1-16,3 26 0 0,-2-13 1 0,-1 2-3 16,2 3 2-16,0 1 0 0,0 5-5 15,2 2 3-15,-4 2 3 0,2 0 0 0,-1 1 1 16,1-1 8-16,0 1-3 0,1-3-4 0,-1 0 7 15,-2 1-1-15,1 0 2 0,0-2 8 0,2-6-3 16,-5 1-2-16,4 6 0 0,0-1-3 0,-4-6 5 16,4-2 1-16,-2 2-4 0,2-2-1 0,-1 1-2 15,0-1 6-15,-1-4-5 0,3 3 6 0,-3-6-3 0,0 2 2 16,2-3 2-16,0 0-2 0,-2 1-1 16,0-10 4-16,2 14 1 0,-2-6 11 0,0-8-6 15,0 12 2-15,0-12-1 0,2 12 1 0,-2-12 2 16,2 10-2-16,-2-10-2 0,0 0 1 0,-1 12-10 0,2-7 12 15,-1-5-8-15,0 0 4 0,0 0-11 0,1 14 5 16,-1-14-6-16,0 0 1 0,4 9 4 16,-4-9-7-16,0 0-2 0,1 8 5 0,-1-8-13 15,2 5 8-15,-2-5 6 0,0 0-12 0,2 9 3 16,-2-9 0-16,0 0-7 0,0 0 3 0,3 4 2 16,-3-4-3-16,0 0 9 0,0 0-5 0,0 0 4 15,0 0-6-15,0 0 2 0,0 0 2 0,2 6-2 16,-2-6 12-16,0 0-15 0,0 0 5 0,0 0-22 15,0 0-15-15,0 0-25 0,0 0-31 0,0 0-57 16,0 0-48-16,0 0-51 0,0 0-46 0,0 0-60 16,0 0-210-16,0 0-600 0,0 0 266 0</inkml:trace>
  <inkml:trace contextRef="#ctx0" brushRef="#br0" timeOffset="18964.66">11602 4753 115 0,'0'0'141'0,"-12"-2"-8"16,12 2-2-16,-12-1-6 0,6 1-7 0,6 0 3 15,-14-2-7-15,14 2-1 0,-10 0-7 0,10 0 1 16,-11-1-8-16,11 1-3 0,-8 1-9 0,8-1-6 16,0 0-7-16,0 0-6 0,-11-1-9 0,11 1-4 15,0 0-2-15,0 0-2 0,-8-2 2 0,8 2-1 16,0 0-3-16,0 0-1 0,0 0-3 0,0 0 0 15,0 0-8-15,0 0 2 0,33 0-6 0,-17 1 2 16,4-2-6-16,9 2-2 0,1-2-5 0,1-1-1 16,2 2 2-16,1-1-4 0,0-1-2 0,1 2-3 15,-1-2 0-15,2 1 1 0,-4 0-2 0,-3 2 9 16,-2-2-10-16,-7 2-23 0,2-2 4 0,-4 2 8 16,-4-2-8-16,-1 2 7 0,-1-1 5 0,-1 0-1 15,-5 0 1-15,-6 0 2 0,14 0 0 0,-14 0-2 16,9 0 3-16,-9 0-1 0,0 0 6 0,9 0 0 15,-9 0 7-15,0 0-2 0,0 0 4 0,9 0 2 16,-9 0 2-16,0 0 0 0,0 0 3 0,0 0-6 16,0 0 1-16,0 0 1 0,0 0 1 0,0 0-6 15,0 0-1-15,0 0-1 0,0 0-1 0,0 0-3 16,0 0-2-16,0 0 8 0,0 0-14 0,0 0 2 16,0 0-3-16,-17 13 7 0,17-13-2 0,-9 6-11 15,4 3 1-15,-6 0 0 0,-2 5 2 0,-1 1-2 16,-4 6-2-16,-5 1 2 0,2 0 3 0,0 3-1 15,0-2 4-15,0 3-5 0,2-2 2 0,-2-1 0 16,3-2-1-16,7-4 2 0,-2-3-3 0,0 2 3 16,2-1-1-16,1-2-1 0,1 2 1 0,1-5-3 15,1 1-9-15,0-1-17 0,4 1-14 0,-2-3-12 16,0 2-20-16,5-10-30 0,-5 13-46 0,1-4-40 16,4-9-43-16,-4 13-165 0,1-9-428 0,3-4 189 15</inkml:trace>
  <inkml:trace contextRef="#ctx0" brushRef="#br0" timeOffset="19313.02">11458 4811 2 0,'0'0'215'0,"-2"-8"-10"0,2 8-7 16,0 0-16-16,0 0-19 0,-3-5-16 0,3 5-15 16,0 0-12-16,0 0-15 0,0 0-8 0,0 0-11 15,0 0-7-15,0 0-8 0,25 10-8 0,-18-3-5 16,2 2-7-16,2 1-4 0,0 2 2 0,0 5 12 15,3-3-11-15,-1 1-4 0,6 6-3 0,0-1-4 16,-1 1 0-16,5 0-5 0,-1-1-3 16,-2-1 0-16,3 0-1 0,-5 1-13 0,4-3-19 15,-8-2-27-15,-1 0-32 0,-2-1-40 0,-2 0-48 16,0 2-49-16,-4 3-128 0,-1-5-352 0,-4-2 156 0</inkml:trace>
  <inkml:trace contextRef="#ctx0" brushRef="#br0" timeOffset="19853.39">11532 5246 115 0,'-7'-4'168'0,"7"4"-8"0,-7-4-4 15,7 4-2-15,-6-4-12 0,6 4-4 0,-7-2-16 16,7 2 0-16,0 0-12 0,-11-3-8 15,11 3-12-15,0 0-5 0,0 0-12 0,-7-2-5 16,7 2-2-16,0 0 3 0,0 0-5 0,26 6 1 0,-3-5-6 16,11 2-2-16,19-2-4 0,3-2-5 0,7-1-6 15,1 0-5-15,0 0-3 0,1-1-8 0,1 2-16 16,-5-1-21-16,0 1-26 0,-6 0-39 16,0-1-35-16,-3 2-37 0,-13-1-41 0,-3-1-122 0,1 0-336 15,-6 1 149-15</inkml:trace>
  <inkml:trace contextRef="#ctx0" brushRef="#br0" timeOffset="26497.1">11734 5312 63 0,'0'0'100'0,"0"0"-4"0,0 0-9 0,0 0 0 16,2-10 0-16,-2 10 7 0,0 0-12 0,0 0 2 15,0 0-9-15,0-7-1 0,0 7-7 0,0 0-2 16,0 0 0-16,0 0 5 0,0 0 1 0,0-10-4 15,0 10 5-15,0 0 3 0,0 0 1 0,0 0 4 16,-2-10 0-16,2 10 7 0,0 0-1 0,0 0 1 16,0 0-3-16,0 0-5 0,2-9-6 0,-2 9-3 15,0 0-11-15,0 0-10 0,0 0-5 0,0 0-7 16,0 0-5-16,0 0-4 0,0 0-3 0,0 0-4 16,0 0-3-16,0 0-3 0,0 0-2 0,3 21-2 15,-1-4 1-15,0-2-2 0,7 9-2 0,-5 3 5 16,-4 1-4-16,7-1 0 0,-3 7-2 0,3 0 4 15,-2 13 0-15,1 0 3 0,-5-3 1 0,3-8 7 16,-4-2 4-16,0 1 7 0,0-3-8 0,0 2 2 16,-2-2 0-16,0 0 9 0,0-2 0 0,1 2-1 15,-4-3-7-15,3 0 9 0,0-10-4 0,-3 7-7 16,2-1-4-16,3 1-2 0,-1-8 0 0,2 1-10 16,-4-1-14-16,5-1-11 0,0-1-18 0,1 0-11 0,1 0-20 15,-2-3-31-15,6 6-12 0,-2-3-25 16,3 1-43-16,-1-1-51 0,0 1-161 0,-2 1-420 15,1-2 186-15</inkml:trace>
  <inkml:trace contextRef="#ctx0" brushRef="#br0" timeOffset="27596.06">11839 6078 67 0,'0'0'104'16,"0"0"-12"-16,0-10-1 0,0 10 2 0,0 0 11 15,0 0-2-15,0 0 2 0,0-8-4 0,0 8-1 16,0 0-8-16,-5-7 1 0,5 7-7 0,0 0-3 16,-4-8-7-16,4 8-6 0,-6-4-7 0,6 4-5 15,-7-4-13-15,7 4-1 0,-4-5-4 0,4 5-8 16,0 0 0-16,-8-4-3 0,8 4-3 0,0 0-4 16,-10-3 3-16,10 3-13 0,0 0-10 0,0 0-7 15,-7-1-2-15,7 1-14 0,0 0-3 0,0 0-8 16,0 0-7-16,0 0-4 0,-12 1-8 0,12-1-3 15,0 0 15-15,0 0-4 0,0 0 10 0,0 0 3 16,0 0-9-16,0 0 14 0,0 0 2 0,-9-3 9 16,9 3 10-16,0 0 0 0,0 0 15 0,0 0 5 15,0 0 2-15,0 0 10 0,0 0 2 0,0 0 5 16,0 0 4-16,0 0 2 0,0 0-1 0,0 0 3 16,0 0 1-16,0 0-12 0,0 0 0 0,0 0 0 0,0 0-7 15,0 0-3-15,0 0-6 0,0 0 13 0,0 17 5 16,0-7 12-16,2 5 3 0,-2 3-2 15,-2 0 3-15,1 1 1 0,0 7-6 0,-1 2-1 16,0 0-2-16,-2 0 2 0,5 2-1 0,2 0-3 0,-3 2-4 16,2 2 0-16,0 0-2 0,-2-4 9 0,0 5-2 15,4-3-1-15,-2-1 2 0,1-1-4 16,2 0-5-16,-3-1-1 0,0-1 0 0,0-1 6 16,3 1 3-16,-5 1 0 0,3-5 5 0,-2 1-3 0,4 1 2 15,-3 1-1-15,0-9 0 0,-2 8 3 0,2-5-5 16,-2-3 4-16,5 6-3 0,-2-6-6 15,2 7 3-15,-2-7-1 0,2 3 3 0,-3-5 3 16,0 3 6-16,2 0 3 0,-2 0 1 0,1-2 6 0,-3 2 14 16,2 1 14-16,1-2 1 0,-2 0-5 0,2 1 5 15,-5-2 1-15,2 1-2 0,2 1-10 0,-4-2-2 16,0 0 0-16,2-1-1 0,-5 2-3 0,2-1-7 16,2 0-5-16,0-5-8 0,-2 4-2 0,2-2-5 15,1-3-2-15,-4 2-9 0,4-4 0 0,0 2-6 16,-2 0-3-16,2-3 0 0,2 2-1 0,-4-4 3 15,4 5 2-15,-2-4-1 0,0-7-2 0,4 13 1 16,-4-7 1-16,0 2-2 0,0-8 5 0,3 10-9 16,-3-10-2-16,1 10 2 0,-1-10-5 0,2 9-1 15,-2-9-1-15,3 7 0 0,-3-7-16 0,0 0-22 16,0 0-20-16,0 0-22 0,-3 10-34 0,3-10-36 16,0 0-37-16,0 0-53 0,0 0-55 0,0 0-72 15,0 0-331-15,0 0-739 0,-21-17 328 0</inkml:trace>
  <inkml:trace contextRef="#ctx0" brushRef="#br0" timeOffset="29615.33">10511 5206 106 0,'0'0'220'0,"-2"-7"4"16,2 7 2-16,-3-6-9 0,3 6-5 0,0 0-12 16,-5-7-7-16,5 7-6 0,0 0-10 0,-3-6-10 15,3 6-17-15,0 0-19 0,0 0-16 0,-4-6-17 16,4 6-13-16,0 0-6 0,0 0-11 0,0 0-5 15,0 0-6-15,-2 19-8 0,2-19-2 0,-1 17 0 16,-1-6-1-16,0 5-6 0,2-4 2 0,-3 0-2 16,2 4-4-16,1 2 9 0,-1-1-10 0,1-1 2 15,0-3-8-15,0-1-3 0,-2 1-4 0,2-2 0 16,0 0-3-16,0-1 1 0,2 0-3 0,-2 0-5 16,1-3 0-16,-1 2-15 0,1-2-22 0,-1-7-23 15,4 10-17-15,-1-4-20 0,-2 0-33 0,-1-6-41 16,0 0-28-16,1 11-33 0,-1-11-21 0,0 0-171 15,0 0-445-15,0 0 197 0</inkml:trace>
  <inkml:trace contextRef="#ctx0" brushRef="#br0" timeOffset="29901.03">10424 5225 199 0,'-2'-4'203'0,"2"4"-7"0,-4-7-10 0,4 7-21 16,-3-8-18-16,3 8-13 0,0 0-7 0,15-7-1 15,-4 5-5-15,7 0-3 0,3 2-11 0,8 2-5 16,0 0-1-16,-1 1-8 0,0 5-9 0,0 0-8 16,-2 1-8-16,-7-2-6 0,-1 0-7 0,-3 1-7 15,-2-3-6-15,-3 2-5 0,-1 1-1 0,-1 0 0 16,-3 1 12-16,-1 0 6 0,0 1 9 0,-3 0 15 16,-1 2-3-16,-4-1 5 0,0 1-1 0,-5 1-5 15,-2-2-3-15,-2 1-2 0,-4-2-6 0,3 0-15 16,-3-1 3-16,2 0-7 0,-1-2-14 0,0-2-14 15,2 0-16-15,-1-1-19 0,1 0-27 0,1-2-24 16,3 0-29-16,-1 1-39 0,3-2-42 0,1 2-52 16,7-3-240-16,-14 4-510 0,14-4 225 0</inkml:trace>
  <inkml:trace contextRef="#ctx0" brushRef="#br0" timeOffset="30114.17">10877 5329 132 0,'5'-4'289'16,"-5"4"-25"-16,6-4-20 0,-6 4-17 0,0 0-21 16,9-2-17-16,-9 2-17 0,0 0-9 0,0 0-11 15,0 0-7-15,3 12-2 0,-3-12-12 0,-6 19-12 16,4-10-9-16,-1 2-11 0,2 2-7 0,-4 3-8 16,3-1-13-16,0-2-33 0,0-1-34 0,-2 4-29 15,4 1-41-15,-2 0-71 0,4-5-93 0,-2 0-206 16,2 2-473-16,0-3 209 0</inkml:trace>
  <inkml:trace contextRef="#ctx0" brushRef="#br0" timeOffset="30979.42">12144 5376 5 0,'0'0'270'15,"0"0"-14"-15,8-6-12 0,-8 6-17 0,0 0-11 16,0 0-17-16,0 0-18 0,0 0-12 0,0 0-7 15,0 0-24-15,-14-6-6 0,14 6-11 0,0 0-11 16,-22 6-1-16,13-2-13 0,0 1-3 0,0 2-9 16,-1-4-12-16,2 3-5 0,2-1-5 0,-3 2-10 15,5-3 21-15,2 3-7 0,-2-1-10 0,4-6-6 16,-4 12-3-16,3-5-5 0,1-7-4 16,2 12-5-16,1-3 0 0,1-3-4 0,0 2-5 0,2 0-1 15,-1-1-1-15,3 1 0 0,-3-1-4 0,1 1 1 16,2-1-6-16,-2 1-1 0,1-1 6 0,-1 0-10 15,-2-2 17-15,-1 1-17 0,2-2-1 0,-3 3 1 16,-2-7-3-16,4 8 0 0,-4-8 9 0,3 10 4 16,-3-10 0-16,-3 10 9 0,-3-5-10 0,1 0-3 15,-2 2 5-15,-2-1-3 0,-1-1 1 0,0 1-5 16,1-1-9-16,-2-1-16 0,4 0-17 0,0 0-18 16,0-3-24-16,1 2-28 0,-1-2-29 0,7-1-43 15,-13 2-52-15,13-2-49 0,-5 3-208 0,5-3-521 0,0 0 232 16</inkml:trace>
  <inkml:trace contextRef="#ctx0" brushRef="#br0" timeOffset="31178.99">12230 5564 2379 0,'4'-1'183'0,"-4"1"-62"0,10-6-28 0,-10 6-12 16,9-4-12-16,-9 4-9 0,6-2-4 0,-6 2-1 15,0 0-1-15,0 0-1 0,0 0-8 0,9 0-3 16,-9 0-5-16,0 0 0 0,0 0 6 0,0 0 7 0,4 8 0 15,-4-8-2-15,0 10-5 0,0-10 0 16,0 9-5-16,0-9-10 0,-2 11 3 0,2-11-14 16,-2 11-29-16,2-11-23 0,-2 11-28 15,2-11-27-15,-3 10-42 0,2-6-60 0,1-4-64 0,-3 11-240 16,3-11-538-16,-6 5 238 0</inkml:trace>
  <inkml:trace contextRef="#ctx0" brushRef="#br0" timeOffset="31356.51">12282 5425 2527 0,'0'0'40'0,"-10"-5"38"15,4 2-12-15,6 3-21 0,-7-7-2 0,7 7-13 16,-6-3-6-16,6 3-9 0,0 0-1 16,-5-5-2-16,5 5 0 0,0 0-6 0,0 0-10 15,0 0-14-15,0 0-24 0,0 0-51 0,0 0-72 16,0 0-84-16,20-2-142 0,-20 2-422 0,14-2 187 0</inkml:trace>
  <inkml:trace contextRef="#ctx0" brushRef="#br0" timeOffset="32780.04">13492 3845 6 0,'0'0'171'16,"0"0"-5"-16,0 0 4 0,0 0-12 0,0 0-4 15,0 0 0-15,0 0-3 0,0 0-7 0,0 0-7 16,0 0-3-16,0 0-4 0,3-7-6 0,-3 7-11 16,0 0-4-16,0 0-11 0,0 0-5 0,0 0-10 15,0 0-7-15,0 0-9 0,0 0-8 0,0 0-6 16,0 0-7-16,0 0-8 0,0 0-4 0,0 0-7 15,0 0-2-15,0 0-5 0,0 0 2 0,0 0-4 16,0 0-2-16,-1 28-3 0,2-16 1 0,-1-1 1 16,0 7-2-16,0 2 2 0,0-1-12 0,0 5 5 15,0 3 1-15,0 0-1 0,0 1-1 0,-1 2 3 0,2 0 5 16,-1 3 2-16,0-1 2 0,2-3 4 16,0 2 1-16,2 0 0 0,1 3 6 0,-4-2 4 15,3 2 0-15,-2-2-4 0,3-1 4 0,1 1-2 16,-2-3 7-16,-1 2 0 0,2-3-4 0,-3 0 2 15,0-2 5-15,-2 0-4 0,7-8 6 0,-3 1-3 16,0-2-4-16,-1 0-1 0,-3 0-5 0,0-2-6 16,0 1 15-16,2-3-14 0,0-2-1 0,-4 0 0 15,2 3 0-15,-2-3 3 0,2-1 26 0,0 0-2 16,-1-1-1-16,-1-2-2 0,4 3-2 0,-2-10-1 16,-4 12-5-16,4-6-2 0,0-6-7 0,-2 9 0 0,2-9-3 15,0 0 1-15,-2 9-10 0,2-9-1 16,0 0 1-16,0 9-11 0,0-9-22 0,0 0-21 15,0 0-28-15,0 0-24 0,-2 7-32 0,2-7-32 16,0 0-28-16,0 0-45 0,0 0-61 0,0 0-39 0,-11 6-168 16,5-5-529-16,0 2 234 0</inkml:trace>
  <inkml:trace contextRef="#ctx0" brushRef="#br0" timeOffset="33280.72">13164 4834 61 0,'0'0'200'0,"-15"0"-4"0,11-2-6 15,4 2-4-15,-12 0-8 0,12 0-1 0,0 0-16 16,-9-1-13-16,9 1-16 0,0 0-17 0,0 0 5 15,0 0-11-15,43 1-11 0,-14 1-9 0,9-2-7 16,0-2-8-16,15 2-8 0,0 2-4 0,-1-4-6 16,0 4-7-16,-15 0-4 0,-1 0-2 0,0-2-5 15,-2 3-4-15,-3-3-1 0,0 0 4 0,-4 1-4 0,-6 0-2 16,0 0-1-16,-6 1 0 0,-1-2-5 16,-1 1-5-16,-2-1-1 0,1 2-2 0,-2-1 1 15,-3-1-2-15,-7 0-2 0,12 1 0 0,-5 1-6 16,-7-2 0-16,8 3-1 0,-8-3 1 0,7 3-7 15,-7-3 4-15,7 2-2 0,-7-2-1 0,0 0-2 16,7 5 7-16,-7-5-2 0,0 7 6 0,0-7 5 16,-2 12 5-16,-1-4 1 0,-6 1 3 0,2 7 1 15,-1-1 5-15,-3 2 4 0,-4 3-1 0,0 1-2 16,-3 0 11-16,3 1 13 0,-2-1-17 0,-3-1 6 16,3 1-3-16,2-7-5 0,3 3-7 0,-3-5 4 15,2 0-5-15,0 0-4 0,2-1 0 0,2 2-4 16,-2-1 0-16,1-5-5 0,4 2-8 0,-3-3-14 0,5 2-17 15,-4-2-19-15,4-1-14 0,-3-2-28 16,7-3-21-16,-10 13-26 0,2-9-30 0,3 2-42 16,5-6-36-16,-12 7-224 0,5-5-501 0,7-2 222 15</inkml:trace>
  <inkml:trace contextRef="#ctx0" brushRef="#br0" timeOffset="33680.92">13122 4868 67 0,'-5'-5'213'0,"-1"-1"2"0,4 2-4 16,2 4-8-16,-8-9-12 0,8 9-12 0,-6-5-5 15,6 5-22-15,-5-5-16 0,5 5-21 0,0 0-10 16,0 0-11-16,0 0-12 0,0 0-4 0,0 0-9 16,15 21 0-16,-3-6-1 0,1 6 9 0,6 1 1 15,-1 2-5-15,0-1 1 0,2 4-4 0,-2-3-6 16,2-1 0-16,-4-1-9 0,2 1-4 0,0-1 1 16,-3 0-1-16,-1-7 3 0,2 4 25 0,-2-3 6 15,-1-3 1-15,0 2-8 0,1-5 9 0,-1 0-4 16,3 3-15-16,-1-5-3 0,1 2 0 0,-7-5-4 15,5 4-8-15,-5-4-3 0,0 0-6 0,4 0-17 16,-6 0-14-16,0-2-29 0,-7-3-30 0,11 6-26 16,-11-6-31-16,9 5-25 0,-9-5-26 0,0 0-36 15,7 5-54-15,-7-5-46 0,0 0-192 0,0 0-520 16,0 0 231-16</inkml:trace>
  <inkml:trace contextRef="#ctx0" brushRef="#br0" timeOffset="34162.44">13172 5359 62 0,'-8'-3'199'0,"8"3"-4"16,-13-3-7-16,13 3-4 0,-11-2-9 0,11 2-2 15,-9-1-9-15,9 1-4 0,0 0-5 0,0 0-6 16,-9-2-10-16,9 2-16 0,0 0-8 0,0 0-5 15,0 0-8-15,0 0-10 0,29-5-9 0,-11 2-7 16,0 0-3-16,5 0-9 0,8 3-5 0,3-3-7 16,-3 0-8-16,5 0-3 0,-3 1-5 0,9 0-1 15,-5 0-6-15,15 0-3 0,-12 0 2 0,9 1-8 16,-10 1 0-16,-1-3-4 0,-2 4 1 0,-2-2-2 16,-1-1-1-16,-6-1-3 0,-8 2 1 0,0 0-1 15,0-1 5-15,-7 2-11 0,-2 2 4 0,-1-4-4 16,0 2-1-16,-9 0 1 0,11 0-11 0,-11 0-13 15,0 0-11-15,11 0-11 0,-11 0-8 0,0 0-17 16,0 0-24-16,-2 9-43 0,2-9-52 0,0 0-24 16,-18 12-206-16,3-4-447 0,1-2 198 0</inkml:trace>
  <inkml:trace contextRef="#ctx0" brushRef="#br0" timeOffset="34963.15">13365 5453 102 0,'2'-7'197'0,"-2"7"-1"16,0 0-7-16,0 0-12 0,0 0-7 0,0 0-7 16,0 0-5-16,0 0-11 0,0 0-7 0,0 0-6 15,0 0-12-15,0 0-5 0,0 0-5 0,0 0-7 16,0 0-2-16,0 0-23 0,0 0-6 0,0 0-7 15,0 0-2-15,8 14-2 0,-8-14 5 0,2 15-7 16,-2-4 3-16,3 2 0 0,-3 1-16 0,0 4-2 16,0 1 2-16,3 5 4 0,-3 4 9 0,2-2-4 15,2 2 1-15,-4 0 4 0,0-1-3 0,-4 1-3 16,6 0 5-16,0-2 2 0,-2 2-11 0,3-3 0 16,-1 0 1-16,0 1 3 0,-4 0 2 0,2 1 6 15,0-1-6-15,-2-1 0 0,2 1 1 0,2 3 4 16,-2-3-2-16,0 1-6 0,2-1 3 0,0-1-5 15,-2 3-3-15,2-1 6 0,0 0-14 0,-2-2 0 16,0 0 4-16,1 1-7 0,3-1 3 0,-4-5 3 16,0 4 6-16,2-3-3 0,0-2-10 0,1-1 4 15,-3 3-5-15,3-4 2 0,1 2 5 0,-4 2-3 16,2-3 5-16,0 2-3 0,0-5 0 0,-2 2-3 16,3-4 0-16,1 5-5 0,-4 0-1 0,4-3-5 15,-2 2 0-15,2 2 3 0,-2-1 2 0,0 3 1 16,0-3 0-16,2-3 1 0,-1 2-2 0,-3 0 1 15,2-1-5-15,-2 1 0 0,2 8-1 0,0-8-1 16,-2 1 0-16,0 0-1 0,2 3 0 0,0-5 0 16,-2 1 5-16,0 1-1 0,0-1 5 0,-2 2-7 15,0 0-1-15,2-1-1 0,0 0 0 0,2-3-5 16,-4 3 0-16,4-2-4 0,-2 0 1 0,-2 0-3 16,2-3-2-16,0 0 3 0,-2-3-4 0,2 2-2 15,-2-4-1-15,4 1 4 0,-4 0-5 0,2-9 0 16,-2 15-2-16,2-7 2 0,2-1-3 0,-2 3 2 15,2-1-4-15,0-3 1 0,-2-6 0 0,-2 16 1 16,2-9-5-16,0 0 2 0,0-7 0 0,-2 12 1 16,2-6-2-16,0-6-18 0,0 11-18 0,0-11-21 15,0 0-30-15,0 0-31 0,-5 12-45 0,5-12-33 16,-6 4-39-16,2-2-45 0,4-2-43 0,-19 0-54 16,11-6-40-16,-4 3-269 0,3-6-740 0,-2-5 327 0</inkml:trace>
  <inkml:trace contextRef="#ctx0" brushRef="#br0" timeOffset="35456.37">12781 7199 178 0,'-7'1'226'15,"7"-1"-10"-15,0 0-9 0,0 0-7 0,0 0-11 16,0 0-17-16,0 0-15 0,0 0-14 0,0 0-13 16,0 0-14-16,0 0-15 0,0 0-5 0,0 0-7 0,0 0-16 15,0 0-3-15,0 0-7 0,0 0-7 16,0 0-7-16,0 0-1 0,0 0-6 0,4 13-7 15,-4-13-5-15,0 0-5 0,0 0-4 0,0 0-5 16,2 9-5-16,-2-9-5 0,0 0-5 0,-6 3 1 16,6-3-8-16,-7 7 6 0,7-7-9 0,-9 3-3 0,9-3 1 15,-9 3-1-15,9-3 5 0,-9 4-6 16,9-4 4-16,-9 3-6 0,9-3 7 0,-5 2 0 16,5-2 2-16,-8 4 0 0,8-4 2 0,-7 3 0 15,7-3 1-15,0 0-4 0,-8 3-9 0,8-3-12 16,0 0-11-16,-8 4-22 0,8-4-11 0,0 0-15 0,-7 9-12 15,7-9-10-15,-6 7 2 0,6-7 0 0,-10 6-5 16,10-6 16-16,-6 8-8 0,6-8 14 16,-7 8 1-16,7-8 3 0,-6 7-7 0,6-7 15 15,-9 8 11-15,9-8 6 0,-6 6 7 0,6-6 4 16,0 0 4-16,-4 7 3 0,4-7 7 0,0 0 1 0,0 0 6 16,-4 12-9-16,4-12-25 0,-2 6-43 0,2-6-115 15,0 0 52-15</inkml:trace>
  <inkml:trace contextRef="#ctx0" brushRef="#br0" timeOffset="35746.55">12571 7377 109 0,'0'0'167'0,"-6"5"-6"0,6-5-14 0,0 0-5 15,0 0-9-15,0 0-4 0,0 0-5 0,0 0-3 16,0 0-6-16,0 0-9 0,0 0-1 0,18 4-3 16,-11-4-5-16,6 0-3 0,5-3-6 15,-1 2-6-15,11-1-5 0,3-2 0 0,5 2-7 0,3-2 3 16,21-1 11-16,4-3 5 0,0 2-10 15,24-3-2-15,-27 3-11 0,29-3 1 0,-1 0-4 0,-35 2 0 16,6 2-2-16,-3 1-4 0,4-1-3 16,-3-3-3-16,5 5-3 0,-2-2 12 0,-1 2-15 0,-1-1-6 15,-8 1-5-15,-10 2-2 0,-7-2-2 0,1 3-2 16,-4 0-6-16,-10-2-4 0,-1 1 1 0,-4-2 0 16,-5 3-3-16,-3 0-5 0,0-1-9 0,-8 1-4 15,11-3-18-15,-11 3-20 0,11-3-30 0,-11 3-30 16,3-4-41-16,-3 4-46 0,0 0-44 0,-3-14-230 15,3 14-498-15,-13-15 220 0</inkml:trace>
  <inkml:trace contextRef="#ctx0" brushRef="#br0" timeOffset="36357.97">13656 5532 128 0,'0'-11'264'0,"0"11"-6"0,-2-8-19 0,2 8-1 16,0-9-7-16,0 9-4 0,0 0-11 0,0 0-18 15,-2-9-19-15,2 9-20 0,0 0-22 16,0 0-15-16,0 0-15 0,0 0-9 0,0 0-12 0,0 0-6 15,0 0-9-15,0 0-9 0,-5 28 25 0,5-17-5 16,-2 1-9-16,0 1-8 0,2-1-2 0,0 4 3 16,-2-4-4-16,0 0-6 0,2 0-4 0,0-1-5 15,-2 1-4-15,2-3-3 0,0 1-7 0,0-1-2 16,0-1 3-16,0-8-10 0,-3 13-23 0,3-7-17 16,0-6-25-16,0 10-19 0,3-3-22 0,-3-7-21 15,0 9-21-15,0-9-33 0,4 9-35 0,-4-9-30 16,2 5-35-16,-2-5-195 0,0 0-487 0,0 0 215 15</inkml:trace>
  <inkml:trace contextRef="#ctx0" brushRef="#br0" timeOffset="36630.99">13612 5532 2 0,'-3'-8'191'0,"3"8"-17"0,0 0-19 16,0 0-7-16,0 0-2 0,7-8-6 0,-7 8-4 15,14 0-5-15,-14 0-6 0,17 2-1 0,-3 1-6 16,-3 1-5-16,0 3-6 0,3-1-8 0,3 1-4 16,-2 2-13-16,-2 1-6 0,-1-1-7 0,-2-1-7 15,-1 0-6-15,1 1-6 0,-4 0-4 0,-1 1 2 16,-1-2 11-16,0 3 2 0,-2-1 3 0,-4-1 1 16,2 3-8-16,-4-3 4 0,-1-1-8 0,-5 0-4 15,0 2-7-15,3-2-1 0,-3 0-5 0,0-2-10 16,-1 1-26-16,3-1-20 0,-2 0-32 0,-1-2-39 15,2 2-50-15,2-3-53 0,0 0-49 0,0 1-152 16,-1-3-427-16,8-1 189 0</inkml:trace>
  <inkml:trace contextRef="#ctx0" brushRef="#br0" timeOffset="36879.73">13886 5645 166 0,'15'-3'193'16,"3"3"-7"-16,-5 1-4 0,-1 1-16 0,-1 1-13 0,-2 0-3 15,0 1-4-15,-2 4-5 0,0-1 0 16,-3 0-10-16,-2 2-5 0,-2-2-2 0,-2 3-8 16,-1 1-5-16,-3 0-5 0,-1 0-2 0,-2-2-6 15,2 1 1-15,-3-2-7 0,3-1-3 0,-3-2-5 16,4 0-7-16,3 0 0 0,-3-1-8 0,6-4-6 16,-6 6-5-16,6-6-1 0,-3 4-8 0,3-4-2 15,0 0-5-15,0 0-5 0,0 0-11 0,22 0-8 16,-10-4-22-16,8 0-23 0,0-2-34 0,7-2-40 15,2 1-54-15,-2 0-47 0,1-5-52 0,-6 6-200 0,-4-3-491 16,2-2 218-16</inkml:trace>
  <inkml:trace contextRef="#ctx0" brushRef="#br0" timeOffset="37446.44">14353 4976 180 0,'2'-6'260'0,"-2"6"-18"0,0 0-16 0,0 0-26 16,0 0-16-16,-6-7-17 0,6 7-11 0,0 0-9 15,-23 7-5-15,14-2-11 0,-5 1-11 0,5 0-14 0,0 0-6 16,-3 3-9-16,2-2-14 0,3-2-5 0,1 2-7 16,-4 1-4-16,6-3-5 0,-1 4-12 15,3-2-2-15,-2-2-7 0,2 1-3 0,2-6-1 0,4 16-5 16,0-8 0-16,1 0 0 0,4-1-2 16,-2 0-4-16,2 1-1 0,2 0-5 0,2-2-1 0,-4 2 2 15,3-1-6-15,-1-1 1 0,-2 0-2 0,0 1-1 16,-2-1 2-16,2 0-4 0,-5-1 1 0,0 0-1 15,0-1 6-15,-4-4 2 0,1 10 6 16,-1-10-2-16,-7 12 0 0,0-5 2 0,-3-1 1 16,-2 1-3-16,1-1-9 0,-7 0-3 0,2 2-21 0,3-5-15 15,1 2-25-15,-1-3-32 0,-1 3-40 0,4-2-42 16,0-1-47-16,3 1-225 0,-1-2-479 0,8-1 213 16</inkml:trace>
  <inkml:trace contextRef="#ctx0" brushRef="#br0" timeOffset="37647.51">14482 5127 154 0,'0'0'271'0,"7"-2"-21"15,-7 2-21-15,8-2-27 0,-8 2-10 0,0 0-4 16,0 0-8-16,0 0-4 0,4 13-12 0,-4-13-6 16,-4 14-9-16,1-4-11 0,3-1-15 0,-5 2-9 15,3 0-12-15,2 0-8 0,-4 0-10 0,4-3-5 16,2 4-7-16,-4-3-7 0,4 0-14 0,-2-3-31 15,0-6-29-15,4 13-34 0,0-7-44 16,-4-6-64-16,4 9-75 0,-4-9-231 0,0 0-495 0,0 0 220 16</inkml:trace>
  <inkml:trace contextRef="#ctx0" brushRef="#br0" timeOffset="37794.19">14461 5055 3097 0,'-5'-12'15'0,"4"3"23"15,-3-1 4-15,0 1-4 0,2 4-6 0,2 5-9 0,-3-10-8 16,3 10-3-16,-1-8-5 0,1 8-1 0,-5-7-19 16,5 7-38-16,0 0-41 0,0 0-64 0,0 0-62 15,0 0-249-15,0 0-503 0,0 0 222 0</inkml:trace>
  <inkml:trace contextRef="#ctx0" brushRef="#br0" timeOffset="38737.08">13414 3831 130 0,'0'0'136'0,"-9"0"1"0,9 0 1 16,0 0-6-16,-11-1-3 0,11 1-2 0,0 0-9 15,-9-1-2-15,9 1-11 0,0 0-2 0,0 0-14 16,0 0-9-16,0 0-9 0,0 0-5 0,0 0-7 16,0 0-5-16,0 0 2 0,45 0-2 0,-8-2 6 15,18-2 10-15,10-2-5 0,31-2-20 0,4-3-5 16,0 0 4-16,4 2 1 0,1-1-7 0,-2 5-1 16,-2-1-6-16,0 2-4 0,1-3-2 0,-1 0-3 15,-3 2-5-15,-1-1 3 0,-3 2-3 0,-27 1 0 16,-1 0-3-16,-3 2 5 0,-2 0 4 0,-1 0-2 15,-7 0-2-15,-2 1 3 0,-14 0 3 0,-5-1 5 16,0 2-9-16,-4 0 1 0,-9-1-2 0,-2-1 8 16,-3 2-5-16,-3-1 5 0,1 0-4 0,-3 0 4 15,-3 0-2-15,-6 0 0 0,9 2 2 0,-9-2 2 16,10-1-6-16,-10 1-3 0,0 0 0 0,9 0-1 16,-9 0 1-16,0 0-8 0,0 0-1 0,0 0-24 15,0 0-18-15,9 0-16 0,-9 0-35 0,0 0-38 16,0 0-59-16,0 0-51 0,0 0-177 0,0 0-439 15,0 0 193-15</inkml:trace>
  <inkml:trace contextRef="#ctx0" brushRef="#br0" timeOffset="39706.12">13823 7286 143 0,'-9'3'166'0,"9"-3"-2"0,-12 0-5 15,12 0-3-15,-8 2-3 0,8-2-8 0,0 0-8 16,-7 2-1-16,7-2-13 0,0 0-13 0,0 0-11 16,0 0-10-16,0 0-3 0,0 0 4 0,0 0-1 15,0 0 0-15,0 0-5 0,36 6 1 0,-9-6-6 16,11 0-10-16,14 0 8 0,3-3-9 0,6-2-6 15,0-3-7-15,6 2 1 0,-2 0-1 0,30-7-5 16,-5 6-5-16,-27-1-8 0,29-3 2 0,-27 3-7 16,-2 1 1-16,-1 0-3 0,0 0 4 0,-2 0-1 15,1-2 0-15,-10 3 0 0,8-1-1 0,-4 0 6 0,-1 0 0 16,-2 3-2-16,-14-1-5 0,-1 3 6 16,-4-1-6-16,0-1 0 0,-4 0 6 0,-9 2 0 15,0 1-2-15,-2-2 0 0,-8 2 3 0,-1 1-6 16,1 0-1-16,-10 0 8 0,11-2-3 0,-11 2-1 0,11 0-1 15,-11 0-13-15,7-1 21 0,-7 1-18 0,0 0 0 16,0 0-6-16,11-1 2 0,-11 1-1 16,0 0-15-16,0 0 10 0,0 0-1 0,6-2 1 15,-6 2-1-15,0 0-12 0,0 0-15 0,0 0-15 16,0 0-18-16,0 0-24 0,0 0-23 0,0 0-31 0,0 0-36 16,0 0-50-16,0 0-59 0,0 0-246 0,0 0-558 15,0 0 248-15</inkml:trace>
  <inkml:trace contextRef="#ctx0" brushRef="#br0" timeOffset="40146.56">15518 7131 33 0,'0'0'256'0,"0"0"-9"16,0 0-2-16,0 0-4 0,0 0-8 0,0 0-6 15,8-2-9-15,-8 2-5 0,0 0-6 0,0 0-14 16,0 0-11-16,0 0-5 0,0 0-14 0,0 0-9 16,0 0-11-16,0 0-6 0,0 0-11 0,0 0-10 15,0 0-14-15,0 0-15 0,0 0-3 0,0 0-11 16,-23 11-8-16,19-8-6 0,0 4-3 0,4-7-13 16,-6 11-4-16,2-2-1 0,0-1-6 0,0 0 2 15,0 2-2-15,2 0-5 0,1-2 0 0,-1-1 0 16,2-7-10-16,3 13 2 0,-3-8-1 0,4 2 3 15,-4-7 4-15,10 8 3 0,0-4 4 0,3-1-16 16,0 3 17-16,6-6-4 0,-1 0-4 0,2 0-2 16,-2-2 3-16,1-2-6 0,0 0-1 0,-2 1 2 15,-3-1-4-15,-3-1 0 0,2-1 8 0,-1-1-9 16,-3 0 1-16,-2-1 4 0,1-3-5 0,-4 1-1 16,0 0-1-16,-3 1-2 0,-2-5-8 0,-2 2 4 15,-2 1 3-15,-4-4-12 0,-1 1-2 0,-2 2-12 16,1 2-5-16,1 3-26 0,-2 0-24 0,-1 1-25 15,-3 1-34-15,-3 5-29 0,2 0-32 0,0 0-37 16,-2 5-46-16,2-1-51 0,0 1-235 0,5 1-605 16,1-3 268-16</inkml:trace>
  <inkml:trace contextRef="#ctx0" brushRef="#br0" timeOffset="41379.93">15574 3659 139 0,'0'0'162'0,"0"0"-2"0,0 0-13 0,0 0-8 15,-7-2-6-15,7 2-20 0,0 0-6 0,0 0-14 16,0 0-8-16,0 0-12 0,-13 4-2 0,13-4-9 15,-9 5-6-15,0 1 5 0,4-3 1 16,-3 4-8-16,2 0-3 0,-1-1-7 0,0 1 0 16,-1 1-6-16,4-2-4 0,-2 1 0 0,2 0-7 0,0 1 0 15,0-3 4-15,1 2-3 0,3-7-6 0,-2 12 2 16,2-5 0-16,0-7-2 0,3 9-1 0,-3-9-1 16,2 10-3-16,3-5-1 0,0-2-3 0,4 2 2 15,0-2 8-15,5-1-3 0,-1 1 2 0,5-3 0 16,1 0 6-16,2-4 0 0,-1-1 4 15,-2 1-2-15,0 1 2 0,-5-1-2 0,1 0-1 0,-3 0 2 16,1-1 2-16,-1 0 4 0,-2 0 7 0,-2 2-6 16,2-4 5-16,-7 2-7 0,3 0 8 0,-2-1-4 15,-3 6 4-15,2-15-8 0,-3 10-4 0,1 5-6 16,-5-14 2-16,1 7-7 0,-1 0 1 16,-3 0-5-16,-1 2-2 0,2 0-3 0,-5 0 5 0,3 4-11 15,-2-2 1-15,-4 3-9 0,-2 0-14 0,-1 0-17 16,3 3-16-16,-5 1-23 0,3 0-25 15,5-1-40-15,0 1-43 0,1 0-39 0,2 3-180 0,-1-1-431 16,5-1 192-16</inkml:trace>
  <inkml:trace contextRef="#ctx0" brushRef="#br0" timeOffset="43479.03">15811 4280 33 0,'0'0'107'0,"0"0"10"0,0 0 3 0,0 0 12 0,0 0 5 16,0 0 0-16,0 0-8 0,0 0 0 15,0 0-5-15,-3-8 2 0,3 8-9 0,0 0 3 16,0 0-6-16,0 0-3 0,0 0-10 0,0 0-7 0,0 0-7 16,0 0-8-16,0 0-6 0,0 0-8 0,0 0-9 15,0 0-9-15,0 0-5 0,0 0-1 0,0 0-7 16,0 0 1-16,0 0 10 0,0 26 6 16,5-10 1-16,-2 0 1 0,-2 4-5 0,0-1-2 15,3 7-1-15,-3 0-1 0,-2-1 3 0,2 1-1 0,1 0-4 16,-1-3 2-16,0-2-4 0,3 3 2 0,-3-5 1 15,3 7-4-15,-1-7 6 0,-1 0 4 16,3-2-10-16,-2 0 3 0,1-2-10 0,-2-2 0 16,2 3-3-16,-3-5-3 0,2 1-3 0,0-1 4 15,-2 0-2-15,0 0-5 0,2-1-2 0,-2 0-3 16,0-2 0-16,3 1-8 0,-3-2-25 0,1 0-30 0,0 2-22 16,-2-2-29-16,1 4-32 0,3-2-51 0,-2 0-59 15,0 1-241-15,-2 0-522 0,1 0 231 16</inkml:trace>
  <inkml:trace contextRef="#ctx0" brushRef="#br0" timeOffset="43900.92">15701 5334 2645 0,'0'0'65'0,"0"0"21"0,-2-23-19 0,2 23-23 16,-1-11-4-16,1 11-1 0,0-8 0 0,0 8 7 15,0 0-5-15,0 0 6 0,1-11-2 0,-1 11-6 16,0 0-9-16,2-6 2 0,-2 6-9 0,0 0-1 0,0 0 1 16,9 17-6-16,-4-7 1 0,4 15 15 15,4-2 14-15,-3 0-5 0,0 3-3 0,-1-2-7 16,3-1 4-16,-1 0-5 0,-3-5 1 0,1 6-3 15,1-8-6-15,-3-1 4 0,0-3-14 0,-3 0 8 16,2-4 3-16,0 1-7 0,-2-3 0 0,1 3 4 0,-1-5 1 16,0 1-6-16,-4-5 13 0,4 7 35 0,0-4 26 15,-4-3 13-15,0 0 3 0,0 0-10 0,0 0-6 16,12-8-7-16,-8 1-2 0,3-3-1 16,-1 1-9-16,-2-1-6 0,6-6-2 0,-5 0-8 0,3 0-7 15,0-1-7-15,-1 0-6 0,2 0-9 0,3-7-17 16,-2 6-5-16,-2 0-15 0,3-5-37 0,-2 8-32 15,-1-2-34-15,-3 6-33 0,0 0-23 16,-2 5-28-16,-1-1-36 0,1 1-50 0,3 2-31 16,-6 4-13-16,0 0-212 0,0 0-585 0,0 0 258 0</inkml:trace>
  <inkml:trace contextRef="#ctx0" brushRef="#br0" timeOffset="44197.41">16093 5455 160 0,'1'9'216'15,"-1"-9"-7"-15,0 11-6 0,0-11-4 0,-3 14-8 16,0-4-9-16,1 0-12 0,-1-1-11 0,-1 1-14 16,4-1-11-16,-1 0-13 0,1-1-12 0,-1-1-8 15,1-7-8-15,1 16 3 0,3-8 6 0,-2-2 8 16,3-1 6-16,3 1 4 0,1-3 1 0,1 1-8 16,4-3 4-16,-1-2-15 0,5-2-4 0,-1-1 0 15,0 0-8-15,0-1 5 0,-4 0-1 0,-3-1-3 16,0-1-3-16,2 0-4 0,-5-2-10 0,0 2-6 15,-5-2-7-15,3-1 2 0,-6-2-18 0,-1 4-3 16,-3-3-17-16,-1-5-1 0,-3 8-12 0,-2-7-17 16,-1 2-21-16,-2 2-30 0,-2 1-29 0,0 4-33 15,-3 2-39-15,-2 2-38 0,-8 3-44 0,3 4-49 16,-5 3-49-16,-1 3-170 0,4 2-547 0,2 1 242 16</inkml:trace>
  <inkml:trace contextRef="#ctx0" brushRef="#br0" timeOffset="44596.09">15965 6318 69 0,'4'-7'288'0,"-3"-3"-1"0,2 5-2 16,-3 5-6-16,2-10 0 0,-2 10-12 0,3-7-20 15,-3 7-18-15,4-5-17 0,-4 5-6 0,0 0-31 16,6-4-29-16,-6 4-10 0,0 0-1 0,0 0 3 15,0 0 17-15,0 29-6 0,0-10 6 0,0 5-5 16,4 4-12-16,-5-1-9 0,-3 3-11 0,3-1-9 16,-1-2-15-16,1 1-7 0,1-4-6 0,0 1-9 15,1 1-7-15,1-7-3 0,-2-1-7 0,1 0-6 16,0-2-11-16,1 1-24 0,0 2-44 0,-3-8-47 16,2 0-57-16,1 1-44 0,-2-2-34 0,0-10-61 15,0 17-78-15,-3-8-290 0,3-9-694 0,-7 11 307 16</inkml:trace>
  <inkml:trace contextRef="#ctx0" brushRef="#br0" timeOffset="45662.94">13371 4133 106 0,'0'0'178'0,"-2"-9"-8"16,2 9-14-16,0 0-24 0,0 0-11 0,0 0-15 15,0 0 2-15,0 0-9 0,0 0 0 0,16 22-8 16,-9-13-1-16,-1 1 3 0,7 3-5 0,-3 0-5 15,3 3-6-15,1-3-7 0,-3 1-4 16,5-1-7-16,-3 3 4 0,2-4-12 0,-1-2-3 0,-5 4-6 16,1-6 0-16,0 1-3 0,-5-1-6 0,4 1 0 15,-5-3-3-15,4 0-2 0,-4-1-3 0,2-2 0 16,-1 3-4-16,-1-4-1 0,-4-2 1 0,8 7-6 16,-8-7 4-16,6 3-3 0,-6-3-3 0,0 0 10 15,4 6 14-15,-4-6 4 0,0 0-1 0,5 2-1 16,-5-2 5-16,0 0-12 0,0 0-4 0,13-6-11 15,-8-1-17-15,2 0-12 0,1-2-18 0,3-4-26 16,1-3-32-16,5-3-36 0,0-1-38 0,-4 4-32 16,3-4-175-16,-3 5-399 0,-1-2 176 0</inkml:trace>
  <inkml:trace contextRef="#ctx0" brushRef="#br0" timeOffset="45953.9">14103 3988 194 0,'0'0'197'0,"-10"-1"-15"0,10 1-12 0,0 0-16 0,0 0-12 16,0 0-14-16,0 0-14 0,0 0-13 0,0 0-7 16,0 0-13-16,24-7-9 0,-11 6-7 0,-1 0-3 15,6-2-9-15,-3 1-15 0,5 1-19 0,-6-1-13 16,0 2-47-16,-2-1-31 0,-1 0-23 0,1 2-29 16,-7 0-10-16,-5-1-101 0,14 3-254 0,-10-1 113 15</inkml:trace>
  <inkml:trace contextRef="#ctx0" brushRef="#br0" timeOffset="46280.07">14287 3979 101 0,'0'0'28'15,"-20"6"18"-15,20-6 21 0,0 0 6 0,-13-2 13 16,13 2 26-16,-8 0-3 0,8 0 3 0,0 0 3 16,-11 0-19-16,11 0 0 0,0 0-20 0,-8 2-1 15,8-2 2-15,-6 10-1 0,1-3 12 0,0 4-4 16,2-1 1-16,-1 2-8 0,-2 4 3 16,2-1-1-16,1 1-7 0,1 0-6 0,-2 0-7 0,4-5-5 15,0 1-8-15,0 1-4 0,0-1-2 0,2-2-5 16,-2 1-1-16,2-2-3 0,-2-1-6 0,0-1 2 15,0-7-4-15,2 13-2 0,-2-13-2 16,2 10-3-16,-2-10 0 0,1 6 1 0,-1-6 0 16,0 0-1-16,-3 10-5 0,3-10-5 0,0 0-1 0,-4 4-5 15,4-4-3-15,0 0 1 0,-14 0 3 0,14 0-7 16,0 0 5-16,-15-4-2 0,15 4 3 0,-14 0 0 16,14 0-2-16,-9-2 3 0,9 2-3 0,0 0-1 15,-9-2 2-15,9 2-1 0,0 0-3 16,0 0 0-16,0 0 2 0,0 0 0 0,0 0-1 15,0 0 2-15,0 0-9 0,0 0 0 0,30 2-9 0,-18-3-22 16,5 2-21-16,0-2-35 0,4 0-33 0,-2 0-36 16,2-2-158-16,1 2-352 0,-4-2 156 0</inkml:trace>
  <inkml:trace contextRef="#ctx0" brushRef="#br0" timeOffset="46512.22">14470 4087 191 0,'0'-6'251'0,"0"6"-23"16,-1-8-13-16,1 8-21 0,0 0-20 16,0 0-22-16,0 0-18 0,0 0-9 0,0 0-10 15,0 0 0-15,0 0-7 0,-8 19-5 0,3-9-10 16,5 0-8-16,-1 3-6 0,0 3 0 0,-1-4-5 0,1 1-9 16,1 2-3-16,0-3-9 0,-2 1-1 0,2 0-9 15,0-1-4-15,-2 0-27 0,2-2-22 16,2 0-15-16,0 0-26 0,-2-1-37 0,0-3-46 15,0-6-44-15,1 11-43 0,-1-11-135 0,-5 10-386 16,5-10 172-16</inkml:trace>
  <inkml:trace contextRef="#ctx0" brushRef="#br0" timeOffset="46747.52">14420 4114 67 0,'7'-7'202'0,"0"0"-11"0,2 2-12 15,0-2-13-15,0 4-18 0,0 1-11 0,-1 1-15 0,-8 1-9 16,19 5-1-16,-9-1-2 0,-1 1-6 16,-1 4-13-16,1 1 8 0,-3 0-9 0,-1-1-2 15,-1 4-2-15,1-1 4 0,-1 0 6 0,-4 0-1 16,-4 3-8-16,-1 0-1 0,-4-1-11 0,1 0-2 16,-4-2-7-16,-1 1-5 0,-4-2-13 0,4-3-8 0,-5 3-17 15,7-5-24-15,-4 3-30 0,3-3-25 16,1 0-32-16,3-1-38 0,-2-2-38 0,10-3-20 15,-13 4-25-15,13-4-139 0,-9 2-377 0,9-2 167 16</inkml:trace>
  <inkml:trace contextRef="#ctx0" brushRef="#br0" timeOffset="46962.96">14575 4251 3 0,'12'0'177'0,"-4"2"9"15,1 1-12-15,-2 0-11 0,0 1 0 0,-2-2-2 16,1 4-3-16,-4-2-6 0,3 3-8 0,-3-1-7 15,-2 2-9-15,0-8-5 0,0 15-11 0,0-8-9 16,0-7-8-16,-2 13-8 0,1-7-11 0,1-6 3 16,-1 9-17-16,1-9-6 0,0 10-5 0,0-10-6 15,6 7-3-15,2-4-2 0,4-3-7 0,6 0-7 16,4 0-8-16,6-2-18 0,3-3-24 0,2 1-38 16,2-2-32-16,-1-1-60 0,1 2-52 0,-9-2-170 15,0 0-407-15,-6 4 180 0</inkml:trace>
  <inkml:trace contextRef="#ctx0" brushRef="#br0" timeOffset="47696.45">11527 4299 67 0,'0'0'234'0,"2"-7"-20"0,-2 7-23 15,0 0-16-15,0 0-18 0,0 0-20 0,0 0-14 16,6-7-12-16,-6 7-4 0,9 0-11 0,-9 0-9 16,14 7-5-16,-2-2-5 0,-1 2-6 0,0 2-2 15,3 1 1-15,-1 2-3 0,1 0 0 0,-1 0-5 16,1 2-5-16,-1-5-6 0,-5 2-1 0,0-3-5 16,3 1-1-16,-4-1-4 0,0-1-4 0,2-1-5 15,-4-1 0-15,-5-5-1 0,10 9-3 0,-10-9-3 16,6 7-1-16,-6-7 3 0,8 3 13 0,-8-3 14 15,0 0 4-15,0 0 9 0,11 2-3 0,-11-2-1 16,0 0-7-16,15-11-10 0,-7 3-1 0,0 1-7 16,-1 1-16-16,-1-4-17 0,0 2-16 0,2-3-22 15,-1 0-31-15,-1 3-32 0,1-1-39 0,-2 0-31 16,4-3-45-16,-2 3-41 0,1 1-139 0,0-1-424 16,-4 5 188-16</inkml:trace>
  <inkml:trace contextRef="#ctx0" brushRef="#br0" timeOffset="48215.48">12066 4198 183 0,'0'0'237'0,"-4"-3"-25"0,4 3-21 0,0 0-18 15,0 0-14-15,0 0-14 0,15-14-24 0,-3 8-11 0,5-2-11 16,4 3-7-16,-2 0-12 0,2 1-4 0,0 1-26 15,-2 0-22-15,0 1-32 0,-6 0-27 0,1 4-23 16,-6-2-13-16,-1 1-1 0,2 0-28 16,-9-1-6-16,9 3 1 0,-9-3 8 0,5 5 18 15,-5-5 0-15,0 0 7 0,0 0 14 0,-9 14 9 16,3-10 14-16,6-4 24 0,-13 5 16 0,9-2 21 16,4-3 21-16,-11 3 12 0,11-3 12 0,-4 3 6 15,4-3-2-15,-9 2-3 0,9-2-11 0,0 0-7 16,-5 4-9-16,5-4-4 0,-4 7-2 0,4-7 12 15,-1 14 13-15,0-4-13 0,-1 2-3 0,2-2-4 16,0 4 1-16,2 1-5 0,-2-2 3 0,1 0-5 16,0 2 0-16,1 1-6 0,-2-2-3 0,2-1-2 0,-2-2-5 15,0-2 3-15,2 3-5 0,-1-5 0 16,0 0-5-16,-1-7-6 0,0 10 7 0,0-10-3 16,0 9 3-16,0-9-2 0,1 7-3 0,-1-7-2 15,0 0 3-15,-3 7-3 0,3-7 2 0,0 0-2 16,-8 2-1-16,8-2 1 0,0 0-1 0,0 0 13 15,-17-4 3-15,17 4-1 0,0 0 1 0,-12-3-2 16,12 3-2-16,-5-2 1 0,5 2-5 0,0 0-6 16,0 0-2-16,0 0-4 0,-5-6 0 0,5 6-4 15,0 0 0-15,0 0-3 0,0 0-11 0,22-2-9 16,-10 2-21-16,-1 0-20 0,3-2-26 0,1 0-28 16,2-2-41-16,2 1-23 0,0 1-28 0,-2 1-133 15,-3-2-366-15,-1-1 163 0</inkml:trace>
  <inkml:trace contextRef="#ctx0" brushRef="#br0" timeOffset="48432.93">12486 4301 67 0,'0'0'245'0,"3"-6"-8"0,-3 6-12 16,0 0-14-16,0 0-14 0,0-10-19 0,0 10-24 16,0 0-14-16,0 0-17 0,0 0-15 0,0 0-11 15,0 0-11-15,0 0-8 0,0 0 4 0,0 0 2 16,0 31-2-16,2-20-7 0,-4 0-2 0,2 1-7 15,-3-2-5-15,3 1-3 0,0 0-1 0,0 0-25 16,3 1-8-16,-3-3-16 0,-3 0-13 16,3-9-9-16,3 14-17 0,-3-14-16 0,4 11-27 0,-4-11-33 15,0 11-23-15,0-11-41 0,0 0-19 0,0 0-157 16,0 11-375-16,0-11 166 0</inkml:trace>
  <inkml:trace contextRef="#ctx0" brushRef="#br0" timeOffset="48682.27">12469 4321 7 0,'1'-10'173'0,"4"1"-5"0,-1-1-11 0,6 1-9 16,-1 3 0-16,0-2-14 0,-1 5-5 0,4 0-3 15,1 0-10-15,1 2-10 0,-1 3 9 0,6 2-7 16,-2 0-6-16,-3 2-8 0,-1 1-11 0,1 2-11 16,-5-2 1-16,-1 1 4 0,1 2-3 15,-1-1-1-15,-4 0 2 0,0 0 4 0,-1 0 5 0,-3 0-12 16,0-9 1-16,-3 20-2 0,-3-10-5 0,-6 1-7 15,6-1-5-15,-8 1-4 0,2 0-4 0,1-4-10 16,-4 4-10-16,2-6-23 0,1 2-19 0,-2 1-30 16,-3-3-27-16,5-1-34 0,-1 0-48 0,1-3-42 15,2 2-51-15,10-3-125 0,-16 0-404 0,16 0 180 16</inkml:trace>
  <inkml:trace contextRef="#ctx0" brushRef="#br0" timeOffset="48846.34">12776 4355 87 0,'0'0'267'0,"0"0"-22"0,0 0-17 0,11 4-19 15,-11-4-10-15,0 7-15 0,0-7-16 0,0 15-15 16,0-5-16-16,0 0-15 0,0 3-11 0,0 0-25 16,0 2-41-16,0 2-43 0,0 2-68 0,2-2-87 15,-2 7-185-15,-2-6-365 0,2 0 161 0</inkml:trace>
  <inkml:trace contextRef="#ctx0" brushRef="#br0" timeOffset="53577.32">8557 4448 14 0,'0'0'48'0,"0"0"2"0,0 0 9 0,-1-10 6 16,1 10 5-16,0 0-5 0,-3-7 25 0,3 7-5 15,-2-7 5-15,2 7 6 0,-3-9-5 0,3 9 4 16,-5-9-5-16,5 9 0 0,-1-8 8 0,-2 2 4 15,3 6 2-15,-4-9-3 0,4 9 3 0,-4-8-2 16,4 8-2-16,-3-7-1 0,3 7-1 0,0 0-6 16,-2-8-9-16,2 8-15 0,0 0 0 15,0 0-11-15,0 0-9 0,0 0-5 0,0 0 0 0,0 0 1 16,0 0 0-16,0 0 0 0,-6 31-3 0,3-15 2 16,2 1-4-16,-1 4 1 0,2 3-4 0,-2 0-3 15,1-4 9-15,0 5-9 0,0-7-3 0,-1 0-3 16,-2 0 1-16,4 0 0 0,0-1-4 0,-2-2-2 15,2 0-1-15,0-3 0 0,-1 0-4 16,-2-1 0-16,3-2-3 0,-1-1-1 0,1 1 0 0,0-9 0 16,-2 16-3-16,2-10-8 0,0-6-6 0,2 11-15 15,-2-11-15-15,-2 8-11 0,2-8-16 0,0 0-24 16,0 8-31-16,0-8-25 0,0 0-34 0,0 0-21 16,0 0-22-16,0 0-142 0,0 0-388 0,0 0 173 15</inkml:trace>
  <inkml:trace contextRef="#ctx0" brushRef="#br0" timeOffset="53964.29">8457 4414 71 0,'7'-9'148'0,"3"-3"-21"0,4 0-8 0,0 0-9 15,1 2 2-15,1 0-8 0,0 1-9 0,0 2-4 0,0 2-10 16,-3 2-8-16,-3 1-8 0,2 2-8 0,-2 4-2 15,-1-1-4-15,1 1 0 0,-3 3 20 0,-1 1 1 16,-1 2 1-16,-1 0-2 0,0 0-2 0,-3 2-2 16,-2-1-1-16,1 1 2 0,-5-1-5 15,0 1-1-15,-2-2 2 0,-2 3-14 0,-2-1 0 0,2-3-7 16,-2-1 2-16,0-1-10 0,0 0 0 16,0 1-7-16,-1-2 2 0,4-4-4 0,0 3-1 15,8-5 2-15,-13 6 11 0,13-6-4 0,-10 2 5 0,10-2 0 16,0 0 3-16,-10 4-2 0,10-4-4 0,0 0-4 15,-9 3-4-15,9-3-8 0,0 0-2 0,0 0-4 16,0 0-1-16,0 0-3 0,0 0 0 0,14 16 2 16,-6-10-4-16,2 1-1 0,5 3 1 0,1-3 2 15,3 3 0-15,5 0-4 0,4 0-18 0,1 0-28 16,1-1-24-16,-1-2-32 0,3 2-42 0,1-7-50 16,1 3-36-16,-4-1-153 0,0-1-409 15,-1-1 180-15</inkml:trace>
  <inkml:trace contextRef="#ctx0" brushRef="#br0" timeOffset="57019.3">7339 8349 88 0,'-4'-7'244'16,"-2"0"-5"-16,1 0-1 0,1 2-10 0,0-1-7 0,4 6 1 15,-6-10-13-15,2 6-10 0,4 4-19 16,-4-6-18-16,4 6-13 0,0 0-18 0,-3-9-17 15,3 9-10-15,0 0-14 0,0 0-7 0,0 0-11 16,0 0-6-16,0 0-3 0,8 27 3 0,-3-13-2 16,2 6-6-16,3 2-5 0,3 2-1 0,-2 2-8 0,1-1-3 15,-2 2 0-15,4-4 2 0,-2 2-13 0,1 0-3 16,-1-3-1-16,-2 2 1 0,-1-7-4 16,0-1-5-16,-1 0 0 0,-3-1-2 0,5 0-4 0,-5-5 1 15,3-4 0-15,-2 4 4 0,3-1-3 0,-5-2-7 16,0-3 8-16,0 1-3 0,2-1 10 0,-6-4 23 15,8 5-11-15,-8-5 15 0,7 2 3 16,-7-2 9-16,0 0-14 0,13-10-1 0,-9 3 3 16,1-3-11-16,1-1 0 0,1-4-4 0,-3-1-4 0,2-3-6 15,1 1-6-15,3-9-4 0,-4 2 1 16,-2-1 2-16,4 1-3 0,-1-2 7 0,-4 3-12 0,3-3 2 16,-1 2-14-16,-1 1-4 0,0 6-2 15,0 2 5-15,1-1-9 0,-3 6-1 0,1 1-9 0,1 1-12 16,-4 2-21-16,0 7-24 0,4-9-24 0,-4 9-21 15,1-5-6-15,-1 5-8 0,0 0-7 0,0 0-46 16,12 14-37-16,-6-6-21 0,-2 8-247 0,-2-3-539 16,2 4 239-16</inkml:trace>
  <inkml:trace contextRef="#ctx0" brushRef="#br0" timeOffset="57365.94">7817 8603 101 0,'-9'6'236'16,"3"-4"-8"-16,1 6-11 0,-2-2-8 0,1 0-10 16,-1 2-6-16,1 2-13 0,0-1-16 0,-1 0-13 15,3 2-11-15,-1-2-13 0,0 3-11 0,1-2-12 16,2 2-6-16,2-2-13 0,0-2-6 0,-1 2-7 16,1-10-4-16,3 11-8 0,1-4 5 0,1-3 2 15,2 1 2-15,2-3-1 0,1-1 0 0,3 1 1 16,-2-5-10-16,6-1-6 0,-1 1-3 0,1-4 10 15,-2 0-15-15,3-1 8 0,-9 0-5 0,3 0-3 16,-5-1-8-16,1 1 4 0,-3-2-5 0,-1-1-4 16,0 2 2-16,-4-3-9 0,-4 1 1 0,1 0 2 15,-3 1-17-15,-3-5-1 0,-4 2 0 0,2 2-1 16,-2 1-7-16,2 3-5 0,-4-1-16 0,4 1-15 16,1 4-22-16,-1 2-22 0,-1-2-15 0,1 4-19 15,1 1-36-15,1 2-47 0,3 0-35 0,1 2-54 16,-2 0-166-16,6 2-486 0,1-8 215 0</inkml:trace>
  <inkml:trace contextRef="#ctx0" brushRef="#br0" timeOffset="57947.04">8289 8591 12 0,'-11'-1'285'0,"5"0"-16"0,6 1-16 0,-14-3-11 16,14 3-15-16,-9-3-20 0,9 3-19 0,-8-1-16 15,8 1-14-15,0 0-12 0,0 0-14 0,0 0-12 16,0 0-6-16,0 0-5 0,0 0-11 0,0 0-9 16,0 0-9-16,32-3-12 0,-15 1-2 0,3 2-21 15,-2 0-23-15,3 0-29 0,0-2-35 0,-4 4-38 16,2-2-57-16,-1-3-53 0,-1 3-251 0,-3 0-478 16,0-1 211-16</inkml:trace>
  <inkml:trace contextRef="#ctx0" brushRef="#br0" timeOffset="58403.03">8838 8347 2125 0,'8'-9'17'0,"2"0"16"0,-2 2 4 0,-4 1-19 16,-1 1-9-16,4 1 0 0,-2 1 3 0,0-1 8 0,-5 4 5 15,12-3 8-15,-12 3 1 0,11-2 4 0,-11 2 4 16,15 2-5-16,-7 0-1 0,1 2-3 0,1 0-1 15,-1 0-1-15,0 2-3 0,1 2-2 16,-3-4-1-16,-2 5 5 0,0 0 5 0,-1 2 2 0,0-2 7 16,-1 1 6-16,-1-1 4 0,-4 2 1 0,-1 1 3 15,-4 2-3-15,0 1-4 0,-1 1-3 0,-5-2-5 16,4-3-5-16,-4 2-1 0,-2-2-7 16,1 0 0-16,-1 1-4 0,-1-2-3 0,5 0-4 0,2-3 0 15,-1 0 0-15,-1 0-12 0,4 0-13 0,2-2-5 16,-1 2-6-16,1 0-7 0,-1 3-5 0,4-5-8 15,-1 6-13-15,2 3-10 0,1 2-7 0,-2 0-11 16,2 4-17-16,0-2-6 0,3 8-22 0,-2-1 1 16,1 0-22-16,0 1-4 0,3 0 7 0,-4-2 0 15,3-2 9-15,0 2 23 0,-1-6 6 0,-2-1 8 16,0-2 9-16,0 1 10 0,-1-5 21 16,2 1 10-16,-1-2 19 0,-1 1 21 0,0-4 22 0,1 3 11 15,-1-10 17-15,2 13 8 0,-2-8 17 0,0-5 10 16,2 8 1-16,-2-8 4 0,1 6-6 0,-1-6-6 15,0 0-5-15,2 8-9 0,-2-8-3 0,0 0-22 16,0 0-26-16,2 6-35 0,-2-6-39 0,0 0-52 16,0 0-65-16,0 0-121 0,0 0-330 0,0 0 146 15</inkml:trace>
  <inkml:trace contextRef="#ctx0" brushRef="#br0" timeOffset="59846.47">10461 8229 14 0,'-6'-5'222'15,"6"5"-9"-15,0 0-4 0,-8-2-9 0,8 2-5 16,0 0-13-16,-6-5-15 0,6 5-12 0,0 0-14 15,0 0-12-15,0 0-6 0,0 0-13 0,0 0-11 16,0 0 0-16,0 0-13 0,0 0-8 0,0 0-5 16,21-5-7-16,-8 3-6 0,8 1-5 0,-1-3-3 15,8 2-6-15,1-2-10 0,0 1-15 0,-7 3-16 16,6-1-20-16,-7-1-27 0,-3 4-40 0,1-1-39 16,-6-1-27-16,1 0-34 0,-5 1-32 0,2 1-125 15,-5-1-367-15,-6-1 162 0</inkml:trace>
  <inkml:trace contextRef="#ctx0" brushRef="#br0" timeOffset="60179.2">10650 8190 92 0,'-9'0'191'0,"9"0"-16"0,-8-2-19 16,8 2-17-16,0 0 1 0,-12 7 0 0,8-2 3 16,0 4-6-16,-1 1-1 0,1 2-5 0,1 5-5 15,0-2-6-15,2 5-12 0,1-3-4 0,-2 0-9 16,4 1-10-16,-4 3-7 0,5-2-7 0,-2-1-6 15,1-1-1-15,0-2-10 0,1 0-4 0,-2-3-6 16,3-1-2-16,-2 0-6 0,-2-4-2 0,2 0-6 0,-2-7 0 16,1 9-2-16,-1-9-4 0,1 12 1 0,-1-12 1 15,0 6-3-15,0-6 4 0,0 0-10 0,-5 7 1 16,5-7-4-16,-9 5 0 0,9-5 1 16,-11 0 1-16,4 1-6 0,7-1 4 0,-14 0-4 0,14 0 2 15,-13-2-6-15,13 2 2 0,-9 1-3 0,9-1-1 16,0 0 2-16,-12-1-1 0,12 1-2 0,0 0 2 15,0 0 0-15,0 0 1 0,0 0 1 16,0 0-4-16,0 0 2 0,0 0 0 0,0 0 1 16,36-7-21-16,-16 6-17 0,2 0-19 0,-2-2-39 15,8-1-34-15,0 1-70 0,-6 2-57 0,-3-1-140 0,9 1-424 16,-10-1 189-16</inkml:trace>
  <inkml:trace contextRef="#ctx0" brushRef="#br0" timeOffset="60366.12">10905 8510 166 0,'0'0'245'0,"0"0"-22"16,0 0-13-16,0 0 1 0,6 3-5 0,-6-3-10 15,0 0-5-15,-2 13-6 0,2-6-11 0,0-7-5 16,0 16-20-16,-2-5-3 0,2-1-15 0,0 1-15 16,0-1-12-16,-2 2-9 0,2-2-7 0,-2 2-20 15,2 2-29-15,-1-3-34 0,0 0-28 0,-3 6-28 16,4-5-47-16,-3 1-63 0,3-2-55 0,-5-1-212 15,4 1-464-15,-3-1 205 0</inkml:trace>
  <inkml:trace contextRef="#ctx0" brushRef="#br0" timeOffset="60552">11262 8632 168 0,'0'0'271'0,"0"0"-16"0,0 0-17 15,0 0-10-15,0 0-15 0,-16 24-21 0,4-12-19 16,-3 3-16-16,-5-1-14 0,-2 4-18 0,7-5-2 16,1 1-39-16,-7 1-37 0,6-1-37 0,1-3-59 15,2 2-72-15,4-5-62 0,-2 2-163 0,4-3-374 16,1-2 165-16</inkml:trace>
  <inkml:trace contextRef="#ctx0" brushRef="#br0" timeOffset="60817.3">11783 8301 2881 0,'-4'-9'-4'0,"1"3"34"0,1-2 5 0,-3 3-1 0,5 5-5 15,-8-9-1-15,8 9 4 0,-5-7-5 0,5 7-2 16,-2-6 0-16,2 6-12 0,0 0 4 0,7-9 1 15,3 6 1-15,2-1-3 0,4 0-1 0,3 1 0 16,2-1-4-16,-1 2-6 0,1-1-10 0,-3-1-10 16,0 3-24-16,-1 0-14 0,-5 1-29 0,-1-1-27 15,-4 2-38-15,-7-1-33 0,14-3-21 0,-14 3-2 16,8 2 1-16,-8-2-138 0,5 2-367 0,-5-2 163 16</inkml:trace>
  <inkml:trace contextRef="#ctx0" brushRef="#br0" timeOffset="61153.41">11990 8214 1008 0,'0'0'-54'0,"0"0"34"0,0 0 28 0,0 0 24 0,-17 8 24 16,17-8 17-16,0 0 18 0,0 0 13 0,0 0 7 15,-11 2-2-15,11-2-8 0,0 0-13 0,0 0-9 16,0 0-10-16,-4 5 7 0,4-5 19 16,-2 9 1-16,-1 2-3 0,3-1 9 0,-3 3-7 0,2 2-1 15,0-3-2-15,-2 5-6 0,3 0-5 0,-4 0 0 16,3-2 1-16,-2 3-8 0,2 0-2 0,1 0-9 16,0-1-9-16,-1-1-4 0,1-5-4 0,0 0-2 15,0-1-5-15,1 1-4 0,0-3-3 0,-1-1-3 16,3 0 1-16,-3-7-6 0,0 9-4 0,0-9 1 15,1 7-9-15,-1-7-4 0,0 0-6 0,2 8-4 16,-2-8 0-16,0 0-10 0,0 0-5 0,0 0 1 0,-6 6-10 16,6-6 1-16,0 0 2 0,0 0 5 0,0 0-2 15,-15-1 3-15,15 1 4 0,0 0-1 0,-9-1-1 16,9 1 0-16,0 0 1 0,0 0 3 16,0 0-2-16,0 0 0 0,0 0 1 0,0 0 1 0,0 0 1 15,0 0 7-15,0 0-7 0,0 0 2 16,0 0-3-16,23 3-6 0,-10-3 0 0,6 0-15 15,-1 0-17-15,2-1-25 0,2 1-30 0,0-1-32 16,5-3-40-16,1 1-28 0,-8 1-27 0,1 1-135 0,0-3-396 16,0 0 176-16</inkml:trace>
  <inkml:trace contextRef="#ctx0" brushRef="#br0" timeOffset="61364.03">12351 8454 67 0,'5'-4'214'0,"-1"-4"2"0,-2 2-5 15,-2 6-3-15,6-8 2 0,-4 3-2 0,-2 5-3 16,6-7-7-16,-6 7-12 0,2-6-16 0,-2 6-17 15,0 0-18-15,0 0-7 0,0 0 10 16,0 0 8-16,0 0 3 0,7 15-5 0,-5-8-15 16,-2 2-6-16,0 4-2 0,0-4-14 0,0 2-6 0,2 2-15 15,-4-3 0-15,2 3-9 0,2-2-15 0,-2 0 2 16,0 0-15-16,0 0-22 0,1-2-24 0,-1-1-25 16,0-1-28-16,0-7-34 0,0 14-19 0,0-7-27 15,0 0-27-15,0-7-39 0,0 9-45 0,0-9-31 16,-3 10-206-16,3-10-517 0,-4 7 228 0</inkml:trace>
  <inkml:trace contextRef="#ctx0" brushRef="#br0" timeOffset="61597.75">12376 8413 146 0,'4'-6'229'0,"-1"0"-13"15,1 0-9-15,-4 6-4 0,12-5-2 0,-6 5-7 16,-6 0-7-16,13 2-6 0,-3 1-8 0,-1-1-12 15,0 5-14-15,-3-1-1 0,4 1-15 0,-3 1-7 16,-1 2-10-16,0 0-5 0,2-1-1 0,-4 1-6 16,-3 1 3-16,3 2-10 0,-6-4-3 0,2 4-9 15,-3-1 5-15,-1 1-23 0,-6 0-4 0,4 2-2 16,-7-1-8-16,5-5-14 0,-7 4-15 0,1-2-32 16,-3 1-30-16,0-2-36 0,0 1-31 0,-2 0-40 15,2-4-55-15,3 1-47 0,3-3-252 0,-2-1-543 0,6-1 240 16</inkml:trace>
  <inkml:trace contextRef="#ctx0" brushRef="#br0" timeOffset="65312.95">12818 8741 239 0,'5'-5'249'0,"-5"5"-17"0,0 0-14 0,0 0-11 15,0 0-6-15,0 0-4 0,0 0-9 0,0 0-19 16,-22 19-10-16,6-6-11 0,3 1-18 0,-1-1-11 15,-2 1-11-15,0-1-12 0,-1 0-9 0,-3 3-20 16,3-4-21-16,4 3-21 0,-2-3-24 0,-1 1-30 16,0-2-42-16,1 0-56 0,6-7-57 0,-1 3-62 15,3-4-126-15,1 0-402 0,6-3 177 0</inkml:trace>
  <inkml:trace contextRef="#ctx0" brushRef="#br0" timeOffset="68878.92">12554 8625 8 0,'0'0'124'0,"0"0"0"16,0 0-2-16,0 0-4 0,0 0-5 16,0 0 4-16,0 0-8 0,0 0-3 0,0 0-4 0,0 0-3 15,0 0-3-15,2-6 0 0,-2 6-3 0,0 0-3 16,0 0 0-16,0 0 3 0,0 0-3 15,0 0-1-15,0 0-4 0,0 0-5 0,-2-11-4 0,2 11-1 16,0 0-6-16,0 0 1 0,0 0 2 0,0 0-8 16,2-9 5-16,-2 9 3 0,0 0-9 0,0 0-4 15,0 0 0-15,-2-12-7 0,2 12 1 0,0 0-5 16,2-5-4-16,-2 5-2 0,0 0-2 0,0 0 3 16,0 0-7-16,0 0-6 0,0 0-1 0,0 0 2 15,0 0-9-15,0 0-4 0,0 0-3 0,2-8-2 16,-2 8-1-16,0 0-4 0,0 0 6 0,0 0 0 15,0 0 3-15,0 0 5 0,2 26 8 0,-2-16 2 16,-2-1-3-16,4 0 0 0,-1 4 0 0,-1-3 6 16,-1 0 1-16,-1 3-2 0,2-1-1 0,0-1 1 15,-2 1-3-15,2 0 0 0,-2 0 3 0,0-2 2 0,2 1-8 16,0-2-5-16,0-1-3 0,0-8 8 16,-3 11-11-16,3-11 0 0,-2 11 2 0,4-5-10 15,-2-6-21-15,0 0-15 0,-2 11-19 0,2-11-18 16,0 9-23-16,0-9-21 0,0 0-28 0,-3 9-30 15,3-9-45-15,0 0-31 0,0 0-46 0,3 7-149 0,-3-7-474 16,0 0 209-16</inkml:trace>
  <inkml:trace contextRef="#ctx0" brushRef="#br0" timeOffset="69318.92">13264 8253 203 0,'-10'-7'219'0,"6"3"-13"0,4 4-1 0,-7-4-5 15,7 4-6-15,-6-5-8 0,6 5-14 0,0 0-12 16,-7-4-12-16,7 4-12 0,0 0-14 0,-5-4-9 15,5 4-11-15,0 0-10 0,0 0-11 0,14-7-5 16,-5 3-13-16,2 2-6 0,2-1-8 0,3-3-1 16,6 3-25-16,-3-1-11 0,-2 0-25 0,2 2-24 15,-7 0-35-15,0 2-35 0,-1-1-45 0,-4-1-27 16,3 0-30-16,-10 2-141 0,8 0-379 0,-8 0 167 16</inkml:trace>
  <inkml:trace contextRef="#ctx0" brushRef="#br0" timeOffset="69862.97">13331 8206 62 0,'0'0'211'16,"0"0"-20"-16,0 0-10 0,-9 0-19 0,9 0-15 16,0 0-11-16,0 0-1 0,-5 6 7 0,5-6-6 15,-2 10-10-15,2-3 3 0,2 3 5 0,-2 1-6 0,-2 2-3 16,2-2-5-16,0 5-5 0,0 0-6 16,2 0-5-16,-4 0-8 0,2 4-7 0,0-9-7 0,0 7-5 15,0-6-3-15,0 4-11 0,0-6-4 16,0 1-8-16,0 2-1 0,0-4-6 0,0 1-3 0,0-3-2 15,-2 1-4-15,2-8-5 0,-3 13-1 16,3-13-2-16,-2 11 2 0,0-6-5 0,-2 0 6 0,4-5-13 16,-7 8-6-16,0-5-1 0,2 0-1 15,-3-1-5-15,1 1 6 0,0 0-1 0,7-3-3 0,-13 3 2 16,13-3-2-16,-9-1-3 0,9 1 5 0,0 0 3 16,-9 2-10-16,9-2 1 0,0 0 0 0,0 0-5 15,-7 2-2-15,7-2 5 0,0 0-4 0,0 0-1 16,0 0-2-16,27-9-8 0,-9 6-6 0,-7-1-6 15,10 2-18-15,-2-3-8 0,2 1-15 0,4-4-18 16,-3 4-20-16,-2 1-20 0,0-1-20 0,1 0-15 16,-4-1-19-16,0-1-1 0,0 0 5 0,-3 1 17 15,-3 0 10-15,1-2 18 0,-1 1 16 0,-1 1 11 16,-3-3 11-16,3-1 49 0,-2 1 25 0,-5 2 24 16,1-3 23-16,2 0 20 0,-6 3 13 0,6-3 22 15,-6 2 20-15,2-1 7 0,0 2 11 0,-2 6 7 16,4-9 1-16,-4 9-1 0,2-6-8 0,-2 6-10 15,0 0-12-15,3-8-13 0,-3 8-5 0,0 0-9 16,0 0 15-16,0 0 3 0,0 0-2 0,4 25 5 16,-4-15 21-16,0 0-17 0,0 6-8 0,0 0-9 15,0 0-8-15,0 1 0 0,0 0-12 0,0-5 2 16,0 0-10-16,2 4-5 0,-2-6-10 0,2 0-23 16,-1 2-15-16,0-2-21 0,-1-1-28 0,0 2-32 15,1-3-19-15,-1-8-25 0,0 13-36 0,-2-5-37 16,2-8-49-16,-5 10-49 0,1-6-169 0,-1 1-505 0,5-5 223 15</inkml:trace>
  <inkml:trace contextRef="#ctx0" brushRef="#br0" timeOffset="70116.31">13569 8424 47 0,'3'-6'232'0,"-1"1"-16"15,2-1-12-15,2 2-8 0,1-2-13 16,-7 6-3-16,14-1-11 0,-14 1-7 0,13 3-7 0,-4-1-7 15,1 3-11-15,-4 2 3 0,5-1-3 0,-4 4-8 16,2-3-7-16,-2 3-8 0,-1 1-8 0,1-1-7 16,-2-2-2-16,-1 3 1 0,-1-1 9 0,-1 1-2 15,-4-1-1-15,2 0-6 0,-1 2-5 16,-3-2 0-16,0 1-11 0,-4-1-8 0,-2 2-6 0,1-3-15 16,-3 4-14-16,-1-2-34 0,-1 1-32 0,5-4-31 15,-4-1-37-15,3-2-24 0,-1 2-43 16,3 0-41-16,1-3-42 0,0 0-45 0,2 0-176 0,5-4-505 15,0 0 225-15</inkml:trace>
  <inkml:trace contextRef="#ctx0" brushRef="#br0" timeOffset="70334.95">13825 8535 107 0,'13'-6'237'0,"-1"5"-7"16,1 0-12-16,-4-1-7 0,3 3-9 0,-1 0-4 15,-5 1 5-15,6 2-10 0,-4 2-9 0,-3-2-5 16,-3 2-3-16,0 3-11 0,-2 1-3 0,-2 3-9 15,-2-2-4-15,-1 5-17 0,-1-2-13 0,-4 1-12 16,2-1-10-16,3-4-10 0,-1 0-11 0,1-2-8 16,3-1-8-16,0-1-4 0,2-6-2 0,0 11-4 15,0-11-4-15,9 6-5 0,2-2-5 0,3-4-20 16,5-4-29-16,10 0-38 0,3-2-37 0,1-1-44 16,3 0-68-16,3-3-72 0,-3 0-271 0,15-3-588 15,-3 2 260-15</inkml:trace>
  <inkml:trace contextRef="#ctx0" brushRef="#br0" timeOffset="83114.98">5839 7417 27 0,'0'0'108'0,"0"0"7"0,-7-3-8 0,7 3 0 16,0 0-5-16,0 0-1 0,0 0-7 0,-5-7-8 15,5 7-9-15,0 0-6 0,0 0-4 0,0 0-4 16,0 0-2-16,-1-7-3 0,1 7-4 0,0 0-5 16,0 0 0-16,0 0-7 0,0 0 6 0,0 0 6 15,0 0-5-15,0 0 2 0,-4-7-3 0,4 7-3 16,0 0-9-16,0 0-1 0,0 0-1 0,0 0-1 16,0 0-2-16,0 0-2 0,0 0 0 0,0 0-2 15,-1-8-1-15,1 8 2 0,0 0 5 0,0 0-2 0,0 0-3 16,0 0 2-16,0 0-2 0,0 0-1 15,0 0-1-15,0 0-5 0,0 0 8 0,0 0-5 16,0 0-10-16,-3-8 2 0,3 8-2 0,0 0 0 16,0 0-2-16,0 0-4 0,0 0 0 0,0 0-5 0,0 0 0 15,0 0-1-15,0 0-2 0,0 0 1 0,0 0 1 16,0 0-2-16,0 0 0 0,-2 23 1 0,2-23-1 16,1 13 0-16,0-6-2 0,1 0 3 15,-2 3 1-15,2 0 0 0,-1 0-3 0,2 1 5 0,-2 0 1 16,2 0 0-16,-2 2 1 0,3-1 1 0,0 0 0 15,-1-1 2-15,1 1-4 0,0 1 1 0,0 2 2 16,0 0 1-16,0-3-7 0,0-1 5 0,1 4 1 16,-2-4-2-16,3 4 6 0,-4-3-4 0,-1 2 3 15,2 2-3-15,0-5-4 0,-5 1 6 0,4-2-2 16,-2 0-1-16,0 2 0 0,0-2 0 0,2 3 0 16,-3-3 2-16,1 2 0 0,0-5-1 0,0 3-2 15,1-1 4-15,-2 1 0 0,1-3-1 0,0-7 0 16,-1 14 2-16,-1-7 2 0,2-7 6 0,-1 13-4 15,0-7 1-15,1-6 4 0,-2 10-3 0,2-10 1 16,0 8 2-16,0-8-5 0,0 0 1 0,0 12-3 16,0-12-3-16,0 0 3 0,0 7-3 0,0-7-1 15,0 0 2-15,0 0-4 0,2 8 3 0,-2-8-3 16,0 0 0-16,0 0-2 0,0 0 2 0,0 0-2 16,0 0 1-16,0 0-2 0,0 0-12 0,0 0-17 15,0 0-12-15,0 0-26 0,0 0-27 0,0 0-27 16,0 0-40-16,0 0-21 0,0 0-24 0,0 0-148 15,0 0-379-15,1 6 167 0</inkml:trace>
  <inkml:trace contextRef="#ctx0" brushRef="#br0" timeOffset="83363.14">5767 7987 163 0,'0'0'197'0,"0"0"-8"0,0 0-18 0,0 0-15 16,0 0-15-16,0 0-15 0,0 0-14 0,0 0-14 15,0 0-9-15,36-8-8 0,-18 3-8 0,2 2-5 16,7-1-15-16,-6 0 2 0,0-1-6 0,0 3-7 16,-2 0-8-16,0-1-32 0,-6 2-29 0,1 1-46 15,-1 0-24-15,-3 0-30 0,0 2-27 0,-3 1-84 16,-7-3-256-16,7 3 114 0</inkml:trace>
  <inkml:trace contextRef="#ctx0" brushRef="#br0" timeOffset="83531.78">5752 8086 185 0,'-9'1'210'0,"1"-1"-8"16,8 0-5-16,-11 2-20 0,11-2-19 0,-7 0-15 15,7 0-14-15,0 0-13 0,0 0-12 0,0 0-12 16,0 0-4-16,33-4-11 0,-12 1-4 0,6 0-18 15,1 0 2-15,0 0-21 0,-8 4-27 0,0-2-28 16,-2 2-34-16,-6 2-25 0,1-1-35 0,-3 0-5 0,-4 2-13 16,1 0-14-16,-3 2-98 0,-4-6-261 0,-3 12 116 15</inkml:trace>
  <inkml:trace contextRef="#ctx0" brushRef="#br0" timeOffset="83663">5915 8157 209 0,'-11'4'61'0,"-1"3"25"16,2-1 14-16,0-3 19 0,2-1 9 0,2 1 8 0,-1-2 3 15,7-1 0-15,-6 5-3 0,6-5-5 0,-6 2-7 16,6-2-15-16,0 0-10 0,0 0-9 0,0 0-11 15,0 0-9-15,0 0-18 0,0 0-24 0,0 0-36 16,34-7-51-16,-22 5-45 0,2 2-74 0,-1-3-103 16,-3-1-305-16,1 3 134 0</inkml:trace>
  <inkml:trace contextRef="#ctx0" brushRef="#br0" timeOffset="138563.32">27725 3294 146 0,'4'-10'175'0,"-3"4"-8"0,-1 6-12 15,5-8-7-15,-5 8-8 0,2-8-13 0,-2 8-7 16,3-9-8-16,-3 9-1 0,2-5-6 16,-2 5-11-16,0 0-9 0,0 0-2 0,0 0-13 15,0 0-6-15,2-7-10 0,-2 7-3 0,0 0-9 16,0 0-4-16,0 0-7 0,0 0-1 0,0 0-7 0,0 0 0 15,0 0-4-15,0 0-3 0,0 0-3 16,0 0 3-16,0 0-2 0,0 0-5 0,-19 16 4 16,13-9-2-16,1 1 2 0,-3 1 8 0,-2-2-6 15,2 3 0-15,3 0 0 0,-6 3 1 0,2-1-4 16,0 2 6-16,0-4-9 0,1 3 1 0,2-1-2 16,-1 0 1-16,1 1 4 0,-1 1 8 0,0-1-4 15,3-1 0-15,0-1-3 0,-1 1 3 0,1-2-5 0,3 3 1 16,0-4 2-16,-2 2-7 0,3-2-1 15,0 1 3-15,0-3 1 0,3 2-3 0,-1-3 1 16,2 4-1-16,0-3 1 0,1 1 6 0,1-1-8 16,2-1 1-16,1 1 2 0,1 0 2 0,2-4 3 15,-3 2-4-15,4-1 2 0,-1-4-2 0,5 3 0 16,-1-2 2-16,-3 1 0 0,2-4 0 0,2 2 3 16,1-4-2-16,-2 2 0 0,2-2-1 0,0 1 1 15,-5 0 3-15,5-4-2 0,-5 2-2 0,1 0 10 16,0 0-8-16,-1-1 1 0,0 0 8 0,-1-3-4 15,-1 2-3-15,-4-1 2 0,2-1-4 0,4 0-2 16,-4-3 1-16,-2 5-2 0,0-5-1 16,-1 1 0-16,2 0-11 0,-4 1 10 0,1-3-1 0,-1 2 3 15,0-4-1-15,1-1-2 0,-3 4-2 0,0-3 4 16,0 3-7-16,-2-1-1 0,1 0 6 0,-1 1-6 16,-1-1 1-16,-1 2 0 0,-1-1-1 0,-3 2-3 15,2-1 0-15,-5-2 0 0,-1 4-3 0,3 2 2 16,-3 0-7-16,-4 0 4 0,0 0-2 0,-4 3 1 15,-1 1 2-15,-2 0 0 0,1 3 2 0,-2 2-2 16,2 0-3-16,-8 1 1 0,9 0 0 0,1 0-10 16,1 1-13-16,4 1-11 0,2-2-16 0,1 2-15 15,-1 1-28-15,3 0-36 0,1 0-30 0,2 1-33 16,1 3-204-16,-1-3-432 0,1 2 192 0</inkml:trace>
  <inkml:trace contextRef="#ctx0" brushRef="#br0" timeOffset="158032.01">7007 10221 147 0,'-12'-5'202'0,"12"5"-3"0,-9-2-10 15,4-1-5-15,5 3-16 0,-12-4-7 0,5 2-10 16,1 0-10-16,6 2-7 0,-12-6-5 0,12 6-6 16,-6-1-6-16,6 1-11 0,-8-2-6 0,8 2-11 15,0 0 0-15,0 0-17 0,-8-3-10 0,8 3-5 16,0 0-9-16,0 0-3 0,0 0-4 0,0 0-3 16,0 0-1-16,0 0 0 0,0 0-4 0,20-4-2 15,0 4-2-15,0-2-2 0,11-1-3 0,1 1-5 16,0 0 1-16,1-1-6 0,-1-1-13 0,-1 1-12 15,0 0-18-15,-3 2-26 0,-5 0-29 0,-3-1-34 16,1 2-34-16,-2-2-39 0,-8 2-45 0,-2 0-129 16,-1-1-396-16,-8 1 176 0</inkml:trace>
  <inkml:trace contextRef="#ctx0" brushRef="#br0" timeOffset="158446.62">7181 10146 180 0,'0'0'182'0,"0"0"-16"0,-11 0-4 0,11 0-2 16,-5 6 0-16,1 0-8 0,-1-1-5 0,2 3-3 15,-1 2-7-15,-1 3-13 0,1 2-11 0,0 2-3 16,1 2-6-16,1 0-6 0,-3 7 0 0,2-9-6 0,2 3-10 16,0 7-6-16,-1-8 2 0,2 5-5 15,-1-4-6-15,1-1-4 0,0-3-7 0,0 4-6 16,1-2-2-16,1-1-8 0,-2 0-2 0,2-4-6 15,-2 3 2-15,3-1-4 0,-3-4-5 0,0 1 3 0,0-3-8 16,1 1 2-16,-1-2 5 0,0-8-10 0,0 11-3 16,0-4 0-16,0-7 0 0,-1 10-2 15,1-10 1-15,0 0 0 0,0 8-2 0,0-8 1 16,0 0 3-16,-5 8-5 0,5-8 1 0,0 0 0 0,-11-2 1 16,11 2-2-16,-10 2-5 0,10-2-2 0,0 0 3 15,-18-4 0-15,18 4 1 0,-10-3-1 16,10 3 3-16,-10-4 2 0,10 4 3 0,-7-1 1 0,7 1 6 15,0 0-6-15,0 0 1 0,-7-4 7 0,7 4-12 16,0 0-4-16,0 0-8 0,0 0-3 0,0 0 0 16,0 0 1-16,0 0-4 0,0 0-10 0,0 0-4 15,26 0-10-15,-14-3-20 0,0 3-22 0,5-2-27 16,3 0-42-16,0 2-24 0,-1 0-36 0,0-2-22 16,1 2-199-16,-3 0-458 0,3-1 203 0</inkml:trace>
  <inkml:trace contextRef="#ctx0" brushRef="#br0" timeOffset="158716.9">7421 10586 28 0,'0'0'272'0,"0"-8"-11"0,0 8-13 0,0 0-10 15,0 0-14-15,0 0-18 0,0 0-17 0,0 0-11 16,-4-7-25-16,4 7-15 0,0 0-4 0,0 0-3 15,0 0-9-15,0 0-5 0,-8 19-16 0,8-10-5 16,-3-1-13-16,3 0-5 0,-2 3-6 0,1 0-5 16,1 0-5-16,-1 1-9 0,-2 0-2 0,2 0-6 15,1 0-8-15,0-1-3 0,-3 0-5 0,5-2-20 16,-5 1-27-16,3-3-25 0,1 3-24 0,-1-2-35 0,0-1-44 16,3 1-46-16,-2-2-33 0,-1-6-220 15,2 11-480-15,1-8 213 0</inkml:trace>
  <inkml:trace contextRef="#ctx0" brushRef="#br0" timeOffset="158899.19">7790 10546 100 0,'8'-5'259'0,"-8"5"-26"15,5-4-23-15,-5 4-18 0,13-4-18 0,-7 4-20 16,-6 0-15-16,18 0-12 0,-8 0-18 0,1 0-21 15,0 0-30-15,1 2-42 0,-1-1-47 0,2 2-37 16,-3-2-45-16,0 0-50 0,-2 0-85 0,-3 2-267 16,-5-3 118-16</inkml:trace>
  <inkml:trace contextRef="#ctx0" brushRef="#br0" timeOffset="159049.09">7872 10618 38 0,'0'0'223'0,"-9"4"-11"16,9-4-4-16,-5 1-8 0,5-1-11 0,0 0-15 15,0 0-8-15,0 0-10 0,0 0-14 0,0 0-8 16,0 0-17-16,0 0-21 0,0 0-20 0,26 0-24 16,-16 1-36-16,4-2-51 0,-3 1-50 0,8-3-61 15,-6 3-177-15,2-3-349 0,2 0 155 0</inkml:trace>
  <inkml:trace contextRef="#ctx0" brushRef="#br0" timeOffset="161261.1">8664 10087 116 0,'0'0'215'0,"2"-6"-2"0,-2 6-4 15,0-10-3-15,0 10-17 0,0-9-7 0,0 9-7 16,0 0-16-16,0 0-11 0,0-8-12 0,0 8-12 16,0 0-12-16,0 0-7 0,0 0-12 0,0 0-12 15,0 0-8-15,0 0-5 0,0 0-12 0,0 0-2 16,0 0-4-16,0 0-2 0,0 0 1 0,0 0 3 15,1 29-1-15,-1-16 6 0,0 4-3 0,1 1 1 16,-2 0 9-16,0 8 0 0,-1-4 1 0,1-2-7 16,0 0-2-16,-3 4 1 0,1-6 0 0,2 0-9 15,-3 0 9-15,3-1-5 0,-2 0-5 0,2-5-2 16,-1 2-3-16,2-3-4 0,-5 0 0 0,3-1-2 16,1 0-3-16,0-2-5 0,0-1-6 0,1-7-2 15,0 10 6-15,0-10-4 0,0 9-11 0,0-9-32 16,1 7-27-16,-1-7-24 0,0 0-21 0,0 10-20 15,0-10-22-15,0 0-33 0,0 0-38 0,0 7-28 16,0-7-27-16,0 0-201 0,0 0-499 0,0 0 222 16</inkml:trace>
  <inkml:trace contextRef="#ctx0" brushRef="#br0" timeOffset="161617.41">8800 10233 212 0,'0'0'240'0,"0"0"-20"15,0 0-3-15,0 0-8 0,0 0-9 0,0 0-6 16,0 0-5-16,0 0-8 0,0 0-12 16,0 26-10-16,1-16-1 0,0-1-23 0,2 3-17 0,0-2 4 15,0 0-20-15,1 2-16 0,0-2-7 16,2 0-7-16,1 1-3 0,0-2-10 0,2 0-7 0,2-3 7 16,-2 0-11-16,2 1-8 0,2-3 10 0,-3 1-13 15,2-3-8-15,2 0 3 0,-3-4 1 0,2 1 3 16,-3-2-2-16,2 0-3 0,-1 0-1 0,-2-2-1 15,0 1 12-15,-3-1 3 0,-1-1 3 0,2-3-11 16,-5 1 8-16,0-4-16 0,-1-1 9 16,-1 2-15-16,-3-4-7 0,-2-2 5 0,0 0 0 0,-1 2-6 15,0 1 2-15,-1 0-11 0,1 3 6 0,-3 0-5 16,-3-1-3-16,1 1-1 0,1 3-2 0,-1-1-15 16,1 3-10-16,-1 2-19 0,-1-1-21 0,2 1-16 15,0 1-22-15,2 3-20 0,8 0-21 0,-12 7-40 16,9-2-34-16,3-5-29 0,-4 11-235 0,6-1-523 15,2-2 232-15</inkml:trace>
  <inkml:trace contextRef="#ctx0" brushRef="#br0" timeOffset="162046">9246 10152 2392 0,'-4'-10'15'0,"-1"-1"76"15,0-1-6-15,-4-1-27 0,3 3 0 0,0 0 9 16,3 3 8-16,0 1-1 0,-1 1-8 0,4 5 4 16,-5-7-3-16,5 7-10 0,-4-6-8 0,4 6-9 15,0 0-4-15,0 0 0 0,0 0-2 0,0 0 2 16,9 20 4-16,-1-5-1 0,1 2 1 0,2 1-4 16,1-1-2-16,-1 4 1 0,2 3-3 0,1-2-1 15,-3 1 1-15,-3-5 14 0,1 0-20 0,3-1 4 16,-1-1-3-16,-2-2-3 0,3 0-5 0,-5-1 6 15,1-2-4-15,-2-2-2 0,3 0-4 0,-4-1 0 0,2-1-1 16,-2-2 16-16,-1 1-21 0,1-2 0 16,0 0-3-16,-5-4 8 0,6 5-6 0,-2-2 11 0,-4-3 27 15,7 2-1-15,-7-2 5 0,11-6-5 0,-6 0-4 16,0-1 8-16,2-3-9 0,0-4-4 0,1 0 4 16,0-3-11-16,-1 0 11 0,0 0-18 0,-2-3 3 15,1 1-1-15,1-6-3 0,-2 8-7 0,-1-2 1 16,0 0-3-16,-1 2-2 0,0 4-5 0,-1 1-1 15,0 1-5-15,-1 1 3 0,1 3-20 0,0-1-14 16,-1 1-24-16,-1 7-27 0,1-9-37 0,-1 9-32 16,0 0-30-16,3-7-30 0,-3 7-33 0,0 0-31 15,13 4-48-15,-13-4-179 0,16 9-544 0,-5-5 241 16</inkml:trace>
  <inkml:trace contextRef="#ctx0" brushRef="#br0" timeOffset="162429.1">10020 10223 199 0,'-11'1'265'0,"11"-1"-14"0,-12 0-18 16,5 2-12-16,7-2-12 0,-11 0-14 0,11 0-11 0,-7 2-13 15,7-2-16-15,0 0-13 0,-8 3-11 16,8-3-15-16,0 0-9 0,0 0-4 0,0 0 6 15,0 0-9-15,0 0 2 0,0 0 1 0,0 0-1 16,0 0-15-16,35 1 0 0,-17-2-5 0,3 1-3 0,1-2 2 16,-2-1-11-16,9 1-1 0,-9 0-2 15,0-1-16-15,-2 1 7 0,1 0-13 0,-6 1 11 0,1-2 6 16,-2 2 0-16,-2 0 4 0,-1-1-1 16,-3 2 3-16,-6 0 8 0,11-2 0 0,-11 2 8 0,0 0 3 15,11-1 4-15,-11 1-7 0,0 0-5 0,0 0-5 16,9-1-8-16,-9 1-8 0,0 0-3 0,0 0-9 15,0 0-3-15,8 0-9 0,-8 0-2 0,0 0-26 16,0 0-26-16,0 0-53 0,0 0-43 0,0 0-36 16,0 0-36-16,0 0-38 0,0 0-46 0,0 0-39 15,0 0-43-15,0 0-252 0,0 0-656 0,10-2 291 16</inkml:trace>
  <inkml:trace contextRef="#ctx0" brushRef="#br0" timeOffset="164631.31">10606 9991 47 0,'0'0'275'15,"0"0"-20"-15,0 0-20 0,0 0-15 0,0 0-14 16,1-6-12-16,-1 6-14 0,0 0-11 0,0 0-11 15,0 0-14-15,0 0-7 0,0 0-1 0,0 0-7 0,0 0 1 16,0 0-16-16,-9 28-18 0,5-17 0 16,-1 4-8-16,0 0-5 0,-3 3-3 0,3-3-9 15,0 1-1-15,2 1-8 0,1-5-4 0,-1 1 6 16,2 0-16-16,1 2-7 0,0-2-2 0,3-2-10 0,0-1 10 16,1 1-15-16,2-3 5 0,-1 1-10 15,3-2 4-15,1 0-6 0,0-3-2 0,2-2 0 16,0 1 2-16,1-2 3 0,2 0-7 0,2-3 9 0,-2-3-13 15,3-1 4-15,0-1-5 0,-3-1-3 0,0-1 2 16,-4 1 2-16,-1 0 1 0,4-5-3 0,-7 4-1 16,2-5 5-16,-3 2-4 0,-3-3 0 0,1-1 1 15,-2-1-2-15,-1 2-3 0,-2-3 0 0,-2 4 11 16,-3-2-14-16,0-1 2 0,-1 3-2 0,-2 4 2 16,-4 0-1-16,2 0-4 0,0 4 3 0,0 2-7 15,-3 1-1-15,-1 0 5 0,-1 1-18 16,4 4-25-16,-5-2-21 0,2 5-28 0,2 0-30 0,4 2-39 15,0 1-45-15,1 3-44 0,4-3-44 0,0 3-162 16,5-1-495-16,2 0 219 0</inkml:trace>
  <inkml:trace contextRef="#ctx0" brushRef="#br0" timeOffset="164806.17">10909 10075 160 0,'0'0'286'16,"7"-2"-26"-16,-7 2-17 0,0 0-15 0,0 0-12 15,9-1-11-15,-9 1-13 0,0 0-13 0,0 0-20 16,0 0-18-16,0 0-18 0,8-1-22 0,-8 1-38 16,0 0-35-16,0 0-26 0,0 0-34 0,5 6-57 15,-5-6-50-15,4 5-48 0,-4-5-170 0,5 5-386 16,-5-5 170-16</inkml:trace>
  <inkml:trace contextRef="#ctx0" brushRef="#br0" timeOffset="165168.6">11208 9924 2301 0,'0'0'43'0,"-6"-11"31"16,1 5-17-16,0 0-5 0,-1 2 0 0,-1 1 9 15,2-1 0-15,5 4 3 0,-8-7 0 0,8 7 1 16,-8-5 0-16,8 5-4 0,-4-3-7 0,4 3-3 0,0 0-2 16,0 0-2-16,0 0-2 0,0 0 3 0,0 0-3 15,25 2 8-15,-14-1-15 0,3 1-1 16,2 1-2-16,2-1-7 0,2-1-2 0,-3-1 1 15,2 1-7-15,-1 2 1 0,-4-1-4 0,-1 0-6 0,0-2 5 16,-3 3-8-16,2-1 3 0,-5 2 7 0,0-2-15 16,-1 0 4-16,1 2 0 0,-2 0 9 0,2 0 13 15,-3 6-1-15,0-2 7 0,1 4-7 16,-4-1 14-16,1 1 2 0,-1 4-7 0,-1 0 7 0,-1 0 2 16,1 1-4-16,-2 0-3 0,1 0 10 0,1-1-6 15,-4 1-2-15,2 1 5 0,-2-4-9 16,1 2-5-16,-2-1-1 0,3-4-3 0,-2 2-4 0,3 0-1 15,-1-2-1-15,-2 0-1 0,1 0-12 0,0 1-26 16,2-3-30-16,-1-2-24 0,-1 2-31 0,1-4-31 16,0 3-18-16,2-8-28 0,-4 12-38 0,4-7-32 15,0-5-34-15,-1 6-239 0,1-6-565 0,0 0 251 16</inkml:trace>
  <inkml:trace contextRef="#ctx0" brushRef="#br0" timeOffset="165347">11374 10158 267 0,'-5'-11'249'0,"5"11"-20"0,0-7-22 0,0 7-17 16,0 0-18-16,-4-8-13 0,4 8-8 0,0 0-16 15,0 0-13-15,9-6-14 0,-9 6-11 0,15-3-20 16,-3 2-19-16,2-1-30 0,5 1-47 0,1 0-49 16,2-2-53-16,-1 1-45 0,0 0-147 0,-8 1-339 15,2 2 151-15</inkml:trace>
  <inkml:trace contextRef="#ctx0" brushRef="#br0" timeOffset="166500.63">9200 10665 78 0,'0'0'150'0,"-9"-3"-4"15,9 3-4-15,-9 0-5 0,9 0-3 0,-9-3-10 16,9 3-5-16,0 0-5 0,-10 0-5 0,10 0-1 16,0 0-8-16,-10-3-4 0,10 3-3 0,0 0-6 15,0 0 0-15,0 0-5 0,-8-2-3 0,8 2-2 16,0 0-10-16,0 0 1 0,0 0-10 0,0 0-6 15,0 0-3-15,0 0-3 0,0 0-3 0,0 0-4 16,0 0-4-16,0 0 0 0,0 0 1 0,0 0 1 16,0 0-1-16,0 0 6 0,0 0-2 0,0 0 2 15,0 0-1-15,32-3 3 0,-19 3-6 0,7-1 2 16,0-1-3-16,9-1 2 0,0-1-2 0,2 0-5 16,2 0 1-16,3 0-2 0,2-1-6 0,0 0-1 0,2 0 1 15,13 1-4-15,-4-1-5 0,-13 1 2 0,2-1-1 16,13 0-1-16,-12 4-4 0,2-2 0 15,-4 2-3-15,13-2 2 0,1 3-3 0,-13-1 3 16,3-2 6-16,9 2-6 0,-12 1-5 0,16-2 1 0,-2 1-4 16,1 0 5-16,-2 2 2 0,0-1-7 0,1 1 5 15,-2 0 0-15,1-3-2 0,0-1 3 0,-14 3-2 16,3 0 2-16,-2 2-1 0,14-5 2 16,-1 3-2-16,0-2 0 0,0 0 4 0,-11 0-2 0,12-1-6 15,-14 0 4-15,16 1-5 0,-1-2 3 0,-12 1 4 16,12-2-3-16,-1 0-2 0,-15 0-1 0,3 2-2 15,10-3 0-15,-12 4 5 0,0-1-2 16,0-1-3-16,0 1 2 0,0 0-1 0,-2 1-1 0,0-2 0 16,0 2 4-16,-2-1-8 0,-1 0 4 0,-1 0 1 15,-1 3 2-15,-4-2-4 0,0 2 2 0,1-1 1 16,-8 0-2-16,-1 1-1 0,2 0 3 0,-3-2-4 16,0 2 1-16,2-1-2 0,-5 1 1 0,1 0 6 15,-5-1-8-15,3-2 3 0,-1 3 1 0,1 0 0 16,-2 0-1-16,-4 0-1 0,-1-1-1 0,3 0 6 15,-10 1 2-15,13-1-3 0,-13 1 13 0,11 0-11 16,-11 0 5-16,0 0 2 0,9 0 0 0,-9 0 1 16,0 0-8-16,0 0 8 0,8-2-3 0,-8 2-3 15,0 0 1-15,0 0-3 0,0 0-1 0,0 0 1 16,9 2 2-16,-9-2-7 0,0 0 5 0,0 0-2 16,0 0-1-16,0 0 1 0,0 0 3 0,0 0-1 15,0 0-5-15,0 0 5 0,0 0-3 0,0 0 1 16,0 0 3-16,0 0-3 0,0 0-3 0,0 0 6 15,0 0 8-15,0 0-15 0,0 0 3 0,0 0 1 16,0 0 0-16,0 0-5 0,0 0-1 0,0 0 6 16,0 0-5-16,0 0-2 0,0 0 4 0,0 0 4 15,0 0-9-15,0 0 5 0,0 0-7 0,0 0 1 16,0 0-7-16,0 0-7 0,0 0-2 0,0 0-8 16,0 0-7-16,0 0-14 0,0 0-14 0,0 0-18 0,0 0-22 15,0 0-23-15,-22-7-36 0,22 7-23 0,-11 0-41 16,11 0-47-16,-17-1-145 0,6 0-455 15,1 1 202-15</inkml:trace>
  <inkml:trace contextRef="#ctx0" brushRef="#br0" timeOffset="201662.94">10001 11086 114 0,'0'0'168'0,"-6"-3"3"16,6 3-11-16,0 0-5 0,0 0-7 0,-10-2-7 16,10 2-6-16,0 0-12 0,0 0-2 0,-7-4-12 15,7 4-4-15,0 0-5 0,0 0-8 0,0 0 1 0,-4-6-5 16,4 6-5-16,0 0-5 0,0 0-7 16,0 0-6-16,0 0-4 0,-5-7-4 0,5 7-8 15,0 0 3-15,0 0-11 0,0 0-4 0,0 0-5 0,0 0-3 16,0 0-6-16,0 0 1 0,0 0-3 0,-11 11 5 15,7-6-3-15,-1 5 2 0,0 0 4 16,-2 1-1-16,1 4-3 0,1 2-3 0,0-2 2 16,-2 2-1-16,2-2-4 0,2 2 3 0,0-2-1 0,0 0 2 15,2 1-6-15,0-4 1 0,1-2 2 0,1 2-3 16,0-1-2-16,3 0-2 0,-2-1-2 0,2-1 0 16,0-1 1-16,0-1 1 0,3-1-2 0,-2-1 0 15,2-1 0-15,0 0-2 0,-1-2 0 0,4 2 2 16,-2-3-4-16,-8-1 0 0,15 0 1 0,-15 0 5 15,13-2 1-15,-7-1 2 0,0 0-4 0,0-3 0 16,3-2 4-16,-4 4-5 0,1-6-3 0,-1-1 4 16,-1 0 2-16,2 0-10 0,-3-2 1 0,2-2-1 15,-3-1-8-15,-2 1 1 0,1-2-3 0,-2 0 7 16,-1 0-12-16,1-1 4 0,-4 4-1 0,3 2 2 16,-4-1 2-16,1 3-1 0,-1 1-4 0,-3-1 4 15,1 3-2-15,-2 1-2 0,0 1 0 0,-3 2 4 16,1 2-1-16,-1 1-3 0,1 1 0 0,-2 1-11 15,1 1-10-15,1 3-6 0,2 0-12 0,0 1-14 16,1 0-18-16,0 1-23 0,3 0-20 0,2 1-24 16,3-3-35-16,1-6-17 0,2 13-181 0,1-6-411 15,2-1 182-15</inkml:trace>
  <inkml:trace contextRef="#ctx0" brushRef="#br0" timeOffset="201833.83">10190 11183 68 0,'0'0'196'0,"0"0"-19"16,0 0-15-16,0 0-1 0,0 8-11 0,0-8-11 15,0 0-18-15,0 0-10 0,0 0-13 0,0 0-7 0,0 0-15 16,-4 16-24-16,4-16-44 0,2 6-30 16,-2-6-30-16,1 7-35 0,-1-7-26 0,4 9-110 15,-4-9-241-15,5 6 106 0</inkml:trace>
  <inkml:trace contextRef="#ctx0" brushRef="#br0" timeOffset="202246.25">10401 10992 25 0,'10'-6'197'16,"1"1"-6"-16,1-1-5 0,-1 2-4 0,-1 0-12 15,1 2-14-15,-2-1-10 0,3 3-11 16,-2 0-6-16,0 3-8 0,2-3-3 0,-3 3-10 0,1 1-13 15,-4-1-2-15,2 4-10 0,-2 0-5 0,-1 0-2 16,-2 2 1-16,-2 1-8 0,-1 1-4 0,-4 0-4 16,1-1-7-16,-3 2-7 0,1-2-4 0,0-1-3 15,-1 1-4-15,1-1-2 0,0-1-4 16,-1 1-3-16,4-4-4 0,-2 0-12 0,0 0-1 0,4-5-5 16,-2 8 3-16,2-8-3 0,0 0-2 0,6 13-1 15,-6-13-4-15,9 4 1 0,-4-3 1 0,3 2-2 16,0-2-1-16,0 2 0 0,1-1 2 0,3 1 0 15,-3 1 1-15,1-2-5 0,-1 3 2 0,1-1-1 16,-3 0 7-16,0 1-6 0,-1 0 3 0,-1-1-1 16,0 4-1-16,-3-1 8 0,-1 0 8 0,-1-7 0 15,0 14 5-15,-2-5-4 0,-3-1 3 0,0 3-1 16,0-3 0-16,-2 1 0 0,-2-3-1 0,-1 3-6 16,-1-2 0-16,2 1-11 0,-1 0-8 0,0-4-15 15,1 1-14-15,2 0-26 0,-1 1-32 0,2-2-36 16,6-4-43-16,-8 4-50 0,3-1-162 0,5-3-419 15,0 0 185-15</inkml:trace>
  <inkml:trace contextRef="#ctx0" brushRef="#br0" timeOffset="202629.41">10687 11097 1983 0,'22'-22'58'0,"-1"2"40"16,-2 2-40-16,-5 4-17 0,-1 4 2 0,-3 0 5 15,1 1 6-15,1 4-6 0,-2-1 2 0,1 1 4 16,1 0-7-16,-3 1-5 0,0 2-3 0,1 0-1 15,-3 2-2-15,0-1-3 0,5 2-5 0,-7 3-1 16,3 0 0-16,-3 2-5 0,0-1 3 0,-1 5 1 16,-1 0-1-16,-1 1 0 0,-5 0-5 0,1 2 0 15,-2 3-5-15,-4 0 3 0,2-1-6 0,1-1 1 16,1-3-1-16,-1 0-10 0,-2 0-6 0,4-1-5 16,0-3-5-16,3 0 3 0,0-7-3 0,1 14 1 15,-1-8-2-15,0-6-1 0,7 12 2 0,-2-6 1 16,0-1 2-16,2 2 3 0,1-4-3 0,1 4 3 15,-3-4-1-15,1 1 2 0,1 2 0 0,2 0 1 16,-2 1-2-16,-2-4 3 0,1 2 2 0,-3 0 1 16,0 1 7-16,0-3 11 0,-4-3 4 0,-1 12-1 0,1-12 3 15,-10 14-1-15,3-7 6 0,-2-1-4 0,-2 3 0 16,-3-1 5-16,-4 1-2 0,7 0-4 16,-6-2 0-16,-3 3-3 0,4-2-1 0,-2-1-1 15,1 0 0-15,6-3-12 0,-3-1-16 0,2 0-20 0,2-1-28 16,2-1-43-16,1 0-60 0,7-1-64 0,-11-5-214 15,11 5-477-15,0 0 212 0</inkml:trace>
  <inkml:trace contextRef="#ctx0" brushRef="#br0" timeOffset="202964.07">12489 10355 147 0,'-10'-2'276'16,"10"2"-16"-16,0 0-16 0,-13 0-15 0,13 0-15 15,0 0-13-15,0 0-11 0,-11-2-10 0,11 2-18 16,0 0-14-16,0 0-14 0,0 0 1 0,0 0-17 16,0 0-8-16,0 0-15 0,0 0-7 0,41 0-21 15,-28 0-15-15,1 2-27 0,-2-1-17 0,5-4-36 0,-2 5-29 16,3-2-50-16,-5 1-41 0,1-1-32 0,-3 1-40 16,-2 0-171-16,-3 1-423 0,-6-2 187 15</inkml:trace>
  <inkml:trace contextRef="#ctx0" brushRef="#br0" timeOffset="203108.71">12535 10475 10 0,'-6'2'256'0,"6"-2"-17"0,-9 5-11 0,9-5-9 15,-9 3-7-15,9-3 2 0,-5 2-20 0,5-2-9 16,0 0-13-16,0 0-9 0,-6 4-16 0,6-4-8 0,0 0-23 16,0 0-9-16,0 0-17 0,0 0-26 0,27-3-31 15,-16 3-27-15,0-1-42 0,7-1-53 16,5-2-77-16,-1 0-56 0,-4-1-159 0,4 0-411 0,4-4 182 15</inkml:trace>
  <inkml:trace contextRef="#ctx0" brushRef="#br0" timeOffset="204563.06">11219 11145 245 0,'-5'-10'233'0,"1"5"-16"0,2-1-12 16,2 6-2-16,-4-10 0 0,1 5-6 0,3 5-3 15,0 0-8-15,-4-10-17 0,4 10-19 0,-3-5 3 16,3 5-24-16,0 0-21 0,0 0-11 0,0 0-13 16,0 0-5-16,0 0-6 0,0 0-11 0,0 0-8 0,0 0-4 15,20 11-1-15,-11-2-8 0,1-1-4 16,1 0-6-16,-3 1-2 0,6 3-1 0,-1-1-3 15,0 0 3-15,-2 2-6 0,1-2-6 0,-1-1 0 0,-1-2 3 16,-2 1-21-16,2-2-21 0,0 2-19 0,0-1-18 16,-5-2-28-16,4 0-49 0,-4-1-19 0,1-1-32 15,-2 0-17-15,0 0-12 0,-4-4-169 0,8 5-418 16,-8-5 185-16</inkml:trace>
  <inkml:trace contextRef="#ctx0" brushRef="#br0" timeOffset="204766.99">11421 11095 218 0,'-1'-9'226'0,"-2"0"-11"0,1-1-7 0,0 4-6 0,2 6-11 16,-2-12-16-16,2 12-14 0,-3-7-14 0,3 7-13 15,0 0-13-15,0 0-3 0,0 0-1 0,0 0-5 16,0 0-10-16,-18 17-1 0,9-1-14 0,-3 0-7 16,-3 4-12-16,2 4-5 0,-2-2-5 0,0-1-7 15,2 4-5-15,-1-5-14 0,5-3-19 0,-1-1-18 16,0-1-21-16,1 1-20 0,-1-2-35 0,2 3-46 15,-1-3-46-15,4-3-45 0,0 0-177 0,2-2-429 16,-2 0 190-16</inkml:trace>
  <inkml:trace contextRef="#ctx0" brushRef="#br0" timeOffset="205063.4">11585 11018 167 0,'1'-8'259'0,"0"2"-15"16,-1 6-5-16,2-10-19 0,-2 10-11 0,1-8-14 15,-1 8-13-15,0 0-19 0,0-8-16 0,0 8-19 16,0 0-13-16,0 0-12 0,0 0-12 0,0 0-8 16,0 0-1-16,0 0-1 0,2 30-5 0,-2-18-8 0,0 4-6 15,0-3-8-15,0 2-4 0,0 2-1 16,0-4-8-16,0 3 1 0,0 0-10 0,2-1 8 15,1-3-12-15,-3 2-4 0,0-4-2 0,0 2 3 16,0 0-7-16,0-1-1 0,0-1-6 0,0-1-20 0,2 1-17 16,-2-3-13-16,1 0-22 0,0 3-24 0,-1-3-39 15,0-7-41-15,1 12-20 0,1-7-34 0,-2-5-190 16,2 8-444-16,-2-8 197 0</inkml:trace>
  <inkml:trace contextRef="#ctx0" brushRef="#br0" timeOffset="205362.77">11753 11152 166 0,'0'0'195'0,"0"0"-2"15,0 0 0-15,0 0-4 0,0 0-10 0,0 0-7 16,0 0-18-16,8 15-13 0,-4-11-13 0,-4-4-14 16,1 12-10-16,0-7-10 0,3 1-10 0,-1 0-7 15,2-1-8-15,1-2-4 0,3 2 2 0,-2 0 1 16,-2-3-3-16,4 1-4 0,2-2-2 0,-4 1-7 15,1-2 1-15,4 0-5 0,-12 0 3 0,13-6-1 16,-4 4-2-16,-2-1-6 0,-2-2-2 0,3 2-9 16,-4-3 3-16,2 1-6 0,-3-2-4 0,-3-1 10 15,0 8-13-15,1-13 1 0,-1 13-15 0,-9-16-2 16,4 7-5-16,-1 2-8 0,-1 1-5 0,-5-1-8 16,3 1-5-16,-3 2-11 0,2 1-11 0,-3 0-14 15,2 3-22-15,11 0-14 0,-21 3-33 0,11 1-25 16,2-2-42-16,2 3-194 0,6-5-422 0,-5 5 186 15</inkml:trace>
  <inkml:trace contextRef="#ctx0" brushRef="#br0" timeOffset="205765.86">12079 10842 136 0,'-1'-7'255'0,"1"7"-12"0,-3-9-17 0,3 9-19 16,-2-9-18-16,2 9-19 0,0 0-17 0,5-8-19 16,-5 8-12-16,11-4-14 0,-11 4-9 0,9 2-11 0,-9-2-8 15,17 4-8-15,-11-2-6 0,2 1-8 0,-1 0-6 16,-1 1-6-16,-2 1-3 0,2 0-3 16,-2 1-4-16,-2 0-6 0,-2-6 0 0,3 12-5 15,-3-7 0-15,0-5-5 0,-4 15-3 0,1-9-3 16,3 1-4-16,0-7-3 0,-2 11-5 0,2-5-4 0,0-6-2 15,-2 12-3-15,2-12 1 0,-3 10-7 16,8-4 3-16,-5-6-4 0,2 11 2 0,2-7 0 16,-4-4 2-16,9 8 4 0,-5-4-4 0,1-1 2 0,0 1 0 15,2 0 1-15,-3 0 2 0,1 0-3 0,1-1 5 16,-6-3-3-16,5 5 2 0,-5-5 2 16,7 5 16-16,-7-5 0 0,0 7 6 0,0-7 5 15,0 0-5-15,-8 10-3 0,2-4-4 0,-1-1 4 0,-4 1-4 16,2 1 1-16,-4 0-10 0,2-2-13 0,-3 2-12 15,-2-2-24-15,-1 3-28 0,6-2-37 0,-3-2-45 16,4-1-45-16,-3 2-168 0,8-3-397 0,-3 1 175 16</inkml:trace>
  <inkml:trace contextRef="#ctx0" brushRef="#br0" timeOffset="210213.34">13499 10017 17 0,'0'0'125'15,"0"0"-7"-15,0 0-1 0,0 0-9 0,0 0-2 16,0 0-5-16,-7-5-8 0,7 5-6 0,0 0-6 16,0 0-18-16,0 0-3 0,0 0-3 0,0 0-8 15,0 0-10-15,0 0-17 0,0 0-19 0,0 0-13 16,0 0-9-16,0 0-17 0,0 0-15 0,0 0-10 16,-2 12-14-16,2-12 1 0,0 8-7 0,0-8-60 15,2 11-151-15,-2-11 68 0</inkml:trace>
  <inkml:trace contextRef="#ctx0" brushRef="#br0" timeOffset="210618.98">13468 10086 25 0,'0'0'148'0,"0"0"-6"0,-11-4-1 15,11 4-2-15,0 0 6 0,-7-5-7 0,7 5-8 16,0 0-15-16,-2-8-5 0,2 8-14 0,-4-9-5 16,4 9-5-16,6-11-2 0,1 8-2 0,-1-6-1 0,3 1-3 15,3 5-6-15,-1-1-1 0,3-1-2 0,-3 0-7 16,1 3-8-16,2 4-6 0,-5-1-5 0,5 3-1 15,-5 2-5-15,2 0-4 0,-2 4-7 0,-2 0-1 16,2 3 3-16,-3 3-4 0,-2 0 0 0,-1 4-2 16,-5-1 6-16,0-1-3 0,-1 2-5 15,-3-1 0-15,-3 4 0 0,-1-7 0 0,0 0-4 0,-1-1 0 16,1-1-1-16,-3 0 2 0,0-2-4 0,-3-2 0 16,3-1-2-16,1-2 6 0,1-4-3 0,2 4 0 15,-1-4 25-15,4 0 6 0,-1-2-4 0,7-1-1 16,-14 0 3-16,14 0 0 0,0 0 1 15,-10-4-9-15,10 4 2 0,-7-4 1 0,7 4-1 0,0 0-8 16,-6-4 1-16,6 4 2 0,0 0-14 0,0 0 1 16,0 0-5-16,0 0 7 0,0 0-10 0,0 0-2 15,0 0 0-15,31 5 1 0,-20-2-4 0,2 0 2 0,-1 1 2 16,3-1-2-16,3 2-13 0,1-1-14 16,-6-4-18-16,7 6-23 0,-4-3-30 0,2-2-34 15,-1 2-42-15,0-3-29 0,-4 0-27 0,3 0-30 16,-5-2-131-16,3 1-415 0,-3-2 184 0</inkml:trace>
  <inkml:trace contextRef="#ctx0" brushRef="#br0" timeOffset="211130.4">13879 10092 146 0,'2'-6'246'0,"-2"6"-19"0,3-9-21 15,-1 4-17-15,-2 5-18 0,2-7-17 0,-2 7-19 16,0 0-12-16,0 0-9 0,0 0-2 0,4-7-12 15,-4 7-5-15,0 0-12 0,0 0-1 0,9 16-7 16,-7-9-5-16,4-2-6 0,0 3-6 16,2 1-8-16,-1 1 3 0,3-1-2 0,-1 0 2 0,4 2-4 15,-4-2 9-15,2-2-14 0,-2 2-9 0,5 1 3 16,-5-1-3-16,1-1-3 0,0-2 1 0,-3 1-8 16,3 0 0-16,-3 0-2 0,1 0-4 0,-2 0 0 15,0 0 0-15,-5 1 0 0,3-3 9 0,-4 1-4 16,0-6 2-16,-4 16 6 0,1-6-12 0,-3-3 0 15,0 2-3-15,-4-2 0 0,-3-2-3 0,2 3 0 16,-1-2-2-16,-1-2 1 0,-1 0-5 0,5-2-1 16,0 2 1-16,0-4 1 0,9 0-10 0,-13-1-13 15,13 1 0-15,-11-6-9 0,3 1-4 0,6-2-1 16,0-2-3-16,2 1 5 0,0-4 0 0,2 2 1 16,-2-3 4-16,5 1-1 0,0 1 5 0,-1-1-3 15,5-3 10-15,-2 0-3 0,2 0 3 0,0 1-1 16,-1 1-1-16,1 0 2 0,-2 3 2 0,0-1 0 15,-2 2 1-15,1-2 2 0,-1 1 0 0,0-1-1 16,-3 0 4-16,0 1-1 0,0 3 2 0,0-2-2 16,-2-1 3-16,0 10-2 0,-4-14 2 0,2 9-3 15,-3-1 2-15,0 1-3 0,-1-1-3 0,-1 0 4 0,0 0 1 16,0 1-4-16,0 3 8 0,-3 0-7 16,1 2-1-16,9 0 1 0,-18 1-1 0,11 2 3 0,-2 0 0 15,0 0-3-15,0 4-20 0,2 0-15 16,-2 0-21-16,4 2-28 0,1 0-28 0,0 1-32 15,2-1-49-15,2 2-175 0,0-1-406 0,4 0 180 16</inkml:trace>
  <inkml:trace contextRef="#ctx0" brushRef="#br0" timeOffset="211307.95">14236 10181 2 0,'0'0'264'15,"0"0"-11"-15,0 0-18 0,0 0-16 0,10 1-16 0,-10-1-17 16,0 0-17-16,0 0-19 0,0 0-15 0,0 0-13 16,0 0-18-16,0 0-26 0,0 0-28 0,0 0-29 15,8 4-38-15,-8-4-47 0,4 4-54 0,-4-4-44 16,5 4-143-16,-5-4-331 0,7 3 146 0</inkml:trace>
  <inkml:trace contextRef="#ctx0" brushRef="#br0" timeOffset="211562.62">14478 9942 87 0,'0'0'263'0,"1"-7"-18"16,-1 7-18-16,0 0-20 0,3-9-20 0,-3 9-15 16,0 0-6-16,0 0-8 0,0 0-5 0,0 0-3 15,0 0-12-15,-8 39-14 0,8-21-10 0,-4 2-4 16,4 5-14-16,-1-7-6 0,1 3-15 0,0 3-5 15,-3-5-5-15,0 0-9 0,5 1-4 0,-2-1-6 16,0-1-2-16,0-1-8 0,1-1-1 0,2 1-15 16,-3-4-21-16,1 3-23 0,-1-2-29 0,0-2-31 15,0 1-42-15,0-3-42 0,0 0-37 0,0-1-217 16,0 1-455-16,0-3 202 0</inkml:trace>
  <inkml:trace contextRef="#ctx0" brushRef="#br0" timeOffset="212116.73">14743 10178 2115 0,'7'-9'65'0,"-3"1"30"0,-3 2-30 0,3 0-13 15,-4 6-21-15,5-10 0 0,-1 7 3 0,-4 3-6 16,0 0-4-16,5-5 0 0,-5 5 4 0,0 0 10 16,0 0 4-16,0 0-2 0,0 0-2 0,0 0-1 15,-2 20-6-15,2-13-3 0,0-7-1 0,0 13-3 16,0-13-3-16,-2 12 0 0,2-5-4 0,0-7-3 15,0 10 0-15,0-10 1 0,0 9-3 0,0-9 1 16,-1 7 12-16,1-7 13 0,0 0 7 0,0 0 17 0,-4 8 9 16,4-8 9-16,0 0-10 0,0 0-7 15,0 0-4-15,0 0-6 0,0 0-6 0,-5-21-3 16,5 12-4-16,4-3-10 0,-3 3 3 0,3-3-11 16,1-3-2-16,0-2-5 0,3 2-1 0,-2-2-4 0,6 1-4 15,-1 0-9-15,1 2 3 0,-5 4 0 16,5 2-3-16,-3 1-2 0,1 1-1 0,-1 4-1 0,0 2 3 15,-9 0-2-15,16 2 10 0,-7 4-11 16,-1-1 2-16,2 3-2 0,-3 2-1 0,-1 1 6 0,-1 1 0 16,-1 0-3-16,1 0-1 0,-2-1 4 0,0-1-4 15,-1-2 4-15,0-1 0 0,-1 0 13 0,1-1-17 16,-2-6 6-16,0 10 3 0,0-10 2 16,2 6 5-16,-2-6-5 0,0 0 12 0,2 8 3 0,-2-8 2 15,0 0 12-15,0 0-21 0,0 0 4 0,0 0-4 16,0 0 4-16,0 0-9 0,0 0-4 0,1-30-3 15,3 18-1-15,0 2-1 0,3 0-9 0,2-6-2 16,2 2 2-16,1 1-1 0,-1-1 0 0,-1 7 1 16,-1 0 3-16,-3 0-6 0,2 4-3 0,-3-1 4 15,4 4-2-15,-9 0 3 0,11 2 0 0,-4 2 2 16,0 1 0-16,2 1 6 0,-1 4-2 16,-3-1-3-16,0 1-1 0,-1 3 7 0,0 0-14 0,0-1-5 15,-4 0-17-15,2-1-14 0,-1 2-22 0,2 0-27 16,-3-1-35-16,0-1-51 0,0-1-48 0,-3 2-254 15,5-2-528-15,-2-2 235 0</inkml:trace>
  <inkml:trace contextRef="#ctx0" brushRef="#br0" timeOffset="212546.75">15390 10126 71 0,'0'0'235'0,"0"0"-4"0,0 0-16 0,0 0-11 15,0 0-12-15,-4 20-9 0,4-20-12 0,-2 12-11 16,-3-5-8-16,2-1-11 0,1 4-15 0,2-10-6 0,-4 11-18 16,2-6-6-16,2-5-9 0,-2 10-8 0,2-10-8 15,-4 7-1-15,4-7-2 0,-1 5 8 16,1-5 16-16,0 0 11 0,0 0 14 0,0 0 12 16,0 0-7-16,0 0-17 0,0 0-7 0,0 0-12 0,0 0-3 15,0 0-15-15,-3-25 0 0,4 13-8 0,1 1-7 16,0-2 7-16,1-5-20 0,3 3-11 15,-2-4 2-15,4-5-2 0,-1 0 2 0,-1 5-8 16,0 2 13-16,2 0-14 0,1 2-12 0,-3-1 6 0,-1 4 1 16,-1 3-6-16,0 1-2 0,0 2-8 0,1 0 3 15,-5 6-5-15,9-2-2 0,-9 2-4 0,11 2 7 16,-4 6 9-16,3 2 5 0,-3 0-2 0,2 6 7 16,2 0 6-16,-4 1 0 0,0 1 3 0,-1 0 4 15,2 0-6-15,-2-1 1 0,-2-1-4 0,1 0-4 16,-1-4-7-16,0 3 9 0,-2-3-7 0,2 1-2 15,-1-3-1-15,-2 1-8 0,1 0-20 0,1-3-25 16,-2 0-27-16,1-3-30 0,-1 1-27 0,-1-6-25 16,0 9-18-16,0-9-39 0,-1 10-45 0,1-10-43 15,-6 9-253-15,3-7-595 0,3-2 263 0</inkml:trace>
  <inkml:trace contextRef="#ctx0" brushRef="#br0" timeOffset="212696.66">15448 10145 139 0,'0'0'246'16,"0"0"-9"-16,0-8-21 0,0 8-17 0,0 0-18 16,10-10-17-16,-2 5-18 0,3 2-10 0,1-2-17 15,0 1-9-15,6 0-24 0,3-1-27 0,-3 3-37 16,3-3-53-16,-3 3-49 0,3-1-66 0,-7 1-155 16,-1 1-326-16,-3 1 145 0</inkml:trace>
  <inkml:trace contextRef="#ctx0" brushRef="#br0" timeOffset="213251.82">13661 10626 131 0,'-14'3'150'0,"1"-5"0"0,6 4-4 0,-2 0-6 16,9-2-10-16,-9 2-9 0,9-2-2 0,-10 3-4 15,10-3 8-15,0 0-4 0,0 0 8 0,28 3-3 16,3-5-6-16,21-3-4 0,9-1-9 0,33-5-6 16,3-1-6-16,11-1-13 0,2-3-6 0,6 1-1 15,6 1-4-15,6-2-5 0,-2 5-2 0,-3-2-1 16,-4 4-6-16,3-1 1 0,-12 2-2 0,-1 1-3 15,-9-2-9-15,-5 2 2 0,-32 4-4 0,-1-2-5 16,-3 4-3-16,-5-1-1 0,-2 0-4 0,-17 2-3 16,-2-2-3-16,-5 1-1 0,-7 1 1 0,-5 0 1 15,-3-2-2-15,-3 4 2 0,-2-4 1 0,2 2 3 16,-10 0-2-16,9 0 5 0,-9 0-5 0,10-1 2 16,-10 1-6-16,0 0 3 0,9-1-6 0,-9 1-5 15,0 0-16-15,0 0-26 0,0 0-26 0,0 0-36 0,0 0-48 16,0 0-64-16,0 0-68 0,-32 0-187 15,13 1-497-15,-8-1 221 0</inkml:trace>
  <inkml:trace contextRef="#ctx0" brushRef="#br0" timeOffset="-214516.67">7501 12163 87 0,'0'0'217'0,"-11"-3"-2"15,11 3-16-15,0 0-13 0,-9-2-9 16,9 2-21-16,0 0-11 0,0 0-18 0,-8-3-11 0,8 3-10 16,0 0-10-16,0 0-8 0,0 0-6 0,31-2-10 15,-18 0-3-15,7 2-9 0,1-3-6 0,-1-1-6 16,8 1-5-16,-1 1-12 0,-8-2-13 0,0 1-24 16,0 1-22-16,-2 1-30 0,-4 1-24 0,-2-2-26 15,0 1-31-15,-3 1-23 0,-8 0-14 0,12-3-97 16,-12 3-294-16,5-4 130 0</inkml:trace>
  <inkml:trace contextRef="#ctx0" brushRef="#br0" timeOffset="-213966.73">7648 12105 40 0,'0'0'140'0,"-12"2"-6"16,6-1-8-16,0 2 12 0,6-3-3 0,-11 6-3 16,5-1-3-16,3 4 9 0,0 3 6 0,2 3-12 15,-1 2-6-15,1 3-5 0,1 5-7 0,1-1-7 16,1 3-10-16,2-3-2 0,-3-5-9 0,4 7-6 15,-2-7-6-15,0 1-10 0,1 5-6 0,1-7-7 16,-1 0-1-16,-3-3-4 0,3 1-5 16,-1-5-6-16,-1 1 4 0,0-2-13 0,0 0 4 0,0-2-5 15,-2-2-2-15,0-6-1 0,1 11 2 0,-1-11-7 16,-1 10 0-16,1-10 0 0,0 0 1 0,-4 6 4 16,4-6-7-16,0 0-6 0,-12 1 2 0,12-1 3 15,0 0-6-15,-16-6 0 0,16 6 7 0,-9-6 9 16,9 6-3-16,-7-4 2 0,7 4 9 0,-7-4-13 15,7 4-4-15,0 0-1 0,-5-6-7 0,5 6 1 16,0 0-1-16,0 0 2 0,0 0-4 0,0 0-1 16,0 0 3-16,21-5-13 0,-9 2-6 0,0 3-6 0,5-2-6 15,1-1-16-15,-1 0-7 0,0 0-17 16,1 1-22-16,-1-2-15 0,1 3-16 0,-5-2-12 16,6 0-19-16,-2 0 3 0,0-2 0 0,-4 1 17 15,1 0-2-15,-2 1 13 0,4-4 6 0,-5 3 14 16,-4-1 15-16,2 1 22 0,-3-1 11 0,-2 0 18 0,0-1 28 15,0 2 14-15,-4 4 17 0,3-13 20 16,-2 8 11-16,1-2 17 0,-2 7 5 0,2-7 12 16,-2 7 3-16,1-9 0 0,-1 9 1 0,0 0-6 15,0-8-9-15,0 8-8 0,0 0-11 0,0 0-7 0,0 0-1 16,0 0-1-16,0 0 13 0,0 0 6 0,0 0 1 16,8 27-4-16,-8-17-5 0,2 3-6 0,-1 2 17 15,1-3-3-15,0 6-10 0,0-2-9 0,-2 0-2 16,1-1-6-16,-1-2-2 0,1-1-16 0,0 2-17 15,-1-4-22-15,0 1-20 0,2 0-25 0,-2-3-26 16,0-2-35-16,0-6-39 0,0 13-38 0,0-13-25 16,-2 7-190-16,2-7-441 0,0 0 196 0</inkml:trace>
  <inkml:trace contextRef="#ctx0" brushRef="#br0" timeOffset="-213729.05">7912 12429 159 0,'14'-10'221'0,"2"1"-7"0,1 2-2 16,2 0-12-16,0 2-8 0,1 3-14 0,0 2-10 16,-1 1-15-16,-1 3-11 0,0 2-10 0,-3 2-6 15,0 2-8-15,-2 1 1 0,-1 1-1 16,-3 3-4-16,-3 1-7 0,-1-1-5 0,-3 1-6 0,-4 1-5 16,0 0-4-16,-3 0 6 0,-2-2-11 0,-4 2-2 15,2-2-8-15,-2-2-3 0,0 3-1 0,-1-3-9 16,1-2-6-16,2-3-33 0,0-1-22 0,0 1-28 15,-1-2-35-15,1-1-30 0,3-2-38 0,-1 0-56 16,7-3-51-16,-10 4-243 0,10-4-521 16,-8 0 231-16</inkml:trace>
  <inkml:trace contextRef="#ctx0" brushRef="#br0" timeOffset="-213526.84">8280 12496 39 0,'0'0'282'0,"9"-5"-21"15,-9 5-12-15,6-2-11 0,-6 2-8 0,0 0-3 16,10 9-3-16,-7-6-18 0,-3-3-12 0,4 13-17 16,-1-5-4-16,-1 2-10 0,-4 1-10 0,1 0-11 15,1-1-17-15,0 4-14 0,0-2-8 0,0-1-12 16,1 2-16-16,-1-3-27 0,0 1-29 16,2-1-38-16,-2 0-41 0,1-1-37 0,0-2-51 0,-1-7-60 15,2 14-48-15,-1-9-201 0,-1-5-496 0,5 6 220 16</inkml:trace>
  <inkml:trace contextRef="#ctx0" brushRef="#br0" timeOffset="-213330.95">8678 12408 2914 0,'7'-8'90'0,"-3"3"5"0,1 0-44 15,-3 1-22-15,-2 4-15 0,8-9 2 0,-6 5-5 16,-2 4 1-16,12-4-1 0,-5 1-2 0,4 2-4 15,0-2 1-15,2 3-10 0,0-2-18 0,0 1-22 16,1 1-35-16,-3 0-55 0,2 1-63 0,-3-1-53 16,-3 2-173-16,-7-2-457 0,9 4 203 0</inkml:trace>
  <inkml:trace contextRef="#ctx0" brushRef="#br0" timeOffset="-213196.98">8727 12501 87 0,'-2'4'287'0,"2"-4"-16"0,0 0-13 0,0 0-14 16,0 0-19-16,0 0-21 0,0 0-18 0,0 0-26 16,26-2-27-16,-13 0-33 0,0-1-35 0,5 0-53 15,0-2-72-15,2 0-88 0,-3 1-190 0,2-2-365 16,0-2 161-16</inkml:trace>
  <inkml:trace contextRef="#ctx0" brushRef="#br0" timeOffset="-212884.27">9661 12124 70 0,'-7'-1'280'0,"2"-3"-16"16,5 4-17-16,-7-4-20 0,7 4-20 0,-6-3-19 0,6 3-20 15,0 0-17-15,0 0-3 0,0 0-21 0,0 0-7 16,0 0-14-16,29-8-17 0,-10 7-18 16,2-4-25-16,-1 3-21 0,-1-1-30 0,2-1-37 15,-1 4-41-15,-3-3-30 0,-3 0-37 0,-1 3-23 0,-1-2-155 16,-4 0-356-16,-3 0 158 0</inkml:trace>
  <inkml:trace contextRef="#ctx0" brushRef="#br0" timeOffset="-212533.6">9806 12089 10 0,'0'0'195'0,"-7"2"-12"16,7-2-14-16,0 0 6 0,0 0-1 0,0 12-2 15,0-12-9-15,-2 15-8 0,2-3 6 0,1-2-10 16,-2 8-10-16,1 1-8 0,1 2-10 0,-1-2-8 15,0 0-10-15,1-1-10 0,2 1-9 0,-3-1-9 16,0 0-8-16,2-1-4 0,0 0-9 0,-2-1-4 16,1-3-3-16,0-2-2 0,2-1-6 0,-2 0-5 15,-1-2-1-15,1-2-5 0,-1-6-2 0,1 10-5 16,-1-10-3-16,0 8-1 0,0-8-7 0,0 0-3 16,-6 6-5-16,6-6-4 0,-7 2-5 0,7-2-1 15,-12 0 3-15,12 0 1 0,-13-4-5 0,13 4 4 16,-10-7 1-16,5 5-2 0,5 2 3 0,-9-6 9 15,9 6-11-15,-6-3 3 0,6 3-3 0,-5-4-2 16,5 4 2-16,0 0 2 0,0 0-4 0,0 0 5 16,0 0 2-16,0 0 0 0,0 0-3 0,0 0 5 15,0 0-5-15,28 2-1 0,-17 1-12 0,1-4-14 16,0 1-19-16,6-3-20 0,1 2-30 0,1-1-33 16,-3 0-37-16,4-1-19 0,1 0-10 0,-5-1-19 15,-1-1-117-15,2-2-360 0,-2 2 160 0</inkml:trace>
  <inkml:trace contextRef="#ctx0" brushRef="#br0" timeOffset="-212349.39">10066 12346 62 0,'8'-7'67'0,"-2"0"29"0,-2 2 14 16,0-1 13-16,1-2 13 0,-5 8 20 0,3-10 13 16,-3 10-1-16,2-11 0 0,1 8 1 0,-3 3-3 0,0 0-6 15,2-8-10-15,-2 8-18 0,0 0-12 0,0 0-12 16,0 0-10-16,0 0 4 0,0 0 5 16,0 0-3-16,3 18 2 0,-3-6-12 0,-1 0-2 15,1 2-11-15,0 3-4 0,0-2-10 0,0 1 2 0,1 0-15 16,0 0-4-16,-2 0-8 0,1 0-13 0,1-3-23 15,-1 2-25-15,0-5-33 0,0 1-21 16,2-2-33-16,-4-2-44 0,2-7-48 0,0 11-46 16,0-11-189-16,-2 8-469 0,2-8 208 0</inkml:trace>
  <inkml:trace contextRef="#ctx0" brushRef="#br0" timeOffset="-212093.07">10129 12313 182 0,'14'-9'240'16,"-1"3"-7"-16,-2 2-13 0,2 4-10 0,0 0-14 16,0 0-3-16,-2 1-14 0,1 3-15 0,0 1-11 15,-1 2-3-15,-2 1-4 0,0 3-2 0,-2 2-7 16,0-2-5-16,-5 1-13 0,-2 5 0 0,-1 0 10 16,-2 0-15-16,-6-1-16 0,-1 1-11 0,-1-2-4 15,-2 2-7-15,0-1-9 0,0-1-8 0,1-2-21 16,-1-2-12-16,-1 1-21 0,3-4-41 0,1 0-39 15,-5 2-38-15,5-4-54 0,2 0-53 0,2-2-43 16,1-1-209-16,5-3-509 0,-9 0 226 0</inkml:trace>
  <inkml:trace contextRef="#ctx0" brushRef="#br0" timeOffset="-211866.75">10376 12433 194 0,'10'0'197'0,"-1"2"-1"0,0-1-6 0,-9-1-3 15,11 4-10-15,-4-1-5 0,-1 2-3 0,-1-2-15 16,-1 2-6-16,-4-5-12 0,8 9-3 0,-6-2-7 16,1 0-3-16,-3-7-7 0,1 11-3 0,0-3-12 15,1-3-2-15,-2-5-13 0,1 11-5 0,-1-11-7 16,4 9-7-16,-2-4-8 0,1 2-3 0,-3-7 0 0,11 6-9 16,-4-3 7-16,4-1-12 0,3-1-17 15,4-2-23-15,1-1-28 0,8-3-28 0,3 1-38 16,-2-4-46-16,2 0-38 0,4-3-41 0,-4 1-47 15,1-3-139-15,-2 0-435 0,-1-3 193 0</inkml:trace>
  <inkml:trace contextRef="#ctx0" brushRef="#br0" timeOffset="-211699.6">11076 12286 154 0,'0'0'282'0,"0"0"-8"16,11-1-6-16,-11 1-10 0,12-3-19 0,-3 2-16 15,0-2-19-15,2 1-22 0,7-1-17 0,-2-1-23 16,4 0-23-16,-1 1-25 0,-1-1-32 0,1 1-41 0,-6 2-49 16,0 0-62-16,-3-1-70 0,-2 1-49 0,-8 1-158 15,0 0-397-15,0 0 175 0</inkml:trace>
  <inkml:trace contextRef="#ctx0" brushRef="#br0" timeOffset="-211566.73">11078 12417 1 0,'-2'2'261'0,"2"-2"-14"0,-9 7 0 0,9-7-10 0,0 0-6 16,-2 5-7-16,2-5-3 0,0 0-29 16,0 0-18-16,0 0-18 0,20 2-39 0,-10-3-31 0,2-1-37 15,0-1-49-15,6 0-69 0,-1-3-79 0,1 2-223 16,0 0-403-16,1-2 179 0</inkml:trace>
  <inkml:trace contextRef="#ctx0" brushRef="#br0" timeOffset="-205199.77">12152 11890 18 0,'0'0'101'0,"0"0"-5"0,0 0-9 0,0 0-1 16,0 0 5-16,0 0-6 0,0 0-4 0,0 0-1 15,0 0-8-15,0 0 1 0,0 0-6 0,0 0-1 16,0 0 3-16,0 0-10 0,0 0-5 0,0 0 5 16,0 0-8-16,0 0-4 0,0 0-3 0,0 0 2 15,0 0-6-15,0 0 0 0,0 0-2 0,0 0-8 16,0 0 6-16,0 0-7 0,0 0 1 0,0 0 0 15,0 0 0-15,0 0-8 0,0 0 1 0,0 0 1 16,0 0 0-16,0 0-5 0,2-5 3 0,-2 5 0 0,0 0-1 16,0 0-9-16,0 0 11 0,0 0-6 15,0 0 4-15,0 0-2 0,0-8-1 0,0 8-2 16,0 0 0-16,0 0-4 0,0 0-3 0,0 0 2 16,0 0 3-16,0 0-1 0,0 0-1 0,0 0-3 0,0 0-1 15,0 0 4-15,0 0-4 0,0 0-2 0,0 0 2 16,0 0 1-16,0 0 3 0,0 0-1 0,0 0-3 15,0 0 1-15,0 0 3 0,0 0-1 0,0 0-1 16,0-10 1-16,0 10 3 0,0 0 3 0,0 0-3 16,0 0 5-16,0 0-3 0,0 0 0 0,0 0 0 15,0 0-2-15,0 0-2 0,0-9 4 0,0 9-4 16,0 0-5-16,0 0 6 0,0-10-2 0,0 10 3 16,0 0-2-16,0 0-1 0,0 0 4 0,-2-8 3 15,2 8 0-15,0 0-2 0,0 0-2 0,0-9 6 16,0 9-6-16,0 0-3 0,0 0 0 0,0 0-2 15,0 0 3-15,0 0-1 0,0 0 2 0,-2-8 2 16,2 8-3-16,0 0-1 0,0 0 1 0,0 0-2 16,0 0-1-16,0 0 0 0,0 0-7 0,0 0 0 15,0 0 4-15,0 0-3 0,0 0-3 0,0 0-1 16,0 0 0-16,0 0 2 0,0 0-3 16,0 0 5-16,0 0-4 0,0 0-1 0,0 0 4 0,0 0-4 15,0 0 5-15,0 0-3 0,0 0 0 0,0 0-6 16,0 0 7-16,-3 26 1 0,3-26 1 0,0 0-2 15,0 10-2-15,0-10 2 0,0 0 1 0,0 0-5 16,0 8 6-16,0-8-4 0,0 0 1 0,0 0 1 0,0 0 4 16,0 0-1-16,0 0-2 0,0 8 1 15,0-8 6-15,0 0 3 0,0 0 3 0,0 0 2 16,0 0 3-16,0 0-2 0,0 0 4 0,0 0-1 16,0 0 4-16,0 0-4 0,0 0-1 0,0 0-1 15,0 0 5-15,0 0-5 0,0 0 6 0,0 0-9 16,0 0 2-16,0 0-5 0,0 0-1 0,0 0-3 15,0 0-2-15,0 0 3 0,0 0-1 0,0 0-3 16,0 0 9-16,0 0-9 0,0 0-1 0,0 0-3 0,0 0 2 16,0 0 2-16,0 0-1 0,0 0-5 0,-9-17 1 15,9 17 1-15,0 0 0 0,0 0 0 0,0 0 0 16,0 0-1-16,-4-8 3 0,4 8-1 16,0 0-3-16,0 0-2 0,0 0 0 0,0 0 3 0,0 0-2 15,0 0 2-15,0 0-3 0,0 0 1 0,0 0 0 16,0 0-1-16,0 0 0 0,0 0 5 15,0 0-3-15,0 0-4 0,0 0 5 0,0 0-1 16,0 0 0-16,0 0 0 0,0 0 6 0,0 0-7 16,-4-5-1-16,4 5 1 0,0 0-1 0,0 0-1 0,0 0 3 15,0 0-2-15,0 0 2 0,0 0-1 0,0 0 2 16,0 0-2-16,0 0-3 0,0 0-3 0,0 0 4 16,0 0 1-16,0 0-3 0,0 0 0 15,0 0-2-15,0 0-2 0,17-2 2 0,-17 2 3 0,20-3-1 16,-6 3-3-16,0-1-4 0,6-2-9 0,-3 0 0 15,4 0 3-15,-4-1-8 0,4 4-12 0,-3-5-10 16,-2 1-14-16,4 1-20 0,-7 0-22 16,-1 2-22-16,1-2-21 0,1 0-16 0,-3-1-36 0,-4 2-150 15,1-1-377-15,1-1 167 0</inkml:trace>
  <inkml:trace contextRef="#ctx0" brushRef="#br0" timeOffset="-204765.67">12300 11814 135 0,'0'0'160'0,"-5"7"5"0,3-2-5 0,0 1-11 0,-3 3-6 16,3 1-10-16,-2 1-2 0,1 5-8 0,2 0-8 15,-3 3-9-15,2-2-10 0,0 0-6 16,2 0 0-16,0 0-10 0,2 0-7 0,0-1-4 0,-2 0-7 15,0-3-7-15,0-3-5 0,4 2-4 0,-3-1-3 16,-1 0-5-16,3 0 1 0,-3-1-10 0,2-4-2 16,-2 2-1-16,0-8-1 0,2 9-5 0,-2-9-1 15,2 10 1-15,-2-10-4 0,0 7 3 0,0-7-4 16,0 0 3-16,-2 10-3 0,2-10-1 0,-2 7-2 16,2-7-2-16,-6 3-1 0,6-3-1 0,-8 4 1 15,8-4-2-15,-9 3 2 0,9-3-4 0,-10 0 2 16,10 0-5-16,-10 0 1 0,10 0 2 0,-9 0 0 15,9 0 2-15,-10 0-4 0,10 0-1 0,0 0 2 16,-10 0-3-16,10 0 3 0,0 0-2 0,0 0 2 16,0 0-5-16,0 0-3 0,0 0 1 0,0 0 3 15,0 0-2-15,-9 0 0 0,9 0 3 0,0 0-2 16,0 0 1-16,0 0 1 0,0 0 0 0,0 0 2 0,31 0-6 16,-19-2-11-16,-1 4-24 0,0-5-14 15,3 2-28-15,-1-1-46 0,5 0-31 0,-1 0-38 0,2-1-149 16,-4 0-371-16,-1 0 164 0</inkml:trace>
  <inkml:trace contextRef="#ctx0" brushRef="#br0" timeOffset="-204399.95">12525 12098 242 0,'0'0'257'0,"0"-9"-10"0,0 9-10 16,0 0-11-16,0 0-17 0,0 0-22 0,0-10-18 0,0 10-18 15,0 0-17-15,0 0-15 0,0 0-11 0,0 0 10 16,0 0-8-16,0 0-14 0,-5 29-8 0,2-18-10 16,3 0 1-16,-2 2-15 0,2-2-4 0,-4 7-7 15,4 0-9-15,0-3-16 0,-2-1-15 0,4 2-25 16,-2-4-24-16,-2-1-21 0,4 3-24 0,-2-5-40 16,-2 1-32-16,4-1-36 0,-2 2-30 0,0-6-157 15,0-5-405-15,2 12 180 0</inkml:trace>
  <inkml:trace contextRef="#ctx0" brushRef="#br0" timeOffset="-204183.99">12282 12418 47 0,'-10'3'202'0,"1"-1"-15"0,3-1-12 16,6-1-19-16,-9 2-5 0,9-2 5 0,0 0-4 15,0 0-2-15,0 0-13 0,15 9-5 0,4-9-18 16,8-2-12-16,3-1-9 0,1-1-7 0,4 0-10 16,1-1-12-16,2-2-12 0,-4 1-14 0,0 0-24 15,-1 1-28-15,-3 0-37 0,-1 2-37 0,-7-1-27 16,-3 1-45-16,-6 4-150 0,3-2-335 0,-7 1 149 16</inkml:trace>
  <inkml:trace contextRef="#ctx0" brushRef="#br0" timeOffset="-203833.67">12389 12586 92 0,'0'0'248'0,"0"0"-9"0,0 0-6 0,0 0-6 16,0 0-5-16,0 0-14 0,34-1-11 0,-26 2-14 15,2 2-18-15,-3-1-12 0,0 1-12 0,2 2-14 16,0 3-10-16,-3-1 1 0,-2 5-3 0,-1-1 2 15,0 2-9-15,-6 5-5 0,-4-1-4 0,-2 5-20 16,-6 2-3-16,1-2-7 0,-6 2-6 0,3-3-3 16,-2-2-14-16,6-6 1 0,-1 1-5 0,3-5 0 15,0-1-11-15,0 0 3 0,2-1-1 0,0 2 1 16,1-3-5-16,2-3-1 0,1 2-5 0,-1-1 1 16,6-4-3-16,-7 6-2 0,7-6 3 0,0 0-9 15,0 0 9-15,0 0-8 0,0 0-5 0,0 0-1 16,0 0 1-16,27-5 4 0,-15 1-2 0,7 1-9 0,-2 0 24 15,3-2-27-15,7-4-18 0,4 1-14 16,-4-2-28-16,7-1-30 0,2-1-36 0,-3 0-48 16,3 0-55-16,0-2-49 0,-3 3-246 0,1-2-567 15,-4 2 251-15</inkml:trace>
  <inkml:trace contextRef="#ctx0" brushRef="#br0" timeOffset="-203656.69">13182 12500 2875 0,'9'-8'91'0,"-1"0"-37"16,-2 1-27-16,1 1-14 0,-1 0-4 15,-1 3 5-15,2 1-12 0,-7 2 1 0,11-7 0 0,-7 4-4 16,3-1-10-16,2 4-23 0,-9 0-25 0,9-3-26 16,-9 3-37-16,9 0-36 0,-9 0-25 0,0 0-31 15,9 1-157-15,-9-1-402 0,0 0 179 0</inkml:trace>
  <inkml:trace contextRef="#ctx0" brushRef="#br0" timeOffset="-203516.73">13191 12555 169 0,'-4'3'218'0,"4"-3"0"15,-5 5-1-15,5-5-1 0,0 0-3 0,-8 5-6 16,8-5-3-16,0 0-11 0,0 0-16 0,0 0-16 16,0 0-17-16,22 0-30 0,-8-3-23 0,-1 0-30 15,5-1-42-15,0 1-50 0,-2-2-69 0,4-1-74 16,-3-2-213-16,2 2-418 0,-2-2 186 0</inkml:trace>
  <inkml:trace contextRef="#ctx0" brushRef="#br0" timeOffset="-202355.7">14277 11901 105 0,'-3'-7'187'0,"2"0"-1"0,1 7-3 0,-3-10-5 0,0 2-7 15,3 8-13-15,-2-14-7 0,0 8-3 16,2 6-6-16,0-9-3 0,0 9-9 0,-3-10-18 15,3 10-5-15,0 0-18 0,-2-6-11 0,2 6-8 0,0 0-6 16,0 0-8-16,0 0-9 0,0 0 0 0,5 22 3 16,-5-8 5-16,0 5 1 0,2 5-7 0,0 0-1 15,1-4-5-15,-3-1 0 0,0 6-4 0,-3-5 0 16,3-1-4-16,0-2-8 0,0 1 2 0,3 0-8 16,-3 0 1-16,0-1 0 0,1-2-3 0,1-2 0 15,-2-3 1-15,0 3-4 0,1-1-3 16,2-3-16-16,-1 1-23 0,0-2-24 0,-2-2-18 15,0 1-28-15,0-7-31 0,4 12-23 0,-3-8-21 0,-1-4-23 16,4 3-30-16,-4-3-127 0,0 0-380 16,0 0 168-16</inkml:trace>
  <inkml:trace contextRef="#ctx0" brushRef="#br0" timeOffset="-201963.35">14461 11926 54 0,'2'-5'214'0,"-2"5"-17"15,4-8-12-15,-4 8-15 0,3-5-13 0,-3 5-1 16,0 0-4-16,0 0-7 0,0 0-12 0,0 0-1 16,0 0-9-16,2 25-12 0,-2-15-9 0,0 1-8 15,0 0-9-15,-2 2-6 0,4-3-12 0,-2 3-5 16,2 0-8-16,2 0-3 0,0-3-7 0,-1 0 1 16,4-3-6-16,-2 3 1 0,-1-5-6 0,2 1-2 15,3-2-7-15,1-1 1 0,1 0-4 0,0-1 0 16,1-3-2-16,0-2 6 0,0 1 0 0,-1-3-1 15,0 1-7-15,-1-2-1 0,-1-1 2 0,0 0-4 16,-3-2 0-16,4-1 0 0,-4 0-1 0,0 0-4 16,-1-2 0-16,0 2 7 0,0-3-11 0,-1 4 9 15,-2-1 4-15,0 6 4 0,0-2-1 0,-2 6-2 0,3-8-5 16,-3 8-2-16,0 0-2 0,0 0-4 0,0 0 0 16,0 0 2-16,6 16 7 0,-6-5 2 0,-2 6 1 15,2-1-1-15,-2 2-3 0,0 0 0 16,1 9 2-16,-1-8-3 0,1 1-3 0,2-1-2 0,-2 5-6 15,1-5-20-15,0 0-20 0,0 0-14 16,0 0-30-16,0-4-46 0,1 3-59 0,1-8-55 16,-2 0-207-16,-2-3-483 0,5 0 214 0</inkml:trace>
  <inkml:trace contextRef="#ctx0" brushRef="#br0" timeOffset="-201806.48">14910 12085 205 0,'0'0'245'0,"2"-6"-21"0,-2 6-25 16,0 0-19-16,2-6-24 0,-2 6-15 0,0 0-19 15,0 0-27-15,0 0-41 0,0 0-46 0,0 0-46 16,0 0-37-16,12 15-45 0,-12-15-113 0,4 6-253 16,3-2 113-16</inkml:trace>
  <inkml:trace contextRef="#ctx0" brushRef="#br0" timeOffset="-201480.43">15077 12027 99 0,'0'-10'246'0,"0"10"-14"15,0 0-24-15,0 0-18 0,0 0-8 0,0 0-8 16,0 0-10-16,0 0-9 0,0 0-6 0,0 0-13 16,-17 19-19-16,15-12-5 0,0 0-9 0,0 3-14 15,2-1-10-15,0 1-5 0,0 0-7 0,2-1-5 16,0 0-6-16,0 1-6 0,2-4-4 0,-1 0-4 15,3 0 11-15,1-1-2 0,-1-2 3 0,2 0-7 0,6-1 1 16,-3-2-4-16,2 0 1 0,-2-2-1 16,-3-1-4-16,4 0 2 0,-2-1-5 0,-2 0-1 15,-3-2-2-15,4-1-3 0,-4 0-5 0,1-1-2 16,-5-1-3-16,1 0-1 0,-5-1-5 0,3 10 1 16,-4-17-12-16,-1 8-6 0,0-1-10 0,-1 2-15 15,1 0-17-15,-3 1-14 0,2 3-11 0,0 2-14 16,-1-1-19-16,7 3-24 0,-13-1-20 0,13 1-24 15,-13 1-19-15,13-1-19 0,-9 3-17 0,9-3-126 16,0 0-379-16,0 0 167 0</inkml:trace>
  <inkml:trace contextRef="#ctx0" brushRef="#br0" timeOffset="-201233.33">15249 11978 16 0,'7'-2'206'0,"-7"2"-6"0,0 0-20 0,9-3-5 15,-9 3-8-15,0 0-13 0,0 0-6 0,0 0-7 16,0 0-1-16,0 0-4 0,8 5-14 0,-8-5 2 15,5 12-6-15,-3-5-4 0,2 0-14 0,4 3-7 16,-2-1-8-16,1 1-7 0,0 0-8 0,1-1-5 16,2 1-11-16,-1 0 4 0,0 0-4 0,4 3-6 15,-4-4 0-15,0-1-7 0,1 1-4 0,-1-4-1 16,-1 2-4-16,-1 3-1 0,0-4-1 0,0 3-3 16,-4-4-4-16,0 0 1 0,-1 2-6 0,-2-7-4 15,1 10-7-15,-1-10-3 0,-5 10-13 0,0-5-5 16,-1-1-14-16,-2 3-14 0,0-4-23 15,-1 0-28-15,-1 0-31 0,1-2-40 0,9-1-38 0,-21-2-212 16,10-3-447-16,1 2 199 0</inkml:trace>
  <inkml:trace contextRef="#ctx0" brushRef="#br0" timeOffset="-201101.05">15423 11919 135 0,'12'-6'159'0,"1"-2"-24"0,3 3-11 15,1-1-15-15,0-1-9 0,0 4-14 0,-4 1-20 16,2 2-46-16,-2-1-38 0,1 1-51 0,-1 1-73 16,-2 1-152-16,2 0 67 0</inkml:trace>
  <inkml:trace contextRef="#ctx0" brushRef="#br0" timeOffset="-200583.29">15735 12030 173 0,'4'9'197'0,"-3"-5"-4"0,-1-4-5 16,3 10-20-16,0-5-3 0,-3-5-11 0,1 10-11 16,-1-10-9-16,2 9-10 0,-2-9-11 0,0 9-4 15,0-9-6-15,0 0-1 0,0 9-6 0,0-9-5 0,0 0 4 16,0 9 12-16,0-9 3 0,0 0 7 0,0 0-7 16,0 0-11-16,0 0-3 0,0 0 4 15,0 0-9-15,0 0-3 0,0 0-4 0,0 0-3 0,-14-21-5 16,14 21-13-16,2-14-1 0,-1 5-11 15,1-1-4-15,1 0 8 0,1-2-21 0,0 0-6 16,2 1-6-16,0 1-3 0,1 0 1 0,2 1-3 16,0 1-1-16,0 1-4 0,-2 2-2 0,2 2-5 0,-1 1-3 15,2 2 1-15,-10 0-1 0,15 4 0 0,-6-1 13 16,-1 3-15-16,0 2-3 0,-1 0 2 0,0 0-3 16,0 2 7-16,-1 1-1 0,-1-1-2 0,0 1 0 15,-1-1-2-15,-1-1 18 0,0-1-13 0,-2-3 4 16,2 2 1-16,-3-7 0 0,1 9 0 0,-1-9 4 15,3 7 1-15,-3-7-3 0,0 0 2 0,0 0-1 16,0 0-1-16,0 0 1 0,0 0-1 0,0 0-10 16,0 0 1-16,0 0-3 0,0 0-1 0,0 0-7 15,4-26 11-15,-1 17-7 0,1 0-13 0,1 0 1 16,-1-2-1-16,1 1 1 0,0 3 2 0,1-2-1 16,-3 5-1-16,2-2 0 0,-2 1 3 0,-3 5-3 15,5-5 2-15,-5 5-1 0,0 0 2 0,12 0 3 16,-12 0 4-16,7 7-1 0,-2-2 1 0,-2 2 1 15,-1-2-1-15,2 4-2 0,-1-3-15 0,1 3-15 16,-3 1-12-16,2 0-30 0,-2-3-22 16,-1 1-39-16,0 0-45 0,0-8-51 0,2 13-50 0,-2-7-155 15,3-1-480-15,-3-5 213 0</inkml:trace>
  <inkml:trace contextRef="#ctx0" brushRef="#br0" timeOffset="-200200.42">16190 12035 66 0,'0'0'243'0,"0"0"-15"0,0 0-11 0,0 0-7 16,0 0-9-16,0 0-9 0,0 0-15 0,0 0-12 0,-5 23-7 15,1-16-15-15,4-7-6 0,-3 12-4 0,0-7-12 16,3-5-12-16,-1 9 6 0,1-9-23 16,0 10-3-16,0-10-4 0,-3 6 4 0,3-6 3 15,0 0 7-15,0 0 11 0,-2 6-5 0,2-6-12 0,0 0-6 16,0 0-9-16,0 0-5 0,0 0-8 0,0 0-8 15,3-23-4-15,-3 23-8 0,4-15-2 16,-1 4-15-16,-1 0-5 0,6-3-7 0,-4-3 1 16,2 0-8-16,2 2-6 0,-2-4 1 0,3 2 5 0,0 2-6 15,0 1-5-15,1 0 7 0,-2 4-1 0,0 3-8 16,-2 0 13-16,0 4-13 0,-1 1-1 0,-5 2 8 16,13 0 13-16,-13 0 5 0,14 10 10 15,-7-2 4-15,0 0 8 0,-1 3 2 0,-3 0 2 0,5 4-3 16,-4-3-5-16,0 0-11 0,0 4 3 0,-2-4 0 15,3 5-6-15,-2-5-25 0,1-2-27 0,-3-1-44 16,3 4-25-16,-2-5-34 0,1 1-28 0,-2-2-36 16,0 0-45-16,2-1-51 0,-3-6-264 0,0 0-599 15,-4 12 266-15</inkml:trace>
  <inkml:trace contextRef="#ctx0" brushRef="#br0" timeOffset="-200060.15">16229 12049 37 0,'0'0'186'16,"11"-4"-15"-16,0 2-24 0,1-2-14 0,0 2-14 15,3 0-20-15,3 0-27 0,-2 2-24 0,4-1-36 16,-4 1-49-16,2 1-128 0,-8-1-178 0,3 2 78 16</inkml:trace>
  <inkml:trace contextRef="#ctx0" brushRef="#br0" timeOffset="-199834.08">15224 12537 112 0,'-29'9'332'0,"3"1"-35"0,8-1-28 15,7-2-29-15,1 0-18 0,3 0-11 0,7 1-3 16,0-8-7-16,9 13-7 0,12-6-13 0,14-4-11 0,20-3-20 15,10-3-18-15,35-4-26 0,4-6-37 16,-3-6-28-16,1-2-37 0,0 3-37 0,-5-3-38 16,-9 1-64-16,-24 6-66 0,-1-2-250 0,-2 4-486 15,-8-1 215-15</inkml:trace>
  <inkml:trace contextRef="#ctx0" brushRef="#br0" timeOffset="-186200.67">28552 3189 2 0,'0'0'162'0,"-6"-2"-10"0,6 2-10 16,0 0-18-16,-9-2-9 0,9 2-18 0,0 0-8 16,0 0-6-16,-12 0-9 0,12 0-8 0,0 0-7 15,-7 7-5-15,7-7-6 0,-6 5-3 0,6-5 1 16,-3 4-7-16,3-4 0 0,-4 5-8 0,4-5 2 16,0 0-4-16,-5 8 4 0,5-8-2 0,0 0-5 15,1 9 7-15,-1-9 4 0,5 7-6 0,-5-7 3 16,4 7-1-16,2-2 4 0,-2-1 19 0,3 0-6 15,1 2-4-15,1 0-5 0,-1 1-6 0,1 1 2 16,5-1-1-16,-2 0-4 0,3 2-3 0,-5-2-3 16,7 3 4-16,-4 0-9 0,3 0-2 15,-7-1-1-15,7 0-1 0,-5 1-3 0,0-2 0 0,-2 1 1 16,3-4-4-16,-3 3-1 0,-3-1-1 0,1 0 2 16,-2-1-2-16,-3 0 1 0,2-3-1 0,-1 3-1 15,-3-6 1-15,0 0 2 0,1 9 3 0,-1-9 1 16,0 0-2-16,-10 10 2 0,1-8-5 0,-3 2 6 15,1 0-8-15,-1-3 4 0,-1 1-3 0,0-1-1 16,-3 0-12-16,2-1-11 0,3 2-22 0,-2-2-20 16,-1-2-38-16,3 1-43 0,0-3-33 0,1 2-173 15,-1 0-371-15,0-4 164 0</inkml:trace>
  <inkml:trace contextRef="#ctx0" brushRef="#br0" timeOffset="-186059.67">28694 3217 46 0,'20'-3'100'0,"1"-2"-30"0,-1 2-22 16,-2 1-50-16,0-1-42 0,-5 2-48 0,2-1 22 16</inkml:trace>
  <inkml:trace contextRef="#ctx0" brushRef="#br0" timeOffset="-185694.9">28962 3139 141 0,'0'0'192'16,"0"0"-20"-16,0 0-13 0,0 0-21 0,0 0-13 16,0 0-13-16,0 0 5 0,13 10-9 0,-6-2 1 15,-1 1-2-15,-1 1-8 0,4 6-3 0,-1-2-11 16,-1 1-4-16,-2 1-8 0,6-1-5 0,-6-5-6 15,4 5-3-15,-4-4 1 0,1-1 1 0,0 0-2 16,-2-1-8-16,2 1 0 0,-3-5-5 0,0 1 0 16,0-1-4-16,-3-5-3 0,7 8 6 0,-3-4 3 15,-4-4 4-15,5 5 9 0,-5-5 12 0,5 3 4 16,-5-3 4-16,0 0-6 0,22-8-6 0,-11 2-4 16,5-4-6-16,-2-1-6 0,4 0-2 0,2-8 0 15,2 3-8-15,-3-2-7 0,2-1-5 0,-1-1-4 16,-2 0-1-16,-3 6-5 0,2-6-5 0,-6 5-5 15,1 0-20-15,-2 1-11 0,-2 6-5 0,-2-1-26 16,-1 4-15-16,-1-1-23 0,-4 6-32 0,6-7-44 16,-6 7-44-16,0 0-24 0,0 0-15 15,0 0-152-15,-23 21-431 0,7-11 191 0</inkml:trace>
  <inkml:trace contextRef="#ctx0" brushRef="#br0" timeOffset="-183014.72">27863 3620 11 0,'0'0'148'0,"0"-13"-10"0,0 13 4 16,4-7-2-16,-4 7 0 0,0 0-9 0,0 0-10 16,-4-16-6-16,4 16 3 0,0 0-8 0,0 0-7 15,0 0-8-15,-2-10-14 0,2 10-10 0,0 0-1 16,0 0-14-16,0 0-5 0,0 0 0 0,0 0-14 15,0 0-3-15,0 0-3 0,0 0-6 0,0 0 3 16,-7 33-4-16,4-17 1 0,-1 0-3 0,-3 10 2 16,3-7-3-16,0 7 10 0,1-1-3 0,-4 3 3 15,5-9-2-15,-2 9 14 0,7-1-3 0,-6 2-1 16,2-3-7-16,1 5 3 0,-4-4 0 0,4 2-2 16,0-3-2-16,2 4 0 0,1-1 2 0,-3 0-1 15,3-2-3-15,-2 0 7 0,3 1 0 0,-4-2-2 16,3-7-2-16,-1 7-2 0,-1-3 1 15,0-4-5-15,-1 0 2 0,0 1-2 0,1-2 1 16,-2 3 0-16,0-5-3 0,1 0 2 0,-3 0 4 0,0 1-2 16,-1-1-2-16,4 0 1 0,-3 2-1 0,2-4-3 15,1 2 0-15,-1-3 1 0,1-13 0 0,-4 22-11 16,4-11 7-16,-3 0-1 0,3-11-7 0,-4 23 8 16,2-12-1-16,2-11-1 0,-4 21 8 0,4-12-1 15,0-9 5-15,-4 15-2 0,4-15-5 0,-2 13 3 16,2-13-7-16,0 0-3 0,1 17-1 0,-1-17-4 15,0 0 3-15,-2 15 1 0,2-15-6 16,0 0 2-16,0 0-4 0,-3 12 11 0,3-12-11 16,0 0 5-16,0 0-6 0,0 0-1 0,0 0-1 0,0 0 2 15,0 0 2-15,0 13-1 0,0-13-7 16,0 0 6-16,0 0 0 0,0 0-3 0,0 0 2 16,0 0-5-16,0 0-11 0,0 0 16 0,0 0-1 15,0 0 1-15,0 0-2 0,0 0-9 0,0 0 9 16,0 0 2-16,0 0 1 0,0 0 1 0,0 0-4 15,0 0-1-15,0 0 3 0,0 0-5 0,0 0 0 16,0 0 8-16,0 0-5 0,0 0-4 0,0 0 7 16,0 0-19-16,0 0 14 0,0 0 1 0,0 0 1 15,0 0-1-15,0 0-14 0,0 0 12 0,0 0 1 16,0 0 4-16,0 0-4 0,0 0-4 0,0 0 12 16,0 0-13-16,0 0 6 0,0 0 2 0,0 0-2 15,0 0-15-15,0 0 14 0,0 0-1 0,0 0 3 16,0 0-5-16,0 0 3 0,0 0 0 0,0 0 2 15,0 0-2-15,0 0-1 0,0 0-1 0,0 0 7 16,0 0-4-16,0 0-2 0,0 0-2 0,0 0 2 16,0 0 0-16,0 0 1 0,0 0-4 0,0 0 3 15,0 0-2-15,0 0 3 0,0 0-3 0,0 0 1 16,0 0-1-16,0 0 4 0,0 0-4 0,0 0 5 16,0 0-2-16,0 0-1 0,0 0 0 0,0 0 1 15,0 0 6-15,0 0-8 0,0 0 2 0,0 0-5 16,0 0 5-16,0 0 0 0,0 0-7 0,0 0 4 15,0 0 3-15,0 0-1 0,0 0 3 0,0 0-2 16,0 0-1-16,0 0 0 0,0 0 1 0,0 0-1 16,0 0 5-16,0 0-9 0,0 0 1 0,0 0 1 15,0 0 2-15,0 0 1 0,0 0-1 0,0 0 3 16,0 0-5-16,0 0-1 0,0 0 0 0,0 0 1 16,0 0 7-16,0 0-10 0,0 0 3 0,0 0-2 15,0 0 3-15,0 0-2 0,0 0-2 0,0 0 5 16,0 0-3-16,0 0 6 0,0 0-4 0,0 0-5 15,0 0 2-15,0 0-1 0,0 0 2 0,0 0-6 16,0 0 10-16,0 0-4 0,0 0-3 16,0 0 5-16,0 0 2 0,0 0-1 0,0 0-5 0,0 0 1 15,0 0 3-15,0 0 1 0,0 0-2 0,0 0 2 16,0 0 2-16,0 0-1 0,0 0-3 0,0 0 4 16,0 0-2-16,0 0 7 0,0 0-8 15,0 0 1-15,0 0 3 0,0 0 2 0,0 0-7 16,0 0 2-16,0 0 0 0,0 0 0 0,0 0-2 15,0 0 1-15,0 0-4 0,0 0 8 0,0 0-4 0,0 0 0 16,0 0-4-16,0 0-2 0,0 0-6 0,0 0-9 16,0 0 11-16,0 0-6 0,0 0 3 15,0 0 2-15,0 0-4 0,0 0 5 0,0 0-2 16,-7 8 4-16,7-8-2 0,0 0 1 0,0 0-3 16,0 0 4-16,0 0-2 0,0 0 1 0,0 0 2 15,0 0 7-15,0 0-10 0,0 0-2 0,0 0 2 16,0 0 3-16,0 0-1 0,0 0 4 0,0 0-5 15,0 0 5-15,0 0 1 0,0 0-10 0,0 0 10 16,0 0 2-16,0 0-7 0,0 0 12 0,0 0-5 16,0 0-1-16,0 0 1 0,0 0-1 0,0 0 4 15,0 0-2-15,0 0 0 0,0 0-1 0,0 0 9 16,0 0-8-16,0 0-1 0,0 0 1 0,0 0-1 16,0 0 3-16,0 0-2 0,0 0 4 0,0 0-5 15,0 0 3-15,0 0-4 0,0 0 4 0,0 0 0 0,0 0-2 16,-3 11 4-16,3-11-4 0,0 0 1 15,0 0 0-15,0 0 1 0,0 0 0 0,0 0-2 16,0 0 1-16,0 0 0 0,0 0 0 0,0 0-1 16,0 0 2-16,0 0-1 0,0 0 3 0,0 0 2 15,0 0-5-15,0 0 1 0,0 0 0 0,0 0-1 16,0 0 1-16,0 0-1 0,0 0-3 0,0 0 2 16,0 0 0-16,0 0 1 0,0 0 2 0,0 0-1 15,0 0-2-15,0 0-1 0,0 0 0 0,0 0 1 16,0 0 1-16,0 0 0 0,0 0 3 0,0 0-1 15,0 0 0-15,0 0-3 0,0 0 4 0,0 0-4 16,0 0 2-16,0 0-2 0,0 0 1 16,0 0 3-16,0 0-5 0,0 0 2 0,0 0 0 0,0 0 0 15,0 0 0-15,0 0-1 0,0 0-1 0,0 0-1 16,0 0-2-16,0 0 1 0,0 0 1 0,0 0-3 16,0 0 6-16,0 0-4 0,0 0 2 0,0 0-4 15,0 0-4-15,0 0 7 0,0 0 4 0,0 0 0 16,13 11-3-16,-13-11 4 0,0 0-9 0,11 9 4 15,-11-9 1-15,9 5 4 0,-9-5-1 0,16 9 1 16,-16-9-1-16,11 7 2 0,-11-7-2 0,13 8-3 16,-5-4 4-16,-8-4-4 0,12 10 4 15,-5-4-3-15,-7-6 5 0,14 9-4 0,-14-9 0 0,11 9 0 16,-11-9 1-16,9 9 2 0,-9-9 0 16,10 10-2-16,-10-10 2 0,6 11-3 0,-6-11-3 0,4 13 3 15,-4-13-2-15,0 16 0 0,0-16 3 0,0 0-1 16,-6 22 3-16,2-13-4 0,-2-1 4 15,-1 3 0-15,-1-2 1 0,-3 3-3 0,-3 1 1 0,1-3 4 16,1 2-1-16,-1 0 0 0,-3-1 1 16,1-1 0-16,0 2 1 0,1 0-4 0,-3-2 4 15,2 0-2-15,4-2-2 0,1 0-1 0,-1 0 2 16,3-2-7-16,-2 1 12 0,10-7-8 0,-9 13-1 0,5-4-5 16,4-9 6-16,-5 13-1 0,5-13 4 15,0 0-3-15,3 19-6 0,-3-19 5 0,11 16-3 16,0-9 5-16,0 1 4 0,-2 1-8 0,7-3 10 15,0 2-3-15,0 0 2 0,-3-3-1 0,-1 3 0 16,3-1-5-16,-4 0 3 0,-11-7-2 0,21 11 1 16,-13-7-6-16,-8-4 3 0,14 11-3 0,-14-11 7 15,8 14-6-15,-8-14 7 0,0 0-8 0,1 17 5 16,-1-17-2-16,0 0 5 0,-11 29-2 0,5-20 0 16,-4 1-2-16,3-1 5 0,-2-1 1 0,-2 6-8 15,2-6 3-15,5 1 3 0,-5-1-3 0,-1-1-4 16,4 1-9-16,6-8 13 0,-13 17 1 0,10-9 0 15,3-8-3-15,-7 17 3 0,4-8-3 0,3-9 1 16,-1 17-2-16,1-17 5 0,1 19-5 16,2-9 2-16,-3-10 0 0,8 17-4 0,-6-7 0 0,2-1 4 15,-4-9-4-15,7 19 3 0,-3-11-3 0,-4-8 0 16,7 17 0-16,-4-10 4 0,-3-7-1 0,4 18 2 16,-2-7 0-16,-2-11-1 0,3 17 2 0,-3-17-6 15,1 19 1-15,-1-19 10 0,-1 19-8 0,1-19-2 16,-3 20 1-16,1-9 2 0,2-11-1 0,-5 21 1 15,4-9-3-15,0 1 1 0,-2-1 2 0,3-12 0 16,-6 24-1-16,4-12 0 0,-3 2-2 0,5 1 2 16,-4 1-2-16,2-2 5 0,-1 1-2 15,-2 2 2-15,5-1-1 0,-2 0-1 0,0 0-2 0,1 1 1 16,1 1 4-16,1-1 9 0,1 2-8 0,-2 0 4 16,2 1-1-16,3-1 1 0,-4-2 11 15,3 2-11-15,0 5 2 0,0-5 4 0,-1 1 0 16,-1 1 5-16,6 4-6 0,-6-5 3 0,2-2-6 0,-4 0-2 15,4 1 2-15,-4 0 3 0,1 2-7 16,-2-4 4-16,1 1-1 0,-2-3-2 0,2-15 1 16,-4 26-1-16,1-13-2 0,1-3 7 0,2-10-7 15,-7 19 0-15,7-19 0 0,-4 15-3 0,4-15 3 0,-5 12 6 16,5-12-16-16,0 0 15 0,-9 12-11 0,9-12-13 16,0 0-8-16,-9 9-14 0,9-9-30 15,0 0-12-15,0 0-40 0,0 0-53 0,0 0-63 16,0 0-61-16,-30-15-186 0,30 15-520 0,-10-23 230 15</inkml:trace>
  <inkml:trace contextRef="#ctx0" brushRef="#br0" timeOffset="-182442.95">28612 4718 97 0,'0'0'240'0,"-1"-12"-9"0,1 12-14 0,-1-10-14 16,1 10-17-16,-2-7-19 0,2 7-18 0,0 0-19 16,0 0-11-16,0 0-14 0,0 0-11 0,0 0-21 15,0 0-4-15,-14 23-1 0,10-7-9 0,1 2-5 16,-3 0-6-16,4 1-1 0,-3 5-1 0,1 1 4 16,0-4-5-16,-1-2-5 0,4 0-1 0,0 0 9 15,-1-1-5-15,0-1-5 0,0-5-4 0,1 1-3 0,1-1-2 16,0-2-2-16,0 2-4 0,-2-2 4 15,2 0-2-15,0-1-9 0,0-9-17 0,0 14-15 16,0-6-12-16,-2-2-17 0,2-6-21 0,-2 11-26 16,0-5-29-16,2-6-30 0,-3 7-21 0,3-7-28 15,-4 6-138-15,4-6-366 0,-9 2 162 0</inkml:trace>
  <inkml:trace contextRef="#ctx0" brushRef="#br0" timeOffset="-182132.64">28607 4733 14 0,'14'-12'149'0,"3"3"-7"15,-2 2 4-15,3 2-9 0,-5 3-13 0,1-1-13 16,-3 3-8-16,2 3-11 0,-3 0-11 0,-2 1 5 16,2 5 6-16,-6-5-11 0,1 3 3 0,-2 2 2 15,-2 3-4-15,-2-1-1 0,-4 5-3 0,-2-1-6 16,-3 0-4-16,0 0-3 0,-4-1 0 15,2-2 0-15,0 0-6 0,-3 0-2 0,2-1-4 0,2-3-4 16,5-3-4-16,-3 2-1 0,0-2-11 0,4-1 2 16,-2-1-8-16,3 1 0 0,1 1-8 0,3-5-1 15,-8 8 0-15,8-8-2 0,0 10-4 0,0-10 4 16,0 9-5-16,4-3 1 0,0-2 0 16,3 3-1-16,3 2-9 0,2-5-13 0,5 2-20 0,2 0-31 15,0 0-35-15,3-5-43 0,-2 5-34 0,0-6-28 16,0 3-126-16,-1-2-354 0,0-1 157 0</inkml:trace>
  <inkml:trace contextRef="#ctx0" brushRef="#br0" timeOffset="-181864.36">29017 4889 28 0,'0'0'208'0,"4"-6"-11"0,-4 6-5 0,0 0-26 15,8-3-15-15,-8 3-1 0,0 0 2 0,0 0 0 16,5 15 0-16,-4-5-3 0,0 1-5 0,-2 1-7 15,0 5-7-15,-2-2-1 0,1 4-8 0,-3-3-1 16,1 1-9-16,-1 0 0 0,1-1-5 0,0 0-8 16,1-2-10-16,0-3-9 0,1 2-6 0,1-4-5 15,-3 1-7-15,4-3-7 0,0-7-1 0,3 14 14 16,-2-8 4-16,2 0 2 0,2 2-4 0,4-3 1 16,3 0-5-16,6 0-5 0,4-1 4 0,10 0-10 15,3-4-8-15,2 0-14 0,0 0-30 0,4 0-22 16,-4-3-38-16,0 1-29 0,-1-1-28 0,-2-1-27 15,-1 3-35-15,-3 1-42 0,-2-1-48 0,-10-1-228 16,-5 2-536-16,-1 0 237 0</inkml:trace>
  <inkml:trace contextRef="#ctx0" brushRef="#br0" timeOffset="-179333.7">18800 3248 163 0,'-6'-5'191'15,"-1"1"-22"-15,-1 2-12 0,8 2-7 0,-20 1-9 16,7 4-12-16,-7 4 0 0,-3 5-7 0,0 1-10 16,1 4-1-16,-2-2-10 0,3 2-11 0,7-6-8 15,3 4-9-15,-2-5-10 0,7 2-2 0,2-3-7 16,1-1-3-16,2 0-7 0,3 0-2 0,4 0-2 16,0-1-4-16,9-1-2 0,1 2-4 0,4-2 1 15,-1-5-4-15,2-1-4 0,0 0 1 0,-1 0-4 16,0-2-4-16,-6 0 0 0,0-2 0 0,-3 2-2 15,-1 0-3-15,-4-2 6 0,-6 2-5 0,10-1 0 16,-10 1-5-16,8-4 0 0,-8 4-3 0,0 0 2 16,0 0-2-16,0 0 0 0,0 0-5 0,0 0 3 15,0 0-3-15,-36 1 1 0,23 3-1 0,-6 4 2 16,1-2-4-16,0 3 3 0,-1 0-2 0,3 4 1 16,0-3-1-16,0 2 3 0,2 1 1 0,5-4-5 15,0 3 6-15,1-3-6 0,-1 1 3 0,4 0 0 16,2-2 3-16,2 1-1 0,1 0 1 0,0-9-2 15,7 16 2-15,-4-10 2 0,8 3-13 0,-1-2-24 16,4 0-33-16,0-2-31 0,3 1-38 0,-1-2-35 16,2-1-31-16,-8 0-126 0,-1-1-352 0,-9-2 156 15</inkml:trace>
  <inkml:trace contextRef="#ctx0" brushRef="#br0" timeOffset="-179134.18">18782 3566 86 0,'1'-7'206'0,"-1"7"-17"15,4-11-18-15,-3 6-12 0,-1 5-16 0,6-7-14 16,-6 7-10-16,5-5-9 0,-5 5-9 0,0 0 6 16,10 0-7-16,-10 0-3 0,0 0-10 15,14 6-8-15,-8-1-7 0,4 1-5 0,-2 1-6 0,0 0-7 16,3 1-5-16,-2 0-5 0,0 1-8 16,5 2-25-16,-5-4-25 0,0-1-21 0,-1 2-41 0,2 0-28 15,-3-3-24-15,2 0-17 0,-1-1-20 0,1-2-104 16,-2-1-290-16,-7-1 128 0</inkml:trace>
  <inkml:trace contextRef="#ctx0" brushRef="#br0" timeOffset="-178999.25">19034 3531 61 0,'0'0'170'0,"-4"-8"-10"16,4 8-17-16,-7-6-7 0,7 6-1 0,-12 3-5 0,3 2 4 16,-5 4-18-16,-3 5-6 0,-2 5-2 0,-2 2-8 15,0 0-10-15,-1 0-8 0,2 2-6 0,0 2-20 16,3-4-33-16,1 1-43 0,6 0-41 15,2-6-54-15,5-6-158 0,0-1-295 0,2-2 131 16</inkml:trace>
  <inkml:trace contextRef="#ctx0" brushRef="#br0" timeOffset="-178836.72">19185 3519 41 0,'0'0'223'15,"3"-7"-22"-15,-3 7-23 0,0 0-15 0,0 0-16 16,0 0-17-16,0 0-13 0,0 0-39 0,4 18-52 16,-4-9-61-16,0 1-63 0,-2 3-98 0,2-13-211 15,-2 23 94-15</inkml:trace>
  <inkml:trace contextRef="#ctx0" brushRef="#br0" timeOffset="-178665.38">18797 3927 108 0,'0'0'266'0,"-5"3"-21"0,5-3-11 0,0 0-14 0,0 0-13 15,42-3-18-15,-8-5-15 0,17-4-16 0,5-3-20 16,7-2-22-16,2 5-27 0,28-11-39 0,-28 7-51 16,-2 3-69-16,28-7-72 0,-34 12-189 0,1-5-357 15,-5 2 158-15</inkml:trace>
  <inkml:trace contextRef="#ctx0" brushRef="#br0" timeOffset="-175000.05">29668 4920 60 0,'0'0'108'15,"0"0"-1"-15,0 0-7 0,0 0-6 0,0 0-9 16,0 0-1-16,-9-2-7 0,9 2-2 0,0 0-6 16,0 0-11-16,0 0 5 0,0 0-9 0,0 0 7 15,0 0-5-15,0 0-3 0,0 0 1 0,0 0 7 16,0 0-6-16,0 0 4 0,0 0-5 0,0 0-2 15,0 0-1-15,0 0-4 0,0 0-4 0,0 0-2 16,0 0 0-16,0 0-5 0,0 0-2 16,0 0-2-16,0 0-4 0,0 0 0 0,0 0-3 0,0 0-2 15,0 0-1-15,0 0 1 0,0 0-4 0,0 0-2 16,0 0-1-16,0 0 0 0,0 0-5 0,0 0 0 16,0 0 0-16,18 0-2 0,-18 0-3 0,15 0-5 15,-7 0-25-15,2 0-20 0,-1 0-18 0,1 2-23 16,3-1-25-16,-3-1-25 0,0 0-22 0,2 0-96 15,-4 2-272-15,-2-1 120 0</inkml:trace>
  <inkml:trace contextRef="#ctx0" brushRef="#br0" timeOffset="-174821.38">29658 5055 114 0,'0'0'117'0,"0"0"-4"0,0 0-14 0,0 0-11 16,0 0-14-16,24 2-6 0,-10-4-33 0,4 0-33 15,1 2-41-15,-1-2-74 0,0 1-120 0,-7-2 54 16</inkml:trace>
  <inkml:trace contextRef="#ctx0" brushRef="#br0" timeOffset="-174316.86">30058 4756 175 0,'0'0'238'0,"0"-11"-12"15,0 11-18-15,-2-12-8 0,1 6-11 0,1 6-9 16,0 0-8-16,-1-13-16 0,1 13-16 0,0 0-19 15,0-9-12-15,0 9-13 0,0 0-9 0,0 0-12 16,0 0-9-16,0 0-10 0,0 0-5 0,0 0-3 16,-4 31-6-16,4-19-4 0,-1 1 0 0,1 1-2 15,0 2-8-15,0-2 4 0,0-2-2 16,0-1 0-16,1 0-3 0,1 0-10 0,1 0 0 0,1-3-2 16,1 2 0-16,1-2 1 0,4 0-1 0,5 1 0 15,0-2-1-15,0-2-4 0,4-1 1 0,-2-3 1 16,2-1 0-16,0 0-3 0,-6-1 2 0,1-1-7 15,-1-5 4-15,2 1-3 0,-2 0 0 16,-3-1-2-16,-2-2 0 0,3-2-3 0,-4 0 2 0,-3 1-2 16,0 0 2-16,0-6-2 0,-2 5 4 0,2 0 5 15,-4 0 5-15,1 2 3 0,-2-1-1 0,1 10 2 16,1-12-2-16,-1 12 0 0,0-8-2 0,0 8-7 16,0 0-1-16,0-10-4 0,0 10-2 15,0 0-1-15,0 0 0 0,0 0-2 0,0 0 0 0,0 0 3 16,-10 35 4-16,7-18 1 0,0-1-4 0,-1 1 4 15,1 1-6-15,0-1-4 0,1 0 6 0,1 2 0 16,-1-3 1-16,2-4-4 0,0 4 2 0,3 1 2 16,-2-1-21-16,0-4-20 0,2 4-23 0,0-5-37 15,-2 1-51-15,3-3-64 0,-3 2-232 0,0-5-484 16,-1 2 215-16</inkml:trace>
  <inkml:trace contextRef="#ctx0" brushRef="#br0" timeOffset="-174140.24">30451 4889 91 0,'0'0'227'0,"0"0"-22"0,4-6-21 16,-4 6-13-16,0 0-16 0,5-1-16 0,-5 1-16 16,0 0-11-16,0 0-12 0,0 0-8 0,0 0-27 15,0 0-40-15,0 0-47 0,0 0-52 0,0 0-47 16,8 13-125-16,-8-13-266 0,4 4 118 0</inkml:trace>
  <inkml:trace contextRef="#ctx0" brushRef="#br0" timeOffset="-173817.02">30580 4681 56 0,'0'0'242'0,"0"-11"-9"16,0 11-11-16,0 0-14 0,0 0-14 15,0 0-19-15,0-10-13 0,0 10-21 0,5-3-14 0,-5 3-12 16,13-2-14-16,-1-1-8 0,1 2-12 0,4 0-7 16,0 1-9-16,2-1-5 0,-1 2-9 0,-5-1-3 15,1 0-6-15,-4 1-4 0,0 1-7 0,-3 0-7 16,2-2 3-16,-3 2-5 0,-1 2 1 16,-1 1-1-16,1 0 2 0,1 5 0 0,-3 0 7 0,1 0-3 15,-3 4 11-15,-1 5 1 0,0 7 1 0,-2-2 9 16,0 1 0-16,-4-6-6 0,2 6 1 15,-1-8-10-15,0 1-1 0,1 2-1 0,0-3-2 16,-1 0-5-16,0 1 2 0,1-2-7 0,-1 0-14 16,4-4-27-16,-2-2-20 0,-1 1-31 0,0-2-35 15,2 0-31-15,1-1-49 0,-3-3-54 0,-1 5-178 0,5-10-454 16,-10 8 201-16</inkml:trace>
  <inkml:trace contextRef="#ctx0" brushRef="#br0" timeOffset="-173666.71">30635 4930 6 0,'4'-5'168'0,"2"1"-7"0,5 1-8 15,0 0-15-15,6-1-10 0,2 1-16 16,3 0-10-16,3-3-12 0,3 4-43 0,2-2-51 16,-1 0-62-16,-7 2-107 0,0-2-187 0,6 1 83 15</inkml:trace>
  <inkml:trace contextRef="#ctx0" brushRef="#br0" timeOffset="-173450.65">31063 4660 71 0,'0'0'206'16,"0"0"-23"-16,3-8-15 0,-3 8-9 0,0 0 0 16,0 0-7-16,0 0 14 0,0 0-6 0,0 26-5 15,-1-11-2-15,-2 2-1 0,-1 2-19 0,3-1-9 16,0 0-4-16,-3 2-1 0,1 0-12 0,2-1-4 15,-2-1-13-15,2 0-11 0,0-1-8 0,0-1-10 16,-2 1-10-16,2-2-27 0,-2-5-26 0,3 1-26 16,0-1-30-16,-1-3-50 0,1-7-50 0,1 14-50 15,-1-8-193-15,0-6-435 0,1 10 193 0</inkml:trace>
  <inkml:trace contextRef="#ctx0" brushRef="#br0" timeOffset="-173217.68">31219 4740 140 0,'-1'-9'216'0,"1"9"-9"0,-4-8-10 0,4 8-6 0,-7-4-18 15,7 4-13-15,0 0-10 0,0 0 2 0,-18 12-6 16,10-3-8-16,0 1-4 0,2 0-8 0,-1 0-2 16,1 1-16-16,0-3-13 0,3 3-9 0,-1-1-4 15,3 0-9-15,1 1-6 0,1 1-12 0,3-2-18 16,0 1-17-16,5 2-22 0,-1-5-22 0,6 3-30 15,0-1-35-15,1 0-38 0,0-2-41 0,2 0-27 16,2-2-24-16,-2-1-115 0,-2 2-360 0,-1-6 159 16</inkml:trace>
  <inkml:trace contextRef="#ctx0" brushRef="#br0" timeOffset="-172916.74">31467 4939 74 0,'5'-2'129'0,"-5"2"6"0,9-2 8 0,-9 2 11 16,0 0 6-16,12-2 2 0,-12 2-5 0,6-2-7 15,-6 2-13-15,8-7-16 0,2 1-10 16,-1 2 0-16,0-4 25 0,0 1-2 0,0-4-16 16,-2 3-1-16,0 0 8 0,-1-1-8 0,1-4-15 0,-2 1-4 15,0 1-14-15,-1-7-5 0,0 4-8 0,1-4-12 16,-1 2-2-16,-1 0 1 0,1 5-7 0,-1 0-5 16,0 0-4-16,1 1-10 0,-1 4 2 0,1 2-4 15,0-1-5-15,-4 5-4 0,11-6-9 16,-5 6-1-16,-6 0-5 0,12 6 0 0,-3 3 0 15,1 0 1-15,-2 7 2 0,-2-1-2 0,2 0-3 0,-3 3 3 16,-1-2 3-16,-2 1-4 0,2-1-3 0,-2-4 8 16,-1 0-5-16,0-1 0 0,-1 2-4 0,3-1 3 15,3-2-2-15,3 1-6 0,0-4-22 0,9 5-21 16,12-3-37-16,1-1-46 0,2-3-67 16,3 0-72-16,-1-3-192 0,-1 2-498 0,-2-4 220 15</inkml:trace>
  <inkml:trace contextRef="#ctx0" brushRef="#br0" timeOffset="-169183.01">27786 6471 75 0,'0'0'127'16,"0"0"-1"-16,0 0-15 0,0 0 10 0,0 0-8 16,0 0-7-16,0 0 4 0,0 0-6 0,0 0-8 15,0 0-6-15,0 0 2 0,0 0-8 0,0 0-2 16,0 0-2-16,0 0-9 0,0 0-3 0,0 0-4 15,0 0-7-15,0 0-5 0,0 0-7 0,0 0-5 16,0 0-1-16,0 0-5 0,0 0 0 0,-31-1 0 16,31 1-2-16,-18 3-8 0,6-3 2 0,-1 1-1 15,-3 0 12-15,-1 0 4 0,-1 1 4 0,-3-1-9 16,-5 1-1-16,-2-2 0 0,-3 2-1 0,2 1 4 16,-3-2-9-16,-1 0-3 0,-4 0-1 0,-1 3-2 15,-2-4 1-15,0 2 2 0,3-1 1 16,-3 0 7-16,-14 1-2 0,18 1 4 0,1-3 8 0,-2 0-3 15,0 0-5-15,3 0-2 0,0 0 2 0,0 0-2 16,5 0 1-16,-1 0 0 0,9-2 4 0,-7 1 1 16,6-1 5-16,1 2-2 0,2 0-4 0,0-1-2 15,2 0-6-15,-1-1-5 0,-1 4-2 0,6-4-4 16,2 2 3-16,-3 0-4 0,3 0-2 0,1 0 0 16,-4 0-1-16,5-1-3 0,-3 1-2 0,5 1 0 15,-3-1-1-15,10 0-3 0,-15 0 2 0,9 0 2 16,6 0 0-16,-11 0-4 0,11 0 2 0,0 0-5 15,-12-1 4-15,12 1-4 0,0 0-3 0,-8-2 2 16,8 2-9-16,0 0-18 0,0 0-12 0,0 0-16 16,0 0-17-16,0 0-20 0,0 0-24 0,-11 0-32 15,11 0-32-15,0 0-37 0,0 0-24 0,-9 3-168 16,9-3-439-16,-12 3 195 0</inkml:trace>
  <inkml:trace contextRef="#ctx0" brushRef="#br0" timeOffset="-168663.49">26549 6241 19 0,'2'-10'211'0,"-2"10"1"0,4-9-2 0,-4 9-1 0,0-9-9 15,0 9-17-15,2-8-5 0,-2 8-3 0,2-8-13 16,-2 8-7-16,0 0-10 0,0 0-8 0,-2-10-12 15,2 10-4-15,0 0-13 0,0 0-6 0,0 0-13 16,0 0-8-16,0 0-12 0,0 0-10 0,0 0-10 16,0 0-6-16,0 0-9 0,0 0 1 0,0 0-4 15,0 0-6-15,0 0 0 0,0 0-8 0,2 30 0 16,4-13-3-16,-6 3 3 0,0 4-1 0,4 4-1 16,-2 3 10-16,1-2-5 0,-1 4 1 0,2-1 3 15,-2 1 0-15,0-1 1 0,1 1 2 0,-1-3 7 16,3 0 1-16,-3 1 3 0,0-4 5 0,-2-4-1 15,0-2 0-15,1-2-8 0,1-1 6 0,0 2-9 16,-2-4-4-16,4-1-4 0,-2-2-2 0,-2-1-1 16,2-1-1-16,-2 2-3 0,0-3 0 0,1 0 1 0,1-1-5 15,0-1-16-15,-2-8-16 0,0 12-23 16,0-12-21-16,-2 8-13 0,2-8-13 0,2 6-16 16,-2-6-21-16,0 0-45 0,0 0-71 0,0 0-260 15,0 0-546-15,0 0 242 0</inkml:trace>
  <inkml:trace contextRef="#ctx0" brushRef="#br0" timeOffset="-167851">26589 6199 138 0,'0'0'174'0,"5"-6"2"0,-5 6-6 0,0 0 1 0,0 0-6 15,0 0-4-15,0 0-7 0,2-6-9 16,-2 6-9-16,0 0-9 0,0 0-11 0,0 0-11 16,0 0-11-16,0 0-13 0,0 0-7 0,0 0-13 15,0 0-4-15,0 0-10 0,0 0-2 0,-22 15-2 0,5-2 6 16,-2 6 1-16,-2 2-4 0,-4 2-2 0,6 1-5 16,-8-1-2-16,-2 5-1 0,3-2-2 0,2-3-4 15,-1 0-1-15,1 3-1 0,1-6-4 16,0 1 1-16,1-2 0 0,2 1-2 0,4-6-1 0,3-2 0 15,1 1-3-15,1-2 0 0,-2-3 0 0,1 2-1 16,3-3-2-16,3 0 4 0,-2-3-2 0,2 1 3 16,2-2-1-16,4-3-1 0,-9 7 3 15,5-5-6-15,4-2 5 0,-8 4-6 0,8-4-2 16,-7 5 0-16,7-5-3 0,-6 2 0 0,6-2 0 0,0 0 1 16,-5 2-2-16,5-2-1 0,0 0 0 0,0 0 0 15,0 0-1-15,-8 5-3 0,8-5-2 0,0 0 0 16,0 0 1-16,0 0-3 0,0 0 0 0,-8 2 1 15,8-2-1-15,0 0 1 0,0 0-4 0,0 0 0 16,0 0 1-16,0 0-2 0,0 0 2 0,0 0 3 16,0 0-4-16,0 0 5 0,-4 3-2 0,4-3-2 15,0 0 2-15,0 0 3 0,0 0-6 0,0 0 4 16,0 0-2-16,0 0 0 0,0 0-2 0,0 0 3 16,0 0-2-16,0 0-1 0,0 0 1 0,0 0 1 15,0 0-1-15,0 0 2 0,0 0 2 0,0 0 0 16,0 0-5-16,0 0 5 0,18 7-2 0,-18-7 2 15,7 3 0-15,-1 0 2 0,-1-1-4 0,5 0 0 16,1 2-1-16,-1-2 5 0,4 1-4 0,1 3 8 16,4-2 1-16,1 2 0 0,0-3 5 0,9 1-4 15,0 4-1-15,1-4-2 0,1 1 3 0,-2 3 1 16,3 0-2-16,-1 1 0 0,5-3 0 0,-4 1 7 16,3 0-11-16,-5-1 1 0,4 2-1 0,-6 1 3 15,-1-3-9-15,-6 1-11 0,-6-4-11 0,-1 3-11 16,-1-2-8-16,-3 1-11 0,-3 1-23 0,-1-3-20 15,-2 1-32-15,-1 1-38 0,-3-5-33 0,2 10-51 16,-9-3-158-16,7-7-441 0,-15 11 195 0</inkml:trace>
  <inkml:trace contextRef="#ctx0" brushRef="#br0" timeOffset="-167250.18">25983 6361 33 0,'0'0'186'15,"4"-8"6"-15,-4 8-1 0,2-8-5 0,-2 8-10 0,1-7-11 16,-1 7-16-16,4-9-14 0,-4 9-7 0,2-8-5 16,-2 8 0-16,2-6-3 0,-2 6-3 0,0 0-6 15,0 0 6-15,0-10-15 0,0 10-4 16,0 0-5-16,0 0-7 0,0 0-8 0,0 0-3 0,2-8-8 16,-2 8-8-16,0 0-6 0,0 0-6 0,0 0-8 15,0 0-5-15,0 0-9 0,0 0-3 0,0 0-3 16,0 0 16-16,0 0 1 0,5 25-7 0,-5-7-1 15,2 2-1-15,1 6-4 0,1 6 4 0,1-1-4 16,-5 1-2-16,4 1 3 0,-2 1 0 0,0-1 5 16,-1-1 15-16,3 1 1 0,0-3-11 0,-4-4 0 15,2 4-6-15,1-11 1 0,0 1-2 0,-1-2-4 16,-2 0 13-16,2 2-19 0,0-3 3 0,0-1 0 16,1 0-4-16,1-1 1 0,-4-4-27 0,2 1-17 15,0-4-26-15,0 4-23 0,1-4-22 0,2 1-49 16,-5-1-64-16,4-4-65 0,-4-4-219 0,4 10-535 15,-4-10 236-15</inkml:trace>
  <inkml:trace contextRef="#ctx0" brushRef="#br0" timeOffset="-166439.64">27535 6483 26 0,'-9'3'148'0,"9"-3"-6"16,0 0-4-16,-5 1-4 0,5-1-7 0,0 0-5 16,0 0-2-16,-9 2-8 0,9-2-6 0,0 0-8 15,0 0-9-15,0 0-10 0,0 0-8 0,0 0 4 0,0 0 8 16,0 0 2-16,16 7 2 0,-3-4 0 0,8-2-3 15,8-1-7-15,7-3-2 0,16 2-2 0,9 0 3 16,5-4-6-16,27 2-2 0,3-5-6 16,0 3-6-16,-2-1-5 0,-3 2-8 0,-24 0-2 15,28 1-3-15,-4-3-5 0,-23 2-2 0,24-1-1 0,-28 3-4 16,-2 0 1-16,1-1-5 0,-2 0-1 0,-3-1-4 16,-3 3 8-16,-4 1-10 0,-17 0 0 0,0-2-2 15,-5 2-1-15,-10-1-1 0,0 1 3 16,-6 0 0-16,-4-1 6 0,1 1 0 0,-2 0 2 0,-8 0 2 15,9 0-3-15,-9 0-2 0,0 0 0 0,12-2-2 16,-12 2-2-16,8 0-1 0,-8 0-1 0,0 0-12 16,0 0-9-16,0 0-16 0,0 0-21 15,0 0-30-15,0 0-43 0,0 0-51 0,0 0-42 0,0 0-40 16,0 0-145-16,0 0-428 0,0 0 189 0</inkml:trace>
  <inkml:trace contextRef="#ctx0" brushRef="#br0" timeOffset="-165884.24">29522 6399 57 0,'0'0'243'0,"0"-8"-5"0,0 8-6 0,0 0-11 15,0 0-7-15,-4-13-19 0,4 13-5 0,0 0-14 16,0 0-8-16,0 0-15 0,3-8-10 0,-3 8-19 16,0 0-13-16,0 0-9 0,0 0-15 0,0 0-13 0,0 0-7 15,0 0-7-15,0 0-10 0,0 0 0 0,0 0-8 16,10 21-3-16,-9-15-4 0,2 5-1 0,2-1-7 15,-2 1 0-15,-1 2-4 0,2-1 1 0,1 4-3 16,0 0 6-16,0-2-4 0,-2-1 0 0,1-1 0 16,2-1-5-16,-1 1 1 0,0-1-2 0,-1-3 1 15,4 2 1-15,-4-1-9 0,0-4 4 0,-1 1 0 16,1-1-3-16,-4-5-2 0,6 8-2 0,-3-4 0 16,-3-4 6-16,4 6 3 0,-4-6 15 0,0 0 12 15,0 0 10-15,5 5 7 0,-5-5 4 0,0 0-10 16,0 0 5-16,15-3-10 0,-15 3-9 0,8-11-1 15,-2 5-5-15,1-3-6 0,2-1 1 0,-2 0-2 16,1-3 1-16,0-2-9 0,1-1 8 0,-2 3-6 16,1-2-7-16,-3 3 2 0,4-2-3 0,-4 0 0 15,0 2-7-15,0 1 4 0,-1 2-2 0,0 0 1 16,0 4-26-16,-2 0-10 0,-2 5-23 0,4-11-27 16,-4 11-28-16,3-5-20 0,-3 5-38 0,0 0-31 15,0 0-24-15,0 0-19 0,0 0-19 0,0 0-12 16,0 0-161-16,0 0-465 0,-15 24 206 15</inkml:trace>
  <inkml:trace contextRef="#ctx0" brushRef="#br0" timeOffset="-165583.23">29824 6577 164 0,'0'0'168'0,"0"9"1"0,0-9-1 0,0 9 4 15,0-9 3-15,-3 13-6 0,2-3-9 0,0-1-10 16,-2-1-14-16,0-1-13 0,3-7-10 0,0 15-9 15,0-9-12-15,2 1-7 0,-2-7-6 0,4 12-7 16,-2-5 16-16,2-1 3 0,4-2 6 0,1 3-3 16,1-3-3-16,3 0-2 0,-2-2-5 0,3 0-2 15,-1-1-8-15,1-1 0 0,0 0 6 0,-2-3-6 16,2 1-1-16,-3-2 1 0,-2 2-2 0,0-4 4 16,0 1 2-16,-3-1-8 0,1-4-10 0,-2 5-3 15,-1-2-2-15,-2-5-3 0,-2 1-6 0,0-1-10 16,-1 1 0-16,-3-3-13 0,-5 1-7 0,4 3-9 15,-1-2-14-15,-3 3-12 0,-1 1-18 0,1 2-20 16,-3 1-21-16,-2 1-18 0,-3 3-11 0,3 1-23 16,-4 0-43-16,1 4-45 0,-1-2-58 0,2 3-216 15,2 0-533-15,4-1 236 0</inkml:trace>
  <inkml:trace contextRef="#ctx0" brushRef="#br0" timeOffset="-158947.2">9108 14107 1655 0,'-3'-7'68'15,"3"7"49"-15,-6-10-27 0,5 3-18 0,-3 3-16 16,4 4 6-16,-4-8-6 0,4 8 3 0,-4-7 0 16,4 7 10-16,-4-7 1 0,4 7 6 0,0 0 4 15,0 0-1-15,-4-7-1 0,4 7 0 0,0 0-8 16,0 0-5-16,0 0-3 0,0 0-9 0,0 0-8 16,0 0-5-16,0 0-7 0,0 0-2 0,0 0-4 0,0 0-3 15,0 0 1-15,0 0-6 0,16 12-5 16,-10-2 1-16,2 0-1 0,1 6-2 0,1-2-1 15,1 2-3-15,4 6 5 0,1-2-3 0,-8-2 2 16,6 3-2-16,0 1-1 0,-5-5 0 0,5 4 2 16,-5-4 0-16,0-2 0 0,1 2 0 0,0-3-2 0,-2 1 2 15,1-1-2-15,-2-5 2 0,-1 3-1 0,-1-3-6 16,1-2 1-16,-1 2 2 0,0-4 0 16,-1 0-1-16,-1 0 1 0,-3-5 3 0,5 6 0 15,-5-6-3-15,2 6 16 0,-2-6 21 0,0 0 19 16,6 3 16-16,-6-3-7 0,0 0-8 0,0 0 0 0,5-14-9 15,-3 7-8-15,0-4 0 0,0-2-4 16,1-6-10-16,3-4 11 0,-1-1-15 0,0-1-2 16,2 0 1-16,0-3-4 0,-2 2-11 0,3-3 3 15,0-2-6-15,2 0-7 0,-1 2 3 0,-1 2-13 0,1-1 3 16,-1 5 12-16,-2 4-1 0,-1 3 0 0,1-1-5 16,-2 5 3-16,1 1-3 0,-1 2 0 0,-3 3-5 15,2-2 1-15,-1 4 2 0,-2 4 2 16,3-8-20-16,-3 8-17 0,2-6-16 0,-2 6-14 15,0 0-8-15,0 0-9 0,0 0-8 0,0 0-11 0,0 0-10 16,9 11-15-16,-7 0-24 0,-2-1-32 0,0 2-23 16,1 2-20-16,3 2-26 0,-1 3-199 0,-1-2-488 15,2-1 216-15</inkml:trace>
  <inkml:trace contextRef="#ctx0" brushRef="#br0" timeOffset="-158567">9696 14209 24 0,'0'0'205'0,"-5"13"-4"0,1-9-3 0,-4 4-10 15,2-1-9-15,1 2-5 0,-2 2-2 0,2-2-14 0,-2 3-9 16,0 4-4-16,1 1-7 0,-1-4-8 0,1 3-13 16,2-4-10-16,2 2-10 0,-1 4-9 0,2-3-10 15,1-3-8-15,1 1-5 0,2-2-6 16,0-2-5-16,2 1-6 0,2-1-4 0,-1-1-2 0,1-1-2 15,2-3 2-15,2 1 1 0,-1-1-3 0,3-1 6 16,-1-2 0-16,0-2-1 0,2-3-2 16,-1 0-2-16,2-1 1 0,0-3-5 0,0 0 0 15,-1-1-7-15,-4 1-1 0,3-4 0 0,-5 2-2 16,-1 1-3-16,1-1 7 0,-3-2-6 0,-2 2 0 16,-2-2 0-16,-1 1-3 0,-3-1 0 0,-1-1-2 0,-3 3-5 15,1-3 2-15,-2 4-5 0,-3-2 0 0,1 2 0 16,0 2-1-16,-1 0 1 0,-2 0-4 0,0 1 7 15,-1 2-10-15,1 0-8 0,2 0-11 16,-1 2-6-16,2-1-16 0,4 2-17 0,6 1-23 16,-16-1-17-16,16 1-10 0,-9 2-24 0,9-2-16 0,-6 6-28 15,6-6-27-15,0 0-33 0,6 15-22 0,-6-15-138 16,11 4-421-16,-1-1 187 0</inkml:trace>
  <inkml:trace contextRef="#ctx0" brushRef="#br0" timeOffset="-158350.99">10153 14183 104 0,'9'0'229'0,"-9"0"1"0,8-1-11 16,-8 1-5-16,11 0-8 0,-11 0-9 16,11 0-13-16,-11 0-10 0,19 0-18 0,-9 0-14 0,3-1-13 15,5 1-12-15,-2-2-10 0,5 2-8 0,-3-3-28 16,-3-1-32-16,5 2-36 0,-2-2-40 0,0 1-45 15,-5-1-47-15,1 0-44 0,-2 2-36 0,0-1-123 16,-4 1-360-16,-2 1 160 0</inkml:trace>
  <inkml:trace contextRef="#ctx0" brushRef="#br0" timeOffset="-158166.06">10286 14292 217 0,'-9'6'233'15,"4"-1"-19"-15,-1-1-15 0,6-4-12 0,-7 5-15 16,7-5-9-16,-4 6 0 0,4-6-7 0,0 0-5 0,0 0-14 16,12 7-14-16,-1-9-14 0,2 1-14 0,4-3-19 15,1 1-22-15,2-3-26 0,1 0-31 0,-3-1-43 16,2 0-49-16,5-3-45 0,-5 0-68 0,0 1-124 16,-1-1-357-16,4-1 158 0</inkml:trace>
  <inkml:trace contextRef="#ctx0" brushRef="#br0" timeOffset="-157010.08">11087 14101 73 0,'0'0'187'0,"0"0"-6"0,3-7-2 15,-3 7-4-15,0 0-8 0,0 0-6 0,0 0-6 16,1-7-7-16,-1 7-6 0,0 0-10 15,0 0-8-15,0 0-6 0,0 0-8 0,0 0-5 16,0 0-5-16,0 0-9 0,0 0-8 0,0 0-6 0,0 0-6 16,0 0-2-16,0 0-7 0,0 0-7 0,0 0-1 15,0 0-6-15,0 0-4 0,0 0-5 16,0 0-2-16,0 0-3 0,0 0-6 0,0 0-3 16,0 0 1-16,0 0-6 0,0 0 1 0,0 0-6 15,0 0 3-15,0 0 3 0,0 0-2 0,-7 22-4 16,4-16 0-16,-1 2 4 0,3-1-4 0,-2 0-1 0,0 3 0 15,0-3-1-15,2 3 3 0,-3 1 1 16,1 0 3-16,1-1 0 0,-2 1 0 0,3 1-3 16,-3 0 2-16,2 0-4 0,1-1 2 0,-1 1 2 15,-1-1-3-15,2 0-1 0,1-1 0 0,1 3-1 0,2-4-6 16,-2 2 6-16,0-2-5 0,0-2 1 0,6 0-5 16,-4-1-1-16,0 0 5 0,1-2-1 15,1-1 1-15,3 3-3 0,0-1 3 0,-2-1-3 16,2-2 1-16,1 0-4 0,0-1 5 0,2 0-5 0,-1-2 1 15,1 1 0-15,-1-1 2 0,0-2-2 0,1 2 4 16,-3-3-6-16,2 0 3 0,-1-1 3 0,-1 0-2 16,-2 1-25-16,2 0 3 0,-3-1 5 15,2-3-2-15,-2 0 5 0,-1 1-1 0,-1-2 0 16,0 0 2-16,1 0 1 0,-4-2 4 0,2 3-5 0,-2-1 2 16,0-2 2-16,0 1 1 0,-1-1-3 0,1 1 9 15,-2 0-6-15,-2 1-1 0,1-1 1 0,-1 0-7 16,1 0 6-16,-1 1 5 0,0 2-10 15,0-2 8-15,-1 1-3 0,0 1 3 0,2-1 0 16,-3 1-3-16,1 1 1 0,1 1 2 0,4 5-4 16,-8-10 6-16,4 7-3 0,4 3-2 0,-10-8-1 0,7 6 2 15,3 2 3-15,-10-5-3 0,10 5-1 16,-11-2 8-16,11 2-9 0,-10-2-12 0,10 2-9 0,-7-3-9 16,7 3-19-16,0 0-11 0,-11-1-8 0,11 1-7 15,0 0-15-15,0 0-30 0,-7 6-18 16,7-6-30-16,0 0-36 0,0 0-27 0,4 13-139 0,-4-13-404 15,0 0 179-15</inkml:trace>
  <inkml:trace contextRef="#ctx0" brushRef="#br0" timeOffset="-156694.52">11617 14204 69 0,'0'0'242'0,"0"0"-3"0,0 0-6 0,2 7-5 16,-2-7-7-16,0 0-10 0,0 0-8 0,0 0-5 15,0 0-12-15,0 0-11 0,0 0-6 0,-13 0-3 16,13 0-9-16,0 0-13 0,0 0-6 15,0 0-9-15,0 0-16 0,0 0-15 0,0 0-5 0,0 0-14 16,-14-6-9-16,14 6-25 0,0 0-25 0,0 0-37 16,0 0-36-16,0 0-21 0,0 0-24 0,0 0-49 15,0 0-69-15,-2 11-71 0,2-11-169 0,0 0-494 16,0 0 219-16</inkml:trace>
  <inkml:trace contextRef="#ctx0" brushRef="#br0" timeOffset="-154085.7">11818 14064 171 0,'0'0'190'0,"-5"-5"-4"0,5 5-4 0,0 0-8 15,0 0-10-15,0 0-8 0,0 0-13 0,-8-2-8 16,8 2-12-16,0 0-8 0,0 0-12 0,0 0-7 15,0 0-7-15,0 0-8 0,0 0-5 0,0 0-7 16,0 0-11-16,0 0-4 0,0 0-6 0,0 0-5 16,0 0-2-16,0 0-5 0,0 0-4 0,25-3-1 15,-14 3-4-15,1-1-1 0,1 1-1 16,-1-2-1-16,7 1-2 0,-2 0-8 0,2 0 0 0,-2 0 1 16,1 0-5-16,-5-1 4 0,3 2-5 0,-5 0 0 15,0 0-2-15,3 2 0 0,-6-2-1 0,3 1 1 16,-1-1-4-16,-4 1 3 0,1 0-1 0,-7-1-2 15,14 2 0-15,-10 0-3 0,-4-2 4 0,9 3-3 16,-9-3-1-16,7 6 11 0,-5-2 9 0,-2-4 8 16,5 11-11-16,-3-5 3 0,-2 2 3 0,0 2 1 15,-2 1 5-15,2 5 14 0,-1-4-9 0,-1 3-1 16,0 2 0-16,0 0 3 0,-1-1 2 0,2-2 5 16,-2 2-7-16,-1-1 2 0,2-3-14 0,-1 3 2 15,2-2-4-15,1-1-3 0,-3 1 1 0,3-3-2 16,0 1-5-16,-3-2-2 0,1 0-5 0,2-2-12 15,0-7-22-15,0 14-11 0,-2-7-23 0,2-7-8 16,0 10-20-16,0-10-25 0,0 0-24 0,0 10-30 16,0-10-14-16,0 0-17 0,0 0-20 0,0 0-148 15,0 0-396-15,0 0 175 0</inkml:trace>
  <inkml:trace contextRef="#ctx0" brushRef="#br0" timeOffset="-153916.93">12031 14286 16 0,'0'0'165'0,"0"0"-18"0,0 0-5 0,0 0 6 0,0 0-9 16,0 0-7-16,0 0-4 0,0 0-14 0,0 0-15 15,17-6-7-15,-10 6-7 0,4-1-8 0,1 1-23 16,2-2-22-16,5 0-30 0,0-3-28 0,3 1-51 16,4-3-38-16,-6 1-111 0,1-2-244 0,-1 0 107 15</inkml:trace>
  <inkml:trace contextRef="#ctx0" brushRef="#br0" timeOffset="-153515.77">12475 13999 150 0,'-2'-9'233'16,"2"9"-12"-16,0 0-15 0,0 0-11 0,0 0-18 15,4-8-19-15,-4 8-17 0,0 0-8 0,0 0 4 16,0 0 0-16,12 17-8 0,-8-7-8 0,-1 1-3 15,3 5-11-15,-1-1-3 0,3 0-10 0,-2 4-8 16,2-4-6-16,-3 1-5 0,3-2-14 16,-3 3 1-16,4-2-6 0,-2-1 0 0,-3-4-9 0,2 2 0 15,-3-2-4-15,4 0-7 0,-2-2-1 0,-1 1-1 16,2 0-7-16,-1-4-1 0,-3 1 2 0,2-1-5 16,-4-5-5-16,8 9-1 0,-6-5-2 0,-2-4-6 15,5 7 5-15,-5-7 2 0,2 6 0 0,-2-6 0 16,0 0 2-16,10 3-2 0,-10-3 16 0,0 0-1 15,0 0 0-15,17-7 3 0,-11 2-1 0,1-4 7 16,-1 1-12-16,4-3 5 0,1-2-8 0,-2 0-9 16,2-3 5-16,0-1-6 0,1 0 13 0,-3-1-19 15,4-3 4-15,-4 3-13 0,0 0-1 0,-2 1-9 16,1 2 3-16,2-1-11 0,-5 2 4 0,-1 3-28 16,2 1-19-16,-3 0-11 0,1 3-28 0,-4 1-28 15,5 0-39-15,-5 6-55 0,0-9-45 0,0 9-203 16,-10-6-509-16,10 6 225 0</inkml:trace>
  <inkml:trace contextRef="#ctx0" brushRef="#br0" timeOffset="-153311.2">12985 13982 41 0,'0'0'201'0,"11"2"-19"16,-11-2-15-16,0 0-14 0,7 2-14 0,-7-2-17 16,4 4-8-16,-4-4-17 0,4 6-9 0,0-1-21 15,-4-5-40-15,4 7-40 0,-4-7-52 0,2 7-48 16,-2-7-89-16,0 0-217 0,-2 11 96 16</inkml:trace>
  <inkml:trace contextRef="#ctx0" brushRef="#br0" timeOffset="-152354.54">8795 15089 149 0,'-12'-1'167'0,"12"1"-14"0,0 0-17 16,-9-2-4-16,9 2-18 0,0 0-11 0,0 0-5 15,0 0-4-15,0 0-1 0,0 0-9 0,31 2-5 16,-14-4-6-16,3 2-14 0,9 0 7 0,1 0-2 16,2-1 0-16,2 0 3 0,6 0-7 0,11 1-3 15,3-4 1-15,2 0-4 0,8 2-4 0,0-1-4 16,29-1-1-16,-27 0-8 0,29-2-1 0,-3 1-5 16,-1 1-3-16,-2-3 0 0,-24 2-13 0,34 1 7 15,-2-4 3-15,4 3-1 0,0 0 0 0,0-3-4 16,2 2 1-16,3-4-5 0,2 3 5 0,-3 4 2 15,2-7-4-15,4 2 2 0,1 1 5 0,4 1 0 16,0-2 4-16,-1 0 0 0,6 1-3 0,-2-1 11 16,-3-4 2-16,7 5 4 0,-1-2-4 0,-5 0-4 15,-6 2-1-15,-4 0 1 0,3-4 8 16,-7 3-1-16,-6 1-6 0,-3 0-2 0,-28 1-2 0,28-4 3 16,-31 5 1-16,-2-3 1 0,-3 2 1 0,-2-1 1 15,-2 1-9-15,-2 0 1 0,-16 2 2 0,-1-1-3 16,-5 1-3-16,-1-1-3 0,-6 1-6 0,-6 1-12 15,-5 2-13-15,-3-2-22 0,-1 3-41 0,-8 0-52 16,0 0-84-16,0 0-87 0,0 0-184 0,0 0-514 16,0 0 227-16</inkml:trace>
  <inkml:trace contextRef="#ctx0" brushRef="#br0" timeOffset="-146455.18">15860 7006 46 0,'0'0'151'0,"0"0"-8"15,0 0-12-15,0 0-8 0,0 0-13 0,0 0-12 0,0 0-11 16,0 0-10-16,0 0-16 0,0 0-19 0,0 0-24 16,0 0-22-16,0 0-26 0,0 0-60 15,0 0-71-15,0 0-174 0,0 0 77 0</inkml:trace>
  <inkml:trace contextRef="#ctx0" brushRef="#br0" timeOffset="-143767.58">13549 3766 14 0,'0'0'68'0,"0"0"0"0,0 0-7 0,0 0-5 16,0 0-8-16,0 0 1 0,0 0-8 0,0 0-7 16,0 0-1-16,0 0 0 0,0 0 5 0,0 0-2 15,0 0 0-15,0 0-4 0,0 0 3 0,0 0 0 16,0 0-4-16,0 0 3 0,0 0 4 0,0 0 1 15,0 0 8-15,0 0-5 0,0 0 1 0,0 0-12 16,0 0-3-16,0 0 0 0,0 0-5 0,0 0 5 16,0 0-10-16,0 0 0 0,0 0 4 0,0 0-10 15,0 0 5-15,0 0-4 0,0 0-4 0,0 0-4 16,0 0-22-16,0 0-9 0,0 0-10 0,0 0-9 16,0 0-1-16,0 0-6 0,0 0-9 0,0 0-7 15,0 0-12-15,0 0-56 0,0 0-146 0,0 0 64 16</inkml:trace>
  <inkml:trace contextRef="#ctx0" brushRef="#br0" timeOffset="-142874.9">13508 7190 111 0,'0'0'125'0,"0"0"12"0,0 0-15 15,0 0-1-15,0 0 3 0,0 0-6 0,0 0-5 16,0 0-11-16,0 0-2 0,0 0-11 0,0 0-6 16,0 0-10-16,0 0-5 0,0 0-8 0,0 0-2 15,0 0-11-15,0 0-3 0,0 0-8 0,0 0 6 0,0 0-8 16,0 0-1-16,0 0-7 0,0 0-3 16,0 0-1-16,0 0 2 0,0 0-8 0,0 0 1 15,0 0-11-15,0 0-6 0,0 0-13 0,0 0-14 16,0 0-12-16,0 0-26 0,0 0-30 0,0 0-22 0,0 0-26 15,5-16-104-15,-7 9-265 0,0-1 118 0</inkml:trace>
  <inkml:trace contextRef="#ctx0" brushRef="#br0" timeOffset="-141976.8">13540 3782 1 0,'0'0'103'0,"0"0"1"16,0 0-10-16,0 0-2 0,0 0 3 0,0 0-15 16,0 0 3-16,0 0-15 0,0 0-11 0,0 0 0 15,0 0-7-15,0 0-8 0,0 0-3 0,0 0-5 16,0 0-1-16,0 0-7 0,0 0-2 0,0 0 0 16,0 0-3-16,0 0 21 0,0 0-22 0,0 0-10 15,0 0-4-15,0 0-3 0,0 0-12 0,0 0-7 16,0 0-6-16,0 0-13 0,0 0-11 0,0 0-16 15,0 0-9-15,0 0-19 0,-8 20-54 0,8-20-154 16,-6 12 69-16</inkml:trace>
  <inkml:trace contextRef="#ctx0" brushRef="#br0" timeOffset="-141039.02">13479 7338 108 0,'0'0'139'0,"0"0"-5"16,0 0-4-16,0 0 3 0,0 0 2 15,0 0-1-15,0 0-3 0,0 0-7 0,0 0-6 0,0 0-15 16,0 0-4-16,0 0-12 0,0 0-1 0,0 0-12 15,0 0-4-15,0 0-3 0,0 0-10 0,0 0-1 16,0 0-4-16,0 0-7 0,0 0-5 16,0 0 0-16,0 0-7 0,0 0-3 0,0 0-3 15,0 0-1-15,0 0-4 0,0 0-11 0,0 0-17 0,0 0-19 16,0 0-31-16,0 0-23 0,0 0-21 16,0 0-14-16,0 0-27 0,0 0-28 0,-16-17-102 0,10 14-292 15,3-4 129-15</inkml:trace>
  <inkml:trace contextRef="#ctx0" brushRef="#br0" timeOffset="-140201.91">13463 3795 31 0,'0'0'126'0,"0"0"-16"0,0 0-6 16,0 0-5-16,0 0-9 0,0 0-10 0,0 0-2 16,0 0-13-16,0 0-4 0,0 0-6 0,0 0-1 15,0 0-7-15,0 0 1 0,0 0-4 0,0 0-6 16,0 0-1-16,0 0-2 0,0 0-9 0,0 0-2 15,0 0-6-15,0 0-1 0,0 0 8 0,0 0-6 16,0 0-27-16,0 0-11 0,0 0-16 0,0 0-15 16,0 0-12-16,5 3-10 0,-5-3-10 0,0 0-15 15,0 0-54-15,0 0-165 0,-3 12 73 0</inkml:trace>
  <inkml:trace contextRef="#ctx0" brushRef="#br0" timeOffset="-139411.56">13618 7136 33 0,'0'0'113'0,"0"0"-6"0,0 0 2 0,0 0-1 0,0 0-12 15,0 0 13-15,0 0-10 0,0 0-6 0,0 0-6 16,0 0-5-16,0 0-5 0,0 0-11 0,0 0-8 16,0 0-4-16,0 0-9 0,0 0-1 0,0 0-5 15,0 0-7-15,0 0-15 0,0 0 0 0,0 0 1 16,0 0-9-16,0 0-15 0,0 0-24 0,0 0-28 16,0 0-18-16,0 0-24 0,0 0-107 0,-4-19-225 15,4 19 99-15</inkml:trace>
  <inkml:trace contextRef="#ctx0" brushRef="#br0" timeOffset="-138111.02">13444 7092 30 0,'0'0'89'15,"0"0"-7"-15,0 0-16 0,8 1-4 0,-8-1 0 16,0 0-11-16,0 0-7 0,0 0-4 0,0 0-7 16,0 0 2-16,0 0-2 0,0 0-4 0,0 0-8 15,0 0 1-15,0 0-3 0,0 0-8 0,0 0 1 16,0 0-5-16,0 0 3 0,0 0-11 0,0 0-21 15,0 0-3-15,0 0-16 0,2-10-17 0,-2 10-45 16,0 0-109-16,-2-13 49 0</inkml:trace>
  <inkml:trace contextRef="#ctx0" brushRef="#br0" timeOffset="-133775.91">13481 13979 82 0,'0'0'196'0,"5"-7"-14"16,-5 7-7-16,9-1-5 0,-9 1-5 0,0 0-8 15,8-3-2-15,-8 3-10 0,0 0-7 0,10-1-8 16,-10 1-12-16,0 0-7 0,0 0-11 0,0 0-7 0,9 2-6 15,-9-2-3-15,0 0-1 0,0 0-2 0,0 0 3 16,0 0-3-16,0 0 4 0,10-2-2 16,-10 2-8-16,6-4-4 0,-6 4-5 0,11-6-10 15,2-4-7-15,-1-3-13 0,9-3-25 0,7-2-19 16,3-3-22-16,8-11-42 0,1 4-52 0,2-2-50 0,4 0-45 16,-4-1-202-16,1 2-455 0,-7-2 202 15</inkml:trace>
  <inkml:trace contextRef="#ctx0" brushRef="#br0" timeOffset="-128095.7">20497 6531 35 0,'-10'-3'190'0,"10"3"-8"0,-6-3-15 16,6 3-8-16,0 0-4 0,0 0-11 16,-11 0-9-16,11 0-15 0,0 0 0 0,-11 4-13 0,11-4-8 15,-8 3-9-15,3 1-7 0,5-4-10 0,-9 7-7 16,3 0-5-16,3-3-2 0,-2 3-11 15,0 1 4-15,-2 0 0 0,1 1 0 0,0 1-5 16,2 0-4-16,0-1-1 0,-1 0-8 0,4-1-5 16,-1-1 2-16,-2 1-6 0,3 0 5 0,1-8-5 0,-2 15-5 15,3-7-2-15,0-1 0 0,0 0-2 0,2 0 2 16,1-2-6-16,0 1-3 0,2 2 2 0,-2-3 2 16,5 0 1-16,0 2-4 0,1-5 0 0,0 2 1 15,1-3-3-15,0-1 1 0,2-1-1 0,4 1 3 16,-4-2-1-16,5-2 4 0,0 1 1 0,-1-2 3 15,0-1 0-15,-6 1 2 0,3 0 6 16,-5-1 11-16,0 1-10 0,0-2 3 0,-1 3-5 0,-2-5 17 16,-1 3 2-16,0-4-7 0,-2 3-3 0,-1 0-3 15,-3-4-4-15,-3 1-3 0,2 0-2 0,-3-1 0 16,1 0-10-16,-5-3 1 0,1 5 0 0,-6-5-3 16,2 4 3-16,-3 0-5 0,2 1-2 0,-4-1-2 15,2 3-1-15,-1 3 1 0,3-2-3 0,2 2-1 16,0 0-5-16,4 1-15 0,-2 2-15 0,0 1-11 15,9 0-14-15,-14-2-19 0,14 2-28 0,-12 3-31 16,12-3-34-16,-9 4-29 0,7 1-31 0,2-5-149 16,-2 9-413-16,2-9 182 0</inkml:trace>
  <inkml:trace contextRef="#ctx0" brushRef="#br0" timeOffset="-125563.33">20787 6586 61 0,'0'0'167'16,"-8"-5"-14"-16,8 5-8 0,0 0-7 0,-11-2-7 15,11 2 3-15,-8-2-12 0,8 2-5 0,0 0-8 16,-10-3-4-16,10 3-6 0,-10 0-6 0,10 0-6 16,0 0-6-16,-10 0-2 0,10 0-6 0,0 0-2 15,0 0-8-15,-9-1-4 0,9 1-6 0,0 0-5 16,0 0-2-16,-9 1-3 0,9-1-6 0,0 0 0 15,0 0-6-15,0 0 1 0,-10 0-1 0,10 0-2 16,0 0 3-16,0 0-1 0,0 0-1 0,0 0 3 16,0 0-4-16,0 0-4 0,0 0 0 0,0 0-4 15,-9 0 1-15,9 0-3 0,0 0-3 0,0 0-3 16,0 0 1-16,0 0-1 0,0 0-3 0,0 0-2 16,0 0-1-16,0 0 3 0,0 0-2 0,0 0 2 15,0 0 6-15,0 0 3 0,30-1 1 0,-18 2-6 16,6-5-1-16,3 3-1 0,1 1 0 0,5-4-1 15,4 2-2-15,-2-2 2 0,2 2-4 0,3-2 0 0,2 1 2 16,-3-1-3-16,-1-1 0 0,5 0-2 0,0 0 3 16,0 3-2-16,-1-2 1 0,0 2-2 15,0-2-1-15,-7 3 3 0,2-4-3 0,-4 2 1 16,-6 1-1-16,1-1 0 0,-3 0 1 0,3 3-3 0,-3 0 3 16,-2 0-3-16,2-2 1 0,-2-1-1 15,-3 3 2-15,0-1 5 0,1 0-2 0,-3-1 4 16,7 2 1-16,-8 0 0 0,2 0 2 0,0-1-2 15,-3 1-3-15,3 0 4 0,0 0-7 0,1-2 7 16,-4 2-4-16,1-1-1 0,2 1 3 0,-3 0-3 0,3-1-1 16,-4 1 1-16,3 0-2 0,-12 0 1 0,17 0-3 15,-9 0 5-15,-8 0-4 0,12 1 0 16,-5-1 1-16,-7 0-1 0,0 0 0 0,14-1-1 16,-14 1 1-16,7 1-1 0,-7-1 6 0,0 0-4 15,0 0 3-15,10 0-2 0,-10 0 1 0,0 0 3 0,0 0-1 16,0 0 2-16,0 0 3 0,0 0 8 0,0 0-2 15,0 0 5-15,9 0 1 0,-9 0 1 16,0 0 0-16,0 0-2 0,0 0-3 0,0 0-1 16,0 0-5-16,0 0 3 0,0 0 1 0,0 0-6 0,0 0 2 15,0 0-3-15,0 0-2 0,0 0-5 0,0 0 2 16,0 0 0-16,0 0-1 0,0 0-2 0,0 0 3 16,0 0-3-16,0 0 5 0,0 0-11 0,0 0 1 15,0 0 3-15,0 0 0 0,0 0-2 0,0 0 1 16,0 0 2-16,0 0-4 0,0 0 1 0,0 0-2 15,0 0 11-15,0 0-10 0,0 0 2 0,0 0 0 16,0 0-1-16,0 0 1 0,0 0-1 0,0 0 2 16,0 0-3-16,0 0 0 0,0 0 0 15,0 0-3-15,0 0 5 0,0 0 0 0,0 0 1 0,0 0 0 16,0 0-5-16,0 0 2 0,0 0 4 0,0 0 2 16,0 0-4-16,0 0 3 0,0 0 7 0,0 0 2 15,0 0-4-15,0 0-1 0,0 0 10 0,0 0-13 16,0 0 2-16,0 0-1 0,0 0-5 0,0 0 3 15,0 0 2-15,0 0-9 0,0 0 3 0,0 0 0 16,0 0-4-16,0 0 1 0,0 0-7 0,0 0 2 16,0 0 0-16,0 0-4 0,0 0-1 0,0 0 1 15,0 0 6-15,0 0-2 0,0 0 2 16,0 0 6-16,0 0-8 0,0 0 0 0,0 0 1 0,0 0 0 16,0 0-1-16,0 0 2 0,0 0 0 0,0 0 4 15,0 0-4-15,0 0 4 0,0 0 2 0,0 0-4 16,0 0 6-16,0 0 0 0,0 0-5 0,0 0 6 15,0 0-2-15,0 0 2 0,0 0 0 0,0 0 4 16,0 0 3-16,0 0 1 0,0 0 3 0,0 0-5 16,0 0 3-16,0 0 2 0,0 0-4 0,0 0-2 15,0 0 0-15,0 0 0 0,0 0-5 0,0 0 2 16,0 0-2-16,0 0-1 0,0 0 1 0,0 0 1 16,0 0-4-16,0 0 0 0,0 0 0 15,0 0-1-15,0 0 3 0,0 0-1 0,0 0 5 0,0 0-1 16,0 0-6-16,0 0 0 0,0 0 2 0,0 0-2 15,0 0 2-15,0 0 4 0,0 0-4 0,0 0 2 16,0 0 2-16,0 0-1 0,0 0-5 0,0 0 9 16,0 0 2-16,0 0 12 0,0 0 3 0,0 0 2 15,0 0-2-15,5-6-7 0,-5 6 4 0,3-5-2 16,-3 5-3-16,0 0-4 0,-2-11-1 0,2 11-1 16,0 0-4-16,0-13 1 0,0 13 0 0,0-9 1 15,2 2-4-15,-2 7-5 0,2-9 5 0,-2 9-8 16,2-10 5-16,-2 10 0 0,1-7-7 0,-1 7-3 15,0 0 2-15,5-7-2 0,-5 7-9 0,4-5-1 16,-4 5 11-16,0 0-5 0,0 0-1 0,12 2 1 16,-12-2 1-16,11 4 3 0,-5 0 0 0,-1 1 1 15,2-1 3-15,0 2-7 0,2 3 5 0,-3-3 0 0,3 0 1 16,-1 4 6-16,0-5-9 0,-3 1 5 0,0-2-2 16,-1 0 4-16,1 0 1 0,0 0 0 15,-5-4 3-15,9 7-4 0,-9-7-4 0,6 5 0 16,-6-5 2-16,6 4 1 0,-6-4 0 0,0 0-4 15,5 3 8-15,-5-3-6 0,0 0 5 0,5 3-9 16,-5-3 17-16,0 0-2 0,0 0-6 0,0 0-6 16,0 0-2-16,12-5-7 0,-12 5-3 0,8-7 8 15,-3 2-3-15,1 0-2 0,0 1 3 0,1-4-2 16,-3 4-8-16,3-2 7 0,-2 1-2 0,0-1-1 0,1 1-1 16,-2 1 5-16,-4 4-5 0,10-6-1 15,-3 3 0-15,-7 3 0 0,9-4 5 0,-9 4-4 16,10 0 5-16,-10 0-2 0,10 1 1 0,-3 2 1 15,-1 0-2-15,0 0 4 0,-1 3 9 0,2-1-9 16,-1 0 4-16,2 0 1 0,-4 2-3 0,1-3-1 0,0 2 4 16,0-1 4-16,3 0 4 0,-3-2-4 15,-1 1 0-15,-4-4 2 0,9 7 1 0,-4-3 0 16,-5-4-1-16,9 5 2 0,-4-3-1 0,-5-2 1 16,9 2 0-16,-9-2-3 0,9 0 3 0,-9 0-2 0,11-2 0 15,-4-1 2-15,-1-1-3 0,2-1 2 0,2-1 2 16,-1 0-2-16,0-2 0 0,1 2-3 0,-2-3 1 15,1-1 5-15,1 3-9 0,-1 0-2 16,4-4-6-16,-6 3 4 0,3 2-2 0,-1-1 0 16,-1 1-1-16,0 3 2 0,-2-1-3 0,1 1-1 0,-7 3 2 15,11-1-4-15,-11 1 1 0,15 4 4 0,-8-2-4 16,-2 1 5-16,0 3 0 0,4 1 2 0,-4-1 0 16,1 3 2-16,-2-2 2 0,1 2-1 15,0-3-2-15,-1 1 2 0,1-3-2 0,-2 2 6 0,1-2-1 16,0 1 2-16,-4-5-3 0,5 10 1 0,1-9 4 15,-6-1 3-15,5 5 8 0,-5-5-6 16,0 0-3-16,10-2-3 0,-10 2 5 0,10-4-6 0,-4-1 1 16,-1 2 1-16,0-4-3 0,0 3-1 0,3-6 3 15,-2 4 5-15,2-3-9 0,-2 1-4 0,2-3 1 16,-2 3-2-16,2-1-7 0,-2 0 3 0,-1 3 0 16,-1-3 0-16,2 1-3 0,-3 2-3 0,2 1 0 15,-5 5 0-15,8-7 3 0,-8 7-1 0,8-1 1 16,-8 1-4-16,0 0 6 0,0 0-2 0,14 8 5 15,-12-5 0-15,2 4-3 0,0-2 2 0,2 3 4 16,0-2-1-16,-1 1 3 0,-4 0 3 0,1 0-3 16,3-2 1-16,-2 1 0 0,-2 1 0 0,3-3 1 15,-4-4 1-15,4 10 2 0,-4-10 1 0,5 5 3 16,-5-5-1-16,4 2 2 0,-4-2 0 0,0 0-1 16,0 0-6-16,15-7 2 0,-10 4 4 0,1-2-6 15,-1 0-2-15,4-4 3 0,-3 4-2 0,0-3 3 16,0 0-4-16,2 1 3 0,-1-1 0 0,-1 1 0 15,1-1 3-15,0 0-7 0,0 4-1 0,-2-1 2 16,-1 0 3-16,-4 5-3 0,7-7-5 0,-7 7-2 16,7-3 0-16,-7 3-1 0,9 0 1 0,-9 0 2 15,0 0-1-15,5 10 3 0,-1-5-1 0,-4-5 1 16,3 12 1-16,0-4 1 0,1 1 0 0,-3-1 1 16,0 0 1-16,1-2 2 0,0 2-1 0,3-1-1 15,-3 1 0-15,0-2-1 0,1-1 4 0,-3-5-2 16,4 10 1-16,-2-6 3 0,2 1-2 0,-4-5 4 15,8 8-4-15,-2-5 0 0,0 0 0 0,2-1-3 16,5 1 1-16,-2-2 2 0,2-1-1 0,1 0 2 16,0 0-3-16,5 0 2 0,-2 0 0 0,3 2 0 15,1-4-1-15,-4 1-1 0,4 1 1 0,0-3-1 16,-2 2-1-16,9 0 2 0,1-3-1 0,-1 3 0 16,2-1 2-16,2 2-2 0,0-2 2 0,0-2-3 15,-3 1 0-15,4 0 3 0,2 1-5 0,1 0 4 16,-1-2-2-16,2 0 2 0,2 2-1 0,-1 0 4 15,3-1-3-15,10 2 7 0,-10-2-1 0,-3 0 2 16,-1 0-2-16,-1 1-1 0,4-2-1 0,-2 3 2 16,1 1-3-16,-2 0 3 0,-3-2-2 0,2 1-3 15,0 1 3-15,-7-1 10 0,-1 0-1 0,-5 0-2 0,-1 1-2 16,-2-2-2-16,0 2 5 0,-3-1-3 16,1 2 5-16,0-3 2 0,-3 0 4 0,-4 2-1 15,2 0 2-15,-1 0-4 0,-1-1-4 0,-1 1 1 16,-10 0-1-16,14 0 4 0,-14 0-4 0,9 0-4 15,-9 0 0-15,9 0-2 0,-9 0 4 0,9-3-2 16,-9 3 0-16,0 0-3 0,0 0 5 0,0 0-3 16,0 0 0-16,0 0-14 0,9 0-20 0,-9 0-12 15,0 0-26-15,0 0-27 0,0 0-46 0,0 0-55 16,0 0-59-16,0 0-217 0,0 0-505 0,0 0 225 0</inkml:trace>
  <inkml:trace contextRef="#ctx0" brushRef="#br0" timeOffset="-124338.27">24067 6488 10 0,'-5'-2'90'16,"5"2"-4"-16,0 0-4 0,-7-4-7 0,7 4-10 15,0 0 8-15,0 0-8 0,-6-3-7 0,6 3 8 16,0 0-3-16,0 0-9 0,0 0 7 0,-6-5 3 16,6 5-9-16,0 0 2 0,0 0 0 0,0 0 6 15,0 0-5-15,-7-4-11 0,7 4-1 0,0 0-1 16,0 0-6-16,0 0-2 0,0 0-2 0,0 0 0 16,0 0 2-16,0 0-3 0,0 0 6 0,0 0 2 15,0 0 3-15,0 0-4 0,28 8 5 0,-14-7-6 16,5-1 4-16,9 3-3 0,2-2 0 0,2 2 3 15,1-1-2-15,5-1-4 0,2 0-3 0,12-2 0 16,-13 2-4-16,18 1 0 0,-2-2 0 0,-2 0 7 16,1 0-3-16,1-2-6 0,-2 2-6 0,-1 2 1 0,2-1 2 15,-2-2-3-15,-13 2-4 0,14-1 14 16,-13 0-1-16,0 0-4 0,-1 0 0 0,-2 0 0 16,3 2 2-16,-4-2 0 0,-2 2-3 0,2 0 1 15,-3-1 0-15,0-1-5 0,-1 0 0 0,-1 2-2 16,-2 0-3-16,0-1 1 0,-9 0 4 0,7 1 1 15,-6-2-5-15,-2 1 1 0,1 0-4 0,-1-1-2 16,-1 0 4-16,0 1-5 0,-3-1 4 0,3 1 3 16,-6-1-5-16,1 1 1 0,0-1-1 0,-4 1 1 15,5-1-5-15,-1 1 6 0,-1-2-6 0,-1 2 1 0,-1-1 1 16,2 2-4-16,-3-4 7 0,0 2 5 0,0-1-3 16,1 1 2-16,-10 0-3 0,14 0 4 0,-6 0-5 15,-8 0 1-15,15 0-5 0,-11 1 2 16,-4-1 0-16,13 0-2 0,-13 0 3 0,8 0 6 15,-8 0-2-15,0 0-2 0,11 0 0 0,-11 0-5 16,0 0 4-16,7 0 1 0,-7 0-1 0,0 0 0 0,0 0-1 16,0 0-1-16,0 0 4 0,9 0-4 15,-9 0 7-15,0 0-7 0,0 0-3 0,0 0 2 0,9 0-1 16,-9 0 0-16,0 0 1 0,9 0-4 16,-9 0 0-16,0 0-1 0,12-1 0 0,-12 1 1 0,8-1-1 15,-8 1-6-15,9-1-2 0,-9 1-10 0,0 0-5 16,12-1-15-16,-12 1-10 0,8-2-8 0,-8 2-13 15,0 0-16-15,0 0-14 0,9-1-24 16,-9 1-23-16,0 0-19 0,0 0-21 0,0 0-8 0,0 0-8 16,0 0-11-16,8-3-9 0,-8 3-115 0,0 0-356 15,0 0 158-15</inkml:trace>
  <inkml:trace contextRef="#ctx0" brushRef="#br0" timeOffset="-123939.1">25242 6536 87 0,'0'0'138'0,"0"0"-6"0,0 0-5 0,0 0-9 0,0 0-4 15,37-4-3-15,-19 3-9 0,9-1 1 0,3-2-5 16,5 2-10-16,0-2-6 0,-1 2-6 0,1-2-2 16,-1 3-12-16,-3-1-3 0,1 0-3 0,-3-1-5 15,2 2 3-15,-10-1 0 0,-1 0-2 0,0-1 6 16,-3 2-8-16,-2 0-9 0,-3-1 2 0,1 2-8 15,-3-1-2-15,-1 1 1 0,-9 0-7 0,12 0-3 16,-12 0 0-16,8-2-3 0,-8 2-3 0,0 0 1 16,12 0-5-16,-12 0-9 0,0 0-18 0,7-2-17 15,-7 2-28-15,0 0-34 0,0 0-43 0,0 0-22 16,0 0-144-16,0 0-324 0,0 0 144 0</inkml:trace>
  <inkml:trace contextRef="#ctx0" brushRef="#br0" timeOffset="-120459.98">16060 5653 65 0,'0'0'78'0,"0"0"-22"16,-4-5-19-16,4 5-20 0,0 0-34 0,0 0-23 15,0 0-42-15,0 0 18 0</inkml:trace>
  <inkml:trace contextRef="#ctx0" brushRef="#br0" timeOffset="-115167.5">13501 3796 13 0,'0'0'95'0,"0"0"-3"0,0 0-2 0,-6-1-9 15,6 1-5-15,0 0-6 0,0 0-13 0,0 0-6 16,0 0-4-16,-7-4-7 0,7 4-4 0,0 0 1 16,0 0-7-16,0 0-9 0,0 0-5 0,0 0 4 15,0 0-6-15,0 0 3 0,0 0-7 16,0 0 1-16,0 0 1 0,0 0 0 0,0 0 1 0,0 0-6 15,0 0 4-15,0 0-4 0,0 0 0 0,0 0 5 16,0 0-2-16,0 0-6 0,0 0-3 0,0 0 7 16,-4 11-6-16,4-11 5 0,0 0-6 15,0 0-17-15,0 0-10 0,0 0 4 0,0 0-16 0,0 0-10 16,0 0-7-16,0 0-10 0,0 0-5 16,0 0-47-16,0 0-126 0,6 12 56 0</inkml:trace>
  <inkml:trace contextRef="#ctx0" brushRef="#br0" timeOffset="-114326.74">13470 7410 5 0,'0'0'99'0,"0"0"-14"0,0 0-8 0,0 0-11 16,0 0-11-16,0 0-17 0,0 0-22 0,0 0-21 15,0 0-12-15,0 0-54 0,0 0-74 0,0 0 32 16</inkml:trace>
  <inkml:trace contextRef="#ctx0" brushRef="#br0" timeOffset="-113299.62">13383 3957 38 0,'-5'-6'42'0,"5"6"-7"0,0 0-1 0,-5-7 5 16,5 7-1-16,0 0 6 0,-6-7-5 0,6 7 2 15,0 0 0-15,-5-4-8 0,5 4-2 0,0 0-6 16,0 0 4-16,0 0-10 0,0 0 13 0,-2-6-14 16,2 6 5-16,0 0-7 0,0 0 0 0,0 0-6 15,0 0 10-15,0 0-12 0,0 0 4 0,0 0-6 16,0 0 0-16,0 0 5 0,0 0 0 0,0 0-1 16,0 0-3-16,0 0-1 0,0 0-6 0,0 0 3 15,0 0-1-15,0 0-3 0,0 0 5 0,0 0-4 16,0 0 4-16,0 0-5 0,0 0 1 0,0 0 3 15,0 0 6-15,0 0-16 0,0 0 9 0,0 0 0 16,0 0-2-16,0 0-3 0,0 0 7 0,0 0-5 16,0 0-3-16,0 0 8 0,0 0-3 15,0 0-7-15,0 0-3 0,0 0-9 0,0 0-14 0,0 0-10 16,0 0-4-16,0 0-56 0,0 0-110 0,9 17 49 16</inkml:trace>
  <inkml:trace contextRef="#ctx0" brushRef="#br0" timeOffset="-112490.58">13547 7357 63 0,'0'0'106'0,"0"0"-14"0,0 0-17 16,0 0-3-16,0 0-2 0,0 0-14 0,0 0-19 15,0 0-22-15,0 0-24 0,0 0-32 0,0 0-49 16,0 0-97-16,-3-14 43 0</inkml:trace>
  <inkml:trace contextRef="#ctx0" brushRef="#br0" timeOffset="-110700.62">13520 7225 17 0,'0'0'58'0,"0"0"-8"0,0 0-16 0,0 0-17 15,0 0-21-15,0 0-25 0,0 0-32 0,0 0 15 16</inkml:trace>
  <inkml:trace contextRef="#ctx0" brushRef="#br0" timeOffset="-107930.28">21123 5672 35 0,'0'0'229'0,"0"0"-22"0,-5-8-16 16,5 8-17-16,-1-7-12 0,1 7-9 0,0 0-12 16,6-11-14-16,-2 7-11 0,3 0-14 15,3 0-3-15,0 1-13 0,2 1-11 0,0 2-8 0,-1 0-8 16,0 2 14-16,2 1-8 0,-2 3-7 0,-2 0-10 16,1 1-3-16,-1 3 3 0,-2 0 7 0,-3 3-4 15,2 1 1-15,-4-1-5 0,-3 2 0 0,-3 1-4 16,-2 1 4-16,-2-3-3 0,1 3 0 15,-6-3-5-15,0 1 3 0,-3-2-2 0,-1-1-2 16,-5 1-4-16,-2-1 0 0,6-4-6 0,0 0-2 0,0 0 0 16,0-4-2-16,7-1-4 0,-2-1 1 15,3 0-2-15,2-1-1 0,2 1 1 0,6-2-2 0,-13 0-6 16,13 0 4-16,-9-3 1 0,9 3 1 0,-8-6-3 16,8 6-5-16,0 0 0 0,-1-7-7 0,1 7 3 15,0 0-5-15,0 0-2 0,12-10 0 0,-6 8-3 16,-6 2 3-16,10-2 1 0,-10 2-3 0,14 0 3 15,-14 0 1-15,16 4-5 0,-9-1 0 0,4-2 3 16,-5 3-1-16,7 0 0 0,-4 0 2 0,2 1-1 16,-1 0-8-16,2-1-18 0,-1 0-18 0,3 0-26 15,-2 2-42-15,1-2-44 0,3-1-51 0,2-1-234 16,-8-2-481-16,3 1 213 0</inkml:trace>
  <inkml:trace contextRef="#ctx0" brushRef="#br0" timeOffset="-107549.06">21521 5604 252 0,'0'0'240'0,"-5"-4"-25"15,5 4-19-15,0 0-24 0,0 0-11 0,0 0-12 16,0 0-11-16,0 0-13 0,0 0-5 0,16-2-10 15,-4 3-7-15,1-1-11 0,4 1-10 0,0 1-9 16,1-2-3-16,-1 2-8 0,-2-1-9 0,-4 0-3 16,5 0-8-16,-5 1 1 0,-4-1-8 0,-7-1-1 15,12 1-9-15,-7 0 3 0,-5-1 10 0,8 5 8 16,-5-1 4-16,-3-4 5 0,6 7 3 0,-2-1 5 16,-3 1 0-16,-2 2 0 0,1 4 4 0,-1-2 3 15,0 4 2-15,-2 2-2 0,0-3-6 0,0 3 0 16,-1-1-10-16,0-1-2 0,-1 0-5 0,-2 1-3 15,4-1-5-15,-1-2-8 0,-1 1-2 0,1-1 5 16,0-1-8-16,1-1-3 0,1 0-21 0,-3 0-19 16,1-1-19-16,1-1-25 0,-1 2-25 0,3-3-17 15,-1 0-25-15,2-8-30 0,-4 12-47 0,2-4-35 16,2-8-39-16,-2 9-152 0,2-9-466 0,-4 7 207 16</inkml:trace>
  <inkml:trace contextRef="#ctx0" brushRef="#br0" timeOffset="-107133.35">21554 5860 166 0,'0'0'162'0,"0"0"-10"0,0 0-10 0,0 0-9 16,0 0-10-16,0 0-8 0,0 0-1 0,15-8-5 16,-5 7-8-16,3-1-8 0,6-2-8 0,0 1-6 15,-2-1-6-15,1 0-10 0,0 1-5 0,0 0 0 16,-4 0-4-16,-1 1 2 0,-2 2-2 0,-2-2-14 15,-1 0-4-15,1 1-2 0,-9 1-8 0,9-2 4 16,-9 2 2-16,9 0 0 0,-9 0 3 0,0 0 14 16,11 3 7-16,-11-3 3 0,3 8-2 0,-2-2 2 15,-1-6-1-15,3 12-5 0,-2-5-7 0,0 1 0 16,1 2-3-16,-1-1-4 0,1-1-4 0,0 0-4 16,3-1-3-16,-1 0-3 0,2 1 3 0,-2-2-6 15,2 0-4-15,1-3 2 0,5 2 0 0,1-2 1 16,-3-1-4-16,6-1 0 0,0-2-1 0,3-1 1 15,-1-2 2-15,-2 0 1 0,-2 1 1 0,1-3 2 16,-3 1 0-16,-1-1 2 0,-1 0-1 0,-2-1-5 16,0-3 9-16,-3 2-10 0,0-2 1 0,-3-1-6 15,-3 1 1-15,-1-2-2 0,-4 1 2 0,1 0-4 0,-3 0-3 16,-3-2-2-16,0 3 3 0,1 2-5 16,-2 0-3-16,-1 2-14 0,-1-1-7 0,-1 0-18 15,1 5-16-15,1 0-16 0,-1 2-20 0,1 1-29 0,-1 0-45 16,4 2-40-16,1 0-42 0,-1 3-159 0,3-2-439 15,3-1 195-15</inkml:trace>
  <inkml:trace contextRef="#ctx0" brushRef="#br0" timeOffset="-106065.6">22308 5902 29 0,'0'0'148'0,"0"0"5"0,0 0 7 15,-2 8-2-15,2-8-8 0,0 0-5 16,0 0-5-16,12 4-6 0,-12-4-8 0,13 1-2 0,-6-1-11 16,-7 0-7-16,15 0-10 0,-5-1 1 0,0-1-13 15,-2 1-1-15,0 0-6 0,-8 1-3 0,12-3 1 16,-4 1-1-16,-8 2-1 0,10-5-1 0,-5 0 2 16,-1 2-12-16,0-2-4 0,-4 5 0 0,6-11-2 15,-3 5-2-15,-3 6 4 0,-1-14-8 0,-1 3-2 16,-3 0-5-16,2 0-1 0,0 1-1 0,0-2 1 15,-2-4 5-15,3 4-5 0,0-4-3 0,1 1-8 16,0 2-4-16,2 3-2 0,0-1-3 0,1 2 1 16,0-1-11-16,3 2-1 0,2 0 1 0,0 2-5 15,2-1-1-15,2 2 0 0,0 1-3 0,1 3 1 16,0-1-4-16,1 4 1 0,-1-2-2 0,2 5 0 16,-3 3-1-16,1-1 8 0,-3 1-9 15,-2 3 4-15,-2 0-2 0,1 0 0 0,0 3 2 0,-5-1 4 16,3-1-4-16,-3-2 0 0,1 0 0 0,0-1 8 15,-2-2-4-15,3 2-2 0,-2-3-2 0,2 1 1 16,-1-1 1-16,2-1-1 0,1-1-4 0,6 0-1 16,1 0-15-16,3-3-20 0,5 1-30 15,9-3-39-15,3-3-51 0,3-1-60 0,3-1-64 0,-6-3-158 16,0 1-474-16,-3-4 209 0</inkml:trace>
  <inkml:trace contextRef="#ctx0" brushRef="#br0" timeOffset="-104951.99">25809 5414 8 0,'1'-8'155'0,"-1"8"1"0,2-5-11 15,-2 5 8-15,0 0-1 0,2-10-4 0,-2 10-4 16,0 0-8-16,0 0-4 0,0 0-6 0,0 0-8 15,0-8-6-15,0 8-6 0,0 0-2 0,0 0-6 16,0 0-5-16,0 0-4 0,0 0-7 0,0 0-5 16,0 0-4-16,0 0-4 0,0 0-5 0,2-7-4 0,-2 7-3 15,0 0-6-15,0 0 0 0,0 0 1 0,0-10 2 16,0 10 23-16,0 0-1 0,0 0-8 16,0 0-1-16,0 0-5 0,0 0-4 0,0-10 1 15,0 10 0-15,0 0-7 0,0 0-2 0,0 0-2 16,0 0-2-16,0 0-4 0,0 0-8 0,0 0-3 15,0 0-4-15,0 0-5 0,0 0-2 0,0 0-8 16,0 0 0-16,0 0-1 0,0 0-3 0,0 0-7 16,0 0 1-16,0 0-2 0,2 25 4 0,-1-10-3 0,-1 2-6 15,2 2 10-15,1 5-4 0,-3-5 3 0,0-1 3 16,2 0-5-16,-4-1 2 0,4-2 1 16,-2 1-3-16,2-2 4 0,-2-2 2 0,0-2-3 0,2 2 0 15,-2-1 3-15,0 0 12 0,0 0-9 16,2-1-8-16,-2-1 2 0,-2-1-3 0,2-8 8 0,0 14-6 15,0-9-8-15,0-5-15 0,0 9-14 0,0-9-13 16,0 8-16-16,0-8-10 0,2 7-21 0,-2-7-19 16,0 0-26-16,0 0-33 0,-2 9-25 15,2-9-38-15,0 0-36 0,0 0-143 0,0 0-448 16,0 0 199-16</inkml:trace>
  <inkml:trace contextRef="#ctx0" brushRef="#br0" timeOffset="-104583.36">25806 5355 17 0,'0'0'198'0,"-1"-7"-20"0,1 7-17 16,0 0-15-16,11-8-3 0,-3 8-2 0,5-4-12 0,0 4-3 15,8 0-9-15,10 1-11 0,-4 4-10 0,2 1-13 16,-8-1-6-16,5 5-4 0,-8-3-12 0,0 4-1 16,0-1-8-16,-4 4-6 0,-1-2-2 15,-2 0-3-15,-4-2 10 0,2 4 9 0,-3-3-2 16,-1 0 2-16,-5 0 6 0,2 0 2 0,-2 0 0 0,-2-1 2 16,-5 1 0-16,1-2-3 0,-6 4-6 0,1-3-3 15,2-1-3-15,-9-1-3 0,3 1-4 16,1-1-3-16,-4-1-3 0,4-4-5 0,1 1-4 0,-3-1-1 15,5 0-9-15,0 0-13 0,0 0-16 0,2-1-20 16,2-1-19-16,7-1-33 0,-12 1-42 16,12-1-57-16,-8 3-50 0,8-3-198 0,-7 1-461 0,7-1 203 15</inkml:trace>
  <inkml:trace contextRef="#ctx0" brushRef="#br0" timeOffset="-104347.34">26293 5524 144 0,'6'-1'314'0,"-1"-3"-16"0,-5 4-22 0,0 0-19 0,8-3-20 16,-8 3-21-16,0 0-21 0,0 0-17 0,0 0-7 16,8 9-11-16,-8-9-10 0,-2 16-14 0,-3-6-11 15,4 2-12-15,-3 1-9 0,2 3-12 16,0-1-12-16,2-3-16 0,-2 1-29 0,2 5-20 0,0-1-29 15,-3-1-24-15,6 1-22 0,-1-2-49 0,2 1-51 16,3-2-52-16,0 1-59 0,-3-3-145 0,1-2-451 16,-1 1 199-16</inkml:trace>
  <inkml:trace contextRef="#ctx0" brushRef="#br0" timeOffset="-101884.14">20786 8665 87 0,'-9'-4'206'0,"9"4"-9"16,-8-5-10-16,8 5-14 0,-9-2-10 0,9 2-11 15,-7-2-11-15,7 2-10 0,0 0-6 0,-14 4-12 16,9-2-3-16,-1 3-9 0,-1 1-8 16,0 3-9-16,-1 0-5 0,-2 5-6 0,3 1 4 0,-6 1-11 15,5 1-1-15,1-1-8 0,0 0-6 16,1 0-5-16,2 0-5 0,0 2-4 0,0-2 0 0,2 0-4 15,1-4-2-15,2 4-6 0,0-4 1 16,0 0-3-16,3 0-1 0,0-2-7 0,4 0 6 0,-3-1-4 16,3-1 3-16,-1-1-9 0,3-1 3 0,1-3 6 15,0 0 3-15,2 0-4 0,-2-2 4 0,1-2-3 16,2-2-1-16,-1 0-3 0,1 0 2 16,-1-3-8-16,2-2 5 0,-1-1-1 0,-1 2 1 0,1-3-7 15,-3-4 9-15,-1 5-6 0,-2 1-3 0,-1-4-5 16,-3 0 3-16,-1-1 0 0,1 2 2 0,-3-5-5 15,1-1 3-15,-4 1-1 0,-3 0-5 16,-1-1 1-16,0 2 1 0,-2 1-2 0,-4 2 4 0,2-1 0 16,1 5-7-16,-5-3 1 0,0 1-1 0,-1 4-2 15,-2 0 2-15,3 3-11 0,-3 0-3 0,3 2-9 16,3 1-9-16,-1 0-11 0,0 1-12 0,0 2-14 16,4-1-21-16,1 1-23 0,2 1-14 0,0 1-8 15,5-5-16-15,-3 11-17 0,3-11-21 0,5 14-138 16,0-5-357-16,4 0 158 0</inkml:trace>
  <inkml:trace contextRef="#ctx0" brushRef="#br0" timeOffset="-101413.5">20933 8782 109 0,'-27'-5'180'0,"27"5"-4"0,-13 1-6 15,13-1-9-15,-12 0-1 0,5 3-9 16,7-3-9-16,-11 1-16 0,11-1-10 0,-8 2-9 16,8-2-14-16,0 0-4 0,0 0 1 0,0 0-1 15,0 0 4-15,0 0-11 0,22 6-3 0,-4-5 0 0,9-2-12 16,2 1-8-16,4-4-8 0,3-1-4 16,0 2-4-16,-1-1 0 0,4 3-3 0,-1-4-4 15,-3 2 0-15,2 1-1 0,2-2 0 0,-2 0-4 0,2-1 5 16,0 2-2-16,0-2-2 0,13 1-4 0,-1-1 0 15,-13 3-2-15,-1-1-3 0,3-1-1 0,11 1 3 16,-14-2-2-16,0 3-1 0,2-1 5 16,-1 1-4-16,2-3 0 0,-2 2 1 0,-3 1-3 0,0-2 2 15,1 1-1-15,-1 1 2 0,-5-1 1 0,1 1 6 16,1-2-2-16,-5 2 4 0,-8 0-7 0,0-1-5 16,-2 2 0-16,-5 1-4 0,-1-2-2 15,-4 2 1-15,-7 0-1 0,16 0-3 0,-16 0 2 0,10 0-6 16,-10 0 3-16,0 0-5 0,11 0 0 0,-11 0 7 15,0 0-2-15,8 0-1 0,-8 0-3 0,0 0 2 16,0 0 2-16,0 0-1 0,0 0 10 0,0 0-16 16,9 0 1-16,-9 0 4 0,0 0-8 0,0 0-1 15,0 0-7-15,0 0-8 0,0 0-8 0,0 0-12 16,0 0-20-16,0 0-16 0,0 0-19 0,0 0-28 16,0 0-37-16,0 0-35 0,0 0-40 0,0 0-225 15,0 0-493-15,0 0 219 0</inkml:trace>
  <inkml:trace contextRef="#ctx0" brushRef="#br0" timeOffset="-99100.03">22236 8681 112 0,'0'0'200'0,"0"0"-11"15,-3-6-11-15,3 6-8 0,0 0-14 0,0 0-16 0,0 0-12 16,0 0-15-16,0 0-10 0,0 0-10 0,0 0-9 16,0 0-10-16,0 0-10 0,0 0-4 0,0 0-6 15,0 0-4-15,0 0-6 0,0 0-2 0,0 0-6 16,0 0 0-16,0 0-3 0,0 0 7 0,0 0 7 15,0 0 10-15,0 0 4 0,0 0 2 0,0 0 5 16,0 0-4-16,0 0 1 0,0 0-3 0,0 0-9 16,14-2-1-16,-14 2-2 0,7-10-5 0,-4 5-3 15,2-3-2-15,0-1-4 0,0 0-2 0,0-1-2 16,-1 1-2-16,4 0-1 0,-2 0-1 0,1-3-2 16,-2 0 0-16,0 4 0 0,1-4-4 0,1 2 2 15,-2-3-3-15,1 2 0 0,-2 1-1 0,2 2-4 16,-2 2 1-16,0 3-6 0,-1-3-2 0,-3 6 0 15,3-7-5-15,-3 7-1 0,0 0 1 0,9 0-5 16,-9 0 4-16,12 7-6 0,-6 2 6 0,-1 1-2 16,4 4-1-16,0 2 0 0,-1 1-3 0,0 0 5 15,1 2 0-15,-1-5 1 0,0 0-2 0,-3-3 1 16,3 3-2-16,-2-3 2 0,-1-3-4 0,1 2 8 16,0-3-5-16,-3 0 0 0,0-2 4 0,2 1-1 15,-1-2 0-15,-4-4 15 0,7 6-3 0,-7-6 6 16,6 2 0-16,-6-2 6 0,0 0-5 0,14-4 4 15,-14 4-5-15,12-11-2 0,-7 4 1 0,0-2-3 16,4-1-2-16,-3 1-4 0,2-3-1 0,1 0 1 16,0-5 0-16,0 3 0 0,1 0-6 0,-1 1-1 15,1-2-3-15,2 4-1 0,-5 2-3 0,1-1-3 0,-2 4 3 16,1 3-5-16,-2-1-4 0,-5 4 0 16,10-5 8-16,-10 5-6 0,12 2 0 0,-12-2 2 15,14 7-2-15,-7 2 4 0,1 0 0 0,0 1-1 16,-2-1 0-16,3 0 1 0,-3 1 1 0,1 1 2 15,1-2 2-15,0 0-4 0,-1 1 2 0,-1-2 3 16,1-1 4-16,-1 1-8 0,0-3 10 0,1-1-6 16,-1 0 0-16,1-2 1 0,-7-2-2 0,11 4 1 15,-5-2 1-15,-6-2-3 0,13-3 12 0,-4-1-11 0,-1-1 0 16,1 1-5-16,-2-3 7 0,2-1 15 0,0 0-20 16,0-2 2-16,4-2-1 0,-4 2 0 0,3-4 3 15,-1 2 7-15,-5 2-8 0,2 1-5 0,0-1 1 16,-1-1-3-16,0 4 1 0,-2 0-3 0,-3 3-2 15,-2 4 0-15,7-6 1 0,-7 6 0 0,9-1 1 16,-9 1 3-16,0 0-5 0,10 10 3 0,-6-4-1 16,0 1 8-16,0 2-3 0,-1 0-1 15,2 2 1-15,0-1-4 0,-1-1 2 0,1-1 1 0,-1 1 5 16,0-1 0-16,1 3-3 0,2-8 4 0,-4 2-3 16,1-1 0-16,1 3 4 0,2-2 2 0,0 0-3 15,1-2 2-15,0-1-4 0,2 0 4 0,3 0-1 16,0-1 3-16,3-2-4 0,2-1 1 0,3 2 0 15,-2-4 0-15,1 1 0 0,3 0-2 0,4-3-2 16,1 2 1-16,0-2-4 0,0 2-1 0,0 1-9 16,1-3 5-16,5 1 4 0,-6 0-6 0,7 1 2 15,-5 2-1-15,2 1-1 0,3 0 1 0,-2 0 3 16,0 2 2-16,2-2 0 0,1 2 4 0,1-1-2 16,2 1-1-16,0-1 0 0,15 1 2 0,-2-2 1 15,3 2 1-15,-3-2 0 0,4 2-4 0,-2 1 2 16,4-5 5-16,-2 4-8 0,5-2 6 0,3 0 2 15,25 0 0-15,-25 2-6 0,27 0 5 0,-27-1-1 16,29-2-3-16,-28-1 3 0,28 3-2 0,-30 0 1 16,27-5-1-16,-26 5 6 0,30-3 10 0,-4 0-6 15,-26 3 1-15,29 0 2 0,-27 0-1 0,26-2 1 0,-29-2-8 16,2 4 1-16,0 0 2 0,-5-1-1 16,-1-1 3-16,-8 2-5 0,-1 0 5 0,-10-2-1 15,-9 2-2-15,-1 2-5 0,-3-2 2 0,-7 0-4 0,-3 2-10 16,-3-1-2-16,-7-1 0 0,0 0-11 15,-7 0-4-15,12 0-12 0,-12 0-18 0,0 0-40 16,0 0-45-16,0 0-38 0,0 0-40 0,-25-11-227 16,4 6-484-16,-6 1 215 0</inkml:trace>
  <inkml:trace contextRef="#ctx0" brushRef="#br0" timeOffset="-98363.83">22162 7863 67 0,'-8'-9'201'0,"4"5"-3"0,0-1-7 0,4 5-7 15,-4-10-8-15,1 6-12 0,3 4-16 0,0 0-13 0,0 0-8 16,8-13-13-16,-3 8-7 0,-5 5-14 16,14-1-13-16,-6 2-4 0,-8-1-9 0,14 6-5 15,-5 0-8-15,-3 1-6 0,-1-1-3 0,-1 1 0 16,0 2 5-16,-1 0-5 0,-5 2-5 0,1-2 0 16,-3 3 2-16,-1-1 2 0,-5 2-10 0,-3 1-3 15,2 0-4-15,-6-1-1 0,2-3-2 0,-3-1-2 16,0 1-2-16,-1-3-1 0,1 0-1 0,0 0-2 15,1-3 0-15,6 0-3 0,-2-2 1 0,0 0-1 0,6-2-3 16,-1 0 1-16,8 0-1 0,-10 1-1 0,10-1-4 16,-9 1 3-16,9-1 2 0,0 0-2 0,0 0-6 15,0 0-1-15,0 0-2 0,-9 3-1 0,9-3 2 16,0 0-3-16,0 0 4 0,14 11-4 0,-8-7 2 16,4 0 1-16,-2 1 4 0,2 0-2 0,2 0-1 15,-1 1 0-15,3-2 2 0,-2 4-3 0,3-2-3 16,3-1-13-16,-5 0-14 0,4 1-31 0,-1 0-40 15,-3-2-59-15,5-1-43 0,-2 0-204 0,3-2-440 16,-2-1 195-16</inkml:trace>
  <inkml:trace contextRef="#ctx0" brushRef="#br0" timeOffset="-97982.17">22411 7795 40 0,'-3'-5'206'0,"3"5"-12"0,-9-4-15 15,9 4-11-15,-7-5-13 0,7 5-11 0,-5-3-11 16,5 3-9-16,0 0-17 0,0 0-6 0,0 0-2 16,0 0-1-16,0 0-10 0,0 0-8 0,0 0-3 15,27 0-4-15,-17 1-6 0,4 0-7 0,-2-1-7 16,-2 1-7-16,2-1-1 0,-3 1-8 0,-2 0-3 15,1 0-5-15,-8-1-1 0,14 4-7 0,-10-2-1 16,-4-2 2-16,9 5-5 0,-5-1-5 0,1 0 10 16,-3 3 6-16,1-1 7 0,-1 3 0 0,0 2 2 15,-1 0-1-15,0 3 4 0,-1 2-2 0,0 0-4 16,-1 2-2-16,1-2-1 0,-1 2-1 0,1-2 1 16,-3 0-3-16,0-1 7 0,1 1-13 0,1-1 1 0,-1 1-6 15,-1-4-8-15,1-2-7 0,1 3-10 16,-1-2-13-16,0-1-10 0,1 1-21 0,0-1-37 15,-2-2-39-15,2 1-27 0,1-9-38 0,-1 10-34 16,-2-4-143-16,3-6-400 0,0 0 176 0</inkml:trace>
  <inkml:trace contextRef="#ctx0" brushRef="#br0" timeOffset="-97583.9">22396 8023 152 0,'0'0'158'0,"0"0"-10"15,5-10-9-15,-5 10-2 0,12-7-8 0,-2 3-3 16,2 1-9-16,2-3-6 0,1 3-11 16,0 0-13-16,2 0-8 0,1-1-2 0,0 3-6 0,-6 0-6 15,1 0-10-15,0 1-2 0,-1-3-2 0,-5 3-9 16,-7 0-7-16,14 3-1 0,-9-2-5 0,-5-1 8 16,9 6 11-16,-4-3 5 0,-1 2 3 0,-1 2 3 15,-3-7-1-15,5 14-8 0,-5-5-2 0,2-2-5 16,0 1-1-16,0 0-5 0,2 1-4 0,-1-2-5 15,2-1-1-15,-3 1-3 0,2-1-2 0,1-1-3 16,3 1-1-16,-2-2 0 0,6-2 1 0,-4 1-4 16,2 0 1-16,2-3 0 0,0 2 4 0,-2-3 5 15,3-2 7-15,-3 1-4 0,3-2 0 0,-3 2-1 16,-1-5 2-16,-4 2-4 0,2 0 1 0,-4-3 2 16,-1 1-5-16,0 0 2 0,-2-2-3 0,0 9-3 15,-7-20 2-15,-2 6-6 0,1 5-1 0,-1 0 1 16,0 0 4-16,-4-1-9 0,3 3-4 0,-1-2-3 15,-1 5-1-15,3-2-12 0,-1 3-7 0,0-1-17 16,3 2-17-16,0 1-19 0,7 1-25 0,-16 3-33 16,10-1-27-16,1 2-31 0,5-4-31 0,-8 8-163 15,6-2-412-15,2-6 182 0</inkml:trace>
  <inkml:trace contextRef="#ctx0" brushRef="#br0" timeOffset="-97199.8">22892 8115 40 0,'0'0'182'0,"5"2"0"0,-5-2-2 0,0 0 2 15,14 1-5-15,-14-1-10 0,11-3-14 0,-3 1-9 0,1-1-9 16,2-1-8-16,-1 1-5 0,0-3-8 16,0 4-7-16,3-6-7 0,-3 4 0 0,-2-2-8 15,1 0-2-15,-3-1-1 0,-1 1-4 0,-2 0 1 16,1-4-7-16,-3 3-3 0,-2-4-9 0,0 1-4 0,-1-4-1 15,0 3 4-15,-1-5-16 0,-1-2-3 0,3 6-2 16,-2-2 12-16,1 3-12 0,4-1-2 16,0 1 7-16,-1 0-18 0,1 1-5 0,2 1-3 15,0 0 0-15,1 4-6 0,3-1-5 0,-2 2-2 0,3 0 0 16,-2 3-6-16,2 1 4 0,-9 0-6 0,18 6 3 16,-11-1-2-16,3 3 1 0,-2 1-6 15,0 1 4-15,-2-1-3 0,-1 3-3 0,0-1 3 0,-2 1-3 16,-1-1 9-16,1 1-7 0,-3-3-1 0,1 4 2 15,1-5-3-15,-1 2-2 0,-1-2-12 0,2-1-11 16,1 1-9-16,0-1-10 0,2 0-19 0,4-1-30 16,1-1-44-16,5 1-43 0,6-4-48 0,0-1-226 15,6-4-496-15,3 1 220 0</inkml:trace>
  <inkml:trace contextRef="#ctx0" brushRef="#br0" timeOffset="-97055.34">23566 7947 99 0,'0'0'268'0,"1"-6"-29"0,-1 6-16 16,0 0-11-16,0 0-16 0,1-10-13 0,-1 10-20 16,0 0-12-16,0 0-25 0,0 0-31 0,5-6-28 15,-5 6-41-15,0 0-36 0,0 0-53 0,0 0-45 16,13-1-64-16,-13 1-111 0,9-2-306 0,-1-1 135 16</inkml:trace>
  <inkml:trace contextRef="#ctx0" brushRef="#br0" timeOffset="-92292.23">26915 8212 143 0,'0'0'180'15,"0"-9"-13"-15,0 9-6 0,-2-11-4 0,2 11-14 16,-2-10-4-16,1 4 1 0,1 6 1 0,-2-15-9 16,2 9-3-16,0 6-9 0,-2-12-4 0,2 12-2 15,-2-10-9-15,2 10-8 0,-2-11-5 0,2 11-2 16,0-9 2-16,0 9-5 0,-5-8-5 0,5 8-8 15,0 0-5-15,0 0-14 0,-1-8-6 0,1 8-9 16,0 0 4-16,0 0-12 0,0 0-4 0,0 0-6 16,0 0-4-16,0 0 1 0,-4 22 0 0,4-10-3 15,-2 3-1-15,2 0-3 0,-2 5 2 0,4 4 4 0,-2 0 6 16,0 4-4-16,0-1 22 0,2 0-9 16,-2 0-4-16,0 4 1 0,0-3 0 0,2 3-3 15,-2-2 2-15,-2-3-2 0,4 1-2 0,-2-8-1 16,2 1-2-16,-1-2 1 0,-2-2-1 0,2 1-2 15,1 1 0-15,-2-3-8 0,3-3 5 0,-3-1-4 16,0 0-1-16,0-1 1 0,4-1-3 0,-4-3 1 16,2 1 1-16,0-1-1 0,-2-6-3 0,1 11-4 15,-1-6-20-15,0-5-9 0,0 0-12 0,4 8-22 16,-4-8-13-16,0 0-14 0,0 6-27 0,0-6-44 16,0 0-59-16,0 0-61 0,0 0-171 0,0 0-484 15,0 0 214-15</inkml:trace>
  <inkml:trace contextRef="#ctx0" brushRef="#br0" timeOffset="-91667.47">26897 8129 188 0,'0'0'186'0,"0"0"-16"16,0 0-15-16,0 0-8 0,0 0-14 0,0 0-6 16,0 0-10-16,0 0-10 0,0 0-7 0,-22 13-10 15,16-8-2-15,0 2-1 0,-1 2 0 0,-1-1-8 16,-4 2-4-16,1 0-5 0,-2 2-4 0,-1 0-4 15,3 2 1-15,-5-1-2 0,3 2-6 0,-6 5-3 16,2-1-5-16,3-2-1 0,1 3-5 0,-1-7-4 16,-1 8-1-16,1-5-3 0,1 5-6 0,2-2-1 15,-1-4 1-15,3 1-4 0,0-2-4 0,0-1-2 16,4-2-2-16,-1-2 0 0,2 0-3 0,-3-1 7 16,2 0-9-16,2-2 2 0,1-1-2 0,-2 1-2 15,4-6 1-15,-4 7 0 0,4-7 0 0,-5 6-3 16,5-6-1-16,0 0 6 0,-4 7-7 0,4-7 1 15,0 0-3-15,0 0 3 0,-4 4-4 0,4-4 2 16,0 0-1-16,-8 6 3 0,8-6-3 0,-6 5 3 16,6-5-4-16,-7 8 11 0,7-8-13 0,-6 5 1 15,3-3-2-15,3-2 5 0,-9 7-2 0,9-7 2 16,-3 6-3-16,3-6 0 0,0 0 0 0,-2 8 1 16,2-8 2-16,0 0 2 0,0 0-2 0,5 11 7 0,0-7-2 15,-5-4 1-15,9 8 0 0,-5-4 5 16,5-2 0-16,0 2-2 0,2 3-2 0,0-5 4 15,3 2 0-15,4-3 1 0,0 5-2 0,3-2-1 16,0-1 2-16,2 1-6 0,-2-3-3 0,6 1-6 0,-1 0-9 16,-6 1-7-16,1 1-15 0,-6-4-13 0,1 2-18 15,-5 1-24-15,3-1-26 0,-1 2-25 16,0-1-25-16,-1-1-20 0,-3 3-28 0,0 0-136 16,0 0-373-16,-2-2 165 0</inkml:trace>
  <inkml:trace contextRef="#ctx0" brushRef="#br0" timeOffset="-91049.91">26351 8273 42 0,'-5'-6'172'0,"3"-4"-3"0,0 4 6 15,2 6-10-15,-3-10-3 0,1 4 0 0,2 6-1 16,-2-13-6-16,2 13-12 0,0-9-12 0,0 9-6 16,-2-7-6-16,2 7-6 0,0 0-6 0,2-10-7 15,-2 10-15-15,0 0-6 0,0 0-11 0,-4-6-9 0,4 6-9 16,0 0-8-16,0 0-2 0,0 0-6 16,0 0 3-16,6 24-2 0,-3-9 1 0,3 3 2 15,0 7-5-15,0 6-1 0,0-1-1 0,3 5 1 16,3 10 2-16,-6 2-3 0,-1-12 4 0,3 12-1 0,2 0-4 15,-5-13-4-15,-1 1 2 0,0-1-5 16,1-1 0-16,4-3-4 0,-6-3 1 0,-1 1-1 16,2-9-3-16,-2 6-20 0,2-7-14 0,-1-1-20 15,1-2-15-15,-2-3-23 0,0 4-38 0,-1-6-49 0,4-1-39 16,-5 1-40-16,0-3-152 0,0-7-426 0,0 10 189 16</inkml:trace>
  <inkml:trace contextRef="#ctx0" brushRef="#br0" timeOffset="-90349.66">26989 8501 28 0,'0'0'159'0,"0"0"-7"0,0 0-7 0,0 0 4 15,-7-4-5-15,7 4-2 0,0 0-4 0,0 0-2 16,0 0-7-16,-6-4-4 0,6 4-11 0,0 0-8 16,0 0-9-16,0 0-5 0,0 0-11 0,0 0-10 15,0 0-4-15,0 0 6 0,0 0-8 0,0 0-1 16,0 0-1-16,0 0-2 0,29 3 1 0,-7-2-1 16,10-2-2-16,2 0-7 0,3-1-1 0,15-1-8 15,-3 3-5-15,3-4-12 0,-3 2-1 0,-10 2-1 16,1-3-8-16,0 1 0 0,-3 1 0 0,-1 1-3 15,-2-1 0-15,-5 1-4 0,2 0 1 0,-2 0 0 16,-9-2-2-16,1 2-1 0,-3-1 1 0,-5 2-3 16,0 1 3-16,1-1-3 0,-1 0-1 0,-1-2 1 15,-1 0 1-15,1 1 5 0,-3 1 2 0,-1-1 5 16,1 0 2-16,2 1 0 0,-11-1 6 0,14 0-2 16,-8 0-10-16,-6 0-5 0,12 2 4 0,-12-2 0 15,10 0 1-15,-3 1 5 0,-7-1-8 0,10 1-3 16,-10-1-4-16,0 0-3 0,13 0-8 0,-8 1-13 0,-5-1-17 15,8 4-19-15,-8-4-27 0,9 4-35 16,-9-4-33-16,5 1-43 0,-5-1-49 0,6 4-146 16,-6-4-420-16,0 0 186 0</inkml:trace>
  <inkml:trace contextRef="#ctx0" brushRef="#br0" timeOffset="-88264.71">26199 7564 230 0,'0'-9'215'0,"0"-1"-5"0,0 10-4 15,0-10-15-15,2 3-14 0,-2 7-18 0,0 0-19 16,-2-10-18-16,2 10-13 0,0 0-15 0,0 0-7 0,0 0-10 15,0 0-3-15,0 0-4 0,0 31 0 16,2-19 4-16,-2 5-12 0,0 1-2 0,2 0-10 16,-2 0-3-16,0-1-4 0,2-1-4 0,-2-3-4 15,0-1-3-15,0 4-2 0,2-4-6 0,-2-2 0 0,3 0-9 16,-1 2-8-16,-2-3-15 0,0 1-9 16,2-2-20-16,0-2-37 0,-2-6-31 0,0 16-32 15,2-13-31-15,-2-3-19 0,2 9-153 0,-2-9-369 16,0 0 163-16</inkml:trace>
  <inkml:trace contextRef="#ctx0" brushRef="#br0" timeOffset="-88010.53">26232 7536 153 0,'0'0'155'0,"0"-9"-23"0,0 9-9 0,7-9-12 0,-1 7 9 15,6 0-14-15,-1 2 2 0,7 1 0 0,0 2-5 16,4 1-7-16,4 7-9 0,-3 0-8 0,-2-1-6 15,-3 0-6-15,-2 4-6 0,-3-2-9 16,-2 3-4-16,-2 0 16 0,-4 0 4 0,0 1 3 0,-7 2-4 16,-4-1-5-16,-3 2-4 0,-4 1 0 0,-5 0-8 15,-2-2-4-15,-2-1-7 0,-3 0 0 0,-2-4-5 16,2 0-3-16,0 0-8 0,1-3-14 0,4-2-14 16,1-4-22-16,4 2-27 0,1-3-22 0,3 1-30 15,0-4-34-15,4 0-41 0,-2 0-138 0,9 0-345 16,0 0 152-16</inkml:trace>
  <inkml:trace contextRef="#ctx0" brushRef="#br0" timeOffset="-87799.83">26589 7653 194 0,'12'-3'202'0,"-2"3"-21"16,-1 0-21-16,-9 0 0 0,14 3-7 0,-9-1-4 15,-1 2-8-15,-2 4-8 0,0-1-7 0,-6 3-11 16,0 2-6-16,1-1-11 0,-5 0-9 0,0 2-10 15,-1 3-6-15,3-6-4 0,2-2-7 0,1 2-11 16,-1-2-6-16,-1-1-2 0,5-1-6 0,0-6 0 16,-2 10-6-16,2-10-2 0,11 8-4 0,-2-4-7 15,10-3-7-15,2 1-18 0,13-5-21 0,3-3-35 0,16-3-33 16,-1-4-38-16,6-3-38 0,-6 6-182 16,4-3-383-16,6 0 170 0</inkml:trace>
  <inkml:trace contextRef="#ctx0" brushRef="#br0" timeOffset="-84564.39">27858 6402 111 0,'0'0'113'0,"0"0"-8"16,0 0-4-16,0 0-13 0,3-9-4 0,-3 9-5 15,0 0 1-15,0 0-9 0,0-7-7 0,0 7 5 16,0 0-3-16,2-6 6 0,-2 6 1 0,0 0 5 15,0 0-7-15,0 0-5 0,0 0-1 0,0 0-2 16,0 0-4-16,0 0-9 0,0 0-2 0,0 0-7 0,0 0-4 16,0 0-4-16,0 0-10 0,0 0 0 15,0 0-4-15,0 0 2 0,0 0-7 0,0 0 1 0,0 0-6 16,0 0 1-16,0 0 1 0,-6 19 0 16,3-10-2-16,2 1-6 0,-1 0 4 0,2 0 0 0,0 3 2 15,-2 0 1-15,0 2 1 0,2 1 0 16,0 0 11-16,0 2 2 0,0 0-3 0,-2 0 8 0,4-1-11 15,-4 1 6-15,2-1-3 0,0 0-2 0,2-2-2 16,-2 3 1-16,0 1 1 0,4 0 12 0,-2 7-3 16,-2-7-1-16,1 5 2 0,3 6-1 0,-3-3 2 15,1 2-4-15,0-2-2 0,-2 1 1 0,0-1-7 16,0 1-2-16,0-3 5 0,0 1 1 16,0-1 3-16,-2-6-5 0,2 6 2 0,0-5 5 0,0 5-7 15,0-4 3-15,0 3-1 0,0-5 4 0,0 0-4 16,0 0 2-16,0 0-4 0,0 1 0 0,0-3 1 15,0 4 2-15,0-3-3 0,0 0 2 0,2-1-7 16,0 1 6-16,-2-1 1 0,2 1-2 0,-1-1-4 16,-1 0 4-16,-1-1-3 0,2 2-2 0,-1 0-2 15,2-4-3-15,-2 4 2 0,0-3 2 0,1 2 3 16,-1 0 6-16,1-1-7 0,0 3 0 0,-1-3 0 16,3-4-1-16,-3 5-1 0,0-6 0 0,0 1-1 15,2 1-3-15,0 0-2 0,-1-1-1 0,2 0 6 16,-2-1-3-16,-1 2-2 0,3 0 1 0,-3-3 3 15,2 2 9-15,-2-1-3 0,0 1-9 0,2-2-1 16,1 3-1-16,-3-4 1 0,0 2 2 0,0 0-4 16,1-1 0-16,1 1 0 0,-2-2-2 0,1 2 2 15,-1-1-3-15,0 0-1 0,0 0 0 0,0-1-1 16,0 2 3-16,0-1 1 0,0 0-5 0,0 2 2 16,0-2 1-16,0 0 0 0,0-1 3 0,0 2-6 15,0-2-1-15,0 1 8 0,0-1 2 0,0 0-4 16,0-9 3-16,0 14 2 0,0-4 0 0,-1 0-3 15,1-2 4-15,-2 0 5 0,2 4 0 0,-1-3-4 16,1 1 4-16,-1 0-1 0,1-3-2 0,0 4-2 16,-2-4 1-16,2 4-4 0,0-11 0 0,0 14-1 15,0-6 1-15,0-1 0 0,-2 3 6 0,2-1-3 0,0-9-1 16,0 12-5-16,0-4 2 0,0-8-2 16,0 15 4-16,0-9-3 0,0-6-2 0,0 12 0 15,2-6 2-15,-2-6-5 0,0 10 5 0,0-10-3 16,0 9 0-16,2-2 13 0,-2-7-5 0,0 13 3 15,1-7-4-15,0 0 3 0,-1-6 4 0,0 13-3 16,2-6-7-16,-2-7-1 0,1 16 1 0,-1-10 12 16,2 1-13-16,-2-7 2 0,2 13-5 0,-2-7 1 0,0-6 4 15,-2 9-3-15,2-9-5 0,2 8 6 16,-2-8-6-16,2 8 6 0,-2-8-4 0,0 0 0 16,0 11 2-16,0-11 0 0,0 0-3 0,2 6-1 15,-2-6 2-15,2 6 0 0,-2-6 4 0,0 0 4 0,0 0-11 16,0 0 1-16,-1 10-4 0,1-10 5 0,0 0-1 15,0 0 3-15,0 0 4 0,0 0-7 0,0 0 1 16,0 0 1-16,1 6 1 0,-1-6-2 16,0 0-1-16,0 0 4 0,0 0-1 0,0 0-1 0,0 0-4 15,0 0 12-15,0 0-11 0,0 0 2 0,2 8-5 16,-2-8 1-16,0 0 1 0,0 0 2 0,0 0 15 16,0 0-15-16,1 6 0 0,-1-6-2 0,0 0 0 15,0 0 3-15,0 0 12 0,0 0-17 0,2 8 4 16,-2-8 3-16,0 0 1 0,0 0 0 0,0 0-5 15,5 4 0-15,-5-4-13 0,0 0-3 0,0 0-5 16,0 0-15-16,0 0-12 0,0 0-17 0,0 0-19 16,0 0-8-16,0 0-28 0,0 0-43 0,0 0-63 15,0 0-44-15,0 0-211 0,0 0-521 0,0-36 230 16</inkml:trace>
  <inkml:trace contextRef="#ctx0" brushRef="#br0" timeOffset="-81887.3">29162 6441 76 0,'0'0'96'0,"0"0"-3"0,0 0-7 0,0 0-4 16,-3-7 8-16,3 7-11 0,0 0-1 0,0 0-9 15,0 0 1-15,-5-6-8 0,5 6-1 0,0 0-3 16,0 0 18-16,0 0-24 0,0 0-6 0,0 0-4 15,-5-5-6-15,5 5 0 0,0 0 2 0,0 0-4 16,0 0 1-16,0 0 4 0,0 0-11 0,0 0 2 16,0 0-6-16,0 0 0 0,0 0-5 0,0 0-4 15,0 0 7-15,-8-2-2 0,8 2-9 0,0 0 1 16,0 0-2-16,0 0-1 0,0 0-2 0,0 0-6 16,0 0 3-16,0 0 4 0,0 0 4 0,0 0-2 15,0 0 1-15,0 0-1 0,0 0 2 0,0 0-3 16,0 0 3-16,0 0-1 0,0 0 3 0,0 0-3 15,0 0-1-15,0 0 0 0,0 0 1 0,0 0-4 16,0 0 2-16,25 0-4 0,-25 0 2 0,0 0-1 16,0 0-3-16,0 0 0 0,0 0-2 0,0 0 1 15,0 0-2-15,0 0 4 0,7 4-4 0,-7-4 2 0,0 0 3 16,0 0-4-16,0 0-2 0,0 0 2 16,0 0-4-16,0 0 7 0,0 0-9 0,0 0-17 15,0 0-17-15,0 0-10 0,0 0-24 0,0 0-24 16,0 0-23-16,3 7-18 0,-3-7-85 0,0 0-241 15,0 0 107-15</inkml:trace>
  <inkml:trace contextRef="#ctx0" brushRef="#br0" timeOffset="-81642.49">29286 6406 13 0,'0'0'21'0,"0"0"-8"0,0 0-7 16,0 0-16-16,0 0-9 0,0 0 5 0</inkml:trace>
  <inkml:trace contextRef="#ctx0" brushRef="#br0" timeOffset="-81482.61">29203 6427 63 0,'0'0'73'0,"0"0"-7"0,0 0-1 15,0 0-6-15,0 0-10 0,0 0-2 0,0 0-12 16,0 0-2-16,0 0-6 0,0 0-3 0,30-9-13 15,-22 9-19-15,3-2-23 0,2 1-55 16,-1-1-93-16,-2-1 42 0</inkml:trace>
  <inkml:trace contextRef="#ctx0" brushRef="#br0" timeOffset="-80750.89">30242 6892 37 0,'0'0'151'0,"0"0"-8"0,0 0-10 16,0 0-15-16,0 0-3 0,0 0-15 0,0 0-15 0,0 0-6 16,0 0-10-16,0 0-8 0,0 0-14 15,0 0-11-15,0 0-19 0,0 0-11 0,0 0-21 16,0 0-12-16,0 0-22 0,0 0-15 0,0 0-8 0,0 0-24 15,1 8-50-15,-1-8-158 0,0 0 70 0</inkml:trace>
  <inkml:trace contextRef="#ctx0" brushRef="#br0" timeOffset="-76297.87">28566 3234 62 0,'0'0'65'0,"0"0"-4"0,0 0-1 0,0 0-2 16,-14-3-6-16,14 3 1 0,0 0 5 0,0 0-4 15,0 0-4-15,-9-2 8 0,9 2-7 0,0 0-4 16,-10-2 6-16,10 2-2 0,0 0 4 0,-6-3-3 16,6 3 1-16,0 0-5 0,0 0 6 0,-11 0 4 15,11 0 3-15,0 0-4 0,0 0 3 0,-7-4 4 16,7 4-8-16,0 0-2 0,0 0 1 0,0 0-4 15,0 0 2-15,0 0 0 0,0 0-3 0,0 0-4 16,0 0-3-16,0 0 0 0,0 0 0 0,0 0-1 16,0 0-10-16,0 0 1 0,0 0-4 0,0 0-4 15,28-8 3-15,-15 7-2 0,6-4-1 0,-1 3-3 16,10-4-3-16,-9 5-1 0,-2-3 2 0,3 0-6 16,0 0 3-16,-2 0-2 0,1 2-6 0,-2 1 6 15,-3-1 0-15,-5 0 0 0,4-1-2 0,0 1 1 16,-4 1 4-16,2-2-9 0,-3 2-1 0,-2-1 1 15,1 0 7-15,-7 2-6 0,11-1 3 0,-11 1-7 16,0 0 2-16,9 0-5 0,-9 0 0 0,0 0-1 16,0 0-1-16,7-2 3 0,-7 2-3 0,0 0-4 15,0 0-10-15,0 0-7 0,7-2-9 16,-7 2-15-16,0 0-21 0,0 0-25 0,0 0-37 16,0 0-34-16,0 0-164 0,0 0-352 0,0 0 157 15</inkml:trace>
  <inkml:trace contextRef="#ctx0" brushRef="#br0" timeOffset="-67879.6">29217 6350 30 0,'0'0'110'0,"0"0"-21"0,0 0-2 0,0 0-1 16,0 0-9-16,0 0 0 0,0 0-14 0,-3-8 3 15,3 8-8-15,0 0-4 0,0 0-4 0,0 0-2 16,0 0 0-16,0 0-3 0,0 0-3 0,0 0 6 16,0 0-11-16,0 0 2 0,-4-6-4 0,4 6-8 15,0 0 2-15,0 0-2 0,0 0-10 0,0 0 9 16,0 0-5-16,0 0-5 0,0 0-4 0,0 0 5 16,0 0-10-16,0 0-4 0,0 0-1 0,0 0-6 15,0 0-9-15,0 0-5 0,0 0-7 0,0 0-2 16,0 0-7-16,0 0 6 0,0 0-10 0,0 0 1 15,0 0-1-15,0 0 3 0,0 0-2 0,0 0 5 16,0 0 2-16,0 0 7 0,0 0-5 0,25 6 8 16,-25-6 2-16,0 0-1 0,8 0 4 0,-8 0 2 15,0 0 11-15,0 0-3 0,0 0 1 16,11-1 3-16,-11 1 4 0,0 0 5 0,6-4-1 0,-6 4-2 16,0 0 3-16,9-3 11 0,-9 3-3 0,6-6 5 15,-6 6-6-15,7-3 2 0,-7 3 9 0,0 0-1 16,5-5 9-16,-5 5 8 0,0 0 6 0,0 0 7 15,6-2-2-15,-6 2 2 0,0 0-9 0,0 0 3 16,0 0-6-16,0 0-5 0,0 0-4 0,0 0 6 16,0 0-17-16,0 0 2 0,0 0-6 0,0 0 2 15,0 0-6-15,0 0-1 0,-23-3 2 0,23 3-1 16,-10 10 1-16,2-4 9 0,1 1 0 0,-2-1 2 16,1 4-6-16,0-3 1 0,2 2-1 0,-1 0-4 15,0-1 2-15,1 4 1 0,-2-5 1 0,3 5 5 16,-3-2 2-16,3 0 8 0,0-1-4 0,0 1 0 15,-2 1-4-15,1-3-3 0,2 2-2 0,2-4-1 16,-1 1-2-16,1-1-1 0,-1 1-4 0,3-7-3 16,-1 12-1-16,-1-5 1 0,2-7 6 0,0 10-8 15,0-10 0-15,2 11 0 0,0-8 0 0,-2-3-1 16,4 8-2-16,0-4 4 0,-4-4-5 0,9 3 4 16,-3 0-1-16,-6-3-1 0,12 1 2 0,-4-1 7 15,-8 0 6-15,16-1 3 0,-10-2-2 0,1 0 9 16,-1 0-1-16,4-2-3 0,-4 0 0 0,1-1-3 15,0-1-3-15,-1-2-3 0,-1 0 2 0,0-1-4 16,0 1-4-16,-1-3 2 0,1-1-2 0,0 3-2 16,-3-2 4-16,1 0 10 0,-1 2-9 0,-1-1-3 15,0 1 1-15,-1 1-2 0,2-1 4 0,-2 10-4 16,-2-13-2-16,0 5-3 0,-2 0 1 0,0-1-3 16,-2 2 2-16,-1 0-4 0,0 0 4 0,-2 2-8 15,-1-1-2-15,1 5-11 0,-2-3-10 0,3 2-18 16,-2 2-32-16,-1-3-38 0,3 2-46 0,8 1-39 0,-11 4-197 15,11-4-425-15,0 0 188 0</inkml:trace>
  <inkml:trace contextRef="#ctx0" brushRef="#br0" timeOffset="-51933.1">25382 6809 213 0,'1'-8'221'0,"-1"8"-15"0,0 0-19 0,0 0-12 16,-4-9-8-16,4 9-13 0,0 0-10 0,-7-3-15 16,7 3-6-16,0 0-11 0,-16 3-11 0,16-3-9 15,-13 7-10-15,4-2-1 0,-3 0-7 0,1 3-5 16,1 0-5-16,-5 4-2 0,4-1-7 0,-1 1-1 15,2 1-10-15,3-3-1 0,-3 2-2 0,6-6-9 16,-2 3-3-16,3 0 0 0,-1-1-3 0,2-1-4 16,0 0-3-16,2-7 5 0,2 13-7 0,0-7-2 15,3 3 1-15,1-5 1 0,1 2 0 0,3-2 1 16,-2 2-1-16,1-2 2 0,0 2-10 0,0-2 2 0,-1 2-3 16,3-3-4-16,-5 0 2 0,0 0-2 0,1 1 1 15,-3-1 1-15,0 3-4 0,2-2 4 16,-6-4-1-16,4 6 1 0,-4-6 0 0,0 0 14 15,-2 13-9-15,2-13 4 0,-12 10-1 0,3-4 2 0,-1 1-4 16,0 0-3-16,-3-1 3 0,-4 3-2 0,7-5-4 16,-3 2-8-16,1-3-12 0,1 2-9 0,4-3-17 15,-2 1-17-15,2-2-27 0,7-1-39 0,-10 5-36 16,10-5-51-16,-5 1-208 0,5-1-451 16,0 0 200-16</inkml:trace>
  <inkml:trace contextRef="#ctx0" brushRef="#br0" timeOffset="-51715.74">25466 6961 168 0,'4'-4'259'0,"1"1"-20"15,0-1-17-15,-5 4-18 0,9-3-10 0,-9 3-18 16,0 0-3-16,6-3-18 0,-6 3-9 0,0 0-11 16,0 0-5-16,5 11-7 0,-5-11-6 15,-3 14-11-15,4-6-7 0,-4 3-10 0,3-3-9 0,0 2-8 16,0 0-10-16,-4-1-4 0,6 3-6 0,-1-2-3 15,-2 0-12-15,1 2-27 0,0 1-27 0,1-5-24 16,-1 5-30-16,0-2-55 0,0-2-64 0,0 2-80 16,-3 0-137-16,-4-3-441 0,2-1 196 0</inkml:trace>
  <inkml:trace contextRef="#ctx0" brushRef="#br0" timeOffset="-51552.23">25571 6793 2908 0,'0'-12'24'0,"0"1"10"0,0 0-24 16,0 4-5-16,0 7-6 0,-2-10-14 0,2 10-11 15,0-9-6-15,0 9-3 0,0 0-10 0,0 0-26 16,0 0-30-16,0 0-45 0,17 19-41 0,-14-8-200 16,2 0-420-16,-3 6 186 0</inkml:trace>
  <inkml:trace contextRef="#ctx0" brushRef="#br0" timeOffset="-50830.25">25336 8985 199 0,'0'0'274'0,"0"0"-7"0,0 0-10 0,3-5-10 15,-3 5-16-15,0 0-20 0,0 0-14 0,0 0-8 16,-15-6-11-16,15 6-4 0,-13 4-14 0,3-2 0 16,-3 1-4-16,2 1-15 0,-1 1-9 0,2 0-15 15,1 1-8-15,-4 0-17 0,4 1-8 0,2-1-13 16,0 1-15-16,2 2 7 0,0-1-11 0,3 0-3 15,0-1-8-15,2-7-4 0,3 18-18 0,1-7-4 16,0-1-1-16,6-1-7 0,-1 0-8 0,5 2 1 16,-1-1-2-16,-1 1 0 0,5-3 4 0,-8 1-3 15,2-3 5-15,-2-1-6 0,0-1-5 0,-5-1 6 16,4 1 3-16,-4-2-8 0,-4-2-1 0,9 8 5 16,-9-8 6-16,2 5 7 0,-2-5 1 0,0 0 3 15,-9 13-2-15,3-10 3 0,0 0 0 0,-5 5-4 16,0-4 7-16,0 0-3 0,0-1-3 0,-3 0 2 15,3 1 0-15,1-1 4 0,-1 0-23 0,1 0-19 0,3-3-12 16,7 0-33-16,-14 2-26 0,7-1-30 16,7-1-37-16,-8 2-43 0,8-2-41 0,0 0-35 15,0 0-209-15,0 0-530 0,0 0 234 0</inkml:trace>
  <inkml:trace contextRef="#ctx0" brushRef="#br0" timeOffset="-50633.06">25479 9129 146 0,'7'-7'328'15,"-2"0"-14"-15,1 4-4 0,-1-3-4 0,0 3-4 0,-5 3-1 16,9-7-11-16,-9 7-18 0,6-3-19 0,-6 3-20 16,0 0-16-16,7-3-18 0,-7 3-15 15,0 0-7-15,0 0-13 0,0 0-13 0,5 13-13 0,-5-13-13 16,2 11-12-16,-2 1-11 0,2-2 0 0,0 2-20 16,-2 0-14-16,2 0-35 0,-2 3-36 0,2-2-56 15,-4-2-39-15,4 1-43 0,-4 1-33 0,2-2-36 16,-2 0-49-16,2-2-66 0,0 1-283 0,0-4-656 15,0-6 290-15</inkml:trace>
  <inkml:trace contextRef="#ctx0" brushRef="#br0" timeOffset="-50464.23">25692 8904 28 0,'-2'-7'308'15,"0"1"-28"-15,2 6-29 0,-4-9-38 0,4 9-34 16,-2-7-42-16,2 7-39 0,0 0-51 0,0 0-55 16,0 0-46-16,9-3-85 0,-9 3-85 0,0 0-241 15,20 5 106-15</inkml:trace>
  <inkml:trace contextRef="#ctx0" brushRef="#br0" timeOffset="-45833.09">20420 9911 192 0,'-1'-7'212'0,"1"7"-3"0,0-12-3 0,0 12-12 15,-1-14-10-15,1 14-6 0,-1-9-10 0,1 9-3 16,-2-8-18-16,2 8-15 0,0 0-10 0,-1-9-13 15,1 9-13-15,0 0-12 0,0 0-10 0,-3-7-9 16,3 7-10-16,0 0-4 0,0 0-5 0,0 0-1 16,0 0-8-16,0 0-3 0,0 0-6 0,0 0 2 15,6 22-2-15,-6-22-5 0,2 11-5 0,-2-11 0 0,0 9 1 16,1-2 2-16,-1-7 4 0,2 10-2 16,-1-4-2-16,-1-6-3 0,1 13 4 0,-1-5 1 0,0 2 1 15,3-1-3-15,-3-1-3 0,1 1-2 0,-1-9 1 16,1 12-3-16,1-6-3 0,-2-6 3 0,2 8-3 15,-2-8 3-15,4 8-8 0,-4-8 3 16,0 8 3-16,0-8-5 0,0 0-4 0,-1 10 5 0,1-10-3 16,0 0 1-16,0 0-2 0,2 7 1 0,-2-7 2 15,0 0-1-15,0 0 3 0,0 0 1 0,0 0 1 16,0 0 2-16,0 0 1 0,0 0 2 0,0 0 4 16,0 0 7-16,0 0 1 0,0 0-3 0,0 0 3 15,0 0-3-15,0 0 1 0,0 0 1 0,0 0-3 16,0 0 1-16,0 0-6 0,0 0 4 0,0 0-1 15,0 0-9-15,0 0 1 0,0 0 2 0,0 0-5 16,0 0 5-16,0 0-6 0,0 0-3 0,0 0 2 16,0 0-8-16,0 0 1 0,0 0 1 0,0 0 1 15,0 0 6-15,0 0-7 0,0 0 3 0,0 0-4 16,0 0-1-16,0 0-1 0,0 0 6 0,0 0-1 16,0 0-2-16,0 0-1 0,0 0 4 0,0 0-3 15,0 0 0-15,0 0 0 0,0 0-3 0,0 0 1 16,0 0 3-16,0 0-1 0,0 0 3 0,0 0-4 15,0 0-1-15,0 0-2 0,0 0 4 0,0 0 2 16,0 0-6-16,0 0-1 0,0 0 0 0,-12-19 4 16,12 19-1-16,0 0 2 0,-3-10-3 0,3 10 2 15,-3-6-4-15,3 6 0 0,0 0-2 0,0 0-4 0,-2-8-3 16,2 8-1-16,0 0-2 0,-1-9-5 0,1 9-1 16,0 0-8-16,-4-9-3 0,4 9-1 0,-3-8 2 15,3 8 7-15,-2-6-5 0,2 6 2 16,-2-10 4-16,2 10 3 0,-1-8-3 0,1 8 1 0,-5-7 5 15,5 7 0-15,-4-11 0 0,4 11 8 0,-2-8-1 16,2 8 0-16,-2-10 3 0,2 10 0 0,-2-10-3 16,2 10 3-16,0 0 1 0,-3-7 1 0,3 7-1 15,0 0 3-15,-2-7-1 0,2 7 0 0,0 0-3 16,0 0 7-16,0 0-2 0,-3-8 5 0,3 8-4 16,0 0 0-16,12-6 0 0,-6 3 1 0,8 1-12 15,1-3 1-15,5-2 10 0,1 2-6 0,4-1-2 16,-2 2-1-16,2-4 5 0,5 3-1 0,-2-2 2 15,0 3-5-15,-8 0 6 0,7-1-21 0,-7 2-14 16,1-1-20-16,-4 3-20 0,-3 0-30 0,-2 0-34 16,0 1-25-16,-1-1-27 0,-3 1-25 0,0 2-175 15,-8-2-425-15,11 2 188 0</inkml:trace>
  <inkml:trace contextRef="#ctx0" brushRef="#br0" timeOffset="-45566.42">20576 9851 121 0,'0'0'212'0,"-6"-1"-13"0,6 1-13 0,0 0-15 15,-12 2-14-15,12-2-7 0,-11 4-8 0,5-1-6 16,0 1-15-16,0 4-5 0,-4-1-12 0,1 2-6 16,0 7-7-16,-2 2 5 0,-1 4-3 0,3 3-6 15,-2-2-1-15,2 4 0 0,1 1 2 0,3 0-4 0,-2-1-12 16,5 0-3-16,1-1-7 0,-1-7-3 15,1 2-8-15,2-1-3 0,1 3-6 0,0-3-3 0,-2-2-5 16,4-2-1-16,1 2-7 0,-1-4-9 16,-2-2-16-16,1-1-17 0,0-2-23 0,-1 1-26 0,1 0-44 15,-1-4-35-15,0-1-36 0,-2-5-40 0,2 8-181 16,-2-8-435-16,0 0 193 0</inkml:trace>
  <inkml:trace contextRef="#ctx0" brushRef="#br0" timeOffset="-45233.31">20355 10167 1956 0,'-1'-11'51'0,"2"1"-6"0,-1 10-24 16,-1-11-6-16,0 3-2 0,1 8-7 0,0 0-9 15,2-12 8-15,2 8 2 0,-4 4 8 0,12-4 10 16,-1 0 1-16,2 1 1 0,5-1-1 0,1 2-2 16,3-2-5-16,6 1-1 0,1 0 1 0,-1 2-3 15,2 0-2-15,-9 1-1 0,-1-1-5 0,0-1 2 16,-1 0-2-16,-1 2 0 0,-4 1 3 0,-2-1-10 15,1 1 8-15,-2-2-5 0,-3 2 0 0,-1-1 4 16,-7 0 1-16,13 0 7 0,-13 0 2 0,8 2 9 16,-8-2 2-16,0 0 3 0,10 0-2 0,-10 0 10 15,0 0-3-15,0 0-1 0,0 0-3 0,8 0-7 16,-8 0 1-16,0 0 3 0,3 5 2 0,-3-5 1 16,3 11-3-16,-3-1 2 0,0 2-3 0,-1 0-1 15,2 2-3-15,-1 2-1 0,-1 1-5 0,-1 1-1 16,-1 0-5-16,1-1-18 0,2-1-22 0,0 4-27 15,-1-5-41-15,0 0-47 0,0-2-52 0,1-1-51 16,-3-2-145-16,2 0-423 0,-1-1 187 0</inkml:trace>
  <inkml:trace contextRef="#ctx0" brushRef="#br0" timeOffset="-45081.96">20725 9914 110 0,'0'0'146'0,"0"0"-21"16,0 0-26-16,0 0-44 0,0 0-44 0,10 31-43 15,-4-2-54-15,1 2-93 0,2 1 41 0</inkml:trace>
  <inkml:trace contextRef="#ctx0" brushRef="#br0" timeOffset="-44865.1">20910 10319 193 0,'-3'-10'252'0,"3"0"-8"16,0-1-13-16,0-1-9 0,2 1-6 0,-1-4-17 16,0-3-13-16,3 3-15 0,3-1-12 15,-1 2-13-15,0-2-13 0,-1 8-12 0,0 0-15 16,2-1-10-16,-2 5-10 0,1 1-13 0,-6 3-6 0,13 0-9 16,-5 3-5-16,-2 0-4 0,2 6-5 0,-2-2-7 15,-2 7-8-15,3-1-8 0,0 3-8 0,-3 1-24 16,-2 1-20-16,1 1-17 0,-2 0-23 0,3-2-47 15,-3 1-42-15,5-6-41 0,-1 0-41 0,1-2-146 16,2-1-419-16,1 0 186 0</inkml:trace>
  <inkml:trace contextRef="#ctx0" brushRef="#br0" timeOffset="-44465.26">21436 10113 215 0,'-7'-10'249'0,"-2"4"-8"15,-4 0-3-15,0 0-13 0,-5 2-5 0,-1 2-9 16,1 1-8-16,1 5-15 0,-2 0-14 0,0 4-16 16,3 1-1-16,-1 3-27 0,2 1-17 0,-4 4-4 15,10-3-10-15,0 4-8 0,1-1-12 0,4-1-6 16,3 0-8-16,1 0-12 0,4 0-2 0,1-3-7 16,1-3-10-16,4-1-11 0,5 0-5 0,-3-3-8 15,6-1 2-15,0-1-4 0,1-3 6 0,3-3-13 16,0-1-3-16,-3 0 0 0,0-5 8 0,0-1-12 15,-3-3 5-15,-2-1-2 0,-3 0 3 0,-2-4 1 16,-1-2-2-16,-3 0 1 0,-1-7-1 0,-2 2 3 16,-2-4-3-16,-2-1 0 0,2 0-2 0,-4-1 3 15,0 0 3-15,0 1 4 0,-1 0 5 0,3 2-1 16,-4 8 9-16,3 2 3 0,-1 1 5 0,1 7 6 16,3-1-4-16,-2 4-10 0,2 6-4 0,-2-7-3 0,2 7 1 15,0 0-6-15,0 0 0 0,0 0 7 16,-2 39-7-16,2-13 2 0,-3 5 2 0,2 3 0 15,5 0-6-15,-3-1 0 0,3 2-23 0,0-2-17 16,1-1-26-16,1 0-25 0,3 3-36 0,1-5-60 0,1-2-69 16,3-1-261-16,0-3-553 0,4-5 245 0</inkml:trace>
  <inkml:trace contextRef="#ctx0" brushRef="#br0" timeOffset="-44083.16">22452 9865 13 0,'3'-10'362'0,"-2"2"-33"0,1 3-37 15,-2 5-33-15,4-6-24 0,-4 6-17 0,0 0-9 16,7 15-19-16,-4-2-21 0,0 4-14 0,5 7-11 16,-4 4-16-16,1-1-13 0,1 1-12 0,1-1-9 15,1 0-9-15,-2-4-8 0,2-4-8 0,2 5-7 16,-3-7-4-16,0 0-10 0,-2-5-2 0,5 1-1 15,-3-2-7-15,-2-1 1 0,0-1-7 0,-3-5-5 16,2 2 6-16,-1 1-5 0,-3-7 5 0,5 7 22 16,-5-7 33-16,0 0-7 0,0 0-3 0,0 0-3 15,0 0-8-15,11-18-1 0,-7 7-17 0,0-6 0 16,4 0 1-16,-3-6 1 0,0-2 3 0,3-1-5 16,3-3-10-16,-6 2-3 0,3-2-1 0,-2 1-1 15,3 0-5-15,-1 3-8 0,-2 7 3 0,2 1 8 16,-2 3-16-16,-3 3 8 0,2 2-14 0,-3 2-13 0,2 1-37 15,0 1-42-15,-4 5-41 0,3-6-25 16,-3 6-12-16,0 0-5 0,0 0-21 0,0 0-38 16,0 0-42-16,4 26-48 0,-4-14-209 0,0 5-566 15,1-1 250-15</inkml:trace>
  <inkml:trace contextRef="#ctx0" brushRef="#br0" timeOffset="-43748.67">22900 10045 165 0,'0'0'250'0,"0"0"-14"0,0 0-11 0,-4 10-6 16,4-10-4-16,-8 13-3 0,2-3-6 0,-1 1-1 16,-3 3-18-16,3 1-14 0,-1 2-19 15,1-1-11-15,1 1-11 0,0 1-11 0,1 0-13 0,2-1-16 16,2-2 1-16,1-1-17 0,2 0-5 0,0-2-3 16,4-1-6-16,0-2-8 0,3-1-2 0,-1-2-4 15,2-1 1-15,3 0-3 0,-1-3 0 0,5-1 0 16,-4-4-9-16,6 0 0 0,-2-4 0 0,1 1-6 15,-3-4-6-15,2-1 17 0,-3-1-13 0,3-4-3 16,-5 1-1-16,2-6 1 0,-3-1-9 0,-1-2 17 16,-4 1-21-16,-3 4 2 0,-1-6-5 0,-2 5 4 15,-4-4 11-15,-2 1-21 0,1 6 3 0,-1 0 0 16,-5 2-7-16,1 1 6 0,1 5-1 0,-2 2-6 16,-5-1-2-16,4 6 1 0,-9 2-19 0,4 3-17 15,0 1-19-15,-3 3-26 0,1 1-31 0,1 3-24 16,2 1-36-16,1 0-58 0,7-4-57 0,3 3-224 15,1-1-555-15,4-4 246 0</inkml:trace>
  <inkml:trace contextRef="#ctx0" brushRef="#br0" timeOffset="-43516.79">23683 10014 132 0,'-8'-2'303'0,"8"2"-12"16,-11-3-18-16,11 3-14 0,-6-4-18 0,6 4-17 0,0 0-13 15,0 0-18-15,0 0-11 0,0 0-25 0,0 0-12 16,21-10-20-16,-4 6-15 0,11 0-23 0,0-2-33 16,3 3-29-16,-3-1-30 0,-8 1-32 0,0 1-48 15,-6 1-50-15,1-3-33 0,-4 4-50 0,-2 1-176 16,-9-1-428-16,6 4 190 0</inkml:trace>
  <inkml:trace contextRef="#ctx0" brushRef="#br0" timeOffset="-43365.31">23643 10149 157 0,'-5'3'268'0,"-1"1"-9"0,6-4-9 0,-5 5-10 16,5-5-9-16,-6 6-1 0,6-6-12 0,0 0-17 15,0 0-9-15,0 0-14 0,0 0-15 0,12 4-18 16,0-4-32-16,2 0-27 0,14-4-37 0,-1 2-45 15,2-2-58-15,3 1-75 0,1-5-86 0,-3 2-216 16,2 1-468-16,-2-2 208 0</inkml:trace>
  <inkml:trace contextRef="#ctx0" brushRef="#br0" timeOffset="-42799.84">24744 9804 76 0,'-4'-10'259'0,"-1"2"-9"16,2 0-7-16,1 1-7 0,1 0-13 0,1 7-15 16,-4-11-12-16,4 11-14 0,0-12-19 0,0 12-15 0,4-8-17 15,-4 8-11-15,11-2-13 0,-1 2-10 16,-10 0-8-16,20 8-12 0,-5-1-11 0,1 3-7 15,-2 2-5-15,-5 1-3 0,0 0-12 0,0 4 1 16,-5 0-4-16,-3 0 6 0,-2 2-13 0,-3 7-1 0,-7-1-1 16,-3-4-12-16,-2 2 5 0,-2-1-8 0,-4-2 1 15,-1-1-4-15,1-2-3 0,-4 0-1 0,2-2 1 16,1-1-1-16,4-7 1 0,0 2-2 0,1-4 0 16,5 0-1-16,3-3 2 0,0 2 1 0,2-1 0 15,1-1 0-15,1 0-1 0,6-2 6 0,-10 1 8 16,10-1-1-16,-8 5 10 0,8-5-11 15,-5 3-13-15,5-3 6 0,0 0 1 0,-1 8-5 0,1-8-3 16,0 0 4-16,6 15-3 0,-1-8 0 0,0 5 0 16,2 0-1-16,0 0-1 0,2 2 4 0,2 1-16 15,-3 1-23-15,0 0-21 0,1 1-27 0,-2 1-44 16,4 4-55-16,-3-4-60 0,-2 2-235 0,-1-1-514 16,0 0 228-16</inkml:trace>
  <inkml:trace contextRef="#ctx0" brushRef="#br0" timeOffset="-42670.67">24608 10669 138 0,'-6'8'264'0,"6"-8"1"0,0 0 3 0,-4 5-5 15,4-5-17-15,0 0-24 0,0 0-24 0,0 0-30 16,0 0-43-16,0 0-47 0,0 0-54 0,-7 3-78 16,7-3-96-16,0 0-193 0,0 0-371 0,0 0 164 15</inkml:trace>
  <inkml:trace contextRef="#ctx0" brushRef="#br0" timeOffset="-36361.53">19341 6270 5 0,'-4'-3'261'0,"4"3"-16"16,-7-10-19-16,3 7-12 0,4 3-10 0,-7-6-13 15,7 6-14-15,0 0-16 0,-5-6-14 0,5 6-19 16,0 0-15-16,0 0-15 0,0 0-6 0,0 0-13 15,0 0-8-15,0 0-8 0,0 0-4 0,14 28-6 0,-9-17 0 16,3 5-7-16,1 0-7 0,-2-1 1 16,2 1 5-16,-1 1-12 0,1-1-2 0,1-1-2 15,-1 1-4-15,0-3 0 0,-3 0-4 0,6 0-2 16,-7-3 2-16,1 1-1 0,3 0-2 0,-1-3-2 16,-2 0-2-16,2-1-2 0,-2 1 2 0,-1-3-3 15,-1 1 1-15,0-2 2 0,1 0 0 0,-5-4 4 0,4 7 6 16,-4-7 15-16,4 5 9 0,-4-5 13 15,0 0-6-15,0 0-2 0,13-10-2 0,-10 0-4 16,1 0 11-16,0-5 0 0,1 0-13 0,-1-2 0 16,0-3-3-16,5-6-2 0,-4 7-3 0,1-6-1 0,1 0-5 15,-3 5-3-15,4 2 2 0,-5 0-9 0,3 1 1 16,1 2-2-16,-5 4-3 0,2 3-4 0,1-2-3 16,-1 5-13-16,-1-1-17 0,-3 6-27 0,4-9-29 15,-4 9-28-15,3-3-5 0,-3 3-5 16,0 0-22-16,0 0-29 0,16 14-22 0,-14-6-27 15,2 3-36-15,-3 6-198 0,2-2-484 0,-2 2 214 0</inkml:trace>
  <inkml:trace contextRef="#ctx0" brushRef="#br0" timeOffset="-36164.78">19766 6440 299 0,'0'0'279'16,"0"0"-21"-16,0 0-19 0,0 0-17 0,0 0-16 15,0 0-23-15,0 0-5 0,0 0-9 0,0 0-12 16,0 0-13-16,0 0-10 0,0 0-12 0,-11 27-13 16,8-18-12-16,3 2-7 0,-1-1-8 0,1 3-9 15,0-2-6-15,0 6-18 0,0-4-33 16,2 3-30-16,0 0-28 0,1 3-46 0,0-4-61 0,-1 3-46 16,4 1-52-16,-5-1-160 0,4-1-440 0,-1 3 195 15</inkml:trace>
  <inkml:trace contextRef="#ctx0" brushRef="#br0" timeOffset="-35413.28">19126 8695 5 0,'-1'-12'294'0,"-3"2"-28"16,1 0-15-16,2 1-14 0,1 1-16 0,0 8-17 15,-3-13-13-15,3 13-15 0,0-10-11 0,0 10-19 16,0-9-19-16,0 9-11 0,0 0-5 0,0 0-24 16,0 0-8-16,0 0-9 0,0 0-5 0,21 13 1 15,-14-5-17-15,1 3 0 0,1 3-6 0,1 0-4 16,2 2 0-16,-6 0 2 0,2 0-5 0,-2 1 0 15,3-2 0-15,-2-1-5 0,-2-1-1 0,0-4-2 0,0 2-4 16,0 0-3-16,-1-3-2 0,-2 1-3 16,4 1-1-16,-4-4-3 0,-1-2 5 0,2 2-2 15,-3-6-2-15,5 8-2 0,-5-8 3 0,3 5 0 16,-3-5-5-16,5 5 3 0,-5-5 6 0,0 0 15 0,0 0 4 16,0 0 0-16,0 0 4 0,0 0-1 0,10-10-2 15,-8 1 9-15,4-2-19 0,-4-3 0 0,2-3-2 16,2 0-1-16,-2-2-8 0,1 1 0 15,2-1-9-15,0-6 12 0,1 1-6 0,-3-2-9 16,2 3 14-16,-2 4-14 0,0 0-3 0,1 2-3 0,-1 5-7 16,-1 1 1-16,0 1-8 0,0-1-13 15,-2 5-14-15,1 1-25 0,-3 5-21 0,3-7-25 0,-3 7-3 16,0 0-21-16,0 0-17 0,0 0-23 0,12 18-21 16,-11-6-9-16,2 5-42 0,-2 2-159 15,1-3-441-15,-2 5 195 0</inkml:trace>
  <inkml:trace contextRef="#ctx0" brushRef="#br0" timeOffset="-35129.75">19518 8778 11 0,'7'-4'199'0,"-7"4"-15"0,10-3-13 0,-10 3-2 16,10-3-11-16,-2 3-9 0,-8 0-10 0,11 3-7 15,-4 0 0-15,0 1-5 0,-2 2-5 0,0 1 0 16,2 3-6-16,-5 1-8 0,2 1-10 0,-1 0-3 15,-2 3-4-15,-1 1-7 0,-5 0-8 16,0 0-5-16,2-5-5 0,-1 1-3 0,-1-2-4 0,1 0-5 16,1-2-7-16,-2 0-2 0,3-2-2 0,1 1 2 15,1-7-12-15,-4 7-4 0,4-7-4 0,-2 5 0 16,2-5-8-16,0 0 7 0,0 0-7 0,14 5-1 16,-2-7-11-16,11-2-5 0,9-7-20 0,5 1-27 15,16-5-40-15,3-2-46 0,0-2-61 0,2 0-57 16,-2 2-156-16,-2 1-438 0,-7 4 193 0</inkml:trace>
  <inkml:trace contextRef="#ctx0" brushRef="#br0" timeOffset="-34275.12">19583 11229 132 0,'0'0'285'0,"-1"-12"-13"0,1 12-10 15,-3-10-6-15,3 10-11 0,0-10-8 0,0 10-17 0,-1-7-14 16,1 7-5-16,0 0-26 0,-2-7-21 16,2 7-20-16,0 0-13 0,0 0-12 0,0 0-12 15,0 0-11-15,0 0-9 0,0 0 2 0,0 0-9 16,0 0 4-16,1 32-7 0,-2-20 1 0,1 4-4 0,-2 1-1 15,1-4-7-15,-3 4-6 0,4-2-3 16,-2 2-1-16,1 0-10 0,-1-6 0 0,1 2 0 16,1-1-7-16,0 1-6 0,0-1 0 0,0-1 4 15,0 1-3-15,0-2-8 0,-1-3-2 0,1-7-1 16,1 14-16-16,0-8-23 0,-1 2-17 0,0-8-21 16,0 10-26-16,0-10-13 0,0 9-16 0,0-9-19 15,-1 8-25-15,1-8-50 0,0 0-45 0,0 0-244 0,0 0-543 16,0 0 239-16</inkml:trace>
  <inkml:trace contextRef="#ctx0" brushRef="#br0" timeOffset="-34091.98">19474 10991 253 0,'0'0'255'0,"-4"-9"-29"16,4 9-21-16,-2-7-22 0,2 7-20 0,0 0-20 15,-2-8-26-15,2 8-19 0,0 0-27 0,0 0-32 16,0 0-32-16,0 0-39 0,28 16-37 0,-18-9-34 16,5 3-37-16,-3 0-96 0,2 1-256 0,-1 0 113 15</inkml:trace>
  <inkml:trace contextRef="#ctx0" brushRef="#br0" timeOffset="-33849.75">19899 11137 166 0,'10'6'210'16,"2"1"-7"-16,-2 0-6 0,3 5-2 0,-6-3-12 15,4 6-13-15,-5 0-2 0,0 3-8 0,-2-4-18 16,-3 2-8-16,2 3-12 0,-3-2-10 0,-1 8-7 16,-2-6-13-16,-1-2-11 0,-2-1-3 0,-2 1-12 15,-2 6-3-15,0-6-6 0,0 0-1 0,1-2-11 16,-3 0-15-16,1 1-15 0,-1-1-17 0,-2-2-22 0,1-1-25 15,-2 2-32-15,-2-2-34 0,1-2-47 16,-1 0-51-16,-1-1-155 0,0-3-397 0,-1 0 175 16</inkml:trace>
  <inkml:trace contextRef="#ctx0" brushRef="#br0" timeOffset="-33593.82">19252 11243 219 0,'-11'0'224'0,"-2"3"-11"0,3 2-12 0,-2 4-8 16,-2 2-11-16,1 2-7 0,1 3-3 0,0 1-10 16,1 5-11-16,1-5-14 0,1 5-15 0,2 4-7 15,3 3-13-15,-1-3-8 0,8-7-11 16,-2 7-7-16,3-6-11 0,-2-1-2 0,5 0-22 15,-2 0-15-15,1-2-30 0,3 0-26 0,-1 0-43 0,2-4-48 16,3 1-44-16,0-2-61 0,-2-2-141 0,3 1-396 16,-1-6 175-16</inkml:trace>
  <inkml:trace contextRef="#ctx0" brushRef="#br0" timeOffset="-32933.64">21025 11185 42 0,'1'-7'266'0,"-1"7"-23"0,1-7-20 16,-1 7-22-16,0 0-14 0,2-12-23 0,-2 12-17 0,0 0-10 16,0 0-7-16,0 0-10 0,0 0-6 0,14 12-5 15,-8-2-7-15,2 5-7 0,1 1-8 0,-1 2-10 16,3 5-7-16,-3 1-2 0,-1-7-9 16,2 8 0-16,0-5-4 0,-2-3-7 0,5 5-5 0,0-5-2 15,-3-1-3-15,1 0-3 0,0 0-1 0,-5-6-5 16,6 5-6-16,-6-6 3 0,2 1-3 15,-2-3-2-15,-1-1-4 0,1 1 1 0,-2-4 1 0,-3-3 8 16,5 9 12-16,-5-9 16 0,5 4 3 0,-5-4 2 16,0 0-3-16,0 0-4 0,0 0-2 0,14-11 1 15,-10 6-2-15,-1-8-3 0,1 2-5 0,2-5-5 16,1 0 4-16,0-3-6 0,2-4-1 0,-3 4-6 16,4-7 1-16,-2 1-5 0,1-1 3 0,1 3-16 15,-1-2 6-15,-2 6-3 0,-1 0 6 0,3 2-2 16,-4 1 4-16,2 1-9 0,-5 5 2 0,3-1-2 15,-2 5 3-15,-1 0-9 0,0 0 0 0,-2 6-10 16,3-8-25-16,-3 8-15 0,4-8-26 0,-4 8-16 16,0 0-14-16,0 0-2 0,0 0-11 0,0 0-23 15,8 19-33-15,-8-10-31 0,3 3-30 0,-1 2-26 16,1 4-190-16,-5 0-480 0,5-1 213 0</inkml:trace>
  <inkml:trace contextRef="#ctx0" brushRef="#br0" timeOffset="-32633.57">21618 11400 17 0,'0'0'257'0,"0"0"-9"16,0 0-17-16,0 0-16 0,0 0-15 0,0 0-11 0,0 0-8 16,0 0-15-16,8 5-12 0,-8-5-9 0,0 0-9 15,0 13 0-15,0-7-10 0,0 5-4 16,0-1-8-16,0 0-2 0,-2 6-1 0,1-4-10 15,1 5-3-15,0 0-7 0,0-1-7 0,3 1-5 0,-3-2-7 16,0 2-5-16,1-5-11 0,0-1 12 0,2 3-4 16,-3-3-17-16,2-1-8 0,2 3 1 15,-4-3-3-15,1 0 0 0,1-2-6 0,-1-1-11 16,-1-7 5-16,1 12-2 0,2-7-7 0,-3-5-1 0,2 8-19 16,-2-8-16-16,0 6-30 0,0-6-16 0,3 7-20 15,-3-7-23-15,0 0-48 0,0 0-60 0,0 0-57 16,0 0-225-16,0 0-538 0,14-15 238 15</inkml:trace>
  <inkml:trace contextRef="#ctx0" brushRef="#br0" timeOffset="-32300.75">22125 11388 98 0,'0'0'220'0,"0"0"-8"0,0 0-5 16,0 0-12-16,0 0-5 0,0 0-11 16,0 0-8-16,0 0-11 0,-11-12-12 0,11 12-9 15,0 0-8-15,0 0-8 0,0 0-4 0,0 0-9 16,0 0-2-16,0 0-8 0,0 0-5 0,0 0-8 0,10-1 1 15,-1-1-9-15,2 2-9 0,0-2-4 16,1 0-5-16,5 1-7 0,-3 0-2 0,-1-2-9 16,5 2-9-16,0 0-18 0,-6 0-17 0,0 1-20 15,1-2-25-15,-3 2-39 0,0 2-53 0,-2-2-57 0,1 0-58 16,-9 0-183-16,9 2-473 0,-9-2 209 0</inkml:trace>
  <inkml:trace contextRef="#ctx0" brushRef="#br0" timeOffset="-32116.66">22133 11512 259 0,'0'0'270'0,"0"0"-17"0,-8 2-11 16,8-2-16-16,0 0-12 0,0 0-6 0,0 0-16 16,0 0-7-16,0 0-19 0,0 0-12 0,21 7-13 15,-10-6-22-15,2-1-22 0,0 0-26 0,1-1-33 16,-1-1-35-16,-1 2-51 0,5-1-59 0,2-4-70 15,-2 2-241-15,2 0-452 0,-2 0 199 0</inkml:trace>
  <inkml:trace contextRef="#ctx0" brushRef="#br0" timeOffset="-31515.65">22760 11305 2115 0,'3'-19'13'0,"-3"0"29"0,1 2 63 0,1 0 14 15,-2 6-23-15,0-1-25 0,0 2-7 0,-3 1 0 16,3 9-5-16,1-12 5 0,-1 6-5 0,0 6-4 16,-1-9-6-16,1 9-6 0,0 0 1 15,0 0-12-15,0 0-3 0,0 0 1 0,18 21-3 0,-12-8 9 16,3 4 0-16,5 7-3 0,-1-3-2 0,-3 1 3 15,4 1-3-15,-1 2 0 0,0-1-5 0,0-3-2 16,-4-2-1-16,6 3 1 0,-6-5-1 0,-1 1-8 16,2-4 2-16,-3 2 0 0,1-3-5 0,-3-2-1 15,3-3 3-15,-4 0-2 0,0-3 0 0,-2 0-2 16,1 0-3-16,-3-5 14 0,5 9-8 0,-5-9 15 16,4 5 10-16,-4-5 18 0,0 0 5 0,5 3-10 15,-5-3 6-15,0 0-12 0,0 0-3 0,6-14-13 16,-3 4 7-16,1-1-8 0,1-4-5 0,-1-1 5 15,-1-2-3-15,5 2-2 0,-2-4-6 0,0 3-12 16,0-8 12-16,2 2 1 0,0 4-5 0,-4 0-5 16,1 0 5-16,1 2-4 0,-2 0-3 0,-1 0 10 15,1 5-14-15,0 1-1 0,-2 0-9 0,0 3-2 16,-1 2-7-16,-1 6-17 0,4-9-26 0,-3 3-29 0,-1 6-20 16,0 0 1-16,0 0-11 0,0 0-23 0,0 0-28 15,10 13-24-15,-7-3-30 0,2 1-47 16,-4 4-202-16,2 1-511 0,-2 1 227 0</inkml:trace>
  <inkml:trace contextRef="#ctx0" brushRef="#br0" timeOffset="-31200.73">23300 11443 203 0,'10'-2'227'0,"-1"1"-3"0,2-2-11 0,0 3-10 0,-2 0-15 16,-2 3-16-16,3 0-11 0,-2-1-10 0,-1 6-1 15,-1 1-9-15,0-2-7 0,-2 7-9 0,-3 0 2 16,-2 4-16-16,-1-2-9 0,-6-1-6 0,2 4-12 16,-7 2-5-16,-2 1-9 0,3-8-2 0,-2 3-9 15,0-3-2-15,1-2-3 0,-4-1 10 0,5 0-11 16,0-4-8-16,3 0 1 0,1-1-5 0,0 1 0 16,3-4-4-16,1 1-6 0,4-4-6 0,-7 6-2 15,7-6-2-15,-6 6-3 0,6-6 4 0,0 0 0 16,0 0-2-16,0 0-5 0,15 4-3 0,-1-5 5 15,3-2-12-15,3 0-9 0,8-4-17 0,3 2-25 16,-2-2-26-16,5 0-20 0,-1 0-38 0,-1 0-47 16,4-3-37-16,-2 2-37 0,1 0-208 0,-1 0-497 15,2-3 221-15</inkml:trace>
  <inkml:trace contextRef="#ctx0" brushRef="#br0" timeOffset="-30983.24">23902 11457 185 0,'-11'0'217'0,"11"0"-17"0,-10 0-14 16,10 0-6-16,0 0-1 0,0 0-5 0,0 0-10 16,0 0-9-16,0 0-16 0,31 2-14 0,-9-2-9 0,-1-1-11 15,7 1-12-15,2-1-10 0,-2-2-18 0,-6 1-17 16,-3 2-24-16,0-1-21 0,-6 0-31 15,-3 1-48-15,-1 0-40 0,-3 1-37 0,-6-1-32 16,0 0-130-16,8 1-339 0,-8-1 150 0</inkml:trace>
  <inkml:trace contextRef="#ctx0" brushRef="#br0" timeOffset="-30816.7">23927 11582 121 0,'0'0'217'0,"-5"5"-1"0,5-5-5 0,-2 7 5 16,2-7-2-16,0 0-9 0,0 0-9 15,14 4-16-15,-14-4-16 0,17 3-10 0,-5-4-17 0,6-1-17 16,0-2-19-16,1 4-19 0,10-3-23 16,-1-3-29-16,-8 2-46 0,8-2-52 0,-6 0-61 0,6-1-53 15,-8 1-190-15,1 0-402 0,-4 2 178 0</inkml:trace>
  <inkml:trace contextRef="#ctx0" brushRef="#br0" timeOffset="-30249.61">24583 11301 209 0,'0'0'273'0,"5"-7"-6"0,-5 7-13 0,7-7-9 16,-7 7-18-16,0 0-14 0,3-5-17 0,-3 5-15 15,0 0-22-15,0 0-15 0,4-4-12 0,-4 4-21 16,0 0-6-16,0 0-5 0,0 0-6 0,0 0-3 0,1 16-10 16,-1-16-7-16,0 11-7 0,2-3-10 15,-2-1-6-15,3-1-3 0,-3 7-6 0,2-7 8 0,2 4-14 16,1-2-1-16,0 2-6 0,0-2 2 16,1 2-4-16,2-2-2 0,0 2-5 0,-1-2-1 0,1 2-5 15,0-4 0-15,3 2-3 0,-3 0-1 16,1 0 2-16,-3-1-2 0,3 0-4 0,-4-1-1 0,4 0 1 15,-4-1 9-15,2 0-10 0,-2-1-2 0,-1 0 7 16,1 0-8-16,-5-4-1 0,6 5-2 0,-6-5 9 16,3 7 6-16,-3-7-2 0,1 6 6 0,-1-6 0 15,0 0 1-15,-9 9-1 0,3-6 3 0,-6 1-9 16,3-2 2-16,-2 3 0 0,-3-2-3 0,2-1 0 16,-2 1-18-16,3-2-12 0,-4 2-15 0,1-5-16 15,-2 1-24-15,-2-1-20 0,5 2-18 0,-5-2-22 16,7 0-26-16,-2-2-33 0,5-4-34 0,-1 1-25 15,0 0-190-15,2-3-478 0,2 0 211 0</inkml:trace>
  <inkml:trace contextRef="#ctx0" brushRef="#br0" timeOffset="-30083.17">24621 11187 160 0,'9'-9'186'0,"5"2"-9"16,4-2-5-16,-5 4-11 0,5-1-12 0,-3 0-10 15,4 1-16-15,-3 1-13 0,4 1-9 0,-3-1-11 0,-1 5-17 16,3-2-28-16,-6 0-39 0,1 1-51 0,3-2-40 16,-3 2-33-16,0 3-123 0,-2-2-261 15,2 2 116-15</inkml:trace>
  <inkml:trace contextRef="#ctx0" brushRef="#br0" timeOffset="-29049.68">25240 11143 123 0,'0'0'229'0,"0"0"-7"0,0 0-8 15,-4-7-12-15,4 7-8 0,0 0-15 0,0 0-5 16,0 0-13-16,-3-7-12 0,3 7-9 0,0 0-9 16,0 0-11-16,0 0-9 0,0 0-11 0,0 0-11 15,0 0 0-15,-1-7-17 0,1 7-8 0,0 0-6 16,0 0-7-16,0 0 3 0,0 0-15 0,0 0-3 15,0 0-4-15,0 0 1 0,0 0-9 0,0 0 3 16,0 0-4-16,0 0 4 0,1 28-5 0,1-24 2 16,-2-4 7-16,1 11-7 0,3-5 0 0,-2-1 12 15,-2-5-10-15,4 14 4 0,-1-7-3 0,1 3 0 16,0-2-3-16,-2 1 0 0,2-1 1 0,1 1-2 16,0 0 3-16,-3 0-6 0,2 0 4 0,1 0-2 15,-2-4-1-15,1 3 2 0,0-1-7 0,-2 0 0 16,2-1 0-16,-1 2-2 0,-3-8-1 0,5 12 2 15,-3-6 1-15,0-2-2 0,-2-4 2 0,5 10-6 16,-1-7 0-16,-4-3 0 0,5 6 0 0,-5-6 1 16,5 10-3-16,-5-10-2 0,4 6 14 0,-4-6-17 15,2 6 3-15,-2-6-4 0,3 6 2 0,-3-6 1 16,4 5 2-16,-4-5-5 0,0 0 3 0,0 0-4 16,6 5-2-16,-6-5 4 0,0 0-1 0,0 0-2 0,4 2 0 15,-4-2 5-15,0 0 1 0,0 0-5 16,0 0 1-16,3 6 3 0,-3-6-5 0,0 0 2 15,0 0-3-15,0 0 5 0,0 0-2 0,0 0 0 16,0 0 0-16,0 0 1 0,0 0-5 0,0 0 6 0,0 0-6 16,0 0 14-16,0 0-9 0,0 0-3 0,0 0-2 15,0 0 1-15,0 0-1 0,0 0 4 0,0 0-8 16,0 0 7-16,0 0-2 0,0 0-1 16,0 0 1-16,0 0-1 0,0 0-5 0,6 4 8 0,-6-4 1 15,0 0-1-15,0 0 0 0,0 0-5 0,0 0 3 16,0 0-3-16,0 0 5 0,0 0-6 0,0 0 3 15,0 0 5-15,0 0-2 0,0 0-2 16,0 0 4-16,0 0-7 0,1 7 7 0,-1-7-6 0,0 0 3 16,0 0 1-16,0 0-3 0,0 0 2 0,0 0-1 15,0 0 0-15,0 0 1 0,0 0 2 0,0 0 5 16,0 0 0-16,0 0-5 0,0 0-4 0,0 0 7 16,0 0 14-16,0 0 6 0,0 0 13 0,0 0 11 15,0 0 3-15,0 0 23 0,0 0-12 0,0 0-3 16,0 0-10-16,9-12-4 0,-9 12-8 0,8-14 2 15,-1 5-7-15,1 0 2 0,-2-2-9 0,6-4-4 16,1-1-3-16,-2 0 3 0,6-4-6 0,-5 5 11 16,4-8-16-16,-5 6 3 0,0 1-1 0,1-2-1 15,-1 1-1-15,0 0-1 0,-2 1-3 0,0 2 3 16,-2-1-3-16,-1 6-3 0,-5-1-1 0,3 2 8 16,1 3-4-16,-3-2 8 0,-2 7 8 0,2-9-7 15,-2 9 3-15,4-6 0 0,-4 6-6 0,0 0 5 16,3-7-7-16,-3 7-9 0,0 0 6 0,4-4-3 15,-4 4 1-15,0 0 1 0,0 0 0 0,0 0-4 16,0 0-4-16,0 0 5 0,0 0-10 0,0 0 12 16,0 0-3-16,0 0-10 0,-10 19-15 0,10-19-44 15,0 0-32-15,-3 8-36 0,3-8-25 0,-2 6-21 16,2-6-30-16,-2 10-46 0,2-10-43 0,-6 12-300 0,2-7-648 16,-2 2 287-16</inkml:trace>
  <inkml:trace contextRef="#ctx0" brushRef="#br0" timeOffset="-27747.83">19461 12572 1968 0,'1'-13'59'16,"0"1"14"-16,-1 2 6 0,-1-1 8 0,0 3-14 16,2 1-5-16,-1 7-5 0,-1-13-5 0,1 13 1 15,-2-9 0-15,2 9 6 0,-1-7-3 0,1 7-5 0,0 0-6 16,0 0-8-16,0 0-5 0,0 0-2 0,0 0-4 15,0 0 9-15,0 0 7 0,0 0-5 0,0 0-1 16,3 29 7-16,-2-18-4 0,-4 2 2 16,3-2-4-16,3 6-4 0,-3 0-5 0,0 0 2 0,1 0-7 15,-2-1 2-15,1-5-3 0,0 1-3 0,0 4-3 16,-1-4 1-16,-1-3-1 0,2 2-5 0,0 0-6 16,2 0-14-16,-4-4-19 0,1 0-19 15,2 2-13-15,1-2-15 0,-2-7-17 0,-2 10-15 0,2-10-22 16,2 13-28-16,-2-13-25 0,1 6-20 0,-1-6-25 15,0 0-23-15,0 0-126 0,0 0-400 0,0 0 176 16</inkml:trace>
  <inkml:trace contextRef="#ctx0" brushRef="#br0" timeOffset="-27515.68">19665 12544 56 0,'0'0'220'0,"0"-11"-2"15,0 11-9-15,0 0-9 0,-2-10-8 0,2 10-11 16,0 0-9-16,0-9-16 0,0 9-12 0,0 0-9 15,0 0-7-15,0 0-1 0,0 0-7 0,0 0-5 16,-7 22-5-16,5-14-3 0,0 3-10 0,0-1-6 16,1 3-7-16,-2-2-5 0,2 0-10 0,1 5-8 15,-2-4-4-15,2 1-5 0,-1-2-9 0,1-1-4 16,-1 3-2-16,-1-1-8 0,1-1-13 0,2-2-24 16,-2 1-21-16,1-1-18 0,-1-2-15 0,1-7-34 15,0 15-41-15,0-9-42 0,0-6-43 0,-1 9-206 16,1-9-462-16,-4 8 204 0</inkml:trace>
  <inkml:trace contextRef="#ctx0" brushRef="#br0" timeOffset="-27324.56">19562 12376 2134 0,'-3'-14'38'16,"1"1"10"-16,2 1-17 0,0 5-1 0,-2-1-2 0,2 8-9 15,-1-11-8-15,1 11-2 0,-1-8-1 16,1 8-4-16,0 0 1 0,0-9-2 0,0 9-3 16,0 0-3-16,0 0-21 0,0 0-30 0,0 0-36 15,0 0-38-15,0 0-51 0,18 10-136 0,-18-10-342 0,6 9 151 16</inkml:trace>
  <inkml:trace contextRef="#ctx0" brushRef="#br0" timeOffset="-27067.36">19940 12393 26 0,'9'7'227'0,"0"1"0"16,0 5-10-16,1 3-16 0,-2 1-11 0,-2 1-9 0,-1 8-12 15,-1-3-11-15,1 1-15 0,-6 2-10 0,-2-6-14 16,3 0-9-16,-1-1-8 0,-1 0-9 0,-4 0-8 15,1-1-7-15,-3 1-6 0,0-2-7 0,-5 5-6 16,0-6-17-16,-1 1-14 0,1-4-21 0,-7 6-19 16,-2-2-26-16,-2-3-47 0,1-1-37 0,4-4-52 15,-7 4-210-15,0-6-415 0,0 1 183 0</inkml:trace>
  <inkml:trace contextRef="#ctx0" brushRef="#br0" timeOffset="-26843.87">19121 12616 276 0,'0'0'254'0,"-17"7"-19"0,11 0-21 16,-2 4-5-16,0 0-15 0,0 5-11 0,0 1-14 15,1-1-11-15,2 2-18 0,-2 0-12 16,5 0-13-16,1 3-13 0,2-2-7 0,1 0-14 0,4 0-23 15,2 4-23-15,-2-6-21 0,3-1-27 0,2 0-36 16,1 0-38-16,3-4-45 0,2-2-32 0,7 4-206 16,-5-8-399-16,8 2 177 0</inkml:trace>
  <inkml:trace contextRef="#ctx0" brushRef="#br0" timeOffset="-26198.83">21068 12473 152 0,'0'-8'222'0,"0"8"-10"16,0 0-13-16,0 0-17 0,2-6-15 0,-2 6-16 15,0 0-15-15,0 0-15 0,0 0-11 0,0 0-1 16,0 0 3-16,0 0-7 0,16 22-14 0,-9-13 6 16,0 6-11-16,2-1-1 0,3 3-9 15,-2-2-7-15,0 2-5 0,2-2-5 0,-1 2-6 0,1 0-5 16,-3-1-4-16,1 1-2 0,0-1-6 0,-2 0 0 16,-1-2-9-16,0 1 1 0,-1-4-5 0,2-1-1 15,-3 1-2-15,1-3-2 0,1 0-2 0,-2 0 2 16,0-2-5-16,-1 0 2 0,0-1-6 0,-2 0 1 15,-2-5 3-15,7 7-1 0,-7-7-1 0,5 5 3 16,-5-5-1-16,4 6 4 0,-4-6 0 0,0 0 4 16,0 0-3-16,0 0 0 0,10-12 0 0,-8 6-2 15,2-2-3-15,1-2 3 0,-1-2-1 0,1-6 1 16,3 0-3-16,-2-1-1 0,3-6-4 0,-1 3-2 16,1-4 0-16,0 3 2 0,0 0 8 0,1-1-12 15,-2 4 1-15,-1 4-1 0,0-1 0 0,0 1-3 16,-3 6 4-16,1 0-2 0,-1 0-3 0,-1 4-3 15,-1-1-2-15,-2 7-13 0,4-9-15 0,-4 9-15 16,4-7-12-16,-4 7-9 0,0 0-7 0,8-1-28 16,-8 1-22-16,0 0-33 0,11 11-32 0,-4-3-29 15,-4 3-166-15,0 0-418 0,-1 1 185 0</inkml:trace>
  <inkml:trace contextRef="#ctx0" brushRef="#br0" timeOffset="-25928.97">21668 12689 168 0,'0'0'230'0,"0"0"-15"16,0 0-11-16,0 0-23 0,6 1-18 0,-6-1 1 16,0 0-6-16,1 8-2 0,-1-8-7 0,0 10-5 0,2-1-5 15,0-1 0-15,0 3-12 0,-2-1-7 16,0 2-3-16,1-2-11 0,0 3-8 0,0-2 0 15,1 2-7-15,-2 0-18 0,1-3-3 0,0 2-11 16,1-1-1-16,1 0-12 0,-3 2 1 0,2-5-6 0,-2 0-4 16,1 1-4-16,-1 0-15 0,0-9-24 0,0 13-28 15,0-13-21-15,-1 11-24 0,1-4-26 16,0-7-38-16,-2 7-45 0,2-7-40 0,0 0-208 16,0 0-471-16,0 0 209 0</inkml:trace>
  <inkml:trace contextRef="#ctx0" brushRef="#br0" timeOffset="-25750.76">22038 12701 170 0,'0'0'206'0,"12"-3"-12"0,-4 3-11 0,-1 0-21 0,5-2-13 15,-2 1-14-15,1 1-16 0,-11 0-20 16,18 1-27-16,-7 1-52 0,-1-2-43 0,0 0-44 0,-3 2-38 15,-7-2-114-15,11 3-238 0,-6-2 105 0</inkml:trace>
  <inkml:trace contextRef="#ctx0" brushRef="#br0" timeOffset="-25580.58">22064 12798 57 0,'0'0'221'15,"-9"3"-6"-15,4 0-8 0,5-3-11 0,0 0-8 16,-7 5-12-16,7-5-12 0,0 0 0 0,0 0-12 15,0 0-9-15,0 0-12 0,0 0-14 0,16 6-18 16,-5-7-20-16,1 0-25 0,-3-1-47 0,3 0-48 16,-1 0-57-16,2-2-69 0,-1 2-177 0,1-3-373 15,4-1 164-15</inkml:trace>
  <inkml:trace contextRef="#ctx0" brushRef="#br0" timeOffset="-25079.41">22875 12522 185 0,'-5'-11'266'0,"-1"4"-13"0,2 1-6 0,2 0-16 0,2 6-18 16,-4-8-21-16,4 8-25 0,-3-7-16 16,3 7-12-16,0 0-21 0,0 0-4 0,0 0-8 15,0 0-2-15,12 24-2 0,-5-7-1 0,1 0-11 16,2 5-3-16,-3-4-12 0,4 6-6 0,-2-1-5 16,-2-4-5-16,1 0-2 0,-1-2-9 0,0 1-7 15,-1-2-4-15,-1 3-1 0,0-3-4 0,4 0-2 16,-3-1-4-16,-1-5-3 0,0 3 0 0,-1-5-1 15,0 2-7-15,0-5 2 0,-2 2 2 0,2-3-2 0,-4-4-1 16,4 7 0-16,-4-7 9 0,4 6 23 16,-4-6 16-16,0 0 5 0,5 3-7 0,-5-3-7 15,0 0-5-15,10-13-2 0,-3 6-6 0,-2-3-4 0,0-1 1 16,1-3-7-16,1-2-1 0,-1-1-1 0,0 1-14 16,0-4 4-16,4-3-3 0,-3-3-5 15,0 2 1-15,1-1-1 0,2 1 2 0,-1 1-2 16,-2 6 2-16,0 0-15 0,0 3-4 0,-3 3 1 0,0 3-5 15,0 2-13-15,-2-1-18 0,-2 7-23 0,4-7-28 16,-4 7-20-16,4-4 2 0,-4 4-6 0,0 0-23 16,0 0-39-16,5 18-46 0,-7-7-53 0,-2 3-223 15,-1 0-538-15,-2 2 238 0</inkml:trace>
  <inkml:trace contextRef="#ctx0" brushRef="#br0" timeOffset="-24764.16">23346 12741 217 0,'10'2'226'0,"-2"-1"-7"0,-8-1-9 0,10 5-7 16,-5 0-17-16,0 0-16 0,0 2-8 0,0 3-8 16,-2-2-8-16,-3 2-5 0,0 1-9 0,-1-1-10 15,-2 1-9-15,-2 0 1 0,-1 1-14 0,-1 0-6 16,-3 2-7-16,-1-3-6 0,0-2-2 0,2-1-6 15,0 0-4-15,4-3-5 0,1 0-6 0,-1 0-7 16,5-5-3-16,-7 4-3 0,7-4-11 0,-7 5-4 16,7-5 10-16,-4 6 2 0,4-6-4 0,0 0 0 15,0 0 12-15,0 0-17 0,16 6-3 0,-9-6-9 16,5 0 7-16,7 0-15 0,1-2-13 0,9 0-23 0,0-2-25 16,0-2-31-16,2 3-33 0,0-3-46 15,2 0-64-15,1-1-44 0,-2 3-210 0,0-6-515 16,2 3 228-16</inkml:trace>
  <inkml:trace contextRef="#ctx0" brushRef="#br0" timeOffset="-24612.2">24102 12736 116 0,'0'0'219'0,"12"1"-11"15,-12-1-9-15,10 2-17 0,-1-1-18 0,-1 0-16 16,2 1-16-16,3-2-15 0,-2 3-35 0,0-3-39 15,1 2-48-15,-3 0-55 0,-1-1-50 16,-2 2-130-16,-6-3-259 0,7 4 116 0</inkml:trace>
  <inkml:trace contextRef="#ctx0" brushRef="#br0" timeOffset="-24448.61">24042 12847 114 0,'0'0'238'0,"-9"6"-13"0,9-6-12 0,-5 3-10 15,5-3-8-15,0 0-12 0,0 0-10 0,0 10-16 16,0-10-17-16,0 0-19 0,17 6-23 0,-7-5-30 16,2 1-32-16,2-2-56 0,6 0-65 0,1-3-71 15,5-1-162-15,5-1-343 0,-3-2 152 0</inkml:trace>
  <inkml:trace contextRef="#ctx0" brushRef="#br0" timeOffset="-23897.79">25078 12533 189 0,'0'0'254'16,"-7"-8"-1"-16,7 8-18 0,-9-4-17 0,9 4-10 16,-12 0-3-16,1 4-19 0,1-1-10 0,-7 6-7 15,4 0-3-15,-1 3-13 0,-1 1 0 0,3 1-13 16,1 1-9-16,-2 7-13 0,2-7-14 0,3 1-6 15,0 0-10-15,3 0-8 0,0-5-9 0,3 5-2 16,-2-3-9-16,1-1-1 0,3 0-13 0,2-1-5 16,-1-2-1-16,4 1-3 0,1-2 2 0,1 1 1 15,2-4 2-15,5-1-5 0,1 2-4 0,4-3-6 16,1-3 1-16,2-1 1 0,5-1-5 0,-4-2 0 0,-2-2-1 16,0 3 1-16,-1-6-2 0,-2 2-14 15,-2-4 17-15,0 2-9 0,-3-2-3 0,0 1-3 16,-4-1-3-16,-1-4 3 0,-2 1-1 0,-3 2 1 15,-1 2-3-15,0-9-2 0,-5 2 6 0,1 1-2 0,-2 0-4 16,0 3 2-16,-4-3 4 0,6 5-3 0,-7-4-14 16,1 5 8-16,-2 1-4 0,1 0 3 15,-1 2-15-15,-2 3 13 0,1-2-10 0,-2 3-10 0,0 0-22 16,0 3-19-16,-4 3-18 0,1-2-22 0,2 3-18 16,1 1-21-16,-1 0-25 0,0 2-39 15,4 0-36-15,2 1-45 0,2 1-183 0,1-5-508 16,4 2 225-16</inkml:trace>
  <inkml:trace contextRef="#ctx0" brushRef="#br0" timeOffset="-23438.24">25491 12482 43 0,'6'-5'265'0,"-6"5"-2"15,5-6-15-15,-5 6-20 0,0 0-22 0,0 0-20 16,5-3 0-16,-5 3-9 0,0 0-11 0,4 14-3 16,1-6 8-16,-3 3-22 0,1 1-18 0,-1 0-9 15,2 0-13-15,2 4-6 0,1-1-9 0,-2 0-9 16,2 2-11-16,-1-1-8 0,-2-1 0 16,3 0-11-16,-3 1 0 0,4-2-9 0,-4-2-7 15,0-2 1-15,1 1-1 0,-3 1-7 0,4-4-7 0,-3 2 2 16,-1-1-3-16,3-3-3 0,-3 2 1 0,-1-3-6 15,3 0-3-15,-4-5-1 0,4 10 4 0,-1-6-4 16,-3-4 2-16,2 8-5 0,-2-8 4 0,4 4-3 16,-4-4 16-16,0 0 18 0,0 0 25 0,5 3 1 15,-5-3 2-15,0 0-11 0,0 0 4 0,16-10-5 16,-10 3-4-16,3 0-5 0,0-2-6 0,2-4 3 16,3 1-6-16,-1-2-6 0,0-1-1 0,0-1 1 15,6-5-5-15,-3-1 0 0,-3 0-1 0,-1 6-1 16,-1-2-5-16,-2 2-3 0,2 1 4 0,-2 2-3 15,-3 3 4-15,-1 2-1 0,0 1-3 0,-1 0-1 16,-1 3-8-16,-3 4 7 0,6-8-28 0,-6 8-17 16,5-6-26-16,-5 6-25 0,2-4-26 0,-2 4-25 15,0 0-33-15,4-7-24 0,-4 7-41 0,0 0-56 16,0 0-59-16,0 0-230 0,2-12-617 0,-2 12 273 16</inkml:trace>
  <inkml:trace contextRef="#ctx0" brushRef="#br0" timeOffset="-19266.7">17934 11193 82 0,'0'-8'226'0,"0"8"-8"0,0 0-11 0,-4-13-3 16,4 13-9-16,-6-10-7 0,6 10-13 0,-5-7-12 15,5 7-6-15,-6-5-10 0,6 5-12 0,-10-1-12 16,10 1-7-16,-13 2-3 0,13-2-11 0,-14 8-4 0,5 0-4 15,1 0-3-15,-3 5-8 0,-1 0 4 16,2 3-3-16,1 0-5 0,0 1-11 0,2 0-9 16,1 0 10-16,2-1-21 0,1-1-1 0,-1 2-3 15,8-2-7-15,-4-1 2 0,2 1-7 0,3-4-2 0,-1 1 1 16,3-1-13-16,2-2-16 0,2 0-17 16,3-2-15-16,4 3-20 0,-3-4-23 0,6 0-27 15,-1-1-43-15,1-3-36 0,6-4-41 0,-6 2-25 0,1 0-195 16,-1-4-475-16,-2-2 210 0</inkml:trace>
  <inkml:trace contextRef="#ctx0" brushRef="#br0" timeOffset="-18498.81">18238 11220 156 0,'0'-6'243'0,"0"6"-9"16,-3-11-16-16,3 11-13 0,-3-8-18 0,3 8-12 15,-9-4-5-15,9 4-9 0,-13 5 1 0,4 2-6 16,0 0-10-16,-3 7-13 0,1-2-9 0,0 1-9 15,3 3-14-15,1-2-10 0,2-2-4 0,0 4-9 16,2-5-7-16,3 1-10 0,0-2 1 16,1 3-11-16,3-4-2 0,1 1-11 0,1-1-7 0,-1-4-3 15,2 1-1-15,4-1-3 0,-2-3-10 0,1-1 17 16,-3 0-17-16,4-1 0 0,-1-2 2 0,-3 0-5 16,0-1 4-16,-1-3-6 0,2 0 3 0,-2 0-1 15,-2-1 0-15,1-1-6 0,-2 2 4 0,1-4-1 0,-3 1-2 16,0-1 1-16,-1 2 0 0,2 0 2 15,-2 8 10-15,-2-16-4 0,4 9 4 0,-2 7-5 16,-2-9-2-16,2 9-4 0,0 0-3 0,0 0-3 16,0 0 1-16,0-10-1 0,0 10 3 0,0 0 0 0,0 0-2 15,0 0 1-15,-7 26 0 0,4-16 1 0,2-1-10 16,-1 0 8-16,1-1 2 0,0 1-5 16,1-1 1-16,0-8 0 0,2 14 1 0,0-8 1 15,-2-6 10-15,5 9-9 0,0-5 2 0,1-2-4 0,2-1 2 16,0 1-2-16,1-2 1 0,1-3 8 0,0-1-11 15,0 1 0-15,-1 0-2 0,0-4 6 16,-2 3-4-16,-1-3 2 0,1-2 1 0,0 3-2 16,-2-3 10-16,-1-1-11 0,-1 0-3 0,-1 1 2 15,-1-1 1-15,1 1 1 0,-1 2 0 0,0 0-1 0,-1 7 0 16,2-8-2-16,-2 8-3 0,2-7 0 0,-2 7 0 16,0 0-4-16,0 0 4 0,0 0-1 0,0 0-2 15,9 24 8-15,-8-14-1 0,2 3 4 0,1 2 1 16,-2 3-1-16,2-2 2 0,-1-1 3 0,-1-3-2 15,2 6 0-15,-1-3 5 0,-1-3-3 0,1 0 0 16,-3-2-1-16,2-2 10 0,-1 0-12 16,1 0-3-16,-1-3 4 0,-1-5 0 0,3 7-1 0,-3-7 4 15,0 0-4-15,2 8 7 0,-2-8-1 0,0 0-10 16,0 0 3-16,0 0-9 0,0 0 1 16,18-14-7-16,-12 9 2 0,5-4 3 0,-2 1 0 0,5-3-7 15,0-2-3-15,0 2 1 0,1-2-2 0,2 0 12 16,-2 1-9-16,0-3 5 0,0-1 3 0,0 4-1 15,-2-3 8-15,-4 0-8 0,2 1 0 0,-2 1 1 16,-2 2 0-16,-4 0 6 0,2 3 0 0,-2 0 2 16,-2 1 7-16,0 0 0 0,-1 7 3 0,-1-9 3 15,1 9-1-15,0 0 1 0,-10-5 1 0,10 5-6 16,0 0 6-16,-21 10 6 0,11-5-4 0,3 4-1 16,-1 1-1-16,1 0-2 0,0-1-6 0,4 4-20 15,0-2-19-15,1 0-25 0,4 2-27 0,0-1-27 16,-1-1-42-16,6 0-54 0,0 0-49 0,2 4-251 15,4-5-549-15,1 2 243 0</inkml:trace>
  <inkml:trace contextRef="#ctx0" brushRef="#br0" timeOffset="-17165.22">17778 12537 206 0,'0'0'238'16,"-6"-5"-18"-16,6 5-14 0,0 0-15 0,-14 3 1 0,6 2-14 16,1 4-10-16,-2 3-10 0,-2 3 1 15,0 3-17-15,1 6-10 0,4 1-1 0,-3-2-10 16,1 1-15-16,6-5-12 0,0-1-5 0,2 3-8 15,2-3-7-15,0 0-7 0,3-1-10 0,3-1-2 16,3-3-4-16,2 1-6 0,0-2-13 0,10 1-16 16,3-3-16-16,-5-4-24 0,6 0-21 0,0-3-31 0,1-2-33 15,-7-2-29-15,-1-1-26 0,8-1-7 0,-9-3-8 16,2 1 0-16,-2-2 11 0,-4-2 8 0,2 1 14 16,-4-2 6-16,2 0 12 0,-4-2 7 0,0 1 14 15,0-2 14-15,-4 2 17 0,-1-3 21 0,-2 3 23 16,-2-2 23-16,0 1 22 0,1-1 27 0,-1 2 15 15,-4 1 32-15,1 0 14 0,-1 2 7 0,-1 0 6 16,3 8 4-16,-4-12 0 0,3 7-6 0,1 5-7 16,-5-7-6-16,5 7-7 0,-8-1 1 0,8 1 1 15,-14 6-4-15,8 0-1 0,-3 2-7 0,1 2-7 16,-1 1-7-16,3 0-2 0,1-1-7 0,-2 6-3 16,3-5-7-16,-1-1-6 0,4 2-3 0,0 0-4 15,1-2-5-15,0 0 2 0,2-2-5 0,2-2 1 16,0 0-3-16,1-1 8 0,0-2-11 0,3 1-4 15,1-3 2-15,-9-1 3 0,18-1-8 0,-8-1-1 16,0 0 0-16,-1-3-1 0,1 1 4 0,-1-1-7 16,-1-3 4-16,-4 5-4 0,1-6 1 0,1 2-3 15,-1-3-2-15,0 1 2 0,-2 0 0 0,0-1-3 16,-1 0 0-16,-1 0 0 0,1 3 1 16,-1-1 0-16,-1 8-2 0,3-11 9 0,-3 11-10 0,0-9-2 15,0 9-3-15,0 0-3 0,1-7-1 0,-1 7 1 16,0 0 1-16,0 0 1 0,0 0 0 0,0 0 6 15,0 0-1-15,-4 26 1 0,4-16 0 0,0-2-1 16,-3 2-3-16,3-10 9 0,2 15-5 0,-2-8 0 16,1 0 1-16,2-1 1 0,-3-6-3 0,6 10 6 15,0-7-4-15,2-1 0 0,-2-1 0 0,-6-1 1 16,21-2 3-16,-11-1-5 0,0 0 3 0,3-1-2 16,-3-3-4-16,2 1 1 0,-5-3 2 0,1 2 1 15,-1-3-3-15,-1 1 4 0,0 1-3 0,-2-2-2 16,-3-1 2-16,2 1-6 0,-3-1 7 0,0 2-3 15,-1-1 3-15,1 10-2 0,2-13 0 0,-2 13 0 16,-1-10-5-16,1 10 3 0,0 0-4 0,-1-7 1 16,1 7-5-16,0 0 5 0,0 0 0 0,0 0 3 0,1 27 1 15,0-16 1-15,1 2 1 0,-1 1-5 0,1 1 6 16,0 2 0-16,0-1-4 0,1 1 5 16,-1-2 0-16,2 1 0 0,-1-1 1 0,-2-2 1 15,0-3-1-15,-1 0 0 0,0-1-5 0,0 1 1 16,1-4-3-16,-1-6-6 0,0 11 7 0,0-11-1 15,0 8 2-15,0-8-1 0,0 0-1 0,0 0 3 16,2 6-10-16,-2-6-5 0,0 0 0 0,0 0 2 16,0 0-6-16,25-12 5 0,-16 5-4 0,2-2 0 15,1 0-4-15,4-4 0 0,0 3 1 0,6-6-2 0,0 0 7 16,-2-2 0-16,1 1 3 0,0 0 0 16,-8 3 1-16,1 0 2 0,-2 2 0 0,-1-2 5 15,-3 4-1-15,-3 0 6 0,-1 0 6 0,1 1 6 16,-3 2 6-16,-2 0 2 0,0 7 1 0,0-10 2 0,0 10 1 15,-7-9-1-15,7 9 4 0,-10-1-1 0,10 1 5 16,-13 6-4-16,1 0 21 0,3 2-16 0,0 2 1 16,-1 4-5-16,2-3-4 0,2 0-5 0,0 3 12 15,-2 2-12-15,4-4-2 0,3-2-4 0,0 2-35 16,1 1-27-16,1-3-26 0,2 2-28 0,2-3-46 16,3-1-67-16,1-1-53 0,2 1-243 0,5-3-551 15,-3-2 245-15</inkml:trace>
  <inkml:trace contextRef="#ctx0" brushRef="#br0" timeOffset="-17032.59">18704 12868 43 0,'0'0'114'0,"-4"5"-63"15,4-5-86-15,0 0-38 0,-16 8 18 0</inkml:trace>
  <inkml:trace contextRef="#ctx0" brushRef="#br0" timeOffset="-16880.16">18502 13098 61 0,'21'-6'71'0,"9"0"-78"0,-2-1-15 0,4-3-22 15,2 0 10-15</inkml:trace>
  <inkml:trace contextRef="#ctx0" brushRef="#br0" timeOffset="-8342.82">18042 13826 160 0,'0'-10'223'0,"0"10"0"16,1-8-3-16,-1 8-9 0,2-10-16 0,-2 10-8 15,0 0-14-15,0-9-14 0,0 9-16 0,0 0-13 16,0 0-17-16,0 0-12 0,0 0-11 0,0 0-5 16,0 0-1-16,0 0-7 0,-16 24-2 15,10-9 1-15,-3 9 5 0,-1 1-7 0,-2-1-9 0,2 2-5 16,2 0-5-16,-3 0-4 0,1-3-3 16,3-4-6-16,-2 6-5 0,0-3-3 0,3-4-4 0,-1-2-2 15,4 2-2-15,-2-3 0 0,1-2-2 0,0-3-7 16,1 1-2-16,1-4 2 0,1 0-4 0,1-7 4 15,-3 12-2-15,2-6 1 0,1-6 2 0,-3 4 12 16,3-4 10-16,0 0-6 0,0 0-3 16,0 0-1-16,0 0-1 0,0 0-4 0,10-30-7 0,-3 13 0 15,0 0 6-15,-2-8-11 0,4 1 5 0,-2-2-2 16,2-3-7-16,0 1-4 0,-2 0-2 0,2-3 0 16,-1 2 2-16,2-6-3 0,-2 3 2 0,3 1-5 15,0 0-1-15,-1 1 3 0,1 5 2 0,0-1-5 16,-5 13 11-16,1 0-9 0,-1 3 3 0,-2 1-6 15,-2 3-2-15,2 1 0 0,-4 5-3 0,6-7 0 16,-6 7 4-16,12 2 0 0,-12-2-4 0,17 9 2 16,-8 0 1-16,2 7 4 0,-1 1-1 0,3 7 4 15,0 2 9-15,-2 0 5 0,1-1 3 0,-5 1 6 16,1 0 1-16,1-1-1 0,0-3 2 16,-1-2-8-16,-3-2 8 0,3-2-2 0,-5 4-1 0,6-4-3 15,-4 1-2-15,2-3-3 0,-1 3 0 0,-1-2 1 16,0-5-2-16,-1 1-26 0,-1-3-15 0,1 1-17 15,-3-2-24-15,-1-7-17 0,2 10-18 0,-2-10-11 16,2 8-15-16,-2-8-26 0,1 8-16 16,-1-8-59-16,0 0-43 0,0 0-194 0,0 0-504 0,-15-3 222 15</inkml:trace>
  <inkml:trace contextRef="#ctx0" brushRef="#br0" timeOffset="-8182.74">18014 13948 73 0,'-7'-2'212'0,"2"-1"-16"0,5 3-16 0,-10-3-4 0,10 3-8 16,0 0-6-16,0 0-7 0,0 0-11 0,0 0-16 16,28-10-14-16,-7 6-9 0,9 0-14 0,4-1-25 15,3 0-33-15,13 1-59 0,-12-2-57 0,17-2-56 16,-15 5-154-16,12-2-317 0,-15 0 141 0</inkml:trace>
  <inkml:trace contextRef="#ctx0" brushRef="#br0" timeOffset="-7616.55">19312 13659 153 0,'0'0'227'16,"0"0"-7"-16,-7-12-13 0,7 12-8 0,-9 0-10 15,9 0-11-15,0 0-7 0,-22 7-16 0,13-4-10 16,-1 2-8-16,0 1-7 0,-4 5-10 0,3-4-17 16,4 1-9-16,-2 1-6 0,1-1-14 0,3 2-5 15,2 1-6-15,2 1-6 0,2 0-4 0,3 3-5 16,3-4-6-16,2 4-2 0,1-1-5 0,3 1-3 15,2-2-6-15,-2-2 1 0,3 1 0 0,0-2-4 16,-1 0-6-16,0-1 2 0,-1 2-3 0,-3-1-2 16,-2-4-3-16,-1 2-2 0,-2-3 0 0,-1 1-1 15,-1 0 0-15,-3 0 7 0,-1-6 4 0,-4 13-2 0,-1-4 5 16,-4-1-1-16,-4 2-2 0,2-3 0 16,-6 2 1-16,-7 1-3 0,5-1 1 0,0-5-7 15,0 2-14-15,-1-1-11 0,1-1-9 0,6-1-17 16,0 0-20-16,1-1-32 0,0 1-41 0,4-1-44 15,8-2-37-15,-8 1-39 0,8-1-153 0,0 0-439 0,0 0 195 16</inkml:trace>
  <inkml:trace contextRef="#ctx0" brushRef="#br0" timeOffset="-7412.71">19522 13855 163 0,'5'-3'262'0,"0"1"-6"0,-5 2-8 0,7-6-8 16,-7 6-14-16,7-5-18 0,-7 5-19 0,0 0-16 15,0 0-18-15,7-3-13 0,-7 3-10 0,0 0-9 16,0 0-8-16,4 13-10 0,-4-13-13 0,3 16-8 16,-1-8-9-16,-2 4-6 0,1-1-7 0,0 2-6 0,1 1-10 15,-1-1-31-15,0 3-23 0,-1-5-15 16,0 2-30-16,-1 3-34 0,0-4-64 0,1 1-52 16,0-3-53-16,-3 3-154 0,0-3-443 0,-2-1 197 15</inkml:trace>
  <inkml:trace contextRef="#ctx0" brushRef="#br0" timeOffset="-7259.54">19509 13634 72 0,'-2'-4'190'15,"2"4"-25"-15,0 0-32 0,0 0-26 0,0 0-51 16,0 0-44-16,0 0-55 0,0 0-73 0,0 0-124 15,7 32 55-15</inkml:trace>
  <inkml:trace contextRef="#ctx0" brushRef="#br0" timeOffset="-7033.01">19815 13611 222 0,'0'-6'237'0,"0"6"5"0,5-9-9 0,-5 9-20 16,1-6-25-16,-1 6-20 0,0 0-16 0,0 0-13 15,0 0 9-15,3 19 0 0,-1-3-6 0,-2 2-11 16,0 11-11-16,1 0-7 0,1-2-13 0,-4 2-6 16,2 5-9-16,0-4-10 0,-2-2-8 0,2 2-5 15,0-4-7-15,1 0-12 0,-1 0-30 0,1-8-21 16,-1-1-24-16,3 0-19 0,-3-4-44 0,4 2-60 16,-2-4-48-16,2-2-36 0,-1 0-163 0,-1-3-434 15,5-3 192-15</inkml:trace>
  <inkml:trace contextRef="#ctx0" brushRef="#br0" timeOffset="-6866.86">20018 13911 132 0,'0'0'246'0,"2"-10"-7"0,-2 10-18 0,0-8-16 0,0 8-21 16,0 0-16-16,0 0-6 0,0 0-8 16,0 0-10-16,0 0-15 0,0 0-13 0,0 0-9 15,-5 29-8-15,4-20-9 0,0 3-11 0,-1-1-10 16,0 2-33-16,1-1-22 0,-2 1-29 0,2-1-43 15,-2-1-55-15,2 1-55 0,0-2-206 0,0 0-404 0,-1-4 179 16</inkml:trace>
  <inkml:trace contextRef="#ctx0" brushRef="#br0" timeOffset="-6698.91">20071 13658 1871 0,'-3'-12'15'0,"-2"0"3"0,0 2-19 0,1 1 2 16,0 3-5-16,4 6 4 0,-7-7-4 0,7 7-12 16,0 0-6-16,0 0-18 0,0 0-40 0,0 0-32 15,-1 21-46-15,1-21-87 0,9 21-266 0,1-7 119 16</inkml:trace>
  <inkml:trace contextRef="#ctx0" brushRef="#br0" timeOffset="-6333.02">20432 13777 18 0,'0'0'262'0,"-5"-4"-13"15,5 4-15-15,-9-1-15 0,9 1-16 0,0 0-9 16,-23 8-8-16,15 1-3 0,0 0-10 0,-5 4-14 16,4-1-9-16,-2 1-9 0,4 3-14 0,0-2-11 15,1 2-16-15,2 0-7 0,3-1-9 0,2-3-8 16,0 0-7-16,3 1-7 0,-1-1-3 0,6 1-9 15,-2-3-20-15,1-1-18 0,4-2-22 0,-1 0-27 16,0 0-25-16,2-4-46 0,1 0-43 0,-1-2-52 16,1-2-39-16,-2 0-164 0,-2-1-441 0,1-3 195 15</inkml:trace>
  <inkml:trace contextRef="#ctx0" brushRef="#br0" timeOffset="-5779.18">20634 13801 153 0,'0'0'216'0,"0"0"-2"16,0 0 2-16,0 0-13 0,0 0-14 0,0 0-10 16,-13 25-7-16,8-15-6 0,0 1-13 0,1 5-7 15,-1-4-11-15,1 3-16 0,0 0-10 0,3 2-11 16,1-5-5-16,1 3-13 0,2-2-4 0,-1-2-12 16,2 0-4-16,0 0-4 0,3-2-6 15,1-2-5-15,1-1-3 0,0-3-2 0,4 1-9 0,-1-3-1 16,-1-1-2-16,2-3-6 0,-2 2 0 0,2-2-2 15,-4-2-5-15,1-1 2 0,-3 0-2 0,2-3-4 16,-7 1 3-16,2-1-5 0,-4-1 0 0,0 0-7 16,0-1-1-16,-3-1-2 0,2 2-4 0,-1-3-7 15,-2 2 1-15,0-1 0 0,1 1 1 0,2 1 0 16,1-1-3-16,1 4 0 0,-1-4 0 0,3 5-1 16,3 1-2-16,2-2-2 0,4 3 4 0,0 1 1 15,5-1 1-15,1 4 0 0,-2 2 1 0,2 3 0 16,-2 0 2-16,0 4 2 0,-3 0 5 0,1 1 3 15,-6 1 2-15,2 2 3 0,-2-2 4 0,-2 0 3 16,-1 0 3-16,-1 2 6 0,-3-5 5 0,-1 3 1 16,0-1 5-16,-1-3 7 0,-3 2 10 0,2-3 5 15,-2-1-3-15,-3-1 0 0,0 0-4 0,7-4-6 16,-12 3 2-16,6-3 0 0,6 0 2 0,-13-5-1 16,13 5 1-16,-6-11 3 0,3 5-12 0,3-3-5 15,0-1-5-15,4-2-7 0,0-4-8 0,3 1-4 16,0-2 9-16,6-6 5 0,3 3-25 0,-3 3-3 15,2 3 7-15,1 0-1 0,-5 3-3 0,-1 3-2 16,1 0 1-16,-1 3 1 0,-4 3-5 0,-6 2-1 16,18-3 7-16,-18 3-8 0,19 8 4 0,-7-2 2 15,0 4 0-15,-2 0 2 0,0 0-3 0,-1 5 2 16,-2 1 4-16,4-2-23 0,-6 1-29 0,2 0-27 16,-2-1-31-16,-1 4-34 0,1-2-55 0,1 2-61 15,-3-2-257-15,0 0-559 0,1-4 247 0</inkml:trace>
  <inkml:trace contextRef="#ctx0" brushRef="#br0" timeOffset="-5015.57">21874 13791 30 0,'-9'-7'302'0,"-3"0"-21"0,-1 3-11 0,2-1-11 16,-8 3-10-16,-1 2-7 0,0 2-20 0,0 5-16 15,-6 2-13-15,3 4-17 0,-1 3-9 0,2 1-19 16,5 0-9-16,1 4-9 0,4-4-22 0,0 6 2 16,4-7-20-16,4 3-11 0,1-3-6 0,3 1 0 15,3-2-18-15,1-1 1 0,2-2-6 0,4-4-5 16,2 3-3-16,3-4-1 0,-1-2-3 16,7-2-8-16,-2-1-1 0,1-2-1 0,3-5 1 0,-5-2-1 15,9-1-4-15,-9-3-14 0,-1 2 18 0,-2-5-4 16,-1 0-3-16,-4-2-4 0,2 0 1 0,1-7-3 15,-5-2-1-15,-1 1-2 0,-2-3 18 0,-2 3-13 16,-2-2-1-16,-1-3 6 0,-3 3-10 0,1-2-2 16,-2 2 12-16,0-1 9 0,-2 2 2 0,3 5 7 15,-1 1-15-15,0-2 8 0,2 4-11 0,1 5 17 16,-2 3 3-16,4 0-4 0,-1 9-9 0,-1-12-5 16,1 12-5-16,-1-10-3 0,1 10-11 0,0 0 3 15,0 0-1-15,0 0 3 0,-3 36-4 0,3-13 0 16,0 2 1-16,-1 2 5 0,1 2-14 0,-1-3 0 15,1 3 2-15,0-1 3 0,0 1 4 0,2-4-5 16,1-5 2-16,1-1-5 0,-1-2 4 0,0 2-1 16,1-4 5-16,0-3-3 0,3-1 3 0,0-2-3 15,0 1 2-15,1-3-1 0,-2-3-2 0,5 1 3 16,-1-3 1-16,-10-2 3 0,20-1-10 0,-8 0 1 16,2-4 4-16,1-2-1 0,0-1 1 0,-5 1-2 15,1-5 0-15,-3 3 1 0,-1-1-3 0,-2-2 1 16,1-3 3-16,-4 5-7 0,1-3 6 0,-2 1-3 15,-1 12 0-15,4-18 3 0,-4 18-2 0,-3-12 1 16,3 12-7-16,-1-13 3 0,1 13-6 0,0 0-8 16,0 0 6-16,0 0 4 0,0 0 0 0,0 0 13 15,0 0-3-15,0 0-4 0,-9 29-1 0,8-17 0 16,1 2 0-16,0 2 11 0,1 0-25 0,0-3 4 0,-1 1-33 16,4 1-35-16,-1-2-22 0,-1-1-32 15,5 1-21-15,-2-2-23 0,0-2-37 0,0 1-51 16,1-2-57-16,2-2-242 0,-2 2-611 0,0-5 271 15</inkml:trace>
  <inkml:trace contextRef="#ctx0" brushRef="#br0" timeOffset="-4862.2">22122 13543 137 0,'0'0'137'15,"0"0"-20"-15,0 0-29 0,0 0-52 0,0 0-59 0,0 0-59 16,-2 30-90-16,4-12 40 0</inkml:trace>
  <inkml:trace contextRef="#ctx0" brushRef="#br0" timeOffset="-4576.62">22261 13894 140 0,'-2'7'197'0,"2"-7"9"15,-1 16-1-15,2-7-19 0,1-1-17 0,0 2-4 16,1-1-12-16,2 0-5 0,1-3-8 0,2 2-2 16,-2-5-6-16,5 2-5 0,-1-2-3 0,3 0-4 15,6-2-8-15,-4-2-7 0,-1 1 0 0,3-4-1 0,-4 0-6 16,1-1 1-16,-3-3-9 0,1 1 12 16,-5-3-12-16,1 1-2 0,-3-4-4 0,-2 2-13 15,-2 0 11-15,-1-7-19 0,-8 4-6 0,3-2-10 16,-1 5-3-16,-4-4-4 0,-1 3-6 0,4 3 0 15,-6 0-8-15,3 3-20 0,-1 1-8 0,0 2-23 16,-1 4-22-16,0 1-21 0,0 2-20 0,1 0-28 16,-2 3-43-16,1 2-50 0,5 0-46 0,0 1-239 15,0-1-535-15,4 0 236 0</inkml:trace>
  <inkml:trace contextRef="#ctx0" brushRef="#br0" timeOffset="-3950.7">22732 13822 158 0,'0'0'288'16,"0"0"-9"-16,-7-9-9 0,7 9-13 0,-11-5-7 15,11 5-13-15,-14-1-10 0,14 1-11 0,-16 6-5 16,6-3-15-16,1 4 2 0,0 0-37 0,0 3-1 16,-2 3-24-16,5-1-11 0,-4 2-9 0,5-5-14 15,2 1-15-15,1 3-3 0,-1-2-10 16,4-1 5-16,2 1-18 0,1-1-6 0,0-1-5 0,3-3-2 15,1 1-9-15,0-3 6 0,3-1 0 0,1-3-32 16,-1 0-1-16,3 0 7 0,-1-5-1 0,1 1 14 16,-4-3-16-16,-1-1 4 0,4-2-4 0,-5-1-2 15,1-3 0-15,-4 0-1 0,2-5 0 0,-3 1-1 16,-1-2-1-16,1-6-3 0,-3 1-3 0,-4 0 1 0,3-1 14 16,2-1-2-16,-1 2 0 0,-2 0-2 15,1-1 5-15,-3 1 0 0,0-2 2 0,5 8 0 16,-1-7 0-16,-2 10 3 0,1-1 5 0,-2 5 7 15,4 2 4-15,-4 4-10 0,2 6-2 0,0-12-7 16,0 12-5-16,0-8-8 0,0 8-17 0,0 0 23 16,0 0-3-16,0 0 0 0,6 33 4 0,-5-16 0 15,1 9 4-15,1 1 0 0,-3-1 1 0,1 0 7 0,1 1-4 16,0-1 0-16,1-2 0 0,0 3-10 16,-1-1 7-16,0-3 3 0,2-5-5 0,-1 0-6 15,-1-1-1-15,5-2 3 0,-2-5-3 0,4 1-3 16,0-1 3-16,0-3-5 0,3 0 1 0,1-2 2 15,6-2-5-15,1-3-6 0,0 0-4 0,7-3-5 16,0-3-5-16,-1-2-9 0,-6-1-1 0,6-4-10 16,1 1-5-16,-3-5 3 0,-3 1-4 0,1-1 10 0,-4-3-10 15,-8 6 9-15,0-2-5 0,-2 0 8 0,-6 0 1 16,0 4 5-16,-5 1-3 0,-1 1 17 16,-1 0-1-16,-3 4 7 0,-4 2 5 0,-1 1 7 15,-4 4 0-15,-3 4 2 0,-1 2 0 0,-4 3 1 16,2 6 3-16,1 0-7 0,2 1 1 0,8-3-3 15,3 2 4-15,0-1-8 0,7-2-27 0,2 3-27 16,5 1-24-16,2-2-38 0,5-2-34 0,11 3-32 0,2-3-45 16,6-4-59-16,5-3-61 0,0-2-249 15,2 0-643-15,2-1 285 0</inkml:trace>
  <inkml:trace contextRef="#ctx0" brushRef="#br0" timeOffset="-2466.82">23884 13905 45 0,'0'0'219'0,"0"0"-8"15,0 0-6-15,0 0-15 0,0 0-13 0,0 0-8 16,0 0-16-16,0 0-12 0,0 0-10 0,-5-10-16 15,5 10-1-15,0 0-14 0,0 0-7 0,14-16 2 16,-7 8-12-16,-1 3-4 0,4-3-6 0,-4 0-4 16,3-2-5-16,0 1 0 0,2-3-6 0,-1 1-1 15,1-3-7-15,-5 4-2 0,1-1-6 16,2-5 0-16,-3 6-5 0,2-6-5 0,-2 6 2 0,-2-2-3 16,0 1-4-16,-3-1 31 0,2 3 3 0,-1 0-2 15,-2 3-3-15,2-2 3 0,-2 8-2 0,1-10-6 16,-1 10-6-16,1-7-6 0,-1 7-8 0,0 0-3 15,0 0-7-15,0 0 3 0,0 0-1 0,0 0-1 16,0 0-4-16,-14 25 1 0,11-15-2 0,2 0 0 16,0 2-4-16,-2-2 1 0,5 1-3 0,-1 0 2 15,1-1-2-15,4 1 5 0,0-1-7 0,3-1-1 16,1-2-1-16,2 1 2 0,5 0 1 0,-1-6-2 16,4-1 1-16,1-1-5 0,-2-3 1 0,3-1 0 15,-3-5-2-15,-1 2 2 0,6-4-2 0,-10 0-1 16,1 1 6-16,-6 3-1 0,4-5-2 0,-4-1 0 15,-3 5 1-15,0-5-2 0,-5 2 3 0,3 0-3 16,-3-1-3-16,-2 3 5 0,1-2-2 0,0 4-4 16,0 7 5-16,0-12-2 0,0 12 7 0,1-11-2 15,-1 11-8-15,0 0 5 0,-3-7-9 0,3 7 3 16,0 0-3-16,0 0-1 0,-9 22 5 0,7-11 2 16,-3 6 2-16,1 0-1 0,0 2-3 0,-1 0 5 15,1 8-3-15,0-1 3 0,3-6 0 0,-5 7 0 16,2-3-14-16,0-5-10 0,1-2-15 0,-2-2-19 15,3 1-20-15,-3 0-23 0,2-6-26 0,-1 1-52 16,0-1-49-16,2-3-49 0,-2-4-220 0,-2 0-532 16,6-3 236-16</inkml:trace>
  <inkml:trace contextRef="#ctx0" brushRef="#br0" timeOffset="-2322.03">24073 13518 171 0,'4'-4'182'0,"-4"4"-26"0,11 2-46 15,-11-2-57-15,22 5-61 0,-5 0-103 0,1-1-120 16,8 1 53-16</inkml:trace>
  <inkml:trace contextRef="#ctx0" brushRef="#br0" timeOffset="-2062.54">24744 13475 129 0,'0'0'279'0,"6"-4"-22"0,-6 4-21 0,0 0-24 0,0 0-20 16,0 0-8-16,0 0 2 0,5 10 5 16,-3 1 2-16,2 4-7 0,-4 1-12 0,2 2-7 15,-2 0-9-15,-2 6-9 0,2-5-1 16,0 6-11-16,-3 1-7 0,-1 0-5 0,3-2-18 0,1 3-10 0,-1-2 1 15,-3-5-14-15,1-1-10 0,6 1-6 16,-6-3-15-16,-1 1-2 0,4-5-27 0,0-3-34 16,-1 0-30-16,0-1-32 0,2-2-20 0,-1-7-17 15,-1 11-29-15,1-11-36 0,-3 8-33 0,3-8-48 16,0 0-244-16,-5 4-540 0,5-4 238 0</inkml:trace>
  <inkml:trace contextRef="#ctx0" brushRef="#br0" timeOffset="-1738.66">24658 13711 51 0,'-1'-10'183'0,"1"10"-11"16,5-9 0-16,0 6-4 0,4-1-1 0,5 1-11 15,2 0-13-15,3-3-12 0,-1 4-13 16,4 2-8-16,-1 0-9 0,1 1-9 0,-2 2-4 16,-1 1-9-16,-2-1 0 0,2 4-1 0,-7-2 1 15,0 0-2-15,1 3 1 0,-5-2-4 0,1-1-1 16,-3 0-6-16,-1 2-2 0,1-3 1 0,0 1-8 0,-2 0-6 15,-1-2 0-15,-3-3-7 0,7 6 2 16,-7-6 5-16,6 4 21 0,-6-4 4 0,7 2 3 16,-7-2 0-16,0 0 0 0,18-6-3 0,-13 2-1 15,0-1 3-15,1 0-18 0,-1 0 4 0,-1-2-2 0,1-2-1 16,0 2-7-16,-1-3-14 0,0 4 8 16,-4-3-3-16,3 2-6 0,-2-4-6 0,-1 11-1 15,-1-15-5-15,1 9-10 0,0 6-19 0,-7-13-13 0,2 5-22 16,1 3-28-16,-5 1-30 0,-2 1-30 0,-1 2-34 15,-5 1-58-15,1 2-52 0,-3 4-269 16,2-2-580-16,1 2 258 0</inkml:trace>
  <inkml:trace contextRef="#ctx0" brushRef="#br0" timeOffset="-933.12">25778 13526 2034 0,'4'-26'-2'16,"-1"8"53"-16,-1-1 1 0,0 3 33 0,-2 6 20 15,0 1-19-15,0 2-5 0,0 7-6 0,0-13-20 16,0 13-8-16,0-7-5 0,0 7-3 0,0 0 7 16,0 0 9-16,0 0 2 0,2 27-5 0,-2-10 18 15,1 4-4-15,1 5-5 0,-2 0-5 0,0-7 0 16,-2 7-9-16,1-7-4 0,1 0 3 0,0-1-5 16,0-1-2-16,-2-4-7 0,4 0-1 0,-4-3-2 15,2 0 3-15,2-5-7 0,-2-5 4 16,0 11 10-16,0-11 9 0,0 9 6 0,0-9 13 0,0 0 12 15,-2 10 7-15,2-10-9 0,0 0-6 0,0 0-14 16,0 0-10-16,0 0-13 0,0 0-12 0,0 0-16 16,0 0-10-16,7-38-11 0,2 25-11 0,2 1-1 15,3 1-2-15,1-3-4 0,2 3 0 0,2 4 6 16,2 1 1-16,-3 3 1 0,0 3 0 0,0 0 0 16,-5 3 0-16,-1 1 4 0,-3 2 3 0,-1 2 1 15,-1 1 3-15,0 2 2 0,-5 1-1 0,-2 1-3 16,-2-2 2-16,-5 5-4 0,-2 0-2 0,-2-1 1 15,-3-4 2-15,-1 3-6 0,-10 1 1 0,5-4 2 16,-2 2 2-16,3-5 0 0,1-4 10 0,5 1-2 16,2-3 0-16,2 0 6 0,2-2-8 0,7 0-5 15,-9-6-1-15,9 6-1 0,0-10 2 0,0 10 3 16,9-13-1-16,-3 4 0 0,4 2-1 0,1 0 6 16,-2 2-2-16,9-2 3 0,-5 1-2 0,5 1 3 15,0-1 1-15,2-1 0 0,-1 2-1 0,0 0 1 16,0 0 4-16,-1 0 0 0,0 0-1 0,4 1 0 15,-5-1 2-15,0 0 3 0,-2 0-2 0,-1-2-1 16,3 0 3-16,0 1 2 0,-7-2 1 16,4 4 7-16,-5-3 5 0,2-1 5 0,-1 0-3 0,-2-1-3 15,-1 1 0-15,-2-1 7 0,2 0 6 0,-3-1 3 16,-1 0-3-16,1 1 4 0,-4 2-6 0,0 7 6 16,0-14 8-16,-2 6 7 0,2 8-10 0,-5-10-4 15,3 5-4-15,2 5-5 0,-10-5 3 0,10 5-2 16,-13 0 3-16,5 5 2 0,-2 1 4 0,-3 5-5 15,2 1 3-15,-3 0-7 0,3 0-11 0,-1 2-4 16,4 1 11-16,1 0-11 0,1 1 12 0,4-2-20 16,2-4-32-16,1 2-15 0,2 2-33 0,3-1-29 15,1-2-39-15,4 1-55 0,3-2-66 0,4-1-70 16,-3-4-175-16,6-1-554 0,-1-2 245 0</inkml:trace>
  <inkml:trace contextRef="#ctx0" brushRef="#br0" timeOffset="333.68">26753 13471 116 0,'2'-7'295'16,"-1"2"-19"-16,-1 5-30 0,4-5-14 0,-4 5 2 16,0 0-14-16,0 0-9 0,0 0-5 0,-2 26-15 15,2-14-10-15,-3 4-17 0,1-3-17 0,2 2-13 16,0 1-9-16,-2 1-16 0,4-1-9 0,0-3-9 15,1-2-10-15,1 1-9 0,2-2-6 0,-1 0-7 16,3-2 0-16,0 1-3 0,1-5-5 0,3 2-6 16,1-5 3-16,0 2-6 0,1-4-7 0,-1-1 10 15,-1 1-15-15,-1-4-5 0,0 0-3 0,3-2 0 16,-4 0-3-16,4-3 4 0,-7 1-2 0,2-1 2 16,-1 0-6-16,0-5-6 0,-4 4 3 0,3-4-3 15,-1 0 9-15,-2-1-9 0,-3 4 5 0,3-4-1 16,1 4 5-16,-2 1 8 0,-2 0 0 0,0 2-12 15,3 1 1-15,-4 8 1 0,2-11-7 0,-2 11 0 16,0-7-9-16,0 7 2 0,0 0 4 0,0 0-2 16,0 0 6-16,0 0 12 0,-2 30 3 0,0-19-4 15,0 2 8-15,0 2 1 0,-3-3-3 0,2 1 0 16,3 4 10-16,0-6-24 0,3 0 8 0,-3-1-4 0,2 0 0 16,-2-10 3-16,5 16-5 0,1-9 0 15,0-1-1-15,-6-6 1 0,19 7-4 0,-8-6-2 16,5-2-4-16,-1-2-1 0,4-1-3 0,-2-2 5 15,6-1-6-15,-5-2 2 0,0-1-7 0,-2-1 0 16,-1-2 3-16,-1 0-3 0,-1-2-4 0,-1-2-8 0,-3 0 7 16,-3-1-7-16,1-1 3 0,-1 1-3 15,0 1 8-15,-4 2 0 0,0 1 4 0,0 2-4 0,-4 4 0 16,2 8 0-16,0-17 3 0,0 17-4 16,-2-9 6-16,2 9-6 0,0 0-8 0,0 0-3 15,0 0 15-15,-14 18-8 0,11-7 4 0,-1 3 5 16,2 3-3-16,0 0 4 0,2 2-2 0,0 0-17 15,2 0 20-15,0-1-15 0,3 0 9 0,1 2 8 0,0-3-3 16,-4 0 0-16,4 0 6 0,1-4-4 16,-1 3 8-16,-2-5-6 0,2-2-9 0,-4-3-15 0,2-1-5 15,-4 3-2-15,0-8 4 0,-2 10 1 0,2-10 1 16,-10 7 2-16,0-4 3 0,5-1 1 0,5-2 6 16,-9 2-5-16,9-2 8 0,-9 1 3 15,9-1-12-15,0 0-12 0,0 0-5 0,-9-8 2 16,9 8-4-16,0 0 4 0,0 0-3 0,21-19-1 0,-12 12-10 15,5-3 14-15,3 1-10 0,6-6-3 0,3 1 8 16,-3 2 1-16,1-2 1 0,1-1 5 0,-2 3 3 16,-5 0 8-16,-1 0 1 0,-1 0-4 15,-2-2 14-15,-1 3-7 0,-3-1 10 0,-4 1 6 16,-2 1 8-16,1 1 8 0,-1-1 7 0,0 3-3 0,-4-3 6 16,0 10 7-16,-1-13 5 0,1 13-23 0,-7-8 24 15,5 5-2-15,2 3 2 0,-13-3 7 16,13 3 7-16,-17 3 3 0,7 0-4 0,0 4 3 15,1 0-8-15,-1 1-6 0,-3 5-2 0,5-4-17 0,-1 2 15 16,3-1-7-16,0 0-2 0,2 1-21 0,2-1-21 16,1 1-19-16,2-2-13 0,1 1-15 15,5-2-23-15,2 0-21 0,4-2-17 0,5-1-13 0,0 0-18 16,2-2-11-16,1-2-9 0,8-1-3 16,-2-1 2-16,2-2 22 0,0-1 10 0,-2-1 18 0,-5 2 13 15,-1-4 9-15,-5 1 22 0,0-1-2 0,-1-2 16 16,-3 2 22-16,-2-3 12 0,-5 1 26 0,4-1 28 15,-5 1 23-15,2 0 14 0,-5 0 3 16,-1 1 5-16,0 8 5 0,-4-13 6 0,4 13 10 16,-7-9 6-16,0 5 2 0,7 4 0 0,-15-3 6 0,5 5 0 15,0 1 7-15,-3 4-17 0,1 0-9 0,-2 3 3 16,-2 0-22-16,5 2 7 0,-1 0-6 0,1 1-4 16,3-3-7-16,2 0-19 0,3 2 8 15,0-3-12-15,3 1 2 0,0-1 0 0,3 0-8 16,3-3 7-16,1 0-11 0,2-2 2 0,3-1-8 0,1 0-3 15,0-3 2-15,5-2-1 0,1-2-4 0,-4 0 0 16,-1-2-2-16,3 0 5 0,-3-3-4 0,-5 2-4 16,2-9 2-16,1 3-4 0,-5-1-6 0,1-4 1 15,-4 0 6-15,0-1-2 0,-3-7-1 0,4 1 1 16,-5-2 2-16,0 0-4 0,0 1 1 0,0-2 1 16,0 1-2-16,0 0 7 0,-2 2-5 0,-1-1 9 15,3-1 8-15,3 12 10 0,-1-2 12 0,-2 5 7 16,0 1 5-16,0 11-1 0,2-12-6 0,-2 12-13 15,0 0-6-15,0 0-1 0,0 0 5 0,0 0-6 16,0 0-10-16,0 0 10 0,11 52 3 0,-15-27 10 16,4 1-5-16,2-1-4 0,0 3 2 0,-4 0 2 15,0-2-17-15,2 0-20 0,0 2-23 0,2-2-32 16,0-3-38-16,-2-2-37 0,-2-2-37 16,2 0-35-16,-2-1-70 0,2-1-80 0,-4-1-254 0,-1 0-659 15,0-3 292-15</inkml:trace>
  <inkml:trace contextRef="#ctx0" brushRef="#br0" timeOffset="1137.28">28754 13314 2171 0,'-6'-9'31'0,"3"-1"19"16,-1 1-14-16,2 2-16 0,-2 3 6 0,4 4 21 15,-10-4 10-15,10 4 10 0,-14 2 1 0,5 6 17 16,1 0 2-16,-3 6 0 0,0-2 0 0,2 3 2 16,2 1-6-16,2 3-8 0,2-2-1 0,0-1-13 15,3 1-7-15,2 0-6 0,2-2-1 0,3 0 2 16,-2-2 8-16,6-2 2 0,1 0 3 0,6-3-5 15,-1-1-5-15,1-1-4 0,0-3-1 16,2-2-6-16,0-2-5 0,2-2 1 0,-6-1-3 0,4 1-3 16,-5-3-1-16,-2 0-4 0,-1-1 0 0,-1-2 0 15,-3 1-6-15,1-1-1 0,-3-1-9 0,2-1 1 16,-3 0-2-16,-1-1 3 0,-2-5 1 0,0 6-17 16,0-2 12-16,1 1-2 0,-2 5-3 0,-1-4 9 0,1 6-8 15,-1 5-3-15,2-12 1 0,-2 12-6 0,0 0-4 16,3-4 5-16,-3 4-2 0,0 0 6 15,0 0-2-15,0 0-5 0,7 23 10 0,-5-16-3 16,1 2 6-16,-1 1-16 0,5 0 7 0,-1-1 8 16,3 0 2-16,0 1-1 0,5-2 4 0,1-1 4 15,2-2-5-15,2-2-3 0,0 0 0 0,2-1-1 16,-1-3-6-16,2 0-2 0,0-2-6 0,-4-1-1 16,2-2 3-16,-8 1 2 0,-1-2-1 0,-1 2 5 15,-2-3-4-15,0 1-5 0,-3-4 3 0,-3 0 0 16,0-2-17-16,-5 1-4 0,1-5 1 0,-5 2 2 0,-3-1-3 15,0 1-5-15,-1-1 8 0,1 2 2 16,-2-1 0-16,4 5 4 0,0 3 0 0,2-1-3 16,-1 1 5-16,4 3-1 0,3 4-2 0,-7-7 0 15,7 7-1-15,0 0 2 0,0 0-1 0,0 0-6 16,0 0 1-16,0 0-3 0,22 11 3 0,-11-8 3 16,7 1-7-16,4 0-1 0,6-2 1 0,-6 0 2 0,10-1 1 15,-11-2 8-15,-1-1-2 0,0 1 5 16,-7-1 2-16,0-1-1 0,-3-1 8 0,1 2 7 15,-4-1 3-15,-1-1 4 0,-6 4 12 0,9-6 10 0,-6 2 1 16,-3 4 4-16,7-6 6 0,-7 6 8 16,4-7 0-16,-4 7 0 0,0 0-5 0,5-6-7 15,-5 6-3-15,0 0-9 0,0 0 0 0,0 0 3 0,0 0 2 16,5 22-3-16,-3-11-3 0,-2 2-2 16,-3-2 1-16,4 6-9 0,-2 1 0 0,0 0-7 0,-2-1-17 15,2-1-29-15,-2 1-21 0,-1 1-29 0,2-3-22 16,1-2-38-16,-6-1-47 0,6-2-63 0,-1 0-67 15,-2-4-176-15,0 0-543 0,-1 0 240 16</inkml:trace>
  <inkml:trace contextRef="#ctx0" brushRef="#br0" timeOffset="1290.62">29392 13062 52 0,'-1'-13'203'0,"1"13"-24"0,0 0-13 0,0 0-46 0,0 0-50 16,0 0-50-16,0 0-56 0,13 5-93 0,-13-5-140 15,16 9 62-15</inkml:trace>
  <inkml:trace contextRef="#ctx0" brushRef="#br0" timeOffset="1534.38">29709 13048 15 0,'0'0'283'0,"0"0"-13"0,0 0-25 0,5-5-24 16,-5 5-19-16,0 0-4 0,0 0-4 0,7 19 6 15,-4-9-7-15,-2 5 10 0,2 2-8 0,-2 1-6 0,2 1-11 16,-2 2-24-16,0-2 0 0,2 7-16 0,-3-7-17 16,-5 0-3-16,6 0-10 0,-3 0-11 15,-2-1-4-15,0 0-16 0,0-3-7 0,1 0-6 16,-1-2-18-16,-1 0-27 0,0-3-29 0,3 1-30 15,-2-3-35-15,-2 2-27 0,3-4-28 0,-4 2-44 0,7-8-46 16,-8 9-53-16,5-5-231 0,3-4-545 0,0 0 241 16</inkml:trace>
  <inkml:trace contextRef="#ctx0" brushRef="#br0" timeOffset="1983.44">29702 13290 56 0,'7'-4'183'0,"-2"-3"-8"0,2 0-9 0,3 1-9 15,1-2-10-15,3 0-9 0,1 1-11 16,-3-1-2-16,6 0-6 0,-3-1 0 0,-1 2-4 16,-4-1 0-16,1 0 7 0,0 3-7 0,-2-4-5 0,-1 3 1 15,-1-5-1-15,2 4 1 0,-2 0 8 16,-2-3-5-16,-1 4-9 0,1-2-15 0,-3 2-5 16,2 0-2-16,0 0 1 0,-4 6-6 0,5-7-8 15,-5 7-11-15,5-6-8 0,-5 6-8 0,0 0-5 0,0 0-6 16,0 0 1-16,0 0-2 0,9 22-3 0,-8-9 1 15,2 2-1-15,1 1-6 0,-3 2 1 0,0 1-1 16,2 1-3-16,-3-2 2 0,0 0-2 16,1-1 1-16,-1-1-6 0,1-5 0 0,-1-1-3 15,2 0 5-15,-2-3 2 0,1-1-7 0,-1-6 10 16,1 10 19-16,-1-10 17 0,2 7 19 0,-2-7 7 0,0 0 5 16,0 0-17-16,3 6 3 0,-3-6-6 0,0 0-9 15,0 0-6-15,16-10-3 0,-9 6-6 0,2-3-5 16,3 0-11-16,-1 2 2 0,1-1-15 0,2 2 4 15,-5 0 2-15,-3 1-4 0,-1 2-6 0,-5 1-2 16,14-5 1-16,-14 5-7 0,9 6 1 0,-3-3-16 16,-3 2 23-16,2 4-11 0,-2-3 11 15,1 3 0-15,-2 1 3 0,0-1-2 0,-1-1 5 0,-1 2-10 16,1-1 6-16,-2 0-11 0,1-9-36 16,1 14-45-16,-1-8-37 0,1 1-41 0,-1-7-20 0,3 12-34 15,-2-9-60-15,-1-3-54 0,7 6-269 0,0-5-642 16,-7-1 285-16</inkml:trace>
  <inkml:trace contextRef="#ctx0" brushRef="#br0" timeOffset="2102.2">30288 13322 110 0,'0'0'75'0,"0"0"-66"0,0 0-42 0,0 0-35 16,0 0 16-16</inkml:trace>
  <inkml:trace contextRef="#ctx0" brushRef="#br0" timeOffset="3383.27">18626 14576 57 0,'0'0'237'0,"0"0"-22"15,0 0-20-15,-4-7-21 0,4 7-11 16,0 0-21-16,0 0-12 0,0 0 7 0,0 0 12 15,0 0-11-15,-7 21-13 0,5-9-11 0,4 7-7 16,-5-1 25-16,2 9-8 0,-3-2-5 0,5 1-3 0,2 0-1 16,-3-1-12-16,1 0-9 0,0 0-5 0,1-4-9 15,-1 6-2-15,1-7-10 0,0 3-2 16,-1-3-10-16,3-1-7 0,-6-1-4 0,2 1-5 16,0-2-1-16,2-1-5 0,-1 0-4 0,-2-3 7 0,1-3-13 15,-3-1-16-15,2 1-21 0,1-1-28 0,0-9-21 16,0 12-18-16,0-12-12 0,-3 8-18 15,3-8-37-15,0 0-56 0,0 0-36 0,0 0-202 0,0 0-477 16,0 0 211-16</inkml:trace>
  <inkml:trace contextRef="#ctx0" brushRef="#br0" timeOffset="3767.01">18644 14526 7 0,'6'-11'195'0,"3"3"-11"15,0-2-8-15,7-1-9 0,-1 4-1 0,3 0-3 16,0 4-3-16,1 0-18 0,0 6-16 0,-2 1-10 16,-3 0-12-16,0 5-11 0,-4 5-6 0,3 1 2 15,-6 1-10-15,0 3-4 0,-4 0-8 0,-2 6-4 16,-2-4-5-16,-3 4-7 0,-5 0-4 16,1-1-3-16,-1-8-25 0,1 2 0 0,-2-2 0 0,-3-2-4 15,3-1 2-15,-3-3 1 0,-2 0-1 0,5-3-6 16,-2-2 5-16,2-1-2 0,0-1 5 15,-2-3 7-15,5 2 11 0,7-2-1 0,-14-2 2 16,6 1-3-16,8 1-3 0,-10-3-1 0,10 3-1 16,-8-5-4-16,8 5 2 0,0 0-9 0,0 0-4 15,0 0-4-15,0 0-1 0,0 0 1 0,0 0-1 0,0 0-2 16,0 0 3-16,32 6-5 0,-22 3 2 0,0-3 0 16,1 2 3-16,-2 2-4 0,6 0 4 15,-2 4-6-15,-3-3-1 0,1 4 1 0,0-2 0 16,3-2-15-16,-3 1-20 0,0 2-27 0,-5-4-18 15,1 0-38-15,1-2-36 0,0 2-33 0,-2-1-49 0,2-2-149 16,-2-3-412-16,1 0 182 0</inkml:trace>
  <inkml:trace contextRef="#ctx0" brushRef="#br0" timeOffset="4023.43">19118 14855 216 0,'0'0'268'0,"0"0"-12"0,0 0-19 16,0 0-29-16,0 0-18 0,1-7-17 0,-1 7-12 15,0 0-9-15,9-3-7 0,-9 3-10 0,12-1-10 16,-1 0-6-16,0-1-12 0,1 1-5 0,1-2-7 16,-1 2-4-16,2-1-18 0,0 1 8 0,0 1-17 0,0-3-6 15,0 2-9-15,0-3-15 0,0 2-24 16,-2 1-26-16,-3 0-22 0,-3 1-25 0,-6 0-18 15,14 0-36-15,-14 0-24 0,9 1-12 0,-9-1-20 16,0 0-7-16,0 0-8 0,0 0-6 0,0 0-108 16,0 0-325-16,0 0 145 0</inkml:trace>
  <inkml:trace contextRef="#ctx0" brushRef="#br0" timeOffset="4250.33">19309 14825 749 0,'-16'0'-32'0,"10"0"-2"0,6 0 26 16,-16-1 11-16,8 1 23 0,8 0 22 16,-13-1 27-16,13 1 16 0,-13-1 20 0,13 1 8 15,-10 0 8-15,10 0-4 0,-8-1 0 0,8 1-6 16,0 0-12-16,0 0-9 0,-11 0-15 0,11 0 0 15,-8 8 6-15,4 0 4 0,-1 2 11 0,-1 5 15 0,-1 3 7 16,1 0 0-16,-4 5-8 0,4-4-10 16,0 7-6-16,1-7-3 0,0 0 0 0,1-1-7 15,2 0-6-15,-1 0-6 0,2 0 5 0,-1 0-18 16,0-3-9-16,1-1 3 0,-1-3-10 0,1 2-7 16,1-2-1-16,0-2-2 0,0 0-2 0,0-9-3 15,1 12-33-15,-1-6-22 0,0-6-28 0,0 8-26 16,0-8-22-16,2 7-21 0,-2-7-27 0,0 0-44 15,0 0-61-15,0 0-246 0,0 0-538 0,0 0 238 16</inkml:trace>
  <inkml:trace contextRef="#ctx0" brushRef="#br0" timeOffset="4434.55">19167 15070 225 0,'0'0'260'15,"16"-6"-8"-15,-5 2-7 0,1 1-17 0,1-1-19 16,5-2-23-16,1 3-18 0,7-5-18 0,-5 6-14 16,0-2-22-16,1 0-35 0,6 0-32 0,-7 0-39 15,0 2-52-15,-1-1-63 0,8-3-44 0,-7 2-47 16,-6 2-104-16,4-4-326 0,-3 3 145 0</inkml:trace>
  <inkml:trace contextRef="#ctx0" brushRef="#br0" timeOffset="4598.25">19678 14955 113 0,'0'0'262'0,"5"-4"-10"16,-5 4-10-16,0 0-11 0,0 0-21 0,0 0-13 15,9-1-12-15,-9 1-19 0,14-1-13 0,-5 1-19 16,1 0-13-16,0 0-24 0,1 1-30 0,1 0-33 16,-3 2-32-16,2-2-50 0,-11-1-58 0,15 2-47 15,-9 0-38-15,1 1-137 0,-7-3-356 0,2 7 158 16</inkml:trace>
  <inkml:trace contextRef="#ctx0" brushRef="#br0" timeOffset="4748.81">19710 15070 64 0,'-5'2'208'0,"5"-2"-1"0,-12 7-5 0,10-3-2 16,2-4-6-16,-7 3-16 0,7-3-13 0,0 0-9 16,-5 5-10-16,5-5 6 0,0 0-3 15,0 0-8-15,13 8-8 0,-13-8-24 0,18 0-24 16,-5 2-32-16,-1-4-39 0,1 0-48 0,1 0-61 0,4-3-79 15,0 1-202-15,-3 0-407 0,3-3 180 0</inkml:trace>
  <inkml:trace contextRef="#ctx0" brushRef="#br0" timeOffset="6149.76">20502 14640 115 0,'0'0'193'0,"9"-4"-16"16,-2 2-4-16,0 1-8 0,3-4-17 16,3 4-2-16,-3 2-6 0,2-1-15 0,-2 3-4 15,2 0-11-15,-2 2-8 0,0 0-7 0,0 4-11 16,-1-3-6-16,-2 3-9 0,-2 0-2 0,-3 3-5 15,0-1 6-15,-4 1 0 0,1 4-6 0,-3 0-5 16,-2-2 1-16,-2 0 1 0,-1 3-3 0,-2-4-1 16,-2 1-8-16,-1-4 2 0,2 1-10 0,1-3 2 15,1 0 1-15,2-2 1 0,3-1 2 0,-3-2-7 16,4 0 5-16,4-3-8 0,-6 6-1 0,6-6-5 16,-6 3 2-16,6-3-1 0,0 0-3 0,0 0-6 15,0 0 1-15,0 0-3 0,0 0-1 0,25-12-5 16,-15 11 1-16,2-1-5 0,-2 1 2 0,2 2-3 15,0 1-2-15,-1-2-1 0,0 2 1 0,1 3-6 16,-2 1 2-16,-1-2 0 0,1 2 5 0,-2 1-4 16,-2 2-4-16,1-2 2 0,-4 1 9 0,1-2-10 15,-1 3 3-15,-3-4 5 0,0-5 3 0,-3 15 4 16,-2-9-1-16,-1 2 4 0,-2 0 0 0,-1 0 2 16,-2-1-4-16,-1 0 4 0,-1-1-9 0,3 0 0 15,-2-4-2-15,0 3 2 0,0-1-3 0,4-1-2 16,1-2 5-16,-1 0-21 0,8-1-10 0,-11 3-20 15,11-3-25-15,-9 0-28 0,9 0-32 0,-9 1-46 16,9-1-47-16,0 0-50 0,0 0-166 0,-4-10-470 16,4 10 208-16</inkml:trace>
  <inkml:trace contextRef="#ctx0" brushRef="#br0" timeOffset="6466.84">20980 14712 140 0,'4'-5'275'0,"-3"0"-12"0,-1 5-8 16,5-6-22-16,-5 6-17 0,0 0-8 0,0 0-29 16,0 0-15-16,0 0-11 0,0 0-6 0,0 0-12 15,-20 15-9-15,17-8-14 0,-1 3-10 0,3 1-8 16,0 0-13-16,1 1-4 0,0 1-9 0,2 3-8 16,1-5-5-16,1 5-4 0,0-4-5 0,2 3-3 15,-1-3-4-15,3-1-5 0,1 1-6 0,-1-2 0 16,-2 1 0-16,4-3-3 0,-2 1-3 0,-2-1-2 15,1 1-5-15,-1-4 2 0,-2 2-3 0,0-3-1 16,-4-4-1-16,6 8-5 0,-5-5 9 0,-1-3 11 16,2 8-1-16,-2-8-2 0,0 0-3 0,-11 12 0 15,6-9-3-15,-6 2-6 0,2-3-16 0,-1 0-13 16,-3-1-18-16,1 1-30 0,0-2-25 0,-1-2-20 16,0 1-29-16,0-1-37 0,3-1-46 0,-3-1-37 15,0-2-181-15,-1-3-474 0,-1 0 209 0</inkml:trace>
  <inkml:trace contextRef="#ctx0" brushRef="#br0" timeOffset="6616.98">20976 14666 73 0,'17'-9'172'16,"-2"2"-3"-16,6-2 1 0,-3 4-18 0,3-1-10 16,-2 0-18-16,2 0-13 0,8 3-4 0,-2 3-15 15,-5 0-28-15,-2-2-41 0,-2 2-62 0,1 4-55 16,-7 1-117-16,1-2-230 0,-4 2 102 0</inkml:trace>
  <inkml:trace contextRef="#ctx0" brushRef="#br0" timeOffset="7085.16">21353 14930 186 0,'7'8'236'0,"-7"-8"-11"0,7 6-11 15,-1-3-8-15,0-1-12 0,2 0-9 0,3 1-10 16,-1-2-7-16,4 1-12 0,-1-2-5 0,0-2-11 16,0 0 1-16,1-1-16 0,-2 1-6 0,0 1-4 15,-3-3-8-15,1 1 6 0,-5 0-15 0,2 0-5 16,-2-4-14-16,-2 1 0 0,-3 6 0 0,3-16-6 16,-4 6-6-16,0 0-10 0,-3-2-1 15,1 1-5-15,-1-1-4 0,1-3-6 0,-1 1-11 16,1 1-1-16,2 1 6 0,0 1 0 0,-1 1-1 0,4-1-5 15,-1 1 0-15,3 0-6 0,1 1 0 0,1 2-4 16,3-1 1-16,3 0-8 0,2 1-5 0,4 1 8 16,0 3-4-16,-1 1-5 0,4 2 1 0,-4 1 0 15,0 0-2-15,-1 2-1 0,0 2 3 0,-4 2-9 16,1 0 11-16,-2 0-10 0,-3 2 20 16,1 2-1-16,-3 2 2 0,-3-1 8 0,1 4 1 0,-4-3 7 15,-2 3-1-15,0-2 2 0,-1 2 6 0,-1 0-2 16,-2-5 0-16,2 2-2 0,0-3-6 0,-1 0 2 15,1 1-7-15,2-4-1 0,-1 4-6 0,1-5-2 16,2-6-3-16,0 11 6 0,0-11-5 0,2 9-1 16,2-6-2-16,2 0-2 0,3-3-1 0,4 0-6 15,0 0 0-15,6-2-19 0,-1-1-22 0,2-1-26 16,1-3-43-16,-2 1-35 0,-1-1-31 0,-4 1-51 16,-1 2-65-16,-4-2-50 0,-1 3-240 0,-8 3-626 15,10-7 277-15</inkml:trace>
  <inkml:trace contextRef="#ctx0" brushRef="#br0" timeOffset="7466.08">22529 15036 57 0,'0'0'263'0,"0"0"-17"15,0 0-16-15,0 0-19 0,0 0-16 0,0 0-19 16,-19 24-19-16,10-14-14 0,-4 4-31 0,0-1-27 16,-2 2-32-16,2 1-45 0,-1-4-89 15,3 2-62-15,-2-3-143 0,2 3-309 0,2-8 137 0</inkml:trace>
  <inkml:trace contextRef="#ctx0" brushRef="#br0" timeOffset="8884.25">22915 14633 19 0,'0'0'206'0,"0"0"-6"0,0-9-4 0,0 9-7 16,0 0-8-16,0 0-7 0,0 0-15 0,0-9-11 15,0 9-15-15,0 0-17 0,0 0-8 0,0 0-12 16,0 0-10-16,0 0-9 0,0 0-9 0,0 0-5 15,0 0-9-15,0 0-4 0,0 0-5 0,0 0-5 16,0 0-2-16,5-6 2 0,-5 6 2 0,0 0-2 16,0 0-4-16,0 0-2 0,0 0 2 0,0 0 2 15,0 0 1-15,0 0 3 0,0 0-6 0,0 0 5 16,0 0 0-16,0 0-2 0,0 0 1 0,0 0-3 16,0 0 1-16,0 0-6 0,0 0 3 0,0 0-7 15,0 0 5-15,0 0 7 0,0 0-4 0,0 0-3 16,0 0 2-16,0 0 1 0,0 0-2 0,0 0 0 15,0 0-4-15,0 0 5 0,0 0-5 0,0 0-4 16,0 0 4-16,0 0-10 0,0 0 3 0,0 0 5 16,8 14-6-16,-8-14-7 0,0 0 6 0,0 0-6 15,0 0 1-15,0 0-9 0,0 0 4 0,0 0-2 16,0 0 4-16,0 0-6 0,0 0-3 0,0 0-2 16,0 0-3-16,0 0 4 0,0 0 1 0,0 0-5 0,0 0 2 15,0 0 1-15,0 0-3 0,4 7 7 16,-4-7-9-16,6 7 13 0,-1-4-1 0,0 4-9 15,-1-1 26-15,4 2 3 0,-3 0-4 0,1 2-5 16,1 0-3-16,0 3-7 0,4 3 8 0,-4-3-1 0,4 1-5 16,-3 0 1-16,0 0-8 0,-1-1 11 0,-2-4-9 15,2 1 0-15,0-1 0 0,0 0-1 16,-2-2-1-16,2 0 1 0,-3 0 2 0,1-2-3 16,-3 1-1-16,2 0-1 0,-4-6-1 0,5 8 0 15,-1-4-26-15,-4-4 5 0,5 6-4 0,-5-6 3 0,4 4 6 16,-4-4 2-16,0 0-1 0,4 5 3 15,-4-5 3-15,0 0 3 0,0 0 0 0,0 0 6 16,6 3 6-16,-6-3 4 0,0 0 10 0,0 0-8 16,0 0-5-16,7-15 0 0,-6 7 2 0,3-1-6 15,1-1-3-15,-2 0 2 0,2-5 2 0,0 3 1 0,1-5-4 16,-1 1-3-16,2-1 8 0,-2-2-5 0,5-4-2 16,1-1 1-16,-3 0-1 0,0 6 12 0,-1-6-13 15,0 6 6-15,1-1-7 0,-2 1 2 16,0 1-3-16,1-1-2 0,-2 2 3 0,0 0 4 15,-1 5 1-15,1 0 0 0,-1-2-3 0,-2 5-3 16,1-1 5-16,-1 1 1 0,0 3 6 0,0-2-12 16,-2 7 3-16,3-8-3 0,-3 8-7 0,2-7 7 15,-2 7-6-15,0 0 0 0,3-7 0 0,-3 7-5 0,0 0-7 16,0 0-9-16,0 0 5 0,0 0 1 16,0 0-16-16,0 0-13 0,0 0-14 0,0 0-13 15,0 0-13-15,13 16-13 0,-11-12-16 0,-2-4-30 0,4 10-31 16,0-4-29-16,-2 2-15 0,2-1-27 0,-1-1-147 15,1 2-433-15,-1 2 192 0</inkml:trace>
  <inkml:trace contextRef="#ctx0" brushRef="#br0" timeOffset="9918.03">23348 14786 67 0,'0'0'203'0,"0"0"-16"15,0 0-19-15,0 0-14 0,0 0-13 0,0 0-1 16,0 0-5-16,13-1-11 0,-13 1-10 16,0 0-5-16,17 11-1 0,-12-5-4 0,4 0-9 0,-3 4 0 15,2-2-10-15,0 2-6 0,-2 1-3 0,1 1-8 16,1-3-7-16,0 2 4 0,-2 3-9 0,1-4-9 16,-1 3 1-16,-1-4-6 0,0 1-3 15,1-1-6-15,-3-2-3 0,2 1-3 0,-2-3-4 16,-1 0 2-16,-2-5-1 0,3 8 12 0,-3-8 5 15,3 6 12-15,-3-6 8 0,2 5 16 0,-2-5 14 0,0 0 15 16,0 0 8-16,0 0-16 0,0 0-8 0,0 0-8 16,0 0-4-16,0 0 1 0,0 0-8 15,0 0-3-15,-5-24-12 0,5 24-6 0,0-16-8 16,0 5-7-16,1 0 2 0,2 1 4 0,1-7-18 16,-2 6-5-16,0-1-3 0,1-3 1 0,1-1-7 0,1 4 0 15,2 1-3-15,-5 0-1 0,3 2-11 0,1 0-10 16,-1 2-7-16,1 0-14 0,-2 3-16 15,2 1-18-15,-2-1-24 0,-4 4-11 0,9-5-19 16,-9 5-18-16,0 0-32 0,14 5-28 0,-14-5-33 16,5 8-32-16,-5-1-186 0,0-7-491 0,1 15 216 15</inkml:trace>
  <inkml:trace contextRef="#ctx0" brushRef="#br0" timeOffset="10154.49">23478 14953 202 0,'0'0'238'0,"0"0"-7"0,-2 7-3 0,2-7-8 0,0 0-12 15,3 13-7-15,-3-7-6 0,0 4-8 16,0-10-21-16,1 13-7 0,-1-3-2 0,0-1-5 16,0 2-13-16,0-2-6 0,-1 1-17 0,1-1-7 15,0 3-6-15,0-2-13 0,0-2-8 0,-1 1-8 16,2 0 0-16,-1-1-11 0,1-1-12 0,-1 1-25 0,1-1-27 15,-1-7-29-15,3 12-31 0,-3-12-26 16,2 9-27-16,0-5-40 0,-2-4-56 0,0 0-50 16,3 7-189-16,-3-7-484 0,0 0 215 0</inkml:trace>
  <inkml:trace contextRef="#ctx0" brushRef="#br0" timeOffset="10334.41">23926 14840 78 0,'6'-4'225'15,"0"1"-19"-15,0-1-22 0,1 1-23 0,-7 3-13 16,15-4-16-16,-9 4-42 0,-6 0-45 0,14-1-59 16,-8 0-56-16,-6 1-128 0,9 2-214 0,-9-2 95 15</inkml:trace>
  <inkml:trace contextRef="#ctx0" brushRef="#br0" timeOffset="10488.71">23920 14920 16 0,'0'0'209'0,"0"0"-7"0,0 0-12 0,0 0-9 16,0 0-14-16,0 0-15 0,0 0-16 0,15 2-21 15,-4-3-33-15,0 2-37 0,-1-2-45 0,5-2-54 16,1-2-58-16,-2 3-110 0,4-4-240 0,-2 0 107 15</inkml:trace>
  <inkml:trace contextRef="#ctx0" brushRef="#br0" timeOffset="10867.88">24367 14702 131 0,'0'0'260'0,"0"0"-7"15,-1-10 0-15,1 10-20 0,0 0-15 0,-7-7-7 16,7 7-14-16,0 0-14 0,0 0 1 0,0 0-8 15,-20 13 2-15,15-6-5 0,-2 3-12 0,1 0-8 16,-4 4-4-16,3-1-8 0,1 3-20 0,1 1-7 16,0-3-7-16,2 2-11 0,-3-1-7 0,3-2-7 15,3-2-14-15,2 1-4 0,0 1-6 0,3-6-4 16,-1 5-8-16,5-5 5 0,-1 0-1 0,4-1-5 16,-1-2-6-16,1-3-1 0,2 2-2 0,-1-3-6 15,7-1 0-15,-3-3-3 0,0 1-4 0,1-6 1 16,0 2-9-16,-2-1 16 0,-3-1-14 0,5-4 0 15,-8 3-3-15,3-1 0 0,-5 1 1 0,-1-2-2 16,-2-1-4-16,-1-2-1 0,0 0 0 0,-4 1-1 16,-2-3-7-16,0 2 2 0,-2 0 4 0,1-1-1 15,-4 5-5-15,2 0-6 0,-4 1-5 0,3 2-8 16,-1 1-21-16,1 1-8 0,-3 3-19 0,-1 0-21 16,1 3-14-16,9 0-28 0,-21 2-19 0,11 0-16 15,-1 5-35-15,2-1-37 0,0 0-42 0,2 2-252 16,-1-2-576-16,4 2 255 0</inkml:trace>
  <inkml:trace contextRef="#ctx0" brushRef="#br0" timeOffset="11022.54">24727 14718 256 0,'0'0'267'0,"8"2"4"0,-8-2-4 15,0 0-15-15,0 0-24 0,0 0-24 0,9 0-18 16,-9 0-31-16,0 0-40 0,0 0-43 0,0 0-42 15,0 0-47-15,0 0-59 0,0 0-67 0,0 0-52 16,0 0-117-16,0 0-338 0,0 0 149 16</inkml:trace>
  <inkml:trace contextRef="#ctx0" brushRef="#br0" timeOffset="11366.77">25075 14502 138 0,'2'-5'279'0,"-2"5"-2"0,2-11-5 15,-2 11-9-15,1-7-9 0,-1 7-21 0,0 0-19 16,0 0-14-16,0 0-2 0,0 0-2 0,0 0-8 16,-28 29-6-16,16-13-11 0,-2 4-16 0,2 4-8 15,3-6-8-15,-5 4-8 0,1 3-7 0,5-8-3 16,-4 8-19-16,2-8-12 0,5 2-2 0,-1-2-8 16,3 2 0-16,1-4-17 0,-1 0-5 15,3-2-5-15,3-1-4 0,1-2-7 0,-1-1-1 0,5-1-4 16,0-1-5-16,2 0-4 0,0-5 6 0,3 2-9 15,2-4-2-15,-2-2 0 0,1 0-2 0,0 1-5 16,0-2-2-16,-2-2-2 0,-2 0 3 0,1 0-1 16,-4 0-3-16,-1-1 0 0,0-1-9 0,-3 1 13 15,-3-2-1-15,3-1-11 0,-3 9 0 0,-6-16-3 16,0 8-6-16,0 0-8 0,-3 3-7 16,-2-3-6-16,-1 5 4 0,-3 0-20 0,3 2-18 0,-8-1-18 15,2 2-24-15,0 3-31 0,-3 0-35 0,2 4-22 16,1-1-47-16,6-2-61 0,1 3-297 15,2-2-645-15,3 1 286 0</inkml:trace>
  <inkml:trace contextRef="#ctx0" brushRef="#br0" timeOffset="11828.19">25347 14475 143 0,'2'-6'307'0,"-2"6"-3"0,5-9-14 0,-5 9-13 16,0 0-26-16,0 0-24 0,6-6-18 15,-6 6-17-15,0 0 3 0,0 0-9 0,0 0-2 16,12 18-13-16,-10-6-10 0,2-2-2 0,1 3-16 16,1 2-8-16,2 2-3 0,-6 1-1 0,5-2-23 0,-3 1-4 15,1 1-6-15,0-2-18 0,1-1-5 0,-2 0-8 16,1-3-5-16,-1-1-5 0,3 2-9 0,-3-4-3 15,2 3-3-15,0-5-3 0,0 2-6 16,-2-2-3-16,1-2-2 0,-3 0-3 0,2 0 1 16,-4-5-9-16,6 8 6 0,-4-4 2 0,-2-4 0 0,4 5 3 15,-4-5 20-15,0 0 0 0,0 0-6 0,0 0-3 16,0 0 2-16,18-14 3 0,-13 6 1 16,-2-1 0-16,3-1-3 0,-2 0-4 0,3-5-6 15,-1 1 2-15,2-3-6 0,-1 1-4 0,3-3-2 0,2-4-2 16,-4 6-4-16,2-6 0 0,-2 6 0 0,0 0 3 15,0 3-2-15,-1 0 0 0,-1 4 7 0,-1-1-6 16,0 2 1-16,-1 1-5 0,-1 3-1 0,-1-1-3 16,-2 6-3-16,4-6-6 0,-4 6-26 0,4-7-25 15,-4 7-42-15,0 0-42 0,2-7-39 0,-2 7-38 16,0 0-24-16,0 0-27 0,0 0-39 0,0 0-57 16,0 0-282-16,0 0-694 0,0 0 307 15</inkml:trace>
  <inkml:trace contextRef="#ctx0" brushRef="#br0" timeOffset="12009.06">25826 14465 192 0,'0'0'282'0,"0"0"-16"0,0 0-15 16,0-13-25-16,0 13-23 0,0 0-21 0,0 0-19 15,0 0-28-15,0 0-28 0,0 0-28 16,0 0-35-16,0 0-40 0,0 0-53 0,0 0-46 0,0 0-54 15,0 0-159-15,0 0-331 0,0 0 146 0</inkml:trace>
  <inkml:trace contextRef="#ctx0" brushRef="#br0" timeOffset="14921.39">19378 15797 113 0,'-7'-5'208'0,"7"5"-14"15,-13-4-20-15,13 4-1 0,-14 0-9 0,5 0-7 16,-2 4-8-16,-1-1-9 0,-3 4-10 0,-3 3-4 15,2 0 22-15,2 0-7 0,-3 3-12 0,3 2-4 16,0 1-2-16,2 1-7 0,2-2-14 0,0 2-9 16,2 1-5-16,2-2-7 0,1 1-10 0,3 0-7 15,1-1-4-15,2-1-7 0,1-4-4 0,3-1-2 16,-1 3-5-16,1-5-1 0,2-1-8 0,2-1 1 16,0-2-7-16,-2-3-1 0,5-1 3 0,0-1 2 15,1 1-6-15,0-6 6 0,-1 2-3 0,4-3-3 16,-6 0 3-16,1-1 0 0,1 0 0 0,-4-1 4 15,2-1-6-15,-7-2-16 0,3 3 14 16,1-5-1-16,-1 2 0 0,-3 1 4 0,2-1-10 0,-2-1 4 16,1 1-3-16,-3 1-2 0,0-1-1 0,-1 1 2 15,2 1 4-15,-2 2 7 0,0 8-7 0,1-11 8 16,0 5-3-16,-1 6-9 0,0 0-8 0,1-10 4 16,-1 10-5-16,0 0-3 0,0 0 8 0,0 0-8 15,0 0-7-15,3 22 8 0,-3-10-5 16,0 0 0-16,1 4 5 0,-1-1 0 0,2 1-6 0,-2 0-1 15,1 2 3-15,3-2 0 0,-3-3 12 0,4 5-29 16,-1-3-36-16,0 0-24 0,-3-3-23 0,2 2-35 16,-1-4-28-16,1 2-56 0,1-3-44 15,-2-3-266-15,-2-6-572 0,1 10 254 0</inkml:trace>
  <inkml:trace contextRef="#ctx0" brushRef="#br0" timeOffset="15284.64">19562 15926 40 0,'0'0'216'0,"4"-8"-8"0,-4 8 8 0,0 0-1 15,0 0-10-15,11 11-10 0,-9-5-10 0,-2-6-10 16,3 16-12-16,0-5-16 0,-2-1-11 0,1 1-10 16,1-2-11-16,-2 2-11 0,1-3-7 0,1 2-5 15,-1-4-14-15,-1 0-7 0,-1-6-6 16,4 7 6-16,-4-7 8 0,2 8 16 0,-2-8 19 0,0 0 11 15,0 0 1-15,0 0-26 0,0 0 8 16,0 0-10-16,0 0-12 0,0 0 2 0,0 0-16 16,0 0-18-16,0-33-9 0,5 24-8 0,1-3-9 0,-1-2 0 15,1-1-8-15,3 0-4 0,0 0-9 16,1 1-4-16,2-1 2 0,-6 7 2 0,2 0-4 16,1 1-4-16,-3 3-4 0,0 1 4 0,1 0 1 15,-7 3-5-15,14 3 4 0,-6 0 0 0,-1 3-1 16,0 2-23-16,-1 1-5 0,0 2-11 0,-1 4-16 15,-1 0-29-15,-2-2-21 0,-1 3-21 0,-1-3-35 0,0 4-39 16,1-8-45-16,-1 2-49 0,1 2-182 0,1-4-517 16,0 1 228-16</inkml:trace>
  <inkml:trace contextRef="#ctx0" brushRef="#br0" timeOffset="15702.34">20091 15912 136 0,'-7'-12'283'0,"2"8"-4"16,0 1-4-16,5 3-8 0,-18-4-18 16,7 5-6-16,-1 2-16 0,1 0 1 0,0 1-23 15,-1 2-13-15,1 3-11 0,0 2-20 0,1-3-10 16,1 3-13-16,0 1-16 0,2-1-6 0,2 1-16 16,4-2-27-16,1 2 11 0,1-3-6 0,2 0-7 15,1-2-10-15,1 0-6 0,3 2-25 0,-2-8 12 0,7 2-9 16,-3 0-5-16,2-2 2 0,1-2 4 15,2-2-20-15,2-1 0 0,1 0-10 0,0-6 7 16,-5-1-5-16,0 1 3 0,-2-4-2 0,1 3-5 16,-7-2 0-16,4-3-1 0,-4 1-1 0,-1-3 3 15,0 0-8-15,-3-1 1 0,1-6 0 16,-2-2 2-16,0 2-1 0,-3-1-1 0,0 1 3 16,-1-2 5-16,3 2-13 0,-2 6 18 0,2 0 11 0,-1 4 2 15,2 1 1-15,0 4 3 0,-2 1-3 0,1 3 1 16,1 6-4-16,1-10-9 0,-1 10 8 0,0 0 13 15,0 0 7-15,0 0 5 0,3 25-5 0,-2-8-1 16,2 9 3-16,-1-8-7 0,3 6-1 0,0 2 0 16,-1 0-5-16,-1-6-6 0,3 3-21 0,-2-3-20 15,0 0-36-15,0 0-26 0,0-2-38 0,4 8-24 16,-4-8-30-16,-1 0-51 0,1-3-75 0,0 0-316 16,-1 1-665-16,-3 0 295 0</inkml:trace>
  <inkml:trace contextRef="#ctx0" brushRef="#br0" timeOffset="16165.99">21070 15747 37 0,'-2'-12'260'16,"0"2"-8"-16,1 0 4 0,-2 1-8 0,3 9-5 15,-3-12-9-15,1 6-19 0,2 6-18 0,0-9-22 16,0 9-24-16,0 0-13 0,0 0-14 0,0 0-11 16,0 0-9-16,0 0-8 0,1 25 2 0,2-9-11 15,-1 1-3-15,2 9 1 0,-1-8 1 0,1 6-8 16,-1-4-2-16,0 0-7 0,3 0-6 0,-2-1-3 16,0-3-9-16,1 2 1 0,-2-2-8 0,1 3 0 15,-2-7-10-15,3-2 0 0,-4 1-7 0,2 1-5 16,-1-1-15-16,0 0-13 0,-1-3-14 0,0-1-16 15,1-2-21-15,-2-5-23 0,3 10-16 0,-3-10-22 16,-2 9-26-16,2-9-41 0,-4 7-50 0,4-7-42 16,-8 4-172-16,8-4-485 0,-12-1 214 0</inkml:trace>
  <inkml:trace contextRef="#ctx0" brushRef="#br0" timeOffset="16539.48">21125 15588 137 0,'12'-16'211'0,"4"3"-7"15,-1 2-8-15,4 0-5 0,0 3-13 0,-2 1-16 16,0 3-14-16,-3 3-16 0,2 2-11 0,-3 3-12 16,4 5 2-16,-7-2-1 0,2 6-4 0,-2 2-1 15,-4-1-1-15,-2 4-5 0,-3 2-12 0,-3-4-5 16,-5 8-1-16,-3-6-13 0,-2 4-3 0,-2-2-7 15,-1-4-6-15,1-2-3 0,-3-2-5 0,2 0 3 16,1-3-10-16,-1 2 6 0,3-6-11 0,3 0-1 16,-1-2-7-16,2 0 3 0,5 0-5 0,3-3-1 15,-11 4 1-15,11-4-5 0,-7 1 3 0,7-1 3 16,0 0-3-16,0 0 4 0,0 0-9 0,0 0 1 16,-9 1-2-16,9-1 0 0,0 0-1 0,0 0-7 15,0 0 1-15,24 5 0 0,-18-3 0 0,6 1-1 16,-3 4 1-16,1 0-1 0,4 3 1 0,-1 0-2 15,-3 0 2-15,4 0-3 0,-1 3-9 16,0-2-26-16,-2-1-29 0,3 3-29 0,-1-2-41 16,-3 3-57-16,4-4-51 0,-6-1-233 0,-3 3-509 0,3-2 226 15</inkml:trace>
  <inkml:trace contextRef="#ctx0" brushRef="#br0" timeOffset="17033.85">21466 16207 175 0,'0'0'274'0,"0"0"-1"0,11-12-4 0,-3 7-12 0,0-2-11 15,2 3-3-15,0-4-18 0,-1 0-7 0,1 0-33 16,2 1 15-16,2-3-12 0,0-1-14 0,3 0-15 16,-5-2-5-16,4 0-2 0,-5 2-8 15,3-2-12-15,-2-2-5 0,-3 1-16 0,1-2-11 16,-4 1-4-16,-3 2-14 0,3-1-9 0,-3 2-3 0,-1-4 2 15,0 4-6-15,-2 2 2 0,0 1-4 16,-2 0-5-16,-1 0-5 0,-3 1-18 0,1 2 1 0,-1 2 7 16,-2 0-3-16,-2 0 1 0,4 4-8 15,6 0-4-15,-16-1-3 0,16 1 3 0,-14 1-5 16,9 0-7-16,5-1 3 0,-11 6-3 0,8-3-5 16,3-3-2-16,-6 9 1 0,6-9-4 0,0 0-1 0,9 11-14 15,-2-6 10-15,2-3-2 0,3 0-4 16,0-2 2-16,8 0-1 0,0 0-3 0,-1 0 3 15,-1 0-6-15,1-2 2 0,-6 1 2 0,1 1 1 16,-4 0 2-16,-3 0 0 0,-7 0-5 0,15 0-3 16,-10 3 1-16,0 0-3 0,-5-3 10 0,11 6 8 15,-6-2 10-15,-3 2-1 0,2 0 3 0,-3 3-3 0,3 0 1 16,-3 1 5-16,1-2-6 0,0 3 0 16,1-1-6-16,-2 1 5 0,-1-1 0 0,0 0 2 15,3 2-14-15,-2-1 5 0,-1 0 5 0,1-1 1 16,2 1-2-16,-2-2 0 0,3 1-9 0,-3-1-28 15,2 1-6-15,-1-2-34 0,1-1-43 0,-1-3-39 16,-2-4-34-16,4 11-26 0,-1-7-26 0,-3-4-42 0,2 6-47 16,-2-6-52-16,2 8-191 0,-2-8-613 15,0 0 271-15</inkml:trace>
  <inkml:trace contextRef="#ctx0" brushRef="#br0" timeOffset="17214.29">22095 15977 2086 0,'5'-5'150'0,"0"3"-72"16,-5 2-34-16,6-8-23 0,-6 8-6 0,5-6 12 16,-5 6 13-16,3-5 5 0,-3 5 5 0,6-2-5 15,-6 2 0-15,10-2-5 0,-2 0-6 0,3 2-3 16,-11 0-12-16,20 0-22 0,-10 0-24 0,-2 2-38 16,-8-2-57-16,11 2-42 0,-6-2-43 0,-5 0-157 15,7 2-394-15,-7-2 175 0</inkml:trace>
  <inkml:trace contextRef="#ctx0" brushRef="#br0" timeOffset="17367.48">22185 16015 90 0,'-3'7'216'0,"3"-7"5"15,0 0-8-15,-6 4-8 0,6-4-6 0,0 0-15 16,0 0-8-16,0 0-14 0,0 0-6 0,0 0-12 16,-1 7-3-16,1-7-13 0,0 0-8 15,0 0-21-15,19 0-28 0,-8-2-28 0,0 0-38 0,2 1-42 16,1-1-68-16,5-2-78 0,-2-3-192 0,1 1-406 15,-7 2 180-15</inkml:trace>
  <inkml:trace contextRef="#ctx0" brushRef="#br0" timeOffset="17983.28">22956 15750 96 0,'-5'-3'259'0,"5"3"-9"0,0 0-7 16,-10 9-7-16,7-2-12 0,-2 3-12 0,-3 3-9 15,1 4-14-15,-1 1-10 0,2-1-14 16,-5-2-11-16,4 1-4 0,-7 4-8 16,1-4-2-16,0-3-12 0,-1 0-7 0,1 0-5 0,-3-1 1 15,0 2-15-15,1-5-26 0,0-2 19 0,-2 1-15 0,4-3-1 16,0-2-7-16,-1-1 4 0,4-1-5 0,-1-2 4 16,2-3-12-16,1 2-7 0,8 2-2 15,-14-8 0-15,9 3-10 0,-2-3 1 0,4 1-6 16,1-5-7-16,5 2-11 0,-1-3-13 0,8-1-8 15,1-1-18-15,0 3 13 0,9-6-3 0,-4 4 2 0,1 2-3 16,0 2 10-16,0 1-5 0,0 0 5 0,2 5-7 16,-6 1 1-16,6 1-3 0,1 2 5 15,-3 2 4-15,1 4-9 0,-3 0 0 0,2 3 4 16,-3 0-5-16,1 4 1 0,-3-2 9 0,2 1 0 16,-3 2 1-16,0-4-3 0,3 3 6 0,-4-4-5 15,4 2 8-15,0-1 6 0,-4-4-1 0,3 2 11 0,-1-2 3 16,-1-2 10-16,2-1-1 0,1-1 1 15,0 0 7-15,-2-2-4 0,1 0 4 0,-1-3 2 16,-2 0-6-16,0 0-6 0,-1-1 2 0,0-1-3 16,-1-2-6-16,-4 0-1 0,-2-2-1 0,0-1-3 15,-2 0-4-15,-4-2 0 0,-1 2-4 0,-7-3-2 0,1 0-8 16,-6 3-3-16,2 2-14 0,-3 1-17 0,-1 3-25 16,-3 4-50-16,-11 0-55 0,3 7-50 0,-2 4-73 15,-2 1-416-15,-1-2-757 0,1 4 335 16</inkml:trace>
  <inkml:trace contextRef="#ctx0" brushRef="#br0" timeOffset="62361.4">18944 15119 2 0,'0'0'37'0,"0"0"-12"0,0 0-5 0,0 0-9 0,0 0-8 16,0 0-13-16,0 0-5 0,0 0-16 0,0 0 7 15</inkml:trace>
  <inkml:trace contextRef="#ctx0" brushRef="#br0" timeOffset="198265.7">19693 6950 42 0,'0'0'81'0,"0"0"-8"0,0 0-13 15,-1-9 1-15,1 9-26 0,0 0-29 0,0 0-35 16,0 0-27-16,0 0-58 0,0 0 25 0</inkml:trace>
  <inkml:trace contextRef="#ctx0" brushRef="#br0" timeOffset="199139.82">20190 9384 39 0,'0'0'49'16,"0"0"-4"-16,0 0-3 0,0 0-7 0,0 0-2 16,2-8 0-16,-2 8-5 0,0 0-7 0,0 0 6 15,0 0-10-15,0 0-1 0,0 0 0 0,0 0-5 16,-2-9 2-16,2 9-3 0,0 0-18 0,0 0 3 15,0 0-8-15,0 0-6 0,0 0-5 0,0 0-4 0,0 0-29 16,0 0-61-16,0 0 27 0</inkml:trace>
  <inkml:trace contextRef="#ctx0" brushRef="#br0" timeOffset="201440.25">21360 12762 26 0,'0'0'51'0,"-4"-13"-7"0,4 13-18 0,-4-9-16 16,0 2-14-16,2-2-22 0,-3-2-28 0,-1-4 13 16</inkml:trace>
  <inkml:trace contextRef="#ctx0" brushRef="#br0" timeOffset="-79498.88">26084 8814 54 0,'0'0'63'0,"0"0"-7"0,0 0-10 0,0 0-1 0,0 0-5 15,0 0-4-15,0 0-1 0,0 0-14 16,0 0-7-16,6-4-13 0,-6 4-11 0,0 0-26 15,0 0-26-15,0 0-65 0,0 0 30 0</inkml:trace>
  <inkml:trace contextRef="#ctx0" brushRef="#br0" timeOffset="-60862.31">30601 8906 140 0,'-2'-5'178'16,"2"5"-18"-16,-5-12-3 0,4 5-10 0,0-1 5 15,-4 1-9-15,5 7-10 0,-3-12-2 0,2 5-3 16,1 7-4-16,-3-11-15 0,3 11-6 0,-2-9-5 0,2 9-5 15,-3-10-11-15,3 10-2 0,-2-8-8 16,2 8 1-16,0 0-4 0,0 0-3 0,-2-7-8 16,2 7-3-16,0 0-9 0,-2-7-4 0,2 7-10 0,0 0-3 15,0 0-4-15,0 0-2 0,0 0-4 0,0 0 1 16,0 0-3-16,0 0-6 0,4 26 5 16,-3-17-4-16,-1 3-2 0,1 3 2 0,2 4 1 15,-3 0 0-15,-2 0-3 0,2 5 2 0,-1-5-3 0,1 5 1 16,1 1 0-16,1 1-1 0,-2-7 2 0,2 0-1 15,0 6 0-15,-2-6 0 0,1 7-2 0,0-9 1 16,-1 3-3-16,1-4 7 0,2 1-2 0,0-1 0 16,-2-1 1-16,-1-3 2 0,0 3-1 0,1-4 0 15,-1-1-1-15,1-1-1 0,1 1 0 0,-2-2 0 16,0-1-5-16,0-7 1 0,0 12-1 0,0-5 3 16,0-7-6-16,-2 11 1 0,2-11 2 0,0 11-7 15,-3-5-19-15,-1-1-21 0,-4 0-28 0,0 0-40 16,-3-1-43-16,1-1-57 0,-1 0-33 0,0-3-150 15,11 0-422-15,-13-3 186 0</inkml:trace>
  <inkml:trace contextRef="#ctx0" brushRef="#br0" timeOffset="-60345.18">30490 8765 132 0,'0'0'171'0,"-2"-8"-16"0,2 8-1 15,-2-7-6-15,2 7-11 0,0 0-12 0,0 0-12 16,0 0-12-16,0 0-5 0,0 0 0 0,10-3-4 16,-10 3-8-16,13 8-5 0,-3-2-3 0,3 6-5 15,3-3-6-15,0 4 3 0,7 2-7 0,0-3 9 16,-7-1-4-16,9 3-7 0,-1-1-6 0,0 1 0 0,0 2-3 15,2 0-7-15,1 0 2 0,1-2-2 16,0-1-7-16,0 1-5 0,0 1-1 0,2-5-6 16,-1 3 2-16,-1 0-3 0,-2-1-3 0,2-2-2 15,-6 3 2-15,-2-7-4 0,-2 2 1 0,0 0 0 16,1-2-3-16,-4 0 3 0,-2 1-4 0,-1-4 0 16,-2 1-5-16,0 2 3 0,-1-2-1 0,-3-1-4 15,1 0 4-15,0-1 1 0,-2 1-3 0,2-1-3 16,-7-2-2-16,8 8 2 0,-4-7 3 0,-4-1-7 15,6 4 3-15,-6-4-4 0,6 6 2 0,-6-6-1 16,5 2 1-16,-5-2-2 0,0 0-1 0,0 0 2 16,-1 10-1-16,1-10 0 0,-5 9-2 0,0-2 4 0,-4 1 5 15,0 1 0-15,-8 3 5 0,-6 5 2 16,-5 1 0-16,-1 0 0 0,-6 1-3 0,-13 5 2 16,4-1-1-16,-4 1-2 0,2 0 1 0,12-9 0 0,-2 0-4 15,2 2-2-15,1-1 2 0,1 1 2 0,4-2-2 16,-1 0-1-16,2-2-6 0,9-5-5 0,0 2-16 15,2-1-24-15,-1-2-28 0,6-1-39 16,2-1-42-16,1-1-50 0,8-4-213 0,-12 4-451 16,12-4 199-16</inkml:trace>
  <inkml:trace contextRef="#ctx0" brushRef="#br0" timeOffset="-59830.29">31177 8865 101 0,'-2'-10'192'0,"-1"5"-3"0,3 5-7 16,0 0-7-16,-4-7-11 0,4 7-10 0,0 0-9 0,-2-8-5 15,2 8-8-15,0 0-9 0,0 0-2 0,-4-6-12 16,4 6-6-16,0 0-13 0,0 0-10 16,0 0-10-16,0 0-9 0,0 0-8 0,0 0-5 15,0 0-6-15,0 0-1 0,0 0 0 0,-3 29-4 0,2-13 3 16,0 3-4-16,-2 2-5 0,2 4 0 15,1 4-2-15,-3 0-5 0,3 0-1 0,4-1-1 0,-4 1 3 16,1 0 4-16,-2 0 1 0,4-3 2 0,-5 1 0 16,4-7 7-16,0-2-2 0,1 8-2 15,-2-7-3-15,0-2-2 0,-1 2-4 0,3-3-2 0,-2 0-3 16,0 0 4-16,1 0-3 0,-1-5-4 0,2 2 1 16,-2-4-2-16,0 3 0 0,0-2-3 0,1 0 1 15,-1 1-5-15,1-3 7 0,-2-1-4 16,3 0-3-16,-2 1-4 0,1-2 2 0,-2-6 0 15,2 8-22-15,-2-8-9 0,0 9-17 0,0-9-19 0,1 7-25 16,-1-7-34-16,4 5-39 0,-4-5-39 0,0 0-34 16,13-3-191-16,-13 3-454 0,0 0 201 0</inkml:trace>
  <inkml:trace contextRef="#ctx0" brushRef="#br0" timeOffset="-59480">31306 9187 102 0,'-9'-3'206'0,"9"3"3"0,0 0-6 0,-6-3-11 16,6 3-12-16,0 0-13 0,0 0-11 0,-3-7-11 15,3 7-12-15,0 0-16 0,0 0-11 0,0 0-6 16,27 0-11-16,-5 0-9 0,7 3-2 0,12-3-12 15,-3 1-5-15,20-4-7 0,-3 5-5 0,-3-5-4 16,3 3-4-16,-4 0-7 0,-14-1-1 16,-1 2-5-16,-2-1 6 0,-1-1-4 0,-4 0 2 0,-8 0 2 15,0-1 2-15,-4 4-3 0,-4-2 2 0,-3-2-1 16,-1 4-4-16,-9-2-4 0,14-4-2 0,-8 4-1 16,-6 0-3-16,9 0 1 0,-9 0-9 0,0 0 1 15,10-2 0-15,-10 2-3 0,9 0 3 0,-9 0-13 16,4 6-17-16,-4-6-19 0,0 0-29 0,0 0-30 15,0 0-45-15,-11 14-45 0,3-12-55 0,-11 3-156 16,0 0-427-16,-9-3 190 0</inkml:trace>
  <inkml:trace contextRef="#ctx0" brushRef="#br0" timeOffset="-58911.83">29853 9226 150 0,'-9'-1'172'0,"0"-2"-3"0,-2 3-3 0,11 0-8 16,-17 0-7-16,9 0-2 0,8 0-6 0,-14-2-9 16,14 2-7-16,-10-1-9 0,10 1-11 0,-8 3-9 15,8-3-3-15,0 0-5 0,0 0 0 0,0 0-9 0,0 0-1 16,0 0 1-16,0 0-6 0,53-5-5 16,-17 1-7-16,16 1-7 0,4-1-4 0,6 1-6 15,0 0-3-15,0 0-5 0,-6-1-1 0,-1 0 0 16,-4 1 1-16,-16 3-4 0,-5-3 0 0,0 1-1 0,-10 2-6 15,-2 0-2-15,-5-3 0 0,-1 2-5 0,-1-2-4 16,-4 3 3-16,-7 0-5 0,13 0-5 0,-4 0 2 16,-9 0-5-16,8-1-4 0,-8 1-16 0,0 0-13 15,0 0-23-15,10-2-29 0,-10 2-33 0,0 0-33 16,0 0-33-16,0 0-37 0,9 0-181 0,-9 0-427 16,0 0 190-16</inkml:trace>
  <inkml:trace contextRef="#ctx0" brushRef="#br0" timeOffset="-58040.14">29659 8517 55 0,'0'0'174'0,"0"0"-12"16,0 0-4-16,0 0-15 0,-9-2-10 0,9 2-18 16,0 0-7-16,0 0-13 0,0 0-10 0,0 0-10 15,0 0-9-15,0 0-26 0,0 0-16 0,0 0-24 16,0 0-23-16,0 0-21 0,0 0-19 0,0 0-21 16,0 0-26-16,0 0-76 0,0 11-200 0,0-11 90 15</inkml:trace>
  <inkml:trace contextRef="#ctx0" brushRef="#br0" timeOffset="-57470.77">29505 8504 108 0,'0'0'159'0,"-7"-1"-16"0,7 1 3 15,0 0 5-15,0 0-4 0,0 0-13 0,-9 10-16 16,4-5 0-16,2 1-10 0,-1 1-7 16,1 3 3-16,-4-1-6 0,3 2-4 0,0-1-1 0,-2 0-12 15,1 0-7-15,0-1-6 0,2-3-6 0,-1 2-6 16,3 0-4-16,1-8 10 0,-5 11-9 0,5-11-1 16,-1 9-3-16,1-9-5 0,-5 8-3 15,5-8-3-15,-3 6 1 0,3-6 5 0,0 0 2 16,0 0 7-16,-2 7 6 0,2-7 0 0,0 0 5 0,0 0 2 15,0 0-2-15,0 0-7 0,0 0-1 16,0 0-10-16,0 0-2 0,0 0-4 0,0 0-1 16,0 0-7-16,1-26-2 0,3 16-6 0,1 1-3 15,0-3-4-15,0-4 3 0,1-1-6 0,2 2 0 0,1 0-4 16,0 0 1-16,0 0-2 0,0-1 0 0,-2 3-3 16,1 0 4-16,1 0-3 0,-5 4-5 0,2 0 1 15,-1 1 3-15,-1 1-3 0,-2 3 5 0,-2 4-6 16,5-7-2-16,-5 7-5 0,4-8 2 0,-4 8-1 15,0 0-2-15,2-5 0 0,-2 5 0 16,0 0-2-16,0 0 0 0,10 15 2 0,-7-6 3 0,1 4-1 16,0 3 1-16,-1 3-1 0,1-2 2 0,0 2 0 15,-1-3-1-15,2 1-1 0,-3-1 6 0,1-3-4 16,-1 2 5-16,1-1-2 0,0-3 3 0,-2 1 3 16,1 0-1-16,1-1 1 0,-2 1-5 0,-1-3 2 15,2 2 3-15,1-2 0 0,-3-1-1 0,3 0 1 16,-2-2-1-16,0 2-3 0,-1-8-6 0,-1 12-19 15,1-12-15-15,0 10-19 0,0-10-23 0,0 11-42 16,0-11-43-16,-1 5-39 0,1-5-41 0,0 0-198 16,0 0-480-16,0 0 213 0</inkml:trace>
  <inkml:trace contextRef="#ctx0" brushRef="#br0" timeOffset="-57291.14">29474 8586 26 0,'-8'-2'179'0,"8"2"4"16,-10-2-11-16,10 2-3 0,0 0-8 0,0 0-12 16,0 0-14-16,0 0-11 0,0 0-12 0,0 0-10 15,35-5-17-15,-5 2-32 0,0 0-28 0,5 2-37 16,3-2-56-16,13-3-51 0,-14 1-127 0,2-1-267 16,11-3 118-16</inkml:trace>
  <inkml:trace contextRef="#ctx0" brushRef="#br0" timeOffset="-56690.63">31996 8527 64 0,'2'-5'249'0,"-2"5"-16"0,0 0-6 16,0 0-9-16,-4-12-7 0,4 12-17 0,0 0-21 15,-9-6-14-15,0 5-13 0,9 1-13 0,-14 0-9 0,5 0-10 16,-5 3-5-16,3 1-3 0,-2 1-13 0,1 1-8 16,-1 1-6-16,3 0-7 0,0 0-7 15,2 1-9-15,1 0-2 0,0 1-8 0,2-2-3 0,4 1-4 16,-2 0 0-16,2-1-5 0,3 2-1 15,2 0-5-15,7 1-22 0,6 0-35 0,10 1-45 0,4-1-76 16,3-5-87-16,0 1-220 0,1-4-496 16,3-2 220-16</inkml:trace>
  <inkml:trace contextRef="#ctx0" brushRef="#br0" timeOffset="-52180.21">29629 9265 24 0,'0'0'89'15,"0"0"-9"-15,0 0-1 0,0 0-2 0,0 0-6 16,0 0-3-16,0 0-9 0,0 0-2 0,0 0-7 16,0 0-2-16,0 0-6 0,0 0-4 0,0 0-6 0,0 0 6 15,0 0-16-15,0 0 17 0,0 0-12 16,0 0-2-16,0 0-8 0,0 0 12 0,0 0 0 16,0 0-8-16,0 0 0 0,0 0 2 0,0 0 3 0,0 0-11 15,0 0 15-15,0 0-4 0,0 0-9 0,0 0 0 16,0 0-6-16,0 0-1 0,0 0 6 0,0 0-3 15,0 0-7-15,0 0 7 0,0 0-1 16,-24-4-5-16,24 4 1 0,-7-3 3 0,7 3 8 0,-8-2-2 16,8 2-8-16,-10-2-4 0,10 2 7 0,-9-3 0 15,9 3 0-15,-11 0 9 0,11 0-4 16,-7-1 5-16,7 1 1 0,0 0-2 0,-12-1-6 0,12 1-2 16,0 0-6-16,-6-3 2 0,6 3 5 0,0 0-1 15,0 0-7-15,0 0-1 0,0 0 5 0,0 0-1 16,0 0-8-16,0 0 6 0,0 0-7 0,0 0 10 15,-10 0-2-15,10 0 7 0,0 0 3 0,0 0-5 16,0 0 5-16,0 0 0 0,0 0 5 0,0 0-1 16,0 0-9-16,0 0 6 0,0 0-3 0,0 0-4 15,0 0 3-15,0 0-5 0,0 0 7 0,0 0-2 16,32 0 0-16,-23-1-8 0,0 2-3 0,3 0 7 16,0 2-2-16,6-3-4 0,0 1 0 0,-1 0 4 15,0-1-2-15,4-1-1 0,-2 2-3 0,-3 1 2 16,3 0-2-16,-1 0-2 0,3-2 2 0,-1 0 1 15,-2 0 1-15,3 2-3 0,-2-4 5 0,0 2-4 16,0-2 0-16,-6 1-3 0,5-2 3 0,-2 2 5 16,-3 0-3-16,0 0-4 0,0-2-3 0,-3 2 6 15,-1-2-2-15,-3 3 1 0,2-3 4 0,-8 3-3 0,10-2 6 16,-10 2 4-16,8-2 1 0,-8 2-4 0,0 0 2 16,10 0-1-16,-10 0 2 0,0 0-3 15,0 0 4-15,0 0-1 0,9 1-1 0,-9-1 4 16,0 0-3-16,0 0-3 0,0 0-5 0,0 0 3 0,0 0-4 15,0 0 4-15,0 0 0 0,0 0-4 0,0 0 3 16,0 0-5-16,-28-5 3 0,28 5-2 0,-14 0 0 16,5-2 1-16,0 4-2 0,9-2-1 15,-20-3 1-15,9 3 0 0,1 3-2 0,1-3-4 0,-2 2 7 16,0-2-3-16,0-1 0 0,-1 1 1 0,-2-1-1 16,4-1-3-16,-1 1 1 0,-1 0 2 0,1 2 1 15,-1-1-2-15,1-2 3 0,11 2-3 0,-17-1 5 16,7-1-5-16,10 2 1 0,-13 0 2 0,13 0-1 15,-10 0-3-15,10 0 1 0,-8-1-2 0,8 1 2 16,0 0-1-16,0 0-1 0,-11 0 1 0,11 0 2 16,0 0-4-16,0 0 3 0,0 0 3 0,0 0-5 15,0 0 4-15,0 0 1 0,29 0-2 0,-11 0 0 16,-2 3 1-16,4-3 1 0,-1 1-6 0,1-1 7 16,-1 0-6-16,-1 1 0 0,0-1 3 0,-4 0-2 15,0 0 1-15,-2 1-3 0,-2-1 2 0,0-1 1 16,-2 2 0-16,-8-1 4 0,13-1-4 0,-13 1 2 15,9 1-2-15,-9-1 0 0,7 1 0 0,-7-1 0 16,0 0 0-16,0 0 3 0,0 0-2 0,0 0-3 0,0 0-4 16,0 0-1-16,0 0-12 0,0 0-15 0,0 0-8 15,0 0-23-15,0 0-24 0,0 0-32 16,0 0-14-16,0 0-35 0,0 0-107 0,0 0-301 16,0 0 133-16</inkml:trace>
  <inkml:trace contextRef="#ctx0" brushRef="#br0" timeOffset="-51362.08">29894 9149 50 0,'0'0'202'0,"0"0"-5"0,0 0 2 0,0 0-8 0,2 6-12 16,-2-6-11-16,0 0-8 0,0 0-9 15,0 9-13-15,0-9-7 0,0 0-8 0,0 0-13 16,0 0-5-16,-5 10-9 0,5-10-5 0,0 0-6 0,0 0 0 15,-3 7-5-15,3-7-7 0,0 0-1 0,0 0-9 16,0 0 0-16,0 0-3 0,0 0-1 0,0 0-4 16,0 0-5-16,0 0 1 0,0 0-2 0,0 0 3 15,0 0-12-15,0 0-5 0,0 0-1 0,0 0-6 16,0 0-5-16,0 0-1 0,0 0-1 0,0 0 1 16,0 0-5-16,0 0 0 0,0 0-11 0,0 0-10 15,0 0-11-15,0 0-14 0,0 0-12 0,0 0-14 16,0 0-21-16,0 0-28 0,0 0-32 0,0 0-44 15,0 0-26-15,0 0-41 0,0 0-147 0,0 0-426 16,0 0 189-16</inkml:trace>
  <inkml:trace contextRef="#ctx0" brushRef="#br0" timeOffset="-8311.51">26762 12495 61 0,'0'0'220'0,"0"0"-16"0,0 0-20 15,0 0-6-15,0 0-1 0,0 0-2 16,0 0 2-16,0 0-9 0,0 0-8 0,11-11-10 16,-11 11-7-16,0 0-14 0,0 0-4 0,8-5-9 15,-8 5-6-15,0 0 0 0,0 0-5 0,4-4-8 0,-4 4-10 16,6-6-6-16,-6 6-4 0,0 0-10 15,5-9-3-15,-3 5-5 0,-2 4-2 0,4-10-5 0,-2 7-4 16,-2 3-8-16,6-10 0 0,-2 6-8 16,0-2-5-16,-2 0-2 0,1 0 1 0,-3 6 5 0,4-8-4 15,-2 1-4-15,-2 7 1 0,5-8-1 0,-5 8 2 16,4-7 3-16,-4 7 2 0,3-6-1 0,-3 6-7 16,0 0 17-16,0 0-18 0,4-6 5 15,-4 6 7-15,0 0-16 0,0 0-2 0,0 0-4 0,0 0 0 16,0 0 1-16,0 0 10 0,0 0-18 0,0 0 9 15,0 0 15-15,0 0-7 0,0 0 1 0,5 18 7 16,-3-11 1-16,0 0 6 0,-2 0-10 0,0-7-10 16,2 14 1-16,1-9 0 0,-3 1-3 0,4 1 1 15,-4-1 1-15,0-6-3 0,4 13-5 0,-2-9 2 16,2 2 12-16,-4-6-15 0,2 10 7 0,0-4-9 16,2-1 6-16,-4-5-5 0,5 8 0 0,-5-8-6 15,6 6 5-15,-6-6 4 0,5 5-4 0,-5-5 1 16,9 2-1-16,0-2 0 0,0 0 2 0,5-2 2 15,3-3-7-15,8-7 5 0,6-1-20 0,1-4-23 16,20-10-1-16,-1-4-26 0,3-1-11 0,2-1-14 16,20-15-20-16,-22 15-8 0,2 1-26 0,-3-4-21 15,1 4-28-15,-6 1-25 0,0 2-25 0,-6 0-18 16,-13 9-202-16,-1 1-497 0,-3 3 221 0</inkml:trace>
  <inkml:trace contextRef="#ctx0" brushRef="#br0" timeOffset="-7461.56">26641 12388 54 0,'0'0'147'0,"0"0"5"0,-2-10-4 0,2 10-6 15,0 0-5-15,0 0-10 0,0 0-4 0,0 0-2 16,0 0-8-16,2-9-12 0,-2 9-4 0,0 0-8 16,0 0-9-16,0 0-2 0,0 0-3 0,0 0-4 15,0 0-6-15,0 0-5 0,0 0-6 0,0 0-1 16,0 0-6-16,0 0-5 0,0 0-7 0,0 0-3 15,0 0 1-15,0 0-2 0,0 0 5 0,0 0 4 16,0 0 1-16,0 0-5 0,0 0 3 0,0 0 5 16,0 0-2-16,4 26-4 0,-4-18 2 0,2-1-4 15,-2-7-2-15,0 17-2 0,0-7 4 0,0 1-2 16,2 0 1-16,-1-1-4 0,1 3-4 0,0-4-4 16,1 1 0-16,-1 2 0 0,2 0 4 0,-1 0 3 15,-1-2-2-15,2 1-2 0,1 0-1 0,-1 0-5 16,-2-1 1-16,5-1-3 0,-4 1 1 0,1-1-2 15,3 1 2-15,-3-2-6 0,2 1 7 0,2-1-4 16,-4-2 8-16,5 1-8 0,-5 0 4 0,1-1 0 16,2-2-4-16,-3 1-3 0,1 0 3 0,-1 0-3 15,3-2 5-15,-3 1-2 0,-4-4-7 0,10 7-2 16,-6-6 3-16,-4-1 0 0,7 5 5 0,-7-5 4 0,10 1-1 16,-2-2-1-16,3 0 7 0,0-4-10 15,5 0-3-15,-1-4-2 0,6-2 9 0,6-3-14 16,0-1-11-16,4-3-7 0,-1-5-12 0,19-5-17 15,-2-6-22-15,3 2-18 0,26-12-23 0,-22 11-33 0,24-12-29 16,-3-3-31-16,-22 21-18 0,26-18-10 0,-25 15-167 16,-5 5-425-16,5 0 188 0</inkml:trace>
  <inkml:trace contextRef="#ctx0" brushRef="#br0" timeOffset="-6644">22383 13134 7 0,'4'-4'114'0,"-4"4"-6"0,7-2-8 16,-7 2-16-16,6-2-10 0,-6 2-17 0,11 0 7 16,-11 0-9-16,0 0-11 0,13 2-13 0,-6 0-20 15,0 0-12-15,0 0-15 0,2 1-27 0,0 1-73 16,0 1-123-16,0-2 54 0</inkml:trace>
  <inkml:trace contextRef="#ctx0" brushRef="#br0" timeOffset="127787.09">26465 8455 61 0,'0'0'56'16,"0"0"-36"-16,0 0-44 0,0 0-24 0,0 0 12 15</inkml:trace>
  <inkml:trace contextRef="#ctx0" brushRef="#br0" timeOffset="212771.98">27597 4228 12 0,'-6'-4'100'16,"6"4"4"-16,-6-3-8 0,6 3 6 0,0 0-3 15,0 0-8-15,-8-6-1 0,8 6-3 0,0 0-11 16,0 0-4-16,0 0-17 0,0 0 0 0,0 0-11 15,0 0-3-15,0 0-2 0,0 0-6 0,0 0 9 16,0 0-10-16,0 0 3 0,20 10 0 0,-15-5-1 16,2 1-9-16,2 1 6 0,-1 0-3 0,-3 2-3 15,4-2-6-15,-2 0 1 0,0 2 0 16,0-3 1-16,-1-1-6 0,2 0 1 0,-4-1-5 0,2 0 3 16,-2 0-1-16,-4-4 2 0,11 5-1 0,-11-5-2 15,12 1-6-15,-1-1 4 0,-2 0-5 0,-1-2-13 16,2-1-24-16,1-2-21 0,3 1-17 0,-3 1-17 15,7-4-12-15,-2-2-16 0,2 0-90 16,-2 1-223-16,2-2 99 0</inkml:trace>
  <inkml:trace contextRef="#ctx0" brushRef="#br0" timeOffset="213035.06">28350 3969 5 0,'-5'-6'116'0,"5"6"-15"15,0 0-13-15,0 0-7 0,8-10-5 0,-6 4-14 16,6 2-11-16,1-1-6 0,3 0 0 0,1 0-1 15,4 1-14-15,0 0-3 0,-3 1-16 0,-1 1-11 16,0-2-21-16,0 4-11 0,-1-1-20 0,-1 2-10 16,-3-1-41-16,-8 0-111 0,12 3 49 0</inkml:trace>
  <inkml:trace contextRef="#ctx0" brushRef="#br0" timeOffset="214641.13">28474 3930 8 0,'0'0'42'0,"0"0"-5"15,0 0-3-15,0 0-2 0,0 0 2 0,0 0-7 16,0 0 0-16,0 0-8 0,0 0-1 0,0 0-1 15,0 0 0-15,0 0-6 0,0 0 3 0,0 0-7 16,0 0 5-16,0 0 4 0,0 0-6 0,0 0-1 16,0 0-2-16,0 0-3 0,0 0 3 0,-7 7-6 15,7-7 1-15,0 0 2 0,0 0-4 0,0 0 9 16,0 0 2-16,-7 4 5 0,7-4 2 16,0 0-6-16,0 0 9 0,0 0-4 0,0 0 13 0,0 0-12 15,0 0 12-15,0 0-3 0,0 0 4 0,0 0-6 16,0 0 12-16,0 0-1 0,0 0 1 0,0 0 2 0,-6 2-15 15,6-2 6-15,0 0-1 0,0 0-1 16,0 0-1-16,0 0 2 0,0 0 0 0,0 0-4 16,0 0-1-16,0 0-13 0,0 0 5 0,0 0-6 15,0 0-2-15,0 0 8 0,0 0-7 0,0 0-10 16,0 0 10-16,0 0-5 0,0 0 1 0,0 0 0 16,0 0-1-16,0 0 4 0,0 0-6 0,0 0 10 15,0 0-9-15,0 0-2 0,0 0 4 0,0 0 8 16,0 0-6-16,0 0 0 0,0 0 11 0,0 0-7 15,0 0 10-15,0 0-1 0,0 0 0 0,0 0 4 16,0 0 1-16,0 0-4 0,0 0 0 0,0 0-1 16,0 0 6-16,0 0-7 0,0 0 8 0,0 0 4 15,0 0 1-15,0 0-4 0,0 0 3 0,0 0-3 16,0 0 2-16,0 0 3 0,0 0-8 0,0 0 5 16,0 0-7-16,0 0 2 0,0 0-2 0,0 0-3 15,0 0-3-15,0 0-3 0,0 0 0 0,0 0-2 16,0 0 0-16,0 0 2 0,0 0-4 0,0 0-1 15,0 0-1-15,0 0-1 0,0 0 0 0,0 0-2 16,0 0 2-16,0 0-5 0,0 0 0 0,0 0-2 16,0 0 4-16,0 0-3 0,0 0 3 0,0 0-1 15,0 0 0-15,0 0-4 0,0 0 4 0,0 0-2 16,0 0 1-16,0 0 1 0,0 0-5 0,0 0 9 16,0 0-1-16,0 0-8 0,0 0 3 0,0 0-2 15,0 0-1-15,0 0 1 0,0 0-2 0,0 0 0 16,0 0 3-16,0 0 1 0,0 0-2 0,0 0 4 15,0 0 0-15,0 0-3 0,0 0 4 0,0 0-5 16,0 0 3-16,0 0-6 0,0 0 1 0,0 0 2 16,0 0 1-16,0 0 0 0,0 0 1 0,0 0 1 15,0 0-2-15,0 0 3 0,0 0-1 0,0 0-2 16,0 0 0-16,0 0-2 0,0 0 5 0,0 0-6 16,0 0 3-16,0 0 3 0,0 0-4 0,0 0 4 15,0 0-6-15,0 0 5 0,0 0-1 0,0 0-4 16,0 0 3-16,0 0 0 0,0 0-1 0,0 0 9 15,0 0-10-15,0 0 3 0,0 0-3 0,0 0 1 16,0 0 3-16,0 0-5 0,0 0 1 0,0 0 3 16,0 0-1-16,0 0 0 0,0 0 3 0,0 0-3 15,0 0-2-15,0 0-1 0,0 0 1 0,0 0 1 0,0 0 0 16,0 0 1-16,0 0 1 0,0 0-2 16,0 0 2-16,0 0 5 0,0 0-5 0,0 0 3 15,0 0-2-15,0 0-5 0,0 0-3 0,0 0 4 16,0 0 1-16,0 0-3 0,0 0 4 0,0 0-4 15,0 0-2-15,0 0 9 0,0 0-3 0,0 0 0 16,0 0 0-16,0 0-2 0,0 0 0 0,0 0-2 0,0 0 6 16,0 0-6-16,0 0 3 0,0 0 1 0,0 0 1 15,0 0-5-15,0 0-3 0,0 0 4 16,0 0-6-16,0 0 2 0,0 0-3 0,0 0 0 16,0 0 1-16,0 0-9 0,0 0 12 0,0 0-5 15,4 14 3-15,-4-14 7 0,0 0-1 0,2 8-1 0,-2-8-2 16,0 0-3-16,3 8 6 0,-3-8 1 15,2 7 0-15,-2-7-5 0,2 8 4 0,-2-8 3 16,1 9-2-16,-1-9 0 0,2 9 3 0,-2-9-7 16,0 9-1-16,0-9-7 0,1 8 0 0,-1-8 2 15,3 9-3-15,-3-9 3 0,3 7-9 0,-3-7 12 0,0 7-11 16,0-7-17-16,0 0 19 0,0 10-9 16,0-10 11-16,0 7-19 0,0-7-5 0,0 0 1 15,0 0 7-15,0 10 11 0,0-10-1 0,0 0-8 16,0 0 9-16,1 6 0 0,-1-6 6 0,0 0-1 15,0 0-2-15,0 0-4 0,0 0 3 0,-1 12 1 0,1-12-5 16,0 0 0-16,0 0 5 0,0 0 3 0,0 0-5 16,0 0-3-16,-3 7 6 0,3-7 0 15,0 0 14-15,0 0-15 0,0 0 1 0,-3 7 3 16,3-7-2-16,0 0-5 0,0 0-2 0,0 0-6 16,-2 6 7-16,2-6-6 0,0 0 10 0,0 0 23 15,0 0-26-15,0 0 3 0,-4 6 3 0,4-6 6 0,0 0-2 16,-7 6 5-16,7-6-5 0,-7 2 1 0,7-2 1 15,-6 3-2-15,6-3 4 0,0 0-3 16,-10 3 6-16,10-3-4 0,0 0 3 0,-8 2 3 16,8-2-8-16,0 0 4 0,-10 1 2 0,10-1 0 15,-9 0-2-15,9 0 5 0,0 0-3 0,-9 3 3 16,9-3 0-16,0 0-2 0,-8 1 7 0,8-1-2 16,0 0 5-16,0 0 1 0,-7 3-6 0,7-3-2 15,0 0 5-15,0 0 0 0,0 0 3 0,0 0-10 16,-12 0 1-16,12 0-4 0,0 0 4 0,0 0 4 15,-9 0 4-15,9 0-5 0,0 0 3 0,-9 1-9 16,9-1 7-16,0 0-2 0,0 0 3 0,-8 3 0 0,8-3 12 16,0 0-7-16,0 0-3 0,0 0 6 0,0 0-5 15,0 0 6-15,0 0-12 0,0 0 2 0,0 0 8 16,0 0-7-16,27 0 2 0,-14 0-6 16,-4 0 10-16,4 0-2 0,1 1-2 0,-3-1-3 15,7 1-1-15,-5 0 3 0,5 1 4 0,0-2-3 16,0 2-11-16,1-2-9 0,-1 1-18 0,1 1-17 15,-6-1-20-15,4 2-78 0,-4 0-157 0,-1-1 69 16</inkml:trace>
  <inkml:trace contextRef="#ctx0" brushRef="#br0" timeOffset="-214712.88">28727 4148 67 0,'0'0'102'0,"0"0"-12"0,0 0-6 0,0 0-8 16,0 0-17-16,0 0-19 0,0 0-27 0,9-1-27 16,-9 1-73-16,0 0-93 0,19 1 42 0</inkml:trace>
  <inkml:trace contextRef="#ctx0" brushRef="#br0" timeOffset="-192871.19">20912 11719 75 0,'12'0'107'16,"-2"0"3"-16,-2 0-5 0,-8 0 4 0,14-2-14 15,-14 2-7-15,13 0-13 0,-13 0-10 0,7-1-29 16,-7 1-21-16,0 0-21 0,11 2-24 0,-8 3-26 15,1 2-76-15,-1-2-142 0,-1 1 63 0</inkml:trace>
  <inkml:trace contextRef="#ctx0" brushRef="#br0" timeOffset="-192503.24">25326 12249 64 0,'12'0'96'0,"1"0"-16"0,-6 1-6 0,1-1-10 15,-2 3-17-15,-6-3 9 0,0 0-14 0,0 0 11 16,0 0-4-16,0 0-1 0,0 0 8 0,0 0-7 16,0 0 1-16,0 0-9 0,-18-16-4 0,9 12-3 15,2 1 1-15,-2 0-18 0,9 3-13 0,-9-2-28 16,9 2-24-16,-9-2-22 0,9 2-73 0,0 0-154 15,-9 5 68-15</inkml:trace>
  <inkml:trace contextRef="#ctx0" brushRef="#br0" timeOffset="-192018.5">27128 12396 13 0,'0'0'66'0,"0"0"-6"16,0 0-2-16,0 0-10 0,0 0-3 0,0 0-1 0,0 0-1 15,0 0-10-15,0 0-4 0,0 0 0 0,0 0-4 16,0 0-3-16,0 0-6 0,0 0-4 0,0 0-2 16,0 0-14-16,0 0-5 0,0 0-11 0,0 0-11 15,0 0-9-15,0 0-36 0,0 0-80 0,0 0 36 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1-25T07:26:02.95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5204 3723 88 0,'0'-9'216'0,"0"9"-6"0,0-10-7 0,0 10-14 16,1-8-6-16,-1 8-8 0,0-9-9 0,0 9 22 16,0 0-14-16,-1-9-6 0,1 9-8 0,0 0-13 15,0 0-10-15,0 0-10 0,0 0-14 0,0-12-22 16,0 12 2-16,0 0-11 0,0 0-19 0,0 0-10 15,0 0 5-15,0 0-6 0,0 0-7 0,0 0-8 16,0 0-9-16,0 0 1 0,0 0-5 16,0 0-1-16,0 0-3 0,0 0-3 0,0 0-1 15,2 32-5-15,-3-21 3 0,1 0-4 0,1 6 0 0,-2-1 1 16,1-3 1-16,-1-1 0 0,-1 5-3 0,1-3 2 16,0 1-2-16,-1-5 0 0,1 3-11 15,0-1 10-15,-1-2-2 0,2-1 2 0,0 1-2 16,-1-5-1-16,1-5-1 0,1 14-1 0,-1-14 4 15,0 10-3-15,0-10 0 0,0 10-3 0,0-10 2 16,0 7-5-16,0-7 2 0,0 0-9 0,0 8-16 0,0-8-17 16,0 0-16-16,0 0-18 0,0 0-24 15,0 0-33-15,-1 9-38 0,1-9-46 0,0 0-237 16,0 0-490-16,0 0 217 0</inkml:trace>
  <inkml:trace contextRef="#ctx0" brushRef="#br0" timeOffset="213.77">5161 3445 44 0,'0'0'175'0,"-5"-10"-16"0,5 10-14 16,-2-7-6-16,2 7-27 0,0 0-21 0,-4-7-39 15,4 7-36-15,0 0-36 0,0 0-32 0,0 0-25 0,0 0-54 16,0 0-142-16,0 0 64 0</inkml:trace>
  <inkml:trace contextRef="#ctx0" brushRef="#br0" timeOffset="487.41">5435 3607 129 0,'11'4'169'0,"-2"2"1"16,5 4-26-16,-3 0 11 0,-2 3-16 0,1 0-6 16,-4 3 5-16,1 1-1 0,-5 1-11 15,3 0-10-15,-3 2-6 0,-2 6-5 0,-2-8-10 16,1 0-7-16,-3 1-10 0,-1-4-5 0,0 1-8 15,-3-1-5-15,2-1-4 0,-3 0-8 0,-1-1-12 0,-3 1-12 16,-1 1-17-16,-1-1-19 0,-6 1-32 0,2-5-37 16,1 3-37-16,0-3-41 0,0 0-33 0,1-3-108 15,0-1-324-15,3-3 144 0</inkml:trace>
  <inkml:trace contextRef="#ctx0" brushRef="#br0" timeOffset="708.76">4926 3714 6 0,'-9'6'193'0,"0"-2"-5"0,2 5-12 0,-1 4-8 16,-5 1-3-16,7 4-17 0,-1 0-7 0,4 0-14 15,0 1-9-15,2-2-12 0,-1 7-9 0,2-3-6 16,3-2-5-16,1 0-13 0,4 1-14 0,-1-4-30 15,7 4-35-15,-2-3-48 0,3-2-50 0,4 3-44 16,0 0-129-16,1-6-300 0,-5-3 134 0</inkml:trace>
  <inkml:trace contextRef="#ctx0" brushRef="#br0" timeOffset="1287.11">6317 3743 66 0,'0'0'244'15,"4"-8"-10"-15,-4 8-13 0,5-3-20 0,-5 3-14 16,0 0-18-16,2-7-17 0,-2 7-10 0,0 0-21 16,0 0-14-16,0 0-10 0,0 0-4 0,0 0 4 15,14 17-5-15,-9-7-4 0,1 6-4 0,0 1-9 16,1 2-7-16,-1-2-4 0,-3 3-8 0,3-4-2 15,-1 2-7-15,0 0-5 0,1-2-5 0,-3 0-1 16,2 0-7-16,-1-4-1 0,0 0-4 0,-2 0 0 16,2-2-2-16,-3 0 1 0,5 0-4 0,-4-3-4 15,0-1 1-15,1-1-4 0,-3-5 2 0,4 10 1 16,-4-10 0-16,4 6 8 0,-4-6 15 0,0 0 4 16,0 0-1-16,0 0 12 0,0 0-4 0,14-20 1 15,-11 12-5-15,4-9-4 0,-1-1-6 0,3-9-1 16,3 3-5-16,-3-5-3 0,1 0 0 0,4-2-7 15,-2 2-1-15,-1 1-3 0,-1 0-1 0,-1 2-3 16,3 1 3-16,-6 7-4 0,-1 0 9 0,3 3-12 16,-3 5-7-16,0-1 0 0,-1 2 5 0,-2 3-5 15,1 0-6-15,2 2-21 0,-5 4-26 0,1-7-29 16,-1 7-15-16,0 0-12 0,0 0-6 0,0 0-28 16,0 0-24-16,6 25-38 0,-10-10-33 0,2 4-188 15,-4 6-461-15,3-8 204 0</inkml:trace>
  <inkml:trace contextRef="#ctx0" brushRef="#br0" timeOffset="1553.73">6756 3906 46 0,'0'0'220'0,"0"0"-16"15,0 0-11-15,0 0-15 0,0 0-11 0,0 0-4 16,2 8-4-16,-2-8-3 0,0 10-21 0,0-10-7 15,-4 17-2-15,3-8-7 0,-1 4-7 0,2-2-8 16,-4 0-3-16,3 2-13 0,0 3-4 16,0-3-9-16,-1 1-7 0,0 0-8 0,2-3-5 0,0 1-5 15,-2 3-2-15,1-3-6 0,1 0-2 0,1-1-2 16,1 1-4-16,-4-2-9 0,4-1-17 16,-2 1-25-16,0 0-24 0,0-2-33 0,0-2-44 0,0-6-60 15,2 12-41-15,0-8-178 0,-2-4-430 0,0 0 191 16</inkml:trace>
  <inkml:trace contextRef="#ctx0" brushRef="#br0" timeOffset="1732.76">7094 3917 2185 0,'0'0'46'0,"4"-9"3"0,-4 9-23 15,6-7-10-15,-6 7-3 0,0 0-3 0,5-5-2 16,-5 5-2-16,0 0 1 0,4-7 1 15,-4 7 6-15,8 0-7 0,-8 0 1 0,17 0 0 16,-8 0-1-16,3 0-11 0,2 0-18 0,-2 3-35 16,0 0-41-16,2-3-53 0,-1 1-44 0,-4 4-121 15,-9-5-341-15,13 5 151 0</inkml:trace>
  <inkml:trace contextRef="#ctx0" brushRef="#br0" timeOffset="1895.85">7165 3995 44 0,'0'0'215'16,"0"0"-10"-16,0 0-13 0,0 0-12 0,-7 3-19 16,7-3-8-16,0 0-15 0,0 0-13 0,0 0-13 15,0 0-10-15,0 0-15 0,0 0-16 0,21 1-28 16,-8-1-36-16,-1 0-46 0,0 0-44 0,8-1-54 16,-4 1-126-16,2-2-285 0,-5-1 127 0</inkml:trace>
  <inkml:trace contextRef="#ctx0" brushRef="#br0" timeOffset="2406.89">7648 3733 182 0,'0'0'299'0,"-1"-13"-9"16,0 6-17-16,1 7-10 0,-3-11-11 0,3 11-9 15,-1-9-18-15,1 9-20 0,-3-8-23 0,3 8-20 16,0 0-16-16,0 0-20 0,0 0-16 0,0 0-11 16,0 0-9-16,0 0-8 0,8 25-9 0,0-7-5 15,-3 1-4-15,0 0-8 0,1 8 2 0,0-1-12 16,0 1 0-16,0-3-3 0,-1-6-7 15,0 5-3-15,-1-6-2 0,2 1-5 0,-1-3 0 0,0 1-9 16,-2-6 4-16,0 2-2 0,2-2 0 0,-1-1-1 16,0 0-1-16,0-1-2 0,-2-2-1 0,3 0-5 15,-5-6 0-15,4 10-1 0,-4-10 6 16,3 5 3-16,-3-5 8 0,0 0-12 0,0 0-2 16,0 0 4-16,0 0-1 0,13-10-4 0,-10-1-4 0,6-2 2 15,-2-4 3-15,0-1-3 0,0 0-1 0,3-7-3 16,-2-1 0-16,1 2-2 0,-3-4 5 0,3 4-6 15,-3-1 8-15,-1 6-4 0,1 0-2 16,-3 3-5-16,4 0-2 0,-5 5 4 0,2 1-2 16,-3-1-10-16,2 6-5 0,-2-1-4 0,-1 6-36 0,3-11-26 15,-3 11-32-15,4-4-15 0,-4 4-11 0,0 0-18 16,0 0-41-16,0 0-44 0,5 19-47 0,-9-9-163 16,4-10-490-16,-8 28 217 0</inkml:trace>
  <inkml:trace contextRef="#ctx0" brushRef="#br0" timeOffset="2725.03">8010 3949 68 0,'9'-3'222'0,"-9"3"-13"16,11 1-5-16,-11-1-15 0,11 3-9 0,-11-3-13 15,10 6-8-15,-4-1-8 0,-1 0-12 16,1-1-9-16,-3 6-9 0,1-1 0 0,-1 3-6 15,-2 0 2-15,0-1-9 0,-1 0-2 0,-3 6-11 0,-3-1-5 16,1-5-2-16,0 1-7 0,0-2-8 0,-3 0-9 16,1-1-5-16,2 2-7 0,-1-4-4 15,0 1 0-15,1-2-9 0,0 1-6 0,1-1-3 16,4-6 0-16,-5 7-7 0,5-7 1 0,-5 5 2 16,5-5-8-16,0 0 1 0,-3 6-1 0,3-6-5 15,0 0 0-15,0 0-1 0,0 0 0 0,-4 6-2 16,4-6-4-16,0 0 4 0,0 0-5 0,18 0-11 15,-7 0-15-15,3-1-14 0,2 0-25 0,5-2-32 16,2 1-39-16,3-5-53 0,4 2-68 0,-2 2-209 16,0-4-500-16,-7 2 222 0</inkml:trace>
  <inkml:trace contextRef="#ctx0" brushRef="#br0" timeOffset="2921.37">8648 3978 80 0,'0'0'297'0,"0"0"-20"0,-27 1-19 0,27-1-22 0,0 0-21 15,0 0-19-15,0 0-13 0,0 0-19 0,0 0-21 16,0 0-17-16,31-4-18 0,-22 4-24 0,11-1-33 16,-7 2-30-16,6 1-33 0,-6-2-50 0,1 2-58 15,0-1-49-15,-3 1-177 0,-4 1-376 0,-1-3 167 16</inkml:trace>
  <inkml:trace contextRef="#ctx0" brushRef="#br0" timeOffset="3072.06">8664 4096 133 0,'0'0'258'0,"-5"5"-10"0,5-5-4 16,0 0-18-16,0 0-9 0,0 0-15 0,-2 6-19 15,2-6-15-15,0 0-24 0,0 0-11 0,0 0-22 16,25 0-28-16,-13 0-37 0,6-1-46 0,2 0-57 15,7-3-76-15,-5 1-235 0,-1 0-399 0,7-1 177 16</inkml:trace>
  <inkml:trace contextRef="#ctx0" brushRef="#br0" timeOffset="3508.55">9464 3842 2541 0,'3'-8'35'0,"-3"-3"10"0,0 3 13 16,0 8 16-16,1-13 18 0,2 7 2 0,-3 6-7 16,0 0-5-16,-3-13 0 0,3 13-9 0,-2-5 0 15,2 5-2-15,0 0-7 0,0 0-7 16,0 0-3-16,0 0-8 0,0 0-6 0,0 0 5 16,0 0-14-16,0 0-2 0,-9 17-5 0,6-8 1 0,2 1-8 15,1 0 4-15,0 0-3 0,1 1-3 0,2-1 3 16,1 1-6-16,-1 1-4 0,4-1 5 15,-1 0-5-15,4 2 2 0,2-2-1 0,2-1 1 0,-1 3-3 16,2-4-2-16,-2 1 1 0,3-1 1 0,1-1-3 16,-2 1 0-16,-3-3 2 0,3 1 4 15,-1 2-8-15,-3-3 0 0,0-2-1 0,-2 2-2 0,0-3 4 16,-1 2 3-16,-3-2-6 0,0 1 0 0,-5-4-6 16,8 5 7-16,-6 0 3 0,-2-5 12 15,1 7-1-15,-1-7-11 0,0 0 0 0,-10 12 5 16,4-8 3-16,-6 1 2 0,1 0-3 0,-3 2-2 0,-6-4-4 15,1 1 5-15,0 1-12 0,0 0-11 16,1-3-7-16,-1-1-16 0,0 1-18 0,2-2-20 0,2 0-20 16,2-2-22-16,0 2-32 0,0-1-22 0,3-2-43 15,0-1-36-15,-3-1-24 0,8 1-176 0,-4-2-485 16,5-3 215-16</inkml:trace>
  <inkml:trace contextRef="#ctx0" brushRef="#br0" timeOffset="3655.15">9567 3801 29 0,'5'-5'179'0,"1"-2"-9"0,1 3-9 0,-1 0-19 0,4-1-12 15,-1-1-15-15,1 2-8 0,3 0-13 16,-1 1-9-16,3 0-4 0,2-1-16 0,0 1-31 16,0 0-49-16,3 0-42 0,1 2-43 0,-4 1-104 15,0 0-220-15,1-2 98 0</inkml:trace>
  <inkml:trace contextRef="#ctx0" brushRef="#br0" timeOffset="4086.27">9979 3778 64 0,'0'0'279'0,"6"-15"-4"15,-6 15-10-15,0 0-11 0,0 0-17 16,0 0-12-16,0 0-17 0,0 0-19 0,0 0-17 15,0 0-22-15,1-7-14 0,-1 7-16 0,0 0-16 16,0 0-15-16,0 0-4 0,0 0-8 0,0 0-11 16,11 23-1-16,-8-11-6 0,-1-2-9 0,1 3-3 15,3 3 1-15,-2 1-3 0,0 0-2 0,0-2 6 16,2 2-1-16,-1-2-1 0,2 1 1 0,-5-5-11 16,5 4-6-16,-1-3-6 0,-1 2 0 0,-1-2-2 15,-1-1 4-15,2-2-9 0,-3 0 5 0,2-1-9 16,0-1 6-16,0-1-2 0,-4-6-4 0,4 11-1 15,-2-7-2-15,1 0 3 0,-3-4-8 0,2 6 4 16,-2-6 17-16,0 0 35 0,7 7 20 0,-7-7 22 16,0 0 5-16,0 0-8 0,0 0-11 0,17-13-8 15,-9 5 3-15,4-5 1 0,2-1-15 0,-1-1-6 16,4-4-8-16,-1-4-4 0,6-1-9 0,0-3-1 16,-1-1-4-16,3 3-2 0,2-3-8 0,-2 3-6 15,-3 1-9-15,-2 3-15 0,0 0-13 0,-9 6-43 16,2-1-50-16,-6 4-28 0,0 5-43 0,-3-3-62 15,-3 5-86-15,0 5-84 0,-10-10-208 0,-4 8-670 16,-7 4 296-16</inkml:trace>
  <inkml:trace contextRef="#ctx0" brushRef="#br0" timeOffset="8436.37">6550 4985 135 0,'0'0'163'0,"0"0"-5"16,0 0-3-16,0 0-17 0,0 0-6 0,0 0-12 16,0 0-12-16,3-6-20 0,-3 6 1 0,0 0-13 15,0 0-7-15,0 0-8 0,0 0-8 0,0 0-4 16,0 0-6-16,0 0-5 0,0 0-1 0,0 0-5 16,0 0-6-16,0 0-3 0,0 0-1 0,0 0 0 15,0 0-1-15,0 0-6 0,0 0 1 0,0 0-2 16,0 0 0-16,0 0-2 0,0 0-1 0,0 0 2 15,0 0-4-15,0 0 1 0,0 0 3 0,0 0 5 16,0 0 0-16,0 0-1 0,0 0 11 0,0 0-1 16,0 0 0-16,0 0-2 0,0 0 6 0,0 0-4 15,0 0-1-15,0 0 4 0,0 0-1 0,0 0 3 16,0 0 1-16,0 0-2 0,0 0-2 0,0 0 2 16,0 0-3-16,0 0 6 0,0 0 9 0,0 0 0 15,0 0-6-15,0-10 4 0,0 10 1 0,0 0 3 16,0 0-5-16,-1-10 2 0,1 10-4 0,0 0 0 15,0 0 1-15,0-9 5 0,0 9-7 0,0 0 2 16,0 0-2-16,0 0-4 0,0 0-7 0,0 0-5 16,-2-9-4-16,2 9-2 0,0 0-8 0,0 0 3 15,0 0-2-15,0 0-1 0,0 0-1 0,4 35 1 16,-1-18 0-16,-3 1 0 0,0 5 5 0,0-2-1 16,1 5 3-16,-2-2 0 0,0 2 3 0,2-2-3 15,-2 0 3-15,-1-4-4 0,1 4 3 0,2-4 6 16,-1-3-7-16,-1 0 7 0,1 2 6 0,0-1 3 15,1-1-7-15,-1-1 2 0,-2 1 4 0,2-2 0 16,0-2-3-16,1-2-2 0,-2 1-7 0,1-2 1 16,0 1 0-16,-2-3-2 0,2-8-2 0,0 15-4 15,0-15 2-15,0 10 0 0,2-4 0 0,-2-6-2 16,0 10-2-16,0-10-1 0,0 0-6 0,0 10-8 16,0-10-10-16,0 0-12 0,0 0-13 0,0 7-14 15,0-7-32-15,0 0-22 0,0 0-36 0,0 0-56 16,0 0-24-16,0 0-57 0,0 0-163 0,0 0-480 15,-14-29 213-15</inkml:trace>
  <inkml:trace contextRef="#ctx0" brushRef="#br0" timeOffset="10709.82">6548 5103 108 0,'0'0'110'0,"0"0"-3"15,-5-5 4-15,5 5-4 0,0 0 2 0,-4-7-7 16,4 7 3-16,0 0-1 0,-5-5 0 0,5 5-3 0,0 0 0 16,-4-5-2-16,4 5 2 0,0 0-2 15,-5-8-3-15,5 8-5 0,0 0-7 0,-5-6-6 16,5 6-5-16,0 0-5 0,0 0-5 0,-4-6-5 16,4 6 1-16,0 0-3 0,-6-6-3 0,6 6-7 15,0 0-1-15,0 0-1 0,-3-5-1 0,3 5-5 0,0 0 3 16,0 0-1-16,0 0-1 0,0 0-1 15,0 0 0-15,-2-8-4 0,2 8 4 0,0 0-11 16,0 0-2-16,0 0-1 0,0 0 0 0,0 0-7 16,0 0 2-16,0 0 0 0,0 0-3 0,0 0 3 15,0 0-3-15,0 0-1 0,0 0-1 0,-2-8-1 16,2 8 3-16,0 0 0 0,0 0 2 0,0 0-1 16,0 0 3-16,0 0 7 0,0 0-12 0,0 0 6 15,0 0-3-15,0 0-1 0,0 0 1 0,0 0 0 16,0 0 3-16,0 0-4 0,0 0 4 0,0 0 4 15,0 0 0-15,0 0-3 0,0 0-4 0,-7-3-4 16,7 3 4-16,0 0-2 0,0 0-2 0,0 0 0 0,-9 0 0 16,9 0 3-16,0 0 1 0,0 0-6 0,0 0 14 15,-12-2-12-15,12 2 0 0,0 0 0 16,0 0 3-16,-11-2-3 0,11 2-5 0,0 0 3 16,0 0-2-16,-9-3-3 0,9 3 1 0,0 0 1 15,0 0-4-15,0 0 3 0,0 0-2 0,0 0 5 16,0 0-5-16,0 0-6 0,0 0 4 0,0 0-3 15,0 0 0-15,0 0-2 0,30-10-5 0,-17 8 3 16,6-1 5-16,2 0-1 0,-1-1 0 0,2 1-3 16,0 2-3-16,6-1 3 0,-8 4 0 0,3-2 10 15,4 4-10-15,-9-1 4 0,0 2-9 0,0-1 2 16,0 3 0-16,-3 3-3 0,0 0 10 0,-2 2-8 0,-3-2-1 16,-1 2 3-16,2 4 0 0,-1-1 1 15,-4 0 0-15,-1 3-2 0,-2-1 5 0,-1 0-2 16,0 1 2-16,-2-1 0 0,-2 2 2 0,0-3-1 15,-1 4 8-15,-2-4-1 0,1 0 2 0,-6 3-4 16,1-2 6-16,-1-1-9 0,-3 1 5 0,0-2 1 16,-2-1-1-16,0 0-1 0,-6 3-1 0,3-5 1 0,-6 1 3 15,0-1-1-15,6-5-5 0,0 0 4 16,-2 0 1-16,0 0-1 0,1-4-3 0,-1 1 3 16,0-3-3-16,1 1-1 0,0-2 2 0,3-2-13 15,2 1-13-15,2-2-6 0,0 1-13 0,2-2-15 16,1 0-26-16,2 0-12 0,-1 0-9 0,2-1-18 15,1 1-31-15,5 4-28 0,0 0-34 0,-7-5-19 16,7 5 3-16,0 0-165 0,0 0-424 0,0 0 189 16</inkml:trace>
  <inkml:trace contextRef="#ctx0" brushRef="#br0" timeOffset="10990.84">6965 5389 17 0,'0'0'270'16,"5"-3"-3"-16,-5 3-12 0,0 0-8 0,10-3-11 15,-10 3-14-15,0 0-20 0,0 0-20 0,0 0-20 16,5-4-19-16,-5 4-9 0,0 0-4 0,0 0-10 16,4 13-5-16,-4-13-2 0,0 15-7 0,0-8-5 15,0 3-8-15,0 0 2 0,-1-1-9 0,1 1-18 16,0 1-4-16,-2 2-5 0,2-3-7 0,-1 2-3 15,0-1-2-15,2 0-9 0,-1 1-20 0,0-2-24 16,-1 3-31-16,2-3-28 0,-1 0-28 0,0 0-21 16,0 2-36-16,0-3-40 0,0-2-51 0,1 3-226 15,-1-10-503-15,0 13 222 0</inkml:trace>
  <inkml:trace contextRef="#ctx0" brushRef="#br0" timeOffset="11476.65">7606 5213 69 0,'1'-11'271'0,"2"4"-22"16,0-2-8-16,-2 1-20 0,0 0-10 0,2 1-12 15,-3 7-12-15,5-10-11 0,-5 10-15 0,1-7-13 16,-1 7-20-16,3-5-13 0,-3 5-14 0,0 0-15 15,0 0-6-15,0 0-10 0,0 0-7 0,0 0-1 16,5 16-2-16,-7-7-3 0,2 3-3 0,-3-1-3 16,-1 5-3-16,-3 2 4 0,2-3-6 0,-4 4-5 15,0 5 4-15,1-6-2 0,-4 6 5 0,-2-1 0 16,-1-2-2-16,3-4 0 0,-3 4 0 0,3-6-5 16,-3 6-3-16,3-6 0 0,1-2-8 0,2 0 1 15,-1 0-4-15,4-4 1 0,0-2-6 0,2 0-1 16,1-2-6-16,0 0-4 0,3-5-9 0,-4 10-12 15,4-10 3-15,0 0-3 0,5 12-1 0,-5-12 0 16,12 1-3-16,-2-2-1 0,2-3 2 0,0-1-1 16,1 1 5-16,-1-2-3 0,-1 0 4 0,1-1-3 15,-2-1 4-15,1-6-1 0,0 0 3 0,-5-2 0 16,0 1 1-16,-2-2-3 0,-1 0 14 0,-6 0-4 16,0 1 3-16,-3-2-1 0,-3-1 1 0,-2 4 9 15,-2 0-4-15,-5-4-3 0,2 7-5 0,-1-1 9 16,-1 3-7-16,-1 0-1 0,0 4 0 0,0-1 0 15,2 2-2-15,3 4-16 0,2-2-25 16,2 1-29-16,-1 2-34 0,3 3-18 0,1 0-40 0,7-3-52 16,-6 8-48-16,6-1-209 0,0-7-508 0,0 0 225 15</inkml:trace>
  <inkml:trace contextRef="#ctx0" brushRef="#br0" timeOffset="11784.42">8032 5136 70 0,'2'-7'312'0,"1"1"2"0,-3 6-4 15,4-12-6-15,-3 8-10 0,-1 4-16 0,1-8-5 16,-1 8-24-16,0 0-24 0,3-8-25 0,-3 8-22 16,0 0-26-16,0 0-17 0,0 0-16 0,0 0-8 15,0 0-7-15,0 0-17 0,2 20-7 0,-2-3-6 16,-1 2-2-16,1 0-10 0,-1 8-8 0,1-2-3 15,-1-1-7-15,-1 3-2 0,1-3-2 16,-2-5-8-16,2 6-2 0,0-9 1 0,-2 4-6 0,2-2-3 16,-2 0-13-16,2-2 3 0,1-3-23 0,-1 0-17 15,1-1-18-15,1-3-19 0,-2 1-27 0,0-5-21 16,1-5-18-16,0 12-11 0,0-12-19 0,0 10-36 16,0-10-19-16,0 0-35 0,0 0-19 0,0 0-176 15,0 0-482-15,0 0 213 0</inkml:trace>
  <inkml:trace contextRef="#ctx0" brushRef="#br0" timeOffset="12070.73">7978 5139 70 0,'1'-7'199'0,"5"2"-4"0,2-3-9 0,1 4-5 16,3-1-4-16,6 1-9 0,-2 1-7 0,6 3-14 15,0 3-7-15,-2-1-18 0,1 4-10 0,4 5-7 16,-8 0-12-16,5 4-6 0,-1 3-6 0,-4 2-5 15,0 2-6-15,-8-5 2 0,-2 1 0 0,1 2 1 16,-4-1 5-16,-3 1-1 0,-2 4 3 0,-5 0-5 16,-1-5-4-16,-1-2-4 0,-3 7 6 0,-1-8 2 15,-2 0-7-15,-4 3-5 0,-1-1 1 0,3-5-5 16,-6 1-11-16,-1 0 2 0,-2-2 0 16,6-4-12-16,1 1-5 0,-1-4-9 0,4 2-18 0,1-2-17 15,4-1-16-15,-1-4-32 0,1 1-31 0,3-1-44 16,7 0-67-16,-11-4-57 0,11 4-227 0,0 0-524 15,0 0 232-15</inkml:trace>
  <inkml:trace contextRef="#ctx0" brushRef="#br0" timeOffset="12522.68">8388 5393 64 0,'10'0'233'0,"-10"0"-9"0,16 0-1 0,-5 3-17 16,-2 0-10-16,0 1-10 0,0 1-1 0,3 1-9 16,-3 3-9-16,-2-3-14 0,3 4-7 0,-3-2-10 15,-2 4-7-15,0-3-4 0,-1 2 6 0,-1 1-10 16,-3 2 3-16,-2-1 12 0,0 2-30 0,-5 1 6 16,0-1-7-16,-6 2-4 0,-2 2 4 0,-5-1-7 15,1 1-1-15,0-1-7 0,4-6-2 16,-3-1-4-16,1-1-6 0,2 0-6 0,2-3-2 0,2-1-10 15,2 0 1-15,0 1-2 0,1-3-5 0,3-3-13 16,0 4-5-16,5-5 3 0,-8 5-15 0,8-5 9 16,-4 5-16-16,4-5 15 0,0 0-3 15,0 0 8-15,0 0-2 0,13 9 3 0,-1-9 4 0,5 0 6 16,12 0-5-16,1 0-1 0,0-3-5 0,4-1-1 16,1 2-8-16,-2-4 3 0,3 0-3 0,-2 1-6 15,1 2 5-15,-3-1-5 0,-3 1 3 0,-2-1 5 16,-5 2-1-16,-2-1-1 0,-1 1-5 15,-5-1 2-15,-1 0-7 0,0 3 4 0,-3-2-5 16,-3 0 0-16,-7 2-2 0,11-1-1 0,-11 1-1 0,10-2-2 16,-10 2 0-16,8-1-1 0,-8 1-4 0,0 0-17 15,0 0-24-15,0 0-32 0,9-3-37 0,-9 3-44 16,0 0-38-16,0 0-54 0,0 0-59 0,0 0-74 16,0 0-314-16,0 0-743 0,0 0 328 0</inkml:trace>
  <inkml:trace contextRef="#ctx0" brushRef="#br0" timeOffset="15053.84">9407 5307 244 0,'0'0'276'0,"-1"-5"-20"0,1 5-26 0,0 0-17 16,-2-7-19-16,2 7-22 0,0 0-18 0,0 0-19 0,0 0-14 16,0 0-10-16,0 0-15 0,0 0-5 0,-5 19-8 15,4-9-6-15,0 0-9 0,-1 7-6 0,1-4-1 16,1 4-11-16,1-6-5 0,5 4-3 16,-5-3-5-16,3-3-1 0,-2 2-7 0,3-1 2 15,2-2 4-15,-4-2 1 0,4 1 0 0,-1 1 1 0,1-4-2 16,-2 0-1-16,1-1 1 0,-6-3 1 0,10 2-4 15,-2-2-1-15,-8 0 2 0,14-5-1 0,-7 1-2 16,-1-1-5-16,1-3-1 0,1 0-2 0,-1-3-1 16,-1 0-3-16,0-3-1 0,-1 2-1 0,2-3-1 15,-2-1-4-15,0 1-1 0,-1 4-3 0,1 3-2 16,-2-3 4-16,-1 2-2 0,-1 2 0 0,-1 7-6 16,3-7-4-16,-3 7-2 0,0 0 2 0,5-5-3 15,-5 5 3-15,0 0-3 0,0 0 0 0,17 18 2 16,-11-11 2-16,1 4 3 0,0-3-1 0,1 3-1 15,5 1 1-15,-4-4 3 0,6 3 1 0,-2 0 1 16,3-3-6-16,1-4 4 0,1 1 4 0,0-3-1 16,1-2-1-16,0 0-2 0,0-2 6 0,-1-1-5 15,0 0 2-15,-1-4 0 0,-2-1 2 0,-2 2-5 16,-3-1 3-16,-1-1-1 0,1-1-5 0,-5-3-8 16,-1 2-6-16,0-3-2 0,-3 1-12 0,-2-3-6 15,-2-2-3-15,-3 1-2 0,-2 2 3 0,-3-2 1 16,-2 1-15-16,-2 1 0 0,1 2 6 0,0 2 7 15,0 0-1-15,2 4 4 0,1 1 5 0,0-1 0 16,4 3 0-16,-1 1 0 0,8 2 6 0,-10-1 0 16,10 1-2-16,0 0 6 0,-9 3 0 0,9-3-4 15,0 0-6-15,0 0 1 0,10 16 4 0,-4-11-1 16,7 1 6-16,-1-2 0 0,2 1 4 0,4-3 0 16,2 0 2-16,-2-2 2 0,2 2 2 0,-1-2 1 15,0-2 0-15,0 1 1 0,-9 0 8 16,3-1 4-16,-2-1 1 0,1 1 3 0,-2-2 5 0,0 0 9 15,-3 1 5-15,-1 0 3 0,-6 3 1 0,10-4-2 16,-6 0 0-16,-4 4 1 0,8-2 0 0,-8 2-5 16,0 0-4-16,7-4-8 0,-7 4 0 0,0 0-5 15,0 0-3-15,0 0-1 0,0 0 2 0,10 10 0 16,-8-4 4-16,0 1-2 0,0 3-1 0,-2 3-4 16,1-3-4-16,1 3-9 0,0 3-12 0,-4 0-22 15,5 0-17-15,-3-4-45 0,1 4-61 0,-1-2-49 16,0 3-191-16,0-2-438 0,0-15 194 0</inkml:trace>
  <inkml:trace contextRef="#ctx0" brushRef="#br0" timeOffset="15233.51">10045 5002 238 0,'0'0'203'0,"-4"-9"-28"16,4 9-26-16,0 0-31 0,0 0-48 0,0 0-37 16,0 0-36-16,24 9-48 0,-11-4-105 0,-2 2-168 15,1 0 75-15</inkml:trace>
  <inkml:trace contextRef="#ctx0" brushRef="#br0" timeOffset="15454.76">10275 4983 184 0,'-3'-9'228'16,"3"9"-10"-16,-4-8-6 0,4 8-9 0,-2-7-16 16,2 7-17-16,0 0-15 0,0 0-24 0,0 0-13 15,0 0-14-15,0 0-10 0,0 0-7 0,0 0-2 16,2 34-12-16,0-15-8 0,3 6-2 0,-3 2-9 16,-1 0-3-16,2 0 2 0,-3-1-8 0,1-1-8 15,2 2 6-15,-1-2-10 0,0-5 4 0,-2-1-21 16,1 2-18-16,-1-3-19 0,0 0-19 0,3 1-24 15,-2-4-52-15,0-2-40 0,0-1-43 0,2-2-159 16,-2 0-389-16,-1-10 172 0</inkml:trace>
  <inkml:trace contextRef="#ctx0" brushRef="#br0" timeOffset="15686.39">10497 5040 169 0,'0'-9'260'15,"0"9"-16"-15,1-12-20 0,1 7-21 0,-2 5-18 16,0 0-20-16,2-7-19 0,-2 7-11 0,0 0-8 16,0 0 0-16,0 0-4 0,3 29-4 15,-5-14-9-15,4 4-8 0,-4 0-10 0,1 6-7 16,1-5-8-16,-2 6-11 0,3 0 0 0,-1-2-11 0,-1-5-4 16,1 1-18-16,-2 5-22 0,1-7-22 0,0 1-28 15,-1 1-33-15,2-3-57 0,0 0-80 0,-2 1-211 16,2-5-454-16,0-13 202 0</inkml:trace>
  <inkml:trace contextRef="#ctx0" brushRef="#br0" timeOffset="16370.49">11189 5025 3248 0,'17'-23'-33'0,"-8"6"30"0,0 0 14 16,-1 2 25-16,-4 7-7 0,0 0 2 0,-2 2-7 0,1 0-3 15,-3 6-5-15,5-7-5 0,-5 7 4 0,0 0 8 16,0 0 14-16,5 16-1 0,-2 0 6 16,-3 2-4-16,-3 7-2 0,3 1-2 0,0 2-1 15,-1-1-5-15,-1 1-2 0,1-3-9 0,0-1 6 16,1-5-9-16,-1 0 6 0,1 1-2 0,0-2-2 0,0-3-3 16,-2-1 1-16,2-4 1 0,0 0-3 0,0-4 9 15,0 4-13-15,0-10 6 0,-1 10-1 0,1-10-4 16,0 0 3-16,-1 8 3 0,1-8 1 15,0 0 7-15,0 0-6 0,0 0-2 0,0 0-20 16,0 0-8-16,0 0 1 0,0 0-5 0,0 0 3 0,6-32-4 16,-2 24-7-16,3-1 5 0,2 2-3 0,-2 2 3 15,-1-1 0-15,2 3 1 0,-2 0-4 0,2 1 9 16,2 2-6-16,-10 0 6 0,21 6-7 16,-11-1 10-16,-1 1-4 0,-1-1 4 0,-2 2-4 0,-1 3-6 15,1-2-10-15,-4 3 4 0,1-2-4 0,-5 3 5 16,1-1 1-16,-6-2-2 0,3 0 2 0,-4-1 0 15,1 1 1-15,-3-3 0 0,2 0 4 0,-1-1 4 16,2 0 1-16,-2-3 2 0,2 0 4 0,7-2-1 16,-11 2 2-16,11-2 4 0,-10 1 4 15,10-1 1-15,0 0-2 0,-9-1 5 0,9 1-10 16,0 0 6-16,0 0-6 0,0 0-14 0,0 0 5 0,21-10-3 16,-9 8 2-16,2 2 5 0,3-4-4 0,3-1 4 15,2 2 2-15,-2-2 1 0,8 2-1 0,2-2 0 16,0 0 1-16,1-4 2 0,1 0 1 0,0-1-3 15,-1 1 5-15,0-4-1 0,-5 2 0 0,1-1 1 16,-7 3 3-16,3-5 0 0,-4 2-2 0,-3 1 3 16,-2-2-2-16,-1 1 4 0,-2-1 1 0,-6 1 3 15,-1-1 4-15,0-2-4 0,-1 3 7 0,-5 2 11 16,2-2 1-16,-1 3 5 0,-3 1 0 0,0 1-3 16,-1 0 1-16,-6 4-1 0,-1 0-1 15,-1 3-5-15,-1 4 6 0,-3 2-5 0,-3 5-1 16,-1 3-6-16,6 0 11 0,-2 4-16 0,4-2 4 0,3 0-3 15,2 0-1-15,4 0-1 0,0 0 2 0,3 1-11 16,1-2-15-16,5 2-24 0,2 1-34 16,2-4-39-16,4 1-47 0,0-5-78 0,5 1-264 0,8 0-539 15,-4-5 238-15</inkml:trace>
  <inkml:trace contextRef="#ctx0" brushRef="#br0" timeOffset="17204.99">12666 5407 104 0,'0'0'329'0,"0"-15"-11"0,0 7-22 0,0 0-6 16,-3-3-14-16,-1 2-21 0,4 9-19 0,-2-15-17 15,0 8-10-15,-1 1-8 0,1-4-6 0,0 3-13 16,2-2-13-16,0 9-13 0,-4-13-5 0,4 6-20 0,0-2-12 15,-3 0-22-15,6-1 2 0,1 1-17 16,-3-2-5-16,3 1-12 0,0-1-13 0,1 0-5 16,1 0-4-16,-2 0-14 0,6-3-4 0,-4-1-4 15,-3 6 34-15,3-4-22 0,0 1 12 0,0 0-2 0,-2-4-9 16,1 1-7-16,-1 5-4 0,-2-4 2 0,0 4-8 16,-2-3-2-16,0 1-7 0,0 1-4 15,-2 0 6-15,-2 0-10 0,0 3-3 0,1 2 7 16,1-1 7-16,2 7-8 0,-6-10-3 0,0 6-7 0,-2 2 7 15,-1 0 4-15,-3 4-14 0,1 2 1 0,0 0 2 16,-3 2-2-16,3 1 0 0,1-2-2 16,0 3-4-16,3 0-8 0,1 0-23 0,0-1-1 15,5 0-19-15,1-7 0 0,1 12-3 0,1-5 7 0,2-1 3 16,2 1 6-16,5-1 3 0,1 0 3 0,5 0 0 16,-4 0 4-16,6-1 3 0,-1-1 9 0,3 1-4 15,-2 0-19-15,-3-1 1 0,0 0 10 0,-4 0 1 16,-2 2 1-16,-3 0 8 0,3 1 1 0,-2 1 4 15,-3 1 6-15,1 2 1 0,1 6 6 0,-2 0 2 16,-5-1 2-16,3 4 3 0,-1-1 0 0,0 0 0 16,0 5 3-16,0-7 3 0,-2 3 0 0,4-4-1 15,-4-6 2-15,5 2 0 0,-1-1 0 0,0 0-2 16,4-2 6-16,1-1 1 0,-1-2 11 16,4 0-7-16,-1-2-2 0,8-3 6 0,0 0-1 0,0-5-1 15,3 1-1-15,-4-2 0 0,4-2-1 0,-6-2-3 16,4 0 5-16,-2-1-3 0,-4-3-4 0,4 0 3 15,-7 0 2-15,0-2-5 0,0 0 0 16,-2 0 0-16,-2-2 11 0,-3 1-19 0,-2 0 6 0,1 4 0 16,-1-1-1-16,-2 2 3 0,0 0 7 0,-2 3 2 15,2 8 1-15,-7-12 1 0,5 5-7 0,-1 4-5 16,3 3 5-16,-13-4-4 0,4 5-4 0,-2 3 5 16,0 4-2-16,1-1-3 0,-1 2 3 0,3 1-6 15,1 1-5-15,0-1-24 0,4 2-16 0,-1 4-23 16,2 1-16-16,2-5-25 0,4 4-34 0,1 1-48 15,4-2-53-15,2-2-218 0,0-1-505 0,1-5 225 16</inkml:trace>
  <inkml:trace contextRef="#ctx0" brushRef="#br0" timeOffset="17520.45">13288 5214 1925 0,'0'-12'17'0,"5"-1"-1"16,-5 4 33-16,2-2 29 0,-2 5 16 0,0 6 2 15,2-12-20-15,-2 12-21 0,2-7-15 0,-2 7-6 16,0 0-5-16,0 0 0 0,0 0 2 0,0 0-2 16,16 19 4-16,-7-3-1 0,-4 1-6 0,1 1-1 15,1 0 7-15,-3-1 1 0,4 0-2 0,-4 0-3 16,3 2 0-16,-3-2-3 0,0-5 1 0,0 0-1 16,-1-2 0-16,2 2-1 0,-3-3-1 0,0-4 1 15,-1 2 8-15,-1-7 13 0,4 9 17 0,-4-9 19 16,2 7 14-16,-2-7 19 0,0 0 5 0,0 0-14 15,0 0-5-15,0 0-8 0,11-16-12 0,-7 4-7 16,1 1-5-16,-2-2-12 0,5-3-1 0,-3-3-24 16,1 2-18-16,6-7-14 0,-1 0-20 0,3-1-15 15,-3 2-23-15,2 0-21 0,-4 7-31 0,-4 0-26 16,2 6-38-16,-1 1-56 0,-2 1-56 0,-2 5-234 16,2-3-563-16,-4 6 250 0</inkml:trace>
  <inkml:trace contextRef="#ctx0" brushRef="#br0" timeOffset="18704.14">13601 5356 190 0,'6'-5'228'16,"1"2"-10"-16,1-4-3 0,2 0-19 0,-1 0-11 16,4-5-10-16,-3 4-10 0,3-3-6 0,3-2-17 15,-3 1-10-15,3-2-6 0,-5 0-5 16,2 0-6-16,-3 1-11 0,1-1-2 0,-3 4 2 0,0 0-1 15,-2-2 7-15,-1 3 7 0,-1-1 3 0,-4 1-16 16,4 1-6-16,-4 8-10 0,-2-11 0 0,2 11-10 16,-6-13-3-16,3 11-8 0,3 2-10 0,-11-2-7 15,11 2-5-15,-20 3-10 0,6 3 0 0,1 3-6 16,-5 3-2-16,4 2-7 0,0-1 0 0,3 2 2 16,-1 0-7-16,0 2 1 0,1 0 0 0,2-1-3 15,1 0-4-15,2 1 3 0,2 2 1 0,1-4-5 16,3 0-4-16,-2 1 6 0,2-4-6 0,0 0 0 15,5-1 3-15,3-1 3 0,2-1 1 0,1 2-1 16,4-3-1-16,4-2-5 0,1-3 4 0,2-1 1 16,5-2-1-16,2 4-4 0,2-2 2 0,-3-6 1 15,-3 1 1-15,2-3-6 0,0-2 5 0,-8 3-7 16,6-8 0-16,-6 7 3 0,0-6-10 0,-5-2-3 16,2 0-2-16,2-4-12 0,-7 1-6 0,0 1 4 15,-4-3 4-15,-1 2-2 0,-1-2-11 0,-5 0-6 16,0 0 2-16,0 0 4 0,-4 0-4 0,-1 4 9 15,-1-2 2-15,-1 3 6 0,0 4 3 0,3 1 4 16,-3-1 3-16,5 5 0 0,-3-1 15 0,5 6-14 16,-6-8 9-16,6 8-9 0,-8-3 4 0,8 3-1 15,-8-2 0-15,8 2-3 0,0 0 4 0,0 0 0 16,-11 1 3-16,11-1-1 0,0 0-1 0,0 0-1 16,0 0 2-16,0 0-3 0,0 0 1 0,0 0 3 15,0 0-1-15,19 13 4 0,-11-13-1 0,5 0 2 16,-2-1 0-16,1 0-4 0,-2-2 5 0,-1 2-1 15,3-2 0-15,-4 3 0 0,-8 0 2 0,14-1-4 16,-7 1-1-16,-7 0 3 0,9-2-6 0,-9 2-1 16,9-1-2-16,-9 1 4 0,0 0 2 0,10 1-2 15,-10-1 9-15,4 7-10 0,-2-2 4 0,0 2 2 16,-2-7 3-16,5 16 1 0,-5-5-1 0,1 1 3 16,-1 4 3-16,-1-1 4 0,-2 2-2 0,1-5 1 15,2 5 0-15,-4-4-6 0,4 3-2 0,-1-5 5 16,0 1 0-16,-1-2-2 0,-2 1 0 0,2 0-6 15,2 1 4-15,0-3 3 0,0-2-2 0,2 2-4 16,1-3 1-16,-3-6 3 0,3 11 1 0,-1-6 1 16,-2-5 4-16,10 3 0 0,-3-3 9 0,5 2-15 15,-1-2 9-15,7-5-1 0,0-2 0 0,-2 0 1 16,4-3-6-16,-3 0-4 0,-1-2 6 0,2 0 0 16,-2-1-2-16,2-5-9 0,-4 2 3 0,-3 1-6 15,0 3 6-15,2-4-3 0,-8 5-1 0,1 0 10 16,-3 0-9-16,3 3-6 0,-3-1 4 0,0 1 3 15,-1 3 1-15,-2 5 3 0,0-11 0 0,0 11-5 16,0 0-2-16,-5-12-4 0,5 12 4 0,-9-1-1 16,9 1-5-16,0 0 5 0,-16 11-6 0,9-4 10 15,0 1-2-15,1 0-2 0,4 1 0 0,-3 4-2 16,4-4 1-16,1 2 1 0,0 5-2 0,3-4 3 16,0 3 2-16,3 1 2 0,1-4 1 0,4 6-3 15,3 2 2-15,-4-3-3 0,1-1 4 0,-1-3-4 16,-1-1 4-16,-1-1-3 0,0 3 2 0,-2-3 0 15,-3-1-3-15,1-2-9 0,1-1-1 0,-4 3-1 16,-2-2 0-16,-4-1-5 0,1-1 0 0,-1 2-5 16,-3 0-4-16,1-5-3 0,-2 2-6 0,2-1 6 15,-1 1 4-15,1-4 10 0,7-1-10 0,-7 3 5 16,7-3 1-16,0 0-5 0,0 0-1 0,0 0 6 16,0 0-3-16,20-32 4 0,-4 19-1 0,1 1 8 15,6-5-3-15,0-2 1 0,1 0 3 0,1 0-1 16,1 2 0-16,0-3 3 0,0 2 2 0,0 0 0 15,-3 3-2-15,-4-3 3 0,-6 5 1 0,1-1 4 16,-1 0 0-16,-3-1 1 0,-2 3 12 0,-3 3 2 16,-3 0 13-16,0 1-8 0,-2 2 3 0,0 6-2 15,-2-11-1-15,2 11 0 0,-11-6-1 0,0 5 1 16,-1 2 1-16,-8 3 12 0,2 3-13 0,-8 3-2 16,3 2 2-16,0 4-5 0,8-4 4 0,-1 1-7 15,4 1 5-15,1 1 0 0,0-1-6 0,4-3-10 16,5 1-18-16,0-2-24 0,2 4-31 0,2-2-31 15,4-2-49-15,6 3-70 0,2-4-76 0,4-3-182 16,2-1-520-16,2-1 230 0</inkml:trace>
  <inkml:trace contextRef="#ctx0" brushRef="#br0" timeOffset="19454.16">14995 4954 95 0,'2'-12'189'0,"-1"7"-4"0,-1 5-4 16,2-12-9-16,-2 12-4 0,2-7-4 0,-2 7-12 16,0 0-12-16,2-8-12 0,-2 8-13 0,0 0-14 15,2-8-10-15,-2 8-13 0,0 0-6 0,0 0 3 16,0 0-4-16,0 0 4 0,5 32 2 0,-7-13 2 16,4 7-5-16,-4 5-5 0,1 2-8 0,-1-3-4 15,-2 4-3-15,4-2-8 0,-3 2-3 0,1-3-3 16,-2 0-3-16,2-2-4 0,1-4-1 0,0 1-2 15,0-7-2-15,1-3-2 0,0-2-8 16,-3-2 3-16,3-2-3 0,0 0 5 0,-1-4-8 0,1-6 9 16,-3 11 12-16,3-11 13 0,-2 8 17 0,2-8 7 15,0 0 12-15,0 7 10 0,0-7-3 0,0 0-11 16,0 0-5-16,0 0-6 0,0 0-23 16,0 0-1-16,0 0-14 0,5-40 0 0,0 29-12 0,1-5-1 15,1 6-13-15,4-7-3 0,2 4 0 0,0 2-5 16,2-1-5-16,-2 1 1 0,3 0 1 0,-1 4 1 15,-3 2 0-15,1 1-3 0,0 4 0 0,1 3-4 16,-1 0 3-16,-1 0 1 0,-3 2-3 16,2 2 2-16,-1 0 3 0,-4 3-5 0,-1-2 2 15,1 1-3-15,-4 1 0 0,-2-10-2 0,-1 20 6 16,-3-12 0-16,-2 4 2 0,-7-5 4 0,-1 3 1 0,-11 3-2 16,4-1 1-16,-1-5 0 0,-5 2-9 0,-1-1-9 15,0-3-18-15,1 1-8 0,7-4-11 0,-2 0-18 16,4-2-15-16,4 1-16 0,2-1-21 15,0-1-46-15,3-2-51 0,2-1-40 0,7 4-188 16,0 0-487-16,-7-12 216 0</inkml:trace>
  <inkml:trace contextRef="#ctx0" brushRef="#br0" timeOffset="19670.5">15310 5202 3 0,'4'-5'278'0,"-2"0"-8"0,-2 5-17 15,8-9-8-15,-8 9-22 0,4-3-23 0,-4 3-19 0,0 0-23 16,6-5-15-16,-6 5-14 0,0 0-15 0,0 0-6 16,1 17-9-16,-2-7-11 0,-2 6-6 0,0-1-7 15,0 3-5-15,-3 0-10 0,3 2-16 16,-1 0-28-16,3-2-11 0,0 0-31 0,-1 1-22 16,1-2-35-16,0 1-44 0,0-7-44 0,1 3-49 15,-4-2-142-15,6-1-392 0,-4-1 174 0</inkml:trace>
  <inkml:trace contextRef="#ctx0" brushRef="#br0" timeOffset="20738.29">15652 5178 37 0,'0'0'256'0,"-10"-8"-2"0,10 8-16 0,-13-2-10 15,13 2-6-15,-16 0-16 0,5 4-9 0,-5 3-19 16,-3 0-11-16,5 2-12 0,-6 1-13 0,2 8-12 16,-2 0-12-16,7-3-12 0,1 0-6 0,0 1-3 15,4-1-17-15,-1 1-8 0,4 0-6 0,2-4-6 16,1-1-5-16,2 1-7 0,0-2-5 0,4 0 2 16,0 1-6-16,1-4-3 0,5 0 0 0,0-1-1 15,1-2-5-15,1-3-7 0,2 1-1 0,0-4-1 16,1 2-2-16,-2-2-4 0,-1-3-2 0,2-2 10 15,-4 3-10-15,3-8-1 0,-4 3 3 0,0 0-7 16,-3-2-2-16,0-2 8 0,0 0 3 0,2-3-10 16,-5 6-3-16,1-2-5 0,0-1 4 0,0 0 0 15,-1 3-2-15,0-2-1 0,-1 3 5 0,0 2 1 16,-1 1 4-16,-1 6-9 0,0-9-2 0,0 9-1 16,3-7-5-16,-3 7 2 0,0 0 2 0,0 0 7 15,0 0 2-15,0 0 3 0,-6 25 0 0,3-13-2 16,-1 3-1-16,2 0 5 0,-2 1-4 0,3-4 3 15,-1 0-5-15,1 3 5 0,1-3-2 0,0-1 0 16,1 0-3-16,1-4 5 0,1 2-2 0,0-2 6 16,0-1 5-16,2-1 5 0,2-1 1 0,1-1 2 15,4-1-2-15,1-2-2 0,2-1-1 0,4-2-4 16,-4-2 7-16,3-1-7 0,-3-1-3 0,2-2-4 16,-2-2 2-16,1 1-11 0,-2-5-5 0,1-1-5 15,-5 1 2-15,4-7-8 0,-5 5-1 0,-2-1-9 16,-2 0 6-16,0 1-2 0,-1 1 6 0,-3 0 0 15,0 5 5-15,0-2-3 0,-1 4 5 0,-1-1 2 16,0 3 2-16,1 7 2 0,0-11-7 0,0 11 3 16,-5-4 0-16,5 4-4 0,0 0 4 0,0 0-1 15,-19 14 1-15,12-6 1 0,0 3 0 0,3 1-3 16,0 0 7-16,0 5-3 0,0 2 1 0,4-2 1 16,3 1-6-16,1 1 3 0,0-1 4 0,3 1-2 15,1 6 2-15,1-7-3 0,0 0 2 0,2-2 1 16,-3 2-2-16,0-4 6 0,3-1-5 0,-2 0 3 15,-3-3-10-15,0-1-6 0,-1-1-16 0,-2-2-5 16,0 1-6-16,-3-7 0 0,-1 10 5 0,1-10-2 16,-8 9-3-16,3-6 10 0,-3 1-3 0,2-2-4 15,6-2-1-15,-17 3 9 0,11-3 3 0,6 0-5 16,0 0 1-16,-13-7-4 0,13 7-3 0,-6-6 1 16,6 6-2-16,2-12 1 0,5 2 1 0,0 2-4 15,4-4-1-15,4-1 5 0,5-3 2 0,1 0 2 16,0-2-1-16,1 2 4 0,4 2 0 0,-4-5 6 15,0 4 3-15,-1-2 0 0,-6 5 2 0,-1 0 5 16,0-1 2-16,-1-1 9 0,-4 3 12 0,0 3 9 16,-4-3 8-16,2 2-1 0,-3 1-1 0,-3 1 4 15,1-1 4-15,1 3 8 0,-3 5 6 0,1-12 4 16,-1 12-3-16,-6-7-5 0,6 7-5 0,-9-4 4 16,9 4 2-16,-16 4-5 0,4 3-1 0,-4 3 0 15,-2 0 5-15,4 1-1 0,0 1-6 0,1 2-2 16,2-1 0-16,1 3-3 0,1 0-5 0,0-2-3 15,5 0-10-15,3-2-22 0,0-1-19 0,-1 0-18 16,5 0-12-16,2 1-16 0,4-2-18 0,1-3-33 16,8 2-30-16,2-2-35 0,7-1-25 0,3-2-15 15,0-2-164-15,1 1-427 0,0-3 190 0</inkml:trace>
  <inkml:trace contextRef="#ctx0" brushRef="#br0" timeOffset="21154.4">16455 5364 30 0,'18'-13'63'15,"-4"2"24"-15,1-2-5 0,-5-2 3 0,2 2 10 16,-6 2 19-16,-1 0 23 0,0 2 7 0,-2-2 4 15,-2 1 4-15,1 3 0 0,-2 7-5 0,-2-11-1 16,2 11 1-16,-6-9-16 0,2 5-9 0,4 4-6 16,-18 0-11-16,7 2-2 0,-7 3-9 0,1 3 0 15,-1-1-12-15,2 5-4 0,-1-1-3 0,2 3-3 16,1 0-7-16,2-1-7 0,1-1-7 0,3 2-9 16,2 1 5-16,2-5-10 0,1 2-3 0,3-1-6 15,1-1-4-15,3-3 1 0,0-1-4 0,5 1 3 16,2-3-7-16,2-1-3 0,5 1-5 0,0-4 1 15,1-2-3-15,0-2 4 0,1 1-5 0,-1-4 1 16,-4 1-3-16,0-3-3 0,-2-1 3 0,-3 0-1 16,1-3-1-16,-4-4 8 0,0 0-11 0,-1 0 2 15,-2 0-2-15,-2-9 1 0,0 1-3 0,-1-1-2 16,-1 1 3-16,-1-2 6 0,-1 2 8 0,0-3 5 16,2 2 10-16,-3 2 25 0,3 5 1 0,-3 2 3 15,0 2 15-15,3 5 14 0,0 0 2 0,0 3-3 16,0 7-13-16,-1-9-12 0,1 9-12 0,0 0-5 15,0 0-13-15,0 0 2 0,0 0-3 0,-7 23 2 16,5-3-10-16,-1 5 5 0,-2 1-2 0,1 3 3 16,0 1-18-16,-2-2-17 0,4 0-22 0,-1-1-26 15,0 0-34-15,2 1-25 0,-1 0-29 0,0-2-30 16,0-1-48-16,2-6-53 0,-3 5-261 0,1-7-580 16,-1 0 258-16</inkml:trace>
  <inkml:trace contextRef="#ctx0" brushRef="#br0" timeOffset="21478.26">15154 4937 2762 0,'2'-10'-1'0,"1"1"33"0,-3 2-12 15,0 7-11-15,5-10-8 0,-5 10-14 0,0-9-20 16,0 9-22-16,0 0-15 0,0 0-30 0,0 0-48 16,0 0-66-16,0 0-151 0,0 0-396 0,0 0 175 15</inkml:trace>
  <inkml:trace contextRef="#ctx0" brushRef="#br0" timeOffset="25636.97">6152 6124 59 0,'1'-13'246'0,"0"-3"-13"15,1 6-6-15,-1-1 6 0,0 1-1 0,0 3-7 16,-1 7-11-16,3-11-17 0,-3 11-16 0,0-9-18 16,0 9-18-16,0 0-21 0,1-8-15 0,-1 8-5 15,0 0-12-15,0 0-7 0,0 0-7 0,8 28 2 16,-7-3 3-16,3-5-5 0,-3 6-6 0,3 2 0 16,-3 1-5-16,2-1-2 0,-3 1-1 0,3-2-5 15,-2 0-2-15,0-9-3 0,-1 3 5 0,1-2-13 16,1-3 5-16,-2 1-2 0,4-2-8 0,-3 1-5 15,1-3 2-15,1-4 9 0,-2 1-16 0,4-3-10 16,-2 2 12-16,1-4-10 0,1 2-7 0,0-4-13 16,0 2-7-16,3-4-14 0,-1 1-18 0,1-2-26 15,2-1-29-15,2-1-26 0,-1-3-36 0,-2 0-42 16,3-3-47-16,-2-1-44 0,0-4-212 0,-4 2-540 16,1-3 239-16</inkml:trace>
  <inkml:trace contextRef="#ctx0" brushRef="#br0" timeOffset="25970.76">6089 6229 61 0,'-20'2'210'15,"1"-2"-14"-15,8 0-13 0,0 3-9 0,3-3-27 16,3 4-11-16,5-4-5 0,0 0-2 0,0 0-7 16,0 0-3-16,22 3-6 0,-1-2-10 0,14-3-8 15,15-2-11-15,2-1-9 0,-1-1-7 0,-11 0-9 16,0 4-1-16,11-5-7 0,-15 4-5 0,-4-2 1 15,0 0-11-15,-10 3-2 0,0 0-3 0,-3 0 3 16,-1-1 4-16,-5 2-3 0,-3 0-3 0,-2 1 1 16,-8 0-2-16,14-3 8 0,-8 2 9 0,-6 1 5 15,11 0 0-15,-11 0 1 0,0 0-3 0,0 0 3 16,9 4 2-16,-9-4-8 0,1 5 6 0,-1-5-7 16,0 10-1-16,-1 0-4 0,1-10-1 0,-2 17-4 15,0-5-1-15,0-2-7 0,1 1-3 0,0 2 1 16,0-1-5-16,1-2-21 0,0 0-23 0,-2 3-23 15,4-3-19-15,-4 3-29 0,2-1-39 0,0-2-52 16,2 0-53-16,-2 0-230 0,-2-2-505 0,2-8 223 16</inkml:trace>
  <inkml:trace contextRef="#ctx0" brushRef="#br0" timeOffset="26121.46">6460 6083 8 0,'0'0'96'15,"0"0"-33"-15,6-9-45 0,-6 9-50 0,11-1-32 16,-3 0 14-16</inkml:trace>
  <inkml:trace contextRef="#ctx0" brushRef="#br0" timeOffset="26354.7">6765 5991 25 0,'0'0'265'16,"0"0"-15"-16,7-5-20 0,-7 5-16 0,0 0-22 15,0 0-19-15,0 0-6 0,0 0-8 0,0 0-13 16,-3 22-11-16,0-5-5 0,0 14-9 0,-1-5-13 16,1 1-2-16,2-1-10 0,1 0-8 0,0 2-9 15,1-2-6-15,1 1-4 0,-1-8-9 0,3 2-6 16,-2-1-1-16,-1-2-10 0,2 0-2 0,1-2-5 15,-3 0-7-15,3-1-23 0,-1-4-26 0,-1 2-21 16,1-3-35-16,-1 2-44 0,2-5-54 0,0-1-46 16,-3 0-197-16,-1-6-450 0,4 4 199 0</inkml:trace>
  <inkml:trace contextRef="#ctx0" brushRef="#br0" timeOffset="26538.89">6907 6070 289 0,'0'-10'282'0,"0"4"-10"0,0 6-21 16,0-10-13-16,0 10-16 0,0 0-28 0,1-10-21 16,-1 10-18-16,0 0-10 0,0 0-1 0,0 0-8 15,2 29-8-15,-4-10-5 0,2 1-12 0,2 3-18 16,0 4-7-16,-2-2-11 0,0 0-25 0,-1 2-35 16,1 1-27-16,4-2-30 0,-3 2-45 0,0-1-68 0,2-2-77 15,-4 1-211-15,2-7-479 0,1-3 212 16</inkml:trace>
  <inkml:trace contextRef="#ctx0" brushRef="#br0" timeOffset="26870.04">7583 6073 89 0,'-1'-16'376'0,"0"4"-18"16,2 1-27-16,-2 2-17 0,-1 4-23 0,2 5-23 0,0-12-27 16,0 12-20-16,-1-7-30 0,1 7-21 15,0 0-28-15,0 0-9 0,0 0-5 0,0 0 9 16,8 28-33-16,-8-1 5 0,0 4-1 0,1 1-11 0,3 15-8 16,-4-12-5-16,0-2-16 0,5 3-1 15,-4-3 1-15,0 2-6 0,1-1-10 0,-2-1 0 16,0-3-6-16,1-1-2 0,2-1-14 0,-3-9-18 15,0 1-20-15,0-1-24 0,0-4-15 0,1 1-18 0,-1-5-31 16,1 2-24-16,-1-3-25 0,0-1-36 0,-1-1-52 16,1-8-39-16,0 11-55 0,0-11-166 15,-4 7-534-15,4-7 237 0</inkml:trace>
  <inkml:trace contextRef="#ctx0" brushRef="#br0" timeOffset="27104">7570 6245 101 0,'11'-14'223'0,"-2"5"-7"16,5-2-8-16,1 2-10 0,-2 3-13 0,2 1-13 15,-2 1-19-15,-2 3-13 0,0 1-15 0,1 1-13 16,-4 0-14-16,-1 2-7 0,0-1-5 0,1 7 5 16,-4-4-3-16,1 3-2 0,-3 2 0 0,-3-1-2 15,-3 3-4-15,-1 3-6 0,-3-2-4 0,-3 2-7 16,-3-1-7-16,-1 1-6 0,0-4-17 0,-1 1-18 15,2-2-20-15,-2 2-29 0,2-2-32 0,0-1-54 16,3-4-49-16,-1 1-47 0,1 0-180 0,2-3-429 16,0 1 190-16</inkml:trace>
  <inkml:trace contextRef="#ctx0" brushRef="#br0" timeOffset="27387.71">7731 6345 121 0,'7'2'222'15,"-7"-2"-18"-15,5 4-8 0,0 1-8 0,-5-5-12 16,4 8-9-16,-2-2-13 0,-2-6-14 0,7 12-13 16,-3-8-15-16,1 2-5 0,2 1-14 0,1 0 6 15,1-3 6-15,3 1 1 0,2-2-2 0,0-2-6 16,4 1-5-16,-4-4-9 0,4 1-4 0,-1-1-10 16,0-1 3-16,-4-1 1 0,-3 0-5 0,-1-2 3 15,1 0-2-15,-5 0-4 0,-2-1-10 0,-1 0-2 16,0-3-11-16,-5 0-4 0,-2-2-5 0,-3-2-7 15,-2 0 5-15,0 2-17 0,-4 2 10 0,1-2-13 16,-2 2-10-16,3 4-9 0,1 0-11 0,-2 0-14 16,1 5-20-16,-2-1-22 0,3 2-26 0,-2 3-28 15,0 3-30-15,3 0-57 0,2 1-46 0,-2 2-167 16,4-2-462-16,2-1 204 0</inkml:trace>
  <inkml:trace contextRef="#ctx0" brushRef="#br0" timeOffset="27636.98">8126 6168 216 0,'2'-11'284'0,"0"1"4"16,-1 0 1-16,-1 2-2 0,0 8-8 0,0-11-16 16,0 11-24-16,2-9-28 0,-2 9-25 0,0 0-25 15,0 0-18-15,0 0-8 0,0 0-4 0,0 0-6 16,1 38-7-16,-1-12-8 0,-3-7-8 0,3 6-13 15,-1 0 2-15,0 2-27 0,-2-3 10 0,2 1-9 16,0-5-6-16,-1-1-3 0,2-1-10 0,-1 2-20 16,1-2-26-16,0 0-20 0,-1-2-35 0,0 1-32 15,-1-7-28-15,1 2-30 0,1-1-45 0,0 0-57 16,0-4-50-16,-4 2-201 0,2-2-538 0,2-7 239 16</inkml:trace>
  <inkml:trace contextRef="#ctx0" brushRef="#br0" timeOffset="27803.42">7982 6261 128 0,'0'0'192'0,"4"-4"-17"0,-4 4-19 0,12-3-14 16,-5 2-20-16,3-2-7 0,3 4-10 0,4 2-19 15,2 2-26-15,-3 0-41 0,11 3-49 0,-8-1-62 16,-2 3-105-16,-2 0-212 0,-2-3 94 0</inkml:trace>
  <inkml:trace contextRef="#ctx0" brushRef="#br0" timeOffset="28086.3">8216 6545 171 0,'2'5'200'16,"-2"-5"-3"-16,0 0 3 0,8 1-9 0,-8-1-9 15,0 0-3-15,18-8-13 0,-8 3-7 0,0-2-9 16,6-3-14-16,-3 0-6 0,3-1-3 0,-2-2-6 15,-2 1-14-15,2 1-7 0,1-4-11 0,-2 0-3 16,-3-1 2-16,1 3-8 0,-3-1-8 0,-1-3-4 16,-5 6-7-16,1-1 7 0,-3 3 2 0,1-2-2 15,-2 4-3-15,1 7 2 0,-5-13 9 0,-1 8-14 16,-1 1-11-16,-2 3-1 0,9 1 1 0,-21 7-8 16,6 3-1-16,-3 7-2 0,3-3 1 0,2 0-9 15,-5 7-7-15,8-5-8 0,3 2-20 0,0-1-21 16,2 2-30-16,5-3-25 0,-1 2-35 0,2-2-32 15,4 1-42-15,4-3-58 0,0-1-57 0,-1-4-160 16,2-1-499-16,5 0 221 0</inkml:trace>
  <inkml:trace contextRef="#ctx0" brushRef="#br0" timeOffset="28438.65">8526 6449 54 0,'3'-5'306'0,"1"-1"-7"16,-4 6-18-16,4-6-25 0,-4 6-25 0,0 0-30 15,6-4-20-15,-6 4-13 0,0 0 0 16,6 14-10-16,-4-4-10 0,-2-1-15 0,1 3-6 16,-1-3-14-16,-1 2-8 0,2 1-8 0,-1-2-15 15,0 0-6-15,0 0 2 0,-1-3-9 0,1-7-4 0,-2 13 3 16,2-13 5-16,-1 10 6 0,1-10 5 16,-1 5 12-16,1-5-8 0,0 0-10 0,0 0-6 15,0 0 2-15,0 0-16 0,0 0-3 0,0 0-6 16,-14-15-4-16,11 8-12 0,3-3 6 0,-1 1-11 15,3-2-8-15,2-5 3 0,1-3-14 0,4-5-14 0,2 2-3 16,0 4 2-16,3-4 1 0,-2 7-3 0,0 0 2 16,0 3-3-16,-2 3-13 0,0 1 8 15,-1 2 2-15,-2 2-5 0,0 1 5 0,-7 3 0 16,16 3 3-16,-7 3-2 0,-2 1-1 0,1-1 4 0,-2 4 17 16,1 1-17-16,-2 1-1 0,-1 4 3 15,-2 0 1-15,5 0-5 0,-5 0-22 0,-1 4-32 16,2-9-37-16,-4 4-32 0,1 3-67 0,0-8-84 0,-2 3-291 15,0-6-623-15,1 1 276 0</inkml:trace>
  <inkml:trace contextRef="#ctx0" brushRef="#br0" timeOffset="28723.76">8942 6178 2709 0,'4'-29'22'0,"-4"3"71"0,0 7 20 0,0 6 16 15,2 1 3-15,-4 1 9 0,2 4-8 0,2 0-12 16,-2 7-26-16,1-10-5 0,-1 10-17 0,0 0-4 16,0 0 5-16,0 0 3 0,0 0 7 15,4 31 5-15,-3-4 6 0,1 3-5 0,-4 1-6 0,4 1 2 16,-2 1-1-16,0-1-3 0,0 0-11 0,1-3-2 16,-1 0-6-16,-3 0-6 0,3-2-2 15,0-8-8-15,0 6-6 0,2-8-1 0,-2-1-2 0,0 1-2 16,0-2-6-16,1-3-6 0,2-1-20 0,-3-2-23 15,1-2-41-15,-1-7-36 0,0 11-43 0,0-11-29 16,0 9-24-16,0-9-23 0,0 0-56 0,0 0-68 16,0 0-302-16,0 0-693 0,0 0 306 0</inkml:trace>
  <inkml:trace contextRef="#ctx0" brushRef="#br0" timeOffset="29008.01">8824 6346 72 0,'-7'-2'256'0,"7"2"-27"0,0 0-25 16,0 0-22-16,0 0-15 0,0 0-15 0,0 0-6 16,0 0-8-16,29 3-9 0,-10-4-8 0,9 2-12 15,-7-2-11-15,9-2-9 0,6 1-9 0,-7-2-7 16,0 2-9-16,-3-1-5 0,-6 2-6 16,-1-1-4-16,-3 0-5 0,-3 0-5 0,-3 2-6 0,-2 0-1 15,-8 0-4-15,15 2 0 0,-10-2 2 0,-5 0 16 16,9 4 17-16,-9-4 7 0,4 9-2 0,-1-5-4 15,-1 2-2-15,-2-6 6 0,0 17 0 0,2-7-1 16,-2-1-6-16,1 4-1 0,-1-3-9 0,0 6-3 16,-1-1-3-16,1-4-3 0,-2-1-18 0,1 2-17 15,2-2-38-15,-2 0-34 0,1 1-41 0,-1-1-64 16,1-3-76-16,-1 1-254 0,1-8-542 0,0 0 239 16</inkml:trace>
  <inkml:trace contextRef="#ctx0" brushRef="#br0" timeOffset="29173.63">9136 6234 2902 0,'-6'-16'3'0,"4"3"-3"16,0 3 3-16,-1 2-11 0,1 0-9 0,2 8-23 16,-3-10-10-16,3 10-13 0,0 0-24 0,0 0-31 15,0 0-48-15,0 0-56 0,20 10-135 0,-12-1-385 16,2-1 170-16</inkml:trace>
  <inkml:trace contextRef="#ctx0" brushRef="#br0" timeOffset="29541">9536 6286 44 0,'0'0'291'0,"2"-4"-9"16,-2 4-10-16,0 0-9 0,0 0-5 0,0 0-12 15,0 0-9-15,-25 4-8 0,15 2 9 0,-2 3-27 16,-2 1-1-16,0 4-12 0,0 2-18 0,0-2-14 15,2 3-26-15,0-2-32 0,-1 0 8 0,7 1-3 16,-1 1-13-16,3-2-11 0,2-4 2 0,-1 1-38 16,6-3 7-16,-2 1-9 0,3-2-6 0,2 1-5 15,-2-4-7-15,5 0-13 0,1-1-3 0,0-2-1 16,2-2-15-16,1 0 8 0,-3-1-5 0,3-2 0 16,-3 0-3-16,-4-1 0 0,5-1 5 0,-3-2 0 15,-1 0 1-15,-1-2-2 0,0-1-1 0,-3 0 13 16,0 0-17-16,1 0 3 0,-3 2 5 0,0 1 0 15,0 0 3-15,-1 7 10 0,0-11-1 0,0 11 5 16,0-7-35-16,0 7 20 0,0 0-6 0,0 0 0 16,0 0 5-16,0 0 4 0,0 0-4 0,0 0 3 15,-3 26-7-15,1-17-2 0,0 2 0 0,2 1 0 16,2-2-15-16,1 2-10 0,-1-3-34 0,4 2-31 0,-1 0-29 16,1 0-35-16,3-1-35 0,-3-2-52 0,5-1-66 15,-2 0-275-15,1-2-626 0,-2-3 276 16</inkml:trace>
  <inkml:trace contextRef="#ctx0" brushRef="#br0" timeOffset="29770.82">9816 6082 246 0,'1'-16'343'0,"-2"0"2"15,2 7-7-15,0-1-2 0,1 4-27 0,-2 6-30 0,0-11-26 16,0 11-33-16,0 0-28 0,0 0-4 0,0 0-5 15,4 25-3-15,-3 0-27 0,-1 4-15 16,1 2-4-16,-1 4-7 0,1-3-11 0,-1-1-14 16,2 1-6-16,-2 2-11 0,0-2-22 0,0 2-20 0,-2-3-58 15,2-1-40-15,0-1-49 0,-2 0-44 0,1-3-72 16,-2-6-97-16,-1-1-285 0,-5 2-652 16,4-4 288-16</inkml:trace>
  <inkml:trace contextRef="#ctx0" brushRef="#br0" timeOffset="30428.73">10317 6396 170 0,'0'0'387'0,"-3"-7"-27"16,3 7-52-16,0 0-34 0,0 0-31 0,0 0-12 15,0 0 0-15,0 0-21 0,-11 17-16 0,3-5-18 16,4-1-16-16,0 1-10 0,1 4-12 0,-1 0-20 16,1-1-9-16,2-3-10 0,1-1-11 0,1 1-7 15,3-1-9-15,-1-2-4 0,2 1-6 0,1-2-8 16,2 1-3-16,1-5-3 0,1 2 13 0,1-3-20 16,1 0-10-16,1-2-1 0,1 1-6 0,2-5 0 15,-2 0-4-15,-2 0 0 0,2-3-5 0,-4 2-2 16,-1-3 0-16,3-3-28 0,-6 0 12 0,0-5-5 15,-2-1-13-15,-1-1-8 0,-3 0 2 0,-3-4 0 16,1 2-8-16,-5 0 6 0,0-5-4 0,-2 6 5 16,-1 1 8-16,-1 0 4 0,1 8 6 0,2-3 7 15,1 3 0-15,-1 2 1 0,2 3-3 0,-1 1-1 16,1 0 1-16,6 3 0 0,-12 1-3 0,12-1 0 16,-12 8 4-16,8-5 3 0,1 3-2 0,3-6-11 15,-1 10-1-15,1-10-4 0,4 11 0 0,6-5 3 16,0-3-2-16,8 0 2 0,4-3-7 0,9-1-3 15,-1-4-2-15,2-4 6 0,-4 2 3 0,0-3-3 16,-2 0 2-16,-3-3 5 0,-5 3 0 0,-4-3 8 16,-1-2-2-16,-4 3 6 0,-2-3 5 0,1-1 1 15,-3 0 3-15,0-1 4 0,-1 2 1 0,-1-2 9 16,-1 2 7-16,1 2 1 0,-3 0 2 0,2 3 13 16,-3-2 6-16,1 6 14 0,0 6-3 0,-1-11-4 15,1 11 1-15,0 0 0 0,-2-9-21 0,2 9-9 0,0 0 0 16,0 0 6-16,-7 25-8 0,0-5 9 15,1 7-3-15,-2 3-6 0,2 4 7 0,-3 15 3 16,1-2 2-16,-3 4-3 0,3-4 8 0,0 0-15 16,5-13 12-16,-4 0-1 0,2 2 1 0,3-4-9 15,-1 3 0-15,2-4-13 0,1-2 7 0,-2 2 1 16,4-4-1-16,0 0-3 0,0-4-19 0,0-3-5 16,1-4-25-16,-1-1-35 0,2 1-22 0,0-6-46 0,-3 1-32 15,0-4-26-15,1 3-41 0,-1-2-50 0,-1-8-53 16,3 3-242-16,-3-3-622 0,0 0 276 15</inkml:trace>
  <inkml:trace contextRef="#ctx0" brushRef="#br0" timeOffset="30588.44">10590 6599 3087 0,'2'-10'3'0,"0"4"7"0,-1-1-4 0,-1 7-7 15,4-11 4-15,-2 6-3 0,-2 5 6 0,3-6-4 0,-3 6 2 16,9-7 7-16,-1 3-6 0,5 1 5 0,3-1-3 15,2-1-10-15,4 1-19 0,7-4-39 0,1 1-73 16,2-3-101-16,-13 1-215 0,11-1-487 0,-3-2 215 16</inkml:trace>
  <inkml:trace contextRef="#ctx0" brushRef="#br0" timeOffset="31354.13">11556 6350 2283 0,'3'-8'33'0,"0"-5"20"15,-2 4 14-15,-2 0-11 0,1 9-15 0,-6-14-1 0,1 8 19 16,-2 1-5-16,0-2 1 0,-4 4 25 0,1 1 6 15,-1 1 0-15,-3 2-3 0,-6 6 4 0,2 0-4 16,-5 7 1-16,0 3 2 0,0 5-18 0,1 0 3 16,2 1-11-16,3 0-6 0,3 2-8 0,3-3-2 15,3-4-4-15,0 0-6 0,6-2-4 0,-2 0 1 16,4-2-9-16,1-1-3 0,4-1-3 0,0-2-3 16,3-2-4-16,0-2 5 0,2 2-2 0,3-4-8 15,-2-1 1-15,4-2-3 0,1-1 2 0,2-1-6 16,-2-4 15-16,-2 1 3 0,3-2-12 0,-6 1-3 15,0-3-1-15,0-3 2 0,-1 2 3 0,-2-4 3 16,0-1-5-16,-2-1-3 0,1-1 1 0,-2 1 2 16,-3 0-3-16,2 3 2 0,0-4 10 0,-3 3 2 15,2 4 9-15,-2 2 7 0,3 0-4 0,-4 7 11 16,0-10-16-16,0 10 9 0,4-8-30 0,-4 8 4 16,0 0-3-16,0 0 6 0,0 0-4 0,0 0 7 15,6 24-4-15,-6-13-1 0,0 5 2 0,2 1-1 16,-1 1-14-16,0 0-2 0,2 0-28 0,-3 0-34 15,1-1-30-15,0-1-13 0,0 1-31 0,2-2-39 16,-3-1-62-16,3-4-49 0,-2 0-220 0,1-1-558 16,0-3 246-16</inkml:trace>
  <inkml:trace contextRef="#ctx0" brushRef="#br0" timeOffset="31720.51">11693 6471 2038 0,'7'-12'152'15,"-2"3"-34"-15,1 0-36 0,-3 3-32 0,-1-1-16 16,3 2-6-16,-5 5-8 0,5-5 2 0,-5 5 16 16,0 0 13-16,0 0 7 0,12 16-1 0,-12-8-1 15,3 4 0-15,-1-2-3 0,2 2-1 0,-4 5-3 16,5-5-3-16,-4 0-4 0,2-1 4 0,-3-1-8 16,2-1-3-16,1-2 1 0,-3-1-7 0,2 1 7 15,-2-7 19-15,2 7 9 0,-2-7 23 0,1 7 8 16,-1-7 18-16,0 0 14 0,0 0-5 0,0 0-8 15,0 0-10-15,0 0-6 0,0 0-13 0,0 0-20 16,0-24-1-16,1 14-10 0,1-2-7 0,3-4-6 0,-3-1-13 16,7 1-3-16,-2-3 0 0,0 2-8 15,0 2 4-15,4-2-11 0,-7 1-2 0,3 7-5 16,-1 0 2-16,1 2 9 0,-3 0-19 0,1 1-3 16,1 5 2-16,-6 1-4 0,0 0 11 0,20 7-5 0,-11 0 7 15,1 5-2-15,0 1-7 0,-3 3 10 16,1 0-4-16,-1 0 3 0,2 1-7 0,0-1-23 0,-4 1-29 15,3-3-37-15,-4-1-32 0,2-2-25 16,-4 2-40-16,2-4-54 0,3 1-58 0,-3-3-298 0,-2-1-649 16,3-2 288-16</inkml:trace>
  <inkml:trace contextRef="#ctx0" brushRef="#br0" timeOffset="32004.84">12161 6466 92 0,'0'0'263'0,"4"-6"-19"15,-4 6-10-15,0 0-14 0,0 0-11 0,0 0-18 16,0 0-12-16,2 21-10 0,-2-13-13 0,0-1-17 16,2 2-11-16,0 0-13 0,3 0-8 15,0-1-8-15,2 3-15 0,-1-3-6 0,3-4-6 0,5 1 1 16,-5-1 3-16,4-2 0 0,1 0 7 0,-1-4-15 16,-2 0-5-16,1-1 2 0,-2 0 9 0,0-2 5 15,-1-1 0-15,-1 0 8 0,-3 0-12 16,0-4-3-16,-2 0-3 0,-1 1-2 0,0-3-19 0,-5 1 0 15,-1-3-2-15,-5-2-5 0,2 2-15 0,-4 0-11 16,0 3-8-16,-2-2-11 0,-2 4-17 0,0-2-22 16,-1 5-27-16,-1 2-26 0,5 1-25 0,-3 2-48 15,4 2-71-15,-2 2-49 0,3 1-222 0,3 1-553 16,3 0 245-16</inkml:trace>
  <inkml:trace contextRef="#ctx0" brushRef="#br0" timeOffset="32620.82">12678 6406 290 0,'0'0'292'0,"0"0"-10"15,-15-6-8-15,7 5-14 0,8 1-2 0,-21 1-18 16,4 1-15-16,-1 4-1 0,3 0-13 0,-2 1-8 16,2 6-23-16,1-2-9 0,1 1-15 0,-1 1-18 15,5 3-12-15,0-3-13 0,-2 2-14 0,4 2-6 16,2-2-12-16,1-2-5 0,4-2-9 0,0 1-10 15,0-2-2-15,0 0-5 0,4-1-8 0,-1-2-2 16,3 0-3-16,1 0-4 0,3-2 0 0,3-4-2 16,-1-1 7-16,7-2-15 0,-1-2 15 0,0-3-23 15,0 1 3-15,-2-3-2 0,-1 1-21 0,-1-7 22 16,2 4 0-16,-5-5 3 0,-1-2-6 0,-2 0-8 16,-1-7 2-16,-3-1 1 0,3 0 0 0,0-2-3 15,-3 2 7-15,-1-4 8 0,-1 3-3 0,2-3 5 0,-4 2 2 16,0 3 1-16,4 1-9 0,-4-1 21 15,0 8 5-15,-2 0 5 0,4 6 3 0,-2 3 12 16,0 1-8-16,0 7 1 0,-2-13-6 0,2 13-12 16,0-10-9-16,0 10-7 0,0 0 0 0,0 0-3 15,0 0 1-15,0 33-3 0,0-5 0 0,0 1 8 16,-2-2-5-16,2 5-3 0,-2-1 3 0,0-1-3 16,2-2-4-16,2-1-2 0,0-1 1 0,2-3-1 15,-3-4 1-15,1-2-1 0,5-1 0 0,-1-1-4 0,5-2 2 16,-2-3 4-16,7 1-5 0,-2-4 1 0,6 0 2 15,-1-4 0-15,2-3 0 0,6 0-4 16,0-2 0-16,2-1-1 0,-3-3 2 0,1-4-2 16,-1-1-1-16,-10 2-2 0,4-1-5 0,2-5 3 0,-10 1 1 15,-1-2-3-15,-3-1 0 0,2 1-4 16,-3-2 0-16,-3 3 3 0,-2-3-2 0,0 1 2 16,-2 5-5-16,-2-1 5 0,-2 3-2 0,0 0-5 15,-1 2 5-15,-3 2-4 0,0 5-1 0,-5 2 1 0,-6 4-3 16,-8 7 5-16,3 2-2 0,0 3 2 0,1 1-8 15,4 3 9-15,6-6-1 0,3 1-23 0,0 6-36 16,3-5-46-16,5 2-42 0,2-2-31 0,4-1-32 16,6-1-37-16,3-2-68 0,10 0-68 0,-5-3-257 15,11-3-698-15,-2-1 309 0</inkml:trace>
  <inkml:trace contextRef="#ctx0" brushRef="#br0" timeOffset="33120.74">13477 6563 5 0,'7'-4'353'0,"-1"2"0"0,1-3 6 16,4 0 0-16,-4-1-9 0,0 1-12 0,1-3-6 16,0 1-13-16,0 1-24 0,-3-1-23 0,4-4-21 15,0 2-22-15,2-3-16 0,0 0-17 0,-1-1-11 16,0-3-23-16,1 2-6 0,-3 1-11 0,-1-4-11 16,-1 1-16-16,1 0-8 0,-1-1-15 0,-1 2-5 15,0 6-10-15,-1-4-5 0,-6 4 1 0,4 1-2 16,0 1-9-16,-2 7-6 0,2-12-7 0,0 7-6 15,-2 5-12-15,0 0-6 0,3-7-5 0,-3 7-7 16,0 0 2-16,0 0 3 0,-11 21-4 0,7-10 1 16,1 0-7-16,-2 2 3 0,3-1-5 0,-2 0-1 15,4 1-2-15,0 0 2 0,2-2-2 0,0 0 2 16,5 0 1-16,0-1 0 0,1-2 1 0,1-3 1 16,3 0-2-16,-1 0 2 0,8-2-4 0,-2-3 0 15,1-1-3-15,0-1 4 0,-4 0-2 0,-1-2 2 16,1-1-5-16,-4 1 5 0,-1-4-1 0,1 1-2 0,-2-1 0 15,-3-1-3-15,1-1-3 0,-3-1-3 16,0 0-4-16,-1-1-1 0,-2 2-2 0,0 1 3 16,2 1-1-16,-2 8 1 0,0-14 1 0,0 14 2 15,-2-9 0-15,2 9-9 0,0 0 5 0,0-10-5 0,0 10-5 16,0 0 2-16,0 0 5 0,0 0 4 0,0 0 3 16,-6 22 2-16,2-11 0 0,2 3 3 15,-4 4 1-15,1-1 0 0,1 1-1 0,0 0 1 16,3-1 0-16,0 2 3 0,-3 0-5 0,4 0 4 0,-2-2-4 15,2 0-17-15,-2-2-18 0,0-3-40 16,0 0-36-16,1-1-38 0,-3-1-46 0,4 0-45 16,-6-1-43-16,1 0-60 0,-4-2-77 0,0-1-291 15,-2-2-772-15,-3 0 342 0</inkml:trace>
  <inkml:trace contextRef="#ctx0" brushRef="#br0" timeOffset="33310.12">13532 5996 4091 0,'-8'-8'21'0,"-1"1"-27"0,2-2-18 16,-2 6 3-16,5-1-1 0,4 4-4 0,-9-8-8 16,9 8-20-16,-5-4-17 0,5 4-22 0,0 0-8 15,-9 0-17-15,9 0-24 0,0 0-47 0,0 0-52 16,0 0-254-16,0 0-537 0,16 19 237 0</inkml:trace>
  <inkml:trace contextRef="#ctx0" brushRef="#br0" timeOffset="39160.26">14496 6080 90 0,'-3'-10'247'0,"2"3"-10"0,1 7-9 16,-5-12-11-16,3 6-8 0,2 6-12 0,-2-8-12 16,2 8-5-16,-3-9-16 0,3 9-18 0,0 0-17 15,-1-7-16-15,1 7-12 0,0 0-17 0,0 0-10 16,0 0-7-16,0 0-4 0,0 0-8 0,4 24-8 15,-4-6-1-15,2 1-4 0,-2 4-3 0,2 4-6 16,-4 0-3-16,4-3-1 0,-2 2-7 16,0-7 23-16,0 6-4 0,0-6-3 0,6 6 0 0,-6-4-8 15,1 2-5-15,-1-5-12 0,0 0-20 0,2 0-19 0,-2-1-19 16,-2 0-23-16,4 0-32 0,-2-2-31 16,1 2-31-16,-1-6-42 0,0 2-35 0,-1-3-148 15,-2-1-420-15,-1 1 186 0</inkml:trace>
  <inkml:trace contextRef="#ctx0" brushRef="#br0" timeOffset="39870.75">14510 6514 163 0,'0'0'222'16,"2"-6"-16"-16,0 0-10 0,3 0-9 0,0 2-15 0,1-2-6 15,1-2-12-15,2 0-10 0,1-2-13 16,4 1-10-16,-3-2-9 0,5 0-5 0,-4 0-6 15,2 1-7-15,1-2 0 0,-2 2-9 0,0-1-4 16,-1 3-4-16,-5-2-7 0,0 0-4 0,1 1-7 16,-3-2-8-16,0 2-4 0,-1-3 0 0,-2 2-1 15,-1 0-3-15,1 5-1 0,-2-6 0 0,0 11 2 16,-2-13-3-16,2 13 2 0,-1-10-4 0,1 10 1 16,-1-7-10-16,1 7-4 0,0 0-6 0,0 0-4 15,0 0-1-15,0 0-2 0,-21 14-3 0,15-4-1 16,-1 0 1-16,0 2-1 0,2-1 2 0,2 3-4 0,2-1-2 15,1-1-5-15,0-2 1 0,4 4-9 16,0-4-3-16,3 2-1 0,1-3-6 0,4-1 1 16,-2-1-9-16,8 1 1 0,0-4-2 0,0-1-2 15,-1-3 1-15,1 2-5 0,3-4 5 0,-1-1 8 0,-3 0-3 16,0-2 2-16,-5 1 2 0,1-3 1 0,-4 1 2 16,-1-2 5-16,2 0 0 0,-4-2 1 0,-1-2 2 15,-1 0 0-15,1-4 1 0,-2 0 3 16,-3-2 4-16,1 6 6 0,0 1 3 0,-2 0 10 15,3 2 6-15,-2 1 2 0,0 8-5 0,0-11-6 0,0 11-9 16,3-6 12-16,-3 6-16 0,0 0 1 16,0 0 0-16,0 0-2 0,0 0 10 0,4 35 2 15,-4-17-1-15,-4 0-1 0,4 0-2 0,-3 2 0 16,3-3-1-16,0 2 1 0,0-3-3 0,0-3 4 16,-1 0-5-16,1-4-1 0,1 4-3 0,-1-5 5 0,3 0-2 15,-3-8 0-15,3 9-7 0,-1-4 4 16,-2-5 0-16,6 5-1 0,-6-5-3 0,11 0 3 15,-11 0-4-15,14-5 2 0,-5-2 1 0,-1 4-1 16,-1-5-2-16,3 0 4 0,-2 2 4 0,-1-5-6 0,0 3 0 16,4-6 1-16,-1 1-2 0,-4 2-2 0,3-3 2 15,-3 2-1-15,-2 1-1 0,-1 0 2 0,1 3 0 16,-1 2 0-16,-1-1 3 0,0 2 6 16,-2 5 0-16,5-10 1 0,-5 10-5 0,4-5 0 15,-4 5-7-15,0 0 0 0,0 0-4 0,0 0 7 0,0 0-2 16,0 0 4-16,0 0-3 0,-9 32 6 0,5-23-3 15,1 4 2-15,-1 0-6 0,2 1-1 0,0 2-6 16,-2 0-9-16,1-2-15 0,1 0-16 0,1 1-18 16,-1-1-27-16,1-2-36 0,1-1-45 15,0 0-43-15,1 1-208 0,-1-5-464 0,3-1 206 0</inkml:trace>
  <inkml:trace contextRef="#ctx0" brushRef="#br0" timeOffset="40138.41">15625 5988 247 0,'3'-10'327'0,"-2"2"-28"0,2 3-36 16,-3 5-29-16,0 0-26 0,0-8-13 0,0 8-17 15,0 0-8-15,0 0-5 0,2 36-18 0,-2-9-10 16,-2 6-12-16,4 1-6 0,-2-2-8 0,0 3-12 15,2-2-6-15,-1-1-11 0,-1-1-5 0,2-3-9 16,-1-1-6-16,-1-1-6 0,3 0 6 0,1-1-15 16,-3-8-5-16,-1 0-14 0,2-1-23 0,-2-3-34 15,0-2-24-15,0 1-24 0,0-2-32 0,-2-1-46 16,1-3-51-16,1-6-41 0,-5 13-215 0,-1-9-500 16,-2-3 221-16</inkml:trace>
  <inkml:trace contextRef="#ctx0" brushRef="#br0" timeOffset="40805.01">15569 6257 31 0,'10'-12'190'0,"3"-1"-24"15,1 2-16-15,2-3-15 0,0 2-9 0,1 0-3 16,1 1 0-16,-2-1-8 0,2 1 9 0,-4 0 0 16,2 1 4-16,-4 0-2 0,-2 1 0 0,-2 2 6 15,0-3-3-15,-2 1-9 0,2 1-4 0,-2-1-10 16,-2-1-6-16,0-1-5 0,-1 0-5 0,-1 2-3 15,2 1-3-15,-3 1-6 0,-1 7-4 0,4-9-15 16,-4 9-7-16,1-6-8 0,-1 6-4 0,0 0-4 16,0 0-6-16,0 0-6 0,4 25 1 0,-4-9-2 15,-2 12 2-15,2 3-4 0,-2-1 0 0,1 2-2 16,0-2-1-16,-3-2 0 0,3 0-3 0,-2-2-5 16,2-6 3-16,1-3-3 0,-1 2-2 0,-1-6 0 15,2-1-3-15,-1-5-3 0,1 0-2 0,0-7-5 16,-1 11 3-16,1-11 4 0,1 9 1 0,-1-9-2 15,0 0 4-15,4 3 0 0,-4-3-4 0,0 0-4 16,0 0 3-16,24-14-2 0,-14 8 3 0,4-2-6 16,-2 0 6-16,2 2-6 0,-3 1 0 0,0 1 1 15,0 0-2-15,7 1 2 0,-5 3-3 0,-2 0 0 16,0 3 1-16,3 0 3 0,-1 0-2 0,4 3 4 16,-1 0-1-16,-2-1 5 0,4 0-2 0,0-1-2 15,-2 2 3-15,2-3 0 0,1-1 3 0,2 0-4 0,0-2 1 16,7-5 0-16,2 3 1 0,-3-5 0 15,-6 1-3-15,-1 0 0 0,-1 0 5 0,-4-1 2 16,-2 1-3-16,2-1 0 0,-5 1 1 0,-1-2 0 16,-1 0 3-16,-1 1 8 0,-4-3 5 0,1 5 3 15,-1-3 1-15,-2-1 2 0,0 2 11 0,-1 7 7 16,-2-12 9-16,2 12-6 0,-5-9-15 0,0 5 9 16,5 4 0-16,-13-5-13 0,5 5 3 0,8 0-4 15,-20 4-5-15,9-1-2 0,2 1-6 0,0 3-1 16,0-2-1-16,6 2-4 0,-4-1 0 0,4 0-6 15,-1-1-10-15,4-5-13 0,-4 12 0 0,2-7-6 16,2-5 0-16,0 0 1 0,4 14-4 0,-1-11 3 16,-3-3 3-16,10 7 1 0,-6-4 1 0,1-1 2 15,0 2 2-15,-5-4 1 0,10 3-1 0,-3-1 1 16,-7-2 4-16,9 7 0 0,-5-5-14 0,1 2-18 16,0 0-7-16,-1 0-14 0,-4-4-33 0,8 11-29 0,-5-4-39 15,0 0-32-15,1 0-39 0,-3 0-227 16,0 0-500-16,2-1 221 0</inkml:trace>
  <inkml:trace contextRef="#ctx0" brushRef="#br0" timeOffset="40997.25">16519 6319 114 0,'7'-8'179'15,"1"2"-5"-15,-2-2-4 0,0 2-3 0,-1 3-8 0,2-2-13 16,-7 5-6-16,11-4-20 0,-11 4-8 15,11 2-7-15,-11-2-5 0,10 5-10 0,-3 1-7 16,-2 1-5-16,0 0-12 0,1 1-2 0,-1 3-4 16,0-1-8-16,-2-1-9 0,1 2-34 0,-2 0-41 15,1-2-59-15,1 1-64 0,-3-2-171 0,0-2-353 0,-1-6 157 16</inkml:trace>
  <inkml:trace contextRef="#ctx0" brushRef="#br0" timeOffset="41270.74">17045 6034 153 0,'-1'-13'347'0,"0"3"-7"0,1 4-11 0,0 6-25 16,0-13-37-16,0 13-30 0,-3-8-26 0,3 8-26 15,0 0-16-15,0 0 12 0,0 0 1 0,1 34-21 0,1-15-12 16,-2 10 2-16,1 0-17 0,0 1-10 0,-2 2-10 15,2-1-6-15,-1 0-9 0,0-3-10 16,0 1-9-16,0-3-5 0,3 1-8 0,-3-1 4 16,0-2-23-16,0-6-20 0,0-2-33 0,0 0-50 0,-3 0-31 15,3-7-30-15,-1 1-30 0,1 0-34 0,0-10-49 16,0 12-40-16,0-12-46 0,-1 6-186 16,1-6-542-16,0 0 240 0</inkml:trace>
  <inkml:trace contextRef="#ctx0" brushRef="#br0" timeOffset="41720.65">17030 6241 27 0,'4'-10'206'0,"2"0"-16"0,2 0-19 0,1 1-14 15,2-4 7-15,3 1-15 0,0 2-9 0,3 0-7 0,0-2-4 16,0 1-6-16,0 1 0 0,7-3-10 0,-7 2-2 16,-3 2 0-16,1-2-5 0,1 3-2 0,-7 0-8 15,1 1 1-15,0 0-1 0,-3 0 2 16,1 0-2-16,-3-1-4 0,2 1 2 0,-4 1-1 15,0 1 1-15,-3 5-7 0,6-8-2 0,-6 8-9 16,3-5-10-16,-3 5-12 0,0 0 1 0,7-4-10 0,-7 4-4 16,0 0 3-16,0 0-7 0,0 0 5 0,-3 31 5 15,2-16 7-15,2 5-6 0,-2 4-5 0,2-5-5 16,-2 0 5-16,3 6-7 0,1-7-8 0,-2 0 2 16,2 2-3-16,2-5-1 0,1 0 12 0,1 0-3 15,0-3 2-15,1-2-4 0,1-1 6 0,2-1-6 16,0-1 5-16,5-1-7 0,2-2-5 0,-1 3 1 15,-1-6-6-15,3-1 2 0,0 0-22 0,-3-3 23 16,1 1-3-16,-2-1-3 0,-5-1-11 0,3-3 1 16,-3 1 4-16,-1-2-10 0,-1 0-6 0,-1-2 6 15,0 0-24-15,-1-2 17 0,-3 2-16 0,0-3 16 16,-2 3-4-16,0 4 10 0,-1 6 9 0,-1-13-5 16,1 6 2-16,0 7-6 0,0 0-2 15,0 0-5-15,0 0 7 0,0 0-2 0,-18 12 1 0,11-4-3 16,0 2 14-16,0 0-26 0,2 0-40 0,1 2-30 15,1-3-27-15,1 4-18 0,2-3-29 0,0 0-53 16,4-2-67-16,1 2-66 0,-1-5-190 0,4 2-579 16,-8-7 255-16</inkml:trace>
  <inkml:trace contextRef="#ctx0" brushRef="#br0" timeOffset="42573.58">7214 7121 170 0,'-3'-10'290'0,"2"4"-16"16,-2 0-17-16,3 6-21 0,-3-12-27 0,3 12-24 15,-2-8-21-15,2 8-18 0,0 0-17 16,0 0-5-16,0 0 5 0,2 35 2 0,0-7-6 0,-1 4-9 16,1 3-13-16,-1 12-8 0,4 0-5 0,-2-12-10 15,2 9-9-15,-1-7-2 0,-3-6-13 16,3 5-1-16,0-2-4 0,-1-1 1 0,1-3-13 16,0 0-2-16,1-1-3 0,-1-4-6 0,-2 0-12 15,0-6-23-15,-1-1-32 0,0 0-19 0,-2 0-18 0,-2-2-39 16,2 0-31-16,-1-7-45 0,-2 3-37 0,1-5-38 15,-2 1-141-15,0-4-438 0,0-1 193 16</inkml:trace>
  <inkml:trace contextRef="#ctx0" brushRef="#br0" timeOffset="42803.83">7292 7346 16 0,'19'-18'186'0,"-2"8"-10"0,-2 1-6 0,3 2-21 15,-5 4-13-15,1 0-14 0,-1 3-8 0,-3 1-14 16,1 4 1-16,-2 2 12 0,1 2 3 0,-3 2 3 16,-5 2-6-16,1 3-6 0,-4 2-5 0,-3 1-7 15,-3 1-6-15,-5 2-10 0,-4-2-6 0,-2 1-7 16,5-4-6-16,-6 4-5 0,4-8-6 0,-2-1-16 16,1 1-15-16,0-4-24 0,2 0-39 0,2-2-37 15,1-3-46-15,1 1-28 0,3-3-41 0,-1-1-128 16,1 0-350-16,7-1 155 0</inkml:trace>
  <inkml:trace contextRef="#ctx0" brushRef="#br0" timeOffset="43079.5">7398 7505 9 0,'6'2'190'0,"-6"-2"-14"0,12 7-6 16,-7-3-4-16,1-2-3 0,1 2-2 0,3 1-8 15,-1 1-13-15,2-3 5 0,2 1-9 0,-3-1-6 16,6-1-3-16,0-2-5 0,2 1-12 0,0-2-1 15,1-4-6-15,0 2-8 0,-1-1-7 0,0-2 0 16,-2-1-6-16,-4 3-5 0,0-4 1 0,-2 3 0 16,0-3-10-16,-1 1-1 0,-4 0-3 0,1-3 0 15,-4 2 3-15,-1-2-13 0,-1 1 3 0,-1-2-10 16,-7 0-5-16,2 2-4 0,-2 0-1 0,-3 3-2 16,1-2-12-16,-6 2-9 0,5 1-6 0,-5 1-17 15,2 4-21-15,3 0-25 0,-3 1-15 0,2 3-27 16,1 0-29-16,-6 2-44 0,6 2-41 0,-1-3-37 15,2 4-180-15,3-3-463 0,2-2 205 0</inkml:trace>
  <inkml:trace contextRef="#ctx0" brushRef="#br0" timeOffset="43312.01">7801 7193 64 0,'0'-13'287'0,"-2"2"-3"0,4 1-13 0,-2 2-8 15,0 8-10-15,-2-10-20 0,2 10-23 16,-1-9-26-16,1 9-23 0,0 0-12 0,0 0-2 16,0 0-11-16,0 0-2 0,1 46 1 0,-1-21-8 15,-1 4-16-15,0 3-8 0,-1-1-11 0,4-1 8 16,-1 0-25-16,-1 0-2 0,0-4-6 0,3 1 0 0,-1-8-15 16,-1 0-12-16,3 0-31 0,-1-1-27 15,0 0-34-15,0-4-23 0,0 2-31 0,-3-3-47 16,2 0-56-16,1-8-49 0,-2 3-235 0,-1-2-534 15,0-6 237-15</inkml:trace>
  <inkml:trace contextRef="#ctx0" brushRef="#br0" timeOffset="43449.65">7734 7322 91 0,'1'-12'157'0,"-1"12"-12"0,7-1-33 0,-7 1-46 0,0 0-55 15,19 11-61-15,-13-3-39 0,1 1-97 16,0 3 44-16</inkml:trace>
  <inkml:trace contextRef="#ctx0" brushRef="#br0" timeOffset="43687.44">7951 7578 158 0,'8'-8'255'0,"2"-1"-11"0,0 1-10 15,1-4-13-15,0 0-10 0,-2-1-14 0,1 1-5 16,-1-2-7-16,-2 2-12 0,-4 1-8 0,3 1-4 16,-3-1-20-16,0 0-13 0,1 0 16 15,-4 4-10-15,0 0-6 0,0 7-3 0,-4-14-1 16,4 14-29-16,-8-7-9 0,3 4-13 0,5 3-11 0,-19 4-13 16,9 1-13-16,-4 4-15 0,1 1-7 0,0 4-30 15,0 0-20-15,4-1-23 0,3 2-21 0,1 2-39 16,2-1-64-16,6-4-56 0,1 4-265 15,1-6-546-15,1 2 241 0</inkml:trace>
  <inkml:trace contextRef="#ctx0" brushRef="#br0" timeOffset="43904.18">8216 7483 33 0,'2'-16'266'0,"3"-1"-6"0,2 2-8 0,-3-5-1 16,2 7-2-16,-2-3-9 0,-2 4-18 0,2 5-12 15,-1 1-21-15,-2-1-20 0,3 2-12 0,1 2-20 16,-5 3-18-16,10-4-12 0,-10 4-10 16,12 4-14-16,-7 0-7 0,3 3-3 0,-1 3-11 0,2 3-3 15,-2-2-20-15,0 3-19 0,-3 3-28 0,4 0-29 16,-6-1-34-16,0-1-51 0,-5 3-69 0,3-6-62 16,0 4-195-16,0-5-486 0,1-2 215 0</inkml:trace>
  <inkml:trace contextRef="#ctx0" brushRef="#br0" timeOffset="44154.1">8547 7323 2426 0,'-4'-24'40'16,"0"-5"28"-16,-1 0 40 0,1 2-2 0,-2 9 28 16,1 2 20-16,0 3-6 0,2 2 10 0,2 2-5 15,-2 0 0-15,2 0-14 0,1 9-14 0,-1-10-14 16,1 10-17-16,0 0-9 0,0 0-12 0,0 0 19 15,0 0-9-15,1 40-3 0,3-16-1 0,-2 5-5 16,2 1-7-16,-1-1-6 0,0 0-8 0,0-1-4 16,-2 1 0-16,2-3-7 0,-3 1-3 0,1-2-19 15,-1-6-24-15,0 0-21 0,1-2-43 0,-1 2-36 16,0-4-29-16,2-3-27 0,-1 0-27 0,-1 0-39 16,-1-2-50-16,2-1-47 0,0-3-271 0,-1-6-642 15,0 0 285-15</inkml:trace>
  <inkml:trace contextRef="#ctx0" brushRef="#br0" timeOffset="44420.5">8468 7400 2264 0,'0'0'84'0,"-6"-10"-23"0,6 10-24 16,-2-8-15-16,2 8-5 0,-3-6-4 0,3 6-3 16,0 0 2-16,0 0 4 0,0 0-6 0,0 0 2 0,9-9 7 15,-2 9 4-15,4 0 6 0,7-6 0 16,0 5-2-16,0-2-3 0,1 0 1 0,-1 3-6 15,2-2-1-15,-4 2-1 0,-1-1-5 0,-1 0 0 16,-4 2-3-16,2-1 2 0,-6 1 6 0,3-1 11 16,-2 2 9-16,0 1 8 0,-7-3 8 0,13 8 4 15,-8-3 6-15,-1 1-2 0,1 3-4 0,-2-1 2 16,1 4-4-16,-2-2 5 0,4 0-13 0,-6 2-23 16,2-1-24-16,-2 1-31 0,0-2-24 0,-2 3-31 15,1 1-49-15,-3-1-63 0,3-4-54 0,-1 3-205 0,0-2-494 16,1-4 219-16</inkml:trace>
  <inkml:trace contextRef="#ctx0" brushRef="#br0" timeOffset="44577.33">8666 7203 122 0,'0'0'94'0,"0"0"-38"0,0 0-50 0,0 0-53 16,0 0-50-16,0 0 22 0</inkml:trace>
  <inkml:trace contextRef="#ctx0" brushRef="#br0" timeOffset="44955.15">9080 7299 185 0,'-16'0'285'0,"1"4"-4"0,-1 1-10 16,-1 2-15-16,-1 1-15 0,2 5-13 0,0-1-19 16,1 1-11-16,1 2-18 0,2 1-16 0,2 1-15 0,2-3-15 15,2 2-7-15,2-1-13 0,3-2-16 16,1 1-6-16,1-4-2 0,3 3-14 0,0-4 0 16,2 0-10-16,4 0-5 0,-1-2-4 0,3-3-10 15,4 1-10-15,-3-3-9 0,8-1-6 0,-9-2-11 0,2 1 1 16,3-1 0-16,-4-5-1 0,-2 3 4 0,1-1-2 15,-3-2-1-15,0-1-3 0,-2-1 1 16,0 1-1-16,-2-1 5 0,-1 2-6 0,-2-4-2 16,-1 3-4-16,1-1 9 0,-2 8-9 0,0-11 7 15,0 11 3-15,0-9 5 0,0 9-7 0,2-6-3 0,-2 6 5 16,0 0-6-16,0 0 0 0,0 0 7 0,0 0 7 16,0 0 6-16,0 0-13 0,-1 25 0 15,0-16-3-15,1 2 6 0,0 1-8 0,1 2-3 16,0-3-27-16,1 1-34 0,-1 1-26 0,0-5-30 0,2 5-35 15,-1-2-48-15,5-2-57 0,-2 0-72 0,-1-3-167 16,-4-6-531-16,10 7 235 0</inkml:trace>
  <inkml:trace contextRef="#ctx0" brushRef="#br0" timeOffset="45175.12">9374 7159 11 0,'0'-14'346'0,"-2"3"-4"0,4 2-9 0,-1 2-22 16,-1 7-31-16,4-9-25 0,-4 9-16 0,0 0-14 16,0 0-4-16,0 0-11 0,-4 36-12 0,0-11-16 15,2 4 3-15,-2-1-34 0,2 3-11 0,0 0-8 16,-2 1-9-16,3-2-23 0,-1 0-20 0,-1-4-36 16,3 2-55-16,-5 1-49 0,2-3-50 0,3 2-52 15,-1-4-83-15,0-6-73 0,-2 0-216 0,4-1-578 16,-1-6 256-16</inkml:trace>
  <inkml:trace contextRef="#ctx0" brushRef="#br0" timeOffset="45904.13">10019 7452 247 0,'0'0'282'0,"0"0"-23"15,0 0-12-15,0 0-18 0,0 0-13 0,0 0-16 16,-19 16-14-16,15-8-18 0,-1 1-16 0,1 1-14 16,2-2-13-16,-1-1-11 0,2 2-5 0,1-1 6 15,0-8-17-15,2 15-10 0,2-8-4 0,4 1-2 16,-2-4-9-16,2 3-2 0,2-3-10 0,1-2-4 0,1 0-6 16,2-1-1-16,-2-1-4 0,-1-1-4 0,2-1-12 15,-3 1-5-15,2-4-2 0,-4 4-3 16,2-5-8-16,-4-1-10 0,0-2-2 0,2 2-14 15,-7-4-7-15,-2 2-6 0,1-2 2 0,-1-1-3 0,-4-4-1 16,-2 0-1-16,0 0 5 0,-1 2 2 16,-2 1 3-16,-1 0 2 0,2 6 7 0,-3-2 1 15,4 1 4-15,0 2 0 0,2 2 1 0,0 1-4 16,6 3 1-16,-7-3-6 0,7 3 5 0,0 0-2 0,0 0-3 16,0 0 0-16,0 0 3 0,0 0-4 0,0 0 1 15,23 10 4-15,-5-9 3 0,4-2-9 0,6-2 2 16,4-1-2-16,-1-3 1 0,1-1 0 0,-3 0-1 15,-1-2 4-15,-1-2 1 0,-8 2 2 0,-1-1 3 16,-3 0-2-16,-3-2 5 0,-2 0 1 0,-1-2 9 16,-4-2 3-16,-2 0 4 0,0 1 4 0,-3-3 2 15,2 3 3-15,-2 3 3 0,-3-3 4 0,3 7 7 16,-1-2 3-16,0 4 8 0,1 7-9 0,-2-12 14 16,2 12-15-16,-1-9-7 0,1 9-9 0,0 0 6 15,0 0-9-15,0 0 9 0,0 0-4 0,-5 37 8 16,5-5-1-16,-4 1-3 0,0 16 7 0,0-1-2 15,1 0 4-15,-3-2-14 0,3-10 5 0,0 9-5 16,0 1 4-16,1-12-5 0,-2 0-3 0,0 0 3 16,2-4-1-16,-1 1-5 0,5-1-8 0,-5-6-14 15,3-6-23-15,0 1-34 0,0 0-21 0,0 0-35 16,0-3-44-16,-1-3-66 0,3-3-61 0,-4 1-227 16,2-3-561-16,-2-1 248 0</inkml:trace>
  <inkml:trace contextRef="#ctx0" brushRef="#br0" timeOffset="46070.01">10319 7491 152 0,'0'0'269'0,"7"-8"-26"16,-3 4-23-16,-4 4-21 0,14-3-21 0,-3-1-18 15,7 2-19-15,4-1-19 0,6 1-35 0,6-2-40 0,1 0-52 16,14-5-71-16,-14 6-79 0,-3-1-109 15,1-2-286-15,-4-1 127 0</inkml:trace>
  <inkml:trace contextRef="#ctx0" brushRef="#br0" timeOffset="47276.53">11378 7385 85 0,'-3'-7'283'0,"-2"2"-19"0,0-1-15 0,1 2-23 0,-4 1-16 16,8 3-7-16,-16-3-17 0,5 4-13 0,-3 4-11 15,3 0-12-15,-4 4-13 0,0 4-5 0,2 1-15 16,-5 4-13-16,2 2-7 0,6-1-11 15,-2 2-11-15,4-2-4 0,1 0-6 0,3-1-6 0,2 3-3 16,2-2-11-16,4-1-10 0,1-1-10 0,2 1-23 16,2-4-16-16,2 1-12 0,4-1-20 0,0-2-28 15,4-2-25-15,7-1-39 0,3-3-42 0,0-2-29 16,0-3-21-16,-1 1-151 0,-6-2-411 16,0-3 182-16</inkml:trace>
  <inkml:trace contextRef="#ctx0" brushRef="#br0" timeOffset="47637.45">11646 7545 96 0,'2'-14'164'0,"-1"1"9"0,0 0 2 16,-3 3 8-16,0 0 0 0,-3 1-4 0,0 0-10 16,-2 5-14-16,1 2-1 0,-3-2-12 0,-1 2-4 15,10 2-5-15,-23 6-6 0,12 1-3 0,-5 2-14 16,3 3-8-16,-1 2-8 0,5 1-12 0,-1 0-6 16,0-1-5-16,3 0-10 0,1 2-4 0,3-1-4 15,2-2-5-15,1-3-7 0,1 0 3 0,1 1-14 16,0-3-4-16,3 1 1 0,-1-5-4 15,1 3-5-15,2-3 7 0,-1 0-12 0,2-1 1 0,0-1-1 16,4-4-3-16,-12 2 1 0,13-3-1 0,-2 0-1 16,-3-2 3-16,0-2-3 0,0 3-2 0,0-5 0 15,-3 0-3-15,-1-1 3 0,-1 0-2 0,1 1 4 16,2-2-2-16,-6-1 1 0,3 2 3 0,-2 0 4 16,-1 1-1-16,0 9 10 0,4-12 0 0,-4 12 1 15,1-7-10-15,-1 7-6 0,0 0 3 0,3-6-5 16,-3 6 0-16,0 0-4 0,0 0 4 0,0 0 0 15,0 0-3-15,6 28 11 0,-5-20-10 0,1 5-1 16,0-3-1-16,2 2-23 0,1-1-10 0,2-2-5 16,-1 0-10-16,3 0-12 0,0-2-21 0,3-1-12 15,0-3-32-15,2-1-18 0,5-2-29 0,3-3-26 16,-2-3-20-16,2 1-6 0,-3-2-151 0,-2 0-403 16,-3-5 178-16</inkml:trace>
  <inkml:trace contextRef="#ctx0" brushRef="#br0" timeOffset="47838.32">11931 7481 80 0,'2'-20'119'0,"-4"1"12"15,2-1-5-15,0 1 10 0,0-1 3 16,0 0 11-16,-2 2 5 0,2-2 7 0,-2 8 6 16,1 1 2-16,0 2 4 0,1 9-19 0,0-13-19 15,0 13-14-15,0-6-15 0,0 6-4 0,0 0 5 16,0 0 2-16,0 0-3 0,2 29 2 0,0-11-2 16,0 3-1-16,-2 4-7 0,-2 1 4 0,4 3-17 15,-2-2-9-15,-2 2-11 0,2-1-4 0,2-3-7 16,-2 1-10-16,2-1-20 0,0-6-23 0,-1 2-26 0,2-5-30 15,-2 0-28-15,0 0-39 0,1-3-59 0,0-4-51 16,-2 2-254-16,0-5-526 0,0-6 234 16</inkml:trace>
  <inkml:trace contextRef="#ctx0" brushRef="#br0" timeOffset="48520.93">11931 7476 98 0,'4'-9'186'15,"-2"2"-26"-15,4-3-8 0,0 2 3 0,3-1-15 16,-4-1-4-16,5 1-5 0,0-3-3 0,-1 2-4 16,0-1-8-16,0 1-3 0,2-1-5 0,-1 1-7 15,-3 1 2-15,-2 0-2 0,2-1-5 16,-2 2 1-16,2 0-17 0,-5 1 0 0,0 3-5 0,-2 4-6 16,7-9-11-16,-7 9-3 0,2-7-8 0,-2 7-6 15,0 0 2-15,0 0 2 0,0 0 11 0,7 23-8 16,-7-7-2-16,-1 3-3 0,-1 5 4 0,2 1-11 15,-2 2-2-15,0 2-6 0,0-4 1 0,0-1 1 16,0-5-3-16,-1 0-4 0,3-3-2 0,-1-2-8 16,1-3 3-16,0 2 2 0,3-4 2 0,-3-2-6 15,0-7 0-15,1 12-3 0,-1-12 1 0,2 7 4 16,-2-7-4-16,0 0 2 0,0 7 3 0,0-7-3 16,0 0 6-16,0 0-8 0,0 0-6 0,0 0 2 15,18-20-8-15,-11 12-1 0,-1-1 10 0,5-3-11 16,-1 1-3-16,0 0 0 0,-1 2-3 0,3 2 10 15,-5 0-8-15,1 0 0 0,1 5 0 0,-2-1-6 16,0 2 3-16,0-1 9 0,-7 2-8 0,16 2-4 16,-9-1 6-16,3 2-1 0,2 3 1 0,-3-3 11 15,-1 2-9-15,1 0 4 0,1 1 1 0,-1 0-4 16,1-4 3-16,0 2 6 0,1-2-2 0,0-2-5 0,-2 0 4 16,1 0 1-16,0 0 1 0,2 0 2 15,-4-1-4-15,-8 1 10 0,14-5-11 0,-7 1 0 16,-2 2 1-16,3-2-2 0,-5 0 3 0,3 1-4 15,-6 3 4-15,6-9-1 0,-2 4-1 0,-4 5 1 16,6-6-6-16,-6 6-1 0,0 0-2 0,4-5 2 0,-4 5-4 16,0 0-1-16,0 0 11 0,0 0-7 0,17 5-3 15,-13-1 6-15,2 3-1 0,1 0 2 16,-1-4 1-16,4 2 3 0,1 0-3 0,-2 0 2 16,5-2-2-16,-3-1 1 0,3-1-1 0,-1 0 7 15,-2-2-2-15,3-2-2 0,-1 0 5 0,1-1 25 0,-5-1 9 16,3-2-2-16,-2 2 12 0,-3-1-6 15,-3-2 7-15,-1 2 4 0,3-4 0 0,-6 2-3 16,2 1-4-16,-4-3-5 0,0 0-3 0,-3 5-6 0,1-4-5 16,-4 1-11-16,0 1-6 0,3 3-21 15,-1-2-11-15,-3 4-22 0,3-2-28 0,6 4-29 0,-14-1-28 16,14 1-28-16,-13 3-41 0,13-3-78 16,-10 6-261-16,10-6-578 0,0 0 255 0</inkml:trace>
  <inkml:trace contextRef="#ctx0" brushRef="#br0" timeOffset="49095.47">12922 7395 278 0,'0'0'302'16,"-16"-2"-6"-16,5 5-7 0,0 1-11 0,2 0-23 16,0 1-13-16,-5 5-13 0,3 0-11 0,-2 3-27 15,3-1-24-15,2 1-10 0,-1 1-20 0,2 0 2 16,4 1-26-16,1-3-13 0,0 1-9 0,4-1 0 15,3 2-7-15,0-3-6 0,2-1-20 0,-1-1-3 16,3-1 3-16,3-2-11 0,0-1-10 0,2-2 0 16,2-4 0-16,2 2-5 0,0-5 0 0,0 0 4 15,-3-5-16-15,2-2-1 0,-4 3-2 0,-2-8-11 16,0 4 13-16,-4-4-4 0,1-1-4 0,-2-3-3 16,-2 0 1-16,-4-6 1 0,2-1-10 0,-4-3 6 15,4 0-2-15,0 2-2 0,-6-4 2 0,4 3 1 16,-6-2 1-16,6 6 5 0,-1 0 6 0,-2 9 0 15,3-1 23-15,-2 6 6 0,2 0-5 0,0 4-8 16,0 7 1-16,-2-9-20 0,2 9 6 0,0 0-3 16,0 0 3-16,0 0 2 0,0 35 3 0,-4-8-5 15,1 4 2-15,-1 4-4 0,-4-2 1 0,7-1-3 16,-3 0-7-16,1-2 8 0,3 2-3 0,5-4-3 16,-2-2 9-16,1-6-9 0,2-6-3 0,3 4 4 15,1-4 5-15,3 2-1 0,5-6 7 0,-3-4-3 16,4 1 2-16,2-5-3 0,0 1-3 0,6-6 0 15,0 0-16-15,0-3-2 0,-4 0-2 0,-4-2-4 0,0-1-12 16,3-7 1-16,2 1-18 0,-7 3 5 16,2-5-3-16,-2-1 2 0,-5 2 6 0,-4-1-1 0,-1 3 6 15,-1-2 15-15,-2 6-11 0,-3 0 9 0,-1 1 5 16,0 2 9-16,0 7 3 0,-1-11 5 16,1 11-9-16,-10-2 12 0,10 2-5 0,-19 6 1 15,4 3-1-15,3 2 4 0,-1 2-6 0,4 0-1 0,-3 2 3 16,4 1-18-16,3-1-26 0,3 2-43 0,2-6-48 15,3 2-39-15,3 1-43 0,7-1-57 0,1-5-65 16,5-1-280-16,7-1-659 0,5-3 292 0</inkml:trace>
  <inkml:trace contextRef="#ctx0" brushRef="#br0" timeOffset="49213.85">13754 7516 150 0,'10'-1'485'0,"-10"1"-45"15,5-2-22-15,-5 2-6 0,0 0-4 0,0 0-36 16,6-4-39-16,-6 4-35 0,0 0-33 0,0 0-46 15,0 0-58-15,0 0-94 0,5-4-98 0,-5 4-117 16,0 0-152-16,0 0-292 0,0 0-641 0,0 0 284 16</inkml:trace>
  <inkml:trace contextRef="#ctx0" brushRef="#br0" timeOffset="71480.56">11912 7987 46 0,'0'0'74'0,"0"0"-6"0,0 0 0 0,0 0-9 0,0 0-4 16,0 0-2-16,0 0-2 0,0 0-14 0,0 0-7 15,0 0-11-15,0 0-14 0,0 0-7 16,0 0-10-16,0 0-6 0,0 0-10 0,0 0-19 0,-15 16-30 16,9-13-82-16,0 0 36 0</inkml:trace>
  <inkml:trace contextRef="#ctx0" brushRef="#br0" timeOffset="88104.84">7399 8525 239 0,'2'-8'230'16,"-2"8"-13"-16,-2-10-9 0,2 10-8 0,0 0-13 15,2-10-8-15,-2 10-15 0,0 0-20 0,0 0-11 16,-3-7-10-16,3 7-22 0,0 0-10 0,0 0-9 16,0 0-5-16,0 0-4 0,0 0-4 0,-3 39-5 15,3-21 1-15,-1 2 3 0,1 8-7 0,0-1-5 0,0 5-6 16,-3-3-3-16,0 1-5 0,1-4 0 16,1 3-8-16,0 2 2 0,-1-6-4 0,1-4-2 15,0-3-4-15,-2 1 0 0,3-1-5 0,-3-2 0 16,1 1-4-16,1-1 2 0,1-4-3 0,0 0-6 0,-1 0-13 15,1 0-14-15,0-3-23 0,0 1-13 0,-1-3-32 16,1-7-38-16,1 12-41 0,-1-12-33 16,0 7-49-16,0-7-150 0,0 0-428 0,0 0 190 15</inkml:trace>
  <inkml:trace contextRef="#ctx0" brushRef="#br0" timeOffset="88354.1">7360 8514 102 0,'10'-17'192'0,"4"7"-5"16,0-3-15-16,2 6-7 0,-1-3-10 0,-2 5-14 15,-2 3-11-15,-1 1-13 0,1-2-11 0,1 6-11 16,-4 0-1-16,3 2-8 0,-3 2-1 0,-2 3-6 16,-2 0-3-16,-1 1-3 0,-1 6 0 0,-4 2-8 15,-3-2-3-15,-1 2-8 0,0-2-3 0,0-1-5 16,-3 2-3-16,0-3-9 0,1 2 1 0,-3-2-16 15,2 2-15-15,-2-2-21 0,0-3-30 0,5 0-34 16,-1-2-32-16,2-2-24 0,1 3-15 0,3-2-18 16,-2 0-134-16,0 1-330 0,5-4 146 0</inkml:trace>
  <inkml:trace contextRef="#ctx0" brushRef="#br0" timeOffset="88620.83">7568 8822 156 0,'0'0'194'0,"5"7"-5"0,-4-1-10 0,-1-6-9 15,3 8-15-15,-2-2-12 0,-1-6-6 0,4 9-10 16,-1-4-9-16,-1 0-9 0,6-1 1 0,-3 1 2 16,1-3-3-16,2 1-7 0,5-1-3 0,-2-1-2 15,2-2-7-15,5-1-2 0,-5-1-5 0,6-2-10 16,-6 0-2-16,2-1-8 0,0-3-4 0,-1 1-1 16,-2-6 6-16,-3 6-16 0,-3-2-6 0,0-1-2 15,-3 1-2-15,-2-1 3 0,-1 0-7 0,-2-2 3 16,-3-3-7-16,-2 3-2 0,-2 1-5 0,2 2 0 15,-6-2-8-15,1 3-8 0,2 3-2 0,-3 0-16 0,1 3-16 16,-1 0-14-16,-1 3-18 0,-4 5-21 0,0 1-30 16,3 1-34-16,3 0-43 0,-2 4-39 15,6 0-188-15,1-2-448 0,2 2 199 0</inkml:trace>
  <inkml:trace contextRef="#ctx0" brushRef="#br0" timeOffset="88854.13">7887 8571 114 0,'2'-17'281'16,"-1"0"-10"-16,-2-1-9 0,1 3-9 0,-2 4-4 15,2 4-7-15,-1-4-4 0,1 11-11 0,-1-11-31 16,1 11-29-16,0 0-17 0,1-7-14 0,-1 7-16 16,0 0-1-16,3 26-7 0,-2-10 0 0,0 13-9 15,1 4-15-15,-2 1-9 0,0-2-8 0,-2 2-6 16,2 0-3-16,0-1-15 0,0-3 0 0,2 2-21 15,-1-5-26-15,-2-2-43 0,3 0-21 0,-2-7-27 16,1 1-34-16,-1-1-56 0,0-4-61 0,0-3-274 16,-1 0-558-16,0-2 248 0</inkml:trace>
  <inkml:trace contextRef="#ctx0" brushRef="#br0" timeOffset="89001.84">7770 8773 87 0,'9'-2'166'0,"1"-1"-14"0,2 3-23 0,1 0-44 15,4 0-34-15,2 3-49 0,-1 3-44 0,-1 1-63 16,-2 2-114-16,-1 1 50 0</inkml:trace>
  <inkml:trace contextRef="#ctx0" brushRef="#br0" timeOffset="89238.35">8043 8946 172 0,'0'0'206'0,"9"-7"-4"0,0 3-5 16,-1-4-6-16,0 0-11 0,2-3-8 0,-1-1-10 15,2-3-6-15,2 1-9 0,-3-4-7 0,0 1-14 16,1 2-4-16,-2-2-6 0,-3-1-8 0,-1 1 2 16,0 3-18-16,-1 2 2 0,-3 1-1 0,-1 4-2 15,-1 0-10-15,1 7 1 0,-8-11-9 0,3 8-5 16,-4 3-6-16,9 0-10 0,-30 13 2 0,7-1-15 15,7 2-9-15,-7 6-14 0,2 0-7 0,5 2-20 16,0-1-23-16,4 3-17 0,4-7-16 0,2 2-26 16,4-1-35-16,0-2-31 0,7 0-39 0,0-1-22 15,0-4-194-15,1 0-448 0,1-2 198 0</inkml:trace>
  <inkml:trace contextRef="#ctx0" brushRef="#br0" timeOffset="89437.47">8151 8977 76 0,'6'-9'168'0,"0"-1"5"16,1 1 3-16,2-5 1 0,-3-2-7 15,1 0 1-15,0-2-3 0,3-6-1 0,2 0-14 0,-4 6-1 16,-2 2-5-16,4 3-4 0,-3 1-3 0,-1 2-4 16,-1 3-15-16,-1 3-12 0,2-2-7 0,-1 1-15 15,2 2-8-15,-7 3-6 0,13 0-8 0,-2 6-8 16,-3-1-4-16,1 1 2 0,0 2-14 16,0-2-5-16,-3 6-6 0,2 1-19 0,-1-2-15 0,-2 1-29 15,-1 1-30-15,1-1-49 0,-2-1-69 0,-2 2-74 16,1-3-177-16,0-2-467 0,-2-8 207 15</inkml:trace>
  <inkml:trace contextRef="#ctx0" brushRef="#br0" timeOffset="89688.48">8626 8550 2835 0,'-4'-19'31'0,"0"0"43"16,0 6 21-16,2 4-19 0,-3-2-10 0,2 6-8 15,2-1-14-15,1 6-12 0,-1-9 2 0,1 9 14 16,0 0 14-16,0 0 6 0,-4 33 4 0,3-7 10 16,1 2-3-16,0 1 1 0,0 2-5 0,0 2-1 15,0-3-8-15,0 0-3 0,2 0-2 0,-2 1-8 16,2-3-5-16,-1-3-5 0,-2 1 2 0,1-7-14 16,2 0-23-16,-1 0-27 0,-1-2-21 0,-1-1-39 15,1-3-38-15,0-3-32 0,0 1-49 0,-1-3-58 16,1-8-49-16,0 12-235 0,0-12-585 0,-1 5 258 15</inkml:trace>
  <inkml:trace contextRef="#ctx0" brushRef="#br0" timeOffset="89937.08">8509 8758 209 0,'-4'-8'209'0,"4"8"-20"15,0 0-18-15,9-7-14 0,-9 7-20 0,12-2-10 16,-1 0-11-16,-4 2-5 0,6 0 0 0,1-3-2 15,5 2-9-15,2 1-2 0,-3-2-7 0,2 1-3 16,-2-2-14-16,1 0 6 0,-6 1-10 0,-2 1-4 16,-3 1-11-16,0 0-2 0,-8 0-5 0,15 1-2 15,-9 1 13-15,0 1 6 0,-1 3-1 0,0-2 6 16,0 0 0-16,-1 5-6 0,-3 0-3 0,3 3-5 16,-3-3-9-16,-1 5-7 0,0-3-19 0,-2 0-20 15,-1 4-23-15,2 1-24 0,-1-4-40 0,1-1-43 16,1 1-46-16,1-3-68 0,-4 1-163 0,1-2-439 15,2 1 195-15</inkml:trace>
  <inkml:trace contextRef="#ctx0" brushRef="#br0" timeOffset="90081.08">8710 8731 2126 0,'-6'-17'13'0,"1"-2"-13"0,0 7 15 0,0 2-20 16,1 0 5-16,1 5-10 0,3 5-9 0,-4-9-28 0,4 9-13 15,0 0-24-15,8-7-24 0,-8 7-22 0,18 5-153 16,-8 2-304-16,1-1 135 0</inkml:trace>
  <inkml:trace contextRef="#ctx0" brushRef="#br0" timeOffset="90420.83">9057 8733 132 0,'0'0'251'15,"0"0"-8"-15,0 0-14 0,-27-8-3 0,17 8-6 16,-3 0-5-16,0 3-11 0,-5 2-8 0,2 3-12 15,-3 1-9-15,2 0-1 0,2 3-14 0,0-1-16 16,1 3-10-16,4 0-20 0,0 0-7 0,1-5-9 16,5 4-11-16,0-4-11 0,2 3-5 0,3-1-12 15,0 1-7-15,3-2-9 0,1-1-8 0,3 0-12 16,0-2-11-16,1-1-4 0,3-2-12 0,0-2 1 16,1 0-5-16,-2 0 0 0,1-4-6 0,-5 2-4 15,5-3 14-15,-3-1-11 0,-2 0 4 0,1 1 4 16,-3-2-2-16,-1-2 2 0,-1 0 0 0,-2 0 3 15,0-3-3-15,-1 0 4 0,0 10 2 0,1-12 9 16,-2 3 0-16,1 9 2 0,-1-8-5 0,1 8 7 16,0 0-2-16,-1-8-8 0,1 8 5 0,0 0 1 15,0 0 3-15,0 0 3 0,0 0 1 0,-4 32-5 16,2-21 0-16,1 1 2 0,1-1-9 0,3 1-16 16,-3 0-17-16,2 0-37 0,2 0-37 0,0-1-45 15,0-1-58-15,0-4-64 0,-1 1-204 0,-3-7-514 16,11 7 228-16</inkml:trace>
  <inkml:trace contextRef="#ctx0" brushRef="#br0" timeOffset="90620.53">9218 8512 2 0,'0'-13'341'0,"0"7"-23"15,0 6-23-15,-1-14-34 0,1 14-28 16,0 0-14-16,0 0-4 0,0 0 17 0,3 27-31 15,-4-2-18-15,2 8-12 0,-1 2-13 0,2 9-20 16,-2-7-15-16,3-3-9 0,0-2-21 0,-2 1-29 16,2-2-38-16,-2-2-44 0,3 3-39 0,0-4-47 15,1-2-63-15,3-4-62 0,-3-2-240 0,-2-4-508 16,5-2 225-16</inkml:trace>
  <inkml:trace contextRef="#ctx0" brushRef="#br0" timeOffset="91187.05">9666 8786 94 0,'-1'-8'336'15,"1"8"-11"-15,-3-10-16 0,3 10-15 0,-2-4-14 0,2 4-9 16,0 0-15-16,0 0-11 0,-13 18-21 0,11-9-17 16,-1 3-30-16,2-1-11 0,2 1-19 15,-1-1-7-15,7 5-7 0,-5-2-18 0,7-2-11 16,-1-1-2-16,1 2-18 0,2-5-2 0,2 3-15 0,-3-4-8 15,5 3-7-15,-2-7-25 0,0 2-14 0,0-2-1 16,-2-2-23-16,-2 0-8 0,0-2-3 16,-9 1 5-16,14-4-18 0,-9 1-10 0,-1-4 6 0,-3-1-5 15,1-1-3-15,-4-2-2 0,0-5 2 0,-6 0 3 16,2-1 7-16,-3-7 3 0,0 6 4 0,0 0 5 16,0 0 10-16,3 4 5 0,-1 3 8 0,3 1 3 15,1 2 6-15,0 4 12 0,3 4-13 0,-4-12-4 16,4 12 4-16,-4-7-9 0,4 7 8 0,0 0-5 15,6-9 12-15,-6 9-13 0,13-6-1 0,-1 2 9 16,5-1-10-16,1 0 7 0,10-4-1 0,-2-2-10 16,5 2 9-16,-7-4-3 0,2 1 3 0,-9 1-6 15,6-5 5-15,-7 6-2 0,5-8 5 0,-6 7-1 16,-1-5-1-16,-4 0-2 0,0-1 4 0,-2 0-6 16,1-7 17-16,-1 6-7 0,-6 0 12 0,2-2-8 15,-5 2 0-15,3-2 0 0,0 5 2 0,-2 5-1 16,1-1 2-16,-1 6-1 0,0 5-2 0,1-13-4 15,-1 13 1-15,0 0 13 0,0 0-1 0,0 0 5 16,0 0-6-16,-11 58 8 0,6-26 22 0,-3 18-10 16,3 0 4-16,-3 2 7 0,6-1-2 0,-6-2-1 15,8 2 1-15,-5-2-14 0,1-3 0 0,0-13-2 16,3 1-7-16,-2 0 0 0,1 0-17 0,2-4-12 16,-3-2-33-16,3 0-33 0,-1-3-33 0,1-5-44 15,2-2-42-15,-2-1-65 0,0-4-58 0,-2-2-270 16,2-11-629-16,-4 13 279 0</inkml:trace>
  <inkml:trace contextRef="#ctx0" brushRef="#br0" timeOffset="91337.04">9931 8849 79 0,'-3'-10'276'15,"3"10"-29"-15,-1-7-24 0,1 7-22 0,0 0-20 16,10-8-23-16,-3 3-21 0,3 3-23 0,4-1-34 15,14-1-47-15,5-1-67 0,4 0-70 0,2 0-162 16,14 1-287-16,6 0 128 0</inkml:trace>
  <inkml:trace contextRef="#ctx0" brushRef="#br0" timeOffset="91737.73">11062 8738 2761 0,'5'-19'15'0,"-4"1"7"0,-1 0 36 0,-2 3-21 15,-2 5-4-15,-2-2 8 0,0 3 4 0,0 0 3 16,-4 3 3-16,1 2 5 0,-1-1 6 0,-3 3 6 16,-4 4 2-16,-2 3 1 0,0 2-1 0,-4 9-3 15,1 4 3-15,-1 0-3 0,4 5-6 0,-1 4-2 16,3-5-15-16,3 1 10 0,4 3-13 0,2-1-2 0,4-3-1 15,4-4-9-15,3 0-29 0,4-1-19 16,4-2-23-16,1-1-20 0,10 0-26 0,4-1-31 16,0-4-43-16,4-3-49 0,5-6-53 0,0 1-255 15,-2-4-562-15,2-1 250 0</inkml:trace>
  <inkml:trace contextRef="#ctx0" brushRef="#br0" timeOffset="92086.48">11356 8741 111 0,'-5'-10'246'0,"-4"0"-4"0,1 2-7 0,-2 2-16 16,-2 4-15-16,1 2-8 0,-2 4-13 0,-4 4-12 16,4 4-4-16,-9 5-20 0,5 2-16 0,4-2-17 15,1-2-7-15,1 2-9 0,4 1-11 16,0-2-8-16,5 1-1 0,2-4-9 0,1-2-7 0,1 0-4 16,4-2-10-16,-3 0-6 0,5-4-3 0,2 1-7 15,2-2-7-15,-1-4-7 0,5 0-1 0,-3 0-4 16,0-5-5-16,0 0 3 0,0 0-5 15,-3-3 1-15,-1 1 3 0,0-4-5 0,-1 2 0 0,-2-1 1 16,-2 0-2-16,1-3 7 0,-2 2-11 0,-3 0 3 16,0 1 6-16,1 2 6 0,-1 8 10 0,1-13-2 15,-1 13-1-15,0-9-3 0,0 9-11 0,0 0 1 16,0 0 1-16,0 0 0 0,0 0 4 0,0 0 1 16,0 0 10-16,-2 31-13 0,2-19-3 0,0 4 3 15,0-5-5-15,5 6 2 0,-5-1-21 0,4 1-16 16,-2-5-22-16,2 4-18 0,0-5-37 0,-1 2-45 15,2-2-50-15,0-4-47 0,2 1-205 0,-2-4-489 16,-5-4 217-16</inkml:trace>
  <inkml:trace contextRef="#ctx0" brushRef="#br0" timeOffset="92304.16">11583 8593 7 0,'-2'-26'284'0,"4"7"-1"0,-4 3-4 0,2 5-12 15,0 2-16-15,0 9-25 0,0-11-30 0,0 11-10 16,0 0-11-16,0 0-6 0,0 0 2 0,4 31-1 16,-4-3-5-16,-2 2-18 0,2 5-2 0,-5 9-20 15,3-9-4-15,-1 0-13 0,0 0-8 0,3 1-12 16,-2-1-12-16,2-5-20 0,-3 1-22 0,3-2-34 16,-2-4-32-16,2-7-37 0,-1 0-33 0,-1-7-44 15,1 5-59-15,2-6-65 0,-3-1-232 0,2-9-542 0,-4 9 240 16</inkml:trace>
  <inkml:trace contextRef="#ctx0" brushRef="#br0" timeOffset="92970.73">11537 8832 1931 0,'8'-15'14'0,"1"-1"-17"0,-1 1 0 0,2 0 6 16,1-1-8-16,3 0 6 0,0-4 3 0,8 4 7 15,-9 0 11-15,7-3 6 0,-2 1 10 0,-1 5 9 0,-3-1 9 16,3 0 12-16,-2 1-2 0,-5 1 6 15,2-1 4-15,-3 5 6 0,1-1 5 0,-4 2 1 16,-1 2-2-16,-1 1-1 0,-1-1-8 0,-3 5-2 16,7-5-12-16,-7 5-1 0,0 0-7 0,0 0-2 0,0 0-1 15,4 21-3-15,-4-3-2 0,-4-1-10 0,-3 9-2 16,2-1-2-16,-1 4 1 0,1-1-13 16,1-1 5-16,-1 1 7 0,3-1-13 0,1-6 3 15,-1-3-9-15,2 0 3 0,-2-2-1 0,2-5-4 0,0 0-7 16,2 1 8-16,-2-6-6 0,0-6 2 0,-2 13-4 15,2-13 1-15,2 8 12 0,-2-8-13 0,0 0 5 16,0 7-4-16,0-7-3 0,0 0-3 0,0 0 0 16,0 0 1-16,0 0-4 0,16-19 2 15,-11 8-5-15,1 1-7 0,-1 0-1 0,4-1-1 0,-2 0 2 16,0 3 1-16,1-1 1 0,-2 5 11 0,-2-1-14 16,3 2 2-16,-7 3-2 0,12 1 5 0,-12-1 3 15,10 9 5-15,-4-1 3 0,1 1 2 0,-3 0 2 16,1 1 2-16,2-1-3 0,-4 1 0 0,3 0 0 15,-1 0 2-15,1-3 3 0,0 0-3 0,0-2 1 16,0-1 0-16,2-3 1 0,2 1-3 0,1-4 1 16,1 1 0-16,-1-3-2 0,2 0 2 0,-4 0 4 15,1 0-3-15,1-2-6 0,-3-1 4 0,-1-1 0 16,0 1-3-16,-1-2-6 0,-1 1 8 0,1 0-3 16,-3-2 2-16,1 2-4 0,-1 1 0 0,-1-1 3 15,0 3-6-15,-2 5-3 0,3-6-1 0,-3 6 5 16,0 0 2-16,0 0-2 0,0 0 4 0,0 0 2 15,9 13-5-15,-8-6 5 0,-1-7-1 0,3 17 1 16,-1-10 0-16,0 1 5 0,1-2 8 0,1 0-16 16,1-1 3-16,-1 0 4 0,0-2-2 0,1 1 0 15,-5-4-3-15,14 2 2 0,-5-3 1 0,-9 1 3 16,15-4 1-16,-7 1-2 0,0-2 5 0,-2 0 9 16,-1-1 0-16,-1 1 5 0,1-5-2 0,-2 2-4 15,-1-2 19-15,-2 1-26 0,0 0 3 0,0 9 0 16,-5-17-11-16,-2 7-8 0,0-2-17 0,-1 5-16 15,-1-1-16-15,-5 0-19 0,1 3-28 0,1 4-19 16,-1-1-27-16,-3 5-45 0,5 1-68 0,-2 0-269 16,-1 3-568-16,1 1 252 0</inkml:trace>
  <inkml:trace contextRef="#ctx0" brushRef="#br0" timeOffset="93753.46">12399 8795 241 0,'0'0'278'0,"-7"-16"-6"16,4 13-6-16,3 3-13 0,-12-5-7 0,7 2-3 16,5 3-19-16,-14 3-14 0,14-3-16 0,-17 7-12 15,9 1-17-15,-1-1-11 0,1 7-16 0,3-3-14 16,-1 0-10-16,1 3-11 0,3-3-8 0,1 2-10 16,-1 2-6-16,4-4-12 0,-1 0-6 0,1 0-3 15,3 0-3-15,3-1-5 0,-3-2-11 0,3-1 4 16,2 0-5-16,-1-2-9 0,4-1 4 15,-1-2-7-15,1 0 3 0,5-5-5 0,-5 0 10 0,-2-1-18 16,1-1 10-16,3-4-6 0,1 1-4 0,-3-4-9 16,-1 0 8-16,-3-2-1 0,0-1-7 0,0-3 3 15,-4 0-4-15,-1-8 1 0,0-1 0 0,1 3-1 16,-5-4-2-16,2 0 2 0,0-2 4 0,-4 3 3 16,0-5 0-16,-1 4 7 0,1 2 20 0,1 8-4 15,0-9 5-15,-1 10 4 0,-2 6 0 0,4 2 0 16,0 3-3-16,0 6-6 0,0 0-11 0,-2-17-5 15,2 17-8-15,0 0 3 0,0 0-8 0,0 0 3 16,0 0 0-16,0 49 3 0,-2-21-8 0,1 0 6 16,1 4-2-16,-3 1-1 0,3-1 0 0,0-3 1 15,3 2-5-15,-2-5 2 0,3-1 0 0,0-4 0 16,0-2-3-16,5-2 6 0,-2-3-4 0,2 0 4 16,-2-4-7-16,2-2 4 0,2 0-1 0,1-1-2 15,4-4-8-15,3 2 1 0,-3-4-7 0,2-2-5 16,2-1-4-16,-1-3-7 0,2 0-11 0,-2-4-7 15,-4 1-4-15,-1-4-7 0,3-1-5 0,-3-2 18 16,-5 1-15-16,0-1-3 0,-1-5-8 0,-2 3-2 16,-2-2 20-16,-4 1-4 0,0 3 3 0,0 3 5 15,0 0 13-15,0 5 13 0,0 7-7 0,-6-12 1 16,6 12 6-16,-7 1 3 0,7-1 8 0,-18 16 7 16,7-2 7-16,-1 2-5 0,-5 4 17 0,9-1-1 15,-1-1 11-15,3-3-8 0,-1 2-7 0,3-2 0 16,-1 2 1-16,5-5-4 0,-2-1 0 0,4-1 22 15,5 1-26-15,-3-4-4 0,5-1-5 0,0-3 3 0,5 0-6 16,4-2-5-16,4-3-1 0,5-3-9 0,-6-1-8 16,-2-1 0-16,8-2 5 0,-2-4 1 0,-10 3 8 15,2 0-7-15,-2-2 10 0,-3 0-1 0,-1-2-2 16,0-3-14-16,-6 6 3 0,1-6-3 16,-1 2 9-16,-1 3-1 0,0-1 3 0,-3 3 4 0,4 4 3 15,-5 0 3-15,0 6 4 0,0 0 13 0,0 0 8 16,0 0 14-16,0 0 5 0,0 0 7 0,-18 32-6 15,13-15-1-15,-5-1-2 0,0 3-5 16,1-1 3-16,-3 5-10 0,3-5-25 0,3-1-34 0,-1-1-41 16,1 1-38-16,2-2-51 0,0-3-70 0,4-2-62 15,0-1-213-15,0-9-556 0,0 0 247 0</inkml:trace>
  <inkml:trace contextRef="#ctx0" brushRef="#br0" timeOffset="94353.45">13818 8356 98 0,'3'-6'252'0,"3"-2"-22"16,-4 1-22-16,1 1-23 0,1 2-23 0,-4 4-16 15,2-8-19-15,-2 8-9 0,0 0-13 0,0 0-15 16,0 0-7-16,0 0-4 0,0 0-8 0,0 0-2 15,-17-1-2-15,17 1-1 0,0 0-3 0,-12 9 6 16,7-6-7-16,1 2-2 0,4-5-3 0,-7 5 1 16,3-1-2-16,4-4 8 0,-9 4-1 0,9-4 10 15,-5 5 3-15,5-5 6 0,-8 4-1 0,8-4-1 16,-5 4 0-16,5-4 4 0,-8 4-6 0,8-4 2 16,-6 4 4-16,6-4 2 0,0 0-7 0,-6 4-6 15,6-4-1-15,0 0 9 0,0 0-1 0,0 0-6 16,0 0 1-16,0 0-1 0,0 0 0 0,0 0-9 15,0 0 4-15,-7 2-5 0,7-2-5 0,0 0-4 16,0 0 5-16,0 0 0 0,0 0 4 0,-2 7 3 0,2-7 4 16,0 0 1-16,-6 5 3 0,6-5-3 0,0 0-3 15,-5 5-3-15,5-5-4 0,-7 3-3 16,7-3-1-16,-7 3-8 0,7-3-3 0,0 0-5 16,-9 7-4-16,9-7-2 0,-6 3-4 0,6-3 1 0,-6 3-5 15,6-3-2-15,-8 4-2 0,8-4-1 0,-9 2-2 16,9-2 3-16,-16 2-4 0,5-2 1 15,0-1-6-15,-3 2 0 0,-3 1 0 0,-2 2-6 16,1-2 1-16,1 5-3 0,-2-3 3 0,0 5-4 0,-2-2-4 16,5 2 0-16,1 5 2 0,2 1-2 0,-1 10 0 15,1 7 7-15,3 0-3 0,5 3 0 0,-5 12 2 16,3-2 3-16,7-9 0 0,-5 12 0 0,3-14 1 16,2 0-4-16,2-5 2 0,-4 2 1 0,4-3-4 15,-2 0 1-15,0 1 1 0,3-3-2 0,-1-6-2 16,0 5-1-16,0-9-22 0,1 4-14 0,-3-4-23 15,0 1-36-15,0-5-29 0,2-2-37 0,-2-1-39 16,0-1-31-16,0-8-30 0,0 10-23 0,0-10-58 16,-4 5-61-16,4-5-264 0,0 0-719 0,0 0 318 15</inkml:trace>
  <inkml:trace contextRef="#ctx0" brushRef="#br0" timeOffset="94803.84">13306 8855 160 0,'-4'-6'264'0,"2"0"-24"16,2 6-16-16,-3-8-26 0,3 8-16 0,0 0-26 0,5-10-9 16,1 7-14-16,5-1-13 0,5 0-11 15,5 0-11-15,10 0-12 0,-1-5-5 0,1 2-7 16,2 3-9-16,-1-1-8 0,-3-2-5 0,-2 1-4 0,-5 3-3 16,-4 1 1-16,-5-2 4 0,-1 3 1 15,-3-2-4-15,0 2 4 0,-3-1 12 0,-6 2-6 16,12 0 5-16,-12 0 1 0,7-1-1 0,-7 1-8 15,0 0 2-15,0 0-3 0,0 0 0 0,0 0-7 0,-3 16-2 16,-1-7-7-16,0 1 0 0,-1 1 0 0,0 2 0 16,1 2-2-16,-1 2-6 0,1-4-2 0,2 0 0 15,0 0-4-15,2-1-4 0,0 1 0 16,2-1 0-16,0-2-6 0,5 1 2 0,-3-4-5 0,3 1 4 16,0-1-4-16,2-1-11 0,1-2 2 15,-4-2 0-15,5-1-2 0,0-1-1 0,3 0-6 16,-3-3 5-16,2-1-2 0,1-2 2 0,-1-1 1 0,-2 0-1 15,0 1 0-15,-2-3 1 0,1 0 1 0,-4 1-2 16,3-1 6-16,-1-3-4 0,-4 3-1 0,2 1 4 16,-1 2-7-16,-1-2 18 0,0 0-4 0,0 4-6 15,-4 4-3-15,4-6-3 0,-4 6 1 0,4-6 1 16,-4 6-6-16,0 0-7 0,0 0-10 0,7-2-18 16,-7 2-24-16,0 0-22 0,0 0-37 0,8 9-51 15,-8-9-65-15,7 4-260 0,-7-4-542 0,9 3 239 16</inkml:trace>
  <inkml:trace contextRef="#ctx0" brushRef="#br0" timeOffset="95172.83">14775 8529 318 0,'3'-10'327'0,"-2"4"-14"0,1 0-20 0,-2 6-23 15,1-10-25-15,-1 10-29 0,0-5-26 0,0 5-20 16,0 0-4-16,0 0-7 0,0 22-14 0,0-4-6 16,-1 8-12-16,-1 2-8 0,2 1-14 0,-1 1-12 15,0 2-1-15,2-3-18 0,-1 0 0 0,3-1-15 16,-2-1-7-16,1-4-35 0,0-5-10 0,2 0-22 16,-3 0-23-16,1-2-29 0,0-5-24 0,-2 1-33 15,0-2-51-15,2 0-49 0,1-4-49 0,-3-6-188 16,-5 9-499-16,5-9 221 0</inkml:trace>
  <inkml:trace contextRef="#ctx0" brushRef="#br0" timeOffset="95424.59">14662 8543 92 0,'16'-14'200'0,"4"6"8"0,8-3-14 15,-2 5-9-15,4 5-3 0,3 1-9 0,-1 4-15 16,-1 3-2-16,-2 5-9 0,-1 4-8 0,-1 0-9 15,-1 5-13-15,-5 0-5 0,-1 4-10 0,-7 0-10 16,3-1-5-16,-7-1-4 0,0-3 6 0,-5-1-4 16,-6 0 8-16,1 2-4 0,-5-4-1 0,1 3-4 15,-3-4-5-15,-1 1-1 0,-2-2-12 0,2-1 4 16,-4-2-17-16,-1 1-18 0,3-2-22 0,-1-3-25 16,-1 1-28-16,4-4-28 0,-1 1-42 0,2 0-48 15,2-2-54-15,-1-2-57 0,7-2-166 0,-7 3-472 16,7-3 209-16</inkml:trace>
  <inkml:trace contextRef="#ctx0" brushRef="#br0" timeOffset="95603.86">15247 8735 152 0,'7'-7'324'0,"0"2"-35"0,-1 0-22 0,-3 2-30 0,-3 3-9 16,0 0-6-16,0 0-3 0,13 10 3 0,-9 1-12 15,-4 5-9-15,1 0-23 0,-3 3-8 0,2 6-18 16,-4-6-11-16,2 5-18 0,-2-5-16 0,-1 7-27 15,1-10-33-15,0 0-39 0,0 1-40 0,2-5-34 16,0 5-37-16,-2-7-55 0,4-2-59 16,0-1-66-16,0-7-170 0,0 10-491 0,0-10 217 0</inkml:trace>
  <inkml:trace contextRef="#ctx0" brushRef="#br0" timeOffset="95953.73">15651 8510 162 0,'6'-9'280'0,"1"0"-16"0,-4 4-22 0,1-1-22 16,-1 0-22-16,-3 6-2 0,0 0 10 0,0 0 9 15,9 22-1-15,-10-5 9 0,-3 8-15 0,1 4-1 16,-2 2-13-16,-4-1-5 0,-2 2-20 0,0-3-5 16,0 2-21-16,1-5-11 0,1 1-18 0,1-4-9 15,2-5-12-15,1 0-10 0,1-2-5 0,2-2-10 0,4-3-4 16,-2 0-17-16,1-2 2 0,2 0-30 15,-1-4-11-15,2 0-1 0,2-2-1 0,-1 0-8 16,-5-3 6-16,13 0-4 0,-13 0 6 0,14-11-1 16,-8 3-4-16,0-3 2 0,-2-5 2 0,0-2 3 15,-4 0 2-15,-2-9-2 0,-3 1 9 0,-2 0-23 16,-5-3 5-16,-3 4 4 0,-2 1 3 0,-1 2-6 16,-2 3-3-16,-3 2-2 0,2 1 5 0,2 6-12 15,-1 3-16-15,2-1-28 0,-3 2-21 0,3 6-36 0,-1 3-46 16,1 2-30-16,3 3-54 0,7-2-64 15,-3 3-267-15,5 0-621 0,5-1 274 0</inkml:trace>
  <inkml:trace contextRef="#ctx0" brushRef="#br0" timeOffset="96187.46">16157 8497 2765 0,'12'-15'35'0,"-2"-2"59"0,-4 1 6 16,-1 5 15-16,-1-2 4 0,-3 5 3 0,2-2 2 15,-2 3 14-15,0 2-16 0,-1 5 0 0,2-10-20 16,-2 10 0-16,0 0-12 0,1-6-16 16,-1 6-2-16,0 0 1 0,4 24-2 0,-3-4-6 0,1 8-3 15,-2-1-9-15,1 2 0 0,0 3-4 0,-3-1-5 16,2-1-11-16,0-1-1 0,-2 2 2 0,2-4-13 16,0 1-32-16,-1-4-32 0,0-5-35 0,-2 1-24 15,3-2-37-15,-4-1-27 0,2-1-30 0,-1 1-43 16,0-8-60-16,1 3-23 0,-2-4-227 0,0 0-594 15,1-5 262-15</inkml:trace>
  <inkml:trace contextRef="#ctx0" brushRef="#br0" timeOffset="96455.65">16189 8438 113 0,'10'-7'242'0,"2"-1"-10"16,0 2-16-16,1 4-5 0,5 2-11 0,-1 1-17 15,2 5-18-15,-1 4-6 0,-2 3-11 0,5 7-7 0,-2 3-1 16,-1 1-15-16,-4 0-7 0,-3 3-8 16,-2-3-12-16,-3 2-10 0,-4-2-7 0,-2-5-10 15,-4 0 2-15,-2 3 7 0,-6 2 0 0,0-7 3 0,-4 2-6 16,-4-2 4-16,2-4-6 0,-4 3-6 16,-2-2-14-16,-2-2 0 0,2 1-6 0,5-6-6 15,-2 2-7-15,2-2-7 0,3-1-30 0,2-3-23 16,1 1-23-16,6-1-21 0,0-1-27 0,-2-2-59 0,9 0-65 15,-12-4-74-15,12 4-179 0,-7-8-509 0,7 8 226 16</inkml:trace>
  <inkml:trace contextRef="#ctx0" brushRef="#br0" timeOffset="96687.48">16597 8655 115 0,'10'0'215'0,"0"-1"-19"0,0 1-7 0,-3 2-1 16,-1 0 7-16,-1 1-7 0,0 4-5 0,-2-1-11 15,-1 1-4-15,1 2-5 0,-3 0-4 0,-3 1-13 16,0 2-8-16,-1-1-7 0,-1-1-5 0,1 0-1 16,-1 1-3-16,0 0-12 0,2-3 2 0,-1 0-1 15,3-2-17-15,1-6 1 0,-3 14 1 0,3-9 4 16,0-5 0-16,4 11-5 0,1-8-17 0,2 4 7 16,3-4-8-16,4-3 1 0,3 0-20 0,4 0-25 15,7-6-43-15,3 1-32 0,1-3-37 0,-1 0-37 16,-1-1-44-16,4-1-60 0,-1-4-57 0,-2 3-280 15,-3-2-602-15,-4 3 267 0</inkml:trace>
  <inkml:trace contextRef="#ctx0" brushRef="#br0" timeOffset="96840.33">17054 8700 151 0,'-9'4'240'0,"9"-4"-4"0,0 0-10 0,-6 2-10 15,6-2-14-15,0 0-19 0,0 0-19 16,0 0-11-16,0 0-21 0,-3 7-7 0,3-7-15 0,0 0-21 15,0 0-26-15,13 5-30 0,-13-5-44 0,8 3-64 16,-2-2-62-16,-6-1-213 0,7 3-380 16,-7-3 169-16</inkml:trace>
  <inkml:trace contextRef="#ctx0" brushRef="#br0" timeOffset="97404.3">17924 8435 2729 0,'12'-16'108'0,"-1"1"-6"0,-5 6-12 15,0-3 26-15,-1 6 15 0,0-4-2 0,-1 4 25 16,-4 6-31-16,5-10-10 0,-5 10-6 0,4-5-6 0,-4 5 0 15,0 0-13-15,3-4-3 0,-3 4-1 16,0 0-6-16,0 0-7 0,0 0-10 0,-11 21-2 16,11-11-6-16,-2 2 5 0,-1-1-15 0,3 0-4 15,3 1-4-15,2 5-1 0,0-1 2 0,3-1-4 0,2 0-2 16,4-1 1-16,-1 0-3 0,3 1-1 0,0-1-10 16,-1-2 0-16,0 2 1 0,3-2-6 15,-5-3-1-15,2 2 2 0,-6-4-4 0,3 0 2 0,-3 2-1 16,0-2-1-16,-4 1-3 0,-1-2-1 0,1-1-7 15,-5-5 11-15,0 10 1 0,0-10 5 0,-8 11-1 16,0-5-2-16,-2 0 1 0,-6 0 3 16,3-1-10-16,-4 0-1 0,0-1-15 0,0 0-4 0,0-2-9 15,3 0-15-15,2-2-31 0,-1-1-36 0,1 0-35 16,0 0-34-16,1-3-43 0,-1 1-48 0,2-2-51 16,0-1-54-16,1-1-226 0,3-1-645 0,-2-2 286 15</inkml:trace>
  <inkml:trace contextRef="#ctx0" brushRef="#br0" timeOffset="97560.71">18018 8351 175 0,'9'-15'279'0,"0"6"-25"0,-2 1-23 15,2-1-13-15,0 2-14 0,3-1-16 0,-1 1-11 16,4 1-23-16,2-3-15 0,2 6-19 0,3-3-10 16,5 1-11-16,1 3-10 0,0 2-26 0,2 0-38 15,-1 1-46-15,-1 4-65 0,-6-4-68 0,-4 5-224 16,0-1-409-16,-4 3 181 0</inkml:trace>
  <inkml:trace contextRef="#ctx0" brushRef="#br0" timeOffset="97854.13">17288 8674 120 0,'-10'-1'312'0,"0"-3"-3"0,2 3-6 0,8 1-5 16,-13-1-13-16,13 1-3 0,-8 0-13 0,8 0-11 16,0 0-26-16,-7-6 1 0,7 6-32 15,0 0-18-15,0 0-20 0,0 0-9 0,18-6-20 0,-4 3-24 16,2 0-34-16,3-1-40 0,0 1-41 0,-2 2-48 15,4-3-34-15,-3 2-34 0,-1 2-31 0,-4 2-45 16,1-2-41-16,-3 2-21 0,-2 0-216 0,-3 0-514 16,0 2 228-16</inkml:trace>
  <inkml:trace contextRef="#ctx0" brushRef="#br0" timeOffset="98004.95">17399 8717 238 0,'-6'1'243'0,"-3"2"-1"0,9-3 2 15,-13 1 0-15,7 1-7 0,6-2-6 0,-13 2-3 16,13-2-15-16,-9 5-15 0,9-5-16 0,-6 1-12 15,6-1-11-15,0 0-9 0,0 0-6 0,0 0-24 16,0 0-13-16,0 0-11 0,23 7-30 0,-3-7-33 16,7 0-46-16,4-3-48 0,2 2-63 0,5-1-78 15,0-2-103-15,0-1-169 0,13-2-513 0,-14-1 227 16</inkml:trace>
  <inkml:trace contextRef="#ctx0" brushRef="#br0" timeOffset="98420.84">18713 8532 305 0,'0'0'311'0,"0"0"-17"0,0 0-15 15,-8-13-5-15,8 13-17 0,-5-5 1 0,5 5-18 16,-6-4-9-16,6 4-11 0,0 0 2 0,-9-4-15 15,9 4-16-15,0 0-12 0,0 0-4 0,-5-3-5 0,5 3-11 16,0 0-8-16,0 0-13 0,0 0-13 16,0 0-15-16,0 0-2 0,0 0-13 0,22-2-13 15,-5-2-9-15,3 4 4 0,8-2-16 0,0 0-11 0,-1 1-21 16,1-4-23-16,0 1-35 0,-1 3-43 0,-8 0-40 16,1-1-33-16,-1 1-38 0,-7 0-43 0,1-1-44 15,-3 1-51-15,-4 1-300 0,-6 0-671 0,7-3 298 16</inkml:trace>
  <inkml:trace contextRef="#ctx0" brushRef="#br0" timeOffset="98637.08">18852 8371 27 0,'-2'-6'304'0,"-3"0"-4"0,5 6 2 0,-7-9-9 16,5 5-10-16,2 4-16 0,-5-5-23 0,5 5-20 15,0 0-21-15,-4-8-23 0,4 8-19 0,0 0-18 16,0 0 3-16,0 0 0 0,0 0 8 0,2 32-10 15,1-17-13-15,-1 2 3 0,1 1-27 0,-2-1-8 16,3 5-6-16,-1-3-11 0,-1 1-5 0,2 4-11 16,-1-5 1-16,-1 0-23 0,1-1-28 0,-2-1-30 15,0-1-39-15,2 0-40 0,-3-3-37 0,2 1-43 16,-2-2-62-16,2-2-59 0,-1 0-281 0,-1-1-622 16,1-2 276-16</inkml:trace>
  <inkml:trace contextRef="#ctx0" brushRef="#br0" timeOffset="99019.85">19237 8465 2646 0,'5'-11'54'0,"-2"-1"37"0,-1 2-41 0,0 2-8 16,-2 8 17-16,0-11 9 0,0 11 2 0,0 0-4 16,-4-10 6-16,4 10-7 0,0 0 0 15,0 0 4-15,-17 7 4 0,12 1 7 0,-1-1-17 16,2 3 10-16,-1 1-6 0,-2 0-8 0,3 1 7 0,1 0-12 15,-1 2-6-15,1 0-3 0,2 1 3 0,1-2-14 16,0-2-3-16,0-1 3 0,4 2 1 16,0-3-5-16,1 1 3 0,4-3-4 0,-2 0-4 15,2 0 4-15,4-3 4 0,-1-3-4 0,0 2-4 0,2-2 5 16,-2 0-16-16,7-6 20 0,-7 4-15 0,5-4-4 16,-4 2 8-16,5-3-4 0,-4-3-5 0,1 1 4 15,-4-1 1-15,0-1-5 0,-1 0-2 0,-4-1 13 16,0-4-13-16,-3 5 3 0,-1-5-10 0,-2-2 5 15,1 5-4-15,-3 1-4 0,-3-3-1 0,1 0 8 16,-1 4-2-16,0 0 2 0,-3 1-6 0,0 0-5 16,1 0-8-16,0 4-24 0,-2 0-23 0,0 1-28 15,-1 1-32-15,-1 3-42 0,-1 0-36 0,0 2-53 16,1-1-59-16,2 4-291 0,1-3-646 0,2 3 286 16</inkml:trace>
  <inkml:trace contextRef="#ctx0" brushRef="#br0" timeOffset="99196.3">19551 8488 2635 0,'8'-1'155'0,"-8"1"-51"0,10-3-33 0,-10 3 9 15,10-2 22-15,-10 2 12 0,7-1 20 0,-7 1 1 16,0 0 0-16,0 0 7 0,8-2-3 0,-8 2-5 16,0 0-12-16,0 0-16 0,0 0-2 0,0 0-24 15,0 0-34-15,0 0-43 0,0 0-48 0,0 0-40 0,0 0-35 16,6 7-31-16,-6-7-39 0,0 0-49 0,0 0-51 15,1 11-281-15,-1-11-617 0,3 9 273 16</inkml:trace>
  <inkml:trace contextRef="#ctx0" brushRef="#br0" timeOffset="99570.55">19996 8263 167 0,'-2'-10'317'0,"-2"3"-10"0,-1-3-14 15,-1 5-11-15,3 2-15 0,3 3-13 0,-12-6-13 16,12 6-21-16,-15 4 1 0,2 2-10 0,2 4-4 16,-6 5-6-16,2 6-10 0,-3 4-14 0,4-1-14 15,-2 2-11-15,4 3-13 0,0-1-16 0,-1-3-8 16,7 3-8-16,-2-5-13 0,4-3-5 0,2-2-10 16,-2 0-8-16,3 0-8 0,0-1-7 0,3-5-2 15,3 3-7-15,-1-4 6 0,4-1-10 0,-1 0-5 16,5-2-10-16,3 1-2 0,3-3-4 0,-5-1-11 15,5-3-2-15,-2 0 3 0,3-4-13 0,-6 1 5 16,0-2-4-16,0 0 4 0,-2-5-6 0,1 1-4 16,-3 1-1-16,0-4 1 0,0-2-12 0,-6 3 0 15,1-2-1-15,-1 0-3 0,-2-5 3 0,-2 3-1 16,1 3 3-16,-4 0-12 0,0 2 7 0,0 2-11 16,-4-1-4-16,-2 5-10 0,0-1-10 0,-2-2-19 15,-7 8-25-15,0-3-27 0,-2 3-29 0,-5 5-31 16,4-4-35-16,3 1-61 0,6 0-63 0,-2 2-199 15,6-1-591-15,3-2 261 0</inkml:trace>
  <inkml:trace contextRef="#ctx0" brushRef="#br0" timeOffset="99973.7">20151 8335 18 0,'-3'-6'348'0,"3"6"-21"0,-2-7-17 0,2 7-13 0,-2-8-19 16,2 8-25-16,0 0-27 0,0 0-21 0,0 0-22 15,-1-8-19-15,1 8-2 0,0 0-12 0,0 0-4 16,15 16-13-16,-7-9-1 0,-1 6-6 0,2 3-11 16,2 0-10-16,-2 0-6 0,-1 1-13 0,-1 0-3 15,2 0 2-15,-2 0-22 0,-1-1-3 0,-1-2-5 16,-1-3 9-16,1 0-22 0,-1 0-4 0,0-1 0 15,0-2-2-15,-2 1 1 0,1-3-5 0,-1-2-2 16,-2-4-4-16,4 9-1 0,-4-9 21 0,3 4 24 16,-3-4 14-16,10 3 15 0,-10-3-6 0,0 0-7 15,11-7-8-15,-5-2-6 0,1 0-10 0,-1-2-3 16,2-3-10-16,1-3-5 0,0 0-8 0,0-8 5 16,-3 6-10-16,3-4-3 0,-1 4-2 0,-3 2-7 15,-1-1 6-15,0 0-6 0,1 0-3 0,-1 2-4 0,-3 5-11 16,3-2-6-16,-3 4-9 0,0-1-23 15,1 4-31-15,-2 6-38 0,3-10-46 0,-3 10-40 16,2-5-42-16,-2 5-28 0,0 0-43 0,0 0-31 16,0 0-45-16,0 0-217 0,0 0-646 0,0 0 286 0</inkml:trace>
  <inkml:trace contextRef="#ctx0" brushRef="#br0" timeOffset="100130.98">20589 8415 218 0,'12'-2'274'0,"-12"2"-15"0,7-3-6 0,-7 3-21 16,9-6-22-16,-9 6-23 0,9-3-13 0,-9 3-19 16,10-4-28-16,-10 4-28 0,12 0-32 0,-2 0-43 15,-10 0-43-15,13 3-59 0,-7-2-43 0,-6-1-52 16,14 3-142-16,-11 3-341 0,1-1 151 0</inkml:trace>
  <inkml:trace contextRef="#ctx0" brushRef="#br0" timeOffset="100263.86">20635 8504 105 0,'-5'6'220'0,"0"-3"-5"15,0 1 1-15,5-4-4 0,-12 7-1 0,8-6-7 16,4-1-5-16,-6 4-15 0,6-4-12 0,0 0-11 16,0 0-11-16,-3 7-12 0,3-7-17 0,0 0-14 15,0 0-30-15,0 0-30 0,31-1-33 0,-17-1-63 16,7 0-83-16,8-3-72 0,-1-2-191 0,3 3-428 16,-1-1 190-16</inkml:trace>
  <inkml:trace contextRef="#ctx0" brushRef="#br0" timeOffset="100804.81">21356 8196 166 0,'1'-6'287'0,"-1"6"-17"0,0 0-14 0,3-7-11 0,-3 7-8 16,0 0-18-16,0 0-10 0,1-9-15 0,-1 9-10 15,0 0-16-15,0 0-16 0,0 0-6 0,0 0-13 16,3-6-13-16,-3 6-5 0,0 0-15 0,0 0-12 16,0 0-4-16,0 0-11 0,0 0-12 0,0 0-11 15,0 0 2-15,0 0-7 0,0 0-5 0,0 0-4 16,0 0-4-16,0 0-5 0,0 0 8 0,0 0-13 15,0 0-2-15,0 0-8 0,0 0 3 0,0 0-3 16,0 0 2-16,0 0 8 0,0 0-10 0,0 0-4 16,0 0 12-16,0 0-14 0,0 0-9 0,0 0 12 15,0 0-4-15,0 0 3 0,0 0 0 0,0 0-2 16,0 0-3-16,0 0-18 0,0 0-11 0,0 0-17 0,0 0-14 16,0 0-21-16,0 0-27 0,0 0-28 15,0 0-31-15,2 22-52 0,-2-22-45 0,0 0-227 16,-5 10-528-16,-1-7 234 0</inkml:trace>
  <inkml:trace contextRef="#ctx0" brushRef="#br0" timeOffset="102774.54">21373 8210 174 0,'3'-7'197'16,"-3"7"-3"-16,0 0-3 0,0 0-8 0,0 0-13 0,0 0-10 16,0 0-10-16,0 0-7 0,0 0 1 0,-3-12-18 15,3 12-6-15,0 0-10 0,0 0-6 0,0 0-9 16,0 0-5-16,0 0-7 0,0 0 3 15,0 0-11-15,0 0-5 0,0 0-4 0,1-8-8 0,-1 8-3 16,9-1-6-16,2-2-2 0,0 1 5 0,6-1-15 16,0-1-4-16,1 2-6 0,0 1 6 0,0-5-13 15,-4 5-10-15,-2 0-14 0,-1 0-17 0,-3 1-26 16,-8 0-25-16,13 0-38 0,-13 0-47 0,8-1-32 16,-8 1-33-16,0 0-167 0,0 0-420 0,0 0 186 15</inkml:trace>
  <inkml:trace contextRef="#ctx0" brushRef="#br0" timeOffset="103188.38">21279 8193 78 0,'-8'-1'198'16,"8"1"-19"-16,0 0-15 0,0 0-8 0,0 0-14 16,-10 3 9-16,10-3-4 0,-2 8-3 0,2-8-7 15,-4 11-10-15,1 0-11 0,-2-1-5 0,1 5-2 16,1-2-5-16,-1-2-9 0,-1 1-6 0,0 5-11 15,1-7-2-15,0 2-8 0,0-2-3 0,1 2 0 16,1-1-1-16,1-4-2 0,-2-1-8 0,3-6-4 16,-4 12-3-16,3-7 2 0,-1 2 5 0,2-7 2 15,0 0 7-15,-3 8-1 0,3-8 0 0,0 0-3 16,0 0 4-16,0 0-10 0,0 0-6 0,0 0 0 16,16 0-3-16,-16 0-6 0,20-8-5 0,-6 3-4 15,1-2-6-15,2 2 1 0,1 0-5 0,-1 0-1 16,4-2-4-16,-1 5-3 0,1 1 1 0,-1 1-5 15,-2 2-2-15,-1 1 0 0,-1 1-4 0,-2 0 0 0,-2-1 3 16,-3 2 1-16,1 3-5 0,-1 1 0 16,-2-2 4-16,-4 0-2 0,1 4 1 0,-3-3-2 15,-1 3 4-15,-1-1-3 0,-5-2 3 0,1 2 1 16,-2 0 1-16,-3-2 3 0,-1-1-2 0,-2 3-1 0,0-3 3 16,-2 0-5-16,-2-3 4 0,6 0-22 0,-2-2-11 15,-1 0-19-15,2 1-26 0,-1-3-35 0,4 1-40 16,-1-1-43-16,10 0-65 0,-14-2-254 15,8 0-547-15,6 2 242 0</inkml:trace>
  <inkml:trace contextRef="#ctx0" brushRef="#br0" timeOffset="103341">21564 8417 56 0,'7'-3'273'0,"-1"-1"-25"0,-1 1-14 15,-5 3-6-15,9-4-13 0,-9 4-19 0,7-4-6 16,-7 4-28-16,5-2-16 0,-5 2-24 0,0 0-30 15,0 0-29-15,0 0-30 0,0 0-44 0,0 0-55 16,8 7-60-16,-8-7-74 0,-1 10-110 0,1-10-334 16,0 8 148-16</inkml:trace>
  <inkml:trace contextRef="#ctx0" brushRef="#br0" timeOffset="103687.49">21914 8236 171 0,'3'-5'257'0,"-3"5"-15"0,2-9-11 16,-2 9-13-16,0 0-12 0,0 0-5 0,0 0-17 16,0 0-6-16,0 0-9 0,-22 10-9 0,11 4 0 15,0-1-17-15,-2 3-4 0,-1 9-8 0,5-9-2 16,-4 9-14-16,2-2-16 0,4-7-8 0,1 0 2 0,2-2-18 16,0 5-8-16,3-7-2 0,2 1-11 15,-1-3-3-15,3 0-3 0,1-1-1 0,0 1-4 16,1-6-2-16,2 5-4 0,2-5-3 0,-1 1 3 15,0-2-7-15,3 0-3 0,-1-5-5 0,1 2 0 0,-1 0-2 16,0-2-8-16,0-3 23 0,-3 2-20 16,1-3-4-16,-1-2 4 0,-2 0 13 0,-1-2-19 0,0 1-4 15,-4-1-2-15,0 2-3 0,-3-2-7 16,1 1 8-16,-4 0 3 0,0 2-15 0,1 2-8 0,-6-2-8 16,2 4-18-16,-2 2-12 0,-1-1-26 0,0 4-26 15,-2 0-28-15,1 0-46 0,0 2-59 0,-2 4-71 16,5-1-178-16,-3-1-531 0,3-1 235 0</inkml:trace>
  <inkml:trace contextRef="#ctx0" brushRef="#br0" timeOffset="104092.11">22143 8299 2512 0,'7'-8'92'0,"-2"3"3"16,0 0-41-16,-5 5-24 0,6-8-7 0,-2 6 6 15,-4 2-7-15,5-6-4 0,-5 6-2 0,0 0-2 16,0 0 10-16,0 0 20 0,12 8 6 0,-6 1 11 16,-1 0 21-16,0 3-8 0,4 4-1 0,-2 0-1 15,1 0 4-15,0 2 13 0,0 1-15 0,1-1-4 16,-2-1-3-16,0 0 0 0,-2 0-10 0,1-3 2 16,1-2-6-16,-3-2-7 0,-1 0 4 0,3-3-10 15,-3 1 0-15,0-2-1 0,0-1-3 0,-3-5-7 16,5 9 22-16,-2-6-6 0,-3-3 21 0,0 0 11 0,4 7 7 15,-4-7 4-15,0 0-3 0,0 0-5 16,0 0-6-16,16-12-6 0,-10 2-9 0,0 3-3 16,2-3-11-16,4-6-7 0,3-4 4 0,-1-2-8 15,4 0 1-15,-4 0-6 0,2 2-7 0,0 0 3 0,-3 4-4 16,-1 1-6-16,-3 1 2 0,3 2 0 0,-4 3-2 16,-2-1-2-16,2 3 2 0,-3 1-4 15,-2 1-5-15,1 0 0 0,-4 5 1 0,5-5-1 16,-5 5-2-16,6-7-7 0,-6 7-23 0,4-6-28 0,-4 6-32 15,0 0-52-15,3-4-26 0,-3 4-49 0,0 0-32 16,0 0-43-16,0 0-50 0,0 0-325 0,0 0-719 16,0 0 318-16</inkml:trace>
  <inkml:trace contextRef="#ctx0" brushRef="#br0" timeOffset="104259.98">22661 8293 84 0,'4'-2'284'0,"-4"2"-21"0,0 0-16 16,0 0-26-16,6-4-22 0,-6 4-20 0,0 0-31 15,0 0-34-15,0 0-40 0,0 0-53 0,0 0-66 16,0 0-66-16,-28 12-169 0,19-10-303 0,1 1 134 16</inkml:trace>
  <inkml:trace contextRef="#ctx0" brushRef="#br0" timeOffset="105170.74">8024 9994 163 0,'1'-6'275'0,"1"-1"-19"16,-2 7-16-16,1-12-10 0,0 5-12 0,-1 7-5 15,0 0-25-15,0-8-19 0,0 8-13 0,0 0-15 16,0 0-16-16,0 0-15 0,0 0-8 0,0 0-3 16,0 0-2-16,0 0-15 0,0 0-4 0,0 0-11 15,5 29-5-15,-6-17-5 0,2 0-2 0,-1 4 4 16,2 0-30-16,-2 0-17 0,0 0-29 0,-2 0-26 16,4 0-26-16,-4 1-39 0,1-4-49 0,0 1-43 15,1-2-46-15,0 0-162 0,0-2-441 0,1-3 196 16</inkml:trace>
  <inkml:trace contextRef="#ctx0" brushRef="#br0" timeOffset="105354.86">8181 9994 123 0,'1'-7'245'0,"2"1"-20"0,-3 6-21 16,3-10-22-16,-1 4-21 0,-2 6-17 0,0 0-9 15,5-4 1-15,-5 4-7 0,0 0-9 0,0 0-9 0,8 16-11 16,-7-5-12-16,4 0-1 0,-5 4-17 15,2-3-14-15,-2 7-19 0,0 0-32 0,0 0-53 16,-2 6-52-16,4-7-48 0,-4 2-196 0,5-1-373 16,-4-1 166-16</inkml:trace>
  <inkml:trace contextRef="#ctx0" brushRef="#br0" timeOffset="105589.14">9701 9945 168 0,'6'-4'298'0,"-6"4"-30"0,8-5-27 16,-8 5-20-16,9-3-21 0,-9 3-3 0,0 0-7 16,6 8-7-16,-6-8-17 0,1 13-15 0,-1-3 1 15,-1 0-28-15,1 3-10 0,-1-3-14 0,0 3-18 16,-2-1-25-16,2-1-30 0,-1 2-27 0,0 3-32 15,1-4-40-15,-3 4-61 0,3-5-55 16,-2 1-63-16,1-2-127 0,3 0-408 0,-1-3 180 0</inkml:trace>
  <inkml:trace contextRef="#ctx0" brushRef="#br0" timeOffset="105755.88">9964 9972 173 0,'0'-5'277'0,"0"5"-21"15,0 0-15-15,3-10-17 0,-3 10-15 0,0 0-15 16,0 0-17-16,0 0-19 0,0 0-10 0,0 0-15 16,0 0-15-16,0 0-9 0,-16 22-12 0,12-11-41 15,1-4-36-15,-1 6-57 0,2-1-67 0,-1-1-78 16,-5 5-197-16,7-4-408 0,1 0 181 0</inkml:trace>
  <inkml:trace contextRef="#ctx0" brushRef="#br0" timeOffset="106420.74">11416 10039 150 0,'0'0'277'0,"-3"-8"-24"0,3 8-29 0,-5-5-21 15,5 5-9-15,0 0-12 0,0 0-6 0,-9 20-8 16,4-8-19-16,0 4-10 0,-5 7-14 0,3 2-13 16,-1-2-9-16,0 0-10 0,2-5-8 0,0 0-7 15,4 0-10-15,-2-3-7 0,2-2-5 0,0-3 4 16,-2 1-15-16,4-5-1 0,-2 0 5 0,2-6 8 15,-2 10 26-15,2-10-1 0,-1 7 9 0,1-7 4 16,0 0-13-16,0 0-4 0,0 0-8 0,0 0-7 16,-1-24-8-16,1 12 11 0,2-3-18 0,1-2-12 15,2-1 11-15,-1-6-18 0,5-3-2 0,0 0-2 0,-1 0-8 16,2-1 0-16,2 1-9 0,-3 1 4 16,2 2 7-16,0-2-17 0,-2 8 8 0,-1 3-8 15,1 2 1-15,-3 2-1 0,1 1-5 0,-4 4 3 16,4 1-8-16,-5 2 2 0,-2 3 9 0,12-1-14 0,-12 1 8 15,15 11 2-15,-2 0 6 0,-3 4 2 0,1-1 8 16,1 10-4-16,-2-1-4 0,-1 1 8 16,3 0 1-16,-3-1-3 0,-3 1-6 0,1-5 8 15,-1-1-6-15,0 1-1 0,-3-1-8 0,2-3 8 0,0 1 1 16,-5-3-7-16,3-2-21 0,-2 0-21 16,-3 1-21-16,2-4-27 0,0 0-33 0,-2 2-33 15,0-3-41-15,-2-3-61 0,4-4-46 0,-9 9-215 0,2-6-561 16,0-3 248-16</inkml:trace>
  <inkml:trace contextRef="#ctx0" brushRef="#br0" timeOffset="107104.88">11367 10129 58 0,'-5'-3'239'0,"5"3"-20"0,-6-6-18 0,6 6-18 16,-3-6-19-16,3 6-14 0,0 0-16 0,14-11-11 15,-3 9-11-15,3 0-8 0,7-3-11 0,0 3-10 16,9-3-6-16,-1 2-7 0,0 1-7 0,-2-1-4 15,2 1-9-15,-10 0-2 0,1 5-9 0,-2-3 0 16,-2 3-5-16,-2-1-3 0,-2 0 6 0,-3 4 11 16,3-1 11-16,-1 2 0 0,-4 1-1 0,3 3 2 15,-3-4 3-15,-2 3-1 0,-1 1 1 0,-2 0-3 16,1-1-5-16,2-3-3 0,-3 3-4 0,0-1-4 16,-2-2-4-16,0-7 5 0,1 10-8 0,-1-10-3 15,4 8 2-15,-4-8 11 0,2 6-13 0,-2-6 2 16,0 0 1-16,0 0 4 0,0 0-5 0,0 0 1 15,0 0-5-15,0 0-5 0,0 0-5 0,0 0-5 16,0 0-4-16,6-24-3 0,-4 16-6 0,5-3-1 16,3-3-1-16,1-2-8 0,-3 0 4 0,9-4-8 15,-7 8 0-15,2-1 1 0,-1 5-1 0,0 1 3 0,-3 1-4 16,1-2-3-16,-1 8 7 0,-2-1-5 0,-6 1 2 16,14-2 1-16,-7 5 1 0,0 3-2 15,1-2 2-15,0 4 1 0,-3 0 5 0,0 2 1 16,0-1-2-16,-1 3 3 0,2-2-2 0,-4 0-17 0,2 0-13 15,-1-1-16-15,1 1-16 0,-4-3-18 0,2-2-20 16,-2-5-24-16,4 13-22 0,0-10-25 0,2 1-18 16,-1-2 0-16,-5-2-7 0,13 2 8 15,-13-2 5-15,20-6 13 0,-14 2 17 0,3 1 29 0,1-3 29 16,-6 1 27-16,0 0 25 0,-1-2 10 16,-3 7 18-16,4-12 22 0,-4 8 20 0,0 4 15 15,3-11 21-15,-3 11 13 0,1-8 4 0,-1 8 1 16,0 0 1-16,0 0-5 0,0 0 0 0,0 0 3 0,0 0-1 15,0 0-7-15,0 0-6 0,0 0-6 0,0 0-6 16,0 0-2-16,2 25 1 0,1-22 2 0,-3-3-2 16,9 11 8-16,-2-9 0 0,0-1 6 15,1-1-4-15,6-1-3 0,-3-1-3 0,1-2 0 0,1 1 2 16,0-4 3-16,3 1-1 0,-7 0 0 0,1-1 1 16,-2 0 1-16,1-2-2 0,-4 1-4 0,-1-1-1 15,1 3-5-15,-3-3-5 0,-1 0 0 0,-1-1-11 16,0 10-4-16,-3-13-7 0,-2 7-8 0,1-1-11 15,1 3-20-15,-4-2-17 0,2 2-31 0,5 4-25 16,-19-2-32-16,8 4-41 0,2 0-40 0,-2 2-32 16,1 1-190-16,2 0-461 0,-1 2 205 0</inkml:trace>
  <inkml:trace contextRef="#ctx0" brushRef="#br0" timeOffset="107720.86">12466 10014 215 0,'2'-7'244'0,"-2"7"-6"16,0 0-6-16,-6-11-15 0,6 11-5 0,-7-6-14 15,7 6-10-15,-9 0-11 0,9 0-6 0,-11 1-19 16,11-1-6-16,-16 9-11 0,9-2-14 0,-4-1-9 0,1 3-7 16,2-2-14-16,-1 3-6 0,2-1-6 15,0-2-7-15,3 3-14 0,-2 0-4 0,5-1 5 0,-3-3-14 16,4 1-6-16,-2 0-11 0,2-7 2 15,2 11 0-15,2-6-3 0,0 0-2 0,1-2-6 0,-5-3-2 16,16 3-5-16,-7-3 8 0,2-2-6 16,3 0-9-16,-3-3-2 0,2 0-1 0,1-1 4 15,-5 1 0-15,2-1-4 0,0-2 4 0,-5-1-3 16,4-5 2-16,-5 3-5 0,3-1 4 0,-3-2-2 0,1-3-2 16,-3 3 1-16,0-4 1 0,1 0-11 0,-2 2 3 15,-2-4-1-15,3 2 3 0,-3-1-4 0,1 2 6 16,-1 0 2-16,1 1 2 0,-1 0-1 0,-1 5 2 15,1 2 6-15,0-1 0 0,0 10 2 0,0-13-6 16,0 13 7-16,1-10-11 0,-1 10 1 0,1-6 1 16,-1 6-2-16,0 0 1 0,0 0-1 0,0 0-2 15,-2 24 10-15,-2-6-1 0,0 6-1 0,4 1 0 16,0 2 1-16,2-1 2 0,-2-6-1 0,2-1-5 16,1 0 5-16,3-2 0 0,0 1-5 0,2-3-1 15,-2-5 2-15,7 3-4 0,1-1 17 0,2-4-13 16,4 1-4-16,-3-3 2 0,2-4-5 0,2 0 2 15,0-2-3-15,6-4 4 0,-4 0-9 0,-5 0 1 16,-2-1-4-16,2-1-2 0,-3-3 5 0,-6 3 1 16,1-1-4-16,-2-1 5 0,-1-2-4 0,-1 1-3 15,-2-3-2-15,0 1 2 0,-2-1 2 0,-4 2-1 0,2-3 4 16,-4 1 0-16,0 2-1 0,0 0 7 16,0 4 5-16,-1 0-2 0,3-1 3 0,2 7-2 15,-10-6 0-15,10 6-2 0,-12 0-4 0,12 0 1 16,-14 7 2-16,8-1 1 0,-1 4-19 0,2-1-16 0,-2 2-18 15,1 5-17-15,4-4-28 0,0-1-44 16,0 0-51-16,2-1-44 0,2 0-237 0,-2 1-513 16,2-3 227-16</inkml:trace>
  <inkml:trace contextRef="#ctx0" brushRef="#br0" timeOffset="107859.8">12954 10053 43 0,'0'0'249'0,"0"0"-15"0,0 0-5 15,0 0-16-15,0 0-16 0,6-4-19 0,-6 4-18 0,0 0-20 16,0 0-23-16,0 0-23 0,0 0-38 0,0 0-48 16,7 5-73-16,-7-5-60 0,0 0-163 0,0 0-312 15,6 2 138-15</inkml:trace>
  <inkml:trace contextRef="#ctx0" brushRef="#br0" timeOffset="109254.13">13046 10133 56 0,'0'0'198'0,"0"0"-12"0,-2-10-14 16,2 10-7-16,4-10-10 0,-4 10-9 0,2-16-13 15,3 6-17-15,-1 1-7 0,2-2-4 0,6-2-8 16,-7-2-4-16,6-1-1 0,-1 0-6 0,0-1-6 16,1-1-6-16,-2 3 2 0,0-1 0 0,0 1 1 15,-5 4-4-15,3 1 3 0,-2 1-6 0,-3-2-6 16,1 4-1-16,-3 0-4 0,0 7-6 0,0-12-4 15,0 12-2-15,-8-3-11 0,8 3-4 0,-13-1 4 16,13 1-10-16,-15 3-7 0,3 0 1 0,1 4-6 16,1-1 1-16,2 1 1 0,-1-2-7 0,5 3 4 15,-1-2-8-15,5 4 0 0,-2-3-2 0,2-7-6 16,2 16-6-16,3-8-1 0,-1 3-3 0,3-2 0 16,1 1 1-16,4-2 3 0,-1 4 1 0,1 1 0 15,1-3 6-15,-4 0-4 0,0-1-1 0,0 1 3 16,-3-2-3-16,1 2 7 0,-3-6-3 0,-1 6-4 15,0-2 3-15,-3 1 1 0,0 2 0 0,-3-4 2 16,3 1 0-16,-5-3-2 0,1 5-3 0,-5-3-3 16,5 2-13-16,-6-4-12 0,4-1-27 0,-1 3-21 15,-2-1-36-15,5-2-35 0,-3-1-46 0,7-3-181 16,-5 5-411-16,5-5 183 0</inkml:trace>
  <inkml:trace contextRef="#ctx0" brushRef="#br0" timeOffset="110486.97">13783 9831 114 0,'0'0'243'0,"-8"-4"-9"16,8 4-17-16,-8-2-20 0,8 2-17 0,0 0-12 15,-13 0-13-15,13 0-5 0,-10 8-11 0,3 1-13 16,3-1-5-16,-3 3-4 0,3-1-9 0,-3 2-8 15,6 4-11-15,-1 0-7 0,2-3-10 16,3-2-7-16,-1 1-4 0,0-1-6 0,8 4-8 0,-4-4-1 16,3-2-7-16,1 1 3 0,2-4-3 0,1 0-4 15,2 1 1-15,2-4-5 0,4 0-5 0,-3-2 0 16,-1-2-8-16,2-2 2 0,-2-2-4 0,-5 1-3 16,-1-1 9-16,0 0-10 0,-4-2-2 0,0-1 0 15,-1 0-2-15,-3-3-2 0,-1-1 2 0,-2 0 0 16,0 2-5-16,0-3 2 0,-7-1-4 0,-1-1 4 15,-1 2-3-15,-1-3 10 0,-1 3-9 0,-3 0 6 16,3 0 5-16,-4 4 8 0,3 3-3 0,1-1-2 16,1 1 1-16,-3 5-5 0,3-3 2 0,-2 1-3 15,5 1-3-15,7 2 0 0,-9 0-3 0,9 0 0 16,0 0-1-16,-8 3-2 0,8-3-7 0,0 0-3 16,0 0-1-16,19 9 1 0,-5-8-1 0,6 0-5 0,1-1-7 15,6-2-2-15,2-1 2 0,0-6-3 16,2 2 0-16,-4 2 8 0,-4-5-5 0,-3 3 4 15,-4 0-1-15,-3 0 4 0,-2 1 4 0,1-3 2 16,-4 1 0-16,-3-3 4 0,1 1 1 0,-3-1 2 0,0 1 2 16,-1-2 3-16,-2 0 18 0,0 4 0 15,0 0 11-15,0 8 7 0,0-11-3 0,0 11 3 16,-2-9-8-16,2 9-3 0,0 0-6 0,0 0 5 16,0 0 11-16,0 0-8 0,-8 39 4 0,6-13 3 0,-2 5 4 15,2 2 3-15,-1 1-2 0,1-1-6 0,0 3-1 16,2 10 0-16,-2-11-1 0,2-2-1 0,0 0-5 15,0-1 0-15,0-1-4 0,0-2-30 16,0 1-23-16,0-2-31 0,0-1-18 0,0-2-26 0,0-4-25 16,-2-2-33-16,0 1-52 0,-2-4-48 0,0-4-258 15,-2 3-559-15,-1-6 248 0</inkml:trace>
  <inkml:trace contextRef="#ctx0" brushRef="#br0" timeOffset="110637.54">14032 10139 190 0,'7'-11'195'0,"1"5"-16"0,6-2-21 0,-1 1-25 0,6-1-37 15,7-2-47-15,3-1-47 0,-2 4-55 0,5-3-106 16,-1 3-171-16,5 1 77 0</inkml:trace>
  <inkml:trace contextRef="#ctx0" brushRef="#br0" timeOffset="110855.18">14908 9731 253 0,'2'-11'284'0,"-2"1"-6"0,1 1 5 0,-1 3-15 15,0 6-8-15,0-12-18 0,0 12-15 0,0-7-25 16,0 7-24-16,0 0-11 0,0 0-10 0,0 0-6 16,0 0-4-16,1 31-17 0,1-15-5 0,-2 2-14 15,2 1-21-15,-2 0 6 0,3 1-17 0,-2 4 5 16,1-3-16-16,1-2-20 0,-3 0-15 0,1 6-41 15,-1-6-15-15,4-3-30 0,-3 1-25 0,-1 0-25 16,0-3-29-16,-1-1-48 0,-3-2-45 0,3 1-54 16,-5-3-201-16,1-2-520 0,1 0 230 0</inkml:trace>
  <inkml:trace contextRef="#ctx0" brushRef="#br0" timeOffset="111088.52">14818 9707 98 0,'16'-12'207'0,"2"1"-12"16,1 3-10-16,-1 3-10 0,1 1-11 0,1 2-8 16,0 2 1-16,0 3-8 0,0 3 5 0,4 4-11 15,-5 1-11-15,-1 1-6 0,-4 0-11 0,6 8-9 0,-9-8-8 16,-1 6 7-16,-1-2 9 0,-7 2-22 16,0-1 2-16,-4 0-3 0,-1 1 0 0,-5-2-6 0,-2 1-6 15,1 5-8-15,-3-6-5 0,-3-3-19 16,2 1-10-16,-7 5-27 0,3-6-23 0,0-1-36 0,0 0-34 15,2-2-49-15,-1-3-50 0,7-2-45 0,0 0-216 16,1-2-480-16,8-3 213 0</inkml:trace>
  <inkml:trace contextRef="#ctx0" brushRef="#br0" timeOffset="111271.1">15227 9907 276 0,'6'0'298'0,"-6"0"-28"0,8-2-13 0,-8 2-4 15,0 0-1-15,8 6-12 0,-8-6 14 0,6 10-25 16,-5 1-6-16,0-2-14 0,-1-1-18 0,2 3-20 16,-5 6-9-16,2 1-15 0,1-3-13 0,-1 1-40 15,1 0-43-15,-3-3-39 0,3-1-35 0,-3 2-40 16,4-3-32-16,-2 1-38 0,4-1-52 0,0-4-50 16,0 2-264-16,2-1-539 0,-2-5 239 0</inkml:trace>
  <inkml:trace contextRef="#ctx0" brushRef="#br0" timeOffset="111637.52">15730 9709 185 0,'5'-13'268'0,"-1"4"-3"0,0 0-12 0,-1 3-11 16,-1 1-19-16,-2 5-20 0,4-9-21 0,-4 9-10 15,0 0-3-15,0 0 8 0,0 0 0 0,0 0-7 16,-5 33-8-16,-2-10 0 0,-3 2-13 0,-4-2-8 15,3 5-15-15,-5 0 0 0,2-4-12 0,0 3-20 16,-1 0-1-16,3-6-13 0,1 2-10 0,4-6-5 16,4-2-12-16,-3 1 1 0,5-4 8 0,1-2-36 15,0-1-15-15,1 0-8 0,2-4-10 0,0 1-3 16,2-2-2-16,-5-4-3 0,10 5-16 0,-2-4 7 16,-8-1 1-16,12-6 0 0,-4-1 10 0,1-1-7 15,-4-2 3-15,0-1 3 0,-2-6 2 0,-1 1 2 16,-4-1 0-16,0 0-1 0,-4-1 5 0,-5-7 5 0,-3 5-8 15,-3 1 6-15,-2 0-9 0,-4 3 5 16,1 2 2-16,3 6 2 0,-3 1-3 0,2 0-3 16,-1 3-11-16,0 3-16 0,-2 3-32 0,5-1-30 15,4 1-32-15,3 1-53 0,2 3-48 0,2-2-46 0,3 2-211 16,4-6-526-16,0 0 232 0</inkml:trace>
  <inkml:trace contextRef="#ctx0" brushRef="#br0" timeOffset="111870.8">16133 9659 245 0,'2'-7'308'0,"1"1"-8"15,-3 6-6-15,1-11-2 0,-1 11 0 0,0-12-16 16,0 12-10-16,0-7-26 0,0 7-12 0,0 0-31 16,0 0-11-16,0 0-5 0,0 0-11 0,0 0 7 15,4 26-22-15,-4-9-9 0,-3 1-10 0,5 0-14 16,-1 1-17-16,0 2-9 0,1 2-9 0,-1-3-9 15,-1-1-7-15,0 1-17 0,-1-1-25 0,2 0-35 16,0-3-37-16,0 4-50 0,-1-6-23 0,2-3-31 16,1 5-22-16,-3-5-33 0,0 1-47 0,0-2-45 15,-2-1-275-15,1-2-617 0,1-7 274 0</inkml:trace>
  <inkml:trace contextRef="#ctx0" brushRef="#br0" timeOffset="112126.28">16152 9690 53 0,'11'-12'234'0,"5"-1"-4"16,2 5-1-16,1 1-10 0,0 2-14 0,1 6-10 15,0 2-2-15,-1 1-11 0,1 4-7 0,2 5-9 0,2 3-13 16,-10-5-12-16,-1 3-5 0,-1 2-4 0,-5 1-3 16,-2 2-4-16,-5 0-5 0,0-2-2 15,-6 2-2-15,-4 5 5 0,1-6-14 0,-9 4 6 16,0-4 11-16,-4 1-14 0,3-3 0 0,-7-1-9 0,2 2-2 15,1-5-3-15,4-4-16 0,-5 5-5 0,6-7-7 16,-1-1-11-16,0 2-23 0,2-1-16 16,0-2-35-16,3-1-37 0,0-1-30 0,4 0-51 15,-1-2-41-15,4 2-54 0,7-2-60 0,0 0-51 0,-10-4-199 16,10 4-584-16,0 0 258 0</inkml:trace>
  <inkml:trace contextRef="#ctx0" brushRef="#br0" timeOffset="112386.99">16554 9868 219 0,'11'-3'248'0,"0"1"-5"0,-1 0-2 16,-2 2-3-16,-8 0-10 0,14 0 1 0,-9 2-21 15,-5-2-12-15,12 5-5 0,-7-2-5 0,-5-3-3 16,6 9-6-16,-3-6-5 0,-3-3-11 0,2 11-13 16,1-8 2-16,-3-3-12 0,1 8 0 0,-1-8-13 15,4 9 8-15,-4-9-14 0,1 5-3 0,-1-5-4 16,0 0-9-16,3 13 0 0,-3-13-5 0,2 5-9 15,-2-5-10-15,6 6-2 0,-6-6-7 0,7 7-13 16,-7-7-16-16,8 2-22 0,-2-1-20 0,-6-1-21 16,18-2-34-16,-5 0-32 0,-2 0-28 0,5 0-36 15,2-3-22-15,2 0-26 0,-2 1-36 0,1-3-28 16,-2 0-29-16,1 3-11 0,-2-4-218 0,-5 2-565 16,1 1 251-16</inkml:trace>
  <inkml:trace contextRef="#ctx0" brushRef="#br0" timeOffset="112804.61">17031 9818 179 0,'7'-3'375'0,"-1"1"-2"0,-6 2-5 0,13-4-1 16,-7 1-17-16,3-2-15 0,1 1-23 0,1 1-29 16,-1-1-25-16,1 0-27 0,2 1-22 0,5-2-16 15,-3 0-17-15,4 0-41 0,-2 1-29 0,0 0-45 16,-6-1-64-16,2 1-52 0,-5 2-51 0,-1-1-44 16,-7 3-46-16,12-1-42 0,-12 1-30 0,0 0-29 15,0 0-203-15,0 0-542 0,0 0 241 0</inkml:trace>
  <inkml:trace contextRef="#ctx0" brushRef="#br0" timeOffset="112920.14">17076 9897 180 0,'-6'4'222'16,"-1"2"-8"-16,2-4-3 0,1 2-2 0,-1-1-4 15,5-3 1-15,-8 5-15 0,8-5-11 0,0 0-5 16,0 0-8-16,0 0-16 0,0 0-16 0,21 3-19 16,-8-5-26-16,5-2-26 0,12-3-32 0,0 1-63 15,0-3-78-15,0-1-88 0,-4 1-206 0,1-1-434 16,-7 4 192-16</inkml:trace>
  <inkml:trace contextRef="#ctx0" brushRef="#br0" timeOffset="113455.18">18166 9722 2991 0,'4'-9'136'16,"-2"0"-43"-16,1 1-27 0,-2 2 1 0,-1 6-16 15,-1-11 10-15,1 11 7 0,0 0-2 0,0-10 10 16,0 10-12-16,0 0-5 0,-5-5 7 0,5 5 2 15,0 0-4-15,0 0-3 0,0 0-4 0,0 0-10 16,-19 10-4-16,19-10-1 0,-3 10 3 0,3-10 2 16,-2 12-6-16,2-7 6 0,0-5-5 0,5 16 1 15,0-10 1-15,1 2-8 0,1-2-1 0,0 3-1 16,2-2-4-16,3 0-3 0,-1 0-3 0,1-1-2 16,2 3 0-16,-4-5-5 0,1 1 1 0,0 0 2 15,-4 0 2-15,2-2-14 0,-4 1-2 0,2-1-3 16,-3 1 1-16,2 0-2 0,-6-4 3 0,8 8 4 15,-6-3-6-15,-2-5 16 0,3 8 0 0,-3-8 2 0,0 11 2 16,0-11 3-16,-5 10 1 0,1-4 2 0,-1 0-5 16,0-1 1-16,0 2-2 0,-1-2-3 0,0-1 5 15,-4-1-5-15,3 1-1 0,0 0-3 16,-1-2 0-16,-2 2-2 0,2-1-3 0,-2-1-3 0,0 1-5 16,0-1 2-16,-2-2-17 0,-1 0-4 0,2-2-20 15,-2 2-29-15,1-1-36 0,2-1-29 16,-4 0-30-16,3-2-26 0,-2 1-14 0,1-4-33 15,3 3-49-15,-2-4-49 0,3 0-260 0,1-1-639 0,1 1 282 16</inkml:trace>
  <inkml:trace contextRef="#ctx0" brushRef="#br0" timeOffset="113687.55">18158 9650 278 0,'0'0'299'0,"0"0"-26"15,0 0-21-15,0 0-24 0,0 0-21 0,11-13-8 16,1 9-15-16,8-1-18 0,8-2-11 0,4 1-19 16,1 0-12-16,1 1-12 0,4 0-14 0,-4 0-23 15,0 1-37-15,-3 0-39 0,-12 1-53 0,3 2-69 16,-2-1-71-16,-6 2-215 0,-1-2-443 0,0 2 196 15</inkml:trace>
  <inkml:trace contextRef="#ctx0" brushRef="#br0" timeOffset="114103.91">18589 9601 104 0,'0'0'322'0,"-6"-11"-11"0,6 11 2 0,0-9-6 15,0 9 3-15,-2-8-9 0,2 8-6 0,0 0-30 16,-1-9-34-16,1 9-21 0,0 0-22 0,0 0-14 16,0 0-22-16,0 0-12 0,0 0-7 0,22 19 2 0,-14-8 3 15,4 2-13-15,1 1-11 0,-3 2 10 16,2 0-11-16,-1-1-13 0,-2 0-7 0,3 1-2 16,-2-1-7-16,-1 0-7 0,1-1-8 0,-3-3-4 0,2 2-4 15,-2-2 0-15,-2-2-10 0,3 0-8 0,-3-1 1 16,0-2-5-16,0 1-5 0,2-2-3 0,-4-2-3 15,1 1 3-15,-4-4-5 0,7 6-1 16,-7-6-1-16,7 1-1 0,-7-1 1 0,11-1 13 0,-11 1 2 16,11-7-4-16,-4 1-3 0,1-2-7 0,1-2 4 15,0-3-4-15,4 0-2 0,-3-3-4 0,4-4-2 16,2-2 3-16,-2 2-3 0,1-3-7 0,-1-1-7 16,0 0-7-16,-1-4-4 0,2 4-5 0,-3-1 2 15,-4 8 2-15,2-1-8 0,-4 2-5 0,-1 4-4 16,-1 1-16-16,-1 1-13 0,-1 5-35 0,1-3-42 15,-2 2-47-15,-1 6-44 0,0-10-37 0,0 10-40 16,0 0-41-16,-10-2-56 0,10 2-242 0,-18 5-691 16,9 0 305-16</inkml:trace>
  <inkml:trace contextRef="#ctx0" brushRef="#br0" timeOffset="115936.53">19638 9574 2739 0,'0'0'85'0,"0"0"-29"0,-6 4-26 0,6-4-11 16,0 0-12-16,0 0 2 0,0 0-1 0,0 0 9 15,0 0-10-15,0 0 7 0,15 2-2 0,-4-2-3 16,6-2 2-16,1 1-8 0,3-2-14 0,0 2-21 16,1-1-33-16,-3 4-43 0,2-1-55 0,-3-1-46 15,-6 3-198-15,-1-2-440 0,-5 2 195 0</inkml:trace>
  <inkml:trace contextRef="#ctx0" brushRef="#br0" timeOffset="116077.2">19669 9722 45 0,'0'0'261'0,"-8"4"-16"0,8-4-8 16,-5 2-9-16,5-2-16 0,0 0-19 0,0 0-22 16,0 0-18-16,0 0-13 0,0 0-15 15,31-2-22-15,-12-2-29 0,3 0-39 0,8 1-56 0,2 1-69 16,3-2-64-16,-3-1-173 0,2-2-353 0,-3 3 157 15</inkml:trace>
  <inkml:trace contextRef="#ctx0" brushRef="#br0" timeOffset="116403.63">20217 9453 66 0,'4'-6'278'15,"-1"0"-15"-15,-3 6-15 0,3-9-21 0,-3 9-25 16,2-6-19-16,-2 6-15 0,0 0-1 0,0 0-7 15,15 13-2-15,-6-3-6 0,-1 6-6 0,1 2-15 16,0 0-15-16,2 4-11 0,-1 4-6 16,-1-8-11-16,1 5-8 0,-2-6-6 0,1 5-9 0,0-5-3 15,-4-1-9-15,2-2-7 0,-2-2-2 0,0-1-2 16,-1-1-10-16,2-1 3 0,-4-3-5 0,2-1 2 16,-1 1-10-16,-1-2 3 0,-2-4 2 0,4 7 7 15,-4-7 18-15,0 0 0 0,6 4 10 0,-6-4-17 16,0 0-5-16,10-11-4 0,-7 1-4 0,3 0-4 15,-1 0-6-15,0-6 2 0,1-3-1 0,2-4-3 16,-2-2-1-16,1 2-5 0,-2-2 0 0,2 1 1 16,-2 5-4-16,-1-1 1 0,0 2-13 0,0 0-9 15,-1 3-14-15,-1 2-20 0,0 5-27 0,-1 1-28 16,-1 0-22-16,0 7-39 0,0 0-31 0,0 0-18 16,1-9-14-16,-1 9-32 0,0 0-208 0,0 0-500 15,13 17 221-15</inkml:trace>
  <inkml:trace contextRef="#ctx0" brushRef="#br0" timeOffset="116620.85">20731 9575 70 0,'0'0'284'0,"0"0"-8"0,0 0-5 16,-22 6-10-16,12-4-2 0,-2 3-11 16,0 1-13-16,-2 3-11 0,-3 2-7 0,2-1 1 15,0 3-9-15,0 1 0 0,1 2-17 0,2-4-17 16,1 3-9-16,4-4-20 0,0-1-12 0,2 3-12 0,3-2-16 15,0-1 0-15,1 2-48 0,2-2-26 0,2 0-38 16,2-2-39-16,4 0-31 0,1-2-30 16,3 0-29-16,6-1-39 0,-2-2-41 0,4-1-42 0,1-2-37 15,6-1-191-15,0-3-526 0,2-1 232 0</inkml:trace>
  <inkml:trace contextRef="#ctx0" brushRef="#br0" timeOffset="116788.14">21036 9618 132 0,'0'0'249'0,"0"0"3"0,-6-9-11 0,6 9-3 16,-19 2 1-16,7 3-5 0,-5 2-4 0,0 2 2 16,-1 2-8-16,1 1 13 0,1 1-25 0,2 0-13 15,2 0-16-15,3 0-15 0,3-3-16 0,2 1-24 16,-1 0-3-16,5-1-22 0,4-1-17 0,1 1-37 16,4-1-47-16,1-2-51 0,9 0-60 0,11 1-75 15,2-6-89-15,1 0-277 0,0 1-597 0,3-6 264 16</inkml:trace>
  <inkml:trace contextRef="#ctx0" brushRef="#br0" timeOffset="139028.79">12370 11253 22 0,'0'0'262'0,"0"-10"-18"0,0 10-3 0,0-12-13 15,0 12-9-15,0-11-12 0,0 11-11 0,-2-10-13 16,2 10-1-16,-4-13-7 0,4 13-6 0,-1-7-17 16,1 7-5-16,0 0-7 0,-1-9-19 0,1 9-14 15,0 0-13-15,0 0-10 0,-2-8-17 0,2 8-7 16,0 0-1-16,0 0-11 0,0 0-1 0,0 0-8 16,4 24-4-16,0-11-3 0,-4-1-2 0,2 6 3 15,-2 1 3-15,0 0-1 0,0 4-2 0,0-2 4 16,0 3 0-16,2-5-1 0,-4 2-14 0,2-2 5 15,0 0 2-15,0 2-7 0,2-4 0 0,0-1-1 16,0 2-2-16,-1-2-3 0,2-2-3 0,0-3 2 16,-1 1-6-16,0 1-18 0,1-3-10 0,-1 0-22 15,3-1-15-15,-3 0-16 0,0-4-9 0,-1 1-11 16,-1-6-18-16,3 12-24 0,-2-7-28 0,-1-5-37 16,0 0-36-16,0 0-37 0,0 0-157 0,0 0-464 15,0 0 206-15</inkml:trace>
  <inkml:trace contextRef="#ctx0" brushRef="#br0" timeOffset="139389.1">12374 11145 87 0,'6'-16'204'16,"1"1"-11"-16,5-2-9 0,1 3-8 0,4 2-10 15,0-1-6-15,-1 5-14 0,1 1-12 0,-3 3-15 16,2 0-15-16,-4 4-6 0,0 1-14 0,1 2-3 0,-1 4-9 15,-5 1-5-15,2 6-5 0,-3-4 1 16,-2 6 3-16,-3 3-1 0,-2-2-1 0,-5 3-11 16,-3 3 1-16,-2 1-8 0,-3-1-5 0,-1 0-2 15,-1-4 0-15,3-4-6 0,-1-1-5 0,1-1 0 0,0 0-4 16,1-7-2-16,3 3 0 0,-2-1-3 0,0-2-1 16,2 2-1-16,3-4-1 0,1 0 1 15,5-4 0-15,-10 3-3 0,10-3 3 0,-6 6-8 16,6-6-1-16,-4 4 2 0,4-4-2 0,0 0-1 0,-3 6 5 15,3-6-9-15,0 0 7 0,0 0-7 0,13 10 5 16,-8-7 0-16,2 0 0 0,2 0-3 0,0 2 2 16,3-1-2-16,0 0 2 0,-1 0-1 15,7 0-1-15,3 1-18 0,-1-1-15 0,2-1-29 0,5 4-49 16,-7-1-46-16,3-3-49 0,-2-1-222 0,-1-1-456 16,-2-1 202-16</inkml:trace>
  <inkml:trace contextRef="#ctx0" brushRef="#br0" timeOffset="139686.54">12888 11388 17 0,'0'0'271'0,"0"0"-18"0,5-6-10 16,-5 6-14-16,0 0-20 0,0 0-18 0,0 0-16 16,0 0-9-16,0 0-1 0,0 0-2 0,0 0-10 15,0 0-5-15,-2 27 3 0,-5-15-16 0,4 4 3 16,-3 1-3-16,-1 1-12 0,1-1-3 0,-2 2 4 15,0 4-18-15,3-6-10 0,1-1-5 0,-1-1-9 16,3 2-9-16,-3-2-5 0,3-3-11 0,2 1 3 16,0-3 11-16,0 2-7 0,2-5 18 0,1 0-9 15,1 1-6-15,1-2-2 0,1 0-8 0,1-3-7 16,2 2 1-16,2-1-11 0,2-3-14 0,1 1-26 16,4-4-23-16,0-2-37 0,3 0-36 0,-2-2-35 15,8-4-36-15,-8 4-42 0,0-1-50 0,6-3-54 0,2-2-242 16,-2-2-602-16,0-1 266 0</inkml:trace>
  <inkml:trace contextRef="#ctx0" brushRef="#br0" timeOffset="139855.14">13432 11375 67 0,'0'0'269'0,"6"-4"-16"0,-6 4-10 0,0 0-11 15,0 0-8-15,2-6-22 0,-2 6-16 16,0 0-20-16,0 0-18 0,8-4-16 0,-8 4-15 0,9-2-18 15,-9 2-19-15,18-1-24 0,-7 2-27 0,-2-1-31 16,4 2-41-16,-4 0-40 0,0-1-46 0,1 2-40 16,-4-1-33-16,1 1-111 0,-7-3-339 15,6 4 151-15</inkml:trace>
  <inkml:trace contextRef="#ctx0" brushRef="#br0" timeOffset="140021.56">13440 11510 121 0,'0'0'206'0,"-8"5"10"15,8-5-2-15,0 0-1 0,0 0-5 0,-5 4-12 16,5-4-12-16,0 0-17 0,0 0-14 0,0 0-15 16,0 0-12-16,0 0-18 0,23-14-14 0,-12 10-15 15,0 0-19-15,-2 0-23 0,0 1-31 0,0 0-35 16,3-1-37-16,-3 0-47 0,3 0-38 0,-2-2-49 16,-1 4-129-16,2-3-354 0,-1-2 157 0</inkml:trace>
  <inkml:trace contextRef="#ctx0" brushRef="#br0" timeOffset="141405.13">9298 11339 33 0,'0'0'222'0,"-14"0"-5"0,14 0-10 0,-10 0-11 15,10 0-13-15,-8 1-10 0,8-1-15 0,0 0-15 16,0 0-4-16,-7 2-9 0,7-2-8 0,0 0-13 0,0 0-9 15,0 0-13-15,20-7-5 0,-6 2-10 0,4 2-8 16,2-2-10-16,9 0-11 0,-1-3-17 16,0 3-24-16,-1 1-29 0,-7 0-35 0,1 2-42 15,-5-1-29-15,0 2-39 0,-6-2-31 0,1 3-108 16,-3-1-336-16,-8 1 149 0</inkml:trace>
  <inkml:trace contextRef="#ctx0" brushRef="#br0" timeOffset="141738.57">9413 11332 168 0,'-7'7'165'0,"7"-7"3"0,-3 11-1 0,2-2 0 0,1 7-3 15,0 0-4-15,0 7-13 0,-1 3-6 0,-1-1-6 16,4 1-13-16,-2-2-3 0,0 7-1 0,1-6-6 16,-1 0-11-16,0-4-6 0,1-2-11 0,0 4-5 15,-1-4-2-15,2-3-4 0,-1-3-4 0,0 4-7 16,-1-5-5-16,4 1-2 0,-5-3-8 0,2 0-4 15,-1-2 4-15,0 1-13 0,1-2-3 0,-1-7-6 16,-1 11-2-16,1-11 2 0,-6 8 0 0,6-8 0 16,-5 5-5-16,5-5-2 0,-11 2 1 0,11-2-6 15,-11 0 2-15,11 0-4 0,-18-4 1 0,8 3-5 16,0 0 2-16,-2-1 0 0,3-1-1 0,0 2 6 16,9 1-2-16,-13 0-8 0,13 0-2 0,-10 0 2 15,10 0-3-15,-11-2 2 0,11 2-2 0,0 0-1 16,0 0 1-16,-8-1-1 0,8 1 2 0,0 0 5 15,0 0 5-15,0 0-4 0,28 3 0 0,-11-3 9 16,3 0-16-16,2-2-13 0,10-2-16 0,-2 1-19 16,4-1-31-16,-1-2-59 0,1 1-49 0,4-1-59 15,-7-2-195-15,4 3-476 0,-4-1 211 0</inkml:trace>
  <inkml:trace contextRef="#ctx0" brushRef="#br0" timeOffset="142043.42">10001 11537 256 0,'-11'-5'292'0,"11"5"-10"0,-4-5-14 0,4 5-17 16,0 0-16-16,0 0-18 0,-7-3-18 0,7 3-17 15,0 0-15-15,0 0-19 0,0 0-13 0,0 0-15 0,0 0-20 16,18-7-21-16,-7 5-26 0,1-1-14 0,2 1-42 16,6-1-41-16,-1 1-50 0,2 1-56 0,-1 0-34 15,-1-1-40-15,-1 5-164 0,-7-2-419 16,-2-1 185-16</inkml:trace>
  <inkml:trace contextRef="#ctx0" brushRef="#br0" timeOffset="142204.06">10054 11627 222 0,'0'0'209'0,"-7"3"-8"0,7-3-8 0,0 0-12 16,-8 2-10-16,8-2-12 0,0 0-7 0,0 0-6 15,0 0-11-15,0 0-15 0,0 0-14 0,25 10-23 16,-12-10-23-16,1-2-36 0,4 2-47 15,3-1-54-15,9-3-40 0,2-1-47 0,0 2-134 0,-1-4-321 16,4-3 143-16</inkml:trace>
  <inkml:trace contextRef="#ctx0" brushRef="#br0" timeOffset="142555.45">10638 11387 266 0,'0'0'266'15,"-12"-2"-11"-15,12 2-11 0,-11 5-4 0,0-3-13 16,4 3-8-16,-4 3-9 0,0 1-11 0,-1 3-5 16,2 1-3-16,-2 2-23 0,4 0-19 0,-1 9-12 15,1-7-17-15,4-1-15 0,2 1-9 0,2-1-6 16,0-3-7-16,2 4-12 0,6-3-1 0,0 0-2 16,2-1-14-16,3-3 1 0,1 0-3 0,4-2-4 15,-2-4-8-15,5-2 2 0,2-2-1 0,-4 0-4 16,8-2-1-16,-6-2 1 0,-4 1-7 0,1-2-11 15,-3-2 0-15,-2 0 1 0,-3-2-3 0,2-7 4 16,-5 6 0-16,-1-4-6 0,-4 2 1 0,2 1-8 16,1-7 6-16,-6-1-5 0,-2 0 0 0,-1 2 1 15,-1-1-7-15,-2 0-3 0,-4 2 0 0,4 0 2 16,-1 0-3-16,0 3-5 0,2 2-8 0,-3 3-15 16,1 2-23-16,2-1-25 0,-2 4-30 0,-2 3-28 15,10 0-28-15,-20 9-41 0,9-2-46 0,-1 4-57 16,-1 3-193-16,1 2-542 0,5 1 241 0</inkml:trace>
  <inkml:trace contextRef="#ctx0" brushRef="#br0" timeOffset="142728.6">11082 11704 118 0,'4'10'290'0,"-1"0"-14"0,-1 1-27 0,0 0-21 15,-4 5-22-15,-3 1-21 0,-1 2-27 16,-4 7-31-16,-4-2-53 0,-4 0-55 0,-3 1-79 16,1-3-94-16,-5-1-132 0,-4-2-311 0,0 0 138 15</inkml:trace>
  <inkml:trace contextRef="#ctx0" brushRef="#br0" timeOffset="-212659.19">10730 13081 1786 0,'-4'-32'1'0,"0"4"52"0,-2 0 9 16,-1 4 12-16,1 5 2 0,2 2 8 0,0 6 7 0,3 0-15 15,-2-1-5-15,2 3-4 0,0-1 23 0,1 3 0 16,0 7-3-16,-2-11-11 0,2 11-8 16,0-8-8-16,0 8-8 0,0 0-9 0,0 0-1 15,0 0-6-15,0 0-5 0,17 17 0 0,-9-2 2 0,-1 2-2 16,4 6 2-16,0 3-8 0,-1 3-2 16,-1-1 1-16,4 2-4 0,-4-2-1 0,1-1-2 0,2-3-4 15,-5-5-1-15,2-1 0 0,0-1-2 0,0-2 3 16,0-1-2-16,-1-3-1 0,-3-2 3 15,1 0-6-15,-3-4 2 0,1 0 19 0,0 0 10 0,1-1 18 16,-5-4 8-16,10 1 0 0,-10-1 4 0,9-7-19 16,-3-3-12-16,1 0 0 0,3-4 4 0,-4-4 4 15,1-7-6-15,1 2 0 0,-2-2 3 0,-1-6-10 16,2-1-4-16,0 0 11 0,-1 0-18 16,1 4 0-16,-2-2-3 0,1 4 4 0,-1 0-7 0,-2 8 1 15,1 2-7-15,-3 5-12 0,0 0-23 0,3 4-30 16,-4 0-29-16,0 7-38 0,1-8-23 0,-1 8-20 15,0 0-22-15,0 0-34 0,0 0-30 0,-9 25-31 16,6-9-184-16,0-1-506 0,2 2 225 0</inkml:trace>
  <inkml:trace contextRef="#ctx0" brushRef="#br0" timeOffset="-212342.47">11192 13090 73 0,'0'0'214'0,"0"13"-15"0,0-3-7 15,0-1 0-15,-2 3-8 0,1-1-8 0,1 1-13 16,-3 2-16-16,2-3-10 0,1 1-7 0,1-1-7 16,-1 1-8-16,3-1-7 0,0 1 5 0,1-2-12 15,1-1-8-15,2-2 0 0,-1 3 5 0,0-4-2 16,3 0-2-16,2 0-4 0,0-2-6 0,2-2-1 16,0-1-8-16,4-2-5 0,-1-3-6 0,0-2-6 15,2-2 3-15,0 1-8 0,-2-2-8 0,-2-3 1 16,-2 1-5-16,0-2-3 0,-7 1-3 0,0 1-3 15,-2-5-6-15,-2 0-4 0,-2 3 0 0,-2 1 1 16,-5-4-7-16,-3 2-3 0,1-2-2 0,-1 4-7 16,-5 4-3-16,2 0-1 0,-3 3-6 0,-1 0-17 15,-1 4-18-15,1-1-21 0,0 2-18 0,4 4-19 16,-1 1-26-16,1 0-41 0,2 0-42 0,5 0-34 16,0 3-35-16,2 0-145 0,3-2-455 0,2-6 202 15</inkml:trace>
  <inkml:trace contextRef="#ctx0" brushRef="#br0" timeOffset="-212206.66">11687 13039 140 0,'13'-3'237'15,"0"0"-20"-15,-1 1-23 0,1 1-18 0,-4-2-16 16,5 2-12-16,-5 1-18 0,0 1-13 0,2 1-12 16,-2-1-23-16,-1 3-42 0,2-1-46 0,-10-3-56 15,13 9-41-15,-8-2-160 0,-5-7-284 0,9 9 126 16</inkml:trace>
  <inkml:trace contextRef="#ctx0" brushRef="#br0" timeOffset="-212072.05">11929 13128 20 0,'-2'9'224'0,"2"-9"-24"0,0 0-18 16,0 0-20-16,0 0-14 0,-2 10-15 0,2-10-11 16,0 0-12-16,6 6-11 0,-6-6-17 0,12 4-40 15,-6-3-43-15,7-1-55 0,1 0-69 0,-1 0-99 16,6-1-243-16,0 0 108 0</inkml:trace>
  <inkml:trace contextRef="#ctx0" brushRef="#br0" timeOffset="-211570.64">13254 12666 305 0,'-9'-13'291'0,"1"3"-12"0,3 3-20 16,1 2-26-16,-1 0-21 0,5 5-26 0,-5-7-20 15,5 7-17-15,0 0-16 0,0 0-12 0,0 0-14 16,10 24-10-16,-1-7-7 0,4 6-13 0,1 1-3 16,1 0-6-16,-1 1-7 0,1 1-2 0,1 0 6 15,-2-4-11-15,2 1 0 0,-5-7 4 0,4-2-1 16,-1 1-1-16,-1-2 0 0,-1-1-2 0,-1-4 21 16,-3 0-13-16,4-2 2 0,-3-2 3 0,-1-3 8 15,2 2 6-15,-1-3-1 0,-9 0-1 0,13-3-3 16,-4-1-12-16,-2-3-1 0,0-2-7 0,4-3-8 15,-2-2 1-15,0-3 4 0,-3 1-22 0,-1-2 4 16,2-9 1-16,-2 2-9 0,-1 0-5 0,-4 0 2 0,2 6-6 16,0-1-1-16,0 2 0 0,-1 1-7 15,1 5 0-15,-2 2-21 0,0 1-29 0,0 2-32 16,0 7-39-16,0 0-33 0,0-9-13 0,0 9-12 16,0 0-18-16,-9 17-37 0,3-2-45 0,-2 2-55 0,-1 8-168 15,5-7-533-15,2 1 235 0</inkml:trace>
  <inkml:trace contextRef="#ctx0" brushRef="#br0" timeOffset="-211342.33">13949 12863 81 0,'2'-7'267'0,"-2"7"-14"0,0 0-10 15,0 0-11-15,-9-6-5 0,9 6-13 0,-14 1-7 0,14-1-11 16,-20 6-10-16,7-1-12 0,1 2-19 0,-2 2-9 15,2 3-12-15,0-1-15 0,-4 2-3 0,5 3-7 16,2 0-12-16,0 7-4 0,3-3-6 0,1-2-11 16,3 0-8-16,0 0-6 0,2-1-3 15,0-1-11-15,2-5-1 0,2 0-12 0,1 5-17 16,1-7-19-16,-1 1-34 0,6-3-38 0,-2 0-30 16,2 0-64-16,8-4-64 0,-7-1-73 0,7-2-169 15,2-1-512-15,7-2 227 0</inkml:trace>
  <inkml:trace contextRef="#ctx0" brushRef="#br0" timeOffset="-211123.7">14363 12873 32 0,'0'0'251'0,"0"0"-8"0,-11-10-3 16,11 10-7-16,-14 1 0 0,14-1-4 0,-17 5-6 16,7 1-5-16,-1 1 3 0,1 2-12 0,-3 1-15 15,3 3-2-15,-3 0-9 0,5 1 7 0,-3-1-21 16,5 2-20-16,-1-1-10 0,3-2-18 0,2 4-9 15,2 0-19-15,0-4 2 0,2-2-24 0,-1 1-18 16,3 0-24-16,2-3-29 0,3 0-33 0,1-3-43 16,0 1-38-16,3-3-46 0,4-3-62 0,5 0-69 15,0 0-247-15,5-5-582 0,4-1 257 0</inkml:trace>
  <inkml:trace contextRef="#ctx0" brushRef="#br0" timeOffset="-210926.76">14741 12900 219 0,'0'0'256'0,"0"0"-3"16,10-2 1-16,-4 1-6 0,-6 1-11 0,18 0-15 15,-3-3-13-15,-1 3-7 0,6-3-16 0,-1 1-12 16,3-1-7-16,-2-1-16 0,0 3-18 0,1-1-15 16,-1-1-12-16,-2 2 5 0,-5-1-38 0,1 1-28 15,-3 1-25-15,-2-3-36 0,-9 3-44 0,14 0-51 16,-10 2-68-16,-4-2-66 0,0 0-218 0,10 1-500 15,-10-1 221-15</inkml:trace>
  <inkml:trace contextRef="#ctx0" brushRef="#br0" timeOffset="-210508.85">15553 12535 32 0,'0'0'266'0,"-3"-7"-23"0,3 7-24 16,0 0-14-16,0 0-22 0,-2-8-15 16,2 8-12-16,0 0-12 0,19-3-12 0,-5 1-10 0,7-2-13 15,6 2-11-15,5-2-11 0,-1 2-7 0,3 0-10 16,-1-1-21-16,-2 1-23 0,-3 1-25 15,-7 1-47-15,-2 0-31 0,0 0-32 0,-2 0-33 16,-6-1-33-16,2 1-133 0,-7-2-331 0,-6 2 146 16</inkml:trace>
  <inkml:trace contextRef="#ctx0" brushRef="#br0" timeOffset="-210141.55">15846 12487 17 0,'0'0'190'0,"-10"3"-19"0,10-3-18 0,0 0-3 15,-1 8 9-15,1-8 6 0,0 16 6 0,-1-4-12 16,2 6-13-16,-1 1-8 0,3 8-2 16,-3-1-11-16,1 1 3 0,0-1-11 0,0 3-7 15,1-3-14-15,1 0-6 0,-1-7-8 0,-1 1-9 0,4-2-4 16,-1 1-6-16,0 0-4 0,0-2-5 0,-2-1-7 16,2-2-4-16,-1-2 1 0,0-2-5 15,0 0-2-15,-1-3-5 0,1-1-3 0,-2 0 1 16,-1-6-2-16,2 7-2 0,-2-7-2 0,2 9-3 0,-2-9 4 15,0 0-8-15,-5 7 0 0,5-7-2 0,-11 3-5 16,11-3 3-16,-15 0-1 0,6 0-3 16,-2 2 0-16,1-4-3 0,10 2 1 0,-17 0-1 0,7-1 3 15,10 1-1-15,-14-2-1 0,14 2-2 0,-10 0 0 16,10 0 5-16,-9 0 4 0,9 0 3 0,0 0 4 16,0 0 6-16,-11 0-9 0,11 0-4 0,0 0 0 15,0 0-2-15,0 0 2 0,0 0-3 16,24-7 2-16,-10 5-7 0,2-1-6 0,3 1-17 0,2-1-12 15,8-1-18-15,2 0-23 0,1 2-27 0,2-4-47 16,1 3-57-16,2 0-58 0,-4-3-196 0,2 3-493 16,2-1 219-16</inkml:trace>
  <inkml:trace contextRef="#ctx0" brushRef="#br0" timeOffset="-209209.58">16570 12540 58 0,'1'-10'232'0,"-1"10"1"0,1-11-5 0,-1 11-3 0,2-8-13 16,-2 8-16-16,0 0-12 0,2-7-24 0,-2 7-18 16,0 0-18-16,0 0-11 0,0 0-13 0,0 0-1 15,0 0-4-15,4 21-3 0,-4-6 2 0,1 3-4 16,-1-1-7-16,0 2-9 0,0 1-5 0,-1-1-1 15,0 0-12-15,0-2-7 0,1 3-3 0,0-2-4 16,-2-3-6-16,2 2 8 0,0-1-3 0,2 0-15 16,-2-5-2-16,0 2-6 0,1-3 0 15,-2 2-8-15,1-3-19 0,0 1-17 0,0-1-15 0,0-1-16 16,0-8-14-16,0 11-25 0,0-11-29 0,0 11-30 16,0-11-15-16,0 0-9 0,1 8-21 0,-1-8-176 15,0 0-406-15,0 0 179 0</inkml:trace>
  <inkml:trace contextRef="#ctx0" brushRef="#br0" timeOffset="-208890.9">16566 12528 136 0,'5'-17'149'0,"-1"6"-12"0,2-3 6 16,2 5-3-16,-3 0 2 0,3 1-13 0,-2 2-6 16,2 2-11-16,-3 0-14 0,-5 4-9 0,11-3-9 15,-11 3-4-15,11 3-9 0,-6 2 5 0,-5-5-2 16,5 14-4-16,-5-2-4 0,-1 1-5 0,-2 1-6 15,-2 3-3-15,0-1-6 0,0 2-2 0,0-1-5 16,-1 0-4-16,1-6-4 0,-1 0-2 0,2 0-6 16,0 0 1-16,0-1 0 0,2-3 0 0,1 1 10 15,-1-1-5-15,2-7-5 0,-4 10 0 0,3-6-3 16,1-4 0-16,-1 9 10 0,1-9 13 0,0 0 3 16,2 10-1-16,-2-10-1 0,7 6-1 0,-3-3 1 15,-4-3-3-15,14 5-5 0,-4-4 0 0,2 1-1 16,3-2-5-16,-2 2-5 0,2-2 0 0,0 1-10 15,4 2-21-15,-2-2-15 0,-3 1-35 0,0-2-39 16,-1 1-36-16,4-1-37 0,3 1-42 0,-4-1-161 16,-3 0-404-16,0-2 179 0</inkml:trace>
  <inkml:trace contextRef="#ctx0" brushRef="#br0" timeOffset="-208620.77">17012 12619 188 0,'0'0'202'0,"0"0"13"16,0 0 8-16,0 0-10 0,8 12-11 0,-8-12-12 16,-3 18-6-16,2-7-10 0,-2 5-9 0,2 2-7 15,-3 7-9-15,2-8-9 0,-1 1-11 0,-1 3-8 16,2-2-12-16,-1-2-5 0,3 2-2 0,1-4-5 16,1 2 8-16,2-1 1 0,-2-4-1 0,2-1 17 15,2 4-19-15,3-4-16 0,-2-3-1 0,0 0 6 16,1-1 4-16,2 1-13 0,0-3-3 0,1 0-12 15,1-4 2-15,0-1-16 0,2 3-13 0,3-4-31 16,0-1-32-16,-1 2-38 0,3-3-41 0,0-1-40 16,-1-1-54-16,8-6-66 0,-1 0-60 0,-8 2-225 15,8-6-591-15,0-1 262 0</inkml:trace>
  <inkml:trace contextRef="#ctx0" brushRef="#br0" timeOffset="-208458.51">17894 12616 113 0,'8'-2'250'0,"3"2"-19"0,0-3-17 15,5 3-17-15,0-3-20 0,4 2-21 0,-1-2-11 0,1 3-18 16,2-1-19-16,-3 2-33 0,0-1-56 16,-2 1-63-16,1 1-58 0,-8-1-176 0,1 0-301 15,-4-1 133-15</inkml:trace>
  <inkml:trace contextRef="#ctx0" brushRef="#br0" timeOffset="-208305.87">18034 12712 2494 0,'-8'3'125'0,"0"1"-69"0,1 0-41 15,2-1-5-15,-1 2-4 0,6-5 21 16,-8 6 5-16,4-3 4 0,4-3 6 0,-5 6 8 16,5-6-1-16,0 0-2 0,0 0-7 0,16 12-10 0,-4-10-15 15,5 0-20-15,3-2-33 0,2 1-48 0,-1-1-63 16,7-3-64-16,-5 3-218 0,-3-4-466 15,-1 1 206-15</inkml:trace>
  <inkml:trace contextRef="#ctx0" brushRef="#br0" timeOffset="-203642.81">19135 12417 149 0,'0'0'251'0,"2"-10"-10"0,-2 10-13 0,3-6-13 16,-3 6-13-16,0 0-13 0,5-6-17 0,-5 6-15 15,0 0-15-15,0 0-13 0,0 0-9 0,0 0-6 16,0 0-8-16,0 0-10 0,0 0-10 0,0 0-9 16,-14 19-9-16,11-12-1 0,0 1-8 0,0-1-8 15,2 0-6-15,1-7-5 0,-3 13-2 0,2-4 8 16,2 1-17-16,2-3 2 0,-1 1 3 0,3 0-3 15,2 2-1-15,0-1-2 0,2-1 9 0,3 0-11 16,-1-1 0-16,0 2-5 0,3-1-2 0,-3-1-1 16,-1 0 10-16,2-2-16 0,-1 2-3 0,-2 1 3 15,-1-1-4-15,1-1 2 0,-4-1 0 0,0 0-2 0,-1 2 5 16,0-1 11-16,-2 0 4 0,-2-6 7 16,3 14 3-16,-6-7-3 0,1 1 1 0,-6-1-5 15,0 3-1-15,-2-2-6 0,-2 3 0 0,0-4 1 0,-2 0 1 16,-1 3-10-16,-2-3 2 0,2 0 1 0,-2 0-20 15,2 0-15-15,2-3-16 0,0 1-24 16,0-2-28-16,2 0-23 0,1-2-36 0,1 0-40 16,1 0-35-16,8-1-33 0,-10-3-224 0,2 0-514 15,8 3 228-15</inkml:trace>
  <inkml:trace contextRef="#ctx0" brushRef="#br0" timeOffset="-203485.6">19094 12486 67 0,'5'-11'166'0,"4"-2"-9"0,-1 2-10 15,-1 3-6-15,5-4-11 0,-1 4-11 0,3-2-10 16,4 0-9-16,0 1-12 0,3 2-7 0,4-3-7 16,4 5-7-16,2-2-35 0,-3 4-40 0,3-2-55 15,0 0-63-15,-3 0-88 0,-1 1-232 0,2 1 104 16</inkml:trace>
  <inkml:trace contextRef="#ctx0" brushRef="#br0" timeOffset="-203108.82">19679 12295 6 0,'4'-6'265'16,"-4"6"-10"-16,0 0-19 0,0 0-14 0,3-9-16 15,-3 9-18-15,0 0-15 0,0 0-18 0,0 0-10 16,0 0-1-16,0 0-9 0,0 0 0 0,15 18 0 16,-9-9-3-16,2 5-3 0,1 1-4 0,2 2 4 15,0 1-8-15,-2-1-4 0,2 2-4 0,1 1-4 16,-5-1-3-16,7 3-17 0,-5-5 1 0,0-1-12 15,0 2 1-15,0-4-6 0,-1 2-5 0,2-2-11 16,-2-2-4-16,-2-2-7 0,2-1-1 0,-1 0-9 16,0-1 0-16,-1-3 7 0,-2 0-14 0,2-2 7 15,1 1 12-15,-2-2 6 0,1 1 13 0,-6-3 1 16,11 0-1-16,-11 0-11 0,15-9 0 0,-5 2-4 16,2-5-6-16,2 1-5 0,-1-5-4 0,0 0-3 0,3-7-10 15,2-1 5-15,-2 0-3 0,2-2-5 16,0 4-1-16,-1-8-1 0,1 5-2 0,-6-1-4 15,4 0 5-15,-3 4 2 0,-1 0-7 0,-3 5-7 16,0 1 3-16,-2 6 0 0,0-4-9 0,0 5-2 16,0 2-8-16,-4 2-16 0,-3 5-21 0,4-11-37 15,-2 8-35-15,-2 3-38 0,0 0-28 0,5-4-6 16,-5 4-27-16,0 0-36 0,0 0-53 0,-7 26-295 16,0-11-652-16,-4-1 289 0</inkml:trace>
  <inkml:trace contextRef="#ctx0" brushRef="#br0" timeOffset="-202857.17">19259 12927 164 0,'-23'13'263'0,"6"-6"-25"0,6 0-19 15,3 1-8-15,2-1-2 0,2 3 1 0,4-4 7 0,0-6 6 16,14 13-2-16,2-6-9 0,14-1-2 15,6-4-17-15,20-1-7 0,1-7-13 0,7-2-17 16,26-1-10-16,-25 1-13 0,24-7-14 0,-25 2-13 16,1 1-16-16,1 2-7 0,-1-2-26 0,-4 0-36 0,-3 1-39 15,-6 4-43-15,-16 1-38 0,1 0-27 0,-4 2-39 16,-2 1-56-16,-10-1-51 0,-8 2-245 16,1 2-559-16,-7 0 248 0</inkml:trace>
  <inkml:trace contextRef="#ctx0" brushRef="#br0" timeOffset="-202642.24">19337 13247 3311 0,'-54'8'173'0,"14"-3"9"0,7 3-107 16,0-1-27-16,12-3-14 0,2 3-14 0,8-2-8 16,3 2 8-16,4-2 20 0,4-5 34 0,0 0 10 15,18 14 14-15,5-13 1 0,12 0-2 0,17-1-13 16,7-7-4-16,6-5-11 0,27-3-9 0,-3-4-27 15,-25 5-23-15,28-5-41 0,-2 0-46 0,-33 4-53 16,1 2-50-16,-3 0-80 0,-1-1-85 0,-17 4-269 16,-4 0-664-16,-4-1 294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28BB0-D4B6-4DD5-BF24-7534A68C74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F1A840-5182-4AF2-939F-718137CB79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F96022-63F8-4A35-AA0E-107A1B1F8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DEDA9-609E-4D22-876D-9882BD866E0D}" type="datetimeFigureOut">
              <a:rPr lang="en-IN" smtClean="0"/>
              <a:t>25-01-2022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F4C123-B1C1-4EDD-8A64-C11384E44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007ADA-B6BF-44D7-A1BE-FF4D00EF9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7BF98-C389-4EB3-99B8-84AD94EA08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4333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46AEE-F6B2-414D-BE74-FA44EF1A5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D7814A-D6AD-45E9-B855-4C22F756E5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ED15C-D591-43EA-849D-E827D2951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DEDA9-609E-4D22-876D-9882BD866E0D}" type="datetimeFigureOut">
              <a:rPr lang="en-IN" smtClean="0"/>
              <a:t>25-01-2022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ED8F22-09EA-43C7-9EF5-F8F4E9F83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E76958-28E0-4687-8889-0C7E0E16E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7BF98-C389-4EB3-99B8-84AD94EA08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9659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75CF1-89D7-4C1A-A7F4-83AFB91D7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E87ED-64C3-4D31-ADD7-DE96E912F9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C2A013-AB35-4D81-945D-E24059676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DEDA9-609E-4D22-876D-9882BD866E0D}" type="datetimeFigureOut">
              <a:rPr lang="en-IN" smtClean="0"/>
              <a:t>25-01-2022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602E88-2C00-4CB2-ADB2-4C22111E4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3DA66D-A421-4E17-BD5A-59680ED3A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7BF98-C389-4EB3-99B8-84AD94EA08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9373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268BF-7281-4BFC-8086-A0BE68E11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0A8B8F-E722-4F17-A279-CBD1D2FBDB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1F8ECB-9921-4DD5-A59E-72475BBF62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1DCB6A-4440-4B4D-9ADE-E0C88C261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DEDA9-609E-4D22-876D-9882BD866E0D}" type="datetimeFigureOut">
              <a:rPr lang="en-IN" smtClean="0"/>
              <a:t>25-01-2022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DE448B-E1A0-4FFB-802C-2CD4FBECE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06780F-B3A1-49D3-9113-D53DDAD70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7BF98-C389-4EB3-99B8-84AD94EA08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9666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F82AD-7BAB-497F-8820-C62A48C5C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C31961-85C9-43A2-8915-A1410C09BE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023CD8-1BCE-4C3C-9BBC-B535C57035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128B1B-2B3F-46DC-97F2-51F73EA4CC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991035-B976-471B-BC08-1B274B8947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13AE60-86A9-4D0A-8195-5128A8ADD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DEDA9-609E-4D22-876D-9882BD866E0D}" type="datetimeFigureOut">
              <a:rPr lang="en-IN" smtClean="0"/>
              <a:t>25-01-2022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D46B0B-B053-4533-BA34-59ED763CD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6844FB-650F-45DC-9D38-D54A98E8D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7BF98-C389-4EB3-99B8-84AD94EA08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1428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2CCB1-769E-4871-ABEA-024288B22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D12F29-8CCA-4779-96B7-3D0E9A17E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DEDA9-609E-4D22-876D-9882BD866E0D}" type="datetimeFigureOut">
              <a:rPr lang="en-IN" smtClean="0"/>
              <a:t>25-01-2022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7F2C67-410F-4FA1-9FE5-442544E04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1F940-03F9-40E8-8558-4B4E7FE5D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7BF98-C389-4EB3-99B8-84AD94EA08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9321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592307-0B76-4514-A443-0BB695D78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DEDA9-609E-4D22-876D-9882BD866E0D}" type="datetimeFigureOut">
              <a:rPr lang="en-IN" smtClean="0"/>
              <a:t>25-01-2022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A358BF-96AD-48B3-B670-5A4A3732E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62479D-BEED-440D-84E6-92212E5C7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7BF98-C389-4EB3-99B8-84AD94EA08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8605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F776E-2725-4CCC-A092-162E9F57E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1D5A2-F85A-4503-8447-37F49FF9DC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ECDB48-6F94-4D6F-87B4-B9A869C023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628C8F-E39D-4371-9E93-BC0A8F7DB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DEDA9-609E-4D22-876D-9882BD866E0D}" type="datetimeFigureOut">
              <a:rPr lang="en-IN" smtClean="0"/>
              <a:t>25-01-2022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491BBC-8AED-4E4E-A864-3D15B1BE4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6740DC-C301-407F-94AD-0C9E1503B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7BF98-C389-4EB3-99B8-84AD94EA08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5191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6BAF4-D21A-4EE9-B359-A7826C272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D60697-C634-4532-B2FD-8F7DC273C8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8C2180-F304-4CE1-BB4B-F226DB878B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EF95B9-D5BA-401B-879F-0FDD1DD24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DEDA9-609E-4D22-876D-9882BD866E0D}" type="datetimeFigureOut">
              <a:rPr lang="en-IN" smtClean="0"/>
              <a:t>25-01-2022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E6D252-2DD5-4472-824C-596151B4F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18B248-5C84-42EA-872D-F60B7E4AA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7BF98-C389-4EB3-99B8-84AD94EA08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0867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057DC-94B3-4B25-83FF-C722A1B77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D43E8C-C12F-453F-9B89-6407F6E620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AF183F-CA4C-400C-AE1A-BE82B8E04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DEDA9-609E-4D22-876D-9882BD866E0D}" type="datetimeFigureOut">
              <a:rPr lang="en-IN" smtClean="0"/>
              <a:t>25-01-2022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787174-D390-4F74-B225-0829255D3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2A4A2B-EC91-4FD9-8DB8-8D991184C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7BF98-C389-4EB3-99B8-84AD94EA08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8102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064097-B69B-4B2A-8A2E-91700AF56C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AFCBCA-B8DD-4431-BD09-DBD4AA2CDF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5C9D84-89B8-4BB4-BE0B-F41DEDC99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DEDA9-609E-4D22-876D-9882BD866E0D}" type="datetimeFigureOut">
              <a:rPr lang="en-IN" smtClean="0"/>
              <a:t>25-01-2022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54C7A-239D-4279-9F5A-B1D8E05D0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4CCC6B-19F7-4F39-8BFB-AC777F736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7BF98-C389-4EB3-99B8-84AD94EA08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942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824E09-98EA-4C13-B6BB-BCC2F4202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F6BA5D-BBB5-4C39-8421-55A8B4EB1D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DFF54-D12F-4A58-9C89-B9655E2C1C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9DEDA9-609E-4D22-876D-9882BD866E0D}" type="datetimeFigureOut">
              <a:rPr lang="en-IN" smtClean="0"/>
              <a:t>25-01-2022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83971-F059-4C16-B8E2-1AFA3A6AE9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68954-0264-4521-BDDC-9632A9DE2B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77BF98-C389-4EB3-99B8-84AD94EA08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6462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customXml" Target="../ink/ink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4.png"/><Relationship Id="rId7" Type="http://schemas.openxmlformats.org/officeDocument/2006/relationships/image" Target="../media/image2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.xml"/><Relationship Id="rId5" Type="http://schemas.openxmlformats.org/officeDocument/2006/relationships/image" Target="../media/image252.png"/><Relationship Id="rId4" Type="http://schemas.openxmlformats.org/officeDocument/2006/relationships/customXml" Target="../ink/ink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1E555-62BE-4DC5-A2CB-A3654DA49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25-01-2022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5CF2D-F3A3-436C-85AD-13EDCEF7D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ECE, BIT, Mesra Ranchi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3CAA2-CCEC-49E3-B7EF-179435FB4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1</a:t>
            </a:fld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A12B9E-01BC-4EA8-8DEB-D6CF3C830A23}"/>
              </a:ext>
            </a:extLst>
          </p:cNvPr>
          <p:cNvSpPr/>
          <p:nvPr/>
        </p:nvSpPr>
        <p:spPr>
          <a:xfrm>
            <a:off x="1288952" y="215388"/>
            <a:ext cx="9588155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Numerical Examples 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762BACA-8B95-4A5E-9F92-57F2AE961A20}"/>
                  </a:ext>
                </a:extLst>
              </p14:cNvPr>
              <p14:cNvContentPartPr/>
              <p14:nvPr/>
            </p14:nvContentPartPr>
            <p14:xfrm>
              <a:off x="1339560" y="1138320"/>
              <a:ext cx="5119560" cy="31129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762BACA-8B95-4A5E-9F92-57F2AE961A2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30200" y="1128960"/>
                <a:ext cx="5138280" cy="313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FDFF5A7-6A12-4B37-8146-28AACF72EB0B}"/>
                  </a:ext>
                </a:extLst>
              </p14:cNvPr>
              <p14:cNvContentPartPr/>
              <p14:nvPr/>
            </p14:nvContentPartPr>
            <p14:xfrm>
              <a:off x="150120" y="954360"/>
              <a:ext cx="11363760" cy="5472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FDFF5A7-6A12-4B37-8146-28AACF72EB0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0760" y="945000"/>
                <a:ext cx="11382480" cy="5491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56032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1E555-62BE-4DC5-A2CB-A3654DA49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25-01-2022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5CF2D-F3A3-436C-85AD-13EDCEF7D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ECE, BIT, Mesra Ranchi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3CAA2-CCEC-49E3-B7EF-179435FB4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2</a:t>
            </a:fld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A12B9E-01BC-4EA8-8DEB-D6CF3C830A23}"/>
              </a:ext>
            </a:extLst>
          </p:cNvPr>
          <p:cNvSpPr/>
          <p:nvPr/>
        </p:nvSpPr>
        <p:spPr>
          <a:xfrm>
            <a:off x="1288952" y="215388"/>
            <a:ext cx="9588155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Numerical Examples 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96B3D9D-41D2-4B59-827C-81B490AEBCB0}"/>
                  </a:ext>
                </a:extLst>
              </p14:cNvPr>
              <p14:cNvContentPartPr/>
              <p14:nvPr/>
            </p14:nvContentPartPr>
            <p14:xfrm>
              <a:off x="298800" y="1002600"/>
              <a:ext cx="11596680" cy="29142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96B3D9D-41D2-4B59-827C-81B490AEBCB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9440" y="993240"/>
                <a:ext cx="11615400" cy="293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0BD19AC-EFF9-4034-80F6-831F3D47D95D}"/>
                  </a:ext>
                </a:extLst>
              </p14:cNvPr>
              <p14:cNvContentPartPr/>
              <p14:nvPr/>
            </p14:nvContentPartPr>
            <p14:xfrm>
              <a:off x="1347840" y="1243080"/>
              <a:ext cx="10140480" cy="45136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0BD19AC-EFF9-4034-80F6-831F3D47D95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38480" y="1233720"/>
                <a:ext cx="10159200" cy="453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50E575E-D299-4315-958F-4A8D780E388C}"/>
                  </a:ext>
                </a:extLst>
              </p14:cNvPr>
              <p14:cNvContentPartPr/>
              <p14:nvPr/>
            </p14:nvContentPartPr>
            <p14:xfrm>
              <a:off x="1226880" y="1209240"/>
              <a:ext cx="9957600" cy="50734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50E575E-D299-4315-958F-4A8D780E388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17520" y="1199880"/>
                <a:ext cx="9976320" cy="5092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19298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1E555-62BE-4DC5-A2CB-A3654DA49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25-01-2022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5CF2D-F3A3-436C-85AD-13EDCEF7D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ECE, BIT, Mesra Ranchi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3CAA2-CCEC-49E3-B7EF-179435FB4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3</a:t>
            </a:fld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A12B9E-01BC-4EA8-8DEB-D6CF3C830A23}"/>
              </a:ext>
            </a:extLst>
          </p:cNvPr>
          <p:cNvSpPr/>
          <p:nvPr/>
        </p:nvSpPr>
        <p:spPr>
          <a:xfrm>
            <a:off x="1288952" y="215388"/>
            <a:ext cx="9588155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Numerical Examples 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1CBDDA0-46DF-4DE1-83A6-66AD90ECD4C8}"/>
                  </a:ext>
                </a:extLst>
              </p14:cNvPr>
              <p14:cNvContentPartPr/>
              <p14:nvPr/>
            </p14:nvContentPartPr>
            <p14:xfrm>
              <a:off x="928080" y="923040"/>
              <a:ext cx="7662240" cy="46796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1CBDDA0-46DF-4DE1-83A6-66AD90ECD4C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18720" y="913680"/>
                <a:ext cx="7680960" cy="4698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69193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1E555-62BE-4DC5-A2CB-A3654DA49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25-01-2022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5CF2D-F3A3-436C-85AD-13EDCEF7D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ECE, BIT, Mesra Ranchi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3CAA2-CCEC-49E3-B7EF-179435FB4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4</a:t>
            </a:fld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A12B9E-01BC-4EA8-8DEB-D6CF3C830A23}"/>
              </a:ext>
            </a:extLst>
          </p:cNvPr>
          <p:cNvSpPr/>
          <p:nvPr/>
        </p:nvSpPr>
        <p:spPr>
          <a:xfrm>
            <a:off x="1288952" y="215388"/>
            <a:ext cx="9588155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Numerical Examples 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A4B081E-09B3-4D2C-998F-FE4DFA1E50B2}"/>
                  </a:ext>
                </a:extLst>
              </p14:cNvPr>
              <p14:cNvContentPartPr/>
              <p14:nvPr/>
            </p14:nvContentPartPr>
            <p14:xfrm>
              <a:off x="205920" y="1076040"/>
              <a:ext cx="11104200" cy="44830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A4B081E-09B3-4D2C-998F-FE4DFA1E50B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6560" y="1066680"/>
                <a:ext cx="11122920" cy="4501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28846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1E555-62BE-4DC5-A2CB-A3654DA49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25-01-2022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5CF2D-F3A3-436C-85AD-13EDCEF7D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ECE, BIT, Mesra Ranchi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3CAA2-CCEC-49E3-B7EF-179435FB4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5</a:t>
            </a:fld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A12B9E-01BC-4EA8-8DEB-D6CF3C830A23}"/>
              </a:ext>
            </a:extLst>
          </p:cNvPr>
          <p:cNvSpPr/>
          <p:nvPr/>
        </p:nvSpPr>
        <p:spPr>
          <a:xfrm>
            <a:off x="1288952" y="215388"/>
            <a:ext cx="9588155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Numerical Examples 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1F30942-82B4-4803-BCD8-39AB6ECCC904}"/>
                  </a:ext>
                </a:extLst>
              </p14:cNvPr>
              <p14:cNvContentPartPr/>
              <p14:nvPr/>
            </p14:nvContentPartPr>
            <p14:xfrm>
              <a:off x="1531440" y="965880"/>
              <a:ext cx="7087320" cy="54957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1F30942-82B4-4803-BCD8-39AB6ECCC90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22080" y="956520"/>
                <a:ext cx="7106040" cy="5514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192385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1E555-62BE-4DC5-A2CB-A3654DA49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25-01-2022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5CF2D-F3A3-436C-85AD-13EDCEF7D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ECE, BIT, Mesra Ranchi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3CAA2-CCEC-49E3-B7EF-179435FB4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6</a:t>
            </a:fld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A12B9E-01BC-4EA8-8DEB-D6CF3C830A23}"/>
              </a:ext>
            </a:extLst>
          </p:cNvPr>
          <p:cNvSpPr/>
          <p:nvPr/>
        </p:nvSpPr>
        <p:spPr>
          <a:xfrm>
            <a:off x="1288952" y="215388"/>
            <a:ext cx="9588155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Numerical Examples 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37DF2CB-C653-4221-B9D0-440DEBEDB1E5}"/>
                  </a:ext>
                </a:extLst>
              </p14:cNvPr>
              <p14:cNvContentPartPr/>
              <p14:nvPr/>
            </p14:nvContentPartPr>
            <p14:xfrm>
              <a:off x="1289880" y="1087200"/>
              <a:ext cx="10256040" cy="47476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37DF2CB-C653-4221-B9D0-440DEBEDB1E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80520" y="1077840"/>
                <a:ext cx="10274760" cy="4766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96902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1E555-62BE-4DC5-A2CB-A3654DA49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25-01-2022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5CF2D-F3A3-436C-85AD-13EDCEF7D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ECE, BIT, Mesra Ranchi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3CAA2-CCEC-49E3-B7EF-179435FB4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7</a:t>
            </a:fld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A12B9E-01BC-4EA8-8DEB-D6CF3C830A23}"/>
              </a:ext>
            </a:extLst>
          </p:cNvPr>
          <p:cNvSpPr/>
          <p:nvPr/>
        </p:nvSpPr>
        <p:spPr>
          <a:xfrm>
            <a:off x="1288952" y="215388"/>
            <a:ext cx="9588155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Numerical Examples 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4F00520-ACA8-415A-ADBF-422B3366FD2C}"/>
                  </a:ext>
                </a:extLst>
              </p14:cNvPr>
              <p14:cNvContentPartPr/>
              <p14:nvPr/>
            </p14:nvContentPartPr>
            <p14:xfrm>
              <a:off x="1748880" y="1231560"/>
              <a:ext cx="6413040" cy="35636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4F00520-ACA8-415A-ADBF-422B3366FD2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39520" y="1222200"/>
                <a:ext cx="6431760" cy="3582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739761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D5A9B30095FBE4DBF87005A6F15244E" ma:contentTypeVersion="2" ma:contentTypeDescription="Create a new document." ma:contentTypeScope="" ma:versionID="394c0588db4c74b93abab7d9b09bba50">
  <xsd:schema xmlns:xsd="http://www.w3.org/2001/XMLSchema" xmlns:xs="http://www.w3.org/2001/XMLSchema" xmlns:p="http://schemas.microsoft.com/office/2006/metadata/properties" xmlns:ns2="91a3a9aa-4352-4e1d-89f7-38dd1103c51e" targetNamespace="http://schemas.microsoft.com/office/2006/metadata/properties" ma:root="true" ma:fieldsID="9a12efb6747b5efa58ef1bb966178ebf" ns2:_="">
    <xsd:import namespace="91a3a9aa-4352-4e1d-89f7-38dd1103c51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a3a9aa-4352-4e1d-89f7-38dd1103c5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9ECE14D-80AE-477A-9A4C-BB5D447AF443}"/>
</file>

<file path=customXml/itemProps2.xml><?xml version="1.0" encoding="utf-8"?>
<ds:datastoreItem xmlns:ds="http://schemas.openxmlformats.org/officeDocument/2006/customXml" ds:itemID="{0A9DF517-125E-4FCA-8C2D-19E7A81D68A0}"/>
</file>

<file path=customXml/itemProps3.xml><?xml version="1.0" encoding="utf-8"?>
<ds:datastoreItem xmlns:ds="http://schemas.openxmlformats.org/officeDocument/2006/customXml" ds:itemID="{6512388D-F784-46A8-9C7C-823457E19C74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84</Words>
  <Application>Microsoft Office PowerPoint</Application>
  <PresentationFormat>Widescreen</PresentationFormat>
  <Paragraphs>28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Priyank Saxena</dc:creator>
  <cp:lastModifiedBy>Priyank Saxena</cp:lastModifiedBy>
  <cp:revision>1</cp:revision>
  <dcterms:created xsi:type="dcterms:W3CDTF">2022-01-25T07:48:52Z</dcterms:created>
  <dcterms:modified xsi:type="dcterms:W3CDTF">2022-01-25T07:50:25Z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0x010100ED5A9B30095FBE4DBF87005A6F15244E</vt:lpwstr>
  </property>
</Properties>
</file>